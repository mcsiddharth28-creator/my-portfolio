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21"/>
  </p:notesMasterIdLst>
  <p:handoutMasterIdLst>
    <p:handoutMasterId r:id="rId22"/>
  </p:handoutMasterIdLst>
  <p:sldIdLst>
    <p:sldId id="1048" r:id="rId5"/>
    <p:sldId id="1051" r:id="rId6"/>
    <p:sldId id="1020" r:id="rId7"/>
    <p:sldId id="1059" r:id="rId8"/>
    <p:sldId id="1053" r:id="rId9"/>
    <p:sldId id="1056" r:id="rId10"/>
    <p:sldId id="1055" r:id="rId11"/>
    <p:sldId id="1024" r:id="rId12"/>
    <p:sldId id="1044" r:id="rId13"/>
    <p:sldId id="1039" r:id="rId14"/>
    <p:sldId id="1040" r:id="rId15"/>
    <p:sldId id="1041" r:id="rId16"/>
    <p:sldId id="1052" r:id="rId17"/>
    <p:sldId id="1046" r:id="rId18"/>
    <p:sldId id="1049" r:id="rId19"/>
    <p:sldId id="1036" r:id="rId20"/>
  </p:sldIdLst>
  <p:sldSz cx="12192000" cy="6858000"/>
  <p:notesSz cx="6858000" cy="9144000"/>
  <p:custDataLst>
    <p:tags r:id="rId23"/>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6222A"/>
    <a:srgbClr val="3A2F65"/>
    <a:srgbClr val="4F1B58"/>
    <a:srgbClr val="671D5F"/>
    <a:srgbClr val="50117F"/>
    <a:srgbClr val="381850"/>
    <a:srgbClr val="7030A0"/>
    <a:srgbClr val="00B67A"/>
    <a:srgbClr val="110F13"/>
    <a:srgbClr val="42C0F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1B3B673-4C00-46DE-9D76-E0F69B0C2AB1}" v="2" dt="2025-06-20T10:44:19.584"/>
    <p1510:client id="{6A973945-1207-4B88-94A4-605AEEDA72D5}" v="4" dt="2025-06-20T08:29:31.569"/>
    <p1510:client id="{E82E5385-6D1F-49F4-410B-9F3C1E28171B}" v="5" dt="2025-06-20T11:27:30.647"/>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9165" autoAdjust="0"/>
    <p:restoredTop sz="94660"/>
  </p:normalViewPr>
  <p:slideViewPr>
    <p:cSldViewPr snapToGrid="0">
      <p:cViewPr>
        <p:scale>
          <a:sx n="94" d="100"/>
          <a:sy n="94" d="100"/>
        </p:scale>
        <p:origin x="1896" y="1512"/>
      </p:cViewPr>
      <p:guideLst/>
    </p:cSldViewPr>
  </p:slideViewPr>
  <p:notesTextViewPr>
    <p:cViewPr>
      <p:scale>
        <a:sx n="3" d="2"/>
        <a:sy n="3" d="2"/>
      </p:scale>
      <p:origin x="0" y="0"/>
    </p:cViewPr>
  </p:notesTextViewPr>
  <p:sorterViewPr>
    <p:cViewPr>
      <p:scale>
        <a:sx n="1" d="1"/>
        <a:sy n="1" d="1"/>
      </p:scale>
      <p:origin x="0" y="-984"/>
    </p:cViewPr>
  </p:sorter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theme" Target="theme/theme1.xml"/><Relationship Id="rId3" Type="http://schemas.openxmlformats.org/officeDocument/2006/relationships/customXml" Target="../customXml/item3.xml"/><Relationship Id="rId21" Type="http://schemas.openxmlformats.org/officeDocument/2006/relationships/notesMaster" Target="notesMasters/notesMaster1.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tags" Target="tags/tag1.xml"/><Relationship Id="rId28" Type="http://schemas.microsoft.com/office/2015/10/relationships/revisionInfo" Target="revisionInfo.xml"/><Relationship Id="rId10" Type="http://schemas.openxmlformats.org/officeDocument/2006/relationships/slide" Target="slides/slide6.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handoutMaster" Target="handoutMasters/handoutMaster1.xml"/><Relationship Id="rId27" Type="http://schemas.openxmlformats.org/officeDocument/2006/relationships/tableStyles" Target="tableStyle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F1064F4-AADD-41D6-C493-D3A4B52959CC}"/>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a:extLst>
              <a:ext uri="{FF2B5EF4-FFF2-40B4-BE49-F238E27FC236}">
                <a16:creationId xmlns:a16="http://schemas.microsoft.com/office/drawing/2014/main" id="{5E385D59-8CDE-1FFB-6DE6-DC50D5B9370C}"/>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4EBE9C1D-F668-49E1-BB05-E11ABEDF0F63}" type="datetimeFigureOut">
              <a:rPr lang="en-IN" smtClean="0"/>
              <a:t>17/05/26</a:t>
            </a:fld>
            <a:endParaRPr lang="en-IN"/>
          </a:p>
        </p:txBody>
      </p:sp>
      <p:sp>
        <p:nvSpPr>
          <p:cNvPr id="4" name="Footer Placeholder 3">
            <a:extLst>
              <a:ext uri="{FF2B5EF4-FFF2-40B4-BE49-F238E27FC236}">
                <a16:creationId xmlns:a16="http://schemas.microsoft.com/office/drawing/2014/main" id="{327DADCB-DEE0-5D1D-B3B5-7ADE884DF73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5" name="Slide Number Placeholder 4">
            <a:extLst>
              <a:ext uri="{FF2B5EF4-FFF2-40B4-BE49-F238E27FC236}">
                <a16:creationId xmlns:a16="http://schemas.microsoft.com/office/drawing/2014/main" id="{C1C9455B-6EAB-745D-7FA0-BC6C318E3FAD}"/>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2C90DA24-D6F4-46F4-A8C3-CEE6C8FA2337}" type="slidenum">
              <a:rPr lang="en-IN" smtClean="0"/>
              <a:t>‹#›</a:t>
            </a:fld>
            <a:endParaRPr lang="en-IN"/>
          </a:p>
        </p:txBody>
      </p:sp>
    </p:spTree>
    <p:extLst>
      <p:ext uri="{BB962C8B-B14F-4D97-AF65-F5344CB8AC3E}">
        <p14:creationId xmlns:p14="http://schemas.microsoft.com/office/powerpoint/2010/main" val="2171148715"/>
      </p:ext>
    </p:extLst>
  </p:cSld>
  <p:clrMap bg1="lt1" tx1="dk1" bg2="lt2" tx2="dk2" accent1="accent1" accent2="accent2" accent3="accent3" accent4="accent4" accent5="accent5" accent6="accent6" hlink="hlink" folHlink="folHlink"/>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D558B8C-BBBC-422C-94EE-6DA8595A45DB}" type="datetimeFigureOut">
              <a:rPr lang="en-IN" smtClean="0"/>
              <a:t>17/05/26</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668C5EC-8D67-4B25-9063-6319196293CC}" type="slidenum">
              <a:rPr lang="en-IN" smtClean="0"/>
              <a:t>‹#›</a:t>
            </a:fld>
            <a:endParaRPr lang="en-IN"/>
          </a:p>
        </p:txBody>
      </p:sp>
    </p:spTree>
    <p:extLst>
      <p:ext uri="{BB962C8B-B14F-4D97-AF65-F5344CB8AC3E}">
        <p14:creationId xmlns:p14="http://schemas.microsoft.com/office/powerpoint/2010/main" val="407840953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Master" Target="../slideMasters/slideMaster1.xml"/><Relationship Id="rId1" Type="http://schemas.openxmlformats.org/officeDocument/2006/relationships/tags" Target="../tags/tag3.xml"/></Relationships>
</file>

<file path=ppt/slideLayouts/_rels/slideLayout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xml"/></Relationships>
</file>

<file path=ppt/slideLayouts/_rels/slideLayout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xml"/></Relationships>
</file>

<file path=ppt/slideLayouts/_rels/slideLayout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6.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7E2C42-3C47-03A0-55A7-E8F11B0D90CC}"/>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273D04B4-3E6D-EF0F-77FF-7634B29B8D8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Tree>
    <p:extLst>
      <p:ext uri="{BB962C8B-B14F-4D97-AF65-F5344CB8AC3E}">
        <p14:creationId xmlns:p14="http://schemas.microsoft.com/office/powerpoint/2010/main" val="21273801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6483F8-EC99-6E68-3E3B-CA3310ACF321}"/>
              </a:ext>
            </a:extLst>
          </p:cNvPr>
          <p:cNvSpPr>
            <a:spLocks noGrp="1"/>
          </p:cNvSpPr>
          <p:nvPr>
            <p:ph type="title"/>
          </p:nvPr>
        </p:nvSpPr>
        <p:spPr/>
        <p:txBody>
          <a:bodyPr/>
          <a:lstStyle/>
          <a:p>
            <a:r>
              <a:rPr lang="en-US" dirty="0"/>
              <a:t>Click to edit Master title style</a:t>
            </a:r>
            <a:endParaRPr lang="en-IN" dirty="0"/>
          </a:p>
        </p:txBody>
      </p:sp>
      <p:sp>
        <p:nvSpPr>
          <p:cNvPr id="3" name="Content Placeholder 2">
            <a:extLst>
              <a:ext uri="{FF2B5EF4-FFF2-40B4-BE49-F238E27FC236}">
                <a16:creationId xmlns:a16="http://schemas.microsoft.com/office/drawing/2014/main" id="{5C7014E8-F511-7C91-29BF-1B06A4EA4B0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Slide Number Placeholder 4">
            <a:extLst>
              <a:ext uri="{FF2B5EF4-FFF2-40B4-BE49-F238E27FC236}">
                <a16:creationId xmlns:a16="http://schemas.microsoft.com/office/drawing/2014/main" id="{E27570BB-D686-80F6-A075-F70E4F9F998C}"/>
              </a:ext>
            </a:extLst>
          </p:cNvPr>
          <p:cNvSpPr>
            <a:spLocks noGrp="1"/>
          </p:cNvSpPr>
          <p:nvPr>
            <p:ph type="sldNum" sz="quarter" idx="10"/>
          </p:nvPr>
        </p:nvSpPr>
        <p:spPr/>
        <p:txBody>
          <a:bodyPr/>
          <a:lstStyle/>
          <a:p>
            <a:fld id="{9A131BC9-40DA-43B6-B58E-D925B527BF77}" type="slidenum">
              <a:rPr lang="en-IN" smtClean="0"/>
              <a:pPr/>
              <a:t>‹#›</a:t>
            </a:fld>
            <a:endParaRPr lang="en-IN"/>
          </a:p>
        </p:txBody>
      </p:sp>
    </p:spTree>
    <p:extLst>
      <p:ext uri="{BB962C8B-B14F-4D97-AF65-F5344CB8AC3E}">
        <p14:creationId xmlns:p14="http://schemas.microsoft.com/office/powerpoint/2010/main" val="413341901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EB8032-7EB5-65A5-D4EF-F0B6A5EC2CD1}"/>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B23CFD9E-BC37-E441-8E49-9B5E4CB04F5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292870451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B366E87-45A7-7A8A-4981-6816C12062A4}"/>
              </a:ext>
            </a:extLst>
          </p:cNvPr>
          <p:cNvSpPr>
            <a:spLocks noGrp="1"/>
          </p:cNvSpPr>
          <p:nvPr>
            <p:ph type="title"/>
          </p:nvPr>
        </p:nvSpPr>
        <p:spPr/>
        <p:txBody>
          <a:bodyPr/>
          <a:lstStyle/>
          <a:p>
            <a:r>
              <a:rPr lang="en-US" dirty="0"/>
              <a:t>Click to edit Master title style</a:t>
            </a:r>
            <a:endParaRPr lang="en-IN" dirty="0"/>
          </a:p>
        </p:txBody>
      </p:sp>
      <p:sp>
        <p:nvSpPr>
          <p:cNvPr id="4" name="Slide Number Placeholder 2">
            <a:extLst>
              <a:ext uri="{FF2B5EF4-FFF2-40B4-BE49-F238E27FC236}">
                <a16:creationId xmlns:a16="http://schemas.microsoft.com/office/drawing/2014/main" id="{D581EECB-5E30-BCCF-90AC-3134EED6C2E4}"/>
              </a:ext>
            </a:extLst>
          </p:cNvPr>
          <p:cNvSpPr>
            <a:spLocks noGrp="1"/>
          </p:cNvSpPr>
          <p:nvPr>
            <p:ph type="sldNum" sz="quarter" idx="4"/>
          </p:nvPr>
        </p:nvSpPr>
        <p:spPr>
          <a:xfrm>
            <a:off x="11602792" y="6575225"/>
            <a:ext cx="217732" cy="164592"/>
          </a:xfrm>
          <a:prstGeom prst="rect">
            <a:avLst/>
          </a:prstGeom>
        </p:spPr>
        <p:txBody>
          <a:bodyPr lIns="0" tIns="0" rIns="0" bIns="0" anchor="ctr">
            <a:noAutofit/>
          </a:bodyPr>
          <a:lstStyle>
            <a:lvl1pPr algn="r">
              <a:defRPr lang="en-IN" sz="1000" b="1" smtClean="0">
                <a:solidFill>
                  <a:schemeClr val="bg1"/>
                </a:solidFill>
              </a:defRPr>
            </a:lvl1pPr>
          </a:lstStyle>
          <a:p>
            <a:fld id="{9A131BC9-40DA-43B6-B58E-D925B527BF77}" type="slidenum">
              <a:rPr lang="en-IN" smtClean="0"/>
              <a:pPr/>
              <a:t>‹#›</a:t>
            </a:fld>
            <a:endParaRPr lang="en-IN"/>
          </a:p>
        </p:txBody>
      </p:sp>
    </p:spTree>
    <p:extLst>
      <p:ext uri="{BB962C8B-B14F-4D97-AF65-F5344CB8AC3E}">
        <p14:creationId xmlns:p14="http://schemas.microsoft.com/office/powerpoint/2010/main" val="201342740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1_Title Only">
    <p:bg>
      <p:bgPr>
        <a:solidFill>
          <a:schemeClr val="tx2"/>
        </a:solidFill>
        <a:effectLst/>
      </p:bgPr>
    </p:bg>
    <p:spTree>
      <p:nvGrpSpPr>
        <p:cNvPr id="1" name=""/>
        <p:cNvGrpSpPr/>
        <p:nvPr/>
      </p:nvGrpSpPr>
      <p:grpSpPr>
        <a:xfrm>
          <a:off x="0" y="0"/>
          <a:ext cx="0" cy="0"/>
          <a:chOff x="0" y="0"/>
          <a:chExt cx="0" cy="0"/>
        </a:xfrm>
      </p:grpSpPr>
      <p:pic>
        <p:nvPicPr>
          <p:cNvPr id="2" name="Picture 5">
            <a:extLst>
              <a:ext uri="{FF2B5EF4-FFF2-40B4-BE49-F238E27FC236}">
                <a16:creationId xmlns:a16="http://schemas.microsoft.com/office/drawing/2014/main" id="{F3A56F17-466E-C0A9-DF88-6B1C2BAEBBE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Title 68">
            <a:extLst>
              <a:ext uri="{FF2B5EF4-FFF2-40B4-BE49-F238E27FC236}">
                <a16:creationId xmlns:a16="http://schemas.microsoft.com/office/drawing/2014/main" id="{4CF27719-773A-E10A-AEB0-A29594ACDF32}"/>
              </a:ext>
            </a:extLst>
          </p:cNvPr>
          <p:cNvSpPr>
            <a:spLocks noGrp="1"/>
          </p:cNvSpPr>
          <p:nvPr>
            <p:ph type="title"/>
          </p:nvPr>
        </p:nvSpPr>
        <p:spPr>
          <a:xfrm>
            <a:off x="381000" y="300000"/>
            <a:ext cx="8686800" cy="502920"/>
          </a:xfrm>
        </p:spPr>
        <p:txBody>
          <a:bodyPr/>
          <a:lstStyle>
            <a:lvl1pPr>
              <a:defRPr>
                <a:solidFill>
                  <a:schemeClr val="bg1"/>
                </a:solidFill>
              </a:defRPr>
            </a:lvl1pPr>
          </a:lstStyle>
          <a:p>
            <a:r>
              <a:rPr lang="en-US" dirty="0"/>
              <a:t>Click to edit Master title style</a:t>
            </a:r>
            <a:endParaRPr lang="en-IN" dirty="0"/>
          </a:p>
        </p:txBody>
      </p:sp>
      <p:sp>
        <p:nvSpPr>
          <p:cNvPr id="25" name="Slide Number Placeholder 2">
            <a:extLst>
              <a:ext uri="{FF2B5EF4-FFF2-40B4-BE49-F238E27FC236}">
                <a16:creationId xmlns:a16="http://schemas.microsoft.com/office/drawing/2014/main" id="{0BC24DBD-2A45-03D3-44C2-D069582091B5}"/>
              </a:ext>
            </a:extLst>
          </p:cNvPr>
          <p:cNvSpPr>
            <a:spLocks noGrp="1"/>
          </p:cNvSpPr>
          <p:nvPr>
            <p:ph type="sldNum" sz="quarter" idx="4"/>
          </p:nvPr>
        </p:nvSpPr>
        <p:spPr>
          <a:xfrm>
            <a:off x="11602792" y="6575225"/>
            <a:ext cx="217732" cy="164592"/>
          </a:xfrm>
          <a:prstGeom prst="rect">
            <a:avLst/>
          </a:prstGeom>
        </p:spPr>
        <p:txBody>
          <a:bodyPr lIns="0" tIns="0" rIns="0" bIns="0" anchor="ctr">
            <a:noAutofit/>
          </a:bodyPr>
          <a:lstStyle>
            <a:lvl1pPr algn="r">
              <a:defRPr lang="en-IN" sz="1000" b="1" smtClean="0">
                <a:solidFill>
                  <a:schemeClr val="bg1"/>
                </a:solidFill>
              </a:defRPr>
            </a:lvl1pPr>
          </a:lstStyle>
          <a:p>
            <a:fld id="{9A131BC9-40DA-43B6-B58E-D925B527BF77}" type="slidenum">
              <a:rPr lang="en-IN" smtClean="0"/>
              <a:pPr/>
              <a:t>‹#›</a:t>
            </a:fld>
            <a:endParaRPr lang="en-IN"/>
          </a:p>
        </p:txBody>
      </p:sp>
    </p:spTree>
    <p:custDataLst>
      <p:tags r:id="rId1"/>
    </p:custDataLst>
    <p:extLst>
      <p:ext uri="{BB962C8B-B14F-4D97-AF65-F5344CB8AC3E}">
        <p14:creationId xmlns:p14="http://schemas.microsoft.com/office/powerpoint/2010/main" val="207048574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6_Title Only">
    <p:bg>
      <p:bgPr>
        <a:solidFill>
          <a:schemeClr val="accent2"/>
        </a:solidFill>
        <a:effectLst/>
      </p:bgPr>
    </p:bg>
    <p:spTree>
      <p:nvGrpSpPr>
        <p:cNvPr id="1" name=""/>
        <p:cNvGrpSpPr/>
        <p:nvPr/>
      </p:nvGrpSpPr>
      <p:grpSpPr>
        <a:xfrm>
          <a:off x="0" y="0"/>
          <a:ext cx="0" cy="0"/>
          <a:chOff x="0" y="0"/>
          <a:chExt cx="0" cy="0"/>
        </a:xfrm>
      </p:grpSpPr>
      <p:sp>
        <p:nvSpPr>
          <p:cNvPr id="69" name="Title 68">
            <a:extLst>
              <a:ext uri="{FF2B5EF4-FFF2-40B4-BE49-F238E27FC236}">
                <a16:creationId xmlns:a16="http://schemas.microsoft.com/office/drawing/2014/main" id="{4CF27719-773A-E10A-AEB0-A29594ACDF32}"/>
              </a:ext>
            </a:extLst>
          </p:cNvPr>
          <p:cNvSpPr>
            <a:spLocks noGrp="1"/>
          </p:cNvSpPr>
          <p:nvPr>
            <p:ph type="title"/>
          </p:nvPr>
        </p:nvSpPr>
        <p:spPr>
          <a:xfrm>
            <a:off x="381000" y="300000"/>
            <a:ext cx="8686800" cy="502920"/>
          </a:xfrm>
        </p:spPr>
        <p:txBody>
          <a:bodyPr/>
          <a:lstStyle>
            <a:lvl1pPr>
              <a:defRPr>
                <a:solidFill>
                  <a:schemeClr val="bg1"/>
                </a:solidFill>
              </a:defRPr>
            </a:lvl1pPr>
          </a:lstStyle>
          <a:p>
            <a:r>
              <a:rPr lang="en-US" dirty="0"/>
              <a:t>Click to edit Master title style</a:t>
            </a:r>
            <a:endParaRPr lang="en-IN" dirty="0"/>
          </a:p>
        </p:txBody>
      </p:sp>
    </p:spTree>
    <p:custDataLst>
      <p:tags r:id="rId1"/>
    </p:custDataLst>
    <p:extLst>
      <p:ext uri="{BB962C8B-B14F-4D97-AF65-F5344CB8AC3E}">
        <p14:creationId xmlns:p14="http://schemas.microsoft.com/office/powerpoint/2010/main" val="838396316"/>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5_Title Only">
    <p:bg>
      <p:bgPr>
        <a:solidFill>
          <a:schemeClr val="accent1"/>
        </a:solidFill>
        <a:effectLst/>
      </p:bgPr>
    </p:bg>
    <p:spTree>
      <p:nvGrpSpPr>
        <p:cNvPr id="1" name=""/>
        <p:cNvGrpSpPr/>
        <p:nvPr/>
      </p:nvGrpSpPr>
      <p:grpSpPr>
        <a:xfrm>
          <a:off x="0" y="0"/>
          <a:ext cx="0" cy="0"/>
          <a:chOff x="0" y="0"/>
          <a:chExt cx="0" cy="0"/>
        </a:xfrm>
      </p:grpSpPr>
      <p:sp>
        <p:nvSpPr>
          <p:cNvPr id="69" name="Title 68">
            <a:extLst>
              <a:ext uri="{FF2B5EF4-FFF2-40B4-BE49-F238E27FC236}">
                <a16:creationId xmlns:a16="http://schemas.microsoft.com/office/drawing/2014/main" id="{4CF27719-773A-E10A-AEB0-A29594ACDF32}"/>
              </a:ext>
            </a:extLst>
          </p:cNvPr>
          <p:cNvSpPr>
            <a:spLocks noGrp="1"/>
          </p:cNvSpPr>
          <p:nvPr>
            <p:ph type="title"/>
          </p:nvPr>
        </p:nvSpPr>
        <p:spPr>
          <a:xfrm>
            <a:off x="381000" y="300000"/>
            <a:ext cx="8686800" cy="502920"/>
          </a:xfrm>
        </p:spPr>
        <p:txBody>
          <a:bodyPr/>
          <a:lstStyle>
            <a:lvl1pPr>
              <a:defRPr>
                <a:solidFill>
                  <a:schemeClr val="bg1"/>
                </a:solidFill>
              </a:defRPr>
            </a:lvl1pPr>
          </a:lstStyle>
          <a:p>
            <a:r>
              <a:rPr lang="en-US" dirty="0"/>
              <a:t>Click to edit Master title style</a:t>
            </a:r>
            <a:endParaRPr lang="en-IN" dirty="0"/>
          </a:p>
        </p:txBody>
      </p:sp>
    </p:spTree>
    <p:custDataLst>
      <p:tags r:id="rId1"/>
    </p:custDataLst>
    <p:extLst>
      <p:ext uri="{BB962C8B-B14F-4D97-AF65-F5344CB8AC3E}">
        <p14:creationId xmlns:p14="http://schemas.microsoft.com/office/powerpoint/2010/main" val="10932774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Tree>
    <p:custDataLst>
      <p:tags r:id="rId1"/>
    </p:custDataLst>
    <p:extLst>
      <p:ext uri="{BB962C8B-B14F-4D97-AF65-F5344CB8AC3E}">
        <p14:creationId xmlns:p14="http://schemas.microsoft.com/office/powerpoint/2010/main" val="298975479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1.png"/><Relationship Id="rId5" Type="http://schemas.openxmlformats.org/officeDocument/2006/relationships/slideLayout" Target="../slideLayouts/slideLayout5.xml"/><Relationship Id="rId10" Type="http://schemas.openxmlformats.org/officeDocument/2006/relationships/tags" Target="../tags/tag2.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CA71619-754E-F507-598A-F11F44E55393}"/>
              </a:ext>
            </a:extLst>
          </p:cNvPr>
          <p:cNvSpPr>
            <a:spLocks noGrp="1"/>
          </p:cNvSpPr>
          <p:nvPr>
            <p:ph type="title"/>
          </p:nvPr>
        </p:nvSpPr>
        <p:spPr>
          <a:xfrm>
            <a:off x="381000" y="300000"/>
            <a:ext cx="8686800" cy="502920"/>
          </a:xfrm>
          <a:prstGeom prst="rect">
            <a:avLst/>
          </a:prstGeom>
        </p:spPr>
        <p:txBody>
          <a:bodyPr vert="horz" lIns="0" tIns="0" rIns="0" bIns="0" rtlCol="0" anchor="ctr">
            <a:noAutofit/>
          </a:bodyPr>
          <a:lstStyle/>
          <a:p>
            <a:r>
              <a:rPr lang="en-US" dirty="0"/>
              <a:t>Click to edit master title style</a:t>
            </a:r>
            <a:endParaRPr lang="en-IN" dirty="0"/>
          </a:p>
        </p:txBody>
      </p:sp>
      <p:sp>
        <p:nvSpPr>
          <p:cNvPr id="3" name="Text Placeholder 2">
            <a:extLst>
              <a:ext uri="{FF2B5EF4-FFF2-40B4-BE49-F238E27FC236}">
                <a16:creationId xmlns:a16="http://schemas.microsoft.com/office/drawing/2014/main" id="{A91A3CD7-D12A-C020-E466-C42B0EFC0F1A}"/>
              </a:ext>
            </a:extLst>
          </p:cNvPr>
          <p:cNvSpPr>
            <a:spLocks noGrp="1"/>
          </p:cNvSpPr>
          <p:nvPr>
            <p:ph type="body" idx="1"/>
          </p:nvPr>
        </p:nvSpPr>
        <p:spPr>
          <a:xfrm>
            <a:off x="381000" y="1157512"/>
            <a:ext cx="11430000" cy="5029200"/>
          </a:xfrm>
          <a:prstGeom prst="rect">
            <a:avLst/>
          </a:prstGeom>
        </p:spPr>
        <p:txBody>
          <a:bodyPr vert="horz" lIns="0" tIns="0" rIns="0" bIns="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IN" dirty="0"/>
          </a:p>
        </p:txBody>
      </p:sp>
      <p:pic>
        <p:nvPicPr>
          <p:cNvPr id="5" name="Picture 5">
            <a:extLst>
              <a:ext uri="{FF2B5EF4-FFF2-40B4-BE49-F238E27FC236}">
                <a16:creationId xmlns:a16="http://schemas.microsoft.com/office/drawing/2014/main" id="{F3BDF556-694C-4E1A-9C08-A05381FB5EF9}"/>
              </a:ext>
            </a:extLst>
          </p:cNvPr>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Slide Number Placeholder 2">
            <a:extLst>
              <a:ext uri="{FF2B5EF4-FFF2-40B4-BE49-F238E27FC236}">
                <a16:creationId xmlns:a16="http://schemas.microsoft.com/office/drawing/2014/main" id="{4161EF3E-879D-341C-280A-B953EB53AB3D}"/>
              </a:ext>
            </a:extLst>
          </p:cNvPr>
          <p:cNvSpPr>
            <a:spLocks noGrp="1"/>
          </p:cNvSpPr>
          <p:nvPr>
            <p:ph type="sldNum" sz="quarter" idx="4"/>
          </p:nvPr>
        </p:nvSpPr>
        <p:spPr>
          <a:xfrm>
            <a:off x="11602792" y="6575225"/>
            <a:ext cx="217732" cy="164592"/>
          </a:xfrm>
          <a:prstGeom prst="rect">
            <a:avLst/>
          </a:prstGeom>
        </p:spPr>
        <p:txBody>
          <a:bodyPr lIns="0" tIns="0" rIns="0" bIns="0" anchor="ctr">
            <a:noAutofit/>
          </a:bodyPr>
          <a:lstStyle>
            <a:lvl1pPr algn="r">
              <a:defRPr lang="en-IN" sz="1000" b="1" smtClean="0">
                <a:solidFill>
                  <a:schemeClr val="bg1"/>
                </a:solidFill>
              </a:defRPr>
            </a:lvl1pPr>
          </a:lstStyle>
          <a:p>
            <a:fld id="{9A131BC9-40DA-43B6-B58E-D925B527BF77}" type="slidenum">
              <a:rPr lang="en-IN" smtClean="0"/>
              <a:pPr/>
              <a:t>‹#›</a:t>
            </a:fld>
            <a:endParaRPr lang="en-IN"/>
          </a:p>
        </p:txBody>
      </p:sp>
    </p:spTree>
    <p:custDataLst>
      <p:tags r:id="rId10"/>
    </p:custDataLst>
    <p:extLst>
      <p:ext uri="{BB962C8B-B14F-4D97-AF65-F5344CB8AC3E}">
        <p14:creationId xmlns:p14="http://schemas.microsoft.com/office/powerpoint/2010/main" val="102788624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4" r:id="rId4"/>
    <p:sldLayoutId id="2147483656" r:id="rId5"/>
    <p:sldLayoutId id="2147483668" r:id="rId6"/>
    <p:sldLayoutId id="2147483667" r:id="rId7"/>
    <p:sldLayoutId id="2147483655" r:id="rId8"/>
  </p:sldLayoutIdLst>
  <p:hf hdr="0" ftr="0" dt="0"/>
  <p:txStyles>
    <p:titleStyle>
      <a:lvl1pPr algn="l" defTabSz="914400" rtl="0" eaLnBrk="1" latinLnBrk="0" hangingPunct="1">
        <a:lnSpc>
          <a:spcPct val="100000"/>
        </a:lnSpc>
        <a:spcBef>
          <a:spcPts val="0"/>
        </a:spcBef>
        <a:spcAft>
          <a:spcPts val="0"/>
        </a:spcAft>
        <a:buNone/>
        <a:defRPr sz="2800" b="1" kern="1200" baseline="0">
          <a:solidFill>
            <a:schemeClr val="tx2"/>
          </a:solidFill>
          <a:latin typeface="+mj-lt"/>
          <a:ea typeface="+mj-ea"/>
          <a:cs typeface="+mj-cs"/>
        </a:defRPr>
      </a:lvl1pPr>
    </p:titleStyle>
    <p:bodyStyle>
      <a:lvl1pPr marL="228600" indent="-228600" algn="l" defTabSz="914400" rtl="0" eaLnBrk="1" latinLnBrk="0" hangingPunct="1">
        <a:lnSpc>
          <a:spcPct val="100000"/>
        </a:lnSpc>
        <a:spcBef>
          <a:spcPts val="0"/>
        </a:spcBef>
        <a:spcAft>
          <a:spcPts val="600"/>
        </a:spcAft>
        <a:buClr>
          <a:schemeClr val="accent1"/>
        </a:buClr>
        <a:buFont typeface="Arial" panose="020B0604020202020204" pitchFamily="34" charset="0"/>
        <a:buChar char="•"/>
        <a:defRPr sz="1800" kern="1200">
          <a:solidFill>
            <a:schemeClr val="tx1"/>
          </a:solidFill>
          <a:latin typeface="+mn-lt"/>
          <a:ea typeface="+mn-ea"/>
          <a:cs typeface="+mn-cs"/>
        </a:defRPr>
      </a:lvl1pPr>
      <a:lvl2pPr marL="457200" indent="-228600" algn="l" defTabSz="914400" rtl="0" eaLnBrk="1" latinLnBrk="0" hangingPunct="1">
        <a:lnSpc>
          <a:spcPct val="100000"/>
        </a:lnSpc>
        <a:spcBef>
          <a:spcPts val="0"/>
        </a:spcBef>
        <a:spcAft>
          <a:spcPts val="600"/>
        </a:spcAft>
        <a:buClr>
          <a:schemeClr val="accent1"/>
        </a:buClr>
        <a:buFont typeface="Arial" panose="020B0604020202020204" pitchFamily="34" charset="0"/>
        <a:buChar char="‒"/>
        <a:defRPr sz="1800" kern="1200">
          <a:solidFill>
            <a:schemeClr val="tx1"/>
          </a:solidFill>
          <a:latin typeface="+mn-lt"/>
          <a:ea typeface="+mn-ea"/>
          <a:cs typeface="+mn-cs"/>
        </a:defRPr>
      </a:lvl2pPr>
      <a:lvl3pPr marL="685800" indent="-228600" algn="l" defTabSz="914400" rtl="0" eaLnBrk="1" latinLnBrk="0" hangingPunct="1">
        <a:lnSpc>
          <a:spcPct val="100000"/>
        </a:lnSpc>
        <a:spcBef>
          <a:spcPts val="0"/>
        </a:spcBef>
        <a:spcAft>
          <a:spcPts val="600"/>
        </a:spcAft>
        <a:buClr>
          <a:schemeClr val="accent1"/>
        </a:buClr>
        <a:buFont typeface="Arial" panose="020B0604020202020204" pitchFamily="34" charset="0"/>
        <a:buChar char="•"/>
        <a:defRPr sz="1800" kern="1200">
          <a:solidFill>
            <a:schemeClr val="tx1"/>
          </a:solidFill>
          <a:latin typeface="+mn-lt"/>
          <a:ea typeface="+mn-ea"/>
          <a:cs typeface="+mn-cs"/>
        </a:defRPr>
      </a:lvl3pPr>
      <a:lvl4pPr marL="914400" indent="-228600" algn="l" defTabSz="914400" rtl="0" eaLnBrk="1" latinLnBrk="0" hangingPunct="1">
        <a:lnSpc>
          <a:spcPct val="100000"/>
        </a:lnSpc>
        <a:spcBef>
          <a:spcPts val="0"/>
        </a:spcBef>
        <a:spcAft>
          <a:spcPts val="600"/>
        </a:spcAft>
        <a:buClr>
          <a:schemeClr val="accent1"/>
        </a:buClr>
        <a:buFont typeface="Arial" panose="020B0604020202020204" pitchFamily="34" charset="0"/>
        <a:buChar char="•"/>
        <a:defRPr sz="1800" kern="1200">
          <a:solidFill>
            <a:schemeClr val="tx1"/>
          </a:solidFill>
          <a:latin typeface="+mn-lt"/>
          <a:ea typeface="+mn-ea"/>
          <a:cs typeface="+mn-cs"/>
        </a:defRPr>
      </a:lvl4pPr>
      <a:lvl5pPr marL="1143000" indent="-228600" algn="l" defTabSz="914400" rtl="0" eaLnBrk="1" latinLnBrk="0" hangingPunct="1">
        <a:lnSpc>
          <a:spcPct val="100000"/>
        </a:lnSpc>
        <a:spcBef>
          <a:spcPts val="0"/>
        </a:spcBef>
        <a:spcAft>
          <a:spcPts val="600"/>
        </a:spcAft>
        <a:buClr>
          <a:schemeClr val="accent1"/>
        </a:buClr>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722" userDrawn="1">
          <p15:clr>
            <a:srgbClr val="F26B43"/>
          </p15:clr>
        </p15:guide>
        <p15:guide id="2" pos="232" userDrawn="1">
          <p15:clr>
            <a:srgbClr val="F26B43"/>
          </p15:clr>
        </p15:guide>
        <p15:guide id="3" orient="horz" pos="3894" userDrawn="1">
          <p15:clr>
            <a:srgbClr val="F26B43"/>
          </p15:clr>
        </p15:guide>
        <p15:guide id="4" pos="7446"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8.xml"/><Relationship Id="rId5" Type="http://schemas.openxmlformats.org/officeDocument/2006/relationships/image" Target="../media/image4.svg"/><Relationship Id="rId4" Type="http://schemas.openxmlformats.org/officeDocument/2006/relationships/image" Target="../media/image3.svg"/></Relationships>
</file>

<file path=ppt/slides/_rels/slide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6.svg"/><Relationship Id="rId1" Type="http://schemas.openxmlformats.org/officeDocument/2006/relationships/slideLayout" Target="../slideLayouts/slideLayout8.xml"/><Relationship Id="rId4" Type="http://schemas.openxmlformats.org/officeDocument/2006/relationships/image" Target="../media/image7.png"/></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Layout" Target="../slideLayouts/slideLayout5.xml"/><Relationship Id="rId6" Type="http://schemas.openxmlformats.org/officeDocument/2006/relationships/image" Target="../media/image4.svg"/><Relationship Id="rId5" Type="http://schemas.openxmlformats.org/officeDocument/2006/relationships/image" Target="../media/image6.svg"/><Relationship Id="rId4" Type="http://schemas.openxmlformats.org/officeDocument/2006/relationships/image" Target="../media/image9.svg"/></Relationships>
</file>

<file path=ppt/slides/_rels/slide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Layout" Target="../slideLayouts/slideLayout5.xml"/><Relationship Id="rId5" Type="http://schemas.openxmlformats.org/officeDocument/2006/relationships/image" Target="../media/image1.png"/><Relationship Id="rId4" Type="http://schemas.openxmlformats.org/officeDocument/2006/relationships/image" Target="../media/image12.svg"/></Relationships>
</file>

<file path=ppt/slides/_rels/slide6.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image" Target="../media/image14.jpeg"/><Relationship Id="rId7" Type="http://schemas.openxmlformats.org/officeDocument/2006/relationships/image" Target="../media/image16.jpeg"/><Relationship Id="rId2" Type="http://schemas.openxmlformats.org/officeDocument/2006/relationships/image" Target="../media/image13.svg"/><Relationship Id="rId1" Type="http://schemas.openxmlformats.org/officeDocument/2006/relationships/slideLayout" Target="../slideLayouts/slideLayout5.xml"/><Relationship Id="rId6" Type="http://schemas.openxmlformats.org/officeDocument/2006/relationships/image" Target="../media/image9.svg"/><Relationship Id="rId11" Type="http://schemas.openxmlformats.org/officeDocument/2006/relationships/image" Target="../media/image20.jpeg"/><Relationship Id="rId5" Type="http://schemas.openxmlformats.org/officeDocument/2006/relationships/image" Target="../media/image15.jpeg"/><Relationship Id="rId10" Type="http://schemas.openxmlformats.org/officeDocument/2006/relationships/image" Target="../media/image19.svg"/><Relationship Id="rId4" Type="http://schemas.openxmlformats.org/officeDocument/2006/relationships/image" Target="../media/image11.svg"/><Relationship Id="rId9" Type="http://schemas.openxmlformats.org/officeDocument/2006/relationships/image" Target="../media/image18.jpeg"/></Relationships>
</file>

<file path=ppt/slides/_rels/slide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1.jpg"/><Relationship Id="rId1" Type="http://schemas.openxmlformats.org/officeDocument/2006/relationships/slideLayout" Target="../slideLayouts/slideLayout5.xml"/><Relationship Id="rId5" Type="http://schemas.openxmlformats.org/officeDocument/2006/relationships/image" Target="../media/image22.svg"/><Relationship Id="rId4" Type="http://schemas.openxmlformats.org/officeDocument/2006/relationships/image" Target="../media/image4.svg"/></Relationships>
</file>

<file path=ppt/slides/_rels/slide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svg"/><Relationship Id="rId1" Type="http://schemas.openxmlformats.org/officeDocument/2006/relationships/slideLayout" Target="../slideLayouts/slideLayout4.xml"/><Relationship Id="rId4" Type="http://schemas.openxmlformats.org/officeDocument/2006/relationships/image" Target="../media/image1.png"/></Relationships>
</file>

<file path=ppt/slides/_rels/slide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9.svg"/><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5.svg"/><Relationship Id="rId1" Type="http://schemas.openxmlformats.org/officeDocument/2006/relationships/slideLayout" Target="../slideLayouts/slideLayout5.xml"/><Relationship Id="rId4" Type="http://schemas.openxmlformats.org/officeDocument/2006/relationships/image" Target="../media/image26.png"/></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7.png"/><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9.svg"/><Relationship Id="rId1" Type="http://schemas.openxmlformats.org/officeDocument/2006/relationships/slideLayout" Target="../slideLayouts/slideLayout5.xml"/><Relationship Id="rId4" Type="http://schemas.openxmlformats.org/officeDocument/2006/relationships/image" Target="../media/image28.png"/></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9.svg"/><Relationship Id="rId1" Type="http://schemas.openxmlformats.org/officeDocument/2006/relationships/slideLayout" Target="../slideLayouts/slideLayout5.xml"/><Relationship Id="rId6" Type="http://schemas.openxmlformats.org/officeDocument/2006/relationships/image" Target="../media/image30.png"/><Relationship Id="rId5" Type="http://schemas.openxmlformats.org/officeDocument/2006/relationships/image" Target="../media/image29.svg"/><Relationship Id="rId4" Type="http://schemas.openxmlformats.org/officeDocument/2006/relationships/image" Target="../media/image4.svg"/></Relationships>
</file>

<file path=ppt/slides/_rels/slide14.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9.svg"/><Relationship Id="rId1" Type="http://schemas.openxmlformats.org/officeDocument/2006/relationships/slideLayout" Target="../slideLayouts/slideLayout5.xml"/><Relationship Id="rId5" Type="http://schemas.openxmlformats.org/officeDocument/2006/relationships/image" Target="../media/image31.png"/><Relationship Id="rId4" Type="http://schemas.openxmlformats.org/officeDocument/2006/relationships/image" Target="../media/image6.svg"/></Relationships>
</file>

<file path=ppt/slides/_rels/slide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9.svg"/><Relationship Id="rId1" Type="http://schemas.openxmlformats.org/officeDocument/2006/relationships/slideLayout" Target="../slideLayouts/slideLayout4.xml"/><Relationship Id="rId4" Type="http://schemas.openxmlformats.org/officeDocument/2006/relationships/image" Target="../media/image32.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pic>
        <p:nvPicPr>
          <p:cNvPr id="8" name="Picture 5">
            <a:extLst>
              <a:ext uri="{FF2B5EF4-FFF2-40B4-BE49-F238E27FC236}">
                <a16:creationId xmlns:a16="http://schemas.microsoft.com/office/drawing/2014/main" id="{75823356-05BE-6DD8-CD89-9FDD3945A2C1}"/>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37600" y="0"/>
            <a:ext cx="3454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Graphic 2">
            <a:extLst>
              <a:ext uri="{FF2B5EF4-FFF2-40B4-BE49-F238E27FC236}">
                <a16:creationId xmlns:a16="http://schemas.microsoft.com/office/drawing/2014/main" id="{14CCEA1B-F6DD-CBCF-7B73-473619DDC154}"/>
              </a:ext>
            </a:extLst>
          </p:cNvPr>
          <p:cNvPicPr>
            <a:picLocks noChangeAspect="1"/>
          </p:cNvPicPr>
          <p:nvPr/>
        </p:nvPicPr>
        <p:blipFill>
          <a:blip r:embed="rId3"/>
          <a:stretch>
            <a:fillRect/>
          </a:stretch>
        </p:blipFill>
        <p:spPr>
          <a:xfrm>
            <a:off x="1790319" y="2243171"/>
            <a:ext cx="8611362" cy="2346258"/>
          </a:xfrm>
          <a:custGeom>
            <a:avLst/>
            <a:gdLst>
              <a:gd name="connsiteX0" fmla="*/ -727 w 5657088"/>
              <a:gd name="connsiteY0" fmla="*/ -198 h 1541335"/>
              <a:gd name="connsiteX1" fmla="*/ 5656361 w 5657088"/>
              <a:gd name="connsiteY1" fmla="*/ -198 h 1541335"/>
              <a:gd name="connsiteX2" fmla="*/ 5656361 w 5657088"/>
              <a:gd name="connsiteY2" fmla="*/ 1541137 h 1541335"/>
              <a:gd name="connsiteX3" fmla="*/ -727 w 5657088"/>
              <a:gd name="connsiteY3" fmla="*/ 1541137 h 1541335"/>
            </a:gdLst>
            <a:ahLst/>
            <a:cxnLst>
              <a:cxn ang="0">
                <a:pos x="connsiteX0" y="connsiteY0"/>
              </a:cxn>
              <a:cxn ang="0">
                <a:pos x="connsiteX1" y="connsiteY1"/>
              </a:cxn>
              <a:cxn ang="0">
                <a:pos x="connsiteX2" y="connsiteY2"/>
              </a:cxn>
              <a:cxn ang="0">
                <a:pos x="connsiteX3" y="connsiteY3"/>
              </a:cxn>
            </a:cxnLst>
            <a:rect l="l" t="t" r="r" b="b"/>
            <a:pathLst>
              <a:path w="5657088" h="1541335">
                <a:moveTo>
                  <a:pt x="-727" y="-198"/>
                </a:moveTo>
                <a:lnTo>
                  <a:pt x="5656361" y="-198"/>
                </a:lnTo>
                <a:lnTo>
                  <a:pt x="5656361" y="1541137"/>
                </a:lnTo>
                <a:lnTo>
                  <a:pt x="-727" y="1541137"/>
                </a:lnTo>
                <a:close/>
              </a:path>
            </a:pathLst>
          </a:custGeom>
        </p:spPr>
      </p:pic>
      <p:sp>
        <p:nvSpPr>
          <p:cNvPr id="5" name="Rectangle 4">
            <a:extLst>
              <a:ext uri="{FF2B5EF4-FFF2-40B4-BE49-F238E27FC236}">
                <a16:creationId xmlns:a16="http://schemas.microsoft.com/office/drawing/2014/main" id="{2D227451-9F9B-FB36-2B3A-2D1035CF6514}"/>
              </a:ext>
            </a:extLst>
          </p:cNvPr>
          <p:cNvSpPr>
            <a:spLocks/>
          </p:cNvSpPr>
          <p:nvPr/>
        </p:nvSpPr>
        <p:spPr>
          <a:xfrm>
            <a:off x="0" y="0"/>
            <a:ext cx="8737600" cy="476250"/>
          </a:xfrm>
          <a:prstGeom prst="rect">
            <a:avLst/>
          </a:pr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7" name="Straight Connector 6">
            <a:extLst>
              <a:ext uri="{FF2B5EF4-FFF2-40B4-BE49-F238E27FC236}">
                <a16:creationId xmlns:a16="http://schemas.microsoft.com/office/drawing/2014/main" id="{C269B6BA-11AE-58B3-06E0-505BEF86B6BA}"/>
              </a:ext>
            </a:extLst>
          </p:cNvPr>
          <p:cNvCxnSpPr/>
          <p:nvPr/>
        </p:nvCxnSpPr>
        <p:spPr>
          <a:xfrm>
            <a:off x="1327150" y="0"/>
            <a:ext cx="0" cy="47625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8024EBB8-BE2A-26A3-42E4-2C7C1953E7F2}"/>
              </a:ext>
            </a:extLst>
          </p:cNvPr>
          <p:cNvSpPr/>
          <p:nvPr/>
        </p:nvSpPr>
        <p:spPr>
          <a:xfrm>
            <a:off x="8737598" y="0"/>
            <a:ext cx="3454401" cy="476250"/>
          </a:xfrm>
          <a:prstGeom prst="rect">
            <a:avLst/>
          </a:pr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11" name="Graphic 10">
            <a:extLst>
              <a:ext uri="{FF2B5EF4-FFF2-40B4-BE49-F238E27FC236}">
                <a16:creationId xmlns:a16="http://schemas.microsoft.com/office/drawing/2014/main" id="{E5E7D928-FC59-614A-403D-4BEFD56969E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45618" y="1612680"/>
            <a:ext cx="1260982" cy="1260981"/>
          </a:xfrm>
          <a:prstGeom prst="rect">
            <a:avLst/>
          </a:prstGeom>
        </p:spPr>
      </p:pic>
      <p:pic>
        <p:nvPicPr>
          <p:cNvPr id="12" name="Graphic 11">
            <a:extLst>
              <a:ext uri="{FF2B5EF4-FFF2-40B4-BE49-F238E27FC236}">
                <a16:creationId xmlns:a16="http://schemas.microsoft.com/office/drawing/2014/main" id="{8C99C5FA-3C62-CE04-85B2-4A1F6436C6B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0427805" y="4130415"/>
            <a:ext cx="918029" cy="918028"/>
          </a:xfrm>
          <a:prstGeom prst="rect">
            <a:avLst/>
          </a:prstGeom>
        </p:spPr>
      </p:pic>
      <p:grpSp>
        <p:nvGrpSpPr>
          <p:cNvPr id="17" name="Group 16">
            <a:extLst>
              <a:ext uri="{FF2B5EF4-FFF2-40B4-BE49-F238E27FC236}">
                <a16:creationId xmlns:a16="http://schemas.microsoft.com/office/drawing/2014/main" id="{15F9E684-FD3F-62A5-B929-83D157122E53}"/>
              </a:ext>
            </a:extLst>
          </p:cNvPr>
          <p:cNvGrpSpPr/>
          <p:nvPr/>
        </p:nvGrpSpPr>
        <p:grpSpPr>
          <a:xfrm>
            <a:off x="1578783" y="5179072"/>
            <a:ext cx="9034434" cy="539557"/>
            <a:chOff x="1578783" y="5135529"/>
            <a:chExt cx="9034434" cy="612128"/>
          </a:xfrm>
        </p:grpSpPr>
        <p:sp>
          <p:nvSpPr>
            <p:cNvPr id="13" name="Rectangle 12">
              <a:extLst>
                <a:ext uri="{FF2B5EF4-FFF2-40B4-BE49-F238E27FC236}">
                  <a16:creationId xmlns:a16="http://schemas.microsoft.com/office/drawing/2014/main" id="{85581CA4-5159-05F5-3527-C8E985EC0B55}"/>
                </a:ext>
              </a:extLst>
            </p:cNvPr>
            <p:cNvSpPr>
              <a:spLocks/>
            </p:cNvSpPr>
            <p:nvPr/>
          </p:nvSpPr>
          <p:spPr>
            <a:xfrm>
              <a:off x="1578783" y="5135529"/>
              <a:ext cx="2119086" cy="612128"/>
            </a:xfrm>
            <a:prstGeom prst="rect">
              <a:avLst/>
            </a:prstGeom>
            <a:solidFill>
              <a:schemeClr val="tx2"/>
            </a:solid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2000" dirty="0"/>
            </a:p>
          </p:txBody>
        </p:sp>
        <p:sp>
          <p:nvSpPr>
            <p:cNvPr id="14" name="Rectangle 13">
              <a:extLst>
                <a:ext uri="{FF2B5EF4-FFF2-40B4-BE49-F238E27FC236}">
                  <a16:creationId xmlns:a16="http://schemas.microsoft.com/office/drawing/2014/main" id="{E933A3E7-0EAB-7C9A-3F5C-9DF06503FE3F}"/>
                </a:ext>
              </a:extLst>
            </p:cNvPr>
            <p:cNvSpPr>
              <a:spLocks/>
            </p:cNvSpPr>
            <p:nvPr/>
          </p:nvSpPr>
          <p:spPr>
            <a:xfrm>
              <a:off x="3697869" y="5135529"/>
              <a:ext cx="6915348" cy="612128"/>
            </a:xfrm>
            <a:prstGeom prst="rect">
              <a:avLst/>
            </a:pr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2000" b="1" dirty="0">
                  <a:solidFill>
                    <a:schemeClr val="tx2"/>
                  </a:solidFill>
                </a:rPr>
                <a:t>LOREM IPSUM</a:t>
              </a:r>
            </a:p>
          </p:txBody>
        </p:sp>
      </p:grpSp>
      <p:grpSp>
        <p:nvGrpSpPr>
          <p:cNvPr id="71" name="Group 70">
            <a:extLst>
              <a:ext uri="{FF2B5EF4-FFF2-40B4-BE49-F238E27FC236}">
                <a16:creationId xmlns:a16="http://schemas.microsoft.com/office/drawing/2014/main" id="{1640E4F1-A444-0DDE-E2B6-5D23E38D7002}"/>
              </a:ext>
            </a:extLst>
          </p:cNvPr>
          <p:cNvGrpSpPr/>
          <p:nvPr/>
        </p:nvGrpSpPr>
        <p:grpSpPr>
          <a:xfrm>
            <a:off x="291427" y="5496765"/>
            <a:ext cx="531827" cy="1041414"/>
            <a:chOff x="291427" y="5602273"/>
            <a:chExt cx="531827" cy="1041414"/>
          </a:xfrm>
        </p:grpSpPr>
        <p:grpSp>
          <p:nvGrpSpPr>
            <p:cNvPr id="18" name="Group 17">
              <a:extLst>
                <a:ext uri="{FF2B5EF4-FFF2-40B4-BE49-F238E27FC236}">
                  <a16:creationId xmlns:a16="http://schemas.microsoft.com/office/drawing/2014/main" id="{F6F0B5FF-0F40-E813-7610-7EFEF9F10EBC}"/>
                </a:ext>
              </a:extLst>
            </p:cNvPr>
            <p:cNvGrpSpPr/>
            <p:nvPr/>
          </p:nvGrpSpPr>
          <p:grpSpPr>
            <a:xfrm>
              <a:off x="291427" y="5602273"/>
              <a:ext cx="531827" cy="531827"/>
              <a:chOff x="1046786" y="1195383"/>
              <a:chExt cx="5737927" cy="5737927"/>
            </a:xfrm>
            <a:solidFill>
              <a:schemeClr val="tx2"/>
            </a:solidFill>
          </p:grpSpPr>
          <p:sp>
            <p:nvSpPr>
              <p:cNvPr id="19" name="Freeform: Shape 18">
                <a:extLst>
                  <a:ext uri="{FF2B5EF4-FFF2-40B4-BE49-F238E27FC236}">
                    <a16:creationId xmlns:a16="http://schemas.microsoft.com/office/drawing/2014/main" id="{0DA2660B-B4B3-C745-1BEC-75B8F1306D36}"/>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20" name="Freeform: Shape 19">
                <a:extLst>
                  <a:ext uri="{FF2B5EF4-FFF2-40B4-BE49-F238E27FC236}">
                    <a16:creationId xmlns:a16="http://schemas.microsoft.com/office/drawing/2014/main" id="{80ABB100-4C2D-44EA-061A-58F1DDE1E9A3}"/>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grpSp>
          <p:nvGrpSpPr>
            <p:cNvPr id="21" name="Group 20">
              <a:extLst>
                <a:ext uri="{FF2B5EF4-FFF2-40B4-BE49-F238E27FC236}">
                  <a16:creationId xmlns:a16="http://schemas.microsoft.com/office/drawing/2014/main" id="{B9E558BF-8124-5C8D-D48F-17AE0574958A}"/>
                </a:ext>
              </a:extLst>
            </p:cNvPr>
            <p:cNvGrpSpPr/>
            <p:nvPr/>
          </p:nvGrpSpPr>
          <p:grpSpPr>
            <a:xfrm>
              <a:off x="291427" y="6111860"/>
              <a:ext cx="531827" cy="531827"/>
              <a:chOff x="1046786" y="1195383"/>
              <a:chExt cx="5737927" cy="5737927"/>
            </a:xfrm>
            <a:solidFill>
              <a:schemeClr val="tx2"/>
            </a:solidFill>
          </p:grpSpPr>
          <p:sp>
            <p:nvSpPr>
              <p:cNvPr id="22" name="Freeform: Shape 21">
                <a:extLst>
                  <a:ext uri="{FF2B5EF4-FFF2-40B4-BE49-F238E27FC236}">
                    <a16:creationId xmlns:a16="http://schemas.microsoft.com/office/drawing/2014/main" id="{3D5EA9A3-B30E-B53A-0709-17EC16CB951E}"/>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23" name="Freeform: Shape 22">
                <a:extLst>
                  <a:ext uri="{FF2B5EF4-FFF2-40B4-BE49-F238E27FC236}">
                    <a16:creationId xmlns:a16="http://schemas.microsoft.com/office/drawing/2014/main" id="{9981DE0C-A8B6-BF75-F35C-7374216BE480}"/>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grpSp>
      <p:sp>
        <p:nvSpPr>
          <p:cNvPr id="24" name="Title 1">
            <a:extLst>
              <a:ext uri="{FF2B5EF4-FFF2-40B4-BE49-F238E27FC236}">
                <a16:creationId xmlns:a16="http://schemas.microsoft.com/office/drawing/2014/main" id="{A6201182-A40E-06EC-16A1-9D709B29AEC6}"/>
              </a:ext>
            </a:extLst>
          </p:cNvPr>
          <p:cNvSpPr txBox="1">
            <a:spLocks/>
          </p:cNvSpPr>
          <p:nvPr/>
        </p:nvSpPr>
        <p:spPr>
          <a:xfrm>
            <a:off x="1428750" y="114301"/>
            <a:ext cx="1631950" cy="247650"/>
          </a:xfrm>
          <a:prstGeom prst="rect">
            <a:avLst/>
          </a:prstGeom>
        </p:spPr>
        <p:txBody>
          <a:bodyPr lIns="0" tIns="0" rIns="0" bIns="0" anchor="ctr">
            <a:noAutofit/>
          </a:bodyPr>
          <a:lstStyle>
            <a:lvl1pPr algn="l" defTabSz="914400" rtl="0" eaLnBrk="1" latinLnBrk="0" hangingPunct="1">
              <a:lnSpc>
                <a:spcPct val="100000"/>
              </a:lnSpc>
              <a:spcBef>
                <a:spcPct val="0"/>
              </a:spcBef>
              <a:buNone/>
              <a:defRPr sz="2800" b="1" kern="1200">
                <a:solidFill>
                  <a:schemeClr val="accent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400" b="0" i="0" u="none" strike="noStrike" kern="1200" cap="none" spc="0" normalizeH="0" baseline="0" noProof="0" dirty="0">
                <a:ln>
                  <a:noFill/>
                </a:ln>
                <a:solidFill>
                  <a:schemeClr val="tx2"/>
                </a:solidFill>
                <a:effectLst/>
                <a:uLnTx/>
                <a:uFillTx/>
                <a:latin typeface="Century Gothic"/>
                <a:ea typeface="+mj-lt"/>
                <a:cs typeface="+mj-lt"/>
              </a:rPr>
              <a:t>Sneakenergy.com</a:t>
            </a:r>
          </a:p>
        </p:txBody>
      </p:sp>
      <p:grpSp>
        <p:nvGrpSpPr>
          <p:cNvPr id="54" name="Group 53">
            <a:extLst>
              <a:ext uri="{FF2B5EF4-FFF2-40B4-BE49-F238E27FC236}">
                <a16:creationId xmlns:a16="http://schemas.microsoft.com/office/drawing/2014/main" id="{42728803-1BAD-DD78-CA1A-67160B05C82F}"/>
              </a:ext>
            </a:extLst>
          </p:cNvPr>
          <p:cNvGrpSpPr/>
          <p:nvPr/>
        </p:nvGrpSpPr>
        <p:grpSpPr>
          <a:xfrm>
            <a:off x="100425" y="76506"/>
            <a:ext cx="1126840" cy="323237"/>
            <a:chOff x="102806" y="76506"/>
            <a:chExt cx="1126840" cy="323237"/>
          </a:xfrm>
        </p:grpSpPr>
        <p:grpSp>
          <p:nvGrpSpPr>
            <p:cNvPr id="49" name="Group 48">
              <a:extLst>
                <a:ext uri="{FF2B5EF4-FFF2-40B4-BE49-F238E27FC236}">
                  <a16:creationId xmlns:a16="http://schemas.microsoft.com/office/drawing/2014/main" id="{9162CF64-0A23-7091-AB59-74E45DA66051}"/>
                </a:ext>
              </a:extLst>
            </p:cNvPr>
            <p:cNvGrpSpPr/>
            <p:nvPr/>
          </p:nvGrpSpPr>
          <p:grpSpPr>
            <a:xfrm>
              <a:off x="479392" y="82095"/>
              <a:ext cx="317470" cy="317648"/>
              <a:chOff x="393939" y="86552"/>
              <a:chExt cx="317470" cy="317648"/>
            </a:xfrm>
          </p:grpSpPr>
          <p:sp>
            <p:nvSpPr>
              <p:cNvPr id="36" name="Freeform: Shape 35">
                <a:extLst>
                  <a:ext uri="{FF2B5EF4-FFF2-40B4-BE49-F238E27FC236}">
                    <a16:creationId xmlns:a16="http://schemas.microsoft.com/office/drawing/2014/main" id="{C4980509-AD6B-73F6-0C30-01685D4E8D1A}"/>
                  </a:ext>
                </a:extLst>
              </p:cNvPr>
              <p:cNvSpPr/>
              <p:nvPr/>
            </p:nvSpPr>
            <p:spPr>
              <a:xfrm>
                <a:off x="393939" y="245288"/>
                <a:ext cx="317435" cy="1771"/>
              </a:xfrm>
              <a:custGeom>
                <a:avLst/>
                <a:gdLst>
                  <a:gd name="connsiteX0" fmla="*/ 0 w 317435"/>
                  <a:gd name="connsiteY0" fmla="*/ 0 h 1771"/>
                  <a:gd name="connsiteX1" fmla="*/ 317435 w 317435"/>
                  <a:gd name="connsiteY1" fmla="*/ 0 h 1771"/>
                </a:gdLst>
                <a:ahLst/>
                <a:cxnLst>
                  <a:cxn ang="0">
                    <a:pos x="connsiteX0" y="connsiteY0"/>
                  </a:cxn>
                  <a:cxn ang="0">
                    <a:pos x="connsiteX1" y="connsiteY1"/>
                  </a:cxn>
                </a:cxnLst>
                <a:rect l="l" t="t" r="r" b="b"/>
                <a:pathLst>
                  <a:path w="317435" h="1771">
                    <a:moveTo>
                      <a:pt x="0" y="0"/>
                    </a:moveTo>
                    <a:lnTo>
                      <a:pt x="317435" y="0"/>
                    </a:lnTo>
                  </a:path>
                </a:pathLst>
              </a:custGeom>
              <a:ln w="7310" cap="rnd">
                <a:solidFill>
                  <a:schemeClr val="tx2"/>
                </a:solidFill>
                <a:prstDash val="solid"/>
                <a:round/>
              </a:ln>
            </p:spPr>
            <p:txBody>
              <a:bodyPr rtlCol="0" anchor="ctr"/>
              <a:lstStyle/>
              <a:p>
                <a:endParaRPr lang="en-IN"/>
              </a:p>
            </p:txBody>
          </p:sp>
          <p:sp>
            <p:nvSpPr>
              <p:cNvPr id="37" name="Freeform: Shape 36">
                <a:extLst>
                  <a:ext uri="{FF2B5EF4-FFF2-40B4-BE49-F238E27FC236}">
                    <a16:creationId xmlns:a16="http://schemas.microsoft.com/office/drawing/2014/main" id="{D0359DAF-253A-23E9-B382-46AA05902A6B}"/>
                  </a:ext>
                </a:extLst>
              </p:cNvPr>
              <p:cNvSpPr/>
              <p:nvPr/>
            </p:nvSpPr>
            <p:spPr>
              <a:xfrm>
                <a:off x="552657" y="86570"/>
                <a:ext cx="1771" cy="158894"/>
              </a:xfrm>
              <a:custGeom>
                <a:avLst/>
                <a:gdLst>
                  <a:gd name="connsiteX0" fmla="*/ 0 w 1771"/>
                  <a:gd name="connsiteY0" fmla="*/ 0 h 158894"/>
                  <a:gd name="connsiteX1" fmla="*/ 0 w 1771"/>
                  <a:gd name="connsiteY1" fmla="*/ 158895 h 158894"/>
                </a:gdLst>
                <a:ahLst/>
                <a:cxnLst>
                  <a:cxn ang="0">
                    <a:pos x="connsiteX0" y="connsiteY0"/>
                  </a:cxn>
                  <a:cxn ang="0">
                    <a:pos x="connsiteX1" y="connsiteY1"/>
                  </a:cxn>
                </a:cxnLst>
                <a:rect l="l" t="t" r="r" b="b"/>
                <a:pathLst>
                  <a:path w="1771" h="158894">
                    <a:moveTo>
                      <a:pt x="0" y="0"/>
                    </a:moveTo>
                    <a:lnTo>
                      <a:pt x="0" y="158895"/>
                    </a:lnTo>
                  </a:path>
                </a:pathLst>
              </a:custGeom>
              <a:ln w="7310" cap="rnd">
                <a:solidFill>
                  <a:schemeClr val="tx2"/>
                </a:solidFill>
                <a:prstDash val="solid"/>
                <a:round/>
              </a:ln>
            </p:spPr>
            <p:txBody>
              <a:bodyPr rtlCol="0" anchor="ctr"/>
              <a:lstStyle/>
              <a:p>
                <a:endParaRPr lang="en-IN"/>
              </a:p>
            </p:txBody>
          </p:sp>
          <p:sp>
            <p:nvSpPr>
              <p:cNvPr id="38" name="Freeform: Shape 37">
                <a:extLst>
                  <a:ext uri="{FF2B5EF4-FFF2-40B4-BE49-F238E27FC236}">
                    <a16:creationId xmlns:a16="http://schemas.microsoft.com/office/drawing/2014/main" id="{F850AE11-AA8B-66C9-4A91-14B57EB264BF}"/>
                  </a:ext>
                </a:extLst>
              </p:cNvPr>
              <p:cNvSpPr/>
              <p:nvPr/>
            </p:nvSpPr>
            <p:spPr>
              <a:xfrm>
                <a:off x="393939" y="86552"/>
                <a:ext cx="317470" cy="159142"/>
              </a:xfrm>
              <a:custGeom>
                <a:avLst/>
                <a:gdLst>
                  <a:gd name="connsiteX0" fmla="*/ 0 w 317470"/>
                  <a:gd name="connsiteY0" fmla="*/ 158912 h 159142"/>
                  <a:gd name="connsiteX1" fmla="*/ 158735 w 317470"/>
                  <a:gd name="connsiteY1" fmla="*/ 0 h 159142"/>
                  <a:gd name="connsiteX2" fmla="*/ 317471 w 317470"/>
                  <a:gd name="connsiteY2" fmla="*/ 159143 h 159142"/>
                </a:gdLst>
                <a:ahLst/>
                <a:cxnLst>
                  <a:cxn ang="0">
                    <a:pos x="connsiteX0" y="connsiteY0"/>
                  </a:cxn>
                  <a:cxn ang="0">
                    <a:pos x="connsiteX1" y="connsiteY1"/>
                  </a:cxn>
                  <a:cxn ang="0">
                    <a:pos x="connsiteX2" y="connsiteY2"/>
                  </a:cxn>
                </a:cxnLst>
                <a:rect l="l" t="t" r="r" b="b"/>
                <a:pathLst>
                  <a:path w="317470" h="159142">
                    <a:moveTo>
                      <a:pt x="0" y="158912"/>
                    </a:moveTo>
                    <a:cubicBezTo>
                      <a:pt x="0" y="71234"/>
                      <a:pt x="71075" y="0"/>
                      <a:pt x="158735" y="0"/>
                    </a:cubicBezTo>
                    <a:cubicBezTo>
                      <a:pt x="246396" y="0"/>
                      <a:pt x="317471" y="71482"/>
                      <a:pt x="317471" y="159143"/>
                    </a:cubicBezTo>
                  </a:path>
                </a:pathLst>
              </a:custGeom>
              <a:noFill/>
              <a:ln w="7310" cap="rnd">
                <a:solidFill>
                  <a:schemeClr val="tx2"/>
                </a:solidFill>
                <a:prstDash val="solid"/>
                <a:round/>
              </a:ln>
            </p:spPr>
            <p:txBody>
              <a:bodyPr rtlCol="0" anchor="ctr"/>
              <a:lstStyle/>
              <a:p>
                <a:endParaRPr lang="en-IN"/>
              </a:p>
            </p:txBody>
          </p:sp>
          <p:sp>
            <p:nvSpPr>
              <p:cNvPr id="39" name="Freeform: Shape 38">
                <a:extLst>
                  <a:ext uri="{FF2B5EF4-FFF2-40B4-BE49-F238E27FC236}">
                    <a16:creationId xmlns:a16="http://schemas.microsoft.com/office/drawing/2014/main" id="{809EA719-D4D3-75AE-4981-3974D3C3FFB7}"/>
                  </a:ext>
                </a:extLst>
              </p:cNvPr>
              <p:cNvSpPr/>
              <p:nvPr/>
            </p:nvSpPr>
            <p:spPr>
              <a:xfrm>
                <a:off x="467584" y="86552"/>
                <a:ext cx="85091" cy="158735"/>
              </a:xfrm>
              <a:custGeom>
                <a:avLst/>
                <a:gdLst>
                  <a:gd name="connsiteX0" fmla="*/ 85091 w 85091"/>
                  <a:gd name="connsiteY0" fmla="*/ 0 h 158735"/>
                  <a:gd name="connsiteX1" fmla="*/ 0 w 85091"/>
                  <a:gd name="connsiteY1" fmla="*/ 158735 h 158735"/>
                </a:gdLst>
                <a:ahLst/>
                <a:cxnLst>
                  <a:cxn ang="0">
                    <a:pos x="connsiteX0" y="connsiteY0"/>
                  </a:cxn>
                  <a:cxn ang="0">
                    <a:pos x="connsiteX1" y="connsiteY1"/>
                  </a:cxn>
                </a:cxnLst>
                <a:rect l="l" t="t" r="r" b="b"/>
                <a:pathLst>
                  <a:path w="85091" h="158735">
                    <a:moveTo>
                      <a:pt x="85091" y="0"/>
                    </a:moveTo>
                    <a:cubicBezTo>
                      <a:pt x="85091" y="0"/>
                      <a:pt x="0" y="33969"/>
                      <a:pt x="0" y="158735"/>
                    </a:cubicBezTo>
                  </a:path>
                </a:pathLst>
              </a:custGeom>
              <a:noFill/>
              <a:ln w="7310" cap="rnd">
                <a:solidFill>
                  <a:schemeClr val="tx2"/>
                </a:solidFill>
                <a:prstDash val="solid"/>
                <a:round/>
              </a:ln>
            </p:spPr>
            <p:txBody>
              <a:bodyPr rtlCol="0" anchor="ctr"/>
              <a:lstStyle/>
              <a:p>
                <a:endParaRPr lang="en-IN"/>
              </a:p>
            </p:txBody>
          </p:sp>
          <p:sp>
            <p:nvSpPr>
              <p:cNvPr id="40" name="Freeform: Shape 39">
                <a:extLst>
                  <a:ext uri="{FF2B5EF4-FFF2-40B4-BE49-F238E27FC236}">
                    <a16:creationId xmlns:a16="http://schemas.microsoft.com/office/drawing/2014/main" id="{B98E4386-32A4-F121-248B-0CED111CA5F5}"/>
                  </a:ext>
                </a:extLst>
              </p:cNvPr>
              <p:cNvSpPr/>
              <p:nvPr/>
            </p:nvSpPr>
            <p:spPr>
              <a:xfrm>
                <a:off x="552675" y="86552"/>
                <a:ext cx="85091" cy="158735"/>
              </a:xfrm>
              <a:custGeom>
                <a:avLst/>
                <a:gdLst>
                  <a:gd name="connsiteX0" fmla="*/ 0 w 85091"/>
                  <a:gd name="connsiteY0" fmla="*/ 0 h 158735"/>
                  <a:gd name="connsiteX1" fmla="*/ 85091 w 85091"/>
                  <a:gd name="connsiteY1" fmla="*/ 158735 h 158735"/>
                </a:gdLst>
                <a:ahLst/>
                <a:cxnLst>
                  <a:cxn ang="0">
                    <a:pos x="connsiteX0" y="connsiteY0"/>
                  </a:cxn>
                  <a:cxn ang="0">
                    <a:pos x="connsiteX1" y="connsiteY1"/>
                  </a:cxn>
                </a:cxnLst>
                <a:rect l="l" t="t" r="r" b="b"/>
                <a:pathLst>
                  <a:path w="85091" h="158735">
                    <a:moveTo>
                      <a:pt x="0" y="0"/>
                    </a:moveTo>
                    <a:cubicBezTo>
                      <a:pt x="0" y="0"/>
                      <a:pt x="85091" y="33969"/>
                      <a:pt x="85091" y="158735"/>
                    </a:cubicBezTo>
                  </a:path>
                </a:pathLst>
              </a:custGeom>
              <a:noFill/>
              <a:ln w="7310" cap="rnd">
                <a:solidFill>
                  <a:schemeClr val="tx2"/>
                </a:solidFill>
                <a:prstDash val="solid"/>
                <a:round/>
              </a:ln>
            </p:spPr>
            <p:txBody>
              <a:bodyPr rtlCol="0" anchor="ctr"/>
              <a:lstStyle/>
              <a:p>
                <a:endParaRPr lang="en-IN"/>
              </a:p>
            </p:txBody>
          </p:sp>
          <p:sp>
            <p:nvSpPr>
              <p:cNvPr id="41" name="Freeform: Shape 40">
                <a:extLst>
                  <a:ext uri="{FF2B5EF4-FFF2-40B4-BE49-F238E27FC236}">
                    <a16:creationId xmlns:a16="http://schemas.microsoft.com/office/drawing/2014/main" id="{8BFFA8F1-C6C2-9B06-3EEE-BE8569750D60}"/>
                  </a:ext>
                </a:extLst>
              </p:cNvPr>
              <p:cNvSpPr/>
              <p:nvPr/>
            </p:nvSpPr>
            <p:spPr>
              <a:xfrm>
                <a:off x="442297" y="131207"/>
                <a:ext cx="110359" cy="45983"/>
              </a:xfrm>
              <a:custGeom>
                <a:avLst/>
                <a:gdLst>
                  <a:gd name="connsiteX0" fmla="*/ 110360 w 110359"/>
                  <a:gd name="connsiteY0" fmla="*/ 45983 h 45983"/>
                  <a:gd name="connsiteX1" fmla="*/ 0 w 110359"/>
                  <a:gd name="connsiteY1" fmla="*/ 0 h 45983"/>
                </a:gdLst>
                <a:ahLst/>
                <a:cxnLst>
                  <a:cxn ang="0">
                    <a:pos x="connsiteX0" y="connsiteY0"/>
                  </a:cxn>
                  <a:cxn ang="0">
                    <a:pos x="connsiteX1" y="connsiteY1"/>
                  </a:cxn>
                </a:cxnLst>
                <a:rect l="l" t="t" r="r" b="b"/>
                <a:pathLst>
                  <a:path w="110359" h="45983">
                    <a:moveTo>
                      <a:pt x="110360" y="45983"/>
                    </a:moveTo>
                    <a:cubicBezTo>
                      <a:pt x="22699" y="45983"/>
                      <a:pt x="0" y="0"/>
                      <a:pt x="0" y="0"/>
                    </a:cubicBezTo>
                  </a:path>
                </a:pathLst>
              </a:custGeom>
              <a:noFill/>
              <a:ln w="7310" cap="rnd">
                <a:solidFill>
                  <a:schemeClr val="tx2"/>
                </a:solidFill>
                <a:prstDash val="solid"/>
                <a:round/>
              </a:ln>
            </p:spPr>
            <p:txBody>
              <a:bodyPr rtlCol="0" anchor="ctr"/>
              <a:lstStyle/>
              <a:p>
                <a:endParaRPr lang="en-IN"/>
              </a:p>
            </p:txBody>
          </p:sp>
          <p:sp>
            <p:nvSpPr>
              <p:cNvPr id="42" name="Freeform: Shape 41">
                <a:extLst>
                  <a:ext uri="{FF2B5EF4-FFF2-40B4-BE49-F238E27FC236}">
                    <a16:creationId xmlns:a16="http://schemas.microsoft.com/office/drawing/2014/main" id="{3994806F-2A84-5A5D-2090-C630874B14A7}"/>
                  </a:ext>
                </a:extLst>
              </p:cNvPr>
              <p:cNvSpPr/>
              <p:nvPr/>
            </p:nvSpPr>
            <p:spPr>
              <a:xfrm>
                <a:off x="552710" y="131224"/>
                <a:ext cx="110359" cy="45983"/>
              </a:xfrm>
              <a:custGeom>
                <a:avLst/>
                <a:gdLst>
                  <a:gd name="connsiteX0" fmla="*/ 110360 w 110359"/>
                  <a:gd name="connsiteY0" fmla="*/ 0 h 45983"/>
                  <a:gd name="connsiteX1" fmla="*/ 0 w 110359"/>
                  <a:gd name="connsiteY1" fmla="*/ 45983 h 45983"/>
                </a:gdLst>
                <a:ahLst/>
                <a:cxnLst>
                  <a:cxn ang="0">
                    <a:pos x="connsiteX0" y="connsiteY0"/>
                  </a:cxn>
                  <a:cxn ang="0">
                    <a:pos x="connsiteX1" y="connsiteY1"/>
                  </a:cxn>
                </a:cxnLst>
                <a:rect l="l" t="t" r="r" b="b"/>
                <a:pathLst>
                  <a:path w="110359" h="45983">
                    <a:moveTo>
                      <a:pt x="110360" y="0"/>
                    </a:moveTo>
                    <a:cubicBezTo>
                      <a:pt x="110360" y="0"/>
                      <a:pt x="87661" y="45983"/>
                      <a:pt x="0" y="45983"/>
                    </a:cubicBezTo>
                  </a:path>
                </a:pathLst>
              </a:custGeom>
              <a:noFill/>
              <a:ln w="7310" cap="rnd">
                <a:solidFill>
                  <a:schemeClr val="tx2"/>
                </a:solidFill>
                <a:prstDash val="solid"/>
                <a:round/>
              </a:ln>
            </p:spPr>
            <p:txBody>
              <a:bodyPr rtlCol="0" anchor="ctr"/>
              <a:lstStyle/>
              <a:p>
                <a:endParaRPr lang="en-IN"/>
              </a:p>
            </p:txBody>
          </p:sp>
          <p:sp>
            <p:nvSpPr>
              <p:cNvPr id="43" name="Freeform: Shape 42">
                <a:extLst>
                  <a:ext uri="{FF2B5EF4-FFF2-40B4-BE49-F238E27FC236}">
                    <a16:creationId xmlns:a16="http://schemas.microsoft.com/office/drawing/2014/main" id="{2D40DAC1-FF60-916F-B962-ACCC588B7B98}"/>
                  </a:ext>
                </a:extLst>
              </p:cNvPr>
              <p:cNvSpPr/>
              <p:nvPr/>
            </p:nvSpPr>
            <p:spPr>
              <a:xfrm>
                <a:off x="552710" y="245288"/>
                <a:ext cx="1771" cy="158894"/>
              </a:xfrm>
              <a:custGeom>
                <a:avLst/>
                <a:gdLst>
                  <a:gd name="connsiteX0" fmla="*/ 0 w 1771"/>
                  <a:gd name="connsiteY0" fmla="*/ 158895 h 158894"/>
                  <a:gd name="connsiteX1" fmla="*/ 0 w 1771"/>
                  <a:gd name="connsiteY1" fmla="*/ 0 h 158894"/>
                </a:gdLst>
                <a:ahLst/>
                <a:cxnLst>
                  <a:cxn ang="0">
                    <a:pos x="connsiteX0" y="connsiteY0"/>
                  </a:cxn>
                  <a:cxn ang="0">
                    <a:pos x="connsiteX1" y="connsiteY1"/>
                  </a:cxn>
                </a:cxnLst>
                <a:rect l="l" t="t" r="r" b="b"/>
                <a:pathLst>
                  <a:path w="1771" h="158894">
                    <a:moveTo>
                      <a:pt x="0" y="158895"/>
                    </a:moveTo>
                    <a:lnTo>
                      <a:pt x="0" y="0"/>
                    </a:lnTo>
                  </a:path>
                </a:pathLst>
              </a:custGeom>
              <a:ln w="7310" cap="rnd">
                <a:solidFill>
                  <a:schemeClr val="tx2"/>
                </a:solidFill>
                <a:prstDash val="solid"/>
                <a:round/>
              </a:ln>
            </p:spPr>
            <p:txBody>
              <a:bodyPr rtlCol="0" anchor="ctr"/>
              <a:lstStyle/>
              <a:p>
                <a:endParaRPr lang="en-IN"/>
              </a:p>
            </p:txBody>
          </p:sp>
          <p:sp>
            <p:nvSpPr>
              <p:cNvPr id="44" name="Freeform: Shape 43">
                <a:extLst>
                  <a:ext uri="{FF2B5EF4-FFF2-40B4-BE49-F238E27FC236}">
                    <a16:creationId xmlns:a16="http://schemas.microsoft.com/office/drawing/2014/main" id="{B7963073-D4C1-B50B-AD2B-479BB463F309}"/>
                  </a:ext>
                </a:extLst>
              </p:cNvPr>
              <p:cNvSpPr/>
              <p:nvPr/>
            </p:nvSpPr>
            <p:spPr>
              <a:xfrm>
                <a:off x="393939" y="245465"/>
                <a:ext cx="317470" cy="158735"/>
              </a:xfrm>
              <a:custGeom>
                <a:avLst/>
                <a:gdLst>
                  <a:gd name="connsiteX0" fmla="*/ 317471 w 317470"/>
                  <a:gd name="connsiteY0" fmla="*/ 0 h 158735"/>
                  <a:gd name="connsiteX1" fmla="*/ 158735 w 317470"/>
                  <a:gd name="connsiteY1" fmla="*/ 158735 h 158735"/>
                  <a:gd name="connsiteX2" fmla="*/ 0 w 317470"/>
                  <a:gd name="connsiteY2" fmla="*/ 0 h 158735"/>
                </a:gdLst>
                <a:ahLst/>
                <a:cxnLst>
                  <a:cxn ang="0">
                    <a:pos x="connsiteX0" y="connsiteY0"/>
                  </a:cxn>
                  <a:cxn ang="0">
                    <a:pos x="connsiteX1" y="connsiteY1"/>
                  </a:cxn>
                  <a:cxn ang="0">
                    <a:pos x="connsiteX2" y="connsiteY2"/>
                  </a:cxn>
                </a:cxnLst>
                <a:rect l="l" t="t" r="r" b="b"/>
                <a:pathLst>
                  <a:path w="317470" h="158735">
                    <a:moveTo>
                      <a:pt x="317471" y="0"/>
                    </a:moveTo>
                    <a:cubicBezTo>
                      <a:pt x="317471" y="87661"/>
                      <a:pt x="246396" y="158735"/>
                      <a:pt x="158735" y="158735"/>
                    </a:cubicBezTo>
                    <a:cubicBezTo>
                      <a:pt x="71075" y="158735"/>
                      <a:pt x="0" y="87661"/>
                      <a:pt x="0" y="0"/>
                    </a:cubicBezTo>
                  </a:path>
                </a:pathLst>
              </a:custGeom>
              <a:noFill/>
              <a:ln w="7310" cap="rnd">
                <a:solidFill>
                  <a:schemeClr val="tx2"/>
                </a:solidFill>
                <a:prstDash val="solid"/>
                <a:round/>
              </a:ln>
            </p:spPr>
            <p:txBody>
              <a:bodyPr rtlCol="0" anchor="ctr"/>
              <a:lstStyle/>
              <a:p>
                <a:endParaRPr lang="en-IN"/>
              </a:p>
            </p:txBody>
          </p:sp>
          <p:sp>
            <p:nvSpPr>
              <p:cNvPr id="45" name="Freeform: Shape 44">
                <a:extLst>
                  <a:ext uri="{FF2B5EF4-FFF2-40B4-BE49-F238E27FC236}">
                    <a16:creationId xmlns:a16="http://schemas.microsoft.com/office/drawing/2014/main" id="{27B7EE28-6642-B53F-4FE8-3761701741A7}"/>
                  </a:ext>
                </a:extLst>
              </p:cNvPr>
              <p:cNvSpPr/>
              <p:nvPr/>
            </p:nvSpPr>
            <p:spPr>
              <a:xfrm>
                <a:off x="552675" y="245465"/>
                <a:ext cx="85091" cy="158735"/>
              </a:xfrm>
              <a:custGeom>
                <a:avLst/>
                <a:gdLst>
                  <a:gd name="connsiteX0" fmla="*/ 0 w 85091"/>
                  <a:gd name="connsiteY0" fmla="*/ 158735 h 158735"/>
                  <a:gd name="connsiteX1" fmla="*/ 85091 w 85091"/>
                  <a:gd name="connsiteY1" fmla="*/ 0 h 158735"/>
                </a:gdLst>
                <a:ahLst/>
                <a:cxnLst>
                  <a:cxn ang="0">
                    <a:pos x="connsiteX0" y="connsiteY0"/>
                  </a:cxn>
                  <a:cxn ang="0">
                    <a:pos x="connsiteX1" y="connsiteY1"/>
                  </a:cxn>
                </a:cxnLst>
                <a:rect l="l" t="t" r="r" b="b"/>
                <a:pathLst>
                  <a:path w="85091" h="158735">
                    <a:moveTo>
                      <a:pt x="0" y="158735"/>
                    </a:moveTo>
                    <a:cubicBezTo>
                      <a:pt x="0" y="158735"/>
                      <a:pt x="85091" y="124766"/>
                      <a:pt x="85091" y="0"/>
                    </a:cubicBezTo>
                  </a:path>
                </a:pathLst>
              </a:custGeom>
              <a:noFill/>
              <a:ln w="7310" cap="rnd">
                <a:solidFill>
                  <a:schemeClr val="tx2"/>
                </a:solidFill>
                <a:prstDash val="solid"/>
                <a:round/>
              </a:ln>
            </p:spPr>
            <p:txBody>
              <a:bodyPr rtlCol="0" anchor="ctr"/>
              <a:lstStyle/>
              <a:p>
                <a:endParaRPr lang="en-IN"/>
              </a:p>
            </p:txBody>
          </p:sp>
          <p:sp>
            <p:nvSpPr>
              <p:cNvPr id="46" name="Freeform: Shape 45">
                <a:extLst>
                  <a:ext uri="{FF2B5EF4-FFF2-40B4-BE49-F238E27FC236}">
                    <a16:creationId xmlns:a16="http://schemas.microsoft.com/office/drawing/2014/main" id="{04BE575D-448D-A260-3D29-3429ED47D808}"/>
                  </a:ext>
                </a:extLst>
              </p:cNvPr>
              <p:cNvSpPr/>
              <p:nvPr/>
            </p:nvSpPr>
            <p:spPr>
              <a:xfrm>
                <a:off x="467584" y="245465"/>
                <a:ext cx="85091" cy="158735"/>
              </a:xfrm>
              <a:custGeom>
                <a:avLst/>
                <a:gdLst>
                  <a:gd name="connsiteX0" fmla="*/ 85091 w 85091"/>
                  <a:gd name="connsiteY0" fmla="*/ 158735 h 158735"/>
                  <a:gd name="connsiteX1" fmla="*/ 0 w 85091"/>
                  <a:gd name="connsiteY1" fmla="*/ 0 h 158735"/>
                </a:gdLst>
                <a:ahLst/>
                <a:cxnLst>
                  <a:cxn ang="0">
                    <a:pos x="connsiteX0" y="connsiteY0"/>
                  </a:cxn>
                  <a:cxn ang="0">
                    <a:pos x="connsiteX1" y="connsiteY1"/>
                  </a:cxn>
                </a:cxnLst>
                <a:rect l="l" t="t" r="r" b="b"/>
                <a:pathLst>
                  <a:path w="85091" h="158735">
                    <a:moveTo>
                      <a:pt x="85091" y="158735"/>
                    </a:moveTo>
                    <a:cubicBezTo>
                      <a:pt x="85091" y="158735"/>
                      <a:pt x="0" y="124766"/>
                      <a:pt x="0" y="0"/>
                    </a:cubicBezTo>
                  </a:path>
                </a:pathLst>
              </a:custGeom>
              <a:noFill/>
              <a:ln w="7310" cap="rnd">
                <a:solidFill>
                  <a:schemeClr val="tx2"/>
                </a:solidFill>
                <a:prstDash val="solid"/>
                <a:round/>
              </a:ln>
            </p:spPr>
            <p:txBody>
              <a:bodyPr rtlCol="0" anchor="ctr"/>
              <a:lstStyle/>
              <a:p>
                <a:endParaRPr lang="en-IN"/>
              </a:p>
            </p:txBody>
          </p:sp>
          <p:sp>
            <p:nvSpPr>
              <p:cNvPr id="47" name="Freeform: Shape 46">
                <a:extLst>
                  <a:ext uri="{FF2B5EF4-FFF2-40B4-BE49-F238E27FC236}">
                    <a16:creationId xmlns:a16="http://schemas.microsoft.com/office/drawing/2014/main" id="{6CA12B1E-68BD-3816-0445-E1492D6215BA}"/>
                  </a:ext>
                </a:extLst>
              </p:cNvPr>
              <p:cNvSpPr/>
              <p:nvPr/>
            </p:nvSpPr>
            <p:spPr>
              <a:xfrm>
                <a:off x="552710" y="313545"/>
                <a:ext cx="110359" cy="45983"/>
              </a:xfrm>
              <a:custGeom>
                <a:avLst/>
                <a:gdLst>
                  <a:gd name="connsiteX0" fmla="*/ 110360 w 110359"/>
                  <a:gd name="connsiteY0" fmla="*/ 45983 h 45983"/>
                  <a:gd name="connsiteX1" fmla="*/ 0 w 110359"/>
                  <a:gd name="connsiteY1" fmla="*/ 0 h 45983"/>
                </a:gdLst>
                <a:ahLst/>
                <a:cxnLst>
                  <a:cxn ang="0">
                    <a:pos x="connsiteX0" y="connsiteY0"/>
                  </a:cxn>
                  <a:cxn ang="0">
                    <a:pos x="connsiteX1" y="connsiteY1"/>
                  </a:cxn>
                </a:cxnLst>
                <a:rect l="l" t="t" r="r" b="b"/>
                <a:pathLst>
                  <a:path w="110359" h="45983">
                    <a:moveTo>
                      <a:pt x="110360" y="45983"/>
                    </a:moveTo>
                    <a:cubicBezTo>
                      <a:pt x="110360" y="45983"/>
                      <a:pt x="87661" y="0"/>
                      <a:pt x="0" y="0"/>
                    </a:cubicBezTo>
                  </a:path>
                </a:pathLst>
              </a:custGeom>
              <a:noFill/>
              <a:ln w="7310" cap="rnd">
                <a:solidFill>
                  <a:schemeClr val="tx2"/>
                </a:solidFill>
                <a:prstDash val="solid"/>
                <a:round/>
              </a:ln>
            </p:spPr>
            <p:txBody>
              <a:bodyPr rtlCol="0" anchor="ctr"/>
              <a:lstStyle/>
              <a:p>
                <a:endParaRPr lang="en-IN"/>
              </a:p>
            </p:txBody>
          </p:sp>
          <p:sp>
            <p:nvSpPr>
              <p:cNvPr id="48" name="Freeform: Shape 47">
                <a:extLst>
                  <a:ext uri="{FF2B5EF4-FFF2-40B4-BE49-F238E27FC236}">
                    <a16:creationId xmlns:a16="http://schemas.microsoft.com/office/drawing/2014/main" id="{530CC559-E561-0D38-625B-6FEED1248B20}"/>
                  </a:ext>
                </a:extLst>
              </p:cNvPr>
              <p:cNvSpPr/>
              <p:nvPr/>
            </p:nvSpPr>
            <p:spPr>
              <a:xfrm>
                <a:off x="442297" y="313545"/>
                <a:ext cx="110359" cy="45983"/>
              </a:xfrm>
              <a:custGeom>
                <a:avLst/>
                <a:gdLst>
                  <a:gd name="connsiteX0" fmla="*/ 0 w 110359"/>
                  <a:gd name="connsiteY0" fmla="*/ 45983 h 45983"/>
                  <a:gd name="connsiteX1" fmla="*/ 110360 w 110359"/>
                  <a:gd name="connsiteY1" fmla="*/ 0 h 45983"/>
                </a:gdLst>
                <a:ahLst/>
                <a:cxnLst>
                  <a:cxn ang="0">
                    <a:pos x="connsiteX0" y="connsiteY0"/>
                  </a:cxn>
                  <a:cxn ang="0">
                    <a:pos x="connsiteX1" y="connsiteY1"/>
                  </a:cxn>
                </a:cxnLst>
                <a:rect l="l" t="t" r="r" b="b"/>
                <a:pathLst>
                  <a:path w="110359" h="45983">
                    <a:moveTo>
                      <a:pt x="0" y="45983"/>
                    </a:moveTo>
                    <a:cubicBezTo>
                      <a:pt x="0" y="45983"/>
                      <a:pt x="22699" y="0"/>
                      <a:pt x="110360" y="0"/>
                    </a:cubicBezTo>
                  </a:path>
                </a:pathLst>
              </a:custGeom>
              <a:noFill/>
              <a:ln w="7310" cap="rnd">
                <a:solidFill>
                  <a:schemeClr val="tx2"/>
                </a:solidFill>
                <a:prstDash val="solid"/>
                <a:round/>
              </a:ln>
            </p:spPr>
            <p:txBody>
              <a:bodyPr rtlCol="0" anchor="ctr"/>
              <a:lstStyle/>
              <a:p>
                <a:endParaRPr lang="en-IN"/>
              </a:p>
            </p:txBody>
          </p:sp>
        </p:grpSp>
        <p:grpSp>
          <p:nvGrpSpPr>
            <p:cNvPr id="34" name="Group 33">
              <a:extLst>
                <a:ext uri="{FF2B5EF4-FFF2-40B4-BE49-F238E27FC236}">
                  <a16:creationId xmlns:a16="http://schemas.microsoft.com/office/drawing/2014/main" id="{F9FF3F7E-1D7A-452F-1553-93A6C32672B0}"/>
                </a:ext>
              </a:extLst>
            </p:cNvPr>
            <p:cNvGrpSpPr/>
            <p:nvPr/>
          </p:nvGrpSpPr>
          <p:grpSpPr>
            <a:xfrm>
              <a:off x="910687" y="76506"/>
              <a:ext cx="318959" cy="318959"/>
              <a:chOff x="869695" y="80963"/>
              <a:chExt cx="278415" cy="278415"/>
            </a:xfrm>
          </p:grpSpPr>
          <p:sp>
            <p:nvSpPr>
              <p:cNvPr id="30" name="Freeform: Shape 29">
                <a:extLst>
                  <a:ext uri="{FF2B5EF4-FFF2-40B4-BE49-F238E27FC236}">
                    <a16:creationId xmlns:a16="http://schemas.microsoft.com/office/drawing/2014/main" id="{7212F26F-1694-2FDB-13C4-32FA53BDB0E5}"/>
                  </a:ext>
                </a:extLst>
              </p:cNvPr>
              <p:cNvSpPr/>
              <p:nvPr/>
            </p:nvSpPr>
            <p:spPr>
              <a:xfrm>
                <a:off x="869695" y="80963"/>
                <a:ext cx="278415" cy="278415"/>
              </a:xfrm>
              <a:custGeom>
                <a:avLst/>
                <a:gdLst>
                  <a:gd name="connsiteX0" fmla="*/ 278416 w 278415"/>
                  <a:gd name="connsiteY0" fmla="*/ 139160 h 278415"/>
                  <a:gd name="connsiteX1" fmla="*/ 240697 w 278415"/>
                  <a:gd name="connsiteY1" fmla="*/ 234506 h 278415"/>
                  <a:gd name="connsiteX2" fmla="*/ 139256 w 278415"/>
                  <a:gd name="connsiteY2" fmla="*/ 278416 h 278415"/>
                  <a:gd name="connsiteX3" fmla="*/ 0 w 278415"/>
                  <a:gd name="connsiteY3" fmla="*/ 139160 h 278415"/>
                  <a:gd name="connsiteX4" fmla="*/ 4667 w 278415"/>
                  <a:gd name="connsiteY4" fmla="*/ 103442 h 278415"/>
                  <a:gd name="connsiteX5" fmla="*/ 5048 w 278415"/>
                  <a:gd name="connsiteY5" fmla="*/ 102013 h 278415"/>
                  <a:gd name="connsiteX6" fmla="*/ 139160 w 278415"/>
                  <a:gd name="connsiteY6" fmla="*/ 0 h 278415"/>
                  <a:gd name="connsiteX7" fmla="*/ 278321 w 278415"/>
                  <a:gd name="connsiteY7" fmla="*/ 139160 h 27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8415" h="278415">
                    <a:moveTo>
                      <a:pt x="278416" y="139160"/>
                    </a:moveTo>
                    <a:cubicBezTo>
                      <a:pt x="278416" y="176022"/>
                      <a:pt x="264033" y="209550"/>
                      <a:pt x="240697" y="234506"/>
                    </a:cubicBezTo>
                    <a:cubicBezTo>
                      <a:pt x="215265" y="261556"/>
                      <a:pt x="179261" y="278416"/>
                      <a:pt x="139256" y="278416"/>
                    </a:cubicBezTo>
                    <a:cubicBezTo>
                      <a:pt x="62294" y="278416"/>
                      <a:pt x="0" y="216027"/>
                      <a:pt x="0" y="139160"/>
                    </a:cubicBezTo>
                    <a:cubicBezTo>
                      <a:pt x="0" y="126778"/>
                      <a:pt x="1619" y="114872"/>
                      <a:pt x="4667" y="103442"/>
                    </a:cubicBezTo>
                    <a:cubicBezTo>
                      <a:pt x="4763" y="102965"/>
                      <a:pt x="4953" y="102489"/>
                      <a:pt x="5048" y="102013"/>
                    </a:cubicBezTo>
                    <a:cubicBezTo>
                      <a:pt x="21241" y="43244"/>
                      <a:pt x="75152" y="0"/>
                      <a:pt x="139160" y="0"/>
                    </a:cubicBezTo>
                    <a:cubicBezTo>
                      <a:pt x="216027" y="0"/>
                      <a:pt x="278321" y="62294"/>
                      <a:pt x="278321" y="139160"/>
                    </a:cubicBezTo>
                    <a:close/>
                  </a:path>
                </a:pathLst>
              </a:custGeom>
              <a:noFill/>
              <a:ln w="9525" cap="rnd">
                <a:solidFill>
                  <a:srgbClr val="000000"/>
                </a:solidFill>
                <a:prstDash val="solid"/>
                <a:round/>
              </a:ln>
            </p:spPr>
            <p:txBody>
              <a:bodyPr rtlCol="0" anchor="ctr"/>
              <a:lstStyle/>
              <a:p>
                <a:endParaRPr lang="en-IN"/>
              </a:p>
            </p:txBody>
          </p:sp>
          <p:sp>
            <p:nvSpPr>
              <p:cNvPr id="31" name="Freeform: Shape 30">
                <a:extLst>
                  <a:ext uri="{FF2B5EF4-FFF2-40B4-BE49-F238E27FC236}">
                    <a16:creationId xmlns:a16="http://schemas.microsoft.com/office/drawing/2014/main" id="{2341106D-2CAC-858F-CD2E-FB2F5A1ECE3A}"/>
                  </a:ext>
                </a:extLst>
              </p:cNvPr>
              <p:cNvSpPr/>
              <p:nvPr/>
            </p:nvSpPr>
            <p:spPr>
              <a:xfrm>
                <a:off x="941323" y="153543"/>
                <a:ext cx="28003" cy="28003"/>
              </a:xfrm>
              <a:custGeom>
                <a:avLst/>
                <a:gdLst>
                  <a:gd name="connsiteX0" fmla="*/ 28003 w 28003"/>
                  <a:gd name="connsiteY0" fmla="*/ 14002 h 28003"/>
                  <a:gd name="connsiteX1" fmla="*/ 24194 w 28003"/>
                  <a:gd name="connsiteY1" fmla="*/ 23622 h 28003"/>
                  <a:gd name="connsiteX2" fmla="*/ 14002 w 28003"/>
                  <a:gd name="connsiteY2" fmla="*/ 28004 h 28003"/>
                  <a:gd name="connsiteX3" fmla="*/ 0 w 28003"/>
                  <a:gd name="connsiteY3" fmla="*/ 14002 h 28003"/>
                  <a:gd name="connsiteX4" fmla="*/ 476 w 28003"/>
                  <a:gd name="connsiteY4" fmla="*/ 10382 h 28003"/>
                  <a:gd name="connsiteX5" fmla="*/ 476 w 28003"/>
                  <a:gd name="connsiteY5" fmla="*/ 10287 h 28003"/>
                  <a:gd name="connsiteX6" fmla="*/ 14002 w 28003"/>
                  <a:gd name="connsiteY6" fmla="*/ 0 h 28003"/>
                  <a:gd name="connsiteX7" fmla="*/ 28003 w 28003"/>
                  <a:gd name="connsiteY7" fmla="*/ 14002 h 2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03" h="28003">
                    <a:moveTo>
                      <a:pt x="28003" y="14002"/>
                    </a:moveTo>
                    <a:cubicBezTo>
                      <a:pt x="28003" y="17716"/>
                      <a:pt x="26575" y="21146"/>
                      <a:pt x="24194" y="23622"/>
                    </a:cubicBezTo>
                    <a:cubicBezTo>
                      <a:pt x="21622" y="26384"/>
                      <a:pt x="18002" y="28004"/>
                      <a:pt x="14002" y="28004"/>
                    </a:cubicBezTo>
                    <a:cubicBezTo>
                      <a:pt x="6286" y="28004"/>
                      <a:pt x="0" y="21717"/>
                      <a:pt x="0" y="14002"/>
                    </a:cubicBezTo>
                    <a:cubicBezTo>
                      <a:pt x="0" y="12764"/>
                      <a:pt x="190" y="11525"/>
                      <a:pt x="476" y="10382"/>
                    </a:cubicBezTo>
                    <a:cubicBezTo>
                      <a:pt x="476" y="10382"/>
                      <a:pt x="476" y="10382"/>
                      <a:pt x="476" y="10287"/>
                    </a:cubicBezTo>
                    <a:cubicBezTo>
                      <a:pt x="2095" y="4382"/>
                      <a:pt x="7525" y="0"/>
                      <a:pt x="14002" y="0"/>
                    </a:cubicBezTo>
                    <a:cubicBezTo>
                      <a:pt x="21717" y="0"/>
                      <a:pt x="28003" y="6286"/>
                      <a:pt x="28003" y="14002"/>
                    </a:cubicBezTo>
                    <a:close/>
                  </a:path>
                </a:pathLst>
              </a:custGeom>
              <a:noFill/>
              <a:ln w="9525" cap="rnd">
                <a:solidFill>
                  <a:srgbClr val="000000"/>
                </a:solidFill>
                <a:prstDash val="solid"/>
                <a:round/>
              </a:ln>
            </p:spPr>
            <p:txBody>
              <a:bodyPr rtlCol="0" anchor="ctr"/>
              <a:lstStyle/>
              <a:p>
                <a:endParaRPr lang="en-IN"/>
              </a:p>
            </p:txBody>
          </p:sp>
          <p:sp>
            <p:nvSpPr>
              <p:cNvPr id="32" name="Freeform: Shape 31">
                <a:extLst>
                  <a:ext uri="{FF2B5EF4-FFF2-40B4-BE49-F238E27FC236}">
                    <a16:creationId xmlns:a16="http://schemas.microsoft.com/office/drawing/2014/main" id="{36FBA692-6F71-2C26-5322-73ED5542290D}"/>
                  </a:ext>
                </a:extLst>
              </p:cNvPr>
              <p:cNvSpPr/>
              <p:nvPr/>
            </p:nvSpPr>
            <p:spPr>
              <a:xfrm>
                <a:off x="1038478" y="153543"/>
                <a:ext cx="28003" cy="28003"/>
              </a:xfrm>
              <a:custGeom>
                <a:avLst/>
                <a:gdLst>
                  <a:gd name="connsiteX0" fmla="*/ 28004 w 28003"/>
                  <a:gd name="connsiteY0" fmla="*/ 14002 h 28003"/>
                  <a:gd name="connsiteX1" fmla="*/ 24194 w 28003"/>
                  <a:gd name="connsiteY1" fmla="*/ 23622 h 28003"/>
                  <a:gd name="connsiteX2" fmla="*/ 14002 w 28003"/>
                  <a:gd name="connsiteY2" fmla="*/ 28004 h 28003"/>
                  <a:gd name="connsiteX3" fmla="*/ 0 w 28003"/>
                  <a:gd name="connsiteY3" fmla="*/ 14002 h 28003"/>
                  <a:gd name="connsiteX4" fmla="*/ 476 w 28003"/>
                  <a:gd name="connsiteY4" fmla="*/ 10382 h 28003"/>
                  <a:gd name="connsiteX5" fmla="*/ 476 w 28003"/>
                  <a:gd name="connsiteY5" fmla="*/ 10287 h 28003"/>
                  <a:gd name="connsiteX6" fmla="*/ 14002 w 28003"/>
                  <a:gd name="connsiteY6" fmla="*/ 0 h 28003"/>
                  <a:gd name="connsiteX7" fmla="*/ 28004 w 28003"/>
                  <a:gd name="connsiteY7" fmla="*/ 14002 h 2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03" h="28003">
                    <a:moveTo>
                      <a:pt x="28004" y="14002"/>
                    </a:moveTo>
                    <a:cubicBezTo>
                      <a:pt x="28004" y="17716"/>
                      <a:pt x="26575" y="21146"/>
                      <a:pt x="24194" y="23622"/>
                    </a:cubicBezTo>
                    <a:cubicBezTo>
                      <a:pt x="21622" y="26384"/>
                      <a:pt x="18002" y="28004"/>
                      <a:pt x="14002" y="28004"/>
                    </a:cubicBezTo>
                    <a:cubicBezTo>
                      <a:pt x="6286" y="28004"/>
                      <a:pt x="0" y="21717"/>
                      <a:pt x="0" y="14002"/>
                    </a:cubicBezTo>
                    <a:cubicBezTo>
                      <a:pt x="0" y="12764"/>
                      <a:pt x="191" y="11525"/>
                      <a:pt x="476" y="10382"/>
                    </a:cubicBezTo>
                    <a:cubicBezTo>
                      <a:pt x="476" y="10382"/>
                      <a:pt x="476" y="10382"/>
                      <a:pt x="476" y="10287"/>
                    </a:cubicBezTo>
                    <a:cubicBezTo>
                      <a:pt x="2096" y="4382"/>
                      <a:pt x="7525" y="0"/>
                      <a:pt x="14002" y="0"/>
                    </a:cubicBezTo>
                    <a:cubicBezTo>
                      <a:pt x="21717" y="0"/>
                      <a:pt x="28004" y="6286"/>
                      <a:pt x="28004" y="14002"/>
                    </a:cubicBezTo>
                    <a:close/>
                  </a:path>
                </a:pathLst>
              </a:custGeom>
              <a:noFill/>
              <a:ln w="9525" cap="rnd">
                <a:solidFill>
                  <a:srgbClr val="000000"/>
                </a:solidFill>
                <a:prstDash val="solid"/>
                <a:round/>
              </a:ln>
            </p:spPr>
            <p:txBody>
              <a:bodyPr rtlCol="0" anchor="ctr"/>
              <a:lstStyle/>
              <a:p>
                <a:endParaRPr lang="en-IN"/>
              </a:p>
            </p:txBody>
          </p:sp>
          <p:sp>
            <p:nvSpPr>
              <p:cNvPr id="33" name="Freeform: Shape 32">
                <a:extLst>
                  <a:ext uri="{FF2B5EF4-FFF2-40B4-BE49-F238E27FC236}">
                    <a16:creationId xmlns:a16="http://schemas.microsoft.com/office/drawing/2014/main" id="{C9CF8131-7577-560C-6969-E21899B153E7}"/>
                  </a:ext>
                </a:extLst>
              </p:cNvPr>
              <p:cNvSpPr/>
              <p:nvPr/>
            </p:nvSpPr>
            <p:spPr>
              <a:xfrm>
                <a:off x="914462" y="238030"/>
                <a:ext cx="185832" cy="61793"/>
              </a:xfrm>
              <a:custGeom>
                <a:avLst/>
                <a:gdLst>
                  <a:gd name="connsiteX0" fmla="*/ 0 w 185832"/>
                  <a:gd name="connsiteY0" fmla="*/ 0 h 61793"/>
                  <a:gd name="connsiteX1" fmla="*/ 185833 w 185832"/>
                  <a:gd name="connsiteY1" fmla="*/ 0 h 61793"/>
                </a:gdLst>
                <a:ahLst/>
                <a:cxnLst>
                  <a:cxn ang="0">
                    <a:pos x="connsiteX0" y="connsiteY0"/>
                  </a:cxn>
                  <a:cxn ang="0">
                    <a:pos x="connsiteX1" y="connsiteY1"/>
                  </a:cxn>
                </a:cxnLst>
                <a:rect l="l" t="t" r="r" b="b"/>
                <a:pathLst>
                  <a:path w="185832" h="61793">
                    <a:moveTo>
                      <a:pt x="0" y="0"/>
                    </a:moveTo>
                    <a:cubicBezTo>
                      <a:pt x="64103" y="82391"/>
                      <a:pt x="126016" y="82391"/>
                      <a:pt x="185833" y="0"/>
                    </a:cubicBezTo>
                  </a:path>
                </a:pathLst>
              </a:custGeom>
              <a:noFill/>
              <a:ln w="9525" cap="rnd">
                <a:solidFill>
                  <a:srgbClr val="000000"/>
                </a:solidFill>
                <a:prstDash val="solid"/>
                <a:round/>
              </a:ln>
            </p:spPr>
            <p:txBody>
              <a:bodyPr rtlCol="0" anchor="ctr"/>
              <a:lstStyle/>
              <a:p>
                <a:endParaRPr lang="en-IN"/>
              </a:p>
            </p:txBody>
          </p:sp>
        </p:grpSp>
        <p:sp>
          <p:nvSpPr>
            <p:cNvPr id="52" name="Graphic 50">
              <a:extLst>
                <a:ext uri="{FF2B5EF4-FFF2-40B4-BE49-F238E27FC236}">
                  <a16:creationId xmlns:a16="http://schemas.microsoft.com/office/drawing/2014/main" id="{967B6D81-0F01-AFFA-6052-626623A2D00C}"/>
                </a:ext>
              </a:extLst>
            </p:cNvPr>
            <p:cNvSpPr/>
            <p:nvPr/>
          </p:nvSpPr>
          <p:spPr>
            <a:xfrm>
              <a:off x="102806" y="119063"/>
              <a:ext cx="262762" cy="262762"/>
            </a:xfrm>
            <a:custGeom>
              <a:avLst/>
              <a:gdLst>
                <a:gd name="connsiteX0" fmla="*/ 192070 w 192069"/>
                <a:gd name="connsiteY0" fmla="*/ 192070 h 192069"/>
                <a:gd name="connsiteX1" fmla="*/ 0 w 192069"/>
                <a:gd name="connsiteY1" fmla="*/ 0 h 192069"/>
                <a:gd name="connsiteX2" fmla="*/ 189045 w 192069"/>
                <a:gd name="connsiteY2" fmla="*/ 0 h 192069"/>
                <a:gd name="connsiteX3" fmla="*/ 0 w 192069"/>
                <a:gd name="connsiteY3" fmla="*/ 0 h 192069"/>
                <a:gd name="connsiteX4" fmla="*/ 3529 w 192069"/>
                <a:gd name="connsiteY4" fmla="*/ 183500 h 19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069" h="192069">
                  <a:moveTo>
                    <a:pt x="192070" y="192070"/>
                  </a:moveTo>
                  <a:lnTo>
                    <a:pt x="0" y="0"/>
                  </a:lnTo>
                  <a:lnTo>
                    <a:pt x="189045" y="0"/>
                  </a:lnTo>
                  <a:lnTo>
                    <a:pt x="0" y="0"/>
                  </a:lnTo>
                  <a:lnTo>
                    <a:pt x="3529" y="183500"/>
                  </a:lnTo>
                </a:path>
              </a:pathLst>
            </a:custGeom>
            <a:noFill/>
            <a:ln w="13034" cap="rnd">
              <a:solidFill>
                <a:srgbClr val="231F20"/>
              </a:solidFill>
              <a:prstDash val="solid"/>
              <a:round/>
            </a:ln>
          </p:spPr>
          <p:txBody>
            <a:bodyPr rtlCol="0" anchor="ctr"/>
            <a:lstStyle/>
            <a:p>
              <a:endParaRPr lang="en-IN"/>
            </a:p>
          </p:txBody>
        </p:sp>
      </p:grpSp>
    </p:spTree>
    <p:extLst>
      <p:ext uri="{BB962C8B-B14F-4D97-AF65-F5344CB8AC3E}">
        <p14:creationId xmlns:p14="http://schemas.microsoft.com/office/powerpoint/2010/main" val="343931833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29511D-C357-E87C-C3C9-D96A26DAE8A0}"/>
            </a:ext>
          </a:extLst>
        </p:cNvPr>
        <p:cNvGrpSpPr/>
        <p:nvPr/>
      </p:nvGrpSpPr>
      <p:grpSpPr>
        <a:xfrm>
          <a:off x="0" y="0"/>
          <a:ext cx="0" cy="0"/>
          <a:chOff x="0" y="0"/>
          <a:chExt cx="0" cy="0"/>
        </a:xfrm>
      </p:grpSpPr>
      <p:pic>
        <p:nvPicPr>
          <p:cNvPr id="2" name="Picture 1" descr="A purple and purple can with a cartoon character on it&#10;&#10;AI-generated content may be incorrect.">
            <a:extLst>
              <a:ext uri="{FF2B5EF4-FFF2-40B4-BE49-F238E27FC236}">
                <a16:creationId xmlns:a16="http://schemas.microsoft.com/office/drawing/2014/main" id="{216BD15F-88A3-2C7B-A1D2-3184D5AD49AC}"/>
              </a:ext>
            </a:extLst>
          </p:cNvPr>
          <p:cNvPicPr>
            <a:picLocks noChangeAspect="1"/>
          </p:cNvPicPr>
          <p:nvPr/>
        </p:nvPicPr>
        <p:blipFill rotWithShape="1">
          <a:blip r:embed="rId2">
            <a:extLst>
              <a:ext uri="{28A0092B-C50C-407E-A947-70E740481C1C}">
                <a14:useLocalDpi xmlns:a14="http://schemas.microsoft.com/office/drawing/2010/main" val="0"/>
              </a:ext>
            </a:extLst>
          </a:blip>
          <a:srcRect l="62" r="62"/>
          <a:stretch>
            <a:fillRect/>
          </a:stretch>
        </p:blipFill>
        <p:spPr>
          <a:xfrm>
            <a:off x="0" y="0"/>
            <a:ext cx="12192000" cy="6857999"/>
          </a:xfrm>
          <a:prstGeom prst="rect">
            <a:avLst/>
          </a:prstGeom>
        </p:spPr>
      </p:pic>
      <p:sp>
        <p:nvSpPr>
          <p:cNvPr id="4" name="Title 1">
            <a:extLst>
              <a:ext uri="{FF2B5EF4-FFF2-40B4-BE49-F238E27FC236}">
                <a16:creationId xmlns:a16="http://schemas.microsoft.com/office/drawing/2014/main" id="{38FE5138-A8E1-C8F1-BDB3-23565CB26902}"/>
              </a:ext>
            </a:extLst>
          </p:cNvPr>
          <p:cNvSpPr txBox="1">
            <a:spLocks/>
          </p:cNvSpPr>
          <p:nvPr/>
        </p:nvSpPr>
        <p:spPr>
          <a:xfrm>
            <a:off x="368299" y="2906895"/>
            <a:ext cx="5051425" cy="389361"/>
          </a:xfrm>
          <a:prstGeom prst="rect">
            <a:avLst/>
          </a:prstGeom>
        </p:spPr>
        <p:txBody>
          <a:bodyPr lIns="0" tIns="0" rIns="0" bIns="0" anchor="b">
            <a:noAutofit/>
          </a:bodyPr>
          <a:lstStyle>
            <a:lvl1pPr algn="l" defTabSz="914400" rtl="0" eaLnBrk="1" latinLnBrk="0" hangingPunct="1">
              <a:lnSpc>
                <a:spcPct val="100000"/>
              </a:lnSpc>
              <a:spcBef>
                <a:spcPct val="0"/>
              </a:spcBef>
              <a:buNone/>
              <a:defRPr sz="2800" b="1" kern="1200">
                <a:solidFill>
                  <a:schemeClr val="accent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400" dirty="0">
                <a:solidFill>
                  <a:schemeClr val="bg1"/>
                </a:solidFill>
                <a:latin typeface="Century Gothic"/>
                <a:ea typeface="+mj-lt"/>
                <a:cs typeface="+mj-lt"/>
              </a:rPr>
              <a:t>LOREM</a:t>
            </a:r>
            <a:endParaRPr kumimoji="0" lang="en-US" sz="2400" i="0" u="none" strike="noStrike" kern="1200" cap="none" spc="0" normalizeH="0" baseline="0" noProof="0" dirty="0">
              <a:ln>
                <a:noFill/>
              </a:ln>
              <a:solidFill>
                <a:schemeClr val="bg1"/>
              </a:solidFill>
              <a:effectLst/>
              <a:uLnTx/>
              <a:uFillTx/>
              <a:latin typeface="Century Gothic"/>
              <a:ea typeface="+mj-lt"/>
              <a:cs typeface="+mj-lt"/>
            </a:endParaRPr>
          </a:p>
        </p:txBody>
      </p:sp>
      <p:sp>
        <p:nvSpPr>
          <p:cNvPr id="5" name="Subtitle 2">
            <a:extLst>
              <a:ext uri="{FF2B5EF4-FFF2-40B4-BE49-F238E27FC236}">
                <a16:creationId xmlns:a16="http://schemas.microsoft.com/office/drawing/2014/main" id="{6711FDDF-B4C6-B545-0CFD-D4AABBA8B5DB}"/>
              </a:ext>
            </a:extLst>
          </p:cNvPr>
          <p:cNvSpPr txBox="1">
            <a:spLocks/>
          </p:cNvSpPr>
          <p:nvPr/>
        </p:nvSpPr>
        <p:spPr>
          <a:xfrm>
            <a:off x="368300" y="3457964"/>
            <a:ext cx="5051425" cy="531230"/>
          </a:xfrm>
          <a:prstGeom prst="rect">
            <a:avLst/>
          </a:prstGeom>
        </p:spPr>
        <p:txBody>
          <a:bodyPr lIns="0" tIns="0" rIns="0" bIns="0" anchor="t">
            <a:noAutofit/>
          </a:bodyPr>
          <a:lstStyle>
            <a:lvl1pPr marL="228600" indent="-228600" algn="l" defTabSz="9144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1pPr>
            <a:lvl2pPr marL="457200" indent="-228600" algn="l" defTabSz="9144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2pPr>
            <a:lvl3pPr marL="685800" indent="-228600" algn="l" defTabSz="9144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3pPr>
            <a:lvl4pPr marL="914400" indent="-228600" algn="l" defTabSz="914400" rtl="0" eaLnBrk="1" latinLnBrk="0" hangingPunct="1">
              <a:lnSpc>
                <a:spcPct val="100000"/>
              </a:lnSpc>
              <a:spcBef>
                <a:spcPts val="0"/>
              </a:spcBef>
              <a:spcAft>
                <a:spcPts val="600"/>
              </a:spcAft>
              <a:buFont typeface="Wingdings" panose="05000000000000000000" pitchFamily="2" charset="2"/>
              <a:buChar char="§"/>
              <a:defRPr sz="1800" kern="1200">
                <a:solidFill>
                  <a:schemeClr val="tx1"/>
                </a:solidFill>
                <a:latin typeface="+mn-lt"/>
                <a:ea typeface="+mn-ea"/>
                <a:cs typeface="+mn-cs"/>
              </a:defRPr>
            </a:lvl4pPr>
            <a:lvl5pPr marL="1143000" indent="-228600" algn="l" defTabSz="9144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IN" sz="4400" b="1" i="0" u="none" strike="noStrike" kern="1200" cap="none" spc="0" normalizeH="0" baseline="0" noProof="0" dirty="0">
                <a:ln w="12700">
                  <a:noFill/>
                </a:ln>
                <a:solidFill>
                  <a:schemeClr val="accent2"/>
                </a:solidFill>
                <a:effectLst/>
                <a:uLnTx/>
                <a:uFillTx/>
                <a:latin typeface="Century Gothic"/>
                <a:ea typeface="Tahoma" panose="020B0604030504040204" pitchFamily="34" charset="0"/>
                <a:cs typeface="Tahoma" panose="020B0604030504040204" pitchFamily="34" charset="0"/>
              </a:rPr>
              <a:t>LOREM IPSUM</a:t>
            </a:r>
          </a:p>
        </p:txBody>
      </p:sp>
      <p:sp>
        <p:nvSpPr>
          <p:cNvPr id="6" name="Graphic 11">
            <a:extLst>
              <a:ext uri="{FF2B5EF4-FFF2-40B4-BE49-F238E27FC236}">
                <a16:creationId xmlns:a16="http://schemas.microsoft.com/office/drawing/2014/main" id="{17A1EED3-64D7-C84E-8573-DF75B7EAC1AB}"/>
              </a:ext>
            </a:extLst>
          </p:cNvPr>
          <p:cNvSpPr/>
          <p:nvPr/>
        </p:nvSpPr>
        <p:spPr>
          <a:xfrm>
            <a:off x="368300" y="527732"/>
            <a:ext cx="2716178" cy="573483"/>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endParaRPr lang="en-IN"/>
          </a:p>
        </p:txBody>
      </p:sp>
    </p:spTree>
    <p:extLst>
      <p:ext uri="{BB962C8B-B14F-4D97-AF65-F5344CB8AC3E}">
        <p14:creationId xmlns:p14="http://schemas.microsoft.com/office/powerpoint/2010/main" val="49788379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2671CDD-560C-7B18-0444-588E7886F4B9}"/>
            </a:ext>
          </a:extLst>
        </p:cNvPr>
        <p:cNvGrpSpPr/>
        <p:nvPr/>
      </p:nvGrpSpPr>
      <p:grpSpPr>
        <a:xfrm>
          <a:off x="0" y="0"/>
          <a:ext cx="0" cy="0"/>
          <a:chOff x="0" y="0"/>
          <a:chExt cx="0" cy="0"/>
        </a:xfrm>
      </p:grpSpPr>
      <p:sp>
        <p:nvSpPr>
          <p:cNvPr id="2" name="Freeform: Shape 143">
            <a:extLst>
              <a:ext uri="{FF2B5EF4-FFF2-40B4-BE49-F238E27FC236}">
                <a16:creationId xmlns:a16="http://schemas.microsoft.com/office/drawing/2014/main" id="{AA12158B-5BA2-1BF0-5F7E-0D6F0117C07D}"/>
              </a:ext>
            </a:extLst>
          </p:cNvPr>
          <p:cNvSpPr/>
          <p:nvPr/>
        </p:nvSpPr>
        <p:spPr>
          <a:xfrm>
            <a:off x="0" y="5020917"/>
            <a:ext cx="12207120" cy="1837083"/>
          </a:xfrm>
          <a:custGeom>
            <a:avLst/>
            <a:gdLst>
              <a:gd name="connsiteX0" fmla="*/ 7085000 w 12207120"/>
              <a:gd name="connsiteY0" fmla="*/ 0 h 1837083"/>
              <a:gd name="connsiteX1" fmla="*/ 12207120 w 12207120"/>
              <a:gd name="connsiteY1" fmla="*/ 0 h 1837083"/>
              <a:gd name="connsiteX2" fmla="*/ 12207120 w 12207120"/>
              <a:gd name="connsiteY2" fmla="*/ 1837083 h 1837083"/>
              <a:gd name="connsiteX3" fmla="*/ 0 w 12207120"/>
              <a:gd name="connsiteY3" fmla="*/ 1837083 h 1837083"/>
              <a:gd name="connsiteX4" fmla="*/ 0 w 12207120"/>
              <a:gd name="connsiteY4" fmla="*/ 314325 h 1837083"/>
              <a:gd name="connsiteX5" fmla="*/ 6466 w 12207120"/>
              <a:gd name="connsiteY5" fmla="*/ 315564 h 1837083"/>
              <a:gd name="connsiteX6" fmla="*/ 2848078 w 12207120"/>
              <a:gd name="connsiteY6" fmla="*/ 566291 h 1837083"/>
              <a:gd name="connsiteX7" fmla="*/ 6859924 w 12207120"/>
              <a:gd name="connsiteY7" fmla="*/ 60907 h 1837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7120" h="1837083">
                <a:moveTo>
                  <a:pt x="7085000" y="0"/>
                </a:moveTo>
                <a:lnTo>
                  <a:pt x="12207120" y="0"/>
                </a:lnTo>
                <a:lnTo>
                  <a:pt x="12207120" y="1837083"/>
                </a:lnTo>
                <a:lnTo>
                  <a:pt x="0" y="1837083"/>
                </a:lnTo>
                <a:lnTo>
                  <a:pt x="0" y="314325"/>
                </a:lnTo>
                <a:lnTo>
                  <a:pt x="6466" y="315564"/>
                </a:lnTo>
                <a:cubicBezTo>
                  <a:pt x="928784" y="480313"/>
                  <a:pt x="1878390" y="566291"/>
                  <a:pt x="2848078" y="566291"/>
                </a:cubicBezTo>
                <a:cubicBezTo>
                  <a:pt x="4233346" y="566291"/>
                  <a:pt x="5577632" y="390825"/>
                  <a:pt x="6859924" y="60907"/>
                </a:cubicBez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IN"/>
          </a:p>
        </p:txBody>
      </p:sp>
      <p:sp>
        <p:nvSpPr>
          <p:cNvPr id="140" name="Freeform: Shape 139">
            <a:extLst>
              <a:ext uri="{FF2B5EF4-FFF2-40B4-BE49-F238E27FC236}">
                <a16:creationId xmlns:a16="http://schemas.microsoft.com/office/drawing/2014/main" id="{7466AE31-3142-927F-CB30-4E0D7ABFADEA}"/>
              </a:ext>
            </a:extLst>
          </p:cNvPr>
          <p:cNvSpPr/>
          <p:nvPr/>
        </p:nvSpPr>
        <p:spPr>
          <a:xfrm flipH="1">
            <a:off x="5560764" y="0"/>
            <a:ext cx="6646356" cy="6858000"/>
          </a:xfrm>
          <a:custGeom>
            <a:avLst/>
            <a:gdLst>
              <a:gd name="connsiteX0" fmla="*/ 5311862 w 6646356"/>
              <a:gd name="connsiteY0" fmla="*/ 0 h 6845197"/>
              <a:gd name="connsiteX1" fmla="*/ 0 w 6646356"/>
              <a:gd name="connsiteY1" fmla="*/ 0 h 6845197"/>
              <a:gd name="connsiteX2" fmla="*/ 0 w 6646356"/>
              <a:gd name="connsiteY2" fmla="*/ 6845197 h 6845197"/>
              <a:gd name="connsiteX3" fmla="*/ 3522187 w 6646356"/>
              <a:gd name="connsiteY3" fmla="*/ 6845197 h 6845197"/>
              <a:gd name="connsiteX4" fmla="*/ 5961675 w 6646356"/>
              <a:gd name="connsiteY4" fmla="*/ 2174404 h 6845197"/>
              <a:gd name="connsiteX5" fmla="*/ 5532220 w 6646356"/>
              <a:gd name="connsiteY5" fmla="*/ 1240905 h 6845197"/>
              <a:gd name="connsiteX6" fmla="*/ 5311862 w 6646356"/>
              <a:gd name="connsiteY6" fmla="*/ 0 h 6845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46356" h="6845197">
                <a:moveTo>
                  <a:pt x="5311862" y="0"/>
                </a:moveTo>
                <a:lnTo>
                  <a:pt x="0" y="0"/>
                </a:lnTo>
                <a:lnTo>
                  <a:pt x="0" y="6845197"/>
                </a:lnTo>
                <a:lnTo>
                  <a:pt x="3522187" y="6845197"/>
                </a:lnTo>
                <a:cubicBezTo>
                  <a:pt x="7961715" y="5643716"/>
                  <a:pt x="6545838" y="3007252"/>
                  <a:pt x="5961675" y="2174404"/>
                </a:cubicBezTo>
                <a:cubicBezTo>
                  <a:pt x="5763329" y="1891718"/>
                  <a:pt x="5617225" y="1575692"/>
                  <a:pt x="5532220" y="1240905"/>
                </a:cubicBezTo>
                <a:cubicBezTo>
                  <a:pt x="5379158" y="637883"/>
                  <a:pt x="5311862" y="0"/>
                  <a:pt x="5311862" y="0"/>
                </a:cubicBezTo>
                <a:close/>
              </a:path>
            </a:pathLst>
          </a:custGeom>
          <a:gradFill flip="none" rotWithShape="1">
            <a:gsLst>
              <a:gs pos="11000">
                <a:schemeClr val="accent5"/>
              </a:gs>
              <a:gs pos="100000">
                <a:schemeClr val="accent3"/>
              </a:gs>
            </a:gsLst>
            <a:lin ang="5400000" scaled="1"/>
            <a:tileRect/>
          </a:gradFill>
          <a:ln w="7468" cap="flat">
            <a:noFill/>
            <a:prstDash val="solid"/>
            <a:miter/>
          </a:ln>
        </p:spPr>
        <p:txBody>
          <a:bodyPr rtlCol="0" anchor="ctr"/>
          <a:lstStyle/>
          <a:p>
            <a:endParaRPr lang="en-IN"/>
          </a:p>
        </p:txBody>
      </p:sp>
      <p:sp>
        <p:nvSpPr>
          <p:cNvPr id="12" name="Graphic 10">
            <a:extLst>
              <a:ext uri="{FF2B5EF4-FFF2-40B4-BE49-F238E27FC236}">
                <a16:creationId xmlns:a16="http://schemas.microsoft.com/office/drawing/2014/main" id="{7B47A310-F463-17D1-D770-094289FD832A}"/>
              </a:ext>
            </a:extLst>
          </p:cNvPr>
          <p:cNvSpPr/>
          <p:nvPr/>
        </p:nvSpPr>
        <p:spPr>
          <a:xfrm flipH="1">
            <a:off x="7914365" y="0"/>
            <a:ext cx="4886327" cy="7040927"/>
          </a:xfrm>
          <a:custGeom>
            <a:avLst/>
            <a:gdLst>
              <a:gd name="connsiteX0" fmla="*/ 3180112 w 3716941"/>
              <a:gd name="connsiteY0" fmla="*/ 1701356 h 5355907"/>
              <a:gd name="connsiteX1" fmla="*/ 2843403 w 3716941"/>
              <a:gd name="connsiteY1" fmla="*/ 970979 h 5355907"/>
              <a:gd name="connsiteX2" fmla="*/ 2670620 w 3716941"/>
              <a:gd name="connsiteY2" fmla="*/ 0 h 5355907"/>
              <a:gd name="connsiteX3" fmla="*/ 1432084 w 3716941"/>
              <a:gd name="connsiteY3" fmla="*/ 0 h 5355907"/>
              <a:gd name="connsiteX4" fmla="*/ 1590008 w 3716941"/>
              <a:gd name="connsiteY4" fmla="*/ 848297 h 5355907"/>
              <a:gd name="connsiteX5" fmla="*/ 1926717 w 3716941"/>
              <a:gd name="connsiteY5" fmla="*/ 1578674 h 5355907"/>
              <a:gd name="connsiteX6" fmla="*/ 14002 w 3716941"/>
              <a:gd name="connsiteY6" fmla="*/ 5233226 h 5355907"/>
              <a:gd name="connsiteX7" fmla="*/ 0 w 3716941"/>
              <a:gd name="connsiteY7" fmla="*/ 5233226 h 5355907"/>
              <a:gd name="connsiteX8" fmla="*/ 0 w 3716941"/>
              <a:gd name="connsiteY8" fmla="*/ 5355908 h 5355907"/>
              <a:gd name="connsiteX9" fmla="*/ 1267397 w 3716941"/>
              <a:gd name="connsiteY9" fmla="*/ 5355908 h 5355907"/>
              <a:gd name="connsiteX10" fmla="*/ 3180112 w 3716941"/>
              <a:gd name="connsiteY10" fmla="*/ 1701356 h 535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16941" h="5355907">
                <a:moveTo>
                  <a:pt x="3180112" y="1701356"/>
                </a:moveTo>
                <a:cubicBezTo>
                  <a:pt x="3024664" y="1480185"/>
                  <a:pt x="2910078" y="1232916"/>
                  <a:pt x="2843403" y="970979"/>
                </a:cubicBezTo>
                <a:cubicBezTo>
                  <a:pt x="2723293" y="499110"/>
                  <a:pt x="2670620" y="0"/>
                  <a:pt x="2670620" y="0"/>
                </a:cubicBezTo>
                <a:lnTo>
                  <a:pt x="1432084" y="0"/>
                </a:lnTo>
                <a:cubicBezTo>
                  <a:pt x="1455230" y="177070"/>
                  <a:pt x="1506284" y="519303"/>
                  <a:pt x="1590008" y="848297"/>
                </a:cubicBezTo>
                <a:cubicBezTo>
                  <a:pt x="1656683" y="1110234"/>
                  <a:pt x="1771269" y="1357503"/>
                  <a:pt x="1926717" y="1578674"/>
                </a:cubicBezTo>
                <a:cubicBezTo>
                  <a:pt x="2384774" y="2230374"/>
                  <a:pt x="3494818" y="4293108"/>
                  <a:pt x="14002" y="5233226"/>
                </a:cubicBezTo>
                <a:lnTo>
                  <a:pt x="0" y="5233226"/>
                </a:lnTo>
                <a:lnTo>
                  <a:pt x="0" y="5355908"/>
                </a:lnTo>
                <a:lnTo>
                  <a:pt x="1267397" y="5355908"/>
                </a:lnTo>
                <a:cubicBezTo>
                  <a:pt x="4748213" y="4415790"/>
                  <a:pt x="3638169" y="2353056"/>
                  <a:pt x="3180112" y="1701356"/>
                </a:cubicBezTo>
                <a:close/>
              </a:path>
            </a:pathLst>
          </a:custGeom>
          <a:solidFill>
            <a:schemeClr val="bg1">
              <a:alpha val="10000"/>
            </a:schemeClr>
          </a:solidFill>
          <a:ln w="9525" cap="flat">
            <a:noFill/>
            <a:prstDash val="solid"/>
            <a:miter/>
          </a:ln>
        </p:spPr>
        <p:txBody>
          <a:bodyPr rtlCol="0" anchor="ctr"/>
          <a:lstStyle/>
          <a:p>
            <a:endParaRPr lang="en-IN"/>
          </a:p>
        </p:txBody>
      </p:sp>
      <p:pic>
        <p:nvPicPr>
          <p:cNvPr id="109" name="Graphic 108">
            <a:extLst>
              <a:ext uri="{FF2B5EF4-FFF2-40B4-BE49-F238E27FC236}">
                <a16:creationId xmlns:a16="http://schemas.microsoft.com/office/drawing/2014/main" id="{FA6B26F1-28AE-3486-081D-DE6FE1A4C55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rot="21312549">
            <a:off x="5726597" y="1894719"/>
            <a:ext cx="738806" cy="1277258"/>
          </a:xfrm>
          <a:prstGeom prst="rect">
            <a:avLst/>
          </a:prstGeom>
        </p:spPr>
      </p:pic>
      <p:sp>
        <p:nvSpPr>
          <p:cNvPr id="112" name="Graphic 11">
            <a:extLst>
              <a:ext uri="{FF2B5EF4-FFF2-40B4-BE49-F238E27FC236}">
                <a16:creationId xmlns:a16="http://schemas.microsoft.com/office/drawing/2014/main" id="{FF4D5926-5E1E-57BD-BBD7-F309B54334EE}"/>
              </a:ext>
            </a:extLst>
          </p:cNvPr>
          <p:cNvSpPr/>
          <p:nvPr/>
        </p:nvSpPr>
        <p:spPr>
          <a:xfrm>
            <a:off x="368300" y="351886"/>
            <a:ext cx="2716178" cy="573483"/>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tx2"/>
          </a:solidFill>
          <a:ln w="9525" cap="flat">
            <a:noFill/>
            <a:prstDash val="solid"/>
            <a:miter/>
          </a:ln>
        </p:spPr>
        <p:txBody>
          <a:bodyPr rtlCol="0" anchor="ctr"/>
          <a:lstStyle/>
          <a:p>
            <a:endParaRPr lang="en-IN"/>
          </a:p>
        </p:txBody>
      </p:sp>
      <p:sp>
        <p:nvSpPr>
          <p:cNvPr id="130" name="Title 1">
            <a:extLst>
              <a:ext uri="{FF2B5EF4-FFF2-40B4-BE49-F238E27FC236}">
                <a16:creationId xmlns:a16="http://schemas.microsoft.com/office/drawing/2014/main" id="{E812F259-5027-6133-E988-5311FC9012D0}"/>
              </a:ext>
            </a:extLst>
          </p:cNvPr>
          <p:cNvSpPr txBox="1">
            <a:spLocks/>
          </p:cNvSpPr>
          <p:nvPr/>
        </p:nvSpPr>
        <p:spPr>
          <a:xfrm>
            <a:off x="368299" y="2906895"/>
            <a:ext cx="5051425" cy="389361"/>
          </a:xfrm>
          <a:prstGeom prst="rect">
            <a:avLst/>
          </a:prstGeom>
        </p:spPr>
        <p:txBody>
          <a:bodyPr lIns="0" tIns="0" rIns="0" bIns="0" anchor="b">
            <a:noAutofit/>
          </a:bodyPr>
          <a:lstStyle>
            <a:lvl1pPr algn="l" defTabSz="914400" rtl="0" eaLnBrk="1" latinLnBrk="0" hangingPunct="1">
              <a:lnSpc>
                <a:spcPct val="100000"/>
              </a:lnSpc>
              <a:spcBef>
                <a:spcPct val="0"/>
              </a:spcBef>
              <a:buNone/>
              <a:defRPr sz="2800" b="1" kern="1200">
                <a:solidFill>
                  <a:schemeClr val="accent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400" i="0" u="none" strike="noStrike" kern="1200" cap="none" spc="0" normalizeH="0" baseline="0" noProof="0" dirty="0">
                <a:ln>
                  <a:noFill/>
                </a:ln>
                <a:solidFill>
                  <a:schemeClr val="tx2"/>
                </a:solidFill>
                <a:effectLst/>
                <a:uLnTx/>
                <a:uFillTx/>
                <a:latin typeface="Century Gothic"/>
                <a:ea typeface="+mj-lt"/>
                <a:cs typeface="+mj-lt"/>
              </a:rPr>
              <a:t>LOREM</a:t>
            </a:r>
          </a:p>
        </p:txBody>
      </p:sp>
      <p:sp>
        <p:nvSpPr>
          <p:cNvPr id="131" name="Subtitle 2">
            <a:extLst>
              <a:ext uri="{FF2B5EF4-FFF2-40B4-BE49-F238E27FC236}">
                <a16:creationId xmlns:a16="http://schemas.microsoft.com/office/drawing/2014/main" id="{21DA6B2E-DC85-2FCA-1BFF-34DEBA9FB925}"/>
              </a:ext>
            </a:extLst>
          </p:cNvPr>
          <p:cNvSpPr txBox="1">
            <a:spLocks/>
          </p:cNvSpPr>
          <p:nvPr/>
        </p:nvSpPr>
        <p:spPr>
          <a:xfrm>
            <a:off x="368300" y="3457964"/>
            <a:ext cx="5051425" cy="531230"/>
          </a:xfrm>
          <a:prstGeom prst="rect">
            <a:avLst/>
          </a:prstGeom>
        </p:spPr>
        <p:txBody>
          <a:bodyPr lIns="0" tIns="0" rIns="0" bIns="0" anchor="t">
            <a:noAutofit/>
          </a:bodyPr>
          <a:lstStyle>
            <a:lvl1pPr marL="228600" indent="-228600" algn="l" defTabSz="9144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1pPr>
            <a:lvl2pPr marL="457200" indent="-228600" algn="l" defTabSz="9144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2pPr>
            <a:lvl3pPr marL="685800" indent="-228600" algn="l" defTabSz="9144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3pPr>
            <a:lvl4pPr marL="914400" indent="-228600" algn="l" defTabSz="914400" rtl="0" eaLnBrk="1" latinLnBrk="0" hangingPunct="1">
              <a:lnSpc>
                <a:spcPct val="100000"/>
              </a:lnSpc>
              <a:spcBef>
                <a:spcPts val="0"/>
              </a:spcBef>
              <a:spcAft>
                <a:spcPts val="600"/>
              </a:spcAft>
              <a:buFont typeface="Wingdings" panose="05000000000000000000" pitchFamily="2" charset="2"/>
              <a:buChar char="§"/>
              <a:defRPr sz="1800" kern="1200">
                <a:solidFill>
                  <a:schemeClr val="tx1"/>
                </a:solidFill>
                <a:latin typeface="+mn-lt"/>
                <a:ea typeface="+mn-ea"/>
                <a:cs typeface="+mn-cs"/>
              </a:defRPr>
            </a:lvl4pPr>
            <a:lvl5pPr marL="1143000" indent="-228600" algn="l" defTabSz="9144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IN" sz="4400" b="1" i="0" u="none" strike="noStrike" kern="1200" cap="none" spc="0" normalizeH="0" baseline="0" noProof="0" dirty="0">
                <a:ln w="12700">
                  <a:solidFill>
                    <a:schemeClr val="accent3"/>
                  </a:solidFill>
                </a:ln>
                <a:noFill/>
                <a:effectLst/>
                <a:uLnTx/>
                <a:uFillTx/>
                <a:latin typeface="Century Gothic"/>
                <a:ea typeface="Tahoma" panose="020B0604030504040204" pitchFamily="34" charset="0"/>
                <a:cs typeface="Tahoma" panose="020B0604030504040204" pitchFamily="34" charset="0"/>
              </a:rPr>
              <a:t>LOREM IPSUM</a:t>
            </a:r>
          </a:p>
        </p:txBody>
      </p:sp>
      <p:pic>
        <p:nvPicPr>
          <p:cNvPr id="137" name="Graphic 136">
            <a:extLst>
              <a:ext uri="{FF2B5EF4-FFF2-40B4-BE49-F238E27FC236}">
                <a16:creationId xmlns:a16="http://schemas.microsoft.com/office/drawing/2014/main" id="{05C4756D-547A-317E-A9CF-FD672280755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257634" y="5476853"/>
            <a:ext cx="1352134" cy="1352133"/>
          </a:xfrm>
          <a:prstGeom prst="rect">
            <a:avLst/>
          </a:prstGeom>
        </p:spPr>
      </p:pic>
      <p:sp>
        <p:nvSpPr>
          <p:cNvPr id="145" name="Circle: Hollow 144">
            <a:extLst>
              <a:ext uri="{FF2B5EF4-FFF2-40B4-BE49-F238E27FC236}">
                <a16:creationId xmlns:a16="http://schemas.microsoft.com/office/drawing/2014/main" id="{F6FF9BA0-851D-7E37-8DB4-711F6E86775A}"/>
              </a:ext>
            </a:extLst>
          </p:cNvPr>
          <p:cNvSpPr/>
          <p:nvPr/>
        </p:nvSpPr>
        <p:spPr>
          <a:xfrm>
            <a:off x="11379200" y="-616853"/>
            <a:ext cx="1613220" cy="1613220"/>
          </a:xfrm>
          <a:prstGeom prst="donut">
            <a:avLst>
              <a:gd name="adj" fmla="val 861"/>
            </a:avLst>
          </a:prstGeom>
          <a:solidFill>
            <a:schemeClr val="accent3"/>
          </a:solidFill>
          <a:ln>
            <a:noFill/>
          </a:ln>
          <a:effectLst>
            <a:glow rad="101600">
              <a:schemeClr val="accent3">
                <a:satMod val="175000"/>
                <a:alpha val="40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solidFill>
                <a:schemeClr val="tx1"/>
              </a:solidFill>
            </a:endParaRPr>
          </a:p>
        </p:txBody>
      </p:sp>
      <p:grpSp>
        <p:nvGrpSpPr>
          <p:cNvPr id="3" name="Group 2">
            <a:extLst>
              <a:ext uri="{FF2B5EF4-FFF2-40B4-BE49-F238E27FC236}">
                <a16:creationId xmlns:a16="http://schemas.microsoft.com/office/drawing/2014/main" id="{F8E8910C-D211-A243-1017-87F0D1AF011D}"/>
              </a:ext>
            </a:extLst>
          </p:cNvPr>
          <p:cNvGrpSpPr/>
          <p:nvPr/>
        </p:nvGrpSpPr>
        <p:grpSpPr>
          <a:xfrm>
            <a:off x="7200364" y="1292123"/>
            <a:ext cx="4680000" cy="4680000"/>
            <a:chOff x="7150099" y="1006450"/>
            <a:chExt cx="4680000" cy="4680000"/>
          </a:xfrm>
        </p:grpSpPr>
        <p:cxnSp>
          <p:nvCxnSpPr>
            <p:cNvPr id="5" name="Straight Connector 4">
              <a:extLst>
                <a:ext uri="{FF2B5EF4-FFF2-40B4-BE49-F238E27FC236}">
                  <a16:creationId xmlns:a16="http://schemas.microsoft.com/office/drawing/2014/main" id="{66326CFB-07C7-462A-A8AB-7B33137181C8}"/>
                </a:ext>
              </a:extLst>
            </p:cNvPr>
            <p:cNvCxnSpPr/>
            <p:nvPr/>
          </p:nvCxnSpPr>
          <p:spPr>
            <a:xfrm>
              <a:off x="7150099" y="138430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440416E7-702C-0CB6-0F72-4DDE452B4B18}"/>
                </a:ext>
              </a:extLst>
            </p:cNvPr>
            <p:cNvCxnSpPr/>
            <p:nvPr/>
          </p:nvCxnSpPr>
          <p:spPr>
            <a:xfrm>
              <a:off x="7150099" y="177673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DB3CA2D-555F-8281-C2BA-D82A939070EA}"/>
                </a:ext>
              </a:extLst>
            </p:cNvPr>
            <p:cNvCxnSpPr/>
            <p:nvPr/>
          </p:nvCxnSpPr>
          <p:spPr>
            <a:xfrm>
              <a:off x="7150099" y="216916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12CC8AA-3A6D-FDF7-3CD1-7C5F129BBFC0}"/>
                </a:ext>
              </a:extLst>
            </p:cNvPr>
            <p:cNvCxnSpPr/>
            <p:nvPr/>
          </p:nvCxnSpPr>
          <p:spPr>
            <a:xfrm>
              <a:off x="7150099" y="256159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F6E8C24-0F40-416C-F347-3A4117E029F2}"/>
                </a:ext>
              </a:extLst>
            </p:cNvPr>
            <p:cNvCxnSpPr/>
            <p:nvPr/>
          </p:nvCxnSpPr>
          <p:spPr>
            <a:xfrm>
              <a:off x="7150099" y="295402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1813AB9-AC35-F69E-2CC0-3DC5BB2F10A6}"/>
                </a:ext>
              </a:extLst>
            </p:cNvPr>
            <p:cNvCxnSpPr/>
            <p:nvPr/>
          </p:nvCxnSpPr>
          <p:spPr>
            <a:xfrm>
              <a:off x="7150099" y="334645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5F46187-BEB1-D36D-5471-BBC6D6EA7C9C}"/>
                </a:ext>
              </a:extLst>
            </p:cNvPr>
            <p:cNvCxnSpPr/>
            <p:nvPr/>
          </p:nvCxnSpPr>
          <p:spPr>
            <a:xfrm>
              <a:off x="7150099" y="373888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869448F-3A21-F0BE-1841-23973E4F0C47}"/>
                </a:ext>
              </a:extLst>
            </p:cNvPr>
            <p:cNvCxnSpPr/>
            <p:nvPr/>
          </p:nvCxnSpPr>
          <p:spPr>
            <a:xfrm>
              <a:off x="7150099" y="413131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B97BF02-5F31-6400-F6EA-8ACAB069145F}"/>
                </a:ext>
              </a:extLst>
            </p:cNvPr>
            <p:cNvCxnSpPr/>
            <p:nvPr/>
          </p:nvCxnSpPr>
          <p:spPr>
            <a:xfrm>
              <a:off x="7150099" y="452374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BF69C79-1D73-4F6D-BF2C-08CBD5ED1057}"/>
                </a:ext>
              </a:extLst>
            </p:cNvPr>
            <p:cNvCxnSpPr/>
            <p:nvPr/>
          </p:nvCxnSpPr>
          <p:spPr>
            <a:xfrm>
              <a:off x="7150099" y="491617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B71A6E4A-606E-63E5-2747-5DA55F46046F}"/>
                </a:ext>
              </a:extLst>
            </p:cNvPr>
            <p:cNvCxnSpPr/>
            <p:nvPr/>
          </p:nvCxnSpPr>
          <p:spPr>
            <a:xfrm>
              <a:off x="7150099" y="5308600"/>
              <a:ext cx="4680000" cy="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34752484-EC06-DF5C-DF2D-D4AA642F2B3A}"/>
                </a:ext>
              </a:extLst>
            </p:cNvPr>
            <p:cNvCxnSpPr/>
            <p:nvPr/>
          </p:nvCxnSpPr>
          <p:spPr>
            <a:xfrm>
              <a:off x="1147129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3928092-4538-88E1-9C72-8BCC80E231E2}"/>
                </a:ext>
              </a:extLst>
            </p:cNvPr>
            <p:cNvCxnSpPr/>
            <p:nvPr/>
          </p:nvCxnSpPr>
          <p:spPr>
            <a:xfrm>
              <a:off x="1107505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F6FA1900-C3C4-75C6-58A7-AE3F3BBFC09F}"/>
                </a:ext>
              </a:extLst>
            </p:cNvPr>
            <p:cNvCxnSpPr/>
            <p:nvPr/>
          </p:nvCxnSpPr>
          <p:spPr>
            <a:xfrm>
              <a:off x="1067881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70358D7-AEA0-A82B-58CF-509D0B2DB916}"/>
                </a:ext>
              </a:extLst>
            </p:cNvPr>
            <p:cNvCxnSpPr/>
            <p:nvPr/>
          </p:nvCxnSpPr>
          <p:spPr>
            <a:xfrm>
              <a:off x="1028257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508857A-7208-95F7-E1C2-9E30A85BC05A}"/>
                </a:ext>
              </a:extLst>
            </p:cNvPr>
            <p:cNvCxnSpPr/>
            <p:nvPr/>
          </p:nvCxnSpPr>
          <p:spPr>
            <a:xfrm>
              <a:off x="988633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6B28B223-A65D-AB25-FA0D-F2B2A5D03E55}"/>
                </a:ext>
              </a:extLst>
            </p:cNvPr>
            <p:cNvCxnSpPr/>
            <p:nvPr/>
          </p:nvCxnSpPr>
          <p:spPr>
            <a:xfrm>
              <a:off x="949009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32479D8-2157-FB22-04D0-17EEB0915D1A}"/>
                </a:ext>
              </a:extLst>
            </p:cNvPr>
            <p:cNvCxnSpPr/>
            <p:nvPr/>
          </p:nvCxnSpPr>
          <p:spPr>
            <a:xfrm>
              <a:off x="909385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2856B05-0CD5-2C31-0B2A-5BCFBB8B1BDF}"/>
                </a:ext>
              </a:extLst>
            </p:cNvPr>
            <p:cNvCxnSpPr/>
            <p:nvPr/>
          </p:nvCxnSpPr>
          <p:spPr>
            <a:xfrm>
              <a:off x="869761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AA260F31-A0BC-7650-28EB-C4584BE0DCAE}"/>
                </a:ext>
              </a:extLst>
            </p:cNvPr>
            <p:cNvCxnSpPr/>
            <p:nvPr/>
          </p:nvCxnSpPr>
          <p:spPr>
            <a:xfrm>
              <a:off x="830137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38C3552-3C4A-3DB7-64CB-5AE8E218F84A}"/>
                </a:ext>
              </a:extLst>
            </p:cNvPr>
            <p:cNvCxnSpPr/>
            <p:nvPr/>
          </p:nvCxnSpPr>
          <p:spPr>
            <a:xfrm>
              <a:off x="790513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02BC619-B4E1-AD72-9A90-6C019943E76F}"/>
                </a:ext>
              </a:extLst>
            </p:cNvPr>
            <p:cNvCxnSpPr/>
            <p:nvPr/>
          </p:nvCxnSpPr>
          <p:spPr>
            <a:xfrm>
              <a:off x="7508899" y="1006450"/>
              <a:ext cx="0" cy="4680000"/>
            </a:xfrm>
            <a:prstGeom prst="line">
              <a:avLst/>
            </a:prstGeom>
            <a:ln w="3175">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6">
            <a:extLst>
              <a:ext uri="{FF2B5EF4-FFF2-40B4-BE49-F238E27FC236}">
                <a16:creationId xmlns:a16="http://schemas.microsoft.com/office/drawing/2014/main" id="{6183BD75-285C-0929-FD77-03D42B42BCB9}"/>
              </a:ext>
            </a:extLst>
          </p:cNvPr>
          <p:cNvSpPr/>
          <p:nvPr/>
        </p:nvSpPr>
        <p:spPr>
          <a:xfrm>
            <a:off x="7626065" y="3070505"/>
            <a:ext cx="3492007" cy="3663057"/>
          </a:xfrm>
          <a:prstGeom prst="rect">
            <a:avLst/>
          </a:prstGeom>
          <a:solidFill>
            <a:schemeClr val="accent4"/>
          </a:solidFill>
          <a:ln>
            <a:noFill/>
          </a:ln>
          <a:effectLst>
            <a:outerShdw blurRad="50800" dist="12700" dir="5400000" algn="ctr" rotWithShape="0">
              <a:srgbClr val="000000">
                <a:alpha val="43137"/>
              </a:srgbClr>
            </a:outerShdw>
          </a:effectLst>
          <a:scene3d>
            <a:camera prst="isometricTopUp">
              <a:rot lat="19101525" lon="17834174" rev="4267099"/>
            </a:camera>
            <a:lightRig rig="threePt" dir="t"/>
          </a:scene3d>
          <a:sp3d>
            <a:bevelT w="0" h="101600"/>
            <a:bevelB w="0"/>
          </a:sp3d>
        </p:spPr>
        <p:style>
          <a:lnRef idx="2">
            <a:schemeClr val="accent1">
              <a:shade val="15000"/>
            </a:schemeClr>
          </a:lnRef>
          <a:fillRef idx="1">
            <a:schemeClr val="accent1"/>
          </a:fillRef>
          <a:effectRef idx="0">
            <a:schemeClr val="accent1"/>
          </a:effectRef>
          <a:fontRef idx="minor">
            <a:schemeClr val="lt1"/>
          </a:fontRef>
        </p:style>
        <p:txBody>
          <a:bodyPr rtlCol="0" anchor="ctr">
            <a:scene3d>
              <a:camera prst="isometricTopUp"/>
              <a:lightRig rig="threePt" dir="t"/>
            </a:scene3d>
          </a:bodyPr>
          <a:lstStyle/>
          <a:p>
            <a:pPr algn="ctr"/>
            <a:endParaRPr lang="en-IN"/>
          </a:p>
        </p:txBody>
      </p:sp>
      <p:pic>
        <p:nvPicPr>
          <p:cNvPr id="8" name="Picture 7" descr="A plastic container with a white lid&#10;&#10;AI-generated content may be incorrect.">
            <a:extLst>
              <a:ext uri="{FF2B5EF4-FFF2-40B4-BE49-F238E27FC236}">
                <a16:creationId xmlns:a16="http://schemas.microsoft.com/office/drawing/2014/main" id="{BD58A8D2-ADD4-4C95-AB20-6384A5266A0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371106">
            <a:off x="7281433" y="869830"/>
            <a:ext cx="4118910" cy="4530800"/>
          </a:xfrm>
          <a:prstGeom prst="rect">
            <a:avLst/>
          </a:prstGeom>
        </p:spPr>
      </p:pic>
      <p:grpSp>
        <p:nvGrpSpPr>
          <p:cNvPr id="34" name="Group 33">
            <a:extLst>
              <a:ext uri="{FF2B5EF4-FFF2-40B4-BE49-F238E27FC236}">
                <a16:creationId xmlns:a16="http://schemas.microsoft.com/office/drawing/2014/main" id="{3EC8CAA6-573D-E5BE-B5A1-432F8DC2F024}"/>
              </a:ext>
            </a:extLst>
          </p:cNvPr>
          <p:cNvGrpSpPr/>
          <p:nvPr/>
        </p:nvGrpSpPr>
        <p:grpSpPr>
          <a:xfrm>
            <a:off x="4728400" y="-405290"/>
            <a:ext cx="1742310" cy="1742310"/>
            <a:chOff x="1046786" y="1195383"/>
            <a:chExt cx="5737927" cy="5737927"/>
          </a:xfrm>
          <a:solidFill>
            <a:schemeClr val="accent1"/>
          </a:solidFill>
        </p:grpSpPr>
        <p:sp>
          <p:nvSpPr>
            <p:cNvPr id="35" name="Freeform: Shape 34">
              <a:extLst>
                <a:ext uri="{FF2B5EF4-FFF2-40B4-BE49-F238E27FC236}">
                  <a16:creationId xmlns:a16="http://schemas.microsoft.com/office/drawing/2014/main" id="{5CD024BA-5D3D-4FE3-E49B-9FA9DE16C355}"/>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36" name="Freeform: Shape 35">
              <a:extLst>
                <a:ext uri="{FF2B5EF4-FFF2-40B4-BE49-F238E27FC236}">
                  <a16:creationId xmlns:a16="http://schemas.microsoft.com/office/drawing/2014/main" id="{6927C628-56DC-CFDB-E5AE-C535AC7A9E75}"/>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Tree>
    <p:extLst>
      <p:ext uri="{BB962C8B-B14F-4D97-AF65-F5344CB8AC3E}">
        <p14:creationId xmlns:p14="http://schemas.microsoft.com/office/powerpoint/2010/main" val="116336854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 name="Picture 57">
            <a:extLst>
              <a:ext uri="{FF2B5EF4-FFF2-40B4-BE49-F238E27FC236}">
                <a16:creationId xmlns:a16="http://schemas.microsoft.com/office/drawing/2014/main" id="{3FFD7821-5841-1268-02FA-89525A645FBD}"/>
              </a:ext>
            </a:extLst>
          </p:cNvPr>
          <p:cNvPicPr>
            <a:picLocks noChangeAspect="1"/>
          </p:cNvPicPr>
          <p:nvPr/>
        </p:nvPicPr>
        <p:blipFill rotWithShape="1">
          <a:blip r:embed="rId2">
            <a:extLst>
              <a:ext uri="{28A0092B-C50C-407E-A947-70E740481C1C}">
                <a14:useLocalDpi xmlns:a14="http://schemas.microsoft.com/office/drawing/2010/main" val="0"/>
              </a:ext>
            </a:extLst>
          </a:blip>
          <a:srcRect l="7749" r="37733"/>
          <a:stretch>
            <a:fillRect/>
          </a:stretch>
        </p:blipFill>
        <p:spPr>
          <a:xfrm>
            <a:off x="0" y="0"/>
            <a:ext cx="12192000" cy="6858000"/>
          </a:xfrm>
          <a:prstGeom prst="rect">
            <a:avLst/>
          </a:prstGeom>
        </p:spPr>
      </p:pic>
      <p:sp>
        <p:nvSpPr>
          <p:cNvPr id="4" name="Rectangle 3">
            <a:extLst>
              <a:ext uri="{FF2B5EF4-FFF2-40B4-BE49-F238E27FC236}">
                <a16:creationId xmlns:a16="http://schemas.microsoft.com/office/drawing/2014/main" id="{84DF001E-3560-EBA4-6799-3E448E01C09D}"/>
              </a:ext>
            </a:extLst>
          </p:cNvPr>
          <p:cNvSpPr/>
          <p:nvPr/>
        </p:nvSpPr>
        <p:spPr>
          <a:xfrm>
            <a:off x="0" y="0"/>
            <a:ext cx="12192000" cy="6463533"/>
          </a:xfrm>
          <a:prstGeom prst="rect">
            <a:avLst/>
          </a:prstGeom>
          <a:gradFill flip="none" rotWithShape="1">
            <a:gsLst>
              <a:gs pos="37000">
                <a:schemeClr val="tx2"/>
              </a:gs>
              <a:gs pos="100000">
                <a:schemeClr val="tx2">
                  <a:alpha val="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5" name="Picture 5">
            <a:extLst>
              <a:ext uri="{FF2B5EF4-FFF2-40B4-BE49-F238E27FC236}">
                <a16:creationId xmlns:a16="http://schemas.microsoft.com/office/drawing/2014/main" id="{217C2AD1-B9A7-5BAF-C655-3FD2F0197A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Graphic 21">
            <a:extLst>
              <a:ext uri="{FF2B5EF4-FFF2-40B4-BE49-F238E27FC236}">
                <a16:creationId xmlns:a16="http://schemas.microsoft.com/office/drawing/2014/main" id="{85BA6F80-8729-D1CA-9A24-15EFDC60734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7200000">
            <a:off x="348344" y="2334869"/>
            <a:ext cx="1085486" cy="1066632"/>
          </a:xfrm>
          <a:prstGeom prst="rect">
            <a:avLst/>
          </a:prstGeom>
        </p:spPr>
      </p:pic>
      <p:grpSp>
        <p:nvGrpSpPr>
          <p:cNvPr id="26" name="Group 25">
            <a:extLst>
              <a:ext uri="{FF2B5EF4-FFF2-40B4-BE49-F238E27FC236}">
                <a16:creationId xmlns:a16="http://schemas.microsoft.com/office/drawing/2014/main" id="{56DD4CAA-AE4E-041B-7745-ED5FE886C615}"/>
              </a:ext>
            </a:extLst>
          </p:cNvPr>
          <p:cNvGrpSpPr/>
          <p:nvPr/>
        </p:nvGrpSpPr>
        <p:grpSpPr>
          <a:xfrm>
            <a:off x="-11290" y="36985"/>
            <a:ext cx="1043721" cy="1043721"/>
            <a:chOff x="1046786" y="1195383"/>
            <a:chExt cx="5737927" cy="5737927"/>
          </a:xfrm>
          <a:solidFill>
            <a:schemeClr val="accent3"/>
          </a:solidFill>
        </p:grpSpPr>
        <p:sp>
          <p:nvSpPr>
            <p:cNvPr id="27" name="Freeform: Shape 26">
              <a:extLst>
                <a:ext uri="{FF2B5EF4-FFF2-40B4-BE49-F238E27FC236}">
                  <a16:creationId xmlns:a16="http://schemas.microsoft.com/office/drawing/2014/main" id="{D467E66D-36D6-0F9E-F4D2-8AA3B8C10C79}"/>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28" name="Freeform: Shape 27">
              <a:extLst>
                <a:ext uri="{FF2B5EF4-FFF2-40B4-BE49-F238E27FC236}">
                  <a16:creationId xmlns:a16="http://schemas.microsoft.com/office/drawing/2014/main" id="{2597D6EF-FEB1-76A6-4ADB-5C23C9300159}"/>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2" name="Title 1">
            <a:extLst>
              <a:ext uri="{FF2B5EF4-FFF2-40B4-BE49-F238E27FC236}">
                <a16:creationId xmlns:a16="http://schemas.microsoft.com/office/drawing/2014/main" id="{514EAD35-6AD7-F621-B306-3FF8F242DC14}"/>
              </a:ext>
            </a:extLst>
          </p:cNvPr>
          <p:cNvSpPr>
            <a:spLocks noGrp="1"/>
          </p:cNvSpPr>
          <p:nvPr>
            <p:ph type="title"/>
          </p:nvPr>
        </p:nvSpPr>
        <p:spPr/>
        <p:txBody>
          <a:bodyPr/>
          <a:lstStyle/>
          <a:p>
            <a:r>
              <a:rPr lang="en-IN" dirty="0"/>
              <a:t>What is Lorem Ipsum?</a:t>
            </a:r>
          </a:p>
        </p:txBody>
      </p:sp>
      <p:sp>
        <p:nvSpPr>
          <p:cNvPr id="29" name="TextBox 28">
            <a:extLst>
              <a:ext uri="{FF2B5EF4-FFF2-40B4-BE49-F238E27FC236}">
                <a16:creationId xmlns:a16="http://schemas.microsoft.com/office/drawing/2014/main" id="{9E1825ED-4571-4B10-81E0-E6A30BFF35B2}"/>
              </a:ext>
            </a:extLst>
          </p:cNvPr>
          <p:cNvSpPr txBox="1"/>
          <p:nvPr/>
        </p:nvSpPr>
        <p:spPr>
          <a:xfrm>
            <a:off x="861842" y="2600569"/>
            <a:ext cx="5441756" cy="3452227"/>
          </a:xfrm>
          <a:prstGeom prst="rect">
            <a:avLst/>
          </a:prstGeom>
          <a:noFill/>
        </p:spPr>
        <p:txBody>
          <a:bodyPr wrap="square" lIns="0" tIns="0" rIns="0" bIns="0" rtlCol="0" anchor="t">
            <a:spAutoFit/>
          </a:bodyPr>
          <a:lstStyle/>
          <a:p>
            <a:pPr>
              <a:spcAft>
                <a:spcPts val="1000"/>
              </a:spcAft>
            </a:pPr>
            <a:r>
              <a:rPr lang="en-US" b="1" i="1" dirty="0">
                <a:solidFill>
                  <a:schemeClr val="bg1"/>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a:t>
            </a:r>
          </a:p>
          <a:p>
            <a:pPr>
              <a:spcAft>
                <a:spcPts val="1000"/>
              </a:spcAft>
            </a:pPr>
            <a:r>
              <a:rPr lang="en-US" b="1" i="1" dirty="0">
                <a:solidFill>
                  <a:schemeClr val="bg1"/>
                </a:solidFill>
                <a:effectLst/>
                <a:latin typeface="+mn-lt"/>
              </a:rPr>
              <a:t>Lorem Ipsum is simply dummy text of the printing and typesetting industry. Lorem Ipsum has been the industry's standard dummy text ever since the 1500s.</a:t>
            </a:r>
            <a:endParaRPr lang="en-GB" b="1" i="1" dirty="0">
              <a:solidFill>
                <a:schemeClr val="bg1"/>
              </a:solidFill>
              <a:effectLst/>
              <a:latin typeface="+mn-lt"/>
            </a:endParaRPr>
          </a:p>
        </p:txBody>
      </p:sp>
      <p:sp>
        <p:nvSpPr>
          <p:cNvPr id="30" name="Graphic 11">
            <a:extLst>
              <a:ext uri="{FF2B5EF4-FFF2-40B4-BE49-F238E27FC236}">
                <a16:creationId xmlns:a16="http://schemas.microsoft.com/office/drawing/2014/main" id="{EECBAEE7-25E8-9BA6-1CB8-2EEF997B4410}"/>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tx2"/>
          </a:solidFill>
          <a:ln w="9525" cap="flat">
            <a:noFill/>
            <a:prstDash val="solid"/>
            <a:miter/>
          </a:ln>
        </p:spPr>
        <p:txBody>
          <a:bodyPr rtlCol="0" anchor="ctr"/>
          <a:lstStyle/>
          <a:p>
            <a:endParaRPr lang="en-IN"/>
          </a:p>
        </p:txBody>
      </p:sp>
      <p:grpSp>
        <p:nvGrpSpPr>
          <p:cNvPr id="31" name="Group 30">
            <a:extLst>
              <a:ext uri="{FF2B5EF4-FFF2-40B4-BE49-F238E27FC236}">
                <a16:creationId xmlns:a16="http://schemas.microsoft.com/office/drawing/2014/main" id="{2412FA3A-88EA-632A-633A-B4A5B2F2E231}"/>
              </a:ext>
            </a:extLst>
          </p:cNvPr>
          <p:cNvGrpSpPr/>
          <p:nvPr/>
        </p:nvGrpSpPr>
        <p:grpSpPr>
          <a:xfrm>
            <a:off x="4870010" y="-172150"/>
            <a:ext cx="2451979" cy="2451979"/>
            <a:chOff x="7150099" y="1006450"/>
            <a:chExt cx="4680000" cy="4680000"/>
          </a:xfrm>
        </p:grpSpPr>
        <p:cxnSp>
          <p:nvCxnSpPr>
            <p:cNvPr id="32" name="Straight Connector 31">
              <a:extLst>
                <a:ext uri="{FF2B5EF4-FFF2-40B4-BE49-F238E27FC236}">
                  <a16:creationId xmlns:a16="http://schemas.microsoft.com/office/drawing/2014/main" id="{640EFC9B-D028-DC9E-53BA-8DA7A2F9D231}"/>
                </a:ext>
              </a:extLst>
            </p:cNvPr>
            <p:cNvCxnSpPr/>
            <p:nvPr/>
          </p:nvCxnSpPr>
          <p:spPr>
            <a:xfrm>
              <a:off x="7150099" y="138430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8019D85-7E2C-C7BF-5206-311F8B0CAEB4}"/>
                </a:ext>
              </a:extLst>
            </p:cNvPr>
            <p:cNvCxnSpPr/>
            <p:nvPr/>
          </p:nvCxnSpPr>
          <p:spPr>
            <a:xfrm>
              <a:off x="7150099" y="177673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8749FED2-B63C-44E0-AC4E-AB302AAFDA83}"/>
                </a:ext>
              </a:extLst>
            </p:cNvPr>
            <p:cNvCxnSpPr/>
            <p:nvPr/>
          </p:nvCxnSpPr>
          <p:spPr>
            <a:xfrm>
              <a:off x="7150099" y="216916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34F2A4CE-E13A-AE29-BFBD-EBE69ED42E45}"/>
                </a:ext>
              </a:extLst>
            </p:cNvPr>
            <p:cNvCxnSpPr/>
            <p:nvPr/>
          </p:nvCxnSpPr>
          <p:spPr>
            <a:xfrm>
              <a:off x="7150099" y="256159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2C48C3B-4E5F-9CFC-9D98-A3BD598094C0}"/>
                </a:ext>
              </a:extLst>
            </p:cNvPr>
            <p:cNvCxnSpPr/>
            <p:nvPr/>
          </p:nvCxnSpPr>
          <p:spPr>
            <a:xfrm>
              <a:off x="7150099" y="295402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1A34A30-E4DB-F730-15E8-EE6A425B4EEF}"/>
                </a:ext>
              </a:extLst>
            </p:cNvPr>
            <p:cNvCxnSpPr/>
            <p:nvPr/>
          </p:nvCxnSpPr>
          <p:spPr>
            <a:xfrm>
              <a:off x="7150099" y="334645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CBDA296-C83B-C61B-4642-C52DA7AB0459}"/>
                </a:ext>
              </a:extLst>
            </p:cNvPr>
            <p:cNvCxnSpPr/>
            <p:nvPr/>
          </p:nvCxnSpPr>
          <p:spPr>
            <a:xfrm>
              <a:off x="7150099" y="373888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90BB9A07-EE95-C5B3-29CB-CF963F836059}"/>
                </a:ext>
              </a:extLst>
            </p:cNvPr>
            <p:cNvCxnSpPr/>
            <p:nvPr/>
          </p:nvCxnSpPr>
          <p:spPr>
            <a:xfrm>
              <a:off x="7150099" y="413131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B35FB6A-1176-23A3-D5C9-F5551851B1B1}"/>
                </a:ext>
              </a:extLst>
            </p:cNvPr>
            <p:cNvCxnSpPr/>
            <p:nvPr/>
          </p:nvCxnSpPr>
          <p:spPr>
            <a:xfrm>
              <a:off x="7150099" y="452374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B3DD2F4-FE1D-5609-76D0-EAB512B35119}"/>
                </a:ext>
              </a:extLst>
            </p:cNvPr>
            <p:cNvCxnSpPr/>
            <p:nvPr/>
          </p:nvCxnSpPr>
          <p:spPr>
            <a:xfrm>
              <a:off x="7150099" y="491617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1D8D069-07A7-160E-9A24-BE757CF46814}"/>
                </a:ext>
              </a:extLst>
            </p:cNvPr>
            <p:cNvCxnSpPr/>
            <p:nvPr/>
          </p:nvCxnSpPr>
          <p:spPr>
            <a:xfrm>
              <a:off x="7150099" y="530860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8BCBAE9-40FE-1B99-21F2-5FDFF264A9B0}"/>
                </a:ext>
              </a:extLst>
            </p:cNvPr>
            <p:cNvCxnSpPr/>
            <p:nvPr/>
          </p:nvCxnSpPr>
          <p:spPr>
            <a:xfrm>
              <a:off x="114712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9E5E010-C8E6-92A6-019C-05F7FA3C276C}"/>
                </a:ext>
              </a:extLst>
            </p:cNvPr>
            <p:cNvCxnSpPr/>
            <p:nvPr/>
          </p:nvCxnSpPr>
          <p:spPr>
            <a:xfrm>
              <a:off x="1107505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D81A027-AEDF-27AC-4ACB-E35956685127}"/>
                </a:ext>
              </a:extLst>
            </p:cNvPr>
            <p:cNvCxnSpPr/>
            <p:nvPr/>
          </p:nvCxnSpPr>
          <p:spPr>
            <a:xfrm>
              <a:off x="1067881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A539396-F1A3-1610-8F7E-6C36BFB77781}"/>
                </a:ext>
              </a:extLst>
            </p:cNvPr>
            <p:cNvCxnSpPr/>
            <p:nvPr/>
          </p:nvCxnSpPr>
          <p:spPr>
            <a:xfrm>
              <a:off x="1028257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9F3F42BC-20C9-1967-B60B-168713F71598}"/>
                </a:ext>
              </a:extLst>
            </p:cNvPr>
            <p:cNvCxnSpPr/>
            <p:nvPr/>
          </p:nvCxnSpPr>
          <p:spPr>
            <a:xfrm>
              <a:off x="988633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8DFDE1B-D7D0-3B5E-8BCB-C41CBB6893C7}"/>
                </a:ext>
              </a:extLst>
            </p:cNvPr>
            <p:cNvCxnSpPr/>
            <p:nvPr/>
          </p:nvCxnSpPr>
          <p:spPr>
            <a:xfrm>
              <a:off x="94900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48B723C-C10B-3914-3388-23B26B3BC8CB}"/>
                </a:ext>
              </a:extLst>
            </p:cNvPr>
            <p:cNvCxnSpPr/>
            <p:nvPr/>
          </p:nvCxnSpPr>
          <p:spPr>
            <a:xfrm>
              <a:off x="909385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80898E33-CC2A-9CF8-2F84-5A17A19EBDEF}"/>
                </a:ext>
              </a:extLst>
            </p:cNvPr>
            <p:cNvCxnSpPr/>
            <p:nvPr/>
          </p:nvCxnSpPr>
          <p:spPr>
            <a:xfrm>
              <a:off x="869761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4D4EFF97-43E1-1CF7-F228-7AAD71F0779A}"/>
                </a:ext>
              </a:extLst>
            </p:cNvPr>
            <p:cNvCxnSpPr/>
            <p:nvPr/>
          </p:nvCxnSpPr>
          <p:spPr>
            <a:xfrm>
              <a:off x="830137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BFC3F10-4A58-DC18-9A87-5C0331AEB8DF}"/>
                </a:ext>
              </a:extLst>
            </p:cNvPr>
            <p:cNvCxnSpPr/>
            <p:nvPr/>
          </p:nvCxnSpPr>
          <p:spPr>
            <a:xfrm>
              <a:off x="790513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90DE3670-03DD-8671-4BFA-8EE5E9F354D3}"/>
                </a:ext>
              </a:extLst>
            </p:cNvPr>
            <p:cNvCxnSpPr/>
            <p:nvPr/>
          </p:nvCxnSpPr>
          <p:spPr>
            <a:xfrm>
              <a:off x="75088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sp>
        <p:nvSpPr>
          <p:cNvPr id="24" name="Freeform: Shape 23">
            <a:extLst>
              <a:ext uri="{FF2B5EF4-FFF2-40B4-BE49-F238E27FC236}">
                <a16:creationId xmlns:a16="http://schemas.microsoft.com/office/drawing/2014/main" id="{4DD5B4D7-E76B-8324-A9C5-690CB3A99D20}"/>
              </a:ext>
            </a:extLst>
          </p:cNvPr>
          <p:cNvSpPr/>
          <p:nvPr/>
        </p:nvSpPr>
        <p:spPr>
          <a:xfrm flipH="1">
            <a:off x="0" y="1148862"/>
            <a:ext cx="6312643" cy="1031629"/>
          </a:xfrm>
          <a:custGeom>
            <a:avLst/>
            <a:gdLst>
              <a:gd name="connsiteX0" fmla="*/ 1556040 w 6312643"/>
              <a:gd name="connsiteY0" fmla="*/ 1018610 h 1031629"/>
              <a:gd name="connsiteX1" fmla="*/ 1556076 w 6312643"/>
              <a:gd name="connsiteY1" fmla="*/ 1018641 h 1031629"/>
              <a:gd name="connsiteX2" fmla="*/ 1560583 w 6312643"/>
              <a:gd name="connsiteY2" fmla="*/ 1022655 h 1031629"/>
              <a:gd name="connsiteX3" fmla="*/ 1555307 w 6312643"/>
              <a:gd name="connsiteY3" fmla="*/ 1024721 h 1031629"/>
              <a:gd name="connsiteX4" fmla="*/ 1554831 w 6312643"/>
              <a:gd name="connsiteY4" fmla="*/ 1024721 h 1031629"/>
              <a:gd name="connsiteX5" fmla="*/ 1552192 w 6312643"/>
              <a:gd name="connsiteY5" fmla="*/ 1023511 h 1031629"/>
              <a:gd name="connsiteX6" fmla="*/ 1549627 w 6312643"/>
              <a:gd name="connsiteY6" fmla="*/ 1021621 h 1031629"/>
              <a:gd name="connsiteX7" fmla="*/ 1554757 w 6312643"/>
              <a:gd name="connsiteY7" fmla="*/ 1018729 h 1031629"/>
              <a:gd name="connsiteX8" fmla="*/ 1556040 w 6312643"/>
              <a:gd name="connsiteY8" fmla="*/ 1018610 h 1031629"/>
              <a:gd name="connsiteX9" fmla="*/ 2209756 w 6312643"/>
              <a:gd name="connsiteY9" fmla="*/ 1018610 h 1031629"/>
              <a:gd name="connsiteX10" fmla="*/ 2209793 w 6312643"/>
              <a:gd name="connsiteY10" fmla="*/ 1018641 h 1031629"/>
              <a:gd name="connsiteX11" fmla="*/ 2214299 w 6312643"/>
              <a:gd name="connsiteY11" fmla="*/ 1022655 h 1031629"/>
              <a:gd name="connsiteX12" fmla="*/ 2209023 w 6312643"/>
              <a:gd name="connsiteY12" fmla="*/ 1024721 h 1031629"/>
              <a:gd name="connsiteX13" fmla="*/ 2208547 w 6312643"/>
              <a:gd name="connsiteY13" fmla="*/ 1024721 h 1031629"/>
              <a:gd name="connsiteX14" fmla="*/ 2205908 w 6312643"/>
              <a:gd name="connsiteY14" fmla="*/ 1023511 h 1031629"/>
              <a:gd name="connsiteX15" fmla="*/ 2203343 w 6312643"/>
              <a:gd name="connsiteY15" fmla="*/ 1021621 h 1031629"/>
              <a:gd name="connsiteX16" fmla="*/ 2208473 w 6312643"/>
              <a:gd name="connsiteY16" fmla="*/ 1018729 h 1031629"/>
              <a:gd name="connsiteX17" fmla="*/ 2209756 w 6312643"/>
              <a:gd name="connsiteY17" fmla="*/ 1018610 h 1031629"/>
              <a:gd name="connsiteX18" fmla="*/ 3882298 w 6312643"/>
              <a:gd name="connsiteY18" fmla="*/ 1018610 h 1031629"/>
              <a:gd name="connsiteX19" fmla="*/ 3882335 w 6312643"/>
              <a:gd name="connsiteY19" fmla="*/ 1018641 h 1031629"/>
              <a:gd name="connsiteX20" fmla="*/ 3886841 w 6312643"/>
              <a:gd name="connsiteY20" fmla="*/ 1022655 h 1031629"/>
              <a:gd name="connsiteX21" fmla="*/ 3881565 w 6312643"/>
              <a:gd name="connsiteY21" fmla="*/ 1024721 h 1031629"/>
              <a:gd name="connsiteX22" fmla="*/ 3881089 w 6312643"/>
              <a:gd name="connsiteY22" fmla="*/ 1024721 h 1031629"/>
              <a:gd name="connsiteX23" fmla="*/ 3878450 w 6312643"/>
              <a:gd name="connsiteY23" fmla="*/ 1023511 h 1031629"/>
              <a:gd name="connsiteX24" fmla="*/ 3875885 w 6312643"/>
              <a:gd name="connsiteY24" fmla="*/ 1021621 h 1031629"/>
              <a:gd name="connsiteX25" fmla="*/ 3881015 w 6312643"/>
              <a:gd name="connsiteY25" fmla="*/ 1018729 h 1031629"/>
              <a:gd name="connsiteX26" fmla="*/ 3882298 w 6312643"/>
              <a:gd name="connsiteY26" fmla="*/ 1018610 h 1031629"/>
              <a:gd name="connsiteX27" fmla="*/ 5315138 w 6312643"/>
              <a:gd name="connsiteY27" fmla="*/ 1018610 h 1031629"/>
              <a:gd name="connsiteX28" fmla="*/ 5315175 w 6312643"/>
              <a:gd name="connsiteY28" fmla="*/ 1018641 h 1031629"/>
              <a:gd name="connsiteX29" fmla="*/ 5319682 w 6312643"/>
              <a:gd name="connsiteY29" fmla="*/ 1022655 h 1031629"/>
              <a:gd name="connsiteX30" fmla="*/ 5314405 w 6312643"/>
              <a:gd name="connsiteY30" fmla="*/ 1024721 h 1031629"/>
              <a:gd name="connsiteX31" fmla="*/ 5313929 w 6312643"/>
              <a:gd name="connsiteY31" fmla="*/ 1024721 h 1031629"/>
              <a:gd name="connsiteX32" fmla="*/ 5311291 w 6312643"/>
              <a:gd name="connsiteY32" fmla="*/ 1023511 h 1031629"/>
              <a:gd name="connsiteX33" fmla="*/ 5308726 w 6312643"/>
              <a:gd name="connsiteY33" fmla="*/ 1021621 h 1031629"/>
              <a:gd name="connsiteX34" fmla="*/ 5313856 w 6312643"/>
              <a:gd name="connsiteY34" fmla="*/ 1018729 h 1031629"/>
              <a:gd name="connsiteX35" fmla="*/ 5315138 w 6312643"/>
              <a:gd name="connsiteY35" fmla="*/ 1018610 h 1031629"/>
              <a:gd name="connsiteX36" fmla="*/ 1521521 w 6312643"/>
              <a:gd name="connsiteY36" fmla="*/ 1007008 h 1031629"/>
              <a:gd name="connsiteX37" fmla="*/ 1530756 w 6312643"/>
              <a:gd name="connsiteY37" fmla="*/ 1013888 h 1031629"/>
              <a:gd name="connsiteX38" fmla="*/ 1530463 w 6312643"/>
              <a:gd name="connsiteY38" fmla="*/ 1016220 h 1031629"/>
              <a:gd name="connsiteX39" fmla="*/ 1514376 w 6312643"/>
              <a:gd name="connsiteY39" fmla="*/ 1018965 h 1031629"/>
              <a:gd name="connsiteX40" fmla="*/ 1499279 w 6312643"/>
              <a:gd name="connsiteY40" fmla="*/ 1016721 h 1031629"/>
              <a:gd name="connsiteX41" fmla="*/ 1498253 w 6312643"/>
              <a:gd name="connsiteY41" fmla="*/ 1015895 h 1031629"/>
              <a:gd name="connsiteX42" fmla="*/ 1497374 w 6312643"/>
              <a:gd name="connsiteY42" fmla="*/ 1014743 h 1031629"/>
              <a:gd name="connsiteX43" fmla="*/ 1498803 w 6312643"/>
              <a:gd name="connsiteY43" fmla="*/ 1013680 h 1031629"/>
              <a:gd name="connsiteX44" fmla="*/ 1500305 w 6312643"/>
              <a:gd name="connsiteY44" fmla="*/ 1012853 h 1031629"/>
              <a:gd name="connsiteX45" fmla="*/ 1520568 w 6312643"/>
              <a:gd name="connsiteY45" fmla="*/ 1007332 h 1031629"/>
              <a:gd name="connsiteX46" fmla="*/ 1521558 w 6312643"/>
              <a:gd name="connsiteY46" fmla="*/ 1007038 h 1031629"/>
              <a:gd name="connsiteX47" fmla="*/ 2175238 w 6312643"/>
              <a:gd name="connsiteY47" fmla="*/ 1007008 h 1031629"/>
              <a:gd name="connsiteX48" fmla="*/ 2184472 w 6312643"/>
              <a:gd name="connsiteY48" fmla="*/ 1013888 h 1031629"/>
              <a:gd name="connsiteX49" fmla="*/ 2184179 w 6312643"/>
              <a:gd name="connsiteY49" fmla="*/ 1016220 h 1031629"/>
              <a:gd name="connsiteX50" fmla="*/ 2168093 w 6312643"/>
              <a:gd name="connsiteY50" fmla="*/ 1018965 h 1031629"/>
              <a:gd name="connsiteX51" fmla="*/ 2152995 w 6312643"/>
              <a:gd name="connsiteY51" fmla="*/ 1016721 h 1031629"/>
              <a:gd name="connsiteX52" fmla="*/ 2151969 w 6312643"/>
              <a:gd name="connsiteY52" fmla="*/ 1015895 h 1031629"/>
              <a:gd name="connsiteX53" fmla="*/ 2151090 w 6312643"/>
              <a:gd name="connsiteY53" fmla="*/ 1014743 h 1031629"/>
              <a:gd name="connsiteX54" fmla="*/ 2152519 w 6312643"/>
              <a:gd name="connsiteY54" fmla="*/ 1013680 h 1031629"/>
              <a:gd name="connsiteX55" fmla="*/ 2154021 w 6312643"/>
              <a:gd name="connsiteY55" fmla="*/ 1012853 h 1031629"/>
              <a:gd name="connsiteX56" fmla="*/ 2174285 w 6312643"/>
              <a:gd name="connsiteY56" fmla="*/ 1007332 h 1031629"/>
              <a:gd name="connsiteX57" fmla="*/ 2175275 w 6312643"/>
              <a:gd name="connsiteY57" fmla="*/ 1007038 h 1031629"/>
              <a:gd name="connsiteX58" fmla="*/ 3847780 w 6312643"/>
              <a:gd name="connsiteY58" fmla="*/ 1007008 h 1031629"/>
              <a:gd name="connsiteX59" fmla="*/ 3857014 w 6312643"/>
              <a:gd name="connsiteY59" fmla="*/ 1013888 h 1031629"/>
              <a:gd name="connsiteX60" fmla="*/ 3856721 w 6312643"/>
              <a:gd name="connsiteY60" fmla="*/ 1016220 h 1031629"/>
              <a:gd name="connsiteX61" fmla="*/ 3840635 w 6312643"/>
              <a:gd name="connsiteY61" fmla="*/ 1018965 h 1031629"/>
              <a:gd name="connsiteX62" fmla="*/ 3825537 w 6312643"/>
              <a:gd name="connsiteY62" fmla="*/ 1016721 h 1031629"/>
              <a:gd name="connsiteX63" fmla="*/ 3824511 w 6312643"/>
              <a:gd name="connsiteY63" fmla="*/ 1015895 h 1031629"/>
              <a:gd name="connsiteX64" fmla="*/ 3823633 w 6312643"/>
              <a:gd name="connsiteY64" fmla="*/ 1014743 h 1031629"/>
              <a:gd name="connsiteX65" fmla="*/ 3825061 w 6312643"/>
              <a:gd name="connsiteY65" fmla="*/ 1013680 h 1031629"/>
              <a:gd name="connsiteX66" fmla="*/ 3826564 w 6312643"/>
              <a:gd name="connsiteY66" fmla="*/ 1012853 h 1031629"/>
              <a:gd name="connsiteX67" fmla="*/ 3846827 w 6312643"/>
              <a:gd name="connsiteY67" fmla="*/ 1007332 h 1031629"/>
              <a:gd name="connsiteX68" fmla="*/ 3847816 w 6312643"/>
              <a:gd name="connsiteY68" fmla="*/ 1007038 h 1031629"/>
              <a:gd name="connsiteX69" fmla="*/ 5280621 w 6312643"/>
              <a:gd name="connsiteY69" fmla="*/ 1007008 h 1031629"/>
              <a:gd name="connsiteX70" fmla="*/ 5289855 w 6312643"/>
              <a:gd name="connsiteY70" fmla="*/ 1013888 h 1031629"/>
              <a:gd name="connsiteX71" fmla="*/ 5289561 w 6312643"/>
              <a:gd name="connsiteY71" fmla="*/ 1016220 h 1031629"/>
              <a:gd name="connsiteX72" fmla="*/ 5273475 w 6312643"/>
              <a:gd name="connsiteY72" fmla="*/ 1018965 h 1031629"/>
              <a:gd name="connsiteX73" fmla="*/ 5258378 w 6312643"/>
              <a:gd name="connsiteY73" fmla="*/ 1016721 h 1031629"/>
              <a:gd name="connsiteX74" fmla="*/ 5257352 w 6312643"/>
              <a:gd name="connsiteY74" fmla="*/ 1015895 h 1031629"/>
              <a:gd name="connsiteX75" fmla="*/ 5256473 w 6312643"/>
              <a:gd name="connsiteY75" fmla="*/ 1014743 h 1031629"/>
              <a:gd name="connsiteX76" fmla="*/ 5257902 w 6312643"/>
              <a:gd name="connsiteY76" fmla="*/ 1013680 h 1031629"/>
              <a:gd name="connsiteX77" fmla="*/ 5259404 w 6312643"/>
              <a:gd name="connsiteY77" fmla="*/ 1012853 h 1031629"/>
              <a:gd name="connsiteX78" fmla="*/ 5279668 w 6312643"/>
              <a:gd name="connsiteY78" fmla="*/ 1007332 h 1031629"/>
              <a:gd name="connsiteX79" fmla="*/ 5280657 w 6312643"/>
              <a:gd name="connsiteY79" fmla="*/ 1007038 h 1031629"/>
              <a:gd name="connsiteX80" fmla="*/ 2357026 w 6312643"/>
              <a:gd name="connsiteY80" fmla="*/ 980688 h 1031629"/>
              <a:gd name="connsiteX81" fmla="*/ 2357355 w 6312643"/>
              <a:gd name="connsiteY81" fmla="*/ 980793 h 1031629"/>
              <a:gd name="connsiteX82" fmla="*/ 2352921 w 6312643"/>
              <a:gd name="connsiteY82" fmla="*/ 984070 h 1031629"/>
              <a:gd name="connsiteX83" fmla="*/ 2352702 w 6312643"/>
              <a:gd name="connsiteY83" fmla="*/ 984070 h 1031629"/>
              <a:gd name="connsiteX84" fmla="*/ 2346473 w 6312643"/>
              <a:gd name="connsiteY84" fmla="*/ 981915 h 1031629"/>
              <a:gd name="connsiteX85" fmla="*/ 2347541 w 6312643"/>
              <a:gd name="connsiteY85" fmla="*/ 981192 h 1031629"/>
              <a:gd name="connsiteX86" fmla="*/ 2351200 w 6312643"/>
              <a:gd name="connsiteY86" fmla="*/ 983066 h 1031629"/>
              <a:gd name="connsiteX87" fmla="*/ 2355596 w 6312643"/>
              <a:gd name="connsiteY87" fmla="*/ 981295 h 1031629"/>
              <a:gd name="connsiteX88" fmla="*/ 1633944 w 6312643"/>
              <a:gd name="connsiteY88" fmla="*/ 979611 h 1031629"/>
              <a:gd name="connsiteX89" fmla="*/ 1633930 w 6312643"/>
              <a:gd name="connsiteY89" fmla="*/ 979621 h 1031629"/>
              <a:gd name="connsiteX90" fmla="*/ 1636215 w 6312643"/>
              <a:gd name="connsiteY90" fmla="*/ 980497 h 1031629"/>
              <a:gd name="connsiteX91" fmla="*/ 1633797 w 6312643"/>
              <a:gd name="connsiteY91" fmla="*/ 983154 h 1031629"/>
              <a:gd name="connsiteX92" fmla="*/ 1631488 w 6312643"/>
              <a:gd name="connsiteY92" fmla="*/ 981295 h 1031629"/>
              <a:gd name="connsiteX93" fmla="*/ 1633930 w 6312643"/>
              <a:gd name="connsiteY93" fmla="*/ 979621 h 1031629"/>
              <a:gd name="connsiteX94" fmla="*/ 1633906 w 6312643"/>
              <a:gd name="connsiteY94" fmla="*/ 979611 h 1031629"/>
              <a:gd name="connsiteX95" fmla="*/ 3960202 w 6312643"/>
              <a:gd name="connsiteY95" fmla="*/ 979611 h 1031629"/>
              <a:gd name="connsiteX96" fmla="*/ 3960189 w 6312643"/>
              <a:gd name="connsiteY96" fmla="*/ 979621 h 1031629"/>
              <a:gd name="connsiteX97" fmla="*/ 3962474 w 6312643"/>
              <a:gd name="connsiteY97" fmla="*/ 980497 h 1031629"/>
              <a:gd name="connsiteX98" fmla="*/ 3960055 w 6312643"/>
              <a:gd name="connsiteY98" fmla="*/ 983154 h 1031629"/>
              <a:gd name="connsiteX99" fmla="*/ 3957746 w 6312643"/>
              <a:gd name="connsiteY99" fmla="*/ 981295 h 1031629"/>
              <a:gd name="connsiteX100" fmla="*/ 3960189 w 6312643"/>
              <a:gd name="connsiteY100" fmla="*/ 979621 h 1031629"/>
              <a:gd name="connsiteX101" fmla="*/ 3960165 w 6312643"/>
              <a:gd name="connsiteY101" fmla="*/ 979611 h 1031629"/>
              <a:gd name="connsiteX102" fmla="*/ 5393042 w 6312643"/>
              <a:gd name="connsiteY102" fmla="*/ 979611 h 1031629"/>
              <a:gd name="connsiteX103" fmla="*/ 5393029 w 6312643"/>
              <a:gd name="connsiteY103" fmla="*/ 979621 h 1031629"/>
              <a:gd name="connsiteX104" fmla="*/ 5395314 w 6312643"/>
              <a:gd name="connsiteY104" fmla="*/ 980497 h 1031629"/>
              <a:gd name="connsiteX105" fmla="*/ 5392896 w 6312643"/>
              <a:gd name="connsiteY105" fmla="*/ 983154 h 1031629"/>
              <a:gd name="connsiteX106" fmla="*/ 5390587 w 6312643"/>
              <a:gd name="connsiteY106" fmla="*/ 981295 h 1031629"/>
              <a:gd name="connsiteX107" fmla="*/ 5393029 w 6312643"/>
              <a:gd name="connsiteY107" fmla="*/ 979621 h 1031629"/>
              <a:gd name="connsiteX108" fmla="*/ 5393006 w 6312643"/>
              <a:gd name="connsiteY108" fmla="*/ 979611 h 1031629"/>
              <a:gd name="connsiteX109" fmla="*/ 1697446 w 6312643"/>
              <a:gd name="connsiteY109" fmla="*/ 978844 h 1031629"/>
              <a:gd name="connsiteX110" fmla="*/ 1703639 w 6312643"/>
              <a:gd name="connsiteY110" fmla="*/ 980793 h 1031629"/>
              <a:gd name="connsiteX111" fmla="*/ 1699205 w 6312643"/>
              <a:gd name="connsiteY111" fmla="*/ 984070 h 1031629"/>
              <a:gd name="connsiteX112" fmla="*/ 1698985 w 6312643"/>
              <a:gd name="connsiteY112" fmla="*/ 984070 h 1031629"/>
              <a:gd name="connsiteX113" fmla="*/ 1692756 w 6312643"/>
              <a:gd name="connsiteY113" fmla="*/ 981915 h 1031629"/>
              <a:gd name="connsiteX114" fmla="*/ 1697299 w 6312643"/>
              <a:gd name="connsiteY114" fmla="*/ 978844 h 1031629"/>
              <a:gd name="connsiteX115" fmla="*/ 4023704 w 6312643"/>
              <a:gd name="connsiteY115" fmla="*/ 978844 h 1031629"/>
              <a:gd name="connsiteX116" fmla="*/ 4029898 w 6312643"/>
              <a:gd name="connsiteY116" fmla="*/ 980793 h 1031629"/>
              <a:gd name="connsiteX117" fmla="*/ 4025463 w 6312643"/>
              <a:gd name="connsiteY117" fmla="*/ 984070 h 1031629"/>
              <a:gd name="connsiteX118" fmla="*/ 4025244 w 6312643"/>
              <a:gd name="connsiteY118" fmla="*/ 984070 h 1031629"/>
              <a:gd name="connsiteX119" fmla="*/ 4019015 w 6312643"/>
              <a:gd name="connsiteY119" fmla="*/ 981915 h 1031629"/>
              <a:gd name="connsiteX120" fmla="*/ 4023558 w 6312643"/>
              <a:gd name="connsiteY120" fmla="*/ 978844 h 1031629"/>
              <a:gd name="connsiteX121" fmla="*/ 5456545 w 6312643"/>
              <a:gd name="connsiteY121" fmla="*/ 978844 h 1031629"/>
              <a:gd name="connsiteX122" fmla="*/ 5462738 w 6312643"/>
              <a:gd name="connsiteY122" fmla="*/ 980793 h 1031629"/>
              <a:gd name="connsiteX123" fmla="*/ 5458304 w 6312643"/>
              <a:gd name="connsiteY123" fmla="*/ 984070 h 1031629"/>
              <a:gd name="connsiteX124" fmla="*/ 5458084 w 6312643"/>
              <a:gd name="connsiteY124" fmla="*/ 984070 h 1031629"/>
              <a:gd name="connsiteX125" fmla="*/ 5451855 w 6312643"/>
              <a:gd name="connsiteY125" fmla="*/ 981915 h 1031629"/>
              <a:gd name="connsiteX126" fmla="*/ 5456399 w 6312643"/>
              <a:gd name="connsiteY126" fmla="*/ 978844 h 1031629"/>
              <a:gd name="connsiteX127" fmla="*/ 1092428 w 6312643"/>
              <a:gd name="connsiteY127" fmla="*/ 977751 h 1031629"/>
              <a:gd name="connsiteX128" fmla="*/ 1092428 w 6312643"/>
              <a:gd name="connsiteY128" fmla="*/ 977782 h 1031629"/>
              <a:gd name="connsiteX129" fmla="*/ 1092423 w 6312643"/>
              <a:gd name="connsiteY129" fmla="*/ 977782 h 1031629"/>
              <a:gd name="connsiteX130" fmla="*/ 1092318 w 6312643"/>
              <a:gd name="connsiteY130" fmla="*/ 978342 h 1031629"/>
              <a:gd name="connsiteX131" fmla="*/ 1091695 w 6312643"/>
              <a:gd name="connsiteY131" fmla="*/ 977782 h 1031629"/>
              <a:gd name="connsiteX132" fmla="*/ 1092423 w 6312643"/>
              <a:gd name="connsiteY132" fmla="*/ 977782 h 1031629"/>
              <a:gd name="connsiteX133" fmla="*/ 3418687 w 6312643"/>
              <a:gd name="connsiteY133" fmla="*/ 977751 h 1031629"/>
              <a:gd name="connsiteX134" fmla="*/ 3418687 w 6312643"/>
              <a:gd name="connsiteY134" fmla="*/ 977782 h 1031629"/>
              <a:gd name="connsiteX135" fmla="*/ 3418681 w 6312643"/>
              <a:gd name="connsiteY135" fmla="*/ 977782 h 1031629"/>
              <a:gd name="connsiteX136" fmla="*/ 3418577 w 6312643"/>
              <a:gd name="connsiteY136" fmla="*/ 978342 h 1031629"/>
              <a:gd name="connsiteX137" fmla="*/ 3417954 w 6312643"/>
              <a:gd name="connsiteY137" fmla="*/ 977782 h 1031629"/>
              <a:gd name="connsiteX138" fmla="*/ 3418681 w 6312643"/>
              <a:gd name="connsiteY138" fmla="*/ 977782 h 1031629"/>
              <a:gd name="connsiteX139" fmla="*/ 1417820 w 6312643"/>
              <a:gd name="connsiteY139" fmla="*/ 972821 h 1031629"/>
              <a:gd name="connsiteX140" fmla="*/ 1417820 w 6312643"/>
              <a:gd name="connsiteY140" fmla="*/ 972851 h 1031629"/>
              <a:gd name="connsiteX141" fmla="*/ 1420276 w 6312643"/>
              <a:gd name="connsiteY141" fmla="*/ 974919 h 1031629"/>
              <a:gd name="connsiteX142" fmla="*/ 1417528 w 6312643"/>
              <a:gd name="connsiteY142" fmla="*/ 976896 h 1031629"/>
              <a:gd name="connsiteX143" fmla="*/ 1415072 w 6312643"/>
              <a:gd name="connsiteY143" fmla="*/ 974594 h 1031629"/>
              <a:gd name="connsiteX144" fmla="*/ 3744079 w 6312643"/>
              <a:gd name="connsiteY144" fmla="*/ 972821 h 1031629"/>
              <a:gd name="connsiteX145" fmla="*/ 3744079 w 6312643"/>
              <a:gd name="connsiteY145" fmla="*/ 972851 h 1031629"/>
              <a:gd name="connsiteX146" fmla="*/ 3746535 w 6312643"/>
              <a:gd name="connsiteY146" fmla="*/ 974919 h 1031629"/>
              <a:gd name="connsiteX147" fmla="*/ 3743786 w 6312643"/>
              <a:gd name="connsiteY147" fmla="*/ 976896 h 1031629"/>
              <a:gd name="connsiteX148" fmla="*/ 3741331 w 6312643"/>
              <a:gd name="connsiteY148" fmla="*/ 974594 h 1031629"/>
              <a:gd name="connsiteX149" fmla="*/ 5176920 w 6312643"/>
              <a:gd name="connsiteY149" fmla="*/ 972821 h 1031629"/>
              <a:gd name="connsiteX150" fmla="*/ 5176920 w 6312643"/>
              <a:gd name="connsiteY150" fmla="*/ 972851 h 1031629"/>
              <a:gd name="connsiteX151" fmla="*/ 5179375 w 6312643"/>
              <a:gd name="connsiteY151" fmla="*/ 974919 h 1031629"/>
              <a:gd name="connsiteX152" fmla="*/ 5176626 w 6312643"/>
              <a:gd name="connsiteY152" fmla="*/ 976896 h 1031629"/>
              <a:gd name="connsiteX153" fmla="*/ 5174172 w 6312643"/>
              <a:gd name="connsiteY153" fmla="*/ 974594 h 1031629"/>
              <a:gd name="connsiteX154" fmla="*/ 1579345 w 6312643"/>
              <a:gd name="connsiteY154" fmla="*/ 971552 h 1031629"/>
              <a:gd name="connsiteX155" fmla="*/ 1580318 w 6312643"/>
              <a:gd name="connsiteY155" fmla="*/ 972094 h 1031629"/>
              <a:gd name="connsiteX156" fmla="*/ 1574397 w 6312643"/>
              <a:gd name="connsiteY156" fmla="*/ 974829 h 1031629"/>
              <a:gd name="connsiteX157" fmla="*/ 1580323 w 6312643"/>
              <a:gd name="connsiteY157" fmla="*/ 976766 h 1031629"/>
              <a:gd name="connsiteX158" fmla="*/ 1577403 w 6312643"/>
              <a:gd name="connsiteY158" fmla="*/ 977693 h 1031629"/>
              <a:gd name="connsiteX159" fmla="*/ 1572052 w 6312643"/>
              <a:gd name="connsiteY159" fmla="*/ 974711 h 1031629"/>
              <a:gd name="connsiteX160" fmla="*/ 1574618 w 6312643"/>
              <a:gd name="connsiteY160" fmla="*/ 972733 h 1031629"/>
              <a:gd name="connsiteX161" fmla="*/ 1579381 w 6312643"/>
              <a:gd name="connsiteY161" fmla="*/ 971582 h 1031629"/>
              <a:gd name="connsiteX162" fmla="*/ 3905603 w 6312643"/>
              <a:gd name="connsiteY162" fmla="*/ 971552 h 1031629"/>
              <a:gd name="connsiteX163" fmla="*/ 3909634 w 6312643"/>
              <a:gd name="connsiteY163" fmla="*/ 973796 h 1031629"/>
              <a:gd name="connsiteX164" fmla="*/ 3909707 w 6312643"/>
              <a:gd name="connsiteY164" fmla="*/ 975774 h 1031629"/>
              <a:gd name="connsiteX165" fmla="*/ 3903662 w 6312643"/>
              <a:gd name="connsiteY165" fmla="*/ 977693 h 1031629"/>
              <a:gd name="connsiteX166" fmla="*/ 3898312 w 6312643"/>
              <a:gd name="connsiteY166" fmla="*/ 974711 h 1031629"/>
              <a:gd name="connsiteX167" fmla="*/ 3900876 w 6312643"/>
              <a:gd name="connsiteY167" fmla="*/ 972733 h 1031629"/>
              <a:gd name="connsiteX168" fmla="*/ 3905640 w 6312643"/>
              <a:gd name="connsiteY168" fmla="*/ 971582 h 1031629"/>
              <a:gd name="connsiteX169" fmla="*/ 5338444 w 6312643"/>
              <a:gd name="connsiteY169" fmla="*/ 971552 h 1031629"/>
              <a:gd name="connsiteX170" fmla="*/ 5342474 w 6312643"/>
              <a:gd name="connsiteY170" fmla="*/ 973796 h 1031629"/>
              <a:gd name="connsiteX171" fmla="*/ 5342548 w 6312643"/>
              <a:gd name="connsiteY171" fmla="*/ 975774 h 1031629"/>
              <a:gd name="connsiteX172" fmla="*/ 5336502 w 6312643"/>
              <a:gd name="connsiteY172" fmla="*/ 977693 h 1031629"/>
              <a:gd name="connsiteX173" fmla="*/ 5331152 w 6312643"/>
              <a:gd name="connsiteY173" fmla="*/ 974711 h 1031629"/>
              <a:gd name="connsiteX174" fmla="*/ 5333717 w 6312643"/>
              <a:gd name="connsiteY174" fmla="*/ 972733 h 1031629"/>
              <a:gd name="connsiteX175" fmla="*/ 5338480 w 6312643"/>
              <a:gd name="connsiteY175" fmla="*/ 971582 h 1031629"/>
              <a:gd name="connsiteX176" fmla="*/ 1099537 w 6312643"/>
              <a:gd name="connsiteY176" fmla="*/ 971257 h 1031629"/>
              <a:gd name="connsiteX177" fmla="*/ 1102872 w 6312643"/>
              <a:gd name="connsiteY177" fmla="*/ 971464 h 1031629"/>
              <a:gd name="connsiteX178" fmla="*/ 1106243 w 6312643"/>
              <a:gd name="connsiteY178" fmla="*/ 971641 h 1031629"/>
              <a:gd name="connsiteX179" fmla="*/ 1106573 w 6312643"/>
              <a:gd name="connsiteY179" fmla="*/ 971641 h 1031629"/>
              <a:gd name="connsiteX180" fmla="*/ 1098805 w 6312643"/>
              <a:gd name="connsiteY180" fmla="*/ 977958 h 1031629"/>
              <a:gd name="connsiteX181" fmla="*/ 1095946 w 6312643"/>
              <a:gd name="connsiteY181" fmla="*/ 977841 h 1031629"/>
              <a:gd name="connsiteX182" fmla="*/ 1093161 w 6312643"/>
              <a:gd name="connsiteY182" fmla="*/ 977751 h 1031629"/>
              <a:gd name="connsiteX183" fmla="*/ 1092465 w 6312643"/>
              <a:gd name="connsiteY183" fmla="*/ 977751 h 1031629"/>
              <a:gd name="connsiteX184" fmla="*/ 1099537 w 6312643"/>
              <a:gd name="connsiteY184" fmla="*/ 971257 h 1031629"/>
              <a:gd name="connsiteX185" fmla="*/ 3425796 w 6312643"/>
              <a:gd name="connsiteY185" fmla="*/ 971257 h 1031629"/>
              <a:gd name="connsiteX186" fmla="*/ 3429130 w 6312643"/>
              <a:gd name="connsiteY186" fmla="*/ 971464 h 1031629"/>
              <a:gd name="connsiteX187" fmla="*/ 3432501 w 6312643"/>
              <a:gd name="connsiteY187" fmla="*/ 971641 h 1031629"/>
              <a:gd name="connsiteX188" fmla="*/ 3432831 w 6312643"/>
              <a:gd name="connsiteY188" fmla="*/ 971641 h 1031629"/>
              <a:gd name="connsiteX189" fmla="*/ 3425063 w 6312643"/>
              <a:gd name="connsiteY189" fmla="*/ 977958 h 1031629"/>
              <a:gd name="connsiteX190" fmla="*/ 3422205 w 6312643"/>
              <a:gd name="connsiteY190" fmla="*/ 977841 h 1031629"/>
              <a:gd name="connsiteX191" fmla="*/ 3419419 w 6312643"/>
              <a:gd name="connsiteY191" fmla="*/ 977751 h 1031629"/>
              <a:gd name="connsiteX192" fmla="*/ 3418724 w 6312643"/>
              <a:gd name="connsiteY192" fmla="*/ 977751 h 1031629"/>
              <a:gd name="connsiteX193" fmla="*/ 3425796 w 6312643"/>
              <a:gd name="connsiteY193" fmla="*/ 971257 h 1031629"/>
              <a:gd name="connsiteX194" fmla="*/ 1361794 w 6312643"/>
              <a:gd name="connsiteY194" fmla="*/ 964910 h 1031629"/>
              <a:gd name="connsiteX195" fmla="*/ 1380005 w 6312643"/>
              <a:gd name="connsiteY195" fmla="*/ 966533 h 1031629"/>
              <a:gd name="connsiteX196" fmla="*/ 1383156 w 6312643"/>
              <a:gd name="connsiteY196" fmla="*/ 971818 h 1031629"/>
              <a:gd name="connsiteX197" fmla="*/ 1380408 w 6312643"/>
              <a:gd name="connsiteY197" fmla="*/ 976926 h 1031629"/>
              <a:gd name="connsiteX198" fmla="*/ 1362160 w 6312643"/>
              <a:gd name="connsiteY198" fmla="*/ 970903 h 1031629"/>
              <a:gd name="connsiteX199" fmla="*/ 1355638 w 6312643"/>
              <a:gd name="connsiteY199" fmla="*/ 971139 h 1031629"/>
              <a:gd name="connsiteX200" fmla="*/ 1349114 w 6312643"/>
              <a:gd name="connsiteY200" fmla="*/ 971376 h 1031629"/>
              <a:gd name="connsiteX201" fmla="*/ 1345084 w 6312643"/>
              <a:gd name="connsiteY201" fmla="*/ 971228 h 1031629"/>
              <a:gd name="connsiteX202" fmla="*/ 1340393 w 6312643"/>
              <a:gd name="connsiteY202" fmla="*/ 967655 h 1031629"/>
              <a:gd name="connsiteX203" fmla="*/ 1343398 w 6312643"/>
              <a:gd name="connsiteY203" fmla="*/ 965707 h 1031629"/>
              <a:gd name="connsiteX204" fmla="*/ 1350617 w 6312643"/>
              <a:gd name="connsiteY204" fmla="*/ 964910 h 1031629"/>
              <a:gd name="connsiteX205" fmla="*/ 1351094 w 6312643"/>
              <a:gd name="connsiteY205" fmla="*/ 964910 h 1031629"/>
              <a:gd name="connsiteX206" fmla="*/ 1361794 w 6312643"/>
              <a:gd name="connsiteY206" fmla="*/ 965323 h 1031629"/>
              <a:gd name="connsiteX207" fmla="*/ 1361794 w 6312643"/>
              <a:gd name="connsiteY207" fmla="*/ 964999 h 1031629"/>
              <a:gd name="connsiteX208" fmla="*/ 3688052 w 6312643"/>
              <a:gd name="connsiteY208" fmla="*/ 964910 h 1031629"/>
              <a:gd name="connsiteX209" fmla="*/ 3706264 w 6312643"/>
              <a:gd name="connsiteY209" fmla="*/ 966533 h 1031629"/>
              <a:gd name="connsiteX210" fmla="*/ 3709415 w 6312643"/>
              <a:gd name="connsiteY210" fmla="*/ 971818 h 1031629"/>
              <a:gd name="connsiteX211" fmla="*/ 3706667 w 6312643"/>
              <a:gd name="connsiteY211" fmla="*/ 976926 h 1031629"/>
              <a:gd name="connsiteX212" fmla="*/ 3688419 w 6312643"/>
              <a:gd name="connsiteY212" fmla="*/ 970903 h 1031629"/>
              <a:gd name="connsiteX213" fmla="*/ 3681896 w 6312643"/>
              <a:gd name="connsiteY213" fmla="*/ 971139 h 1031629"/>
              <a:gd name="connsiteX214" fmla="*/ 3675373 w 6312643"/>
              <a:gd name="connsiteY214" fmla="*/ 971376 h 1031629"/>
              <a:gd name="connsiteX215" fmla="*/ 3671342 w 6312643"/>
              <a:gd name="connsiteY215" fmla="*/ 971228 h 1031629"/>
              <a:gd name="connsiteX216" fmla="*/ 3666652 w 6312643"/>
              <a:gd name="connsiteY216" fmla="*/ 967655 h 1031629"/>
              <a:gd name="connsiteX217" fmla="*/ 3669657 w 6312643"/>
              <a:gd name="connsiteY217" fmla="*/ 965707 h 1031629"/>
              <a:gd name="connsiteX218" fmla="*/ 3676876 w 6312643"/>
              <a:gd name="connsiteY218" fmla="*/ 964910 h 1031629"/>
              <a:gd name="connsiteX219" fmla="*/ 3677352 w 6312643"/>
              <a:gd name="connsiteY219" fmla="*/ 964910 h 1031629"/>
              <a:gd name="connsiteX220" fmla="*/ 3688052 w 6312643"/>
              <a:gd name="connsiteY220" fmla="*/ 965323 h 1031629"/>
              <a:gd name="connsiteX221" fmla="*/ 3688052 w 6312643"/>
              <a:gd name="connsiteY221" fmla="*/ 964999 h 1031629"/>
              <a:gd name="connsiteX222" fmla="*/ 5120893 w 6312643"/>
              <a:gd name="connsiteY222" fmla="*/ 964910 h 1031629"/>
              <a:gd name="connsiteX223" fmla="*/ 5139104 w 6312643"/>
              <a:gd name="connsiteY223" fmla="*/ 966533 h 1031629"/>
              <a:gd name="connsiteX224" fmla="*/ 5142255 w 6312643"/>
              <a:gd name="connsiteY224" fmla="*/ 971818 h 1031629"/>
              <a:gd name="connsiteX225" fmla="*/ 5139507 w 6312643"/>
              <a:gd name="connsiteY225" fmla="*/ 976926 h 1031629"/>
              <a:gd name="connsiteX226" fmla="*/ 5121259 w 6312643"/>
              <a:gd name="connsiteY226" fmla="*/ 970903 h 1031629"/>
              <a:gd name="connsiteX227" fmla="*/ 5114736 w 6312643"/>
              <a:gd name="connsiteY227" fmla="*/ 971139 h 1031629"/>
              <a:gd name="connsiteX228" fmla="*/ 5108213 w 6312643"/>
              <a:gd name="connsiteY228" fmla="*/ 971376 h 1031629"/>
              <a:gd name="connsiteX229" fmla="*/ 5104183 w 6312643"/>
              <a:gd name="connsiteY229" fmla="*/ 971228 h 1031629"/>
              <a:gd name="connsiteX230" fmla="*/ 5099492 w 6312643"/>
              <a:gd name="connsiteY230" fmla="*/ 967655 h 1031629"/>
              <a:gd name="connsiteX231" fmla="*/ 5102497 w 6312643"/>
              <a:gd name="connsiteY231" fmla="*/ 965707 h 1031629"/>
              <a:gd name="connsiteX232" fmla="*/ 5109716 w 6312643"/>
              <a:gd name="connsiteY232" fmla="*/ 964910 h 1031629"/>
              <a:gd name="connsiteX233" fmla="*/ 5110192 w 6312643"/>
              <a:gd name="connsiteY233" fmla="*/ 964910 h 1031629"/>
              <a:gd name="connsiteX234" fmla="*/ 5120893 w 6312643"/>
              <a:gd name="connsiteY234" fmla="*/ 965323 h 1031629"/>
              <a:gd name="connsiteX235" fmla="*/ 5120893 w 6312643"/>
              <a:gd name="connsiteY235" fmla="*/ 964999 h 1031629"/>
              <a:gd name="connsiteX236" fmla="*/ 4705466 w 6312643"/>
              <a:gd name="connsiteY236" fmla="*/ 963079 h 1031629"/>
              <a:gd name="connsiteX237" fmla="*/ 4705504 w 6312643"/>
              <a:gd name="connsiteY237" fmla="*/ 963227 h 1031629"/>
              <a:gd name="connsiteX238" fmla="*/ 4705399 w 6312643"/>
              <a:gd name="connsiteY238" fmla="*/ 963273 h 1031629"/>
              <a:gd name="connsiteX239" fmla="*/ 4872973 w 6312643"/>
              <a:gd name="connsiteY239" fmla="*/ 955057 h 1031629"/>
              <a:gd name="connsiteX240" fmla="*/ 4873132 w 6312643"/>
              <a:gd name="connsiteY240" fmla="*/ 956003 h 1031629"/>
              <a:gd name="connsiteX241" fmla="*/ 4872620 w 6312643"/>
              <a:gd name="connsiteY241" fmla="*/ 955728 h 1031629"/>
              <a:gd name="connsiteX242" fmla="*/ 3110039 w 6312643"/>
              <a:gd name="connsiteY242" fmla="*/ 953139 h 1031629"/>
              <a:gd name="connsiteX243" fmla="*/ 3111177 w 6312643"/>
              <a:gd name="connsiteY243" fmla="*/ 953940 h 1031629"/>
              <a:gd name="connsiteX244" fmla="*/ 3111036 w 6312643"/>
              <a:gd name="connsiteY244" fmla="*/ 956614 h 1031629"/>
              <a:gd name="connsiteX245" fmla="*/ 3108507 w 6312643"/>
              <a:gd name="connsiteY245" fmla="*/ 954429 h 1031629"/>
              <a:gd name="connsiteX246" fmla="*/ 1110384 w 6312643"/>
              <a:gd name="connsiteY246" fmla="*/ 952628 h 1031629"/>
              <a:gd name="connsiteX247" fmla="*/ 1110456 w 6312643"/>
              <a:gd name="connsiteY247" fmla="*/ 952659 h 1031629"/>
              <a:gd name="connsiteX248" fmla="*/ 1110455 w 6312643"/>
              <a:gd name="connsiteY248" fmla="*/ 952661 h 1031629"/>
              <a:gd name="connsiteX249" fmla="*/ 1113718 w 6312643"/>
              <a:gd name="connsiteY249" fmla="*/ 954135 h 1031629"/>
              <a:gd name="connsiteX250" fmla="*/ 1115770 w 6312643"/>
              <a:gd name="connsiteY250" fmla="*/ 966327 h 1031629"/>
              <a:gd name="connsiteX251" fmla="*/ 1107455 w 6312643"/>
              <a:gd name="connsiteY251" fmla="*/ 970686 h 1031629"/>
              <a:gd name="connsiteX252" fmla="*/ 1107452 w 6312643"/>
              <a:gd name="connsiteY252" fmla="*/ 970726 h 1031629"/>
              <a:gd name="connsiteX253" fmla="*/ 1107379 w 6312643"/>
              <a:gd name="connsiteY253" fmla="*/ 970760 h 1031629"/>
              <a:gd name="connsiteX254" fmla="*/ 1107379 w 6312643"/>
              <a:gd name="connsiteY254" fmla="*/ 971641 h 1031629"/>
              <a:gd name="connsiteX255" fmla="*/ 1106609 w 6312643"/>
              <a:gd name="connsiteY255" fmla="*/ 971641 h 1031629"/>
              <a:gd name="connsiteX256" fmla="*/ 1106756 w 6312643"/>
              <a:gd name="connsiteY256" fmla="*/ 971051 h 1031629"/>
              <a:gd name="connsiteX257" fmla="*/ 1107379 w 6312643"/>
              <a:gd name="connsiteY257" fmla="*/ 970760 h 1031629"/>
              <a:gd name="connsiteX258" fmla="*/ 1107379 w 6312643"/>
              <a:gd name="connsiteY258" fmla="*/ 970726 h 1031629"/>
              <a:gd name="connsiteX259" fmla="*/ 1107455 w 6312643"/>
              <a:gd name="connsiteY259" fmla="*/ 970686 h 1031629"/>
              <a:gd name="connsiteX260" fmla="*/ 1108588 w 6312643"/>
              <a:gd name="connsiteY260" fmla="*/ 955138 h 1031629"/>
              <a:gd name="connsiteX261" fmla="*/ 1110455 w 6312643"/>
              <a:gd name="connsiteY261" fmla="*/ 952661 h 1031629"/>
              <a:gd name="connsiteX262" fmla="*/ 3436642 w 6312643"/>
              <a:gd name="connsiteY262" fmla="*/ 952628 h 1031629"/>
              <a:gd name="connsiteX263" fmla="*/ 3436715 w 6312643"/>
              <a:gd name="connsiteY263" fmla="*/ 952659 h 1031629"/>
              <a:gd name="connsiteX264" fmla="*/ 3436713 w 6312643"/>
              <a:gd name="connsiteY264" fmla="*/ 952661 h 1031629"/>
              <a:gd name="connsiteX265" fmla="*/ 3439977 w 6312643"/>
              <a:gd name="connsiteY265" fmla="*/ 954135 h 1031629"/>
              <a:gd name="connsiteX266" fmla="*/ 3442029 w 6312643"/>
              <a:gd name="connsiteY266" fmla="*/ 966327 h 1031629"/>
              <a:gd name="connsiteX267" fmla="*/ 3433713 w 6312643"/>
              <a:gd name="connsiteY267" fmla="*/ 970686 h 1031629"/>
              <a:gd name="connsiteX268" fmla="*/ 3433710 w 6312643"/>
              <a:gd name="connsiteY268" fmla="*/ 970726 h 1031629"/>
              <a:gd name="connsiteX269" fmla="*/ 3433637 w 6312643"/>
              <a:gd name="connsiteY269" fmla="*/ 970760 h 1031629"/>
              <a:gd name="connsiteX270" fmla="*/ 3433637 w 6312643"/>
              <a:gd name="connsiteY270" fmla="*/ 971641 h 1031629"/>
              <a:gd name="connsiteX271" fmla="*/ 3432868 w 6312643"/>
              <a:gd name="connsiteY271" fmla="*/ 971641 h 1031629"/>
              <a:gd name="connsiteX272" fmla="*/ 3433015 w 6312643"/>
              <a:gd name="connsiteY272" fmla="*/ 971051 h 1031629"/>
              <a:gd name="connsiteX273" fmla="*/ 3433637 w 6312643"/>
              <a:gd name="connsiteY273" fmla="*/ 970760 h 1031629"/>
              <a:gd name="connsiteX274" fmla="*/ 3433637 w 6312643"/>
              <a:gd name="connsiteY274" fmla="*/ 970726 h 1031629"/>
              <a:gd name="connsiteX275" fmla="*/ 3433713 w 6312643"/>
              <a:gd name="connsiteY275" fmla="*/ 970686 h 1031629"/>
              <a:gd name="connsiteX276" fmla="*/ 3434847 w 6312643"/>
              <a:gd name="connsiteY276" fmla="*/ 955138 h 1031629"/>
              <a:gd name="connsiteX277" fmla="*/ 3436713 w 6312643"/>
              <a:gd name="connsiteY277" fmla="*/ 952661 h 1031629"/>
              <a:gd name="connsiteX278" fmla="*/ 1163223 w 6312643"/>
              <a:gd name="connsiteY278" fmla="*/ 952511 h 1031629"/>
              <a:gd name="connsiteX279" fmla="*/ 1163004 w 6312643"/>
              <a:gd name="connsiteY279" fmla="*/ 956761 h 1031629"/>
              <a:gd name="connsiteX280" fmla="*/ 1160401 w 6312643"/>
              <a:gd name="connsiteY280" fmla="*/ 954489 h 1031629"/>
              <a:gd name="connsiteX281" fmla="*/ 1162014 w 6312643"/>
              <a:gd name="connsiteY281" fmla="*/ 953160 h 1031629"/>
              <a:gd name="connsiteX282" fmla="*/ 3489482 w 6312643"/>
              <a:gd name="connsiteY282" fmla="*/ 952511 h 1031629"/>
              <a:gd name="connsiteX283" fmla="*/ 3489262 w 6312643"/>
              <a:gd name="connsiteY283" fmla="*/ 956761 h 1031629"/>
              <a:gd name="connsiteX284" fmla="*/ 3486660 w 6312643"/>
              <a:gd name="connsiteY284" fmla="*/ 954489 h 1031629"/>
              <a:gd name="connsiteX285" fmla="*/ 3488273 w 6312643"/>
              <a:gd name="connsiteY285" fmla="*/ 953160 h 1031629"/>
              <a:gd name="connsiteX286" fmla="*/ 4922322 w 6312643"/>
              <a:gd name="connsiteY286" fmla="*/ 952511 h 1031629"/>
              <a:gd name="connsiteX287" fmla="*/ 4922102 w 6312643"/>
              <a:gd name="connsiteY287" fmla="*/ 956761 h 1031629"/>
              <a:gd name="connsiteX288" fmla="*/ 4919500 w 6312643"/>
              <a:gd name="connsiteY288" fmla="*/ 954489 h 1031629"/>
              <a:gd name="connsiteX289" fmla="*/ 4921113 w 6312643"/>
              <a:gd name="connsiteY289" fmla="*/ 953160 h 1031629"/>
              <a:gd name="connsiteX290" fmla="*/ 6216638 w 6312643"/>
              <a:gd name="connsiteY290" fmla="*/ 952451 h 1031629"/>
              <a:gd name="connsiteX291" fmla="*/ 6216418 w 6312643"/>
              <a:gd name="connsiteY291" fmla="*/ 956614 h 1031629"/>
              <a:gd name="connsiteX292" fmla="*/ 6213890 w 6312643"/>
              <a:gd name="connsiteY292" fmla="*/ 954429 h 1031629"/>
              <a:gd name="connsiteX293" fmla="*/ 6215465 w 6312643"/>
              <a:gd name="connsiteY293" fmla="*/ 953102 h 1031629"/>
              <a:gd name="connsiteX294" fmla="*/ 6246282 w 6312643"/>
              <a:gd name="connsiteY294" fmla="*/ 952451 h 1031629"/>
              <a:gd name="connsiteX295" fmla="*/ 6248224 w 6312643"/>
              <a:gd name="connsiteY295" fmla="*/ 953396 h 1031629"/>
              <a:gd name="connsiteX296" fmla="*/ 6246062 w 6312643"/>
              <a:gd name="connsiteY296" fmla="*/ 956348 h 1031629"/>
              <a:gd name="connsiteX297" fmla="*/ 6244194 w 6312643"/>
              <a:gd name="connsiteY297" fmla="*/ 954312 h 1031629"/>
              <a:gd name="connsiteX298" fmla="*/ 3176687 w 6312643"/>
              <a:gd name="connsiteY298" fmla="*/ 952422 h 1031629"/>
              <a:gd name="connsiteX299" fmla="*/ 3179009 w 6312643"/>
              <a:gd name="connsiteY299" fmla="*/ 952924 h 1031629"/>
              <a:gd name="connsiteX300" fmla="*/ 3181611 w 6312643"/>
              <a:gd name="connsiteY300" fmla="*/ 957470 h 1031629"/>
              <a:gd name="connsiteX301" fmla="*/ 3182746 w 6312643"/>
              <a:gd name="connsiteY301" fmla="*/ 957470 h 1031629"/>
              <a:gd name="connsiteX302" fmla="*/ 3183149 w 6312643"/>
              <a:gd name="connsiteY302" fmla="*/ 958297 h 1031629"/>
              <a:gd name="connsiteX303" fmla="*/ 3187730 w 6312643"/>
              <a:gd name="connsiteY303" fmla="*/ 962371 h 1031629"/>
              <a:gd name="connsiteX304" fmla="*/ 3185348 w 6312643"/>
              <a:gd name="connsiteY304" fmla="*/ 962667 h 1031629"/>
              <a:gd name="connsiteX305" fmla="*/ 3183149 w 6312643"/>
              <a:gd name="connsiteY305" fmla="*/ 958297 h 1031629"/>
              <a:gd name="connsiteX306" fmla="*/ 3181940 w 6312643"/>
              <a:gd name="connsiteY306" fmla="*/ 958238 h 1031629"/>
              <a:gd name="connsiteX307" fmla="*/ 3181611 w 6312643"/>
              <a:gd name="connsiteY307" fmla="*/ 957470 h 1031629"/>
              <a:gd name="connsiteX308" fmla="*/ 3179631 w 6312643"/>
              <a:gd name="connsiteY308" fmla="*/ 957381 h 1031629"/>
              <a:gd name="connsiteX309" fmla="*/ 3179631 w 6312643"/>
              <a:gd name="connsiteY309" fmla="*/ 957411 h 1031629"/>
              <a:gd name="connsiteX310" fmla="*/ 3162665 w 6312643"/>
              <a:gd name="connsiteY310" fmla="*/ 963729 h 1031629"/>
              <a:gd name="connsiteX311" fmla="*/ 3155997 w 6312643"/>
              <a:gd name="connsiteY311" fmla="*/ 962755 h 1031629"/>
              <a:gd name="connsiteX312" fmla="*/ 3156670 w 6312643"/>
              <a:gd name="connsiteY312" fmla="*/ 961074 h 1031629"/>
              <a:gd name="connsiteX313" fmla="*/ 3157604 w 6312643"/>
              <a:gd name="connsiteY313" fmla="*/ 960718 h 1031629"/>
              <a:gd name="connsiteX314" fmla="*/ 3171051 w 6312643"/>
              <a:gd name="connsiteY314" fmla="*/ 957855 h 1031629"/>
              <a:gd name="connsiteX315" fmla="*/ 3201902 w 6312643"/>
              <a:gd name="connsiteY315" fmla="*/ 952257 h 1031629"/>
              <a:gd name="connsiteX316" fmla="*/ 3209735 w 6312643"/>
              <a:gd name="connsiteY316" fmla="*/ 953141 h 1031629"/>
              <a:gd name="connsiteX317" fmla="*/ 3204659 w 6312643"/>
              <a:gd name="connsiteY317" fmla="*/ 957293 h 1031629"/>
              <a:gd name="connsiteX318" fmla="*/ 3202827 w 6312643"/>
              <a:gd name="connsiteY318" fmla="*/ 957205 h 1031629"/>
              <a:gd name="connsiteX319" fmla="*/ 3200079 w 6312643"/>
              <a:gd name="connsiteY319" fmla="*/ 955728 h 1031629"/>
              <a:gd name="connsiteX320" fmla="*/ 4904090 w 6312643"/>
              <a:gd name="connsiteY320" fmla="*/ 952189 h 1031629"/>
              <a:gd name="connsiteX321" fmla="*/ 4908434 w 6312643"/>
              <a:gd name="connsiteY321" fmla="*/ 953810 h 1031629"/>
              <a:gd name="connsiteX322" fmla="*/ 4902315 w 6312643"/>
              <a:gd name="connsiteY322" fmla="*/ 957647 h 1031629"/>
              <a:gd name="connsiteX323" fmla="*/ 4902066 w 6312643"/>
              <a:gd name="connsiteY323" fmla="*/ 957498 h 1031629"/>
              <a:gd name="connsiteX324" fmla="*/ 1143875 w 6312643"/>
              <a:gd name="connsiteY324" fmla="*/ 951773 h 1031629"/>
              <a:gd name="connsiteX325" fmla="*/ 1149336 w 6312643"/>
              <a:gd name="connsiteY325" fmla="*/ 953810 h 1031629"/>
              <a:gd name="connsiteX326" fmla="*/ 1143216 w 6312643"/>
              <a:gd name="connsiteY326" fmla="*/ 957647 h 1031629"/>
              <a:gd name="connsiteX327" fmla="*/ 1137939 w 6312643"/>
              <a:gd name="connsiteY327" fmla="*/ 954458 h 1031629"/>
              <a:gd name="connsiteX328" fmla="*/ 1143619 w 6312643"/>
              <a:gd name="connsiteY328" fmla="*/ 951773 h 1031629"/>
              <a:gd name="connsiteX329" fmla="*/ 1143875 w 6312643"/>
              <a:gd name="connsiteY329" fmla="*/ 951773 h 1031629"/>
              <a:gd name="connsiteX330" fmla="*/ 3470134 w 6312643"/>
              <a:gd name="connsiteY330" fmla="*/ 951773 h 1031629"/>
              <a:gd name="connsiteX331" fmla="*/ 3475594 w 6312643"/>
              <a:gd name="connsiteY331" fmla="*/ 953810 h 1031629"/>
              <a:gd name="connsiteX332" fmla="*/ 3469475 w 6312643"/>
              <a:gd name="connsiteY332" fmla="*/ 957647 h 1031629"/>
              <a:gd name="connsiteX333" fmla="*/ 3464198 w 6312643"/>
              <a:gd name="connsiteY333" fmla="*/ 954458 h 1031629"/>
              <a:gd name="connsiteX334" fmla="*/ 3469878 w 6312643"/>
              <a:gd name="connsiteY334" fmla="*/ 951773 h 1031629"/>
              <a:gd name="connsiteX335" fmla="*/ 3470134 w 6312643"/>
              <a:gd name="connsiteY335" fmla="*/ 951773 h 1031629"/>
              <a:gd name="connsiteX336" fmla="*/ 4842806 w 6312643"/>
              <a:gd name="connsiteY336" fmla="*/ 951714 h 1031629"/>
              <a:gd name="connsiteX337" fmla="*/ 4848596 w 6312643"/>
              <a:gd name="connsiteY337" fmla="*/ 953219 h 1031629"/>
              <a:gd name="connsiteX338" fmla="*/ 4846580 w 6312643"/>
              <a:gd name="connsiteY338" fmla="*/ 958622 h 1031629"/>
              <a:gd name="connsiteX339" fmla="*/ 4846035 w 6312643"/>
              <a:gd name="connsiteY339" fmla="*/ 959697 h 1031629"/>
              <a:gd name="connsiteX340" fmla="*/ 4835207 w 6312643"/>
              <a:gd name="connsiteY340" fmla="*/ 963729 h 1031629"/>
              <a:gd name="connsiteX341" fmla="*/ 4828538 w 6312643"/>
              <a:gd name="connsiteY341" fmla="*/ 962755 h 1031629"/>
              <a:gd name="connsiteX342" fmla="*/ 4831153 w 6312643"/>
              <a:gd name="connsiteY342" fmla="*/ 956225 h 1031629"/>
              <a:gd name="connsiteX343" fmla="*/ 4841927 w 6312643"/>
              <a:gd name="connsiteY343" fmla="*/ 951920 h 1031629"/>
              <a:gd name="connsiteX344" fmla="*/ 4842806 w 6312643"/>
              <a:gd name="connsiteY344" fmla="*/ 951714 h 1031629"/>
              <a:gd name="connsiteX345" fmla="*/ 3092200 w 6312643"/>
              <a:gd name="connsiteY345" fmla="*/ 951507 h 1031629"/>
              <a:gd name="connsiteX346" fmla="*/ 3092195 w 6312643"/>
              <a:gd name="connsiteY346" fmla="*/ 951512 h 1031629"/>
              <a:gd name="connsiteX347" fmla="*/ 3094472 w 6312643"/>
              <a:gd name="connsiteY347" fmla="*/ 951684 h 1031629"/>
              <a:gd name="connsiteX348" fmla="*/ 3096488 w 6312643"/>
              <a:gd name="connsiteY348" fmla="*/ 953072 h 1031629"/>
              <a:gd name="connsiteX349" fmla="*/ 3098357 w 6312643"/>
              <a:gd name="connsiteY349" fmla="*/ 955226 h 1031629"/>
              <a:gd name="connsiteX350" fmla="*/ 3097001 w 6312643"/>
              <a:gd name="connsiteY350" fmla="*/ 956436 h 1031629"/>
              <a:gd name="connsiteX351" fmla="*/ 3095572 w 6312643"/>
              <a:gd name="connsiteY351" fmla="*/ 957205 h 1031629"/>
              <a:gd name="connsiteX352" fmla="*/ 3085462 w 6312643"/>
              <a:gd name="connsiteY352" fmla="*/ 957673 h 1031629"/>
              <a:gd name="connsiteX353" fmla="*/ 3085458 w 6312643"/>
              <a:gd name="connsiteY353" fmla="*/ 957677 h 1031629"/>
              <a:gd name="connsiteX354" fmla="*/ 3085386 w 6312643"/>
              <a:gd name="connsiteY354" fmla="*/ 957677 h 1031629"/>
              <a:gd name="connsiteX355" fmla="*/ 3085312 w 6312643"/>
              <a:gd name="connsiteY355" fmla="*/ 958149 h 1031629"/>
              <a:gd name="connsiteX356" fmla="*/ 3084725 w 6312643"/>
              <a:gd name="connsiteY356" fmla="*/ 958149 h 1031629"/>
              <a:gd name="connsiteX357" fmla="*/ 3084688 w 6312643"/>
              <a:gd name="connsiteY357" fmla="*/ 958150 h 1031629"/>
              <a:gd name="connsiteX358" fmla="*/ 3077067 w 6312643"/>
              <a:gd name="connsiteY358" fmla="*/ 964260 h 1031629"/>
              <a:gd name="connsiteX359" fmla="*/ 3075345 w 6312643"/>
              <a:gd name="connsiteY359" fmla="*/ 964172 h 1031629"/>
              <a:gd name="connsiteX360" fmla="*/ 3065378 w 6312643"/>
              <a:gd name="connsiteY360" fmla="*/ 962282 h 1031629"/>
              <a:gd name="connsiteX361" fmla="*/ 3064975 w 6312643"/>
              <a:gd name="connsiteY361" fmla="*/ 960512 h 1031629"/>
              <a:gd name="connsiteX362" fmla="*/ 3067760 w 6312643"/>
              <a:gd name="connsiteY362" fmla="*/ 958622 h 1031629"/>
              <a:gd name="connsiteX363" fmla="*/ 3084688 w 6312643"/>
              <a:gd name="connsiteY363" fmla="*/ 958150 h 1031629"/>
              <a:gd name="connsiteX364" fmla="*/ 3084689 w 6312643"/>
              <a:gd name="connsiteY364" fmla="*/ 958149 h 1031629"/>
              <a:gd name="connsiteX365" fmla="*/ 3084725 w 6312643"/>
              <a:gd name="connsiteY365" fmla="*/ 958149 h 1031629"/>
              <a:gd name="connsiteX366" fmla="*/ 3084872 w 6312643"/>
              <a:gd name="connsiteY366" fmla="*/ 957677 h 1031629"/>
              <a:gd name="connsiteX367" fmla="*/ 3085386 w 6312643"/>
              <a:gd name="connsiteY367" fmla="*/ 957677 h 1031629"/>
              <a:gd name="connsiteX368" fmla="*/ 3085462 w 6312643"/>
              <a:gd name="connsiteY368" fmla="*/ 957673 h 1031629"/>
              <a:gd name="connsiteX369" fmla="*/ 3092195 w 6312643"/>
              <a:gd name="connsiteY369" fmla="*/ 951512 h 1031629"/>
              <a:gd name="connsiteX370" fmla="*/ 3092127 w 6312643"/>
              <a:gd name="connsiteY370" fmla="*/ 951507 h 1031629"/>
              <a:gd name="connsiteX371" fmla="*/ 6197583 w 6312643"/>
              <a:gd name="connsiteY371" fmla="*/ 951507 h 1031629"/>
              <a:gd name="connsiteX372" fmla="*/ 6197578 w 6312643"/>
              <a:gd name="connsiteY372" fmla="*/ 951512 h 1031629"/>
              <a:gd name="connsiteX373" fmla="*/ 6199855 w 6312643"/>
              <a:gd name="connsiteY373" fmla="*/ 951684 h 1031629"/>
              <a:gd name="connsiteX374" fmla="*/ 6201870 w 6312643"/>
              <a:gd name="connsiteY374" fmla="*/ 953072 h 1031629"/>
              <a:gd name="connsiteX375" fmla="*/ 6203739 w 6312643"/>
              <a:gd name="connsiteY375" fmla="*/ 955226 h 1031629"/>
              <a:gd name="connsiteX376" fmla="*/ 6202384 w 6312643"/>
              <a:gd name="connsiteY376" fmla="*/ 956436 h 1031629"/>
              <a:gd name="connsiteX377" fmla="*/ 6200955 w 6312643"/>
              <a:gd name="connsiteY377" fmla="*/ 957205 h 1031629"/>
              <a:gd name="connsiteX378" fmla="*/ 6190845 w 6312643"/>
              <a:gd name="connsiteY378" fmla="*/ 957673 h 1031629"/>
              <a:gd name="connsiteX379" fmla="*/ 6190840 w 6312643"/>
              <a:gd name="connsiteY379" fmla="*/ 957677 h 1031629"/>
              <a:gd name="connsiteX380" fmla="*/ 6190768 w 6312643"/>
              <a:gd name="connsiteY380" fmla="*/ 957677 h 1031629"/>
              <a:gd name="connsiteX381" fmla="*/ 6190695 w 6312643"/>
              <a:gd name="connsiteY381" fmla="*/ 958149 h 1031629"/>
              <a:gd name="connsiteX382" fmla="*/ 6190108 w 6312643"/>
              <a:gd name="connsiteY382" fmla="*/ 958149 h 1031629"/>
              <a:gd name="connsiteX383" fmla="*/ 6190070 w 6312643"/>
              <a:gd name="connsiteY383" fmla="*/ 958150 h 1031629"/>
              <a:gd name="connsiteX384" fmla="*/ 6182449 w 6312643"/>
              <a:gd name="connsiteY384" fmla="*/ 964260 h 1031629"/>
              <a:gd name="connsiteX385" fmla="*/ 6180727 w 6312643"/>
              <a:gd name="connsiteY385" fmla="*/ 964172 h 1031629"/>
              <a:gd name="connsiteX386" fmla="*/ 6170760 w 6312643"/>
              <a:gd name="connsiteY386" fmla="*/ 962282 h 1031629"/>
              <a:gd name="connsiteX387" fmla="*/ 6170357 w 6312643"/>
              <a:gd name="connsiteY387" fmla="*/ 960512 h 1031629"/>
              <a:gd name="connsiteX388" fmla="*/ 6173142 w 6312643"/>
              <a:gd name="connsiteY388" fmla="*/ 958622 h 1031629"/>
              <a:gd name="connsiteX389" fmla="*/ 6190070 w 6312643"/>
              <a:gd name="connsiteY389" fmla="*/ 958150 h 1031629"/>
              <a:gd name="connsiteX390" fmla="*/ 6190071 w 6312643"/>
              <a:gd name="connsiteY390" fmla="*/ 958149 h 1031629"/>
              <a:gd name="connsiteX391" fmla="*/ 6190108 w 6312643"/>
              <a:gd name="connsiteY391" fmla="*/ 958149 h 1031629"/>
              <a:gd name="connsiteX392" fmla="*/ 6190255 w 6312643"/>
              <a:gd name="connsiteY392" fmla="*/ 957677 h 1031629"/>
              <a:gd name="connsiteX393" fmla="*/ 6190768 w 6312643"/>
              <a:gd name="connsiteY393" fmla="*/ 957677 h 1031629"/>
              <a:gd name="connsiteX394" fmla="*/ 6190845 w 6312643"/>
              <a:gd name="connsiteY394" fmla="*/ 957673 h 1031629"/>
              <a:gd name="connsiteX395" fmla="*/ 6197578 w 6312643"/>
              <a:gd name="connsiteY395" fmla="*/ 951512 h 1031629"/>
              <a:gd name="connsiteX396" fmla="*/ 6197509 w 6312643"/>
              <a:gd name="connsiteY396" fmla="*/ 951507 h 1031629"/>
              <a:gd name="connsiteX397" fmla="*/ 6275524 w 6312643"/>
              <a:gd name="connsiteY397" fmla="*/ 951004 h 1031629"/>
              <a:gd name="connsiteX398" fmla="*/ 6284392 w 6312643"/>
              <a:gd name="connsiteY398" fmla="*/ 952924 h 1031629"/>
              <a:gd name="connsiteX399" fmla="*/ 6286993 w 6312643"/>
              <a:gd name="connsiteY399" fmla="*/ 957470 h 1031629"/>
              <a:gd name="connsiteX400" fmla="*/ 6288129 w 6312643"/>
              <a:gd name="connsiteY400" fmla="*/ 957470 h 1031629"/>
              <a:gd name="connsiteX401" fmla="*/ 6288531 w 6312643"/>
              <a:gd name="connsiteY401" fmla="*/ 958297 h 1031629"/>
              <a:gd name="connsiteX402" fmla="*/ 6293113 w 6312643"/>
              <a:gd name="connsiteY402" fmla="*/ 962371 h 1031629"/>
              <a:gd name="connsiteX403" fmla="*/ 6290731 w 6312643"/>
              <a:gd name="connsiteY403" fmla="*/ 962667 h 1031629"/>
              <a:gd name="connsiteX404" fmla="*/ 6288531 w 6312643"/>
              <a:gd name="connsiteY404" fmla="*/ 958297 h 1031629"/>
              <a:gd name="connsiteX405" fmla="*/ 6287322 w 6312643"/>
              <a:gd name="connsiteY405" fmla="*/ 958238 h 1031629"/>
              <a:gd name="connsiteX406" fmla="*/ 6286993 w 6312643"/>
              <a:gd name="connsiteY406" fmla="*/ 957470 h 1031629"/>
              <a:gd name="connsiteX407" fmla="*/ 6285014 w 6312643"/>
              <a:gd name="connsiteY407" fmla="*/ 957381 h 1031629"/>
              <a:gd name="connsiteX408" fmla="*/ 6285014 w 6312643"/>
              <a:gd name="connsiteY408" fmla="*/ 957411 h 1031629"/>
              <a:gd name="connsiteX409" fmla="*/ 6268048 w 6312643"/>
              <a:gd name="connsiteY409" fmla="*/ 963729 h 1031629"/>
              <a:gd name="connsiteX410" fmla="*/ 6261380 w 6312643"/>
              <a:gd name="connsiteY410" fmla="*/ 962755 h 1031629"/>
              <a:gd name="connsiteX411" fmla="*/ 6264311 w 6312643"/>
              <a:gd name="connsiteY411" fmla="*/ 955434 h 1031629"/>
              <a:gd name="connsiteX412" fmla="*/ 6275524 w 6312643"/>
              <a:gd name="connsiteY412" fmla="*/ 951004 h 1031629"/>
              <a:gd name="connsiteX413" fmla="*/ 807197 w 6312643"/>
              <a:gd name="connsiteY413" fmla="*/ 938635 h 1031629"/>
              <a:gd name="connsiteX414" fmla="*/ 808406 w 6312643"/>
              <a:gd name="connsiteY414" fmla="*/ 938695 h 1031629"/>
              <a:gd name="connsiteX415" fmla="*/ 814819 w 6312643"/>
              <a:gd name="connsiteY415" fmla="*/ 944097 h 1031629"/>
              <a:gd name="connsiteX416" fmla="*/ 807930 w 6312643"/>
              <a:gd name="connsiteY416" fmla="*/ 950562 h 1031629"/>
              <a:gd name="connsiteX417" fmla="*/ 805694 w 6312643"/>
              <a:gd name="connsiteY417" fmla="*/ 950237 h 1031629"/>
              <a:gd name="connsiteX418" fmla="*/ 801151 w 6312643"/>
              <a:gd name="connsiteY418" fmla="*/ 942945 h 1031629"/>
              <a:gd name="connsiteX419" fmla="*/ 807197 w 6312643"/>
              <a:gd name="connsiteY419" fmla="*/ 938635 h 1031629"/>
              <a:gd name="connsiteX420" fmla="*/ 256741 w 6312643"/>
              <a:gd name="connsiteY420" fmla="*/ 764958 h 1031629"/>
              <a:gd name="connsiteX421" fmla="*/ 260918 w 6312643"/>
              <a:gd name="connsiteY421" fmla="*/ 766227 h 1031629"/>
              <a:gd name="connsiteX422" fmla="*/ 258572 w 6312643"/>
              <a:gd name="connsiteY422" fmla="*/ 767940 h 1031629"/>
              <a:gd name="connsiteX423" fmla="*/ 256521 w 6312643"/>
              <a:gd name="connsiteY423" fmla="*/ 766995 h 1031629"/>
              <a:gd name="connsiteX424" fmla="*/ 280669 w 6312643"/>
              <a:gd name="connsiteY424" fmla="*/ 750433 h 1031629"/>
              <a:gd name="connsiteX425" fmla="*/ 283234 w 6312643"/>
              <a:gd name="connsiteY425" fmla="*/ 752795 h 1031629"/>
              <a:gd name="connsiteX426" fmla="*/ 286266 w 6312643"/>
              <a:gd name="connsiteY426" fmla="*/ 759666 h 1031629"/>
              <a:gd name="connsiteX427" fmla="*/ 288700 w 6312643"/>
              <a:gd name="connsiteY427" fmla="*/ 760588 h 1031629"/>
              <a:gd name="connsiteX428" fmla="*/ 283395 w 6312643"/>
              <a:gd name="connsiteY428" fmla="*/ 762071 h 1031629"/>
              <a:gd name="connsiteX429" fmla="*/ 290581 w 6312643"/>
              <a:gd name="connsiteY429" fmla="*/ 769323 h 1031629"/>
              <a:gd name="connsiteX430" fmla="*/ 287301 w 6312643"/>
              <a:gd name="connsiteY430" fmla="*/ 769296 h 1031629"/>
              <a:gd name="connsiteX431" fmla="*/ 278251 w 6312643"/>
              <a:gd name="connsiteY431" fmla="*/ 752795 h 1031629"/>
              <a:gd name="connsiteX432" fmla="*/ 195628 w 6312643"/>
              <a:gd name="connsiteY432" fmla="*/ 665661 h 1031629"/>
              <a:gd name="connsiteX433" fmla="*/ 204532 w 6312643"/>
              <a:gd name="connsiteY433" fmla="*/ 675699 h 1031629"/>
              <a:gd name="connsiteX434" fmla="*/ 199219 w 6312643"/>
              <a:gd name="connsiteY434" fmla="*/ 690460 h 1031629"/>
              <a:gd name="connsiteX435" fmla="*/ 205948 w 6312643"/>
              <a:gd name="connsiteY435" fmla="*/ 696230 h 1031629"/>
              <a:gd name="connsiteX436" fmla="*/ 200859 w 6312643"/>
              <a:gd name="connsiteY436" fmla="*/ 696230 h 1031629"/>
              <a:gd name="connsiteX437" fmla="*/ 193898 w 6312643"/>
              <a:gd name="connsiteY437" fmla="*/ 706180 h 1031629"/>
              <a:gd name="connsiteX438" fmla="*/ 201409 w 6312643"/>
              <a:gd name="connsiteY438" fmla="*/ 715980 h 1031629"/>
              <a:gd name="connsiteX439" fmla="*/ 208225 w 6312643"/>
              <a:gd name="connsiteY439" fmla="*/ 722505 h 1031629"/>
              <a:gd name="connsiteX440" fmla="*/ 200493 w 6312643"/>
              <a:gd name="connsiteY440" fmla="*/ 729176 h 1031629"/>
              <a:gd name="connsiteX441" fmla="*/ 198258 w 6312643"/>
              <a:gd name="connsiteY441" fmla="*/ 729088 h 1031629"/>
              <a:gd name="connsiteX442" fmla="*/ 194703 w 6312643"/>
              <a:gd name="connsiteY442" fmla="*/ 728942 h 1031629"/>
              <a:gd name="connsiteX443" fmla="*/ 186239 w 6312643"/>
              <a:gd name="connsiteY443" fmla="*/ 729384 h 1031629"/>
              <a:gd name="connsiteX444" fmla="*/ 177738 w 6312643"/>
              <a:gd name="connsiteY444" fmla="*/ 729826 h 1031629"/>
              <a:gd name="connsiteX445" fmla="*/ 168215 w 6312643"/>
              <a:gd name="connsiteY445" fmla="*/ 728549 h 1031629"/>
              <a:gd name="connsiteX446" fmla="*/ 169941 w 6312643"/>
              <a:gd name="connsiteY446" fmla="*/ 728012 h 1031629"/>
              <a:gd name="connsiteX447" fmla="*/ 191854 w 6312643"/>
              <a:gd name="connsiteY447" fmla="*/ 725709 h 1031629"/>
              <a:gd name="connsiteX448" fmla="*/ 196800 w 6312643"/>
              <a:gd name="connsiteY448" fmla="*/ 718092 h 1031629"/>
              <a:gd name="connsiteX449" fmla="*/ 189472 w 6312643"/>
              <a:gd name="connsiteY449" fmla="*/ 703392 h 1031629"/>
              <a:gd name="connsiteX450" fmla="*/ 186247 w 6312643"/>
              <a:gd name="connsiteY450" fmla="*/ 700969 h 1031629"/>
              <a:gd name="connsiteX451" fmla="*/ 180861 w 6312643"/>
              <a:gd name="connsiteY451" fmla="*/ 703715 h 1031629"/>
              <a:gd name="connsiteX452" fmla="*/ 178076 w 6312643"/>
              <a:gd name="connsiteY452" fmla="*/ 704660 h 1031629"/>
              <a:gd name="connsiteX453" fmla="*/ 175511 w 6312643"/>
              <a:gd name="connsiteY453" fmla="*/ 702033 h 1031629"/>
              <a:gd name="connsiteX454" fmla="*/ 174485 w 6312643"/>
              <a:gd name="connsiteY454" fmla="*/ 692674 h 1031629"/>
              <a:gd name="connsiteX455" fmla="*/ 158142 w 6312643"/>
              <a:gd name="connsiteY455" fmla="*/ 678386 h 1031629"/>
              <a:gd name="connsiteX456" fmla="*/ 157739 w 6312643"/>
              <a:gd name="connsiteY456" fmla="*/ 678386 h 1031629"/>
              <a:gd name="connsiteX457" fmla="*/ 157592 w 6312643"/>
              <a:gd name="connsiteY457" fmla="*/ 678386 h 1031629"/>
              <a:gd name="connsiteX458" fmla="*/ 155394 w 6312643"/>
              <a:gd name="connsiteY458" fmla="*/ 674253 h 1031629"/>
              <a:gd name="connsiteX459" fmla="*/ 158252 w 6312643"/>
              <a:gd name="connsiteY459" fmla="*/ 672363 h 1031629"/>
              <a:gd name="connsiteX460" fmla="*/ 161843 w 6312643"/>
              <a:gd name="connsiteY460" fmla="*/ 672540 h 1031629"/>
              <a:gd name="connsiteX461" fmla="*/ 193760 w 6312643"/>
              <a:gd name="connsiteY461" fmla="*/ 665809 h 1031629"/>
              <a:gd name="connsiteX462" fmla="*/ 195628 w 6312643"/>
              <a:gd name="connsiteY462" fmla="*/ 665661 h 1031629"/>
              <a:gd name="connsiteX463" fmla="*/ 234791 w 6312643"/>
              <a:gd name="connsiteY463" fmla="*/ 583397 h 1031629"/>
              <a:gd name="connsiteX464" fmla="*/ 237100 w 6312643"/>
              <a:gd name="connsiteY464" fmla="*/ 583663 h 1031629"/>
              <a:gd name="connsiteX465" fmla="*/ 232593 w 6312643"/>
              <a:gd name="connsiteY465" fmla="*/ 587796 h 1031629"/>
              <a:gd name="connsiteX466" fmla="*/ 232263 w 6312643"/>
              <a:gd name="connsiteY466" fmla="*/ 588446 h 1031629"/>
              <a:gd name="connsiteX467" fmla="*/ 231603 w 6312643"/>
              <a:gd name="connsiteY467" fmla="*/ 587885 h 1031629"/>
              <a:gd name="connsiteX468" fmla="*/ 232556 w 6312643"/>
              <a:gd name="connsiteY468" fmla="*/ 587796 h 1031629"/>
              <a:gd name="connsiteX469" fmla="*/ 234755 w 6312643"/>
              <a:gd name="connsiteY469" fmla="*/ 583397 h 1031629"/>
              <a:gd name="connsiteX470" fmla="*/ 180547 w 6312643"/>
              <a:gd name="connsiteY470" fmla="*/ 470546 h 1031629"/>
              <a:gd name="connsiteX471" fmla="*/ 180327 w 6312643"/>
              <a:gd name="connsiteY471" fmla="*/ 470895 h 1031629"/>
              <a:gd name="connsiteX472" fmla="*/ 180759 w 6312643"/>
              <a:gd name="connsiteY472" fmla="*/ 470640 h 1031629"/>
              <a:gd name="connsiteX473" fmla="*/ 276613 w 6312643"/>
              <a:gd name="connsiteY473" fmla="*/ 456687 h 1031629"/>
              <a:gd name="connsiteX474" fmla="*/ 289325 w 6312643"/>
              <a:gd name="connsiteY474" fmla="*/ 456951 h 1031629"/>
              <a:gd name="connsiteX475" fmla="*/ 289325 w 6312643"/>
              <a:gd name="connsiteY475" fmla="*/ 462725 h 1031629"/>
              <a:gd name="connsiteX476" fmla="*/ 275520 w 6312643"/>
              <a:gd name="connsiteY476" fmla="*/ 457511 h 1031629"/>
              <a:gd name="connsiteX477" fmla="*/ 265580 w 6312643"/>
              <a:gd name="connsiteY477" fmla="*/ 443183 h 1031629"/>
              <a:gd name="connsiteX478" fmla="*/ 265910 w 6312643"/>
              <a:gd name="connsiteY478" fmla="*/ 443833 h 1031629"/>
              <a:gd name="connsiteX479" fmla="*/ 270417 w 6312643"/>
              <a:gd name="connsiteY479" fmla="*/ 447966 h 1031629"/>
              <a:gd name="connsiteX480" fmla="*/ 268108 w 6312643"/>
              <a:gd name="connsiteY480" fmla="*/ 448232 h 1031629"/>
              <a:gd name="connsiteX481" fmla="*/ 268072 w 6312643"/>
              <a:gd name="connsiteY481" fmla="*/ 448232 h 1031629"/>
              <a:gd name="connsiteX482" fmla="*/ 265873 w 6312643"/>
              <a:gd name="connsiteY482" fmla="*/ 443833 h 1031629"/>
              <a:gd name="connsiteX483" fmla="*/ 264921 w 6312643"/>
              <a:gd name="connsiteY483" fmla="*/ 443745 h 1031629"/>
              <a:gd name="connsiteX484" fmla="*/ 257009 w 6312643"/>
              <a:gd name="connsiteY484" fmla="*/ 433269 h 1031629"/>
              <a:gd name="connsiteX485" fmla="*/ 256909 w 6312643"/>
              <a:gd name="connsiteY485" fmla="*/ 433544 h 1031629"/>
              <a:gd name="connsiteX486" fmla="*/ 257323 w 6312643"/>
              <a:gd name="connsiteY486" fmla="*/ 433430 h 1031629"/>
              <a:gd name="connsiteX487" fmla="*/ 233811 w 6312643"/>
              <a:gd name="connsiteY487" fmla="*/ 302453 h 1031629"/>
              <a:gd name="connsiteX488" fmla="*/ 235362 w 6312643"/>
              <a:gd name="connsiteY488" fmla="*/ 303792 h 1031629"/>
              <a:gd name="connsiteX489" fmla="*/ 234974 w 6312643"/>
              <a:gd name="connsiteY489" fmla="*/ 303914 h 1031629"/>
              <a:gd name="connsiteX490" fmla="*/ 232472 w 6312643"/>
              <a:gd name="connsiteY490" fmla="*/ 302506 h 1031629"/>
              <a:gd name="connsiteX491" fmla="*/ 211055 w 6312643"/>
              <a:gd name="connsiteY491" fmla="*/ 301803 h 1031629"/>
              <a:gd name="connsiteX492" fmla="*/ 211873 w 6312643"/>
              <a:gd name="connsiteY492" fmla="*/ 301847 h 1031629"/>
              <a:gd name="connsiteX493" fmla="*/ 213167 w 6312643"/>
              <a:gd name="connsiteY493" fmla="*/ 305973 h 1031629"/>
              <a:gd name="connsiteX494" fmla="*/ 212329 w 6312643"/>
              <a:gd name="connsiteY494" fmla="*/ 311058 h 1031629"/>
              <a:gd name="connsiteX495" fmla="*/ 198294 w 6312643"/>
              <a:gd name="connsiteY495" fmla="*/ 313390 h 1031629"/>
              <a:gd name="connsiteX496" fmla="*/ 165902 w 6312643"/>
              <a:gd name="connsiteY496" fmla="*/ 341170 h 1031629"/>
              <a:gd name="connsiteX497" fmla="*/ 171215 w 6312643"/>
              <a:gd name="connsiteY497" fmla="*/ 355931 h 1031629"/>
              <a:gd name="connsiteX498" fmla="*/ 162311 w 6312643"/>
              <a:gd name="connsiteY498" fmla="*/ 365968 h 1031629"/>
              <a:gd name="connsiteX499" fmla="*/ 160442 w 6312643"/>
              <a:gd name="connsiteY499" fmla="*/ 365820 h 1031629"/>
              <a:gd name="connsiteX500" fmla="*/ 128526 w 6312643"/>
              <a:gd name="connsiteY500" fmla="*/ 359089 h 1031629"/>
              <a:gd name="connsiteX501" fmla="*/ 124935 w 6312643"/>
              <a:gd name="connsiteY501" fmla="*/ 359266 h 1031629"/>
              <a:gd name="connsiteX502" fmla="*/ 122077 w 6312643"/>
              <a:gd name="connsiteY502" fmla="*/ 357378 h 1031629"/>
              <a:gd name="connsiteX503" fmla="*/ 124275 w 6312643"/>
              <a:gd name="connsiteY503" fmla="*/ 353244 h 1031629"/>
              <a:gd name="connsiteX504" fmla="*/ 124421 w 6312643"/>
              <a:gd name="connsiteY504" fmla="*/ 353244 h 1031629"/>
              <a:gd name="connsiteX505" fmla="*/ 124824 w 6312643"/>
              <a:gd name="connsiteY505" fmla="*/ 353244 h 1031629"/>
              <a:gd name="connsiteX506" fmla="*/ 141168 w 6312643"/>
              <a:gd name="connsiteY506" fmla="*/ 338956 h 1031629"/>
              <a:gd name="connsiteX507" fmla="*/ 142194 w 6312643"/>
              <a:gd name="connsiteY507" fmla="*/ 329598 h 1031629"/>
              <a:gd name="connsiteX508" fmla="*/ 144759 w 6312643"/>
              <a:gd name="connsiteY508" fmla="*/ 326970 h 1031629"/>
              <a:gd name="connsiteX509" fmla="*/ 147544 w 6312643"/>
              <a:gd name="connsiteY509" fmla="*/ 327914 h 1031629"/>
              <a:gd name="connsiteX510" fmla="*/ 152930 w 6312643"/>
              <a:gd name="connsiteY510" fmla="*/ 330660 h 1031629"/>
              <a:gd name="connsiteX511" fmla="*/ 156155 w 6312643"/>
              <a:gd name="connsiteY511" fmla="*/ 328239 h 1031629"/>
              <a:gd name="connsiteX512" fmla="*/ 163483 w 6312643"/>
              <a:gd name="connsiteY512" fmla="*/ 313537 h 1031629"/>
              <a:gd name="connsiteX513" fmla="*/ 159651 w 6312643"/>
              <a:gd name="connsiteY513" fmla="*/ 307637 h 1031629"/>
              <a:gd name="connsiteX514" fmla="*/ 175768 w 6312643"/>
              <a:gd name="connsiteY514" fmla="*/ 308978 h 1031629"/>
              <a:gd name="connsiteX515" fmla="*/ 192623 w 6312643"/>
              <a:gd name="connsiteY515" fmla="*/ 308387 h 1031629"/>
              <a:gd name="connsiteX516" fmla="*/ 211055 w 6312643"/>
              <a:gd name="connsiteY516" fmla="*/ 301803 h 1031629"/>
              <a:gd name="connsiteX517" fmla="*/ 293968 w 6312643"/>
              <a:gd name="connsiteY517" fmla="*/ 242931 h 1031629"/>
              <a:gd name="connsiteX518" fmla="*/ 306990 w 6312643"/>
              <a:gd name="connsiteY518" fmla="*/ 245108 h 1031629"/>
              <a:gd name="connsiteX519" fmla="*/ 306135 w 6312643"/>
              <a:gd name="connsiteY519" fmla="*/ 248583 h 1031629"/>
              <a:gd name="connsiteX520" fmla="*/ 291146 w 6312643"/>
              <a:gd name="connsiteY520" fmla="*/ 248624 h 1031629"/>
              <a:gd name="connsiteX521" fmla="*/ 290074 w 6312643"/>
              <a:gd name="connsiteY521" fmla="*/ 247419 h 1031629"/>
              <a:gd name="connsiteX522" fmla="*/ 293968 w 6312643"/>
              <a:gd name="connsiteY522" fmla="*/ 242931 h 1031629"/>
              <a:gd name="connsiteX523" fmla="*/ 263974 w 6312643"/>
              <a:gd name="connsiteY523" fmla="*/ 197886 h 1031629"/>
              <a:gd name="connsiteX524" fmla="*/ 263442 w 6312643"/>
              <a:gd name="connsiteY524" fmla="*/ 198003 h 1031629"/>
              <a:gd name="connsiteX525" fmla="*/ 263597 w 6312643"/>
              <a:gd name="connsiteY525" fmla="*/ 198236 h 1031629"/>
              <a:gd name="connsiteX526" fmla="*/ 477061 w 6312643"/>
              <a:gd name="connsiteY526" fmla="*/ 192349 h 1031629"/>
              <a:gd name="connsiteX527" fmla="*/ 494551 w 6312643"/>
              <a:gd name="connsiteY527" fmla="*/ 204095 h 1031629"/>
              <a:gd name="connsiteX528" fmla="*/ 420369 w 6312643"/>
              <a:gd name="connsiteY528" fmla="*/ 206053 h 1031629"/>
              <a:gd name="connsiteX529" fmla="*/ 403649 w 6312643"/>
              <a:gd name="connsiteY529" fmla="*/ 206003 h 1031629"/>
              <a:gd name="connsiteX530" fmla="*/ 403625 w 6312643"/>
              <a:gd name="connsiteY530" fmla="*/ 206031 h 1031629"/>
              <a:gd name="connsiteX531" fmla="*/ 403625 w 6312643"/>
              <a:gd name="connsiteY531" fmla="*/ 206003 h 1031629"/>
              <a:gd name="connsiteX532" fmla="*/ 403649 w 6312643"/>
              <a:gd name="connsiteY532" fmla="*/ 206003 h 1031629"/>
              <a:gd name="connsiteX533" fmla="*/ 409681 w 6312643"/>
              <a:gd name="connsiteY533" fmla="*/ 199151 h 1031629"/>
              <a:gd name="connsiteX534" fmla="*/ 477061 w 6312643"/>
              <a:gd name="connsiteY534" fmla="*/ 192349 h 1031629"/>
              <a:gd name="connsiteX535" fmla="*/ 257040 w 6312643"/>
              <a:gd name="connsiteY535" fmla="*/ 188373 h 1031629"/>
              <a:gd name="connsiteX536" fmla="*/ 257370 w 6312643"/>
              <a:gd name="connsiteY536" fmla="*/ 188869 h 1031629"/>
              <a:gd name="connsiteX537" fmla="*/ 257479 w 6312643"/>
              <a:gd name="connsiteY537" fmla="*/ 188804 h 1031629"/>
              <a:gd name="connsiteX538" fmla="*/ 411814 w 6312643"/>
              <a:gd name="connsiteY538" fmla="*/ 183750 h 1031629"/>
              <a:gd name="connsiteX539" fmla="*/ 414230 w 6312643"/>
              <a:gd name="connsiteY539" fmla="*/ 185175 h 1031629"/>
              <a:gd name="connsiteX540" fmla="*/ 411399 w 6312643"/>
              <a:gd name="connsiteY540" fmla="*/ 187002 h 1031629"/>
              <a:gd name="connsiteX541" fmla="*/ 411814 w 6312643"/>
              <a:gd name="connsiteY541" fmla="*/ 183750 h 1031629"/>
              <a:gd name="connsiteX542" fmla="*/ 453418 w 6312643"/>
              <a:gd name="connsiteY542" fmla="*/ 168942 h 1031629"/>
              <a:gd name="connsiteX543" fmla="*/ 453763 w 6312643"/>
              <a:gd name="connsiteY543" fmla="*/ 172355 h 1031629"/>
              <a:gd name="connsiteX544" fmla="*/ 443974 w 6312643"/>
              <a:gd name="connsiteY544" fmla="*/ 174048 h 1031629"/>
              <a:gd name="connsiteX545" fmla="*/ 443189 w 6312643"/>
              <a:gd name="connsiteY545" fmla="*/ 168942 h 1031629"/>
              <a:gd name="connsiteX546" fmla="*/ 443221 w 6312643"/>
              <a:gd name="connsiteY546" fmla="*/ 168942 h 1031629"/>
              <a:gd name="connsiteX547" fmla="*/ 478675 w 6312643"/>
              <a:gd name="connsiteY547" fmla="*/ 166953 h 1031629"/>
              <a:gd name="connsiteX548" fmla="*/ 478706 w 6312643"/>
              <a:gd name="connsiteY548" fmla="*/ 166979 h 1031629"/>
              <a:gd name="connsiteX549" fmla="*/ 483413 w 6312643"/>
              <a:gd name="connsiteY549" fmla="*/ 170258 h 1031629"/>
              <a:gd name="connsiteX550" fmla="*/ 479491 w 6312643"/>
              <a:gd name="connsiteY550" fmla="*/ 173430 h 1031629"/>
              <a:gd name="connsiteX551" fmla="*/ 476384 w 6312643"/>
              <a:gd name="connsiteY551" fmla="*/ 170796 h 1031629"/>
              <a:gd name="connsiteX552" fmla="*/ 478675 w 6312643"/>
              <a:gd name="connsiteY552" fmla="*/ 166953 h 1031629"/>
              <a:gd name="connsiteX553" fmla="*/ 438389 w 6312643"/>
              <a:gd name="connsiteY553" fmla="*/ 157735 h 1031629"/>
              <a:gd name="connsiteX554" fmla="*/ 438265 w 6312643"/>
              <a:gd name="connsiteY554" fmla="*/ 158658 h 1031629"/>
              <a:gd name="connsiteX555" fmla="*/ 438294 w 6312643"/>
              <a:gd name="connsiteY555" fmla="*/ 158674 h 1031629"/>
              <a:gd name="connsiteX556" fmla="*/ 438263 w 6312643"/>
              <a:gd name="connsiteY556" fmla="*/ 158674 h 1031629"/>
              <a:gd name="connsiteX557" fmla="*/ 438265 w 6312643"/>
              <a:gd name="connsiteY557" fmla="*/ 158658 h 1031629"/>
              <a:gd name="connsiteX558" fmla="*/ 437322 w 6312643"/>
              <a:gd name="connsiteY558" fmla="*/ 158111 h 1031629"/>
              <a:gd name="connsiteX559" fmla="*/ 566679 w 6312643"/>
              <a:gd name="connsiteY559" fmla="*/ 151549 h 1031629"/>
              <a:gd name="connsiteX560" fmla="*/ 569582 w 6312643"/>
              <a:gd name="connsiteY560" fmla="*/ 151800 h 1031629"/>
              <a:gd name="connsiteX561" fmla="*/ 568364 w 6312643"/>
              <a:gd name="connsiteY561" fmla="*/ 152098 h 1031629"/>
              <a:gd name="connsiteX562" fmla="*/ 567998 w 6312643"/>
              <a:gd name="connsiteY562" fmla="*/ 152186 h 1031629"/>
              <a:gd name="connsiteX563" fmla="*/ 841247 w 6312643"/>
              <a:gd name="connsiteY563" fmla="*/ 81067 h 1031629"/>
              <a:gd name="connsiteX564" fmla="*/ 848136 w 6312643"/>
              <a:gd name="connsiteY564" fmla="*/ 87533 h 1031629"/>
              <a:gd name="connsiteX565" fmla="*/ 841723 w 6312643"/>
              <a:gd name="connsiteY565" fmla="*/ 92936 h 1031629"/>
              <a:gd name="connsiteX566" fmla="*/ 840514 w 6312643"/>
              <a:gd name="connsiteY566" fmla="*/ 92994 h 1031629"/>
              <a:gd name="connsiteX567" fmla="*/ 834468 w 6312643"/>
              <a:gd name="connsiteY567" fmla="*/ 88684 h 1031629"/>
              <a:gd name="connsiteX568" fmla="*/ 839011 w 6312643"/>
              <a:gd name="connsiteY568" fmla="*/ 81392 h 1031629"/>
              <a:gd name="connsiteX569" fmla="*/ 841247 w 6312643"/>
              <a:gd name="connsiteY569" fmla="*/ 81067 h 1031629"/>
              <a:gd name="connsiteX570" fmla="*/ 4906449 w 6312643"/>
              <a:gd name="connsiteY570" fmla="*/ 75626 h 1031629"/>
              <a:gd name="connsiteX571" fmla="*/ 4906290 w 6312643"/>
              <a:gd name="connsiteY571" fmla="*/ 76572 h 1031629"/>
              <a:gd name="connsiteX572" fmla="*/ 4905937 w 6312643"/>
              <a:gd name="connsiteY572" fmla="*/ 75901 h 1031629"/>
              <a:gd name="connsiteX573" fmla="*/ 6279380 w 6312643"/>
              <a:gd name="connsiteY573" fmla="*/ 75281 h 1031629"/>
              <a:gd name="connsiteX574" fmla="*/ 6281541 w 6312643"/>
              <a:gd name="connsiteY574" fmla="*/ 78233 h 1031629"/>
              <a:gd name="connsiteX575" fmla="*/ 6279599 w 6312643"/>
              <a:gd name="connsiteY575" fmla="*/ 79178 h 1031629"/>
              <a:gd name="connsiteX576" fmla="*/ 6277511 w 6312643"/>
              <a:gd name="connsiteY576" fmla="*/ 77319 h 1031629"/>
              <a:gd name="connsiteX577" fmla="*/ 3144353 w 6312643"/>
              <a:gd name="connsiteY577" fmla="*/ 75016 h 1031629"/>
              <a:gd name="connsiteX578" fmla="*/ 3144494 w 6312643"/>
              <a:gd name="connsiteY578" fmla="*/ 77690 h 1031629"/>
              <a:gd name="connsiteX579" fmla="*/ 3143356 w 6312643"/>
              <a:gd name="connsiteY579" fmla="*/ 78492 h 1031629"/>
              <a:gd name="connsiteX580" fmla="*/ 3141824 w 6312643"/>
              <a:gd name="connsiteY580" fmla="*/ 77200 h 1031629"/>
              <a:gd name="connsiteX581" fmla="*/ 6249735 w 6312643"/>
              <a:gd name="connsiteY581" fmla="*/ 75016 h 1031629"/>
              <a:gd name="connsiteX582" fmla="*/ 6249955 w 6312643"/>
              <a:gd name="connsiteY582" fmla="*/ 79178 h 1031629"/>
              <a:gd name="connsiteX583" fmla="*/ 6248782 w 6312643"/>
              <a:gd name="connsiteY583" fmla="*/ 78529 h 1031629"/>
              <a:gd name="connsiteX584" fmla="*/ 6247207 w 6312643"/>
              <a:gd name="connsiteY584" fmla="*/ 77200 h 1031629"/>
              <a:gd name="connsiteX585" fmla="*/ 1196321 w 6312643"/>
              <a:gd name="connsiteY585" fmla="*/ 74868 h 1031629"/>
              <a:gd name="connsiteX586" fmla="*/ 1196540 w 6312643"/>
              <a:gd name="connsiteY586" fmla="*/ 79119 h 1031629"/>
              <a:gd name="connsiteX587" fmla="*/ 1195331 w 6312643"/>
              <a:gd name="connsiteY587" fmla="*/ 78470 h 1031629"/>
              <a:gd name="connsiteX588" fmla="*/ 1193719 w 6312643"/>
              <a:gd name="connsiteY588" fmla="*/ 77142 h 1031629"/>
              <a:gd name="connsiteX589" fmla="*/ 3522579 w 6312643"/>
              <a:gd name="connsiteY589" fmla="*/ 74868 h 1031629"/>
              <a:gd name="connsiteX590" fmla="*/ 3522799 w 6312643"/>
              <a:gd name="connsiteY590" fmla="*/ 79119 h 1031629"/>
              <a:gd name="connsiteX591" fmla="*/ 3521590 w 6312643"/>
              <a:gd name="connsiteY591" fmla="*/ 78470 h 1031629"/>
              <a:gd name="connsiteX592" fmla="*/ 3519977 w 6312643"/>
              <a:gd name="connsiteY592" fmla="*/ 77142 h 1031629"/>
              <a:gd name="connsiteX593" fmla="*/ 4955420 w 6312643"/>
              <a:gd name="connsiteY593" fmla="*/ 74868 h 1031629"/>
              <a:gd name="connsiteX594" fmla="*/ 4955640 w 6312643"/>
              <a:gd name="connsiteY594" fmla="*/ 79119 h 1031629"/>
              <a:gd name="connsiteX595" fmla="*/ 4954430 w 6312643"/>
              <a:gd name="connsiteY595" fmla="*/ 78470 h 1031629"/>
              <a:gd name="connsiteX596" fmla="*/ 4952818 w 6312643"/>
              <a:gd name="connsiteY596" fmla="*/ 77142 h 1031629"/>
              <a:gd name="connsiteX597" fmla="*/ 3237976 w 6312643"/>
              <a:gd name="connsiteY597" fmla="*/ 74337 h 1031629"/>
              <a:gd name="connsiteX598" fmla="*/ 3243051 w 6312643"/>
              <a:gd name="connsiteY598" fmla="*/ 78488 h 1031629"/>
              <a:gd name="connsiteX599" fmla="*/ 3235219 w 6312643"/>
              <a:gd name="connsiteY599" fmla="*/ 79373 h 1031629"/>
              <a:gd name="connsiteX600" fmla="*/ 3233396 w 6312643"/>
              <a:gd name="connsiteY600" fmla="*/ 75901 h 1031629"/>
              <a:gd name="connsiteX601" fmla="*/ 3236144 w 6312643"/>
              <a:gd name="connsiteY601" fmla="*/ 74425 h 1031629"/>
              <a:gd name="connsiteX602" fmla="*/ 3237976 w 6312643"/>
              <a:gd name="connsiteY602" fmla="*/ 74337 h 1031629"/>
              <a:gd name="connsiteX603" fmla="*/ 1176533 w 6312643"/>
              <a:gd name="connsiteY603" fmla="*/ 73983 h 1031629"/>
              <a:gd name="connsiteX604" fmla="*/ 1182653 w 6312643"/>
              <a:gd name="connsiteY604" fmla="*/ 77820 h 1031629"/>
              <a:gd name="connsiteX605" fmla="*/ 1177192 w 6312643"/>
              <a:gd name="connsiteY605" fmla="*/ 79857 h 1031629"/>
              <a:gd name="connsiteX606" fmla="*/ 1176936 w 6312643"/>
              <a:gd name="connsiteY606" fmla="*/ 79857 h 1031629"/>
              <a:gd name="connsiteX607" fmla="*/ 1171256 w 6312643"/>
              <a:gd name="connsiteY607" fmla="*/ 77171 h 1031629"/>
              <a:gd name="connsiteX608" fmla="*/ 3502792 w 6312643"/>
              <a:gd name="connsiteY608" fmla="*/ 73983 h 1031629"/>
              <a:gd name="connsiteX609" fmla="*/ 3508911 w 6312643"/>
              <a:gd name="connsiteY609" fmla="*/ 77820 h 1031629"/>
              <a:gd name="connsiteX610" fmla="*/ 3503451 w 6312643"/>
              <a:gd name="connsiteY610" fmla="*/ 79857 h 1031629"/>
              <a:gd name="connsiteX611" fmla="*/ 3503195 w 6312643"/>
              <a:gd name="connsiteY611" fmla="*/ 79857 h 1031629"/>
              <a:gd name="connsiteX612" fmla="*/ 3497515 w 6312643"/>
              <a:gd name="connsiteY612" fmla="*/ 77171 h 1031629"/>
              <a:gd name="connsiteX613" fmla="*/ 4935632 w 6312643"/>
              <a:gd name="connsiteY613" fmla="*/ 73983 h 1031629"/>
              <a:gd name="connsiteX614" fmla="*/ 4941752 w 6312643"/>
              <a:gd name="connsiteY614" fmla="*/ 77820 h 1031629"/>
              <a:gd name="connsiteX615" fmla="*/ 4937407 w 6312643"/>
              <a:gd name="connsiteY615" fmla="*/ 79441 h 1031629"/>
              <a:gd name="connsiteX616" fmla="*/ 4935384 w 6312643"/>
              <a:gd name="connsiteY616" fmla="*/ 74133 h 1031629"/>
              <a:gd name="connsiteX617" fmla="*/ 4738717 w 6312643"/>
              <a:gd name="connsiteY617" fmla="*/ 68357 h 1031629"/>
              <a:gd name="connsiteX618" fmla="*/ 4738821 w 6312643"/>
              <a:gd name="connsiteY618" fmla="*/ 68403 h 1031629"/>
              <a:gd name="connsiteX619" fmla="*/ 4738783 w 6312643"/>
              <a:gd name="connsiteY619" fmla="*/ 68551 h 1031629"/>
              <a:gd name="connsiteX620" fmla="*/ 3195983 w 6312643"/>
              <a:gd name="connsiteY620" fmla="*/ 67900 h 1031629"/>
              <a:gd name="connsiteX621" fmla="*/ 3212948 w 6312643"/>
              <a:gd name="connsiteY621" fmla="*/ 74219 h 1031629"/>
              <a:gd name="connsiteX622" fmla="*/ 3212948 w 6312643"/>
              <a:gd name="connsiteY622" fmla="*/ 74248 h 1031629"/>
              <a:gd name="connsiteX623" fmla="*/ 3214928 w 6312643"/>
              <a:gd name="connsiteY623" fmla="*/ 74160 h 1031629"/>
              <a:gd name="connsiteX624" fmla="*/ 3215257 w 6312643"/>
              <a:gd name="connsiteY624" fmla="*/ 73392 h 1031629"/>
              <a:gd name="connsiteX625" fmla="*/ 3216466 w 6312643"/>
              <a:gd name="connsiteY625" fmla="*/ 73332 h 1031629"/>
              <a:gd name="connsiteX626" fmla="*/ 3218665 w 6312643"/>
              <a:gd name="connsiteY626" fmla="*/ 68964 h 1031629"/>
              <a:gd name="connsiteX627" fmla="*/ 3221048 w 6312643"/>
              <a:gd name="connsiteY627" fmla="*/ 69259 h 1031629"/>
              <a:gd name="connsiteX628" fmla="*/ 3216466 w 6312643"/>
              <a:gd name="connsiteY628" fmla="*/ 73332 h 1031629"/>
              <a:gd name="connsiteX629" fmla="*/ 3216063 w 6312643"/>
              <a:gd name="connsiteY629" fmla="*/ 74160 h 1031629"/>
              <a:gd name="connsiteX630" fmla="*/ 3214928 w 6312643"/>
              <a:gd name="connsiteY630" fmla="*/ 74160 h 1031629"/>
              <a:gd name="connsiteX631" fmla="*/ 3212326 w 6312643"/>
              <a:gd name="connsiteY631" fmla="*/ 78707 h 1031629"/>
              <a:gd name="connsiteX632" fmla="*/ 3210004 w 6312643"/>
              <a:gd name="connsiteY632" fmla="*/ 79209 h 1031629"/>
              <a:gd name="connsiteX633" fmla="*/ 3204369 w 6312643"/>
              <a:gd name="connsiteY633" fmla="*/ 73775 h 1031629"/>
              <a:gd name="connsiteX634" fmla="*/ 3190921 w 6312643"/>
              <a:gd name="connsiteY634" fmla="*/ 70912 h 1031629"/>
              <a:gd name="connsiteX635" fmla="*/ 3189987 w 6312643"/>
              <a:gd name="connsiteY635" fmla="*/ 70556 h 1031629"/>
              <a:gd name="connsiteX636" fmla="*/ 3189314 w 6312643"/>
              <a:gd name="connsiteY636" fmla="*/ 68875 h 1031629"/>
              <a:gd name="connsiteX637" fmla="*/ 4868524 w 6312643"/>
              <a:gd name="connsiteY637" fmla="*/ 67900 h 1031629"/>
              <a:gd name="connsiteX638" fmla="*/ 4879352 w 6312643"/>
              <a:gd name="connsiteY638" fmla="*/ 71933 h 1031629"/>
              <a:gd name="connsiteX639" fmla="*/ 4879897 w 6312643"/>
              <a:gd name="connsiteY639" fmla="*/ 73008 h 1031629"/>
              <a:gd name="connsiteX640" fmla="*/ 4881913 w 6312643"/>
              <a:gd name="connsiteY640" fmla="*/ 78411 h 1031629"/>
              <a:gd name="connsiteX641" fmla="*/ 4876123 w 6312643"/>
              <a:gd name="connsiteY641" fmla="*/ 79917 h 1031629"/>
              <a:gd name="connsiteX642" fmla="*/ 4875244 w 6312643"/>
              <a:gd name="connsiteY642" fmla="*/ 79709 h 1031629"/>
              <a:gd name="connsiteX643" fmla="*/ 4864470 w 6312643"/>
              <a:gd name="connsiteY643" fmla="*/ 75406 h 1031629"/>
              <a:gd name="connsiteX644" fmla="*/ 4861856 w 6312643"/>
              <a:gd name="connsiteY644" fmla="*/ 68875 h 1031629"/>
              <a:gd name="connsiteX645" fmla="*/ 3110384 w 6312643"/>
              <a:gd name="connsiteY645" fmla="*/ 67369 h 1031629"/>
              <a:gd name="connsiteX646" fmla="*/ 3118005 w 6312643"/>
              <a:gd name="connsiteY646" fmla="*/ 73479 h 1031629"/>
              <a:gd name="connsiteX647" fmla="*/ 3118043 w 6312643"/>
              <a:gd name="connsiteY647" fmla="*/ 73481 h 1031629"/>
              <a:gd name="connsiteX648" fmla="*/ 3118629 w 6312643"/>
              <a:gd name="connsiteY648" fmla="*/ 73481 h 1031629"/>
              <a:gd name="connsiteX649" fmla="*/ 3118703 w 6312643"/>
              <a:gd name="connsiteY649" fmla="*/ 73952 h 1031629"/>
              <a:gd name="connsiteX650" fmla="*/ 3118775 w 6312643"/>
              <a:gd name="connsiteY650" fmla="*/ 73952 h 1031629"/>
              <a:gd name="connsiteX651" fmla="*/ 3118780 w 6312643"/>
              <a:gd name="connsiteY651" fmla="*/ 73956 h 1031629"/>
              <a:gd name="connsiteX652" fmla="*/ 3128889 w 6312643"/>
              <a:gd name="connsiteY652" fmla="*/ 74425 h 1031629"/>
              <a:gd name="connsiteX653" fmla="*/ 3130319 w 6312643"/>
              <a:gd name="connsiteY653" fmla="*/ 75193 h 1031629"/>
              <a:gd name="connsiteX654" fmla="*/ 3131674 w 6312643"/>
              <a:gd name="connsiteY654" fmla="*/ 76404 h 1031629"/>
              <a:gd name="connsiteX655" fmla="*/ 3129805 w 6312643"/>
              <a:gd name="connsiteY655" fmla="*/ 78558 h 1031629"/>
              <a:gd name="connsiteX656" fmla="*/ 3127790 w 6312643"/>
              <a:gd name="connsiteY656" fmla="*/ 79946 h 1031629"/>
              <a:gd name="connsiteX657" fmla="*/ 3125512 w 6312643"/>
              <a:gd name="connsiteY657" fmla="*/ 80118 h 1031629"/>
              <a:gd name="connsiteX658" fmla="*/ 3125517 w 6312643"/>
              <a:gd name="connsiteY658" fmla="*/ 80123 h 1031629"/>
              <a:gd name="connsiteX659" fmla="*/ 3125444 w 6312643"/>
              <a:gd name="connsiteY659" fmla="*/ 80123 h 1031629"/>
              <a:gd name="connsiteX660" fmla="*/ 3125512 w 6312643"/>
              <a:gd name="connsiteY660" fmla="*/ 80118 h 1031629"/>
              <a:gd name="connsiteX661" fmla="*/ 3118780 w 6312643"/>
              <a:gd name="connsiteY661" fmla="*/ 73956 h 1031629"/>
              <a:gd name="connsiteX662" fmla="*/ 3118703 w 6312643"/>
              <a:gd name="connsiteY662" fmla="*/ 73952 h 1031629"/>
              <a:gd name="connsiteX663" fmla="*/ 3118189 w 6312643"/>
              <a:gd name="connsiteY663" fmla="*/ 73952 h 1031629"/>
              <a:gd name="connsiteX664" fmla="*/ 3118043 w 6312643"/>
              <a:gd name="connsiteY664" fmla="*/ 73481 h 1031629"/>
              <a:gd name="connsiteX665" fmla="*/ 3118006 w 6312643"/>
              <a:gd name="connsiteY665" fmla="*/ 73481 h 1031629"/>
              <a:gd name="connsiteX666" fmla="*/ 3118005 w 6312643"/>
              <a:gd name="connsiteY666" fmla="*/ 73479 h 1031629"/>
              <a:gd name="connsiteX667" fmla="*/ 3101077 w 6312643"/>
              <a:gd name="connsiteY667" fmla="*/ 73008 h 1031629"/>
              <a:gd name="connsiteX668" fmla="*/ 3098292 w 6312643"/>
              <a:gd name="connsiteY668" fmla="*/ 71119 h 1031629"/>
              <a:gd name="connsiteX669" fmla="*/ 3098695 w 6312643"/>
              <a:gd name="connsiteY669" fmla="*/ 69347 h 1031629"/>
              <a:gd name="connsiteX670" fmla="*/ 3108662 w 6312643"/>
              <a:gd name="connsiteY670" fmla="*/ 67458 h 1031629"/>
              <a:gd name="connsiteX671" fmla="*/ 3110384 w 6312643"/>
              <a:gd name="connsiteY671" fmla="*/ 67369 h 1031629"/>
              <a:gd name="connsiteX672" fmla="*/ 6215767 w 6312643"/>
              <a:gd name="connsiteY672" fmla="*/ 67369 h 1031629"/>
              <a:gd name="connsiteX673" fmla="*/ 6223387 w 6312643"/>
              <a:gd name="connsiteY673" fmla="*/ 73479 h 1031629"/>
              <a:gd name="connsiteX674" fmla="*/ 6223425 w 6312643"/>
              <a:gd name="connsiteY674" fmla="*/ 73481 h 1031629"/>
              <a:gd name="connsiteX675" fmla="*/ 6224012 w 6312643"/>
              <a:gd name="connsiteY675" fmla="*/ 73481 h 1031629"/>
              <a:gd name="connsiteX676" fmla="*/ 6224085 w 6312643"/>
              <a:gd name="connsiteY676" fmla="*/ 73952 h 1031629"/>
              <a:gd name="connsiteX677" fmla="*/ 6224158 w 6312643"/>
              <a:gd name="connsiteY677" fmla="*/ 73952 h 1031629"/>
              <a:gd name="connsiteX678" fmla="*/ 6224162 w 6312643"/>
              <a:gd name="connsiteY678" fmla="*/ 73956 h 1031629"/>
              <a:gd name="connsiteX679" fmla="*/ 6234272 w 6312643"/>
              <a:gd name="connsiteY679" fmla="*/ 74425 h 1031629"/>
              <a:gd name="connsiteX680" fmla="*/ 6235701 w 6312643"/>
              <a:gd name="connsiteY680" fmla="*/ 75193 h 1031629"/>
              <a:gd name="connsiteX681" fmla="*/ 6237056 w 6312643"/>
              <a:gd name="connsiteY681" fmla="*/ 76404 h 1031629"/>
              <a:gd name="connsiteX682" fmla="*/ 6235187 w 6312643"/>
              <a:gd name="connsiteY682" fmla="*/ 78558 h 1031629"/>
              <a:gd name="connsiteX683" fmla="*/ 6233172 w 6312643"/>
              <a:gd name="connsiteY683" fmla="*/ 79946 h 1031629"/>
              <a:gd name="connsiteX684" fmla="*/ 6230895 w 6312643"/>
              <a:gd name="connsiteY684" fmla="*/ 80118 h 1031629"/>
              <a:gd name="connsiteX685" fmla="*/ 6230900 w 6312643"/>
              <a:gd name="connsiteY685" fmla="*/ 80123 h 1031629"/>
              <a:gd name="connsiteX686" fmla="*/ 6230826 w 6312643"/>
              <a:gd name="connsiteY686" fmla="*/ 80123 h 1031629"/>
              <a:gd name="connsiteX687" fmla="*/ 6230895 w 6312643"/>
              <a:gd name="connsiteY687" fmla="*/ 80118 h 1031629"/>
              <a:gd name="connsiteX688" fmla="*/ 6224162 w 6312643"/>
              <a:gd name="connsiteY688" fmla="*/ 73956 h 1031629"/>
              <a:gd name="connsiteX689" fmla="*/ 6224085 w 6312643"/>
              <a:gd name="connsiteY689" fmla="*/ 73952 h 1031629"/>
              <a:gd name="connsiteX690" fmla="*/ 6223572 w 6312643"/>
              <a:gd name="connsiteY690" fmla="*/ 73952 h 1031629"/>
              <a:gd name="connsiteX691" fmla="*/ 6223425 w 6312643"/>
              <a:gd name="connsiteY691" fmla="*/ 73481 h 1031629"/>
              <a:gd name="connsiteX692" fmla="*/ 6223388 w 6312643"/>
              <a:gd name="connsiteY692" fmla="*/ 73481 h 1031629"/>
              <a:gd name="connsiteX693" fmla="*/ 6223387 w 6312643"/>
              <a:gd name="connsiteY693" fmla="*/ 73479 h 1031629"/>
              <a:gd name="connsiteX694" fmla="*/ 6206459 w 6312643"/>
              <a:gd name="connsiteY694" fmla="*/ 73008 h 1031629"/>
              <a:gd name="connsiteX695" fmla="*/ 6203675 w 6312643"/>
              <a:gd name="connsiteY695" fmla="*/ 71119 h 1031629"/>
              <a:gd name="connsiteX696" fmla="*/ 6204078 w 6312643"/>
              <a:gd name="connsiteY696" fmla="*/ 69347 h 1031629"/>
              <a:gd name="connsiteX697" fmla="*/ 6214045 w 6312643"/>
              <a:gd name="connsiteY697" fmla="*/ 67458 h 1031629"/>
              <a:gd name="connsiteX698" fmla="*/ 6215767 w 6312643"/>
              <a:gd name="connsiteY698" fmla="*/ 67369 h 1031629"/>
              <a:gd name="connsiteX699" fmla="*/ 1140695 w 6312643"/>
              <a:gd name="connsiteY699" fmla="*/ 59990 h 1031629"/>
              <a:gd name="connsiteX700" fmla="*/ 1140695 w 6312643"/>
              <a:gd name="connsiteY700" fmla="*/ 60871 h 1031629"/>
              <a:gd name="connsiteX701" fmla="*/ 1140769 w 6312643"/>
              <a:gd name="connsiteY701" fmla="*/ 60904 h 1031629"/>
              <a:gd name="connsiteX702" fmla="*/ 1140772 w 6312643"/>
              <a:gd name="connsiteY702" fmla="*/ 60944 h 1031629"/>
              <a:gd name="connsiteX703" fmla="*/ 1149088 w 6312643"/>
              <a:gd name="connsiteY703" fmla="*/ 65303 h 1031629"/>
              <a:gd name="connsiteX704" fmla="*/ 1147035 w 6312643"/>
              <a:gd name="connsiteY704" fmla="*/ 77496 h 1031629"/>
              <a:gd name="connsiteX705" fmla="*/ 1143772 w 6312643"/>
              <a:gd name="connsiteY705" fmla="*/ 78970 h 1031629"/>
              <a:gd name="connsiteX706" fmla="*/ 1143774 w 6312643"/>
              <a:gd name="connsiteY706" fmla="*/ 78972 h 1031629"/>
              <a:gd name="connsiteX707" fmla="*/ 1143701 w 6312643"/>
              <a:gd name="connsiteY707" fmla="*/ 79001 h 1031629"/>
              <a:gd name="connsiteX708" fmla="*/ 1143772 w 6312643"/>
              <a:gd name="connsiteY708" fmla="*/ 78970 h 1031629"/>
              <a:gd name="connsiteX709" fmla="*/ 1141905 w 6312643"/>
              <a:gd name="connsiteY709" fmla="*/ 76492 h 1031629"/>
              <a:gd name="connsiteX710" fmla="*/ 1140772 w 6312643"/>
              <a:gd name="connsiteY710" fmla="*/ 60944 h 1031629"/>
              <a:gd name="connsiteX711" fmla="*/ 1140695 w 6312643"/>
              <a:gd name="connsiteY711" fmla="*/ 60904 h 1031629"/>
              <a:gd name="connsiteX712" fmla="*/ 1140695 w 6312643"/>
              <a:gd name="connsiteY712" fmla="*/ 60871 h 1031629"/>
              <a:gd name="connsiteX713" fmla="*/ 1140073 w 6312643"/>
              <a:gd name="connsiteY713" fmla="*/ 60579 h 1031629"/>
              <a:gd name="connsiteX714" fmla="*/ 1139926 w 6312643"/>
              <a:gd name="connsiteY714" fmla="*/ 59990 h 1031629"/>
              <a:gd name="connsiteX715" fmla="*/ 3466955 w 6312643"/>
              <a:gd name="connsiteY715" fmla="*/ 59990 h 1031629"/>
              <a:gd name="connsiteX716" fmla="*/ 3466955 w 6312643"/>
              <a:gd name="connsiteY716" fmla="*/ 60871 h 1031629"/>
              <a:gd name="connsiteX717" fmla="*/ 3467028 w 6312643"/>
              <a:gd name="connsiteY717" fmla="*/ 60904 h 1031629"/>
              <a:gd name="connsiteX718" fmla="*/ 3467031 w 6312643"/>
              <a:gd name="connsiteY718" fmla="*/ 60944 h 1031629"/>
              <a:gd name="connsiteX719" fmla="*/ 3475346 w 6312643"/>
              <a:gd name="connsiteY719" fmla="*/ 65303 h 1031629"/>
              <a:gd name="connsiteX720" fmla="*/ 3473294 w 6312643"/>
              <a:gd name="connsiteY720" fmla="*/ 77496 h 1031629"/>
              <a:gd name="connsiteX721" fmla="*/ 3470031 w 6312643"/>
              <a:gd name="connsiteY721" fmla="*/ 78970 h 1031629"/>
              <a:gd name="connsiteX722" fmla="*/ 3470032 w 6312643"/>
              <a:gd name="connsiteY722" fmla="*/ 78972 h 1031629"/>
              <a:gd name="connsiteX723" fmla="*/ 3469960 w 6312643"/>
              <a:gd name="connsiteY723" fmla="*/ 79001 h 1031629"/>
              <a:gd name="connsiteX724" fmla="*/ 3470031 w 6312643"/>
              <a:gd name="connsiteY724" fmla="*/ 78970 h 1031629"/>
              <a:gd name="connsiteX725" fmla="*/ 3468164 w 6312643"/>
              <a:gd name="connsiteY725" fmla="*/ 76492 h 1031629"/>
              <a:gd name="connsiteX726" fmla="*/ 3467031 w 6312643"/>
              <a:gd name="connsiteY726" fmla="*/ 60944 h 1031629"/>
              <a:gd name="connsiteX727" fmla="*/ 3466955 w 6312643"/>
              <a:gd name="connsiteY727" fmla="*/ 60904 h 1031629"/>
              <a:gd name="connsiteX728" fmla="*/ 3466955 w 6312643"/>
              <a:gd name="connsiteY728" fmla="*/ 60871 h 1031629"/>
              <a:gd name="connsiteX729" fmla="*/ 3466332 w 6312643"/>
              <a:gd name="connsiteY729" fmla="*/ 60579 h 1031629"/>
              <a:gd name="connsiteX730" fmla="*/ 3466185 w 6312643"/>
              <a:gd name="connsiteY730" fmla="*/ 59990 h 1031629"/>
              <a:gd name="connsiteX731" fmla="*/ 1450845 w 6312643"/>
              <a:gd name="connsiteY731" fmla="*/ 54734 h 1031629"/>
              <a:gd name="connsiteX732" fmla="*/ 1453593 w 6312643"/>
              <a:gd name="connsiteY732" fmla="*/ 56712 h 1031629"/>
              <a:gd name="connsiteX733" fmla="*/ 1451137 w 6312643"/>
              <a:gd name="connsiteY733" fmla="*/ 58779 h 1031629"/>
              <a:gd name="connsiteX734" fmla="*/ 1451137 w 6312643"/>
              <a:gd name="connsiteY734" fmla="*/ 58808 h 1031629"/>
              <a:gd name="connsiteX735" fmla="*/ 1448390 w 6312643"/>
              <a:gd name="connsiteY735" fmla="*/ 57036 h 1031629"/>
              <a:gd name="connsiteX736" fmla="*/ 3777103 w 6312643"/>
              <a:gd name="connsiteY736" fmla="*/ 54734 h 1031629"/>
              <a:gd name="connsiteX737" fmla="*/ 3779852 w 6312643"/>
              <a:gd name="connsiteY737" fmla="*/ 56712 h 1031629"/>
              <a:gd name="connsiteX738" fmla="*/ 3777396 w 6312643"/>
              <a:gd name="connsiteY738" fmla="*/ 58779 h 1031629"/>
              <a:gd name="connsiteX739" fmla="*/ 3777396 w 6312643"/>
              <a:gd name="connsiteY739" fmla="*/ 58808 h 1031629"/>
              <a:gd name="connsiteX740" fmla="*/ 3774648 w 6312643"/>
              <a:gd name="connsiteY740" fmla="*/ 57036 h 1031629"/>
              <a:gd name="connsiteX741" fmla="*/ 5209944 w 6312643"/>
              <a:gd name="connsiteY741" fmla="*/ 54734 h 1031629"/>
              <a:gd name="connsiteX742" fmla="*/ 5212693 w 6312643"/>
              <a:gd name="connsiteY742" fmla="*/ 56712 h 1031629"/>
              <a:gd name="connsiteX743" fmla="*/ 5210237 w 6312643"/>
              <a:gd name="connsiteY743" fmla="*/ 58779 h 1031629"/>
              <a:gd name="connsiteX744" fmla="*/ 5210237 w 6312643"/>
              <a:gd name="connsiteY744" fmla="*/ 58808 h 1031629"/>
              <a:gd name="connsiteX745" fmla="*/ 5207488 w 6312643"/>
              <a:gd name="connsiteY745" fmla="*/ 57036 h 1031629"/>
              <a:gd name="connsiteX746" fmla="*/ 1413725 w 6312643"/>
              <a:gd name="connsiteY746" fmla="*/ 54704 h 1031629"/>
              <a:gd name="connsiteX747" fmla="*/ 1416473 w 6312643"/>
              <a:gd name="connsiteY747" fmla="*/ 59812 h 1031629"/>
              <a:gd name="connsiteX748" fmla="*/ 1413322 w 6312643"/>
              <a:gd name="connsiteY748" fmla="*/ 65096 h 1031629"/>
              <a:gd name="connsiteX749" fmla="*/ 1395111 w 6312643"/>
              <a:gd name="connsiteY749" fmla="*/ 66720 h 1031629"/>
              <a:gd name="connsiteX750" fmla="*/ 1395111 w 6312643"/>
              <a:gd name="connsiteY750" fmla="*/ 66631 h 1031629"/>
              <a:gd name="connsiteX751" fmla="*/ 1395111 w 6312643"/>
              <a:gd name="connsiteY751" fmla="*/ 66306 h 1031629"/>
              <a:gd name="connsiteX752" fmla="*/ 1384411 w 6312643"/>
              <a:gd name="connsiteY752" fmla="*/ 66720 h 1031629"/>
              <a:gd name="connsiteX753" fmla="*/ 1383935 w 6312643"/>
              <a:gd name="connsiteY753" fmla="*/ 66720 h 1031629"/>
              <a:gd name="connsiteX754" fmla="*/ 1376715 w 6312643"/>
              <a:gd name="connsiteY754" fmla="*/ 65922 h 1031629"/>
              <a:gd name="connsiteX755" fmla="*/ 1373711 w 6312643"/>
              <a:gd name="connsiteY755" fmla="*/ 63975 h 1031629"/>
              <a:gd name="connsiteX756" fmla="*/ 1378401 w 6312643"/>
              <a:gd name="connsiteY756" fmla="*/ 60402 h 1031629"/>
              <a:gd name="connsiteX757" fmla="*/ 1382432 w 6312643"/>
              <a:gd name="connsiteY757" fmla="*/ 60255 h 1031629"/>
              <a:gd name="connsiteX758" fmla="*/ 1388955 w 6312643"/>
              <a:gd name="connsiteY758" fmla="*/ 60490 h 1031629"/>
              <a:gd name="connsiteX759" fmla="*/ 1395477 w 6312643"/>
              <a:gd name="connsiteY759" fmla="*/ 60727 h 1031629"/>
              <a:gd name="connsiteX760" fmla="*/ 1413725 w 6312643"/>
              <a:gd name="connsiteY760" fmla="*/ 54704 h 1031629"/>
              <a:gd name="connsiteX761" fmla="*/ 3739984 w 6312643"/>
              <a:gd name="connsiteY761" fmla="*/ 54704 h 1031629"/>
              <a:gd name="connsiteX762" fmla="*/ 3742732 w 6312643"/>
              <a:gd name="connsiteY762" fmla="*/ 59812 h 1031629"/>
              <a:gd name="connsiteX763" fmla="*/ 3739581 w 6312643"/>
              <a:gd name="connsiteY763" fmla="*/ 65096 h 1031629"/>
              <a:gd name="connsiteX764" fmla="*/ 3721369 w 6312643"/>
              <a:gd name="connsiteY764" fmla="*/ 66720 h 1031629"/>
              <a:gd name="connsiteX765" fmla="*/ 3721369 w 6312643"/>
              <a:gd name="connsiteY765" fmla="*/ 66631 h 1031629"/>
              <a:gd name="connsiteX766" fmla="*/ 3721369 w 6312643"/>
              <a:gd name="connsiteY766" fmla="*/ 66306 h 1031629"/>
              <a:gd name="connsiteX767" fmla="*/ 3710669 w 6312643"/>
              <a:gd name="connsiteY767" fmla="*/ 66720 h 1031629"/>
              <a:gd name="connsiteX768" fmla="*/ 3710193 w 6312643"/>
              <a:gd name="connsiteY768" fmla="*/ 66720 h 1031629"/>
              <a:gd name="connsiteX769" fmla="*/ 3702974 w 6312643"/>
              <a:gd name="connsiteY769" fmla="*/ 65922 h 1031629"/>
              <a:gd name="connsiteX770" fmla="*/ 3699969 w 6312643"/>
              <a:gd name="connsiteY770" fmla="*/ 63975 h 1031629"/>
              <a:gd name="connsiteX771" fmla="*/ 3704660 w 6312643"/>
              <a:gd name="connsiteY771" fmla="*/ 60402 h 1031629"/>
              <a:gd name="connsiteX772" fmla="*/ 3708690 w 6312643"/>
              <a:gd name="connsiteY772" fmla="*/ 60255 h 1031629"/>
              <a:gd name="connsiteX773" fmla="*/ 3715213 w 6312643"/>
              <a:gd name="connsiteY773" fmla="*/ 60490 h 1031629"/>
              <a:gd name="connsiteX774" fmla="*/ 3721735 w 6312643"/>
              <a:gd name="connsiteY774" fmla="*/ 60727 h 1031629"/>
              <a:gd name="connsiteX775" fmla="*/ 3739984 w 6312643"/>
              <a:gd name="connsiteY775" fmla="*/ 54704 h 1031629"/>
              <a:gd name="connsiteX776" fmla="*/ 5172824 w 6312643"/>
              <a:gd name="connsiteY776" fmla="*/ 54704 h 1031629"/>
              <a:gd name="connsiteX777" fmla="*/ 5175572 w 6312643"/>
              <a:gd name="connsiteY777" fmla="*/ 59812 h 1031629"/>
              <a:gd name="connsiteX778" fmla="*/ 5172421 w 6312643"/>
              <a:gd name="connsiteY778" fmla="*/ 65096 h 1031629"/>
              <a:gd name="connsiteX779" fmla="*/ 5154210 w 6312643"/>
              <a:gd name="connsiteY779" fmla="*/ 66720 h 1031629"/>
              <a:gd name="connsiteX780" fmla="*/ 5154210 w 6312643"/>
              <a:gd name="connsiteY780" fmla="*/ 66631 h 1031629"/>
              <a:gd name="connsiteX781" fmla="*/ 5154210 w 6312643"/>
              <a:gd name="connsiteY781" fmla="*/ 66306 h 1031629"/>
              <a:gd name="connsiteX782" fmla="*/ 5143510 w 6312643"/>
              <a:gd name="connsiteY782" fmla="*/ 66720 h 1031629"/>
              <a:gd name="connsiteX783" fmla="*/ 5143033 w 6312643"/>
              <a:gd name="connsiteY783" fmla="*/ 66720 h 1031629"/>
              <a:gd name="connsiteX784" fmla="*/ 5135815 w 6312643"/>
              <a:gd name="connsiteY784" fmla="*/ 65922 h 1031629"/>
              <a:gd name="connsiteX785" fmla="*/ 5132809 w 6312643"/>
              <a:gd name="connsiteY785" fmla="*/ 63975 h 1031629"/>
              <a:gd name="connsiteX786" fmla="*/ 5137500 w 6312643"/>
              <a:gd name="connsiteY786" fmla="*/ 60402 h 1031629"/>
              <a:gd name="connsiteX787" fmla="*/ 5141530 w 6312643"/>
              <a:gd name="connsiteY787" fmla="*/ 60255 h 1031629"/>
              <a:gd name="connsiteX788" fmla="*/ 5148053 w 6312643"/>
              <a:gd name="connsiteY788" fmla="*/ 60490 h 1031629"/>
              <a:gd name="connsiteX789" fmla="*/ 5154576 w 6312643"/>
              <a:gd name="connsiteY789" fmla="*/ 60727 h 1031629"/>
              <a:gd name="connsiteX790" fmla="*/ 5172824 w 6312643"/>
              <a:gd name="connsiteY790" fmla="*/ 54704 h 1031629"/>
              <a:gd name="connsiteX791" fmla="*/ 1610720 w 6312643"/>
              <a:gd name="connsiteY791" fmla="*/ 53937 h 1031629"/>
              <a:gd name="connsiteX792" fmla="*/ 1613639 w 6312643"/>
              <a:gd name="connsiteY792" fmla="*/ 54863 h 1031629"/>
              <a:gd name="connsiteX793" fmla="*/ 1607714 w 6312643"/>
              <a:gd name="connsiteY793" fmla="*/ 56801 h 1031629"/>
              <a:gd name="connsiteX794" fmla="*/ 1613635 w 6312643"/>
              <a:gd name="connsiteY794" fmla="*/ 59536 h 1031629"/>
              <a:gd name="connsiteX795" fmla="*/ 1612662 w 6312643"/>
              <a:gd name="connsiteY795" fmla="*/ 60078 h 1031629"/>
              <a:gd name="connsiteX796" fmla="*/ 1612699 w 6312643"/>
              <a:gd name="connsiteY796" fmla="*/ 60048 h 1031629"/>
              <a:gd name="connsiteX797" fmla="*/ 1607935 w 6312643"/>
              <a:gd name="connsiteY797" fmla="*/ 58897 h 1031629"/>
              <a:gd name="connsiteX798" fmla="*/ 1605370 w 6312643"/>
              <a:gd name="connsiteY798" fmla="*/ 56919 h 1031629"/>
              <a:gd name="connsiteX799" fmla="*/ 3936979 w 6312643"/>
              <a:gd name="connsiteY799" fmla="*/ 53937 h 1031629"/>
              <a:gd name="connsiteX800" fmla="*/ 3943025 w 6312643"/>
              <a:gd name="connsiteY800" fmla="*/ 55856 h 1031629"/>
              <a:gd name="connsiteX801" fmla="*/ 3942951 w 6312643"/>
              <a:gd name="connsiteY801" fmla="*/ 57834 h 1031629"/>
              <a:gd name="connsiteX802" fmla="*/ 3938920 w 6312643"/>
              <a:gd name="connsiteY802" fmla="*/ 60078 h 1031629"/>
              <a:gd name="connsiteX803" fmla="*/ 3938957 w 6312643"/>
              <a:gd name="connsiteY803" fmla="*/ 60048 h 1031629"/>
              <a:gd name="connsiteX804" fmla="*/ 3934194 w 6312643"/>
              <a:gd name="connsiteY804" fmla="*/ 58897 h 1031629"/>
              <a:gd name="connsiteX805" fmla="*/ 3931629 w 6312643"/>
              <a:gd name="connsiteY805" fmla="*/ 56919 h 1031629"/>
              <a:gd name="connsiteX806" fmla="*/ 5369819 w 6312643"/>
              <a:gd name="connsiteY806" fmla="*/ 53937 h 1031629"/>
              <a:gd name="connsiteX807" fmla="*/ 5375865 w 6312643"/>
              <a:gd name="connsiteY807" fmla="*/ 55856 h 1031629"/>
              <a:gd name="connsiteX808" fmla="*/ 5375791 w 6312643"/>
              <a:gd name="connsiteY808" fmla="*/ 57834 h 1031629"/>
              <a:gd name="connsiteX809" fmla="*/ 5371761 w 6312643"/>
              <a:gd name="connsiteY809" fmla="*/ 60078 h 1031629"/>
              <a:gd name="connsiteX810" fmla="*/ 5371797 w 6312643"/>
              <a:gd name="connsiteY810" fmla="*/ 60048 h 1031629"/>
              <a:gd name="connsiteX811" fmla="*/ 5367034 w 6312643"/>
              <a:gd name="connsiteY811" fmla="*/ 58897 h 1031629"/>
              <a:gd name="connsiteX812" fmla="*/ 5364469 w 6312643"/>
              <a:gd name="connsiteY812" fmla="*/ 56919 h 1031629"/>
              <a:gd name="connsiteX813" fmla="*/ 1132122 w 6312643"/>
              <a:gd name="connsiteY813" fmla="*/ 53671 h 1031629"/>
              <a:gd name="connsiteX814" fmla="*/ 1139890 w 6312643"/>
              <a:gd name="connsiteY814" fmla="*/ 59990 h 1031629"/>
              <a:gd name="connsiteX815" fmla="*/ 1139560 w 6312643"/>
              <a:gd name="connsiteY815" fmla="*/ 59990 h 1031629"/>
              <a:gd name="connsiteX816" fmla="*/ 1136189 w 6312643"/>
              <a:gd name="connsiteY816" fmla="*/ 60166 h 1031629"/>
              <a:gd name="connsiteX817" fmla="*/ 1132855 w 6312643"/>
              <a:gd name="connsiteY817" fmla="*/ 60373 h 1031629"/>
              <a:gd name="connsiteX818" fmla="*/ 1125782 w 6312643"/>
              <a:gd name="connsiteY818" fmla="*/ 53878 h 1031629"/>
              <a:gd name="connsiteX819" fmla="*/ 1126478 w 6312643"/>
              <a:gd name="connsiteY819" fmla="*/ 53878 h 1031629"/>
              <a:gd name="connsiteX820" fmla="*/ 1129264 w 6312643"/>
              <a:gd name="connsiteY820" fmla="*/ 53790 h 1031629"/>
              <a:gd name="connsiteX821" fmla="*/ 1132122 w 6312643"/>
              <a:gd name="connsiteY821" fmla="*/ 53671 h 1031629"/>
              <a:gd name="connsiteX822" fmla="*/ 3458380 w 6312643"/>
              <a:gd name="connsiteY822" fmla="*/ 53671 h 1031629"/>
              <a:gd name="connsiteX823" fmla="*/ 3466149 w 6312643"/>
              <a:gd name="connsiteY823" fmla="*/ 59990 h 1031629"/>
              <a:gd name="connsiteX824" fmla="*/ 3465819 w 6312643"/>
              <a:gd name="connsiteY824" fmla="*/ 59990 h 1031629"/>
              <a:gd name="connsiteX825" fmla="*/ 3462448 w 6312643"/>
              <a:gd name="connsiteY825" fmla="*/ 60166 h 1031629"/>
              <a:gd name="connsiteX826" fmla="*/ 3459113 w 6312643"/>
              <a:gd name="connsiteY826" fmla="*/ 60373 h 1031629"/>
              <a:gd name="connsiteX827" fmla="*/ 3452041 w 6312643"/>
              <a:gd name="connsiteY827" fmla="*/ 53878 h 1031629"/>
              <a:gd name="connsiteX828" fmla="*/ 3452737 w 6312643"/>
              <a:gd name="connsiteY828" fmla="*/ 53878 h 1031629"/>
              <a:gd name="connsiteX829" fmla="*/ 3455522 w 6312643"/>
              <a:gd name="connsiteY829" fmla="*/ 53790 h 1031629"/>
              <a:gd name="connsiteX830" fmla="*/ 3458380 w 6312643"/>
              <a:gd name="connsiteY830" fmla="*/ 53671 h 1031629"/>
              <a:gd name="connsiteX831" fmla="*/ 1125635 w 6312643"/>
              <a:gd name="connsiteY831" fmla="*/ 53288 h 1031629"/>
              <a:gd name="connsiteX832" fmla="*/ 1125740 w 6312643"/>
              <a:gd name="connsiteY832" fmla="*/ 53848 h 1031629"/>
              <a:gd name="connsiteX833" fmla="*/ 1125745 w 6312643"/>
              <a:gd name="connsiteY833" fmla="*/ 53848 h 1031629"/>
              <a:gd name="connsiteX834" fmla="*/ 1125745 w 6312643"/>
              <a:gd name="connsiteY834" fmla="*/ 53878 h 1031629"/>
              <a:gd name="connsiteX835" fmla="*/ 1125740 w 6312643"/>
              <a:gd name="connsiteY835" fmla="*/ 53848 h 1031629"/>
              <a:gd name="connsiteX836" fmla="*/ 1125012 w 6312643"/>
              <a:gd name="connsiteY836" fmla="*/ 53848 h 1031629"/>
              <a:gd name="connsiteX837" fmla="*/ 3451894 w 6312643"/>
              <a:gd name="connsiteY837" fmla="*/ 53288 h 1031629"/>
              <a:gd name="connsiteX838" fmla="*/ 3451999 w 6312643"/>
              <a:gd name="connsiteY838" fmla="*/ 53848 h 1031629"/>
              <a:gd name="connsiteX839" fmla="*/ 3452004 w 6312643"/>
              <a:gd name="connsiteY839" fmla="*/ 53848 h 1031629"/>
              <a:gd name="connsiteX840" fmla="*/ 3452004 w 6312643"/>
              <a:gd name="connsiteY840" fmla="*/ 53878 h 1031629"/>
              <a:gd name="connsiteX841" fmla="*/ 3451999 w 6312643"/>
              <a:gd name="connsiteY841" fmla="*/ 53848 h 1031629"/>
              <a:gd name="connsiteX842" fmla="*/ 3451271 w 6312643"/>
              <a:gd name="connsiteY842" fmla="*/ 53848 h 1031629"/>
              <a:gd name="connsiteX843" fmla="*/ 1667113 w 6312643"/>
              <a:gd name="connsiteY843" fmla="*/ 48476 h 1031629"/>
              <a:gd name="connsiteX844" fmla="*/ 1669533 w 6312643"/>
              <a:gd name="connsiteY844" fmla="*/ 51132 h 1031629"/>
              <a:gd name="connsiteX845" fmla="*/ 1667247 w 6312643"/>
              <a:gd name="connsiteY845" fmla="*/ 52010 h 1031629"/>
              <a:gd name="connsiteX846" fmla="*/ 1667261 w 6312643"/>
              <a:gd name="connsiteY846" fmla="*/ 52018 h 1031629"/>
              <a:gd name="connsiteX847" fmla="*/ 1667224 w 6312643"/>
              <a:gd name="connsiteY847" fmla="*/ 52018 h 1031629"/>
              <a:gd name="connsiteX848" fmla="*/ 1667247 w 6312643"/>
              <a:gd name="connsiteY848" fmla="*/ 52010 h 1031629"/>
              <a:gd name="connsiteX849" fmla="*/ 1664805 w 6312643"/>
              <a:gd name="connsiteY849" fmla="*/ 50336 h 1031629"/>
              <a:gd name="connsiteX850" fmla="*/ 3993372 w 6312643"/>
              <a:gd name="connsiteY850" fmla="*/ 48476 h 1031629"/>
              <a:gd name="connsiteX851" fmla="*/ 3995791 w 6312643"/>
              <a:gd name="connsiteY851" fmla="*/ 51132 h 1031629"/>
              <a:gd name="connsiteX852" fmla="*/ 3993506 w 6312643"/>
              <a:gd name="connsiteY852" fmla="*/ 52010 h 1031629"/>
              <a:gd name="connsiteX853" fmla="*/ 3993519 w 6312643"/>
              <a:gd name="connsiteY853" fmla="*/ 52018 h 1031629"/>
              <a:gd name="connsiteX854" fmla="*/ 3993482 w 6312643"/>
              <a:gd name="connsiteY854" fmla="*/ 52018 h 1031629"/>
              <a:gd name="connsiteX855" fmla="*/ 3993506 w 6312643"/>
              <a:gd name="connsiteY855" fmla="*/ 52010 h 1031629"/>
              <a:gd name="connsiteX856" fmla="*/ 3991063 w 6312643"/>
              <a:gd name="connsiteY856" fmla="*/ 50336 h 1031629"/>
              <a:gd name="connsiteX857" fmla="*/ 5426213 w 6312643"/>
              <a:gd name="connsiteY857" fmla="*/ 48476 h 1031629"/>
              <a:gd name="connsiteX858" fmla="*/ 5428631 w 6312643"/>
              <a:gd name="connsiteY858" fmla="*/ 51132 h 1031629"/>
              <a:gd name="connsiteX859" fmla="*/ 5426346 w 6312643"/>
              <a:gd name="connsiteY859" fmla="*/ 52010 h 1031629"/>
              <a:gd name="connsiteX860" fmla="*/ 5426360 w 6312643"/>
              <a:gd name="connsiteY860" fmla="*/ 52018 h 1031629"/>
              <a:gd name="connsiteX861" fmla="*/ 5426323 w 6312643"/>
              <a:gd name="connsiteY861" fmla="*/ 52018 h 1031629"/>
              <a:gd name="connsiteX862" fmla="*/ 5426346 w 6312643"/>
              <a:gd name="connsiteY862" fmla="*/ 52010 h 1031629"/>
              <a:gd name="connsiteX863" fmla="*/ 5423904 w 6312643"/>
              <a:gd name="connsiteY863" fmla="*/ 50336 h 1031629"/>
              <a:gd name="connsiteX864" fmla="*/ 1732522 w 6312643"/>
              <a:gd name="connsiteY864" fmla="*/ 47561 h 1031629"/>
              <a:gd name="connsiteX865" fmla="*/ 1736956 w 6312643"/>
              <a:gd name="connsiteY865" fmla="*/ 50838 h 1031629"/>
              <a:gd name="connsiteX866" fmla="*/ 1730763 w 6312643"/>
              <a:gd name="connsiteY866" fmla="*/ 52785 h 1031629"/>
              <a:gd name="connsiteX867" fmla="*/ 1730617 w 6312643"/>
              <a:gd name="connsiteY867" fmla="*/ 52785 h 1031629"/>
              <a:gd name="connsiteX868" fmla="*/ 1726073 w 6312643"/>
              <a:gd name="connsiteY868" fmla="*/ 49716 h 1031629"/>
              <a:gd name="connsiteX869" fmla="*/ 1732302 w 6312643"/>
              <a:gd name="connsiteY869" fmla="*/ 47561 h 1031629"/>
              <a:gd name="connsiteX870" fmla="*/ 1732522 w 6312643"/>
              <a:gd name="connsiteY870" fmla="*/ 47561 h 1031629"/>
              <a:gd name="connsiteX871" fmla="*/ 2386238 w 6312643"/>
              <a:gd name="connsiteY871" fmla="*/ 47561 h 1031629"/>
              <a:gd name="connsiteX872" fmla="*/ 2390673 w 6312643"/>
              <a:gd name="connsiteY872" fmla="*/ 50838 h 1031629"/>
              <a:gd name="connsiteX873" fmla="*/ 2390343 w 6312643"/>
              <a:gd name="connsiteY873" fmla="*/ 50941 h 1031629"/>
              <a:gd name="connsiteX874" fmla="*/ 2388914 w 6312643"/>
              <a:gd name="connsiteY874" fmla="*/ 50336 h 1031629"/>
              <a:gd name="connsiteX875" fmla="*/ 2384517 w 6312643"/>
              <a:gd name="connsiteY875" fmla="*/ 48564 h 1031629"/>
              <a:gd name="connsiteX876" fmla="*/ 2380858 w 6312643"/>
              <a:gd name="connsiteY876" fmla="*/ 50437 h 1031629"/>
              <a:gd name="connsiteX877" fmla="*/ 2379790 w 6312643"/>
              <a:gd name="connsiteY877" fmla="*/ 49716 h 1031629"/>
              <a:gd name="connsiteX878" fmla="*/ 2386019 w 6312643"/>
              <a:gd name="connsiteY878" fmla="*/ 47561 h 1031629"/>
              <a:gd name="connsiteX879" fmla="*/ 2386238 w 6312643"/>
              <a:gd name="connsiteY879" fmla="*/ 47561 h 1031629"/>
              <a:gd name="connsiteX880" fmla="*/ 4058781 w 6312643"/>
              <a:gd name="connsiteY880" fmla="*/ 47561 h 1031629"/>
              <a:gd name="connsiteX881" fmla="*/ 4063215 w 6312643"/>
              <a:gd name="connsiteY881" fmla="*/ 50838 h 1031629"/>
              <a:gd name="connsiteX882" fmla="*/ 4057022 w 6312643"/>
              <a:gd name="connsiteY882" fmla="*/ 52785 h 1031629"/>
              <a:gd name="connsiteX883" fmla="*/ 4056876 w 6312643"/>
              <a:gd name="connsiteY883" fmla="*/ 52785 h 1031629"/>
              <a:gd name="connsiteX884" fmla="*/ 4052332 w 6312643"/>
              <a:gd name="connsiteY884" fmla="*/ 49716 h 1031629"/>
              <a:gd name="connsiteX885" fmla="*/ 4058561 w 6312643"/>
              <a:gd name="connsiteY885" fmla="*/ 47561 h 1031629"/>
              <a:gd name="connsiteX886" fmla="*/ 4058781 w 6312643"/>
              <a:gd name="connsiteY886" fmla="*/ 47561 h 1031629"/>
              <a:gd name="connsiteX887" fmla="*/ 5491621 w 6312643"/>
              <a:gd name="connsiteY887" fmla="*/ 47561 h 1031629"/>
              <a:gd name="connsiteX888" fmla="*/ 5496055 w 6312643"/>
              <a:gd name="connsiteY888" fmla="*/ 50838 h 1031629"/>
              <a:gd name="connsiteX889" fmla="*/ 5489862 w 6312643"/>
              <a:gd name="connsiteY889" fmla="*/ 52785 h 1031629"/>
              <a:gd name="connsiteX890" fmla="*/ 5489716 w 6312643"/>
              <a:gd name="connsiteY890" fmla="*/ 52785 h 1031629"/>
              <a:gd name="connsiteX891" fmla="*/ 5485172 w 6312643"/>
              <a:gd name="connsiteY891" fmla="*/ 49716 h 1031629"/>
              <a:gd name="connsiteX892" fmla="*/ 5491401 w 6312643"/>
              <a:gd name="connsiteY892" fmla="*/ 47561 h 1031629"/>
              <a:gd name="connsiteX893" fmla="*/ 5491621 w 6312643"/>
              <a:gd name="connsiteY893" fmla="*/ 47561 h 1031629"/>
              <a:gd name="connsiteX894" fmla="*/ 1547694 w 6312643"/>
              <a:gd name="connsiteY894" fmla="*/ 12665 h 1031629"/>
              <a:gd name="connsiteX895" fmla="*/ 1563780 w 6312643"/>
              <a:gd name="connsiteY895" fmla="*/ 15411 h 1031629"/>
              <a:gd name="connsiteX896" fmla="*/ 1564073 w 6312643"/>
              <a:gd name="connsiteY896" fmla="*/ 17743 h 1031629"/>
              <a:gd name="connsiteX897" fmla="*/ 1554839 w 6312643"/>
              <a:gd name="connsiteY897" fmla="*/ 24622 h 1031629"/>
              <a:gd name="connsiteX898" fmla="*/ 1554875 w 6312643"/>
              <a:gd name="connsiteY898" fmla="*/ 24592 h 1031629"/>
              <a:gd name="connsiteX899" fmla="*/ 1553886 w 6312643"/>
              <a:gd name="connsiteY899" fmla="*/ 24297 h 1031629"/>
              <a:gd name="connsiteX900" fmla="*/ 1533622 w 6312643"/>
              <a:gd name="connsiteY900" fmla="*/ 18776 h 1031629"/>
              <a:gd name="connsiteX901" fmla="*/ 1532120 w 6312643"/>
              <a:gd name="connsiteY901" fmla="*/ 17950 h 1031629"/>
              <a:gd name="connsiteX902" fmla="*/ 1530691 w 6312643"/>
              <a:gd name="connsiteY902" fmla="*/ 16887 h 1031629"/>
              <a:gd name="connsiteX903" fmla="*/ 1531570 w 6312643"/>
              <a:gd name="connsiteY903" fmla="*/ 15736 h 1031629"/>
              <a:gd name="connsiteX904" fmla="*/ 1532596 w 6312643"/>
              <a:gd name="connsiteY904" fmla="*/ 14909 h 1031629"/>
              <a:gd name="connsiteX905" fmla="*/ 1547694 w 6312643"/>
              <a:gd name="connsiteY905" fmla="*/ 12665 h 1031629"/>
              <a:gd name="connsiteX906" fmla="*/ 2201410 w 6312643"/>
              <a:gd name="connsiteY906" fmla="*/ 12665 h 1031629"/>
              <a:gd name="connsiteX907" fmla="*/ 2217496 w 6312643"/>
              <a:gd name="connsiteY907" fmla="*/ 15411 h 1031629"/>
              <a:gd name="connsiteX908" fmla="*/ 2217790 w 6312643"/>
              <a:gd name="connsiteY908" fmla="*/ 17743 h 1031629"/>
              <a:gd name="connsiteX909" fmla="*/ 2208555 w 6312643"/>
              <a:gd name="connsiteY909" fmla="*/ 24622 h 1031629"/>
              <a:gd name="connsiteX910" fmla="*/ 2208592 w 6312643"/>
              <a:gd name="connsiteY910" fmla="*/ 24592 h 1031629"/>
              <a:gd name="connsiteX911" fmla="*/ 2207602 w 6312643"/>
              <a:gd name="connsiteY911" fmla="*/ 24297 h 1031629"/>
              <a:gd name="connsiteX912" fmla="*/ 2187339 w 6312643"/>
              <a:gd name="connsiteY912" fmla="*/ 18776 h 1031629"/>
              <a:gd name="connsiteX913" fmla="*/ 2185836 w 6312643"/>
              <a:gd name="connsiteY913" fmla="*/ 17950 h 1031629"/>
              <a:gd name="connsiteX914" fmla="*/ 2184407 w 6312643"/>
              <a:gd name="connsiteY914" fmla="*/ 16887 h 1031629"/>
              <a:gd name="connsiteX915" fmla="*/ 2185286 w 6312643"/>
              <a:gd name="connsiteY915" fmla="*/ 15736 h 1031629"/>
              <a:gd name="connsiteX916" fmla="*/ 2186313 w 6312643"/>
              <a:gd name="connsiteY916" fmla="*/ 14909 h 1031629"/>
              <a:gd name="connsiteX917" fmla="*/ 2201410 w 6312643"/>
              <a:gd name="connsiteY917" fmla="*/ 12665 h 1031629"/>
              <a:gd name="connsiteX918" fmla="*/ 3873952 w 6312643"/>
              <a:gd name="connsiteY918" fmla="*/ 12665 h 1031629"/>
              <a:gd name="connsiteX919" fmla="*/ 3890038 w 6312643"/>
              <a:gd name="connsiteY919" fmla="*/ 15411 h 1031629"/>
              <a:gd name="connsiteX920" fmla="*/ 3890332 w 6312643"/>
              <a:gd name="connsiteY920" fmla="*/ 17743 h 1031629"/>
              <a:gd name="connsiteX921" fmla="*/ 3881097 w 6312643"/>
              <a:gd name="connsiteY921" fmla="*/ 24622 h 1031629"/>
              <a:gd name="connsiteX922" fmla="*/ 3881134 w 6312643"/>
              <a:gd name="connsiteY922" fmla="*/ 24592 h 1031629"/>
              <a:gd name="connsiteX923" fmla="*/ 3880144 w 6312643"/>
              <a:gd name="connsiteY923" fmla="*/ 24297 h 1031629"/>
              <a:gd name="connsiteX924" fmla="*/ 3859881 w 6312643"/>
              <a:gd name="connsiteY924" fmla="*/ 18776 h 1031629"/>
              <a:gd name="connsiteX925" fmla="*/ 3858378 w 6312643"/>
              <a:gd name="connsiteY925" fmla="*/ 17950 h 1031629"/>
              <a:gd name="connsiteX926" fmla="*/ 3856949 w 6312643"/>
              <a:gd name="connsiteY926" fmla="*/ 16887 h 1031629"/>
              <a:gd name="connsiteX927" fmla="*/ 3857829 w 6312643"/>
              <a:gd name="connsiteY927" fmla="*/ 15736 h 1031629"/>
              <a:gd name="connsiteX928" fmla="*/ 3858855 w 6312643"/>
              <a:gd name="connsiteY928" fmla="*/ 14909 h 1031629"/>
              <a:gd name="connsiteX929" fmla="*/ 3873952 w 6312643"/>
              <a:gd name="connsiteY929" fmla="*/ 12665 h 1031629"/>
              <a:gd name="connsiteX930" fmla="*/ 5306793 w 6312643"/>
              <a:gd name="connsiteY930" fmla="*/ 12665 h 1031629"/>
              <a:gd name="connsiteX931" fmla="*/ 5322878 w 6312643"/>
              <a:gd name="connsiteY931" fmla="*/ 15411 h 1031629"/>
              <a:gd name="connsiteX932" fmla="*/ 5323172 w 6312643"/>
              <a:gd name="connsiteY932" fmla="*/ 17743 h 1031629"/>
              <a:gd name="connsiteX933" fmla="*/ 5313938 w 6312643"/>
              <a:gd name="connsiteY933" fmla="*/ 24622 h 1031629"/>
              <a:gd name="connsiteX934" fmla="*/ 5313975 w 6312643"/>
              <a:gd name="connsiteY934" fmla="*/ 24592 h 1031629"/>
              <a:gd name="connsiteX935" fmla="*/ 5312985 w 6312643"/>
              <a:gd name="connsiteY935" fmla="*/ 24297 h 1031629"/>
              <a:gd name="connsiteX936" fmla="*/ 5292721 w 6312643"/>
              <a:gd name="connsiteY936" fmla="*/ 18776 h 1031629"/>
              <a:gd name="connsiteX937" fmla="*/ 5291219 w 6312643"/>
              <a:gd name="connsiteY937" fmla="*/ 17950 h 1031629"/>
              <a:gd name="connsiteX938" fmla="*/ 5289790 w 6312643"/>
              <a:gd name="connsiteY938" fmla="*/ 16887 h 1031629"/>
              <a:gd name="connsiteX939" fmla="*/ 5290669 w 6312643"/>
              <a:gd name="connsiteY939" fmla="*/ 15736 h 1031629"/>
              <a:gd name="connsiteX940" fmla="*/ 5291695 w 6312643"/>
              <a:gd name="connsiteY940" fmla="*/ 14909 h 1031629"/>
              <a:gd name="connsiteX941" fmla="*/ 5306793 w 6312643"/>
              <a:gd name="connsiteY941" fmla="*/ 12665 h 1031629"/>
              <a:gd name="connsiteX942" fmla="*/ 1588624 w 6312643"/>
              <a:gd name="connsiteY942" fmla="*/ 6908 h 1031629"/>
              <a:gd name="connsiteX943" fmla="*/ 1593900 w 6312643"/>
              <a:gd name="connsiteY943" fmla="*/ 8975 h 1031629"/>
              <a:gd name="connsiteX944" fmla="*/ 1589393 w 6312643"/>
              <a:gd name="connsiteY944" fmla="*/ 12990 h 1031629"/>
              <a:gd name="connsiteX945" fmla="*/ 1589357 w 6312643"/>
              <a:gd name="connsiteY945" fmla="*/ 13020 h 1031629"/>
              <a:gd name="connsiteX946" fmla="*/ 1588074 w 6312643"/>
              <a:gd name="connsiteY946" fmla="*/ 12902 h 1031629"/>
              <a:gd name="connsiteX947" fmla="*/ 1582944 w 6312643"/>
              <a:gd name="connsiteY947" fmla="*/ 10008 h 1031629"/>
              <a:gd name="connsiteX948" fmla="*/ 1585509 w 6312643"/>
              <a:gd name="connsiteY948" fmla="*/ 8119 h 1031629"/>
              <a:gd name="connsiteX949" fmla="*/ 1588148 w 6312643"/>
              <a:gd name="connsiteY949" fmla="*/ 6908 h 1031629"/>
              <a:gd name="connsiteX950" fmla="*/ 1588624 w 6312643"/>
              <a:gd name="connsiteY950" fmla="*/ 6908 h 1031629"/>
              <a:gd name="connsiteX951" fmla="*/ 2242340 w 6312643"/>
              <a:gd name="connsiteY951" fmla="*/ 6908 h 1031629"/>
              <a:gd name="connsiteX952" fmla="*/ 2247617 w 6312643"/>
              <a:gd name="connsiteY952" fmla="*/ 8975 h 1031629"/>
              <a:gd name="connsiteX953" fmla="*/ 2243110 w 6312643"/>
              <a:gd name="connsiteY953" fmla="*/ 12990 h 1031629"/>
              <a:gd name="connsiteX954" fmla="*/ 2243073 w 6312643"/>
              <a:gd name="connsiteY954" fmla="*/ 13020 h 1031629"/>
              <a:gd name="connsiteX955" fmla="*/ 2241791 w 6312643"/>
              <a:gd name="connsiteY955" fmla="*/ 12902 h 1031629"/>
              <a:gd name="connsiteX956" fmla="*/ 2236661 w 6312643"/>
              <a:gd name="connsiteY956" fmla="*/ 10008 h 1031629"/>
              <a:gd name="connsiteX957" fmla="*/ 2239226 w 6312643"/>
              <a:gd name="connsiteY957" fmla="*/ 8119 h 1031629"/>
              <a:gd name="connsiteX958" fmla="*/ 2241864 w 6312643"/>
              <a:gd name="connsiteY958" fmla="*/ 6908 h 1031629"/>
              <a:gd name="connsiteX959" fmla="*/ 2242340 w 6312643"/>
              <a:gd name="connsiteY959" fmla="*/ 6908 h 1031629"/>
              <a:gd name="connsiteX960" fmla="*/ 3914883 w 6312643"/>
              <a:gd name="connsiteY960" fmla="*/ 6908 h 1031629"/>
              <a:gd name="connsiteX961" fmla="*/ 3920159 w 6312643"/>
              <a:gd name="connsiteY961" fmla="*/ 8975 h 1031629"/>
              <a:gd name="connsiteX962" fmla="*/ 3915652 w 6312643"/>
              <a:gd name="connsiteY962" fmla="*/ 12990 h 1031629"/>
              <a:gd name="connsiteX963" fmla="*/ 3915615 w 6312643"/>
              <a:gd name="connsiteY963" fmla="*/ 13020 h 1031629"/>
              <a:gd name="connsiteX964" fmla="*/ 3914333 w 6312643"/>
              <a:gd name="connsiteY964" fmla="*/ 12902 h 1031629"/>
              <a:gd name="connsiteX965" fmla="*/ 3909202 w 6312643"/>
              <a:gd name="connsiteY965" fmla="*/ 10008 h 1031629"/>
              <a:gd name="connsiteX966" fmla="*/ 3911767 w 6312643"/>
              <a:gd name="connsiteY966" fmla="*/ 8119 h 1031629"/>
              <a:gd name="connsiteX967" fmla="*/ 3914406 w 6312643"/>
              <a:gd name="connsiteY967" fmla="*/ 6908 h 1031629"/>
              <a:gd name="connsiteX968" fmla="*/ 3914883 w 6312643"/>
              <a:gd name="connsiteY968" fmla="*/ 6908 h 1031629"/>
              <a:gd name="connsiteX969" fmla="*/ 5347723 w 6312643"/>
              <a:gd name="connsiteY969" fmla="*/ 6908 h 1031629"/>
              <a:gd name="connsiteX970" fmla="*/ 5352999 w 6312643"/>
              <a:gd name="connsiteY970" fmla="*/ 8975 h 1031629"/>
              <a:gd name="connsiteX971" fmla="*/ 5348492 w 6312643"/>
              <a:gd name="connsiteY971" fmla="*/ 12990 h 1031629"/>
              <a:gd name="connsiteX972" fmla="*/ 5348455 w 6312643"/>
              <a:gd name="connsiteY972" fmla="*/ 13020 h 1031629"/>
              <a:gd name="connsiteX973" fmla="*/ 5347173 w 6312643"/>
              <a:gd name="connsiteY973" fmla="*/ 12902 h 1031629"/>
              <a:gd name="connsiteX974" fmla="*/ 5342043 w 6312643"/>
              <a:gd name="connsiteY974" fmla="*/ 10008 h 1031629"/>
              <a:gd name="connsiteX975" fmla="*/ 5344608 w 6312643"/>
              <a:gd name="connsiteY975" fmla="*/ 8119 h 1031629"/>
              <a:gd name="connsiteX976" fmla="*/ 5347246 w 6312643"/>
              <a:gd name="connsiteY976" fmla="*/ 6908 h 1031629"/>
              <a:gd name="connsiteX977" fmla="*/ 5347723 w 6312643"/>
              <a:gd name="connsiteY977" fmla="*/ 6908 h 1031629"/>
              <a:gd name="connsiteX978" fmla="*/ 5354209 w 6312643"/>
              <a:gd name="connsiteY978" fmla="*/ 0 h 1031629"/>
              <a:gd name="connsiteX979" fmla="*/ 5354612 w 6312643"/>
              <a:gd name="connsiteY979" fmla="*/ 266 h 1031629"/>
              <a:gd name="connsiteX980" fmla="*/ 5349189 w 6312643"/>
              <a:gd name="connsiteY980" fmla="*/ 383 h 1031629"/>
              <a:gd name="connsiteX981" fmla="*/ 5345305 w 6312643"/>
              <a:gd name="connsiteY981" fmla="*/ 473 h 1031629"/>
              <a:gd name="connsiteX982" fmla="*/ 5340578 w 6312643"/>
              <a:gd name="connsiteY982" fmla="*/ 414 h 1031629"/>
              <a:gd name="connsiteX983" fmla="*/ 5335814 w 6312643"/>
              <a:gd name="connsiteY983" fmla="*/ 354 h 1031629"/>
              <a:gd name="connsiteX984" fmla="*/ 5313278 w 6312643"/>
              <a:gd name="connsiteY984" fmla="*/ 5255 h 1031629"/>
              <a:gd name="connsiteX985" fmla="*/ 5303604 w 6312643"/>
              <a:gd name="connsiteY985" fmla="*/ 7174 h 1031629"/>
              <a:gd name="connsiteX986" fmla="*/ 5287774 w 6312643"/>
              <a:gd name="connsiteY986" fmla="*/ 6318 h 1031629"/>
              <a:gd name="connsiteX987" fmla="*/ 5286748 w 6312643"/>
              <a:gd name="connsiteY987" fmla="*/ 6318 h 1031629"/>
              <a:gd name="connsiteX988" fmla="*/ 5280445 w 6312643"/>
              <a:gd name="connsiteY988" fmla="*/ 18717 h 1031629"/>
              <a:gd name="connsiteX989" fmla="*/ 5274986 w 6312643"/>
              <a:gd name="connsiteY989" fmla="*/ 26245 h 1031629"/>
              <a:gd name="connsiteX990" fmla="*/ 5271321 w 6312643"/>
              <a:gd name="connsiteY990" fmla="*/ 26570 h 1031629"/>
              <a:gd name="connsiteX991" fmla="*/ 5268794 w 6312643"/>
              <a:gd name="connsiteY991" fmla="*/ 27013 h 1031629"/>
              <a:gd name="connsiteX992" fmla="*/ 5261831 w 6312643"/>
              <a:gd name="connsiteY992" fmla="*/ 24563 h 1031629"/>
              <a:gd name="connsiteX993" fmla="*/ 5255198 w 6312643"/>
              <a:gd name="connsiteY993" fmla="*/ 22112 h 1031629"/>
              <a:gd name="connsiteX994" fmla="*/ 5251681 w 6312643"/>
              <a:gd name="connsiteY994" fmla="*/ 23205 h 1031629"/>
              <a:gd name="connsiteX995" fmla="*/ 5238232 w 6312643"/>
              <a:gd name="connsiteY995" fmla="*/ 26393 h 1031629"/>
              <a:gd name="connsiteX996" fmla="*/ 5236181 w 6312643"/>
              <a:gd name="connsiteY996" fmla="*/ 26393 h 1031629"/>
              <a:gd name="connsiteX997" fmla="*/ 5234129 w 6312643"/>
              <a:gd name="connsiteY997" fmla="*/ 26393 h 1031629"/>
              <a:gd name="connsiteX998" fmla="*/ 5230317 w 6312643"/>
              <a:gd name="connsiteY998" fmla="*/ 26511 h 1031629"/>
              <a:gd name="connsiteX999" fmla="*/ 5211703 w 6312643"/>
              <a:gd name="connsiteY999" fmla="*/ 26984 h 1031629"/>
              <a:gd name="connsiteX1000" fmla="*/ 5210640 w 6312643"/>
              <a:gd name="connsiteY1000" fmla="*/ 26984 h 1031629"/>
              <a:gd name="connsiteX1001" fmla="*/ 5204228 w 6312643"/>
              <a:gd name="connsiteY1001" fmla="*/ 26895 h 1031629"/>
              <a:gd name="connsiteX1002" fmla="*/ 5197742 w 6312643"/>
              <a:gd name="connsiteY1002" fmla="*/ 26806 h 1031629"/>
              <a:gd name="connsiteX1003" fmla="*/ 5189423 w 6312643"/>
              <a:gd name="connsiteY1003" fmla="*/ 27161 h 1031629"/>
              <a:gd name="connsiteX1004" fmla="*/ 5187555 w 6312643"/>
              <a:gd name="connsiteY1004" fmla="*/ 34009 h 1031629"/>
              <a:gd name="connsiteX1005" fmla="*/ 5189570 w 6312643"/>
              <a:gd name="connsiteY1005" fmla="*/ 35692 h 1031629"/>
              <a:gd name="connsiteX1006" fmla="*/ 5190413 w 6312643"/>
              <a:gd name="connsiteY1006" fmla="*/ 35485 h 1031629"/>
              <a:gd name="connsiteX1007" fmla="*/ 5190779 w 6312643"/>
              <a:gd name="connsiteY1007" fmla="*/ 35279 h 1031629"/>
              <a:gd name="connsiteX1008" fmla="*/ 5189681 w 6312643"/>
              <a:gd name="connsiteY1008" fmla="*/ 36785 h 1031629"/>
              <a:gd name="connsiteX1009" fmla="*/ 5179054 w 6312643"/>
              <a:gd name="connsiteY1009" fmla="*/ 40209 h 1031629"/>
              <a:gd name="connsiteX1010" fmla="*/ 5170370 w 6312643"/>
              <a:gd name="connsiteY1010" fmla="*/ 37109 h 1031629"/>
              <a:gd name="connsiteX1011" fmla="*/ 5174180 w 6312643"/>
              <a:gd name="connsiteY1011" fmla="*/ 28931 h 1031629"/>
              <a:gd name="connsiteX1012" fmla="*/ 5148676 w 6312643"/>
              <a:gd name="connsiteY1012" fmla="*/ 20282 h 1031629"/>
              <a:gd name="connsiteX1013" fmla="*/ 5146955 w 6312643"/>
              <a:gd name="connsiteY1013" fmla="*/ 20341 h 1031629"/>
              <a:gd name="connsiteX1014" fmla="*/ 5143363 w 6312643"/>
              <a:gd name="connsiteY1014" fmla="*/ 28076 h 1031629"/>
              <a:gd name="connsiteX1015" fmla="*/ 5141421 w 6312643"/>
              <a:gd name="connsiteY1015" fmla="*/ 32682 h 1031629"/>
              <a:gd name="connsiteX1016" fmla="*/ 5132480 w 6312643"/>
              <a:gd name="connsiteY1016" fmla="*/ 33390 h 1031629"/>
              <a:gd name="connsiteX1017" fmla="*/ 5130429 w 6312643"/>
              <a:gd name="connsiteY1017" fmla="*/ 33390 h 1031629"/>
              <a:gd name="connsiteX1018" fmla="*/ 5111776 w 6312643"/>
              <a:gd name="connsiteY1018" fmla="*/ 33124 h 1031629"/>
              <a:gd name="connsiteX1019" fmla="*/ 5108442 w 6312643"/>
              <a:gd name="connsiteY1019" fmla="*/ 33183 h 1031629"/>
              <a:gd name="connsiteX1020" fmla="*/ 5101370 w 6312643"/>
              <a:gd name="connsiteY1020" fmla="*/ 33655 h 1031629"/>
              <a:gd name="connsiteX1021" fmla="*/ 5090193 w 6312643"/>
              <a:gd name="connsiteY1021" fmla="*/ 45641 h 1031629"/>
              <a:gd name="connsiteX1022" fmla="*/ 5070406 w 6312643"/>
              <a:gd name="connsiteY1022" fmla="*/ 39855 h 1031629"/>
              <a:gd name="connsiteX1023" fmla="*/ 5064140 w 6312643"/>
              <a:gd name="connsiteY1023" fmla="*/ 40003 h 1031629"/>
              <a:gd name="connsiteX1024" fmla="*/ 5057875 w 6312643"/>
              <a:gd name="connsiteY1024" fmla="*/ 40151 h 1031629"/>
              <a:gd name="connsiteX1025" fmla="*/ 5041275 w 6312643"/>
              <a:gd name="connsiteY1025" fmla="*/ 36726 h 1031629"/>
              <a:gd name="connsiteX1026" fmla="*/ 5026324 w 6312643"/>
              <a:gd name="connsiteY1026" fmla="*/ 32770 h 1031629"/>
              <a:gd name="connsiteX1027" fmla="*/ 5010275 w 6312643"/>
              <a:gd name="connsiteY1027" fmla="*/ 37494 h 1031629"/>
              <a:gd name="connsiteX1028" fmla="*/ 5004632 w 6312643"/>
              <a:gd name="connsiteY1028" fmla="*/ 39678 h 1031629"/>
              <a:gd name="connsiteX1029" fmla="*/ 5003862 w 6312643"/>
              <a:gd name="connsiteY1029" fmla="*/ 39501 h 1031629"/>
              <a:gd name="connsiteX1030" fmla="*/ 4993419 w 6312643"/>
              <a:gd name="connsiteY1030" fmla="*/ 36400 h 1031629"/>
              <a:gd name="connsiteX1031" fmla="*/ 4975134 w 6312643"/>
              <a:gd name="connsiteY1031" fmla="*/ 42984 h 1031629"/>
              <a:gd name="connsiteX1032" fmla="*/ 4959634 w 6312643"/>
              <a:gd name="connsiteY1032" fmla="*/ 47236 h 1031629"/>
              <a:gd name="connsiteX1033" fmla="*/ 4944243 w 6312643"/>
              <a:gd name="connsiteY1033" fmla="*/ 43545 h 1031629"/>
              <a:gd name="connsiteX1034" fmla="*/ 4935669 w 6312643"/>
              <a:gd name="connsiteY1034" fmla="*/ 40386 h 1031629"/>
              <a:gd name="connsiteX1035" fmla="*/ 4931198 w 6312643"/>
              <a:gd name="connsiteY1035" fmla="*/ 42099 h 1031629"/>
              <a:gd name="connsiteX1036" fmla="*/ 4925225 w 6312643"/>
              <a:gd name="connsiteY1036" fmla="*/ 44726 h 1031629"/>
              <a:gd name="connsiteX1037" fmla="*/ 4919399 w 6312643"/>
              <a:gd name="connsiteY1037" fmla="*/ 41242 h 1031629"/>
              <a:gd name="connsiteX1038" fmla="*/ 4910531 w 6312643"/>
              <a:gd name="connsiteY1038" fmla="*/ 35722 h 1031629"/>
              <a:gd name="connsiteX1039" fmla="*/ 4901847 w 6312643"/>
              <a:gd name="connsiteY1039" fmla="*/ 39943 h 1031629"/>
              <a:gd name="connsiteX1040" fmla="*/ 4898366 w 6312643"/>
              <a:gd name="connsiteY1040" fmla="*/ 40740 h 1031629"/>
              <a:gd name="connsiteX1041" fmla="*/ 4894665 w 6312643"/>
              <a:gd name="connsiteY1041" fmla="*/ 40534 h 1031629"/>
              <a:gd name="connsiteX1042" fmla="*/ 4893236 w 6312643"/>
              <a:gd name="connsiteY1042" fmla="*/ 40475 h 1031629"/>
              <a:gd name="connsiteX1043" fmla="*/ 4884038 w 6312643"/>
              <a:gd name="connsiteY1043" fmla="*/ 53110 h 1031629"/>
              <a:gd name="connsiteX1044" fmla="*/ 4865167 w 6312643"/>
              <a:gd name="connsiteY1044" fmla="*/ 46114 h 1031629"/>
              <a:gd name="connsiteX1045" fmla="*/ 4860989 w 6312643"/>
              <a:gd name="connsiteY1045" fmla="*/ 46823 h 1031629"/>
              <a:gd name="connsiteX1046" fmla="*/ 4857229 w 6312643"/>
              <a:gd name="connsiteY1046" fmla="*/ 49358 h 1031629"/>
              <a:gd name="connsiteX1047" fmla="*/ 4854527 w 6312643"/>
              <a:gd name="connsiteY1047" fmla="*/ 48535 h 1031629"/>
              <a:gd name="connsiteX1048" fmla="*/ 4847821 w 6312643"/>
              <a:gd name="connsiteY1048" fmla="*/ 47442 h 1031629"/>
              <a:gd name="connsiteX1049" fmla="*/ 4837011 w 6312643"/>
              <a:gd name="connsiteY1049" fmla="*/ 52431 h 1031629"/>
              <a:gd name="connsiteX1050" fmla="*/ 4821694 w 6312643"/>
              <a:gd name="connsiteY1050" fmla="*/ 49331 h 1031629"/>
              <a:gd name="connsiteX1051" fmla="*/ 4805535 w 6312643"/>
              <a:gd name="connsiteY1051" fmla="*/ 54144 h 1031629"/>
              <a:gd name="connsiteX1052" fmla="*/ 4803408 w 6312643"/>
              <a:gd name="connsiteY1052" fmla="*/ 53494 h 1031629"/>
              <a:gd name="connsiteX1053" fmla="*/ 4802800 w 6312643"/>
              <a:gd name="connsiteY1053" fmla="*/ 52284 h 1031629"/>
              <a:gd name="connsiteX1054" fmla="*/ 4810313 w 6312643"/>
              <a:gd name="connsiteY1054" fmla="*/ 46940 h 1031629"/>
              <a:gd name="connsiteX1055" fmla="*/ 4828560 w 6312643"/>
              <a:gd name="connsiteY1055" fmla="*/ 45258 h 1031629"/>
              <a:gd name="connsiteX1056" fmla="*/ 4831345 w 6312643"/>
              <a:gd name="connsiteY1056" fmla="*/ 39885 h 1031629"/>
              <a:gd name="connsiteX1057" fmla="*/ 4827864 w 6312643"/>
              <a:gd name="connsiteY1057" fmla="*/ 34807 h 1031629"/>
              <a:gd name="connsiteX1058" fmla="*/ 4815113 w 6312643"/>
              <a:gd name="connsiteY1058" fmla="*/ 33420 h 1031629"/>
              <a:gd name="connsiteX1059" fmla="*/ 4782133 w 6312643"/>
              <a:gd name="connsiteY1059" fmla="*/ 41833 h 1031629"/>
              <a:gd name="connsiteX1060" fmla="*/ 4781504 w 6312643"/>
              <a:gd name="connsiteY1060" fmla="*/ 46957 h 1031629"/>
              <a:gd name="connsiteX1061" fmla="*/ 4780067 w 6312643"/>
              <a:gd name="connsiteY1061" fmla="*/ 46557 h 1031629"/>
              <a:gd name="connsiteX1062" fmla="*/ 4766693 w 6312643"/>
              <a:gd name="connsiteY1062" fmla="*/ 50424 h 1031629"/>
              <a:gd name="connsiteX1063" fmla="*/ 4757768 w 6312643"/>
              <a:gd name="connsiteY1063" fmla="*/ 54443 h 1031629"/>
              <a:gd name="connsiteX1064" fmla="*/ 4748861 w 6312643"/>
              <a:gd name="connsiteY1064" fmla="*/ 45849 h 1031629"/>
              <a:gd name="connsiteX1065" fmla="*/ 4743585 w 6312643"/>
              <a:gd name="connsiteY1065" fmla="*/ 40268 h 1031629"/>
              <a:gd name="connsiteX1066" fmla="*/ 4734753 w 6312643"/>
              <a:gd name="connsiteY1066" fmla="*/ 47973 h 1031629"/>
              <a:gd name="connsiteX1067" fmla="*/ 4730050 w 6312643"/>
              <a:gd name="connsiteY1067" fmla="*/ 51178 h 1031629"/>
              <a:gd name="connsiteX1068" fmla="*/ 4726385 w 6312643"/>
              <a:gd name="connsiteY1068" fmla="*/ 48977 h 1031629"/>
              <a:gd name="connsiteX1069" fmla="*/ 4721841 w 6312643"/>
              <a:gd name="connsiteY1069" fmla="*/ 51073 h 1031629"/>
              <a:gd name="connsiteX1070" fmla="*/ 4719350 w 6312643"/>
              <a:gd name="connsiteY1070" fmla="*/ 52106 h 1031629"/>
              <a:gd name="connsiteX1071" fmla="*/ 4715172 w 6312643"/>
              <a:gd name="connsiteY1071" fmla="*/ 50336 h 1031629"/>
              <a:gd name="connsiteX1072" fmla="*/ 4710775 w 6312643"/>
              <a:gd name="connsiteY1072" fmla="*/ 48564 h 1031629"/>
              <a:gd name="connsiteX1073" fmla="*/ 4706854 w 6312643"/>
              <a:gd name="connsiteY1073" fmla="*/ 50571 h 1031629"/>
              <a:gd name="connsiteX1074" fmla="*/ 4701138 w 6312643"/>
              <a:gd name="connsiteY1074" fmla="*/ 53170 h 1031629"/>
              <a:gd name="connsiteX1075" fmla="*/ 4690401 w 6312643"/>
              <a:gd name="connsiteY1075" fmla="*/ 48918 h 1031629"/>
              <a:gd name="connsiteX1076" fmla="*/ 4685820 w 6312643"/>
              <a:gd name="connsiteY1076" fmla="*/ 51752 h 1031629"/>
              <a:gd name="connsiteX1077" fmla="*/ 4685820 w 6312643"/>
              <a:gd name="connsiteY1077" fmla="*/ 55000 h 1031629"/>
              <a:gd name="connsiteX1078" fmla="*/ 4683366 w 6312643"/>
              <a:gd name="connsiteY1078" fmla="*/ 64063 h 1031629"/>
              <a:gd name="connsiteX1079" fmla="*/ 4680874 w 6312643"/>
              <a:gd name="connsiteY1079" fmla="*/ 64623 h 1031629"/>
              <a:gd name="connsiteX1080" fmla="*/ 4672702 w 6312643"/>
              <a:gd name="connsiteY1080" fmla="*/ 58100 h 1031629"/>
              <a:gd name="connsiteX1081" fmla="*/ 4667097 w 6312643"/>
              <a:gd name="connsiteY1081" fmla="*/ 55295 h 1031629"/>
              <a:gd name="connsiteX1082" fmla="*/ 4660574 w 6312643"/>
              <a:gd name="connsiteY1082" fmla="*/ 57421 h 1031629"/>
              <a:gd name="connsiteX1083" fmla="*/ 4658376 w 6312643"/>
              <a:gd name="connsiteY1083" fmla="*/ 57923 h 1031629"/>
              <a:gd name="connsiteX1084" fmla="*/ 4650680 w 6312643"/>
              <a:gd name="connsiteY1084" fmla="*/ 50513 h 1031629"/>
              <a:gd name="connsiteX1085" fmla="*/ 4658266 w 6312643"/>
              <a:gd name="connsiteY1085" fmla="*/ 46379 h 1031629"/>
              <a:gd name="connsiteX1086" fmla="*/ 4660904 w 6312643"/>
              <a:gd name="connsiteY1086" fmla="*/ 44136 h 1031629"/>
              <a:gd name="connsiteX1087" fmla="*/ 4659841 w 6312643"/>
              <a:gd name="connsiteY1087" fmla="*/ 42099 h 1031629"/>
              <a:gd name="connsiteX1088" fmla="*/ 4656763 w 6312643"/>
              <a:gd name="connsiteY1088" fmla="*/ 40534 h 1031629"/>
              <a:gd name="connsiteX1089" fmla="*/ 4651120 w 6312643"/>
              <a:gd name="connsiteY1089" fmla="*/ 40888 h 1031629"/>
              <a:gd name="connsiteX1090" fmla="*/ 4629024 w 6312643"/>
              <a:gd name="connsiteY1090" fmla="*/ 37080 h 1031629"/>
              <a:gd name="connsiteX1091" fmla="*/ 4606891 w 6312643"/>
              <a:gd name="connsiteY1091" fmla="*/ 33272 h 1031629"/>
              <a:gd name="connsiteX1092" fmla="*/ 4606232 w 6312643"/>
              <a:gd name="connsiteY1092" fmla="*/ 33272 h 1031629"/>
              <a:gd name="connsiteX1093" fmla="*/ 4600259 w 6312643"/>
              <a:gd name="connsiteY1093" fmla="*/ 33301 h 1031629"/>
              <a:gd name="connsiteX1094" fmla="*/ 4592417 w 6312643"/>
              <a:gd name="connsiteY1094" fmla="*/ 33272 h 1031629"/>
              <a:gd name="connsiteX1095" fmla="*/ 4584575 w 6312643"/>
              <a:gd name="connsiteY1095" fmla="*/ 33241 h 1031629"/>
              <a:gd name="connsiteX1096" fmla="*/ 4572667 w 6312643"/>
              <a:gd name="connsiteY1096" fmla="*/ 33420 h 1031629"/>
              <a:gd name="connsiteX1097" fmla="*/ 4558779 w 6312643"/>
              <a:gd name="connsiteY1097" fmla="*/ 36430 h 1031629"/>
              <a:gd name="connsiteX1098" fmla="*/ 4544378 w 6312643"/>
              <a:gd name="connsiteY1098" fmla="*/ 40003 h 1031629"/>
              <a:gd name="connsiteX1099" fmla="*/ 4536720 w 6312643"/>
              <a:gd name="connsiteY1099" fmla="*/ 39589 h 1031629"/>
              <a:gd name="connsiteX1100" fmla="*/ 4529025 w 6312643"/>
              <a:gd name="connsiteY1100" fmla="*/ 39176 h 1031629"/>
              <a:gd name="connsiteX1101" fmla="*/ 4526239 w 6312643"/>
              <a:gd name="connsiteY1101" fmla="*/ 39264 h 1031629"/>
              <a:gd name="connsiteX1102" fmla="*/ 4494616 w 6312643"/>
              <a:gd name="connsiteY1102" fmla="*/ 32121 h 1031629"/>
              <a:gd name="connsiteX1103" fmla="*/ 4487471 w 6312643"/>
              <a:gd name="connsiteY1103" fmla="*/ 28548 h 1031629"/>
              <a:gd name="connsiteX1104" fmla="*/ 4484136 w 6312643"/>
              <a:gd name="connsiteY1104" fmla="*/ 32150 h 1031629"/>
              <a:gd name="connsiteX1105" fmla="*/ 4487838 w 6312643"/>
              <a:gd name="connsiteY1105" fmla="*/ 40711 h 1031629"/>
              <a:gd name="connsiteX1106" fmla="*/ 4487068 w 6312643"/>
              <a:gd name="connsiteY1106" fmla="*/ 45494 h 1031629"/>
              <a:gd name="connsiteX1107" fmla="*/ 4469846 w 6312643"/>
              <a:gd name="connsiteY1107" fmla="*/ 46793 h 1031629"/>
              <a:gd name="connsiteX1108" fmla="*/ 4461454 w 6312643"/>
              <a:gd name="connsiteY1108" fmla="*/ 45966 h 1031629"/>
              <a:gd name="connsiteX1109" fmla="*/ 4448556 w 6312643"/>
              <a:gd name="connsiteY1109" fmla="*/ 43988 h 1031629"/>
              <a:gd name="connsiteX1110" fmla="*/ 4438625 w 6312643"/>
              <a:gd name="connsiteY1110" fmla="*/ 46025 h 1031629"/>
              <a:gd name="connsiteX1111" fmla="*/ 4436903 w 6312643"/>
              <a:gd name="connsiteY1111" fmla="*/ 46379 h 1031629"/>
              <a:gd name="connsiteX1112" fmla="*/ 4431553 w 6312643"/>
              <a:gd name="connsiteY1112" fmla="*/ 44461 h 1031629"/>
              <a:gd name="connsiteX1113" fmla="*/ 4425470 w 6312643"/>
              <a:gd name="connsiteY1113" fmla="*/ 42541 h 1031629"/>
              <a:gd name="connsiteX1114" fmla="*/ 4419643 w 6312643"/>
              <a:gd name="connsiteY1114" fmla="*/ 44815 h 1031629"/>
              <a:gd name="connsiteX1115" fmla="*/ 4413305 w 6312643"/>
              <a:gd name="connsiteY1115" fmla="*/ 46823 h 1031629"/>
              <a:gd name="connsiteX1116" fmla="*/ 4399014 w 6312643"/>
              <a:gd name="connsiteY1116" fmla="*/ 42010 h 1031629"/>
              <a:gd name="connsiteX1117" fmla="*/ 4393994 w 6312643"/>
              <a:gd name="connsiteY1117" fmla="*/ 40977 h 1031629"/>
              <a:gd name="connsiteX1118" fmla="*/ 4388974 w 6312643"/>
              <a:gd name="connsiteY1118" fmla="*/ 42099 h 1031629"/>
              <a:gd name="connsiteX1119" fmla="*/ 4367647 w 6312643"/>
              <a:gd name="connsiteY1119" fmla="*/ 46320 h 1031629"/>
              <a:gd name="connsiteX1120" fmla="*/ 4362920 w 6312643"/>
              <a:gd name="connsiteY1120" fmla="*/ 46528 h 1031629"/>
              <a:gd name="connsiteX1121" fmla="*/ 4339982 w 6312643"/>
              <a:gd name="connsiteY1121" fmla="*/ 30320 h 1031629"/>
              <a:gd name="connsiteX1122" fmla="*/ 4337745 w 6312643"/>
              <a:gd name="connsiteY1122" fmla="*/ 27662 h 1031629"/>
              <a:gd name="connsiteX1123" fmla="*/ 4334375 w 6312643"/>
              <a:gd name="connsiteY1123" fmla="*/ 32741 h 1031629"/>
              <a:gd name="connsiteX1124" fmla="*/ 4336977 w 6312643"/>
              <a:gd name="connsiteY1124" fmla="*/ 45435 h 1031629"/>
              <a:gd name="connsiteX1125" fmla="*/ 4339505 w 6312643"/>
              <a:gd name="connsiteY1125" fmla="*/ 50690 h 1031629"/>
              <a:gd name="connsiteX1126" fmla="*/ 4334925 w 6312643"/>
              <a:gd name="connsiteY1126" fmla="*/ 52726 h 1031629"/>
              <a:gd name="connsiteX1127" fmla="*/ 4329465 w 6312643"/>
              <a:gd name="connsiteY1127" fmla="*/ 51515 h 1031629"/>
              <a:gd name="connsiteX1128" fmla="*/ 4316054 w 6312643"/>
              <a:gd name="connsiteY1128" fmla="*/ 46940 h 1031629"/>
              <a:gd name="connsiteX1129" fmla="*/ 4273217 w 6312643"/>
              <a:gd name="connsiteY1129" fmla="*/ 40534 h 1031629"/>
              <a:gd name="connsiteX1130" fmla="*/ 4266035 w 6312643"/>
              <a:gd name="connsiteY1130" fmla="*/ 39147 h 1031629"/>
              <a:gd name="connsiteX1131" fmla="*/ 4251854 w 6312643"/>
              <a:gd name="connsiteY1131" fmla="*/ 40209 h 1031629"/>
              <a:gd name="connsiteX1132" fmla="*/ 4245478 w 6312643"/>
              <a:gd name="connsiteY1132" fmla="*/ 46349 h 1031629"/>
              <a:gd name="connsiteX1133" fmla="*/ 4233569 w 6312643"/>
              <a:gd name="connsiteY1133" fmla="*/ 46586 h 1031629"/>
              <a:gd name="connsiteX1134" fmla="*/ 4229538 w 6312643"/>
              <a:gd name="connsiteY1134" fmla="*/ 46586 h 1031629"/>
              <a:gd name="connsiteX1135" fmla="*/ 4225397 w 6312643"/>
              <a:gd name="connsiteY1135" fmla="*/ 46586 h 1031629"/>
              <a:gd name="connsiteX1136" fmla="*/ 4215650 w 6312643"/>
              <a:gd name="connsiteY1136" fmla="*/ 46733 h 1031629"/>
              <a:gd name="connsiteX1137" fmla="*/ 4179777 w 6312643"/>
              <a:gd name="connsiteY1137" fmla="*/ 51515 h 1031629"/>
              <a:gd name="connsiteX1138" fmla="*/ 4165303 w 6312643"/>
              <a:gd name="connsiteY1138" fmla="*/ 54144 h 1031629"/>
              <a:gd name="connsiteX1139" fmla="*/ 4141155 w 6312643"/>
              <a:gd name="connsiteY1139" fmla="*/ 46911 h 1031629"/>
              <a:gd name="connsiteX1140" fmla="*/ 4128403 w 6312643"/>
              <a:gd name="connsiteY1140" fmla="*/ 41745 h 1031629"/>
              <a:gd name="connsiteX1141" fmla="*/ 4118839 w 6312643"/>
              <a:gd name="connsiteY1141" fmla="*/ 46349 h 1031629"/>
              <a:gd name="connsiteX1142" fmla="*/ 4114625 w 6312643"/>
              <a:gd name="connsiteY1142" fmla="*/ 47353 h 1031629"/>
              <a:gd name="connsiteX1143" fmla="*/ 4105098 w 6312643"/>
              <a:gd name="connsiteY1143" fmla="*/ 44933 h 1031629"/>
              <a:gd name="connsiteX1144" fmla="*/ 4094984 w 6312643"/>
              <a:gd name="connsiteY1144" fmla="*/ 40622 h 1031629"/>
              <a:gd name="connsiteX1145" fmla="*/ 4080437 w 6312643"/>
              <a:gd name="connsiteY1145" fmla="*/ 49095 h 1031629"/>
              <a:gd name="connsiteX1146" fmla="*/ 4075710 w 6312643"/>
              <a:gd name="connsiteY1146" fmla="*/ 51604 h 1031629"/>
              <a:gd name="connsiteX1147" fmla="*/ 4071643 w 6312643"/>
              <a:gd name="connsiteY1147" fmla="*/ 45641 h 1031629"/>
              <a:gd name="connsiteX1148" fmla="*/ 4067612 w 6312643"/>
              <a:gd name="connsiteY1148" fmla="*/ 40888 h 1031629"/>
              <a:gd name="connsiteX1149" fmla="*/ 4067539 w 6312643"/>
              <a:gd name="connsiteY1149" fmla="*/ 40888 h 1031629"/>
              <a:gd name="connsiteX1150" fmla="*/ 4064461 w 6312643"/>
              <a:gd name="connsiteY1150" fmla="*/ 41066 h 1031629"/>
              <a:gd name="connsiteX1151" fmla="*/ 4045443 w 6312643"/>
              <a:gd name="connsiteY1151" fmla="*/ 27603 h 1031629"/>
              <a:gd name="connsiteX1152" fmla="*/ 4032544 w 6312643"/>
              <a:gd name="connsiteY1152" fmla="*/ 21846 h 1031629"/>
              <a:gd name="connsiteX1153" fmla="*/ 4022357 w 6312643"/>
              <a:gd name="connsiteY1153" fmla="*/ 19633 h 1031629"/>
              <a:gd name="connsiteX1154" fmla="*/ 4009239 w 6312643"/>
              <a:gd name="connsiteY1154" fmla="*/ 25212 h 1031629"/>
              <a:gd name="connsiteX1155" fmla="*/ 4000701 w 6312643"/>
              <a:gd name="connsiteY1155" fmla="*/ 30703 h 1031629"/>
              <a:gd name="connsiteX1156" fmla="*/ 3990331 w 6312643"/>
              <a:gd name="connsiteY1156" fmla="*/ 22584 h 1031629"/>
              <a:gd name="connsiteX1157" fmla="*/ 3989451 w 6312643"/>
              <a:gd name="connsiteY1157" fmla="*/ 19780 h 1031629"/>
              <a:gd name="connsiteX1158" fmla="*/ 3970617 w 6312643"/>
              <a:gd name="connsiteY1158" fmla="*/ 11691 h 1031629"/>
              <a:gd name="connsiteX1159" fmla="*/ 3957682 w 6312643"/>
              <a:gd name="connsiteY1159" fmla="*/ 7085 h 1031629"/>
              <a:gd name="connsiteX1160" fmla="*/ 3952258 w 6312643"/>
              <a:gd name="connsiteY1160" fmla="*/ 21285 h 1031629"/>
              <a:gd name="connsiteX1161" fmla="*/ 3951892 w 6312643"/>
              <a:gd name="connsiteY1161" fmla="*/ 27958 h 1031629"/>
              <a:gd name="connsiteX1162" fmla="*/ 3949950 w 6312643"/>
              <a:gd name="connsiteY1162" fmla="*/ 30585 h 1031629"/>
              <a:gd name="connsiteX1163" fmla="*/ 3944233 w 6312643"/>
              <a:gd name="connsiteY1163" fmla="*/ 28666 h 1031629"/>
              <a:gd name="connsiteX1164" fmla="*/ 3937271 w 6312643"/>
              <a:gd name="connsiteY1164" fmla="*/ 17359 h 1031629"/>
              <a:gd name="connsiteX1165" fmla="*/ 3933790 w 6312643"/>
              <a:gd name="connsiteY1165" fmla="*/ 2007 h 1031629"/>
              <a:gd name="connsiteX1166" fmla="*/ 3921369 w 6312643"/>
              <a:gd name="connsiteY1166" fmla="*/ 0 h 1031629"/>
              <a:gd name="connsiteX1167" fmla="*/ 3921771 w 6312643"/>
              <a:gd name="connsiteY1167" fmla="*/ 266 h 1031629"/>
              <a:gd name="connsiteX1168" fmla="*/ 3916348 w 6312643"/>
              <a:gd name="connsiteY1168" fmla="*/ 383 h 1031629"/>
              <a:gd name="connsiteX1169" fmla="*/ 3912464 w 6312643"/>
              <a:gd name="connsiteY1169" fmla="*/ 473 h 1031629"/>
              <a:gd name="connsiteX1170" fmla="*/ 3907737 w 6312643"/>
              <a:gd name="connsiteY1170" fmla="*/ 414 h 1031629"/>
              <a:gd name="connsiteX1171" fmla="*/ 3902973 w 6312643"/>
              <a:gd name="connsiteY1171" fmla="*/ 354 h 1031629"/>
              <a:gd name="connsiteX1172" fmla="*/ 3880438 w 6312643"/>
              <a:gd name="connsiteY1172" fmla="*/ 5255 h 1031629"/>
              <a:gd name="connsiteX1173" fmla="*/ 3870763 w 6312643"/>
              <a:gd name="connsiteY1173" fmla="*/ 7174 h 1031629"/>
              <a:gd name="connsiteX1174" fmla="*/ 3854934 w 6312643"/>
              <a:gd name="connsiteY1174" fmla="*/ 6318 h 1031629"/>
              <a:gd name="connsiteX1175" fmla="*/ 3853908 w 6312643"/>
              <a:gd name="connsiteY1175" fmla="*/ 6318 h 1031629"/>
              <a:gd name="connsiteX1176" fmla="*/ 3847605 w 6312643"/>
              <a:gd name="connsiteY1176" fmla="*/ 18717 h 1031629"/>
              <a:gd name="connsiteX1177" fmla="*/ 3842146 w 6312643"/>
              <a:gd name="connsiteY1177" fmla="*/ 26245 h 1031629"/>
              <a:gd name="connsiteX1178" fmla="*/ 3838481 w 6312643"/>
              <a:gd name="connsiteY1178" fmla="*/ 26570 h 1031629"/>
              <a:gd name="connsiteX1179" fmla="*/ 3835953 w 6312643"/>
              <a:gd name="connsiteY1179" fmla="*/ 27013 h 1031629"/>
              <a:gd name="connsiteX1180" fmla="*/ 3828991 w 6312643"/>
              <a:gd name="connsiteY1180" fmla="*/ 24563 h 1031629"/>
              <a:gd name="connsiteX1181" fmla="*/ 3822358 w 6312643"/>
              <a:gd name="connsiteY1181" fmla="*/ 22112 h 1031629"/>
              <a:gd name="connsiteX1182" fmla="*/ 3818840 w 6312643"/>
              <a:gd name="connsiteY1182" fmla="*/ 23205 h 1031629"/>
              <a:gd name="connsiteX1183" fmla="*/ 3805392 w 6312643"/>
              <a:gd name="connsiteY1183" fmla="*/ 26393 h 1031629"/>
              <a:gd name="connsiteX1184" fmla="*/ 3803340 w 6312643"/>
              <a:gd name="connsiteY1184" fmla="*/ 26393 h 1031629"/>
              <a:gd name="connsiteX1185" fmla="*/ 3801288 w 6312643"/>
              <a:gd name="connsiteY1185" fmla="*/ 26393 h 1031629"/>
              <a:gd name="connsiteX1186" fmla="*/ 3797477 w 6312643"/>
              <a:gd name="connsiteY1186" fmla="*/ 26511 h 1031629"/>
              <a:gd name="connsiteX1187" fmla="*/ 3778862 w 6312643"/>
              <a:gd name="connsiteY1187" fmla="*/ 26984 h 1031629"/>
              <a:gd name="connsiteX1188" fmla="*/ 3777800 w 6312643"/>
              <a:gd name="connsiteY1188" fmla="*/ 26984 h 1031629"/>
              <a:gd name="connsiteX1189" fmla="*/ 3771387 w 6312643"/>
              <a:gd name="connsiteY1189" fmla="*/ 26895 h 1031629"/>
              <a:gd name="connsiteX1190" fmla="*/ 3764902 w 6312643"/>
              <a:gd name="connsiteY1190" fmla="*/ 26806 h 1031629"/>
              <a:gd name="connsiteX1191" fmla="*/ 3756583 w 6312643"/>
              <a:gd name="connsiteY1191" fmla="*/ 27161 h 1031629"/>
              <a:gd name="connsiteX1192" fmla="*/ 3754714 w 6312643"/>
              <a:gd name="connsiteY1192" fmla="*/ 34009 h 1031629"/>
              <a:gd name="connsiteX1193" fmla="*/ 3756730 w 6312643"/>
              <a:gd name="connsiteY1193" fmla="*/ 35692 h 1031629"/>
              <a:gd name="connsiteX1194" fmla="*/ 3757573 w 6312643"/>
              <a:gd name="connsiteY1194" fmla="*/ 35485 h 1031629"/>
              <a:gd name="connsiteX1195" fmla="*/ 3757939 w 6312643"/>
              <a:gd name="connsiteY1195" fmla="*/ 35279 h 1031629"/>
              <a:gd name="connsiteX1196" fmla="*/ 3756840 w 6312643"/>
              <a:gd name="connsiteY1196" fmla="*/ 36785 h 1031629"/>
              <a:gd name="connsiteX1197" fmla="*/ 3746214 w 6312643"/>
              <a:gd name="connsiteY1197" fmla="*/ 40209 h 1031629"/>
              <a:gd name="connsiteX1198" fmla="*/ 3737529 w 6312643"/>
              <a:gd name="connsiteY1198" fmla="*/ 37109 h 1031629"/>
              <a:gd name="connsiteX1199" fmla="*/ 3741340 w 6312643"/>
              <a:gd name="connsiteY1199" fmla="*/ 28931 h 1031629"/>
              <a:gd name="connsiteX1200" fmla="*/ 3715836 w 6312643"/>
              <a:gd name="connsiteY1200" fmla="*/ 20282 h 1031629"/>
              <a:gd name="connsiteX1201" fmla="*/ 3714114 w 6312643"/>
              <a:gd name="connsiteY1201" fmla="*/ 20341 h 1031629"/>
              <a:gd name="connsiteX1202" fmla="*/ 3710522 w 6312643"/>
              <a:gd name="connsiteY1202" fmla="*/ 28076 h 1031629"/>
              <a:gd name="connsiteX1203" fmla="*/ 3708581 w 6312643"/>
              <a:gd name="connsiteY1203" fmla="*/ 32682 h 1031629"/>
              <a:gd name="connsiteX1204" fmla="*/ 3699640 w 6312643"/>
              <a:gd name="connsiteY1204" fmla="*/ 33390 h 1031629"/>
              <a:gd name="connsiteX1205" fmla="*/ 3697588 w 6312643"/>
              <a:gd name="connsiteY1205" fmla="*/ 33390 h 1031629"/>
              <a:gd name="connsiteX1206" fmla="*/ 3678936 w 6312643"/>
              <a:gd name="connsiteY1206" fmla="*/ 33124 h 1031629"/>
              <a:gd name="connsiteX1207" fmla="*/ 3675601 w 6312643"/>
              <a:gd name="connsiteY1207" fmla="*/ 33183 h 1031629"/>
              <a:gd name="connsiteX1208" fmla="*/ 3668530 w 6312643"/>
              <a:gd name="connsiteY1208" fmla="*/ 33655 h 1031629"/>
              <a:gd name="connsiteX1209" fmla="*/ 3657353 w 6312643"/>
              <a:gd name="connsiteY1209" fmla="*/ 45641 h 1031629"/>
              <a:gd name="connsiteX1210" fmla="*/ 3637566 w 6312643"/>
              <a:gd name="connsiteY1210" fmla="*/ 39855 h 1031629"/>
              <a:gd name="connsiteX1211" fmla="*/ 3631300 w 6312643"/>
              <a:gd name="connsiteY1211" fmla="*/ 40003 h 1031629"/>
              <a:gd name="connsiteX1212" fmla="*/ 3625034 w 6312643"/>
              <a:gd name="connsiteY1212" fmla="*/ 40151 h 1031629"/>
              <a:gd name="connsiteX1213" fmla="*/ 3608434 w 6312643"/>
              <a:gd name="connsiteY1213" fmla="*/ 36726 h 1031629"/>
              <a:gd name="connsiteX1214" fmla="*/ 3593484 w 6312643"/>
              <a:gd name="connsiteY1214" fmla="*/ 32770 h 1031629"/>
              <a:gd name="connsiteX1215" fmla="*/ 3577434 w 6312643"/>
              <a:gd name="connsiteY1215" fmla="*/ 37494 h 1031629"/>
              <a:gd name="connsiteX1216" fmla="*/ 3571791 w 6312643"/>
              <a:gd name="connsiteY1216" fmla="*/ 39678 h 1031629"/>
              <a:gd name="connsiteX1217" fmla="*/ 3571022 w 6312643"/>
              <a:gd name="connsiteY1217" fmla="*/ 39501 h 1031629"/>
              <a:gd name="connsiteX1218" fmla="*/ 3560578 w 6312643"/>
              <a:gd name="connsiteY1218" fmla="*/ 36400 h 1031629"/>
              <a:gd name="connsiteX1219" fmla="*/ 3542293 w 6312643"/>
              <a:gd name="connsiteY1219" fmla="*/ 42984 h 1031629"/>
              <a:gd name="connsiteX1220" fmla="*/ 3526794 w 6312643"/>
              <a:gd name="connsiteY1220" fmla="*/ 47236 h 1031629"/>
              <a:gd name="connsiteX1221" fmla="*/ 3511403 w 6312643"/>
              <a:gd name="connsiteY1221" fmla="*/ 43545 h 1031629"/>
              <a:gd name="connsiteX1222" fmla="*/ 3502829 w 6312643"/>
              <a:gd name="connsiteY1222" fmla="*/ 40386 h 1031629"/>
              <a:gd name="connsiteX1223" fmla="*/ 3498358 w 6312643"/>
              <a:gd name="connsiteY1223" fmla="*/ 42099 h 1031629"/>
              <a:gd name="connsiteX1224" fmla="*/ 3492385 w 6312643"/>
              <a:gd name="connsiteY1224" fmla="*/ 44726 h 1031629"/>
              <a:gd name="connsiteX1225" fmla="*/ 3486559 w 6312643"/>
              <a:gd name="connsiteY1225" fmla="*/ 41242 h 1031629"/>
              <a:gd name="connsiteX1226" fmla="*/ 3477691 w 6312643"/>
              <a:gd name="connsiteY1226" fmla="*/ 35722 h 1031629"/>
              <a:gd name="connsiteX1227" fmla="*/ 3469007 w 6312643"/>
              <a:gd name="connsiteY1227" fmla="*/ 39943 h 1031629"/>
              <a:gd name="connsiteX1228" fmla="*/ 3465526 w 6312643"/>
              <a:gd name="connsiteY1228" fmla="*/ 40740 h 1031629"/>
              <a:gd name="connsiteX1229" fmla="*/ 3461825 w 6312643"/>
              <a:gd name="connsiteY1229" fmla="*/ 40534 h 1031629"/>
              <a:gd name="connsiteX1230" fmla="*/ 3460396 w 6312643"/>
              <a:gd name="connsiteY1230" fmla="*/ 40475 h 1031629"/>
              <a:gd name="connsiteX1231" fmla="*/ 3451198 w 6312643"/>
              <a:gd name="connsiteY1231" fmla="*/ 53110 h 1031629"/>
              <a:gd name="connsiteX1232" fmla="*/ 3432327 w 6312643"/>
              <a:gd name="connsiteY1232" fmla="*/ 46114 h 1031629"/>
              <a:gd name="connsiteX1233" fmla="*/ 3428149 w 6312643"/>
              <a:gd name="connsiteY1233" fmla="*/ 46823 h 1031629"/>
              <a:gd name="connsiteX1234" fmla="*/ 3422983 w 6312643"/>
              <a:gd name="connsiteY1234" fmla="*/ 50305 h 1031629"/>
              <a:gd name="connsiteX1235" fmla="*/ 3424924 w 6312643"/>
              <a:gd name="connsiteY1235" fmla="*/ 52993 h 1031629"/>
              <a:gd name="connsiteX1236" fmla="*/ 3433353 w 6312643"/>
              <a:gd name="connsiteY1236" fmla="*/ 59222 h 1031629"/>
              <a:gd name="connsiteX1237" fmla="*/ 3447057 w 6312643"/>
              <a:gd name="connsiteY1237" fmla="*/ 73008 h 1031629"/>
              <a:gd name="connsiteX1238" fmla="*/ 3449073 w 6312643"/>
              <a:gd name="connsiteY1238" fmla="*/ 78411 h 1031629"/>
              <a:gd name="connsiteX1239" fmla="*/ 3443283 w 6312643"/>
              <a:gd name="connsiteY1239" fmla="*/ 79917 h 1031629"/>
              <a:gd name="connsiteX1240" fmla="*/ 3442404 w 6312643"/>
              <a:gd name="connsiteY1240" fmla="*/ 79709 h 1031629"/>
              <a:gd name="connsiteX1241" fmla="*/ 3415727 w 6312643"/>
              <a:gd name="connsiteY1241" fmla="*/ 73687 h 1031629"/>
              <a:gd name="connsiteX1242" fmla="*/ 3414115 w 6312643"/>
              <a:gd name="connsiteY1242" fmla="*/ 73687 h 1031629"/>
              <a:gd name="connsiteX1243" fmla="*/ 3412319 w 6312643"/>
              <a:gd name="connsiteY1243" fmla="*/ 73687 h 1031629"/>
              <a:gd name="connsiteX1244" fmla="*/ 3407043 w 6312643"/>
              <a:gd name="connsiteY1244" fmla="*/ 73598 h 1031629"/>
              <a:gd name="connsiteX1245" fmla="*/ 3374247 w 6312643"/>
              <a:gd name="connsiteY1245" fmla="*/ 60815 h 1031629"/>
              <a:gd name="connsiteX1246" fmla="*/ 3369960 w 6312643"/>
              <a:gd name="connsiteY1246" fmla="*/ 52284 h 1031629"/>
              <a:gd name="connsiteX1247" fmla="*/ 3377472 w 6312643"/>
              <a:gd name="connsiteY1247" fmla="*/ 46940 h 1031629"/>
              <a:gd name="connsiteX1248" fmla="*/ 3395720 w 6312643"/>
              <a:gd name="connsiteY1248" fmla="*/ 45258 h 1031629"/>
              <a:gd name="connsiteX1249" fmla="*/ 3398505 w 6312643"/>
              <a:gd name="connsiteY1249" fmla="*/ 39885 h 1031629"/>
              <a:gd name="connsiteX1250" fmla="*/ 3395024 w 6312643"/>
              <a:gd name="connsiteY1250" fmla="*/ 34807 h 1031629"/>
              <a:gd name="connsiteX1251" fmla="*/ 3382272 w 6312643"/>
              <a:gd name="connsiteY1251" fmla="*/ 33420 h 1031629"/>
              <a:gd name="connsiteX1252" fmla="*/ 3349293 w 6312643"/>
              <a:gd name="connsiteY1252" fmla="*/ 41833 h 1031629"/>
              <a:gd name="connsiteX1253" fmla="*/ 3348231 w 6312643"/>
              <a:gd name="connsiteY1253" fmla="*/ 50483 h 1031629"/>
              <a:gd name="connsiteX1254" fmla="*/ 3354716 w 6312643"/>
              <a:gd name="connsiteY1254" fmla="*/ 53347 h 1031629"/>
              <a:gd name="connsiteX1255" fmla="*/ 3360763 w 6312643"/>
              <a:gd name="connsiteY1255" fmla="*/ 63147 h 1031629"/>
              <a:gd name="connsiteX1256" fmla="*/ 3352078 w 6312643"/>
              <a:gd name="connsiteY1256" fmla="*/ 66779 h 1031629"/>
              <a:gd name="connsiteX1257" fmla="*/ 3351052 w 6312643"/>
              <a:gd name="connsiteY1257" fmla="*/ 66661 h 1031629"/>
              <a:gd name="connsiteX1258" fmla="*/ 3316021 w 6312643"/>
              <a:gd name="connsiteY1258" fmla="*/ 45849 h 1031629"/>
              <a:gd name="connsiteX1259" fmla="*/ 3310745 w 6312643"/>
              <a:gd name="connsiteY1259" fmla="*/ 40268 h 1031629"/>
              <a:gd name="connsiteX1260" fmla="*/ 3301913 w 6312643"/>
              <a:gd name="connsiteY1260" fmla="*/ 47973 h 1031629"/>
              <a:gd name="connsiteX1261" fmla="*/ 3293851 w 6312643"/>
              <a:gd name="connsiteY1261" fmla="*/ 53464 h 1031629"/>
              <a:gd name="connsiteX1262" fmla="*/ 3291983 w 6312643"/>
              <a:gd name="connsiteY1262" fmla="*/ 53494 h 1031629"/>
              <a:gd name="connsiteX1263" fmla="*/ 3291177 w 6312643"/>
              <a:gd name="connsiteY1263" fmla="*/ 53494 h 1031629"/>
              <a:gd name="connsiteX1264" fmla="*/ 3290371 w 6312643"/>
              <a:gd name="connsiteY1264" fmla="*/ 53494 h 1031629"/>
              <a:gd name="connsiteX1265" fmla="*/ 3280257 w 6312643"/>
              <a:gd name="connsiteY1265" fmla="*/ 56801 h 1031629"/>
              <a:gd name="connsiteX1266" fmla="*/ 3292972 w 6312643"/>
              <a:gd name="connsiteY1266" fmla="*/ 62676 h 1031629"/>
              <a:gd name="connsiteX1267" fmla="*/ 3305981 w 6312643"/>
              <a:gd name="connsiteY1267" fmla="*/ 68403 h 1031629"/>
              <a:gd name="connsiteX1268" fmla="*/ 3304771 w 6312643"/>
              <a:gd name="connsiteY1268" fmla="*/ 73097 h 1031629"/>
              <a:gd name="connsiteX1269" fmla="*/ 3288098 w 6312643"/>
              <a:gd name="connsiteY1269" fmla="*/ 79474 h 1031629"/>
              <a:gd name="connsiteX1270" fmla="*/ 3285974 w 6312643"/>
              <a:gd name="connsiteY1270" fmla="*/ 79769 h 1031629"/>
              <a:gd name="connsiteX1271" fmla="*/ 3279854 w 6312643"/>
              <a:gd name="connsiteY1271" fmla="*/ 74897 h 1031629"/>
              <a:gd name="connsiteX1272" fmla="*/ 3272379 w 6312643"/>
              <a:gd name="connsiteY1272" fmla="*/ 67015 h 1031629"/>
              <a:gd name="connsiteX1273" fmla="*/ 3267065 w 6312643"/>
              <a:gd name="connsiteY1273" fmla="*/ 68904 h 1031629"/>
              <a:gd name="connsiteX1274" fmla="*/ 3261745 w 6312643"/>
              <a:gd name="connsiteY1274" fmla="*/ 71257 h 1031629"/>
              <a:gd name="connsiteX1275" fmla="*/ 3260072 w 6312643"/>
              <a:gd name="connsiteY1275" fmla="*/ 66867 h 1031629"/>
              <a:gd name="connsiteX1276" fmla="*/ 3256445 w 6312643"/>
              <a:gd name="connsiteY1276" fmla="*/ 61731 h 1031629"/>
              <a:gd name="connsiteX1277" fmla="*/ 3250509 w 6312643"/>
              <a:gd name="connsiteY1277" fmla="*/ 64565 h 1031629"/>
              <a:gd name="connsiteX1278" fmla="*/ 3248346 w 6312643"/>
              <a:gd name="connsiteY1278" fmla="*/ 65245 h 1031629"/>
              <a:gd name="connsiteX1279" fmla="*/ 3245452 w 6312643"/>
              <a:gd name="connsiteY1279" fmla="*/ 62351 h 1031629"/>
              <a:gd name="connsiteX1280" fmla="*/ 3232957 w 6312643"/>
              <a:gd name="connsiteY1280" fmla="*/ 53139 h 1031629"/>
              <a:gd name="connsiteX1281" fmla="*/ 3232700 w 6312643"/>
              <a:gd name="connsiteY1281" fmla="*/ 53139 h 1031629"/>
              <a:gd name="connsiteX1282" fmla="*/ 3227606 w 6312643"/>
              <a:gd name="connsiteY1282" fmla="*/ 53139 h 1031629"/>
              <a:gd name="connsiteX1283" fmla="*/ 3220937 w 6312643"/>
              <a:gd name="connsiteY1283" fmla="*/ 53139 h 1031629"/>
              <a:gd name="connsiteX1284" fmla="*/ 3214012 w 6312643"/>
              <a:gd name="connsiteY1284" fmla="*/ 53139 h 1031629"/>
              <a:gd name="connsiteX1285" fmla="*/ 3202835 w 6312643"/>
              <a:gd name="connsiteY1285" fmla="*/ 53259 h 1031629"/>
              <a:gd name="connsiteX1286" fmla="*/ 3197778 w 6312643"/>
              <a:gd name="connsiteY1286" fmla="*/ 53347 h 1031629"/>
              <a:gd name="connsiteX1287" fmla="*/ 3181985 w 6312643"/>
              <a:gd name="connsiteY1287" fmla="*/ 48535 h 1031629"/>
              <a:gd name="connsiteX1288" fmla="*/ 3175280 w 6312643"/>
              <a:gd name="connsiteY1288" fmla="*/ 47442 h 1031629"/>
              <a:gd name="connsiteX1289" fmla="*/ 3164470 w 6312643"/>
              <a:gd name="connsiteY1289" fmla="*/ 52431 h 1031629"/>
              <a:gd name="connsiteX1290" fmla="*/ 3149153 w 6312643"/>
              <a:gd name="connsiteY1290" fmla="*/ 49331 h 1031629"/>
              <a:gd name="connsiteX1291" fmla="*/ 3132993 w 6312643"/>
              <a:gd name="connsiteY1291" fmla="*/ 54144 h 1031629"/>
              <a:gd name="connsiteX1292" fmla="*/ 3114745 w 6312643"/>
              <a:gd name="connsiteY1292" fmla="*/ 48564 h 1031629"/>
              <a:gd name="connsiteX1293" fmla="*/ 3107526 w 6312643"/>
              <a:gd name="connsiteY1293" fmla="*/ 46557 h 1031629"/>
              <a:gd name="connsiteX1294" fmla="*/ 3094151 w 6312643"/>
              <a:gd name="connsiteY1294" fmla="*/ 50424 h 1031629"/>
              <a:gd name="connsiteX1295" fmla="*/ 3080410 w 6312643"/>
              <a:gd name="connsiteY1295" fmla="*/ 62026 h 1031629"/>
              <a:gd name="connsiteX1296" fmla="*/ 3079933 w 6312643"/>
              <a:gd name="connsiteY1296" fmla="*/ 68668 h 1031629"/>
              <a:gd name="connsiteX1297" fmla="*/ 3075023 w 6312643"/>
              <a:gd name="connsiteY1297" fmla="*/ 72713 h 1031629"/>
              <a:gd name="connsiteX1298" fmla="*/ 3072861 w 6312643"/>
              <a:gd name="connsiteY1298" fmla="*/ 72949 h 1031629"/>
              <a:gd name="connsiteX1299" fmla="*/ 3066302 w 6312643"/>
              <a:gd name="connsiteY1299" fmla="*/ 68728 h 1031629"/>
              <a:gd name="connsiteX1300" fmla="*/ 3061026 w 6312643"/>
              <a:gd name="connsiteY1300" fmla="*/ 53288 h 1031629"/>
              <a:gd name="connsiteX1301" fmla="*/ 3053843 w 6312643"/>
              <a:gd name="connsiteY1301" fmla="*/ 48977 h 1031629"/>
              <a:gd name="connsiteX1302" fmla="*/ 3049300 w 6312643"/>
              <a:gd name="connsiteY1302" fmla="*/ 51073 h 1031629"/>
              <a:gd name="connsiteX1303" fmla="*/ 3046808 w 6312643"/>
              <a:gd name="connsiteY1303" fmla="*/ 52106 h 1031629"/>
              <a:gd name="connsiteX1304" fmla="*/ 3042630 w 6312643"/>
              <a:gd name="connsiteY1304" fmla="*/ 50336 h 1031629"/>
              <a:gd name="connsiteX1305" fmla="*/ 3038234 w 6312643"/>
              <a:gd name="connsiteY1305" fmla="*/ 48564 h 1031629"/>
              <a:gd name="connsiteX1306" fmla="*/ 3034312 w 6312643"/>
              <a:gd name="connsiteY1306" fmla="*/ 50571 h 1031629"/>
              <a:gd name="connsiteX1307" fmla="*/ 3028596 w 6312643"/>
              <a:gd name="connsiteY1307" fmla="*/ 53170 h 1031629"/>
              <a:gd name="connsiteX1308" fmla="*/ 3017860 w 6312643"/>
              <a:gd name="connsiteY1308" fmla="*/ 48918 h 1031629"/>
              <a:gd name="connsiteX1309" fmla="*/ 3013279 w 6312643"/>
              <a:gd name="connsiteY1309" fmla="*/ 51752 h 1031629"/>
              <a:gd name="connsiteX1310" fmla="*/ 3013279 w 6312643"/>
              <a:gd name="connsiteY1310" fmla="*/ 55000 h 1031629"/>
              <a:gd name="connsiteX1311" fmla="*/ 3010824 w 6312643"/>
              <a:gd name="connsiteY1311" fmla="*/ 64063 h 1031629"/>
              <a:gd name="connsiteX1312" fmla="*/ 3008332 w 6312643"/>
              <a:gd name="connsiteY1312" fmla="*/ 64623 h 1031629"/>
              <a:gd name="connsiteX1313" fmla="*/ 3000161 w 6312643"/>
              <a:gd name="connsiteY1313" fmla="*/ 58100 h 1031629"/>
              <a:gd name="connsiteX1314" fmla="*/ 2994555 w 6312643"/>
              <a:gd name="connsiteY1314" fmla="*/ 55295 h 1031629"/>
              <a:gd name="connsiteX1315" fmla="*/ 2988032 w 6312643"/>
              <a:gd name="connsiteY1315" fmla="*/ 57421 h 1031629"/>
              <a:gd name="connsiteX1316" fmla="*/ 2985834 w 6312643"/>
              <a:gd name="connsiteY1316" fmla="*/ 57923 h 1031629"/>
              <a:gd name="connsiteX1317" fmla="*/ 2978139 w 6312643"/>
              <a:gd name="connsiteY1317" fmla="*/ 50513 h 1031629"/>
              <a:gd name="connsiteX1318" fmla="*/ 2985724 w 6312643"/>
              <a:gd name="connsiteY1318" fmla="*/ 46379 h 1031629"/>
              <a:gd name="connsiteX1319" fmla="*/ 2988361 w 6312643"/>
              <a:gd name="connsiteY1319" fmla="*/ 44136 h 1031629"/>
              <a:gd name="connsiteX1320" fmla="*/ 2987299 w 6312643"/>
              <a:gd name="connsiteY1320" fmla="*/ 42099 h 1031629"/>
              <a:gd name="connsiteX1321" fmla="*/ 2984221 w 6312643"/>
              <a:gd name="connsiteY1321" fmla="*/ 40534 h 1031629"/>
              <a:gd name="connsiteX1322" fmla="*/ 2978578 w 6312643"/>
              <a:gd name="connsiteY1322" fmla="*/ 40888 h 1031629"/>
              <a:gd name="connsiteX1323" fmla="*/ 2956483 w 6312643"/>
              <a:gd name="connsiteY1323" fmla="*/ 37080 h 1031629"/>
              <a:gd name="connsiteX1324" fmla="*/ 2934350 w 6312643"/>
              <a:gd name="connsiteY1324" fmla="*/ 33272 h 1031629"/>
              <a:gd name="connsiteX1325" fmla="*/ 2933690 w 6312643"/>
              <a:gd name="connsiteY1325" fmla="*/ 33272 h 1031629"/>
              <a:gd name="connsiteX1326" fmla="*/ 2927718 w 6312643"/>
              <a:gd name="connsiteY1326" fmla="*/ 33301 h 1031629"/>
              <a:gd name="connsiteX1327" fmla="*/ 2919876 w 6312643"/>
              <a:gd name="connsiteY1327" fmla="*/ 33272 h 1031629"/>
              <a:gd name="connsiteX1328" fmla="*/ 2912033 w 6312643"/>
              <a:gd name="connsiteY1328" fmla="*/ 33241 h 1031629"/>
              <a:gd name="connsiteX1329" fmla="*/ 2900125 w 6312643"/>
              <a:gd name="connsiteY1329" fmla="*/ 33420 h 1031629"/>
              <a:gd name="connsiteX1330" fmla="*/ 2886237 w 6312643"/>
              <a:gd name="connsiteY1330" fmla="*/ 36430 h 1031629"/>
              <a:gd name="connsiteX1331" fmla="*/ 2871836 w 6312643"/>
              <a:gd name="connsiteY1331" fmla="*/ 40003 h 1031629"/>
              <a:gd name="connsiteX1332" fmla="*/ 2864178 w 6312643"/>
              <a:gd name="connsiteY1332" fmla="*/ 39589 h 1031629"/>
              <a:gd name="connsiteX1333" fmla="*/ 2856483 w 6312643"/>
              <a:gd name="connsiteY1333" fmla="*/ 39176 h 1031629"/>
              <a:gd name="connsiteX1334" fmla="*/ 2853698 w 6312643"/>
              <a:gd name="connsiteY1334" fmla="*/ 39264 h 1031629"/>
              <a:gd name="connsiteX1335" fmla="*/ 2822074 w 6312643"/>
              <a:gd name="connsiteY1335" fmla="*/ 32121 h 1031629"/>
              <a:gd name="connsiteX1336" fmla="*/ 2814929 w 6312643"/>
              <a:gd name="connsiteY1336" fmla="*/ 28548 h 1031629"/>
              <a:gd name="connsiteX1337" fmla="*/ 2811595 w 6312643"/>
              <a:gd name="connsiteY1337" fmla="*/ 32150 h 1031629"/>
              <a:gd name="connsiteX1338" fmla="*/ 2815296 w 6312643"/>
              <a:gd name="connsiteY1338" fmla="*/ 40711 h 1031629"/>
              <a:gd name="connsiteX1339" fmla="*/ 2814526 w 6312643"/>
              <a:gd name="connsiteY1339" fmla="*/ 45494 h 1031629"/>
              <a:gd name="connsiteX1340" fmla="*/ 2797304 w 6312643"/>
              <a:gd name="connsiteY1340" fmla="*/ 46793 h 1031629"/>
              <a:gd name="connsiteX1341" fmla="*/ 2788912 w 6312643"/>
              <a:gd name="connsiteY1341" fmla="*/ 45966 h 1031629"/>
              <a:gd name="connsiteX1342" fmla="*/ 2776014 w 6312643"/>
              <a:gd name="connsiteY1342" fmla="*/ 43988 h 1031629"/>
              <a:gd name="connsiteX1343" fmla="*/ 2766083 w 6312643"/>
              <a:gd name="connsiteY1343" fmla="*/ 46025 h 1031629"/>
              <a:gd name="connsiteX1344" fmla="*/ 2764361 w 6312643"/>
              <a:gd name="connsiteY1344" fmla="*/ 46379 h 1031629"/>
              <a:gd name="connsiteX1345" fmla="*/ 2759011 w 6312643"/>
              <a:gd name="connsiteY1345" fmla="*/ 44461 h 1031629"/>
              <a:gd name="connsiteX1346" fmla="*/ 2752929 w 6312643"/>
              <a:gd name="connsiteY1346" fmla="*/ 42541 h 1031629"/>
              <a:gd name="connsiteX1347" fmla="*/ 2747102 w 6312643"/>
              <a:gd name="connsiteY1347" fmla="*/ 44815 h 1031629"/>
              <a:gd name="connsiteX1348" fmla="*/ 2740763 w 6312643"/>
              <a:gd name="connsiteY1348" fmla="*/ 46823 h 1031629"/>
              <a:gd name="connsiteX1349" fmla="*/ 2726472 w 6312643"/>
              <a:gd name="connsiteY1349" fmla="*/ 42010 h 1031629"/>
              <a:gd name="connsiteX1350" fmla="*/ 2721452 w 6312643"/>
              <a:gd name="connsiteY1350" fmla="*/ 40977 h 1031629"/>
              <a:gd name="connsiteX1351" fmla="*/ 2716432 w 6312643"/>
              <a:gd name="connsiteY1351" fmla="*/ 42099 h 1031629"/>
              <a:gd name="connsiteX1352" fmla="*/ 2695105 w 6312643"/>
              <a:gd name="connsiteY1352" fmla="*/ 46320 h 1031629"/>
              <a:gd name="connsiteX1353" fmla="*/ 2690378 w 6312643"/>
              <a:gd name="connsiteY1353" fmla="*/ 46528 h 1031629"/>
              <a:gd name="connsiteX1354" fmla="*/ 2667440 w 6312643"/>
              <a:gd name="connsiteY1354" fmla="*/ 30320 h 1031629"/>
              <a:gd name="connsiteX1355" fmla="*/ 2665204 w 6312643"/>
              <a:gd name="connsiteY1355" fmla="*/ 27662 h 1031629"/>
              <a:gd name="connsiteX1356" fmla="*/ 2661833 w 6312643"/>
              <a:gd name="connsiteY1356" fmla="*/ 32741 h 1031629"/>
              <a:gd name="connsiteX1357" fmla="*/ 2664435 w 6312643"/>
              <a:gd name="connsiteY1357" fmla="*/ 45435 h 1031629"/>
              <a:gd name="connsiteX1358" fmla="*/ 2666963 w 6312643"/>
              <a:gd name="connsiteY1358" fmla="*/ 50690 h 1031629"/>
              <a:gd name="connsiteX1359" fmla="*/ 2662383 w 6312643"/>
              <a:gd name="connsiteY1359" fmla="*/ 52726 h 1031629"/>
              <a:gd name="connsiteX1360" fmla="*/ 2656923 w 6312643"/>
              <a:gd name="connsiteY1360" fmla="*/ 51515 h 1031629"/>
              <a:gd name="connsiteX1361" fmla="*/ 2643512 w 6312643"/>
              <a:gd name="connsiteY1361" fmla="*/ 46940 h 1031629"/>
              <a:gd name="connsiteX1362" fmla="*/ 2600675 w 6312643"/>
              <a:gd name="connsiteY1362" fmla="*/ 40534 h 1031629"/>
              <a:gd name="connsiteX1363" fmla="*/ 2593493 w 6312643"/>
              <a:gd name="connsiteY1363" fmla="*/ 39147 h 1031629"/>
              <a:gd name="connsiteX1364" fmla="*/ 2579312 w 6312643"/>
              <a:gd name="connsiteY1364" fmla="*/ 40209 h 1031629"/>
              <a:gd name="connsiteX1365" fmla="*/ 2572936 w 6312643"/>
              <a:gd name="connsiteY1365" fmla="*/ 46349 h 1031629"/>
              <a:gd name="connsiteX1366" fmla="*/ 2561027 w 6312643"/>
              <a:gd name="connsiteY1366" fmla="*/ 46586 h 1031629"/>
              <a:gd name="connsiteX1367" fmla="*/ 2556996 w 6312643"/>
              <a:gd name="connsiteY1367" fmla="*/ 46586 h 1031629"/>
              <a:gd name="connsiteX1368" fmla="*/ 2552856 w 6312643"/>
              <a:gd name="connsiteY1368" fmla="*/ 46586 h 1031629"/>
              <a:gd name="connsiteX1369" fmla="*/ 2543109 w 6312643"/>
              <a:gd name="connsiteY1369" fmla="*/ 46733 h 1031629"/>
              <a:gd name="connsiteX1370" fmla="*/ 2528673 w 6312643"/>
              <a:gd name="connsiteY1370" fmla="*/ 48658 h 1031629"/>
              <a:gd name="connsiteX1371" fmla="*/ 2528269 w 6312643"/>
              <a:gd name="connsiteY1371" fmla="*/ 48535 h 1031629"/>
              <a:gd name="connsiteX1372" fmla="*/ 2521563 w 6312643"/>
              <a:gd name="connsiteY1372" fmla="*/ 47442 h 1031629"/>
              <a:gd name="connsiteX1373" fmla="*/ 2514972 w 6312643"/>
              <a:gd name="connsiteY1373" fmla="*/ 50485 h 1031629"/>
              <a:gd name="connsiteX1374" fmla="*/ 2507235 w 6312643"/>
              <a:gd name="connsiteY1374" fmla="*/ 51515 h 1031629"/>
              <a:gd name="connsiteX1375" fmla="*/ 2506706 w 6312643"/>
              <a:gd name="connsiteY1375" fmla="*/ 51612 h 1031629"/>
              <a:gd name="connsiteX1376" fmla="*/ 2495436 w 6312643"/>
              <a:gd name="connsiteY1376" fmla="*/ 49331 h 1031629"/>
              <a:gd name="connsiteX1377" fmla="*/ 2486038 w 6312643"/>
              <a:gd name="connsiteY1377" fmla="*/ 52130 h 1031629"/>
              <a:gd name="connsiteX1378" fmla="*/ 2468613 w 6312643"/>
              <a:gd name="connsiteY1378" fmla="*/ 46911 h 1031629"/>
              <a:gd name="connsiteX1379" fmla="*/ 2455861 w 6312643"/>
              <a:gd name="connsiteY1379" fmla="*/ 41745 h 1031629"/>
              <a:gd name="connsiteX1380" fmla="*/ 2446297 w 6312643"/>
              <a:gd name="connsiteY1380" fmla="*/ 46349 h 1031629"/>
              <a:gd name="connsiteX1381" fmla="*/ 2442083 w 6312643"/>
              <a:gd name="connsiteY1381" fmla="*/ 47353 h 1031629"/>
              <a:gd name="connsiteX1382" fmla="*/ 2432556 w 6312643"/>
              <a:gd name="connsiteY1382" fmla="*/ 44933 h 1031629"/>
              <a:gd name="connsiteX1383" fmla="*/ 2422442 w 6312643"/>
              <a:gd name="connsiteY1383" fmla="*/ 40622 h 1031629"/>
              <a:gd name="connsiteX1384" fmla="*/ 2407895 w 6312643"/>
              <a:gd name="connsiteY1384" fmla="*/ 49095 h 1031629"/>
              <a:gd name="connsiteX1385" fmla="*/ 2403878 w 6312643"/>
              <a:gd name="connsiteY1385" fmla="*/ 51229 h 1031629"/>
              <a:gd name="connsiteX1386" fmla="*/ 2402242 w 6312643"/>
              <a:gd name="connsiteY1386" fmla="*/ 50247 h 1031629"/>
              <a:gd name="connsiteX1387" fmla="*/ 2399101 w 6312643"/>
              <a:gd name="connsiteY1387" fmla="*/ 45641 h 1031629"/>
              <a:gd name="connsiteX1388" fmla="*/ 2395070 w 6312643"/>
              <a:gd name="connsiteY1388" fmla="*/ 40888 h 1031629"/>
              <a:gd name="connsiteX1389" fmla="*/ 2394997 w 6312643"/>
              <a:gd name="connsiteY1389" fmla="*/ 40888 h 1031629"/>
              <a:gd name="connsiteX1390" fmla="*/ 2391919 w 6312643"/>
              <a:gd name="connsiteY1390" fmla="*/ 41066 h 1031629"/>
              <a:gd name="connsiteX1391" fmla="*/ 2372901 w 6312643"/>
              <a:gd name="connsiteY1391" fmla="*/ 27603 h 1031629"/>
              <a:gd name="connsiteX1392" fmla="*/ 2360002 w 6312643"/>
              <a:gd name="connsiteY1392" fmla="*/ 21846 h 1031629"/>
              <a:gd name="connsiteX1393" fmla="*/ 2349815 w 6312643"/>
              <a:gd name="connsiteY1393" fmla="*/ 19633 h 1031629"/>
              <a:gd name="connsiteX1394" fmla="*/ 2336697 w 6312643"/>
              <a:gd name="connsiteY1394" fmla="*/ 25212 h 1031629"/>
              <a:gd name="connsiteX1395" fmla="*/ 2328159 w 6312643"/>
              <a:gd name="connsiteY1395" fmla="*/ 30703 h 1031629"/>
              <a:gd name="connsiteX1396" fmla="*/ 2317789 w 6312643"/>
              <a:gd name="connsiteY1396" fmla="*/ 22584 h 1031629"/>
              <a:gd name="connsiteX1397" fmla="*/ 2316910 w 6312643"/>
              <a:gd name="connsiteY1397" fmla="*/ 19780 h 1031629"/>
              <a:gd name="connsiteX1398" fmla="*/ 2298075 w 6312643"/>
              <a:gd name="connsiteY1398" fmla="*/ 11691 h 1031629"/>
              <a:gd name="connsiteX1399" fmla="*/ 2285140 w 6312643"/>
              <a:gd name="connsiteY1399" fmla="*/ 7085 h 1031629"/>
              <a:gd name="connsiteX1400" fmla="*/ 2279716 w 6312643"/>
              <a:gd name="connsiteY1400" fmla="*/ 21285 h 1031629"/>
              <a:gd name="connsiteX1401" fmla="*/ 2279350 w 6312643"/>
              <a:gd name="connsiteY1401" fmla="*/ 27958 h 1031629"/>
              <a:gd name="connsiteX1402" fmla="*/ 2277408 w 6312643"/>
              <a:gd name="connsiteY1402" fmla="*/ 30585 h 1031629"/>
              <a:gd name="connsiteX1403" fmla="*/ 2271691 w 6312643"/>
              <a:gd name="connsiteY1403" fmla="*/ 28666 h 1031629"/>
              <a:gd name="connsiteX1404" fmla="*/ 2264729 w 6312643"/>
              <a:gd name="connsiteY1404" fmla="*/ 17359 h 1031629"/>
              <a:gd name="connsiteX1405" fmla="*/ 2261248 w 6312643"/>
              <a:gd name="connsiteY1405" fmla="*/ 2007 h 1031629"/>
              <a:gd name="connsiteX1406" fmla="*/ 2248827 w 6312643"/>
              <a:gd name="connsiteY1406" fmla="*/ 0 h 1031629"/>
              <a:gd name="connsiteX1407" fmla="*/ 2249229 w 6312643"/>
              <a:gd name="connsiteY1407" fmla="*/ 266 h 1031629"/>
              <a:gd name="connsiteX1408" fmla="*/ 2243806 w 6312643"/>
              <a:gd name="connsiteY1408" fmla="*/ 383 h 1031629"/>
              <a:gd name="connsiteX1409" fmla="*/ 2239922 w 6312643"/>
              <a:gd name="connsiteY1409" fmla="*/ 473 h 1031629"/>
              <a:gd name="connsiteX1410" fmla="*/ 2235195 w 6312643"/>
              <a:gd name="connsiteY1410" fmla="*/ 414 h 1031629"/>
              <a:gd name="connsiteX1411" fmla="*/ 2230431 w 6312643"/>
              <a:gd name="connsiteY1411" fmla="*/ 354 h 1031629"/>
              <a:gd name="connsiteX1412" fmla="*/ 2207896 w 6312643"/>
              <a:gd name="connsiteY1412" fmla="*/ 5255 h 1031629"/>
              <a:gd name="connsiteX1413" fmla="*/ 2198222 w 6312643"/>
              <a:gd name="connsiteY1413" fmla="*/ 7174 h 1031629"/>
              <a:gd name="connsiteX1414" fmla="*/ 2182392 w 6312643"/>
              <a:gd name="connsiteY1414" fmla="*/ 6318 h 1031629"/>
              <a:gd name="connsiteX1415" fmla="*/ 2181366 w 6312643"/>
              <a:gd name="connsiteY1415" fmla="*/ 6318 h 1031629"/>
              <a:gd name="connsiteX1416" fmla="*/ 2175063 w 6312643"/>
              <a:gd name="connsiteY1416" fmla="*/ 18717 h 1031629"/>
              <a:gd name="connsiteX1417" fmla="*/ 2169603 w 6312643"/>
              <a:gd name="connsiteY1417" fmla="*/ 26245 h 1031629"/>
              <a:gd name="connsiteX1418" fmla="*/ 2165939 w 6312643"/>
              <a:gd name="connsiteY1418" fmla="*/ 26570 h 1031629"/>
              <a:gd name="connsiteX1419" fmla="*/ 2163411 w 6312643"/>
              <a:gd name="connsiteY1419" fmla="*/ 27013 h 1031629"/>
              <a:gd name="connsiteX1420" fmla="*/ 2156449 w 6312643"/>
              <a:gd name="connsiteY1420" fmla="*/ 24563 h 1031629"/>
              <a:gd name="connsiteX1421" fmla="*/ 2149816 w 6312643"/>
              <a:gd name="connsiteY1421" fmla="*/ 22112 h 1031629"/>
              <a:gd name="connsiteX1422" fmla="*/ 2146298 w 6312643"/>
              <a:gd name="connsiteY1422" fmla="*/ 23205 h 1031629"/>
              <a:gd name="connsiteX1423" fmla="*/ 2132850 w 6312643"/>
              <a:gd name="connsiteY1423" fmla="*/ 26393 h 1031629"/>
              <a:gd name="connsiteX1424" fmla="*/ 2130798 w 6312643"/>
              <a:gd name="connsiteY1424" fmla="*/ 26393 h 1031629"/>
              <a:gd name="connsiteX1425" fmla="*/ 2128746 w 6312643"/>
              <a:gd name="connsiteY1425" fmla="*/ 26393 h 1031629"/>
              <a:gd name="connsiteX1426" fmla="*/ 2124935 w 6312643"/>
              <a:gd name="connsiteY1426" fmla="*/ 26511 h 1031629"/>
              <a:gd name="connsiteX1427" fmla="*/ 2106320 w 6312643"/>
              <a:gd name="connsiteY1427" fmla="*/ 26984 h 1031629"/>
              <a:gd name="connsiteX1428" fmla="*/ 2105258 w 6312643"/>
              <a:gd name="connsiteY1428" fmla="*/ 26984 h 1031629"/>
              <a:gd name="connsiteX1429" fmla="*/ 2098845 w 6312643"/>
              <a:gd name="connsiteY1429" fmla="*/ 26895 h 1031629"/>
              <a:gd name="connsiteX1430" fmla="*/ 2092359 w 6312643"/>
              <a:gd name="connsiteY1430" fmla="*/ 26806 h 1031629"/>
              <a:gd name="connsiteX1431" fmla="*/ 2084041 w 6312643"/>
              <a:gd name="connsiteY1431" fmla="*/ 27161 h 1031629"/>
              <a:gd name="connsiteX1432" fmla="*/ 2082172 w 6312643"/>
              <a:gd name="connsiteY1432" fmla="*/ 34009 h 1031629"/>
              <a:gd name="connsiteX1433" fmla="*/ 2084188 w 6312643"/>
              <a:gd name="connsiteY1433" fmla="*/ 35692 h 1031629"/>
              <a:gd name="connsiteX1434" fmla="*/ 2085031 w 6312643"/>
              <a:gd name="connsiteY1434" fmla="*/ 35485 h 1031629"/>
              <a:gd name="connsiteX1435" fmla="*/ 2085397 w 6312643"/>
              <a:gd name="connsiteY1435" fmla="*/ 35279 h 1031629"/>
              <a:gd name="connsiteX1436" fmla="*/ 2084298 w 6312643"/>
              <a:gd name="connsiteY1436" fmla="*/ 36785 h 1031629"/>
              <a:gd name="connsiteX1437" fmla="*/ 2073672 w 6312643"/>
              <a:gd name="connsiteY1437" fmla="*/ 40209 h 1031629"/>
              <a:gd name="connsiteX1438" fmla="*/ 2064987 w 6312643"/>
              <a:gd name="connsiteY1438" fmla="*/ 37109 h 1031629"/>
              <a:gd name="connsiteX1439" fmla="*/ 2068798 w 6312643"/>
              <a:gd name="connsiteY1439" fmla="*/ 28931 h 1031629"/>
              <a:gd name="connsiteX1440" fmla="*/ 2043294 w 6312643"/>
              <a:gd name="connsiteY1440" fmla="*/ 20282 h 1031629"/>
              <a:gd name="connsiteX1441" fmla="*/ 2041572 w 6312643"/>
              <a:gd name="connsiteY1441" fmla="*/ 20341 h 1031629"/>
              <a:gd name="connsiteX1442" fmla="*/ 2037980 w 6312643"/>
              <a:gd name="connsiteY1442" fmla="*/ 28076 h 1031629"/>
              <a:gd name="connsiteX1443" fmla="*/ 2036039 w 6312643"/>
              <a:gd name="connsiteY1443" fmla="*/ 32682 h 1031629"/>
              <a:gd name="connsiteX1444" fmla="*/ 2027097 w 6312643"/>
              <a:gd name="connsiteY1444" fmla="*/ 33390 h 1031629"/>
              <a:gd name="connsiteX1445" fmla="*/ 2025046 w 6312643"/>
              <a:gd name="connsiteY1445" fmla="*/ 33390 h 1031629"/>
              <a:gd name="connsiteX1446" fmla="*/ 2015637 w 6312643"/>
              <a:gd name="connsiteY1446" fmla="*/ 33256 h 1031629"/>
              <a:gd name="connsiteX1447" fmla="*/ 2013723 w 6312643"/>
              <a:gd name="connsiteY1447" fmla="*/ 30320 h 1031629"/>
              <a:gd name="connsiteX1448" fmla="*/ 2011487 w 6312643"/>
              <a:gd name="connsiteY1448" fmla="*/ 27662 h 1031629"/>
              <a:gd name="connsiteX1449" fmla="*/ 2008117 w 6312643"/>
              <a:gd name="connsiteY1449" fmla="*/ 32741 h 1031629"/>
              <a:gd name="connsiteX1450" fmla="*/ 2008200 w 6312643"/>
              <a:gd name="connsiteY1450" fmla="*/ 33150 h 1031629"/>
              <a:gd name="connsiteX1451" fmla="*/ 2006394 w 6312643"/>
              <a:gd name="connsiteY1451" fmla="*/ 33124 h 1031629"/>
              <a:gd name="connsiteX1452" fmla="*/ 2003059 w 6312643"/>
              <a:gd name="connsiteY1452" fmla="*/ 33183 h 1031629"/>
              <a:gd name="connsiteX1453" fmla="*/ 1995988 w 6312643"/>
              <a:gd name="connsiteY1453" fmla="*/ 33655 h 1031629"/>
              <a:gd name="connsiteX1454" fmla="*/ 1984811 w 6312643"/>
              <a:gd name="connsiteY1454" fmla="*/ 45641 h 1031629"/>
              <a:gd name="connsiteX1455" fmla="*/ 1965024 w 6312643"/>
              <a:gd name="connsiteY1455" fmla="*/ 39855 h 1031629"/>
              <a:gd name="connsiteX1456" fmla="*/ 1958758 w 6312643"/>
              <a:gd name="connsiteY1456" fmla="*/ 40003 h 1031629"/>
              <a:gd name="connsiteX1457" fmla="*/ 1952492 w 6312643"/>
              <a:gd name="connsiteY1457" fmla="*/ 40151 h 1031629"/>
              <a:gd name="connsiteX1458" fmla="*/ 1935892 w 6312643"/>
              <a:gd name="connsiteY1458" fmla="*/ 36726 h 1031629"/>
              <a:gd name="connsiteX1459" fmla="*/ 1920942 w 6312643"/>
              <a:gd name="connsiteY1459" fmla="*/ 32770 h 1031629"/>
              <a:gd name="connsiteX1460" fmla="*/ 1904892 w 6312643"/>
              <a:gd name="connsiteY1460" fmla="*/ 37494 h 1031629"/>
              <a:gd name="connsiteX1461" fmla="*/ 1899249 w 6312643"/>
              <a:gd name="connsiteY1461" fmla="*/ 39678 h 1031629"/>
              <a:gd name="connsiteX1462" fmla="*/ 1898480 w 6312643"/>
              <a:gd name="connsiteY1462" fmla="*/ 39501 h 1031629"/>
              <a:gd name="connsiteX1463" fmla="*/ 1888036 w 6312643"/>
              <a:gd name="connsiteY1463" fmla="*/ 36400 h 1031629"/>
              <a:gd name="connsiteX1464" fmla="*/ 1869751 w 6312643"/>
              <a:gd name="connsiteY1464" fmla="*/ 42984 h 1031629"/>
              <a:gd name="connsiteX1465" fmla="*/ 1854252 w 6312643"/>
              <a:gd name="connsiteY1465" fmla="*/ 47236 h 1031629"/>
              <a:gd name="connsiteX1466" fmla="*/ 1838861 w 6312643"/>
              <a:gd name="connsiteY1466" fmla="*/ 43545 h 1031629"/>
              <a:gd name="connsiteX1467" fmla="*/ 1830287 w 6312643"/>
              <a:gd name="connsiteY1467" fmla="*/ 40386 h 1031629"/>
              <a:gd name="connsiteX1468" fmla="*/ 1825816 w 6312643"/>
              <a:gd name="connsiteY1468" fmla="*/ 42099 h 1031629"/>
              <a:gd name="connsiteX1469" fmla="*/ 1819843 w 6312643"/>
              <a:gd name="connsiteY1469" fmla="*/ 44726 h 1031629"/>
              <a:gd name="connsiteX1470" fmla="*/ 1814016 w 6312643"/>
              <a:gd name="connsiteY1470" fmla="*/ 41242 h 1031629"/>
              <a:gd name="connsiteX1471" fmla="*/ 1805149 w 6312643"/>
              <a:gd name="connsiteY1471" fmla="*/ 35722 h 1031629"/>
              <a:gd name="connsiteX1472" fmla="*/ 1796464 w 6312643"/>
              <a:gd name="connsiteY1472" fmla="*/ 39943 h 1031629"/>
              <a:gd name="connsiteX1473" fmla="*/ 1792984 w 6312643"/>
              <a:gd name="connsiteY1473" fmla="*/ 40740 h 1031629"/>
              <a:gd name="connsiteX1474" fmla="*/ 1789283 w 6312643"/>
              <a:gd name="connsiteY1474" fmla="*/ 40534 h 1031629"/>
              <a:gd name="connsiteX1475" fmla="*/ 1787854 w 6312643"/>
              <a:gd name="connsiteY1475" fmla="*/ 40475 h 1031629"/>
              <a:gd name="connsiteX1476" fmla="*/ 1779751 w 6312643"/>
              <a:gd name="connsiteY1476" fmla="*/ 44534 h 1031629"/>
              <a:gd name="connsiteX1477" fmla="*/ 1779673 w 6312643"/>
              <a:gd name="connsiteY1477" fmla="*/ 45145 h 1031629"/>
              <a:gd name="connsiteX1478" fmla="*/ 1778839 w 6312643"/>
              <a:gd name="connsiteY1478" fmla="*/ 44933 h 1031629"/>
              <a:gd name="connsiteX1479" fmla="*/ 1768726 w 6312643"/>
              <a:gd name="connsiteY1479" fmla="*/ 40622 h 1031629"/>
              <a:gd name="connsiteX1480" fmla="*/ 1759097 w 6312643"/>
              <a:gd name="connsiteY1480" fmla="*/ 46231 h 1031629"/>
              <a:gd name="connsiteX1481" fmla="*/ 1755607 w 6312643"/>
              <a:gd name="connsiteY1481" fmla="*/ 46823 h 1031629"/>
              <a:gd name="connsiteX1482" fmla="*/ 1750441 w 6312643"/>
              <a:gd name="connsiteY1482" fmla="*/ 50305 h 1031629"/>
              <a:gd name="connsiteX1483" fmla="*/ 1750845 w 6312643"/>
              <a:gd name="connsiteY1483" fmla="*/ 50865 h 1031629"/>
              <a:gd name="connsiteX1484" fmla="*/ 1749452 w 6312643"/>
              <a:gd name="connsiteY1484" fmla="*/ 51604 h 1031629"/>
              <a:gd name="connsiteX1485" fmla="*/ 1745384 w 6312643"/>
              <a:gd name="connsiteY1485" fmla="*/ 45641 h 1031629"/>
              <a:gd name="connsiteX1486" fmla="*/ 1741353 w 6312643"/>
              <a:gd name="connsiteY1486" fmla="*/ 40888 h 1031629"/>
              <a:gd name="connsiteX1487" fmla="*/ 1741280 w 6312643"/>
              <a:gd name="connsiteY1487" fmla="*/ 40888 h 1031629"/>
              <a:gd name="connsiteX1488" fmla="*/ 1738202 w 6312643"/>
              <a:gd name="connsiteY1488" fmla="*/ 41066 h 1031629"/>
              <a:gd name="connsiteX1489" fmla="*/ 1719184 w 6312643"/>
              <a:gd name="connsiteY1489" fmla="*/ 27603 h 1031629"/>
              <a:gd name="connsiteX1490" fmla="*/ 1706286 w 6312643"/>
              <a:gd name="connsiteY1490" fmla="*/ 21846 h 1031629"/>
              <a:gd name="connsiteX1491" fmla="*/ 1696098 w 6312643"/>
              <a:gd name="connsiteY1491" fmla="*/ 19633 h 1031629"/>
              <a:gd name="connsiteX1492" fmla="*/ 1682980 w 6312643"/>
              <a:gd name="connsiteY1492" fmla="*/ 25212 h 1031629"/>
              <a:gd name="connsiteX1493" fmla="*/ 1674443 w 6312643"/>
              <a:gd name="connsiteY1493" fmla="*/ 30703 h 1031629"/>
              <a:gd name="connsiteX1494" fmla="*/ 1664072 w 6312643"/>
              <a:gd name="connsiteY1494" fmla="*/ 22584 h 1031629"/>
              <a:gd name="connsiteX1495" fmla="*/ 1663193 w 6312643"/>
              <a:gd name="connsiteY1495" fmla="*/ 19780 h 1031629"/>
              <a:gd name="connsiteX1496" fmla="*/ 1644358 w 6312643"/>
              <a:gd name="connsiteY1496" fmla="*/ 11691 h 1031629"/>
              <a:gd name="connsiteX1497" fmla="*/ 1631423 w 6312643"/>
              <a:gd name="connsiteY1497" fmla="*/ 7085 h 1031629"/>
              <a:gd name="connsiteX1498" fmla="*/ 1626000 w 6312643"/>
              <a:gd name="connsiteY1498" fmla="*/ 21285 h 1031629"/>
              <a:gd name="connsiteX1499" fmla="*/ 1625634 w 6312643"/>
              <a:gd name="connsiteY1499" fmla="*/ 27958 h 1031629"/>
              <a:gd name="connsiteX1500" fmla="*/ 1623691 w 6312643"/>
              <a:gd name="connsiteY1500" fmla="*/ 30585 h 1031629"/>
              <a:gd name="connsiteX1501" fmla="*/ 1617975 w 6312643"/>
              <a:gd name="connsiteY1501" fmla="*/ 28666 h 1031629"/>
              <a:gd name="connsiteX1502" fmla="*/ 1611013 w 6312643"/>
              <a:gd name="connsiteY1502" fmla="*/ 17359 h 1031629"/>
              <a:gd name="connsiteX1503" fmla="*/ 1607532 w 6312643"/>
              <a:gd name="connsiteY1503" fmla="*/ 2007 h 1031629"/>
              <a:gd name="connsiteX1504" fmla="*/ 1595110 w 6312643"/>
              <a:gd name="connsiteY1504" fmla="*/ 0 h 1031629"/>
              <a:gd name="connsiteX1505" fmla="*/ 1595513 w 6312643"/>
              <a:gd name="connsiteY1505" fmla="*/ 266 h 1031629"/>
              <a:gd name="connsiteX1506" fmla="*/ 1590090 w 6312643"/>
              <a:gd name="connsiteY1506" fmla="*/ 383 h 1031629"/>
              <a:gd name="connsiteX1507" fmla="*/ 1586205 w 6312643"/>
              <a:gd name="connsiteY1507" fmla="*/ 473 h 1031629"/>
              <a:gd name="connsiteX1508" fmla="*/ 1581479 w 6312643"/>
              <a:gd name="connsiteY1508" fmla="*/ 414 h 1031629"/>
              <a:gd name="connsiteX1509" fmla="*/ 1576715 w 6312643"/>
              <a:gd name="connsiteY1509" fmla="*/ 354 h 1031629"/>
              <a:gd name="connsiteX1510" fmla="*/ 1554179 w 6312643"/>
              <a:gd name="connsiteY1510" fmla="*/ 5255 h 1031629"/>
              <a:gd name="connsiteX1511" fmla="*/ 1544505 w 6312643"/>
              <a:gd name="connsiteY1511" fmla="*/ 7174 h 1031629"/>
              <a:gd name="connsiteX1512" fmla="*/ 1528675 w 6312643"/>
              <a:gd name="connsiteY1512" fmla="*/ 6318 h 1031629"/>
              <a:gd name="connsiteX1513" fmla="*/ 1527649 w 6312643"/>
              <a:gd name="connsiteY1513" fmla="*/ 6318 h 1031629"/>
              <a:gd name="connsiteX1514" fmla="*/ 1521347 w 6312643"/>
              <a:gd name="connsiteY1514" fmla="*/ 18717 h 1031629"/>
              <a:gd name="connsiteX1515" fmla="*/ 1515887 w 6312643"/>
              <a:gd name="connsiteY1515" fmla="*/ 26245 h 1031629"/>
              <a:gd name="connsiteX1516" fmla="*/ 1512222 w 6312643"/>
              <a:gd name="connsiteY1516" fmla="*/ 26570 h 1031629"/>
              <a:gd name="connsiteX1517" fmla="*/ 1509694 w 6312643"/>
              <a:gd name="connsiteY1517" fmla="*/ 27013 h 1031629"/>
              <a:gd name="connsiteX1518" fmla="*/ 1502732 w 6312643"/>
              <a:gd name="connsiteY1518" fmla="*/ 24563 h 1031629"/>
              <a:gd name="connsiteX1519" fmla="*/ 1496099 w 6312643"/>
              <a:gd name="connsiteY1519" fmla="*/ 22112 h 1031629"/>
              <a:gd name="connsiteX1520" fmla="*/ 1492582 w 6312643"/>
              <a:gd name="connsiteY1520" fmla="*/ 23205 h 1031629"/>
              <a:gd name="connsiteX1521" fmla="*/ 1479134 w 6312643"/>
              <a:gd name="connsiteY1521" fmla="*/ 26393 h 1031629"/>
              <a:gd name="connsiteX1522" fmla="*/ 1477081 w 6312643"/>
              <a:gd name="connsiteY1522" fmla="*/ 26393 h 1031629"/>
              <a:gd name="connsiteX1523" fmla="*/ 1475029 w 6312643"/>
              <a:gd name="connsiteY1523" fmla="*/ 26393 h 1031629"/>
              <a:gd name="connsiteX1524" fmla="*/ 1471218 w 6312643"/>
              <a:gd name="connsiteY1524" fmla="*/ 26511 h 1031629"/>
              <a:gd name="connsiteX1525" fmla="*/ 1452604 w 6312643"/>
              <a:gd name="connsiteY1525" fmla="*/ 26984 h 1031629"/>
              <a:gd name="connsiteX1526" fmla="*/ 1451541 w 6312643"/>
              <a:gd name="connsiteY1526" fmla="*/ 26984 h 1031629"/>
              <a:gd name="connsiteX1527" fmla="*/ 1445128 w 6312643"/>
              <a:gd name="connsiteY1527" fmla="*/ 26895 h 1031629"/>
              <a:gd name="connsiteX1528" fmla="*/ 1438643 w 6312643"/>
              <a:gd name="connsiteY1528" fmla="*/ 26806 h 1031629"/>
              <a:gd name="connsiteX1529" fmla="*/ 1430324 w 6312643"/>
              <a:gd name="connsiteY1529" fmla="*/ 27161 h 1031629"/>
              <a:gd name="connsiteX1530" fmla="*/ 1428456 w 6312643"/>
              <a:gd name="connsiteY1530" fmla="*/ 34009 h 1031629"/>
              <a:gd name="connsiteX1531" fmla="*/ 1430471 w 6312643"/>
              <a:gd name="connsiteY1531" fmla="*/ 35692 h 1031629"/>
              <a:gd name="connsiteX1532" fmla="*/ 1431314 w 6312643"/>
              <a:gd name="connsiteY1532" fmla="*/ 35485 h 1031629"/>
              <a:gd name="connsiteX1533" fmla="*/ 1431680 w 6312643"/>
              <a:gd name="connsiteY1533" fmla="*/ 35279 h 1031629"/>
              <a:gd name="connsiteX1534" fmla="*/ 1430581 w 6312643"/>
              <a:gd name="connsiteY1534" fmla="*/ 36785 h 1031629"/>
              <a:gd name="connsiteX1535" fmla="*/ 1419955 w 6312643"/>
              <a:gd name="connsiteY1535" fmla="*/ 40209 h 1031629"/>
              <a:gd name="connsiteX1536" fmla="*/ 1411270 w 6312643"/>
              <a:gd name="connsiteY1536" fmla="*/ 37109 h 1031629"/>
              <a:gd name="connsiteX1537" fmla="*/ 1415081 w 6312643"/>
              <a:gd name="connsiteY1537" fmla="*/ 28931 h 1031629"/>
              <a:gd name="connsiteX1538" fmla="*/ 1389577 w 6312643"/>
              <a:gd name="connsiteY1538" fmla="*/ 20282 h 1031629"/>
              <a:gd name="connsiteX1539" fmla="*/ 1387855 w 6312643"/>
              <a:gd name="connsiteY1539" fmla="*/ 20341 h 1031629"/>
              <a:gd name="connsiteX1540" fmla="*/ 1384264 w 6312643"/>
              <a:gd name="connsiteY1540" fmla="*/ 28076 h 1031629"/>
              <a:gd name="connsiteX1541" fmla="*/ 1382322 w 6312643"/>
              <a:gd name="connsiteY1541" fmla="*/ 32682 h 1031629"/>
              <a:gd name="connsiteX1542" fmla="*/ 1373381 w 6312643"/>
              <a:gd name="connsiteY1542" fmla="*/ 33390 h 1031629"/>
              <a:gd name="connsiteX1543" fmla="*/ 1371329 w 6312643"/>
              <a:gd name="connsiteY1543" fmla="*/ 33390 h 1031629"/>
              <a:gd name="connsiteX1544" fmla="*/ 1352678 w 6312643"/>
              <a:gd name="connsiteY1544" fmla="*/ 33124 h 1031629"/>
              <a:gd name="connsiteX1545" fmla="*/ 1349343 w 6312643"/>
              <a:gd name="connsiteY1545" fmla="*/ 33183 h 1031629"/>
              <a:gd name="connsiteX1546" fmla="*/ 1342271 w 6312643"/>
              <a:gd name="connsiteY1546" fmla="*/ 33655 h 1031629"/>
              <a:gd name="connsiteX1547" fmla="*/ 1331095 w 6312643"/>
              <a:gd name="connsiteY1547" fmla="*/ 45641 h 1031629"/>
              <a:gd name="connsiteX1548" fmla="*/ 1311307 w 6312643"/>
              <a:gd name="connsiteY1548" fmla="*/ 39855 h 1031629"/>
              <a:gd name="connsiteX1549" fmla="*/ 1305041 w 6312643"/>
              <a:gd name="connsiteY1549" fmla="*/ 40003 h 1031629"/>
              <a:gd name="connsiteX1550" fmla="*/ 1298775 w 6312643"/>
              <a:gd name="connsiteY1550" fmla="*/ 40151 h 1031629"/>
              <a:gd name="connsiteX1551" fmla="*/ 1282176 w 6312643"/>
              <a:gd name="connsiteY1551" fmla="*/ 36726 h 1031629"/>
              <a:gd name="connsiteX1552" fmla="*/ 1267225 w 6312643"/>
              <a:gd name="connsiteY1552" fmla="*/ 32770 h 1031629"/>
              <a:gd name="connsiteX1553" fmla="*/ 1251176 w 6312643"/>
              <a:gd name="connsiteY1553" fmla="*/ 37494 h 1031629"/>
              <a:gd name="connsiteX1554" fmla="*/ 1245532 w 6312643"/>
              <a:gd name="connsiteY1554" fmla="*/ 39678 h 1031629"/>
              <a:gd name="connsiteX1555" fmla="*/ 1244763 w 6312643"/>
              <a:gd name="connsiteY1555" fmla="*/ 39501 h 1031629"/>
              <a:gd name="connsiteX1556" fmla="*/ 1234320 w 6312643"/>
              <a:gd name="connsiteY1556" fmla="*/ 36400 h 1031629"/>
              <a:gd name="connsiteX1557" fmla="*/ 1216034 w 6312643"/>
              <a:gd name="connsiteY1557" fmla="*/ 42984 h 1031629"/>
              <a:gd name="connsiteX1558" fmla="*/ 1200535 w 6312643"/>
              <a:gd name="connsiteY1558" fmla="*/ 47236 h 1031629"/>
              <a:gd name="connsiteX1559" fmla="*/ 1185144 w 6312643"/>
              <a:gd name="connsiteY1559" fmla="*/ 43545 h 1031629"/>
              <a:gd name="connsiteX1560" fmla="*/ 1176570 w 6312643"/>
              <a:gd name="connsiteY1560" fmla="*/ 40386 h 1031629"/>
              <a:gd name="connsiteX1561" fmla="*/ 1172100 w 6312643"/>
              <a:gd name="connsiteY1561" fmla="*/ 42099 h 1031629"/>
              <a:gd name="connsiteX1562" fmla="*/ 1166127 w 6312643"/>
              <a:gd name="connsiteY1562" fmla="*/ 44726 h 1031629"/>
              <a:gd name="connsiteX1563" fmla="*/ 1160300 w 6312643"/>
              <a:gd name="connsiteY1563" fmla="*/ 41242 h 1031629"/>
              <a:gd name="connsiteX1564" fmla="*/ 1151432 w 6312643"/>
              <a:gd name="connsiteY1564" fmla="*/ 35722 h 1031629"/>
              <a:gd name="connsiteX1565" fmla="*/ 1142747 w 6312643"/>
              <a:gd name="connsiteY1565" fmla="*/ 39943 h 1031629"/>
              <a:gd name="connsiteX1566" fmla="*/ 1139267 w 6312643"/>
              <a:gd name="connsiteY1566" fmla="*/ 40740 h 1031629"/>
              <a:gd name="connsiteX1567" fmla="*/ 1135566 w 6312643"/>
              <a:gd name="connsiteY1567" fmla="*/ 40534 h 1031629"/>
              <a:gd name="connsiteX1568" fmla="*/ 1134137 w 6312643"/>
              <a:gd name="connsiteY1568" fmla="*/ 40475 h 1031629"/>
              <a:gd name="connsiteX1569" fmla="*/ 1124940 w 6312643"/>
              <a:gd name="connsiteY1569" fmla="*/ 53110 h 1031629"/>
              <a:gd name="connsiteX1570" fmla="*/ 1106068 w 6312643"/>
              <a:gd name="connsiteY1570" fmla="*/ 46114 h 1031629"/>
              <a:gd name="connsiteX1571" fmla="*/ 1101890 w 6312643"/>
              <a:gd name="connsiteY1571" fmla="*/ 46823 h 1031629"/>
              <a:gd name="connsiteX1572" fmla="*/ 1096724 w 6312643"/>
              <a:gd name="connsiteY1572" fmla="*/ 50305 h 1031629"/>
              <a:gd name="connsiteX1573" fmla="*/ 1098666 w 6312643"/>
              <a:gd name="connsiteY1573" fmla="*/ 52993 h 1031629"/>
              <a:gd name="connsiteX1574" fmla="*/ 1107094 w 6312643"/>
              <a:gd name="connsiteY1574" fmla="*/ 59222 h 1031629"/>
              <a:gd name="connsiteX1575" fmla="*/ 1120799 w 6312643"/>
              <a:gd name="connsiteY1575" fmla="*/ 73008 h 1031629"/>
              <a:gd name="connsiteX1576" fmla="*/ 1122814 w 6312643"/>
              <a:gd name="connsiteY1576" fmla="*/ 78411 h 1031629"/>
              <a:gd name="connsiteX1577" fmla="*/ 1117024 w 6312643"/>
              <a:gd name="connsiteY1577" fmla="*/ 79917 h 1031629"/>
              <a:gd name="connsiteX1578" fmla="*/ 1116144 w 6312643"/>
              <a:gd name="connsiteY1578" fmla="*/ 79709 h 1031629"/>
              <a:gd name="connsiteX1579" fmla="*/ 1089469 w 6312643"/>
              <a:gd name="connsiteY1579" fmla="*/ 73687 h 1031629"/>
              <a:gd name="connsiteX1580" fmla="*/ 1087856 w 6312643"/>
              <a:gd name="connsiteY1580" fmla="*/ 73687 h 1031629"/>
              <a:gd name="connsiteX1581" fmla="*/ 1086061 w 6312643"/>
              <a:gd name="connsiteY1581" fmla="*/ 73687 h 1031629"/>
              <a:gd name="connsiteX1582" fmla="*/ 1080784 w 6312643"/>
              <a:gd name="connsiteY1582" fmla="*/ 73598 h 1031629"/>
              <a:gd name="connsiteX1583" fmla="*/ 1047989 w 6312643"/>
              <a:gd name="connsiteY1583" fmla="*/ 60815 h 1031629"/>
              <a:gd name="connsiteX1584" fmla="*/ 1043701 w 6312643"/>
              <a:gd name="connsiteY1584" fmla="*/ 52284 h 1031629"/>
              <a:gd name="connsiteX1585" fmla="*/ 1051213 w 6312643"/>
              <a:gd name="connsiteY1585" fmla="*/ 46940 h 1031629"/>
              <a:gd name="connsiteX1586" fmla="*/ 1069461 w 6312643"/>
              <a:gd name="connsiteY1586" fmla="*/ 45258 h 1031629"/>
              <a:gd name="connsiteX1587" fmla="*/ 1072246 w 6312643"/>
              <a:gd name="connsiteY1587" fmla="*/ 39885 h 1031629"/>
              <a:gd name="connsiteX1588" fmla="*/ 1068765 w 6312643"/>
              <a:gd name="connsiteY1588" fmla="*/ 34807 h 1031629"/>
              <a:gd name="connsiteX1589" fmla="*/ 1056013 w 6312643"/>
              <a:gd name="connsiteY1589" fmla="*/ 33420 h 1031629"/>
              <a:gd name="connsiteX1590" fmla="*/ 1023035 w 6312643"/>
              <a:gd name="connsiteY1590" fmla="*/ 41833 h 1031629"/>
              <a:gd name="connsiteX1591" fmla="*/ 1021971 w 6312643"/>
              <a:gd name="connsiteY1591" fmla="*/ 50483 h 1031629"/>
              <a:gd name="connsiteX1592" fmla="*/ 1028457 w 6312643"/>
              <a:gd name="connsiteY1592" fmla="*/ 53347 h 1031629"/>
              <a:gd name="connsiteX1593" fmla="*/ 1034504 w 6312643"/>
              <a:gd name="connsiteY1593" fmla="*/ 63147 h 1031629"/>
              <a:gd name="connsiteX1594" fmla="*/ 1025819 w 6312643"/>
              <a:gd name="connsiteY1594" fmla="*/ 66779 h 1031629"/>
              <a:gd name="connsiteX1595" fmla="*/ 1024792 w 6312643"/>
              <a:gd name="connsiteY1595" fmla="*/ 66661 h 1031629"/>
              <a:gd name="connsiteX1596" fmla="*/ 989762 w 6312643"/>
              <a:gd name="connsiteY1596" fmla="*/ 45849 h 1031629"/>
              <a:gd name="connsiteX1597" fmla="*/ 984485 w 6312643"/>
              <a:gd name="connsiteY1597" fmla="*/ 40268 h 1031629"/>
              <a:gd name="connsiteX1598" fmla="*/ 975655 w 6312643"/>
              <a:gd name="connsiteY1598" fmla="*/ 47973 h 1031629"/>
              <a:gd name="connsiteX1599" fmla="*/ 967593 w 6312643"/>
              <a:gd name="connsiteY1599" fmla="*/ 53464 h 1031629"/>
              <a:gd name="connsiteX1600" fmla="*/ 965724 w 6312643"/>
              <a:gd name="connsiteY1600" fmla="*/ 53494 h 1031629"/>
              <a:gd name="connsiteX1601" fmla="*/ 964918 w 6312643"/>
              <a:gd name="connsiteY1601" fmla="*/ 53494 h 1031629"/>
              <a:gd name="connsiteX1602" fmla="*/ 964111 w 6312643"/>
              <a:gd name="connsiteY1602" fmla="*/ 53494 h 1031629"/>
              <a:gd name="connsiteX1603" fmla="*/ 953998 w 6312643"/>
              <a:gd name="connsiteY1603" fmla="*/ 56801 h 1031629"/>
              <a:gd name="connsiteX1604" fmla="*/ 966713 w 6312643"/>
              <a:gd name="connsiteY1604" fmla="*/ 62676 h 1031629"/>
              <a:gd name="connsiteX1605" fmla="*/ 979722 w 6312643"/>
              <a:gd name="connsiteY1605" fmla="*/ 68403 h 1031629"/>
              <a:gd name="connsiteX1606" fmla="*/ 978513 w 6312643"/>
              <a:gd name="connsiteY1606" fmla="*/ 73097 h 1031629"/>
              <a:gd name="connsiteX1607" fmla="*/ 961840 w 6312643"/>
              <a:gd name="connsiteY1607" fmla="*/ 79474 h 1031629"/>
              <a:gd name="connsiteX1608" fmla="*/ 959715 w 6312643"/>
              <a:gd name="connsiteY1608" fmla="*/ 79769 h 1031629"/>
              <a:gd name="connsiteX1609" fmla="*/ 953595 w 6312643"/>
              <a:gd name="connsiteY1609" fmla="*/ 74897 h 1031629"/>
              <a:gd name="connsiteX1610" fmla="*/ 946119 w 6312643"/>
              <a:gd name="connsiteY1610" fmla="*/ 67015 h 1031629"/>
              <a:gd name="connsiteX1611" fmla="*/ 940807 w 6312643"/>
              <a:gd name="connsiteY1611" fmla="*/ 68904 h 1031629"/>
              <a:gd name="connsiteX1612" fmla="*/ 897604 w 6312643"/>
              <a:gd name="connsiteY1612" fmla="*/ 80654 h 1031629"/>
              <a:gd name="connsiteX1613" fmla="*/ 884632 w 6312643"/>
              <a:gd name="connsiteY1613" fmla="*/ 80063 h 1031629"/>
              <a:gd name="connsiteX1614" fmla="*/ 878110 w 6312643"/>
              <a:gd name="connsiteY1614" fmla="*/ 73775 h 1031629"/>
              <a:gd name="connsiteX1615" fmla="*/ 864662 w 6312643"/>
              <a:gd name="connsiteY1615" fmla="*/ 70912 h 1031629"/>
              <a:gd name="connsiteX1616" fmla="*/ 855684 w 6312643"/>
              <a:gd name="connsiteY1616" fmla="*/ 67488 h 1031629"/>
              <a:gd name="connsiteX1617" fmla="*/ 854988 w 6312643"/>
              <a:gd name="connsiteY1617" fmla="*/ 67665 h 1031629"/>
              <a:gd name="connsiteX1618" fmla="*/ 823292 w 6312643"/>
              <a:gd name="connsiteY1618" fmla="*/ 74131 h 1031629"/>
              <a:gd name="connsiteX1619" fmla="*/ 811163 w 6312643"/>
              <a:gd name="connsiteY1619" fmla="*/ 85880 h 1031629"/>
              <a:gd name="connsiteX1620" fmla="*/ 797532 w 6312643"/>
              <a:gd name="connsiteY1620" fmla="*/ 94116 h 1031629"/>
              <a:gd name="connsiteX1621" fmla="*/ 793977 w 6312643"/>
              <a:gd name="connsiteY1621" fmla="*/ 93379 h 1031629"/>
              <a:gd name="connsiteX1622" fmla="*/ 779649 w 6312643"/>
              <a:gd name="connsiteY1622" fmla="*/ 88064 h 1031629"/>
              <a:gd name="connsiteX1623" fmla="*/ 771038 w 6312643"/>
              <a:gd name="connsiteY1623" fmla="*/ 91814 h 1031629"/>
              <a:gd name="connsiteX1624" fmla="*/ 755611 w 6312643"/>
              <a:gd name="connsiteY1624" fmla="*/ 92877 h 1031629"/>
              <a:gd name="connsiteX1625" fmla="*/ 740221 w 6312643"/>
              <a:gd name="connsiteY1625" fmla="*/ 93939 h 1031629"/>
              <a:gd name="connsiteX1626" fmla="*/ 717026 w 6312643"/>
              <a:gd name="connsiteY1626" fmla="*/ 88153 h 1031629"/>
              <a:gd name="connsiteX1627" fmla="*/ 710063 w 6312643"/>
              <a:gd name="connsiteY1627" fmla="*/ 88360 h 1031629"/>
              <a:gd name="connsiteX1628" fmla="*/ 703175 w 6312643"/>
              <a:gd name="connsiteY1628" fmla="*/ 91549 h 1031629"/>
              <a:gd name="connsiteX1629" fmla="*/ 692219 w 6312643"/>
              <a:gd name="connsiteY1629" fmla="*/ 84758 h 1031629"/>
              <a:gd name="connsiteX1630" fmla="*/ 687821 w 6312643"/>
              <a:gd name="connsiteY1630" fmla="*/ 82515 h 1031629"/>
              <a:gd name="connsiteX1631" fmla="*/ 683973 w 6312643"/>
              <a:gd name="connsiteY1631" fmla="*/ 84935 h 1031629"/>
              <a:gd name="connsiteX1632" fmla="*/ 673054 w 6312643"/>
              <a:gd name="connsiteY1632" fmla="*/ 94028 h 1031629"/>
              <a:gd name="connsiteX1633" fmla="*/ 664516 w 6312643"/>
              <a:gd name="connsiteY1633" fmla="*/ 91519 h 1031629"/>
              <a:gd name="connsiteX1634" fmla="*/ 657810 w 6312643"/>
              <a:gd name="connsiteY1634" fmla="*/ 89540 h 1031629"/>
              <a:gd name="connsiteX1635" fmla="*/ 652497 w 6312643"/>
              <a:gd name="connsiteY1635" fmla="*/ 95829 h 1031629"/>
              <a:gd name="connsiteX1636" fmla="*/ 646817 w 6312643"/>
              <a:gd name="connsiteY1636" fmla="*/ 99932 h 1031629"/>
              <a:gd name="connsiteX1637" fmla="*/ 640625 w 6312643"/>
              <a:gd name="connsiteY1637" fmla="*/ 97659 h 1031629"/>
              <a:gd name="connsiteX1638" fmla="*/ 631574 w 6312643"/>
              <a:gd name="connsiteY1638" fmla="*/ 93969 h 1031629"/>
              <a:gd name="connsiteX1639" fmla="*/ 624208 w 6312643"/>
              <a:gd name="connsiteY1639" fmla="*/ 96802 h 1031629"/>
              <a:gd name="connsiteX1640" fmla="*/ 618492 w 6312643"/>
              <a:gd name="connsiteY1640" fmla="*/ 98397 h 1031629"/>
              <a:gd name="connsiteX1641" fmla="*/ 598118 w 6312643"/>
              <a:gd name="connsiteY1641" fmla="*/ 93527 h 1031629"/>
              <a:gd name="connsiteX1642" fmla="*/ 575509 w 6312643"/>
              <a:gd name="connsiteY1642" fmla="*/ 95032 h 1031629"/>
              <a:gd name="connsiteX1643" fmla="*/ 572541 w 6312643"/>
              <a:gd name="connsiteY1643" fmla="*/ 97010 h 1031629"/>
              <a:gd name="connsiteX1644" fmla="*/ 575106 w 6312643"/>
              <a:gd name="connsiteY1644" fmla="*/ 99076 h 1031629"/>
              <a:gd name="connsiteX1645" fmla="*/ 604274 w 6312643"/>
              <a:gd name="connsiteY1645" fmla="*/ 100907 h 1031629"/>
              <a:gd name="connsiteX1646" fmla="*/ 607096 w 6312643"/>
              <a:gd name="connsiteY1646" fmla="*/ 103002 h 1031629"/>
              <a:gd name="connsiteX1647" fmla="*/ 603139 w 6312643"/>
              <a:gd name="connsiteY1647" fmla="*/ 106810 h 1031629"/>
              <a:gd name="connsiteX1648" fmla="*/ 564040 w 6312643"/>
              <a:gd name="connsiteY1648" fmla="*/ 113335 h 1031629"/>
              <a:gd name="connsiteX1649" fmla="*/ 559789 w 6312643"/>
              <a:gd name="connsiteY1649" fmla="*/ 114369 h 1031629"/>
              <a:gd name="connsiteX1650" fmla="*/ 547110 w 6312643"/>
              <a:gd name="connsiteY1650" fmla="*/ 109144 h 1031629"/>
              <a:gd name="connsiteX1651" fmla="*/ 541504 w 6312643"/>
              <a:gd name="connsiteY1651" fmla="*/ 107106 h 1031629"/>
              <a:gd name="connsiteX1652" fmla="*/ 531427 w 6312643"/>
              <a:gd name="connsiteY1652" fmla="*/ 112804 h 1031629"/>
              <a:gd name="connsiteX1653" fmla="*/ 530402 w 6312643"/>
              <a:gd name="connsiteY1653" fmla="*/ 121070 h 1031629"/>
              <a:gd name="connsiteX1654" fmla="*/ 547514 w 6312643"/>
              <a:gd name="connsiteY1654" fmla="*/ 134768 h 1031629"/>
              <a:gd name="connsiteX1655" fmla="*/ 562245 w 6312643"/>
              <a:gd name="connsiteY1655" fmla="*/ 131049 h 1031629"/>
              <a:gd name="connsiteX1656" fmla="*/ 585550 w 6312643"/>
              <a:gd name="connsiteY1656" fmla="*/ 126945 h 1031629"/>
              <a:gd name="connsiteX1657" fmla="*/ 590899 w 6312643"/>
              <a:gd name="connsiteY1657" fmla="*/ 127062 h 1031629"/>
              <a:gd name="connsiteX1658" fmla="*/ 602653 w 6312643"/>
              <a:gd name="connsiteY1658" fmla="*/ 130768 h 1031629"/>
              <a:gd name="connsiteX1659" fmla="*/ 604061 w 6312643"/>
              <a:gd name="connsiteY1659" fmla="*/ 133207 h 1031629"/>
              <a:gd name="connsiteX1660" fmla="*/ 564890 w 6312643"/>
              <a:gd name="connsiteY1660" fmla="*/ 135728 h 1031629"/>
              <a:gd name="connsiteX1661" fmla="*/ 334600 w 6312643"/>
              <a:gd name="connsiteY1661" fmla="*/ 167195 h 1031629"/>
              <a:gd name="connsiteX1662" fmla="*/ 333815 w 6312643"/>
              <a:gd name="connsiteY1662" fmla="*/ 186331 h 1031629"/>
              <a:gd name="connsiteX1663" fmla="*/ 289984 w 6312643"/>
              <a:gd name="connsiteY1663" fmla="*/ 193990 h 1031629"/>
              <a:gd name="connsiteX1664" fmla="*/ 292275 w 6312643"/>
              <a:gd name="connsiteY1664" fmla="*/ 184342 h 1031629"/>
              <a:gd name="connsiteX1665" fmla="*/ 272539 w 6312643"/>
              <a:gd name="connsiteY1665" fmla="*/ 191517 h 1031629"/>
              <a:gd name="connsiteX1666" fmla="*/ 282580 w 6312643"/>
              <a:gd name="connsiteY1666" fmla="*/ 209417 h 1031629"/>
              <a:gd name="connsiteX1667" fmla="*/ 272320 w 6312643"/>
              <a:gd name="connsiteY1667" fmla="*/ 221888 h 1031629"/>
              <a:gd name="connsiteX1668" fmla="*/ 256225 w 6312643"/>
              <a:gd name="connsiteY1668" fmla="*/ 199580 h 1031629"/>
              <a:gd name="connsiteX1669" fmla="*/ 263442 w 6312643"/>
              <a:gd name="connsiteY1669" fmla="*/ 198003 h 1031629"/>
              <a:gd name="connsiteX1670" fmla="*/ 257370 w 6312643"/>
              <a:gd name="connsiteY1670" fmla="*/ 188869 h 1031629"/>
              <a:gd name="connsiteX1671" fmla="*/ 228645 w 6312643"/>
              <a:gd name="connsiteY1671" fmla="*/ 206273 h 1031629"/>
              <a:gd name="connsiteX1672" fmla="*/ 229398 w 6312643"/>
              <a:gd name="connsiteY1672" fmla="*/ 218313 h 1031629"/>
              <a:gd name="connsiteX1673" fmla="*/ 238842 w 6312643"/>
              <a:gd name="connsiteY1673" fmla="*/ 212427 h 1031629"/>
              <a:gd name="connsiteX1674" fmla="*/ 264884 w 6312643"/>
              <a:gd name="connsiteY1674" fmla="*/ 237288 h 1031629"/>
              <a:gd name="connsiteX1675" fmla="*/ 269593 w 6312643"/>
              <a:gd name="connsiteY1675" fmla="*/ 246376 h 1031629"/>
              <a:gd name="connsiteX1676" fmla="*/ 273018 w 6312643"/>
              <a:gd name="connsiteY1676" fmla="*/ 248674 h 1031629"/>
              <a:gd name="connsiteX1677" fmla="*/ 244070 w 6312643"/>
              <a:gd name="connsiteY1677" fmla="*/ 248753 h 1031629"/>
              <a:gd name="connsiteX1678" fmla="*/ 237694 w 6312643"/>
              <a:gd name="connsiteY1678" fmla="*/ 252856 h 1031629"/>
              <a:gd name="connsiteX1679" fmla="*/ 231355 w 6312643"/>
              <a:gd name="connsiteY1679" fmla="*/ 261712 h 1031629"/>
              <a:gd name="connsiteX1680" fmla="*/ 224283 w 6312643"/>
              <a:gd name="connsiteY1680" fmla="*/ 262982 h 1031629"/>
              <a:gd name="connsiteX1681" fmla="*/ 221462 w 6312643"/>
              <a:gd name="connsiteY1681" fmla="*/ 265137 h 1031629"/>
              <a:gd name="connsiteX1682" fmla="*/ 224100 w 6312643"/>
              <a:gd name="connsiteY1682" fmla="*/ 267292 h 1031629"/>
              <a:gd name="connsiteX1683" fmla="*/ 247515 w 6312643"/>
              <a:gd name="connsiteY1683" fmla="*/ 273492 h 1031629"/>
              <a:gd name="connsiteX1684" fmla="*/ 252022 w 6312643"/>
              <a:gd name="connsiteY1684" fmla="*/ 270509 h 1031629"/>
              <a:gd name="connsiteX1685" fmla="*/ 256969 w 6312643"/>
              <a:gd name="connsiteY1685" fmla="*/ 271898 h 1031629"/>
              <a:gd name="connsiteX1686" fmla="*/ 261916 w 6312643"/>
              <a:gd name="connsiteY1686" fmla="*/ 273285 h 1031629"/>
              <a:gd name="connsiteX1687" fmla="*/ 265580 w 6312643"/>
              <a:gd name="connsiteY1687" fmla="*/ 271484 h 1031629"/>
              <a:gd name="connsiteX1688" fmla="*/ 273653 w 6312643"/>
              <a:gd name="connsiteY1688" fmla="*/ 273138 h 1031629"/>
              <a:gd name="connsiteX1689" fmla="*/ 273284 w 6312643"/>
              <a:gd name="connsiteY1689" fmla="*/ 276053 h 1031629"/>
              <a:gd name="connsiteX1690" fmla="*/ 266359 w 6312643"/>
              <a:gd name="connsiteY1690" fmla="*/ 284456 h 1031629"/>
              <a:gd name="connsiteX1691" fmla="*/ 274940 w 6312643"/>
              <a:gd name="connsiteY1691" fmla="*/ 295068 h 1031629"/>
              <a:gd name="connsiteX1692" fmla="*/ 256053 w 6312643"/>
              <a:gd name="connsiteY1692" fmla="*/ 296106 h 1031629"/>
              <a:gd name="connsiteX1693" fmla="*/ 224870 w 6312643"/>
              <a:gd name="connsiteY1693" fmla="*/ 290939 h 1031629"/>
              <a:gd name="connsiteX1694" fmla="*/ 186540 w 6312643"/>
              <a:gd name="connsiteY1694" fmla="*/ 282821 h 1031629"/>
              <a:gd name="connsiteX1695" fmla="*/ 180238 w 6312643"/>
              <a:gd name="connsiteY1695" fmla="*/ 286334 h 1031629"/>
              <a:gd name="connsiteX1696" fmla="*/ 173569 w 6312643"/>
              <a:gd name="connsiteY1696" fmla="*/ 284474 h 1031629"/>
              <a:gd name="connsiteX1697" fmla="*/ 167192 w 6312643"/>
              <a:gd name="connsiteY1697" fmla="*/ 282614 h 1031629"/>
              <a:gd name="connsiteX1698" fmla="*/ 164078 w 6312643"/>
              <a:gd name="connsiteY1698" fmla="*/ 283559 h 1031629"/>
              <a:gd name="connsiteX1699" fmla="*/ 144510 w 6312643"/>
              <a:gd name="connsiteY1699" fmla="*/ 289433 h 1031629"/>
              <a:gd name="connsiteX1700" fmla="*/ 143521 w 6312643"/>
              <a:gd name="connsiteY1700" fmla="*/ 289433 h 1031629"/>
              <a:gd name="connsiteX1701" fmla="*/ 138611 w 6312643"/>
              <a:gd name="connsiteY1701" fmla="*/ 293330 h 1031629"/>
              <a:gd name="connsiteX1702" fmla="*/ 142495 w 6312643"/>
              <a:gd name="connsiteY1702" fmla="*/ 301745 h 1031629"/>
              <a:gd name="connsiteX1703" fmla="*/ 152363 w 6312643"/>
              <a:gd name="connsiteY1703" fmla="*/ 305273 h 1031629"/>
              <a:gd name="connsiteX1704" fmla="*/ 136624 w 6312643"/>
              <a:gd name="connsiteY1704" fmla="*/ 303618 h 1031629"/>
              <a:gd name="connsiteX1705" fmla="*/ 122956 w 6312643"/>
              <a:gd name="connsiteY1705" fmla="*/ 299367 h 1031629"/>
              <a:gd name="connsiteX1706" fmla="*/ 120574 w 6312643"/>
              <a:gd name="connsiteY1706" fmla="*/ 299102 h 1031629"/>
              <a:gd name="connsiteX1707" fmla="*/ 111853 w 6312643"/>
              <a:gd name="connsiteY1707" fmla="*/ 305301 h 1031629"/>
              <a:gd name="connsiteX1708" fmla="*/ 111156 w 6312643"/>
              <a:gd name="connsiteY1708" fmla="*/ 322069 h 1031629"/>
              <a:gd name="connsiteX1709" fmla="*/ 122003 w 6312643"/>
              <a:gd name="connsiteY1709" fmla="*/ 333052 h 1031629"/>
              <a:gd name="connsiteX1710" fmla="*/ 123762 w 6312643"/>
              <a:gd name="connsiteY1710" fmla="*/ 337480 h 1031629"/>
              <a:gd name="connsiteX1711" fmla="*/ 108445 w 6312643"/>
              <a:gd name="connsiteY1711" fmla="*/ 345775 h 1031629"/>
              <a:gd name="connsiteX1712" fmla="*/ 101006 w 6312643"/>
              <a:gd name="connsiteY1712" fmla="*/ 350085 h 1031629"/>
              <a:gd name="connsiteX1713" fmla="*/ 90636 w 6312643"/>
              <a:gd name="connsiteY1713" fmla="*/ 346277 h 1031629"/>
              <a:gd name="connsiteX1714" fmla="*/ 88365 w 6312643"/>
              <a:gd name="connsiteY1714" fmla="*/ 345804 h 1031629"/>
              <a:gd name="connsiteX1715" fmla="*/ 84297 w 6312643"/>
              <a:gd name="connsiteY1715" fmla="*/ 350853 h 1031629"/>
              <a:gd name="connsiteX1716" fmla="*/ 85213 w 6312643"/>
              <a:gd name="connsiteY1716" fmla="*/ 358824 h 1031629"/>
              <a:gd name="connsiteX1717" fmla="*/ 36588 w 6312643"/>
              <a:gd name="connsiteY1717" fmla="*/ 371843 h 1031629"/>
              <a:gd name="connsiteX1718" fmla="*/ 35598 w 6312643"/>
              <a:gd name="connsiteY1718" fmla="*/ 372080 h 1031629"/>
              <a:gd name="connsiteX1719" fmla="*/ 30505 w 6312643"/>
              <a:gd name="connsiteY1719" fmla="*/ 370367 h 1031629"/>
              <a:gd name="connsiteX1720" fmla="*/ 25008 w 6312643"/>
              <a:gd name="connsiteY1720" fmla="*/ 368655 h 1031629"/>
              <a:gd name="connsiteX1721" fmla="*/ 24056 w 6312643"/>
              <a:gd name="connsiteY1721" fmla="*/ 368773 h 1031629"/>
              <a:gd name="connsiteX1722" fmla="*/ 4854 w 6312643"/>
              <a:gd name="connsiteY1722" fmla="*/ 378042 h 1031629"/>
              <a:gd name="connsiteX1723" fmla="*/ 5514 w 6312643"/>
              <a:gd name="connsiteY1723" fmla="*/ 394958 h 1031629"/>
              <a:gd name="connsiteX1724" fmla="*/ 35378 w 6312643"/>
              <a:gd name="connsiteY1724" fmla="*/ 406325 h 1031629"/>
              <a:gd name="connsiteX1725" fmla="*/ 49999 w 6312643"/>
              <a:gd name="connsiteY1725" fmla="*/ 407210 h 1031629"/>
              <a:gd name="connsiteX1726" fmla="*/ 57548 w 6312643"/>
              <a:gd name="connsiteY1726" fmla="*/ 406000 h 1031629"/>
              <a:gd name="connsiteX1727" fmla="*/ 95730 w 6312643"/>
              <a:gd name="connsiteY1727" fmla="*/ 396022 h 1031629"/>
              <a:gd name="connsiteX1728" fmla="*/ 123506 w 6312643"/>
              <a:gd name="connsiteY1728" fmla="*/ 387992 h 1031629"/>
              <a:gd name="connsiteX1729" fmla="*/ 132410 w 6312643"/>
              <a:gd name="connsiteY1729" fmla="*/ 385660 h 1031629"/>
              <a:gd name="connsiteX1730" fmla="*/ 150182 w 6312643"/>
              <a:gd name="connsiteY1730" fmla="*/ 402988 h 1031629"/>
              <a:gd name="connsiteX1731" fmla="*/ 164473 w 6312643"/>
              <a:gd name="connsiteY1731" fmla="*/ 411934 h 1031629"/>
              <a:gd name="connsiteX1732" fmla="*/ 170593 w 6312643"/>
              <a:gd name="connsiteY1732" fmla="*/ 410871 h 1031629"/>
              <a:gd name="connsiteX1733" fmla="*/ 180485 w 6312643"/>
              <a:gd name="connsiteY1733" fmla="*/ 406974 h 1031629"/>
              <a:gd name="connsiteX1734" fmla="*/ 230614 w 6312643"/>
              <a:gd name="connsiteY1734" fmla="*/ 406444 h 1031629"/>
              <a:gd name="connsiteX1735" fmla="*/ 234043 w 6312643"/>
              <a:gd name="connsiteY1735" fmla="*/ 406479 h 1031629"/>
              <a:gd name="connsiteX1736" fmla="*/ 243227 w 6312643"/>
              <a:gd name="connsiteY1736" fmla="*/ 409026 h 1031629"/>
              <a:gd name="connsiteX1737" fmla="*/ 245829 w 6312643"/>
              <a:gd name="connsiteY1737" fmla="*/ 409559 h 1031629"/>
              <a:gd name="connsiteX1738" fmla="*/ 255886 w 6312643"/>
              <a:gd name="connsiteY1738" fmla="*/ 406706 h 1031629"/>
              <a:gd name="connsiteX1739" fmla="*/ 258903 w 6312643"/>
              <a:gd name="connsiteY1739" fmla="*/ 406738 h 1031629"/>
              <a:gd name="connsiteX1740" fmla="*/ 282794 w 6312643"/>
              <a:gd name="connsiteY1740" fmla="*/ 414149 h 1031629"/>
              <a:gd name="connsiteX1741" fmla="*/ 286605 w 6312643"/>
              <a:gd name="connsiteY1741" fmla="*/ 413705 h 1031629"/>
              <a:gd name="connsiteX1742" fmla="*/ 296132 w 6312643"/>
              <a:gd name="connsiteY1742" fmla="*/ 427345 h 1031629"/>
              <a:gd name="connsiteX1743" fmla="*/ 305244 w 6312643"/>
              <a:gd name="connsiteY1743" fmla="*/ 432871 h 1031629"/>
              <a:gd name="connsiteX1744" fmla="*/ 297826 w 6312643"/>
              <a:gd name="connsiteY1744" fmla="*/ 437693 h 1031629"/>
              <a:gd name="connsiteX1745" fmla="*/ 291671 w 6312643"/>
              <a:gd name="connsiteY1745" fmla="*/ 440881 h 1031629"/>
              <a:gd name="connsiteX1746" fmla="*/ 282473 w 6312643"/>
              <a:gd name="connsiteY1746" fmla="*/ 438018 h 1031629"/>
              <a:gd name="connsiteX1747" fmla="*/ 274228 w 6312643"/>
              <a:gd name="connsiteY1747" fmla="*/ 436512 h 1031629"/>
              <a:gd name="connsiteX1748" fmla="*/ 264700 w 6312643"/>
              <a:gd name="connsiteY1748" fmla="*/ 443243 h 1031629"/>
              <a:gd name="connsiteX1749" fmla="*/ 261659 w 6312643"/>
              <a:gd name="connsiteY1749" fmla="*/ 444128 h 1031629"/>
              <a:gd name="connsiteX1750" fmla="*/ 259742 w 6312643"/>
              <a:gd name="connsiteY1750" fmla="*/ 448811 h 1031629"/>
              <a:gd name="connsiteX1751" fmla="*/ 251863 w 6312643"/>
              <a:gd name="connsiteY1751" fmla="*/ 447405 h 1031629"/>
              <a:gd name="connsiteX1752" fmla="*/ 256909 w 6312643"/>
              <a:gd name="connsiteY1752" fmla="*/ 433544 h 1031629"/>
              <a:gd name="connsiteX1753" fmla="*/ 231320 w 6312643"/>
              <a:gd name="connsiteY1753" fmla="*/ 440592 h 1031629"/>
              <a:gd name="connsiteX1754" fmla="*/ 228426 w 6312643"/>
              <a:gd name="connsiteY1754" fmla="*/ 450738 h 1031629"/>
              <a:gd name="connsiteX1755" fmla="*/ 228959 w 6312643"/>
              <a:gd name="connsiteY1755" fmla="*/ 467751 h 1031629"/>
              <a:gd name="connsiteX1756" fmla="*/ 197866 w 6312643"/>
              <a:gd name="connsiteY1756" fmla="*/ 470573 h 1031629"/>
              <a:gd name="connsiteX1757" fmla="*/ 193097 w 6312643"/>
              <a:gd name="connsiteY1757" fmla="*/ 463343 h 1031629"/>
              <a:gd name="connsiteX1758" fmla="*/ 180759 w 6312643"/>
              <a:gd name="connsiteY1758" fmla="*/ 470640 h 1031629"/>
              <a:gd name="connsiteX1759" fmla="*/ 191090 w 6312643"/>
              <a:gd name="connsiteY1759" fmla="*/ 475222 h 1031629"/>
              <a:gd name="connsiteX1760" fmla="*/ 197264 w 6312643"/>
              <a:gd name="connsiteY1760" fmla="*/ 483961 h 1031629"/>
              <a:gd name="connsiteX1761" fmla="*/ 213052 w 6312643"/>
              <a:gd name="connsiteY1761" fmla="*/ 482640 h 1031629"/>
              <a:gd name="connsiteX1762" fmla="*/ 213718 w 6312643"/>
              <a:gd name="connsiteY1762" fmla="*/ 484053 h 1031629"/>
              <a:gd name="connsiteX1763" fmla="*/ 197406 w 6312643"/>
              <a:gd name="connsiteY1763" fmla="*/ 484163 h 1031629"/>
              <a:gd name="connsiteX1764" fmla="*/ 197264 w 6312643"/>
              <a:gd name="connsiteY1764" fmla="*/ 483961 h 1031629"/>
              <a:gd name="connsiteX1765" fmla="*/ 196988 w 6312643"/>
              <a:gd name="connsiteY1765" fmla="*/ 483984 h 1031629"/>
              <a:gd name="connsiteX1766" fmla="*/ 197237 w 6312643"/>
              <a:gd name="connsiteY1766" fmla="*/ 484164 h 1031629"/>
              <a:gd name="connsiteX1767" fmla="*/ 171590 w 6312643"/>
              <a:gd name="connsiteY1767" fmla="*/ 484338 h 1031629"/>
              <a:gd name="connsiteX1768" fmla="*/ 170710 w 6312643"/>
              <a:gd name="connsiteY1768" fmla="*/ 484338 h 1031629"/>
              <a:gd name="connsiteX1769" fmla="*/ 162063 w 6312643"/>
              <a:gd name="connsiteY1769" fmla="*/ 484013 h 1031629"/>
              <a:gd name="connsiteX1770" fmla="*/ 153305 w 6312643"/>
              <a:gd name="connsiteY1770" fmla="*/ 483688 h 1031629"/>
              <a:gd name="connsiteX1771" fmla="*/ 132052 w 6312643"/>
              <a:gd name="connsiteY1771" fmla="*/ 489739 h 1031629"/>
              <a:gd name="connsiteX1772" fmla="*/ 129194 w 6312643"/>
              <a:gd name="connsiteY1772" fmla="*/ 490361 h 1031629"/>
              <a:gd name="connsiteX1773" fmla="*/ 127875 w 6312643"/>
              <a:gd name="connsiteY1773" fmla="*/ 490330 h 1031629"/>
              <a:gd name="connsiteX1774" fmla="*/ 126519 w 6312643"/>
              <a:gd name="connsiteY1774" fmla="*/ 490301 h 1031629"/>
              <a:gd name="connsiteX1775" fmla="*/ 124760 w 6312643"/>
              <a:gd name="connsiteY1775" fmla="*/ 490419 h 1031629"/>
              <a:gd name="connsiteX1776" fmla="*/ 116735 w 6312643"/>
              <a:gd name="connsiteY1776" fmla="*/ 491009 h 1031629"/>
              <a:gd name="connsiteX1777" fmla="*/ 112338 w 6312643"/>
              <a:gd name="connsiteY1777" fmla="*/ 490950 h 1031629"/>
              <a:gd name="connsiteX1778" fmla="*/ 107903 w 6312643"/>
              <a:gd name="connsiteY1778" fmla="*/ 490862 h 1031629"/>
              <a:gd name="connsiteX1779" fmla="*/ 92037 w 6312643"/>
              <a:gd name="connsiteY1779" fmla="*/ 494169 h 1031629"/>
              <a:gd name="connsiteX1780" fmla="*/ 76793 w 6312643"/>
              <a:gd name="connsiteY1780" fmla="*/ 497209 h 1031629"/>
              <a:gd name="connsiteX1781" fmla="*/ 73496 w 6312643"/>
              <a:gd name="connsiteY1781" fmla="*/ 497180 h 1031629"/>
              <a:gd name="connsiteX1782" fmla="*/ 70124 w 6312643"/>
              <a:gd name="connsiteY1782" fmla="*/ 497150 h 1031629"/>
              <a:gd name="connsiteX1783" fmla="*/ 59608 w 6312643"/>
              <a:gd name="connsiteY1783" fmla="*/ 498272 h 1031629"/>
              <a:gd name="connsiteX1784" fmla="*/ 56713 w 6312643"/>
              <a:gd name="connsiteY1784" fmla="*/ 500367 h 1031629"/>
              <a:gd name="connsiteX1785" fmla="*/ 61734 w 6312643"/>
              <a:gd name="connsiteY1785" fmla="*/ 503911 h 1031629"/>
              <a:gd name="connsiteX1786" fmla="*/ 66057 w 6312643"/>
              <a:gd name="connsiteY1786" fmla="*/ 504088 h 1031629"/>
              <a:gd name="connsiteX1787" fmla="*/ 68989 w 6312643"/>
              <a:gd name="connsiteY1787" fmla="*/ 504058 h 1031629"/>
              <a:gd name="connsiteX1788" fmla="*/ 71993 w 6312643"/>
              <a:gd name="connsiteY1788" fmla="*/ 504029 h 1031629"/>
              <a:gd name="connsiteX1789" fmla="*/ 80202 w 6312643"/>
              <a:gd name="connsiteY1789" fmla="*/ 505003 h 1031629"/>
              <a:gd name="connsiteX1790" fmla="*/ 90168 w 6312643"/>
              <a:gd name="connsiteY1790" fmla="*/ 508310 h 1031629"/>
              <a:gd name="connsiteX1791" fmla="*/ 95958 w 6312643"/>
              <a:gd name="connsiteY1791" fmla="*/ 505593 h 1031629"/>
              <a:gd name="connsiteX1792" fmla="*/ 118530 w 6312643"/>
              <a:gd name="connsiteY1792" fmla="*/ 515897 h 1031629"/>
              <a:gd name="connsiteX1793" fmla="*/ 118897 w 6312643"/>
              <a:gd name="connsiteY1793" fmla="*/ 515955 h 1031629"/>
              <a:gd name="connsiteX1794" fmla="*/ 124393 w 6312643"/>
              <a:gd name="connsiteY1794" fmla="*/ 512797 h 1031629"/>
              <a:gd name="connsiteX1795" fmla="*/ 134104 w 6312643"/>
              <a:gd name="connsiteY1795" fmla="*/ 510494 h 1031629"/>
              <a:gd name="connsiteX1796" fmla="*/ 137878 w 6312643"/>
              <a:gd name="connsiteY1796" fmla="*/ 510612 h 1031629"/>
              <a:gd name="connsiteX1797" fmla="*/ 141652 w 6312643"/>
              <a:gd name="connsiteY1797" fmla="*/ 510731 h 1031629"/>
              <a:gd name="connsiteX1798" fmla="*/ 150429 w 6312643"/>
              <a:gd name="connsiteY1798" fmla="*/ 508114 h 1031629"/>
              <a:gd name="connsiteX1799" fmla="*/ 150557 w 6312643"/>
              <a:gd name="connsiteY1799" fmla="*/ 510464 h 1031629"/>
              <a:gd name="connsiteX1800" fmla="*/ 156887 w 6312643"/>
              <a:gd name="connsiteY1800" fmla="*/ 513844 h 1031629"/>
              <a:gd name="connsiteX1801" fmla="*/ 160295 w 6312643"/>
              <a:gd name="connsiteY1801" fmla="*/ 514907 h 1031629"/>
              <a:gd name="connsiteX1802" fmla="*/ 162897 w 6312643"/>
              <a:gd name="connsiteY1802" fmla="*/ 517239 h 1031629"/>
              <a:gd name="connsiteX1803" fmla="*/ 160808 w 6312643"/>
              <a:gd name="connsiteY1803" fmla="*/ 519217 h 1031629"/>
              <a:gd name="connsiteX1804" fmla="*/ 131530 w 6312643"/>
              <a:gd name="connsiteY1804" fmla="*/ 521343 h 1031629"/>
              <a:gd name="connsiteX1805" fmla="*/ 122992 w 6312643"/>
              <a:gd name="connsiteY1805" fmla="*/ 525771 h 1031629"/>
              <a:gd name="connsiteX1806" fmla="*/ 119328 w 6312643"/>
              <a:gd name="connsiteY1806" fmla="*/ 524177 h 1031629"/>
              <a:gd name="connsiteX1807" fmla="*/ 108335 w 6312643"/>
              <a:gd name="connsiteY1807" fmla="*/ 520900 h 1031629"/>
              <a:gd name="connsiteX1808" fmla="*/ 104561 w 6312643"/>
              <a:gd name="connsiteY1808" fmla="*/ 521018 h 1031629"/>
              <a:gd name="connsiteX1809" fmla="*/ 100787 w 6312643"/>
              <a:gd name="connsiteY1809" fmla="*/ 521135 h 1031629"/>
              <a:gd name="connsiteX1810" fmla="*/ 91076 w 6312643"/>
              <a:gd name="connsiteY1810" fmla="*/ 518833 h 1031629"/>
              <a:gd name="connsiteX1811" fmla="*/ 85579 w 6312643"/>
              <a:gd name="connsiteY1811" fmla="*/ 515674 h 1031629"/>
              <a:gd name="connsiteX1812" fmla="*/ 85213 w 6312643"/>
              <a:gd name="connsiteY1812" fmla="*/ 515734 h 1031629"/>
              <a:gd name="connsiteX1813" fmla="*/ 62641 w 6312643"/>
              <a:gd name="connsiteY1813" fmla="*/ 526036 h 1031629"/>
              <a:gd name="connsiteX1814" fmla="*/ 56851 w 6312643"/>
              <a:gd name="connsiteY1814" fmla="*/ 523321 h 1031629"/>
              <a:gd name="connsiteX1815" fmla="*/ 46884 w 6312643"/>
              <a:gd name="connsiteY1815" fmla="*/ 526627 h 1031629"/>
              <a:gd name="connsiteX1816" fmla="*/ 38676 w 6312643"/>
              <a:gd name="connsiteY1816" fmla="*/ 527601 h 1031629"/>
              <a:gd name="connsiteX1817" fmla="*/ 35672 w 6312643"/>
              <a:gd name="connsiteY1817" fmla="*/ 527571 h 1031629"/>
              <a:gd name="connsiteX1818" fmla="*/ 32740 w 6312643"/>
              <a:gd name="connsiteY1818" fmla="*/ 527542 h 1031629"/>
              <a:gd name="connsiteX1819" fmla="*/ 28416 w 6312643"/>
              <a:gd name="connsiteY1819" fmla="*/ 527720 h 1031629"/>
              <a:gd name="connsiteX1820" fmla="*/ 23396 w 6312643"/>
              <a:gd name="connsiteY1820" fmla="*/ 531262 h 1031629"/>
              <a:gd name="connsiteX1821" fmla="*/ 26291 w 6312643"/>
              <a:gd name="connsiteY1821" fmla="*/ 533358 h 1031629"/>
              <a:gd name="connsiteX1822" fmla="*/ 36807 w 6312643"/>
              <a:gd name="connsiteY1822" fmla="*/ 534480 h 1031629"/>
              <a:gd name="connsiteX1823" fmla="*/ 40178 w 6312643"/>
              <a:gd name="connsiteY1823" fmla="*/ 534451 h 1031629"/>
              <a:gd name="connsiteX1824" fmla="*/ 43476 w 6312643"/>
              <a:gd name="connsiteY1824" fmla="*/ 534420 h 1031629"/>
              <a:gd name="connsiteX1825" fmla="*/ 58720 w 6312643"/>
              <a:gd name="connsiteY1825" fmla="*/ 537462 h 1031629"/>
              <a:gd name="connsiteX1826" fmla="*/ 74586 w 6312643"/>
              <a:gd name="connsiteY1826" fmla="*/ 540768 h 1031629"/>
              <a:gd name="connsiteX1827" fmla="*/ 79020 w 6312643"/>
              <a:gd name="connsiteY1827" fmla="*/ 540679 h 1031629"/>
              <a:gd name="connsiteX1828" fmla="*/ 83418 w 6312643"/>
              <a:gd name="connsiteY1828" fmla="*/ 540620 h 1031629"/>
              <a:gd name="connsiteX1829" fmla="*/ 91443 w 6312643"/>
              <a:gd name="connsiteY1829" fmla="*/ 541211 h 1031629"/>
              <a:gd name="connsiteX1830" fmla="*/ 93202 w 6312643"/>
              <a:gd name="connsiteY1830" fmla="*/ 541328 h 1031629"/>
              <a:gd name="connsiteX1831" fmla="*/ 94558 w 6312643"/>
              <a:gd name="connsiteY1831" fmla="*/ 541299 h 1031629"/>
              <a:gd name="connsiteX1832" fmla="*/ 95876 w 6312643"/>
              <a:gd name="connsiteY1832" fmla="*/ 541270 h 1031629"/>
              <a:gd name="connsiteX1833" fmla="*/ 98735 w 6312643"/>
              <a:gd name="connsiteY1833" fmla="*/ 541890 h 1031629"/>
              <a:gd name="connsiteX1834" fmla="*/ 119988 w 6312643"/>
              <a:gd name="connsiteY1834" fmla="*/ 547942 h 1031629"/>
              <a:gd name="connsiteX1835" fmla="*/ 128745 w 6312643"/>
              <a:gd name="connsiteY1835" fmla="*/ 547617 h 1031629"/>
              <a:gd name="connsiteX1836" fmla="*/ 137393 w 6312643"/>
              <a:gd name="connsiteY1836" fmla="*/ 547293 h 1031629"/>
              <a:gd name="connsiteX1837" fmla="*/ 138273 w 6312643"/>
              <a:gd name="connsiteY1837" fmla="*/ 547293 h 1031629"/>
              <a:gd name="connsiteX1838" fmla="*/ 218582 w 6312643"/>
              <a:gd name="connsiteY1838" fmla="*/ 547836 h 1031629"/>
              <a:gd name="connsiteX1839" fmla="*/ 217601 w 6312643"/>
              <a:gd name="connsiteY1839" fmla="*/ 548889 h 1031629"/>
              <a:gd name="connsiteX1840" fmla="*/ 237368 w 6312643"/>
              <a:gd name="connsiteY1840" fmla="*/ 550311 h 1031629"/>
              <a:gd name="connsiteX1841" fmla="*/ 245012 w 6312643"/>
              <a:gd name="connsiteY1841" fmla="*/ 548015 h 1031629"/>
              <a:gd name="connsiteX1842" fmla="*/ 258215 w 6312643"/>
              <a:gd name="connsiteY1842" fmla="*/ 548104 h 1031629"/>
              <a:gd name="connsiteX1843" fmla="*/ 270657 w 6312643"/>
              <a:gd name="connsiteY1843" fmla="*/ 560205 h 1031629"/>
              <a:gd name="connsiteX1844" fmla="*/ 270501 w 6312643"/>
              <a:gd name="connsiteY1844" fmla="*/ 560608 h 1031629"/>
              <a:gd name="connsiteX1845" fmla="*/ 270708 w 6312643"/>
              <a:gd name="connsiteY1845" fmla="*/ 560604 h 1031629"/>
              <a:gd name="connsiteX1846" fmla="*/ 268686 w 6312643"/>
              <a:gd name="connsiteY1846" fmla="*/ 566422 h 1031629"/>
              <a:gd name="connsiteX1847" fmla="*/ 259819 w 6312643"/>
              <a:gd name="connsiteY1847" fmla="*/ 574600 h 1031629"/>
              <a:gd name="connsiteX1848" fmla="*/ 229954 w 6312643"/>
              <a:gd name="connsiteY1848" fmla="*/ 575220 h 1031629"/>
              <a:gd name="connsiteX1849" fmla="*/ 224824 w 6312643"/>
              <a:gd name="connsiteY1849" fmla="*/ 578910 h 1031629"/>
              <a:gd name="connsiteX1850" fmla="*/ 228342 w 6312643"/>
              <a:gd name="connsiteY1850" fmla="*/ 587502 h 1031629"/>
              <a:gd name="connsiteX1851" fmla="*/ 231384 w 6312643"/>
              <a:gd name="connsiteY1851" fmla="*/ 588387 h 1031629"/>
              <a:gd name="connsiteX1852" fmla="*/ 240911 w 6312643"/>
              <a:gd name="connsiteY1852" fmla="*/ 595118 h 1031629"/>
              <a:gd name="connsiteX1853" fmla="*/ 249156 w 6312643"/>
              <a:gd name="connsiteY1853" fmla="*/ 593613 h 1031629"/>
              <a:gd name="connsiteX1854" fmla="*/ 258353 w 6312643"/>
              <a:gd name="connsiteY1854" fmla="*/ 590748 h 1031629"/>
              <a:gd name="connsiteX1855" fmla="*/ 264509 w 6312643"/>
              <a:gd name="connsiteY1855" fmla="*/ 593937 h 1031629"/>
              <a:gd name="connsiteX1856" fmla="*/ 276272 w 6312643"/>
              <a:gd name="connsiteY1856" fmla="*/ 601583 h 1031629"/>
              <a:gd name="connsiteX1857" fmla="*/ 276272 w 6312643"/>
              <a:gd name="connsiteY1857" fmla="*/ 608314 h 1031629"/>
              <a:gd name="connsiteX1858" fmla="*/ 264472 w 6312643"/>
              <a:gd name="connsiteY1858" fmla="*/ 615872 h 1031629"/>
              <a:gd name="connsiteX1859" fmla="*/ 247218 w 6312643"/>
              <a:gd name="connsiteY1859" fmla="*/ 625010 h 1031629"/>
              <a:gd name="connsiteX1860" fmla="*/ 221929 w 6312643"/>
              <a:gd name="connsiteY1860" fmla="*/ 624741 h 1031629"/>
              <a:gd name="connsiteX1861" fmla="*/ 212512 w 6312643"/>
              <a:gd name="connsiteY1861" fmla="*/ 622072 h 1031629"/>
              <a:gd name="connsiteX1862" fmla="*/ 209910 w 6312643"/>
              <a:gd name="connsiteY1862" fmla="*/ 622603 h 1031629"/>
              <a:gd name="connsiteX1863" fmla="*/ 209137 w 6312643"/>
              <a:gd name="connsiteY1863" fmla="*/ 622818 h 1031629"/>
              <a:gd name="connsiteX1864" fmla="*/ 203910 w 6312643"/>
              <a:gd name="connsiteY1864" fmla="*/ 620759 h 1031629"/>
              <a:gd name="connsiteX1865" fmla="*/ 197790 w 6312643"/>
              <a:gd name="connsiteY1865" fmla="*/ 619696 h 1031629"/>
              <a:gd name="connsiteX1866" fmla="*/ 183499 w 6312643"/>
              <a:gd name="connsiteY1866" fmla="*/ 628641 h 1031629"/>
              <a:gd name="connsiteX1867" fmla="*/ 183154 w 6312643"/>
              <a:gd name="connsiteY1867" fmla="*/ 629207 h 1031629"/>
              <a:gd name="connsiteX1868" fmla="*/ 174843 w 6312643"/>
              <a:gd name="connsiteY1868" fmla="*/ 630781 h 1031629"/>
              <a:gd name="connsiteX1869" fmla="*/ 172681 w 6312643"/>
              <a:gd name="connsiteY1869" fmla="*/ 636390 h 1031629"/>
              <a:gd name="connsiteX1870" fmla="*/ 176046 w 6312643"/>
              <a:gd name="connsiteY1870" fmla="*/ 640854 h 1031629"/>
              <a:gd name="connsiteX1871" fmla="*/ 175617 w 6312643"/>
              <a:gd name="connsiteY1871" fmla="*/ 641557 h 1031629"/>
              <a:gd name="connsiteX1872" fmla="*/ 165727 w 6312643"/>
              <a:gd name="connsiteY1872" fmla="*/ 645970 h 1031629"/>
              <a:gd name="connsiteX1873" fmla="*/ 156823 w 6312643"/>
              <a:gd name="connsiteY1873" fmla="*/ 643639 h 1031629"/>
              <a:gd name="connsiteX1874" fmla="*/ 129047 w 6312643"/>
              <a:gd name="connsiteY1874" fmla="*/ 635609 h 1031629"/>
              <a:gd name="connsiteX1875" fmla="*/ 90865 w 6312643"/>
              <a:gd name="connsiteY1875" fmla="*/ 625630 h 1031629"/>
              <a:gd name="connsiteX1876" fmla="*/ 83316 w 6312643"/>
              <a:gd name="connsiteY1876" fmla="*/ 624419 h 1031629"/>
              <a:gd name="connsiteX1877" fmla="*/ 68696 w 6312643"/>
              <a:gd name="connsiteY1877" fmla="*/ 625305 h 1031629"/>
              <a:gd name="connsiteX1878" fmla="*/ 38831 w 6312643"/>
              <a:gd name="connsiteY1878" fmla="*/ 636671 h 1031629"/>
              <a:gd name="connsiteX1879" fmla="*/ 38172 w 6312643"/>
              <a:gd name="connsiteY1879" fmla="*/ 653587 h 1031629"/>
              <a:gd name="connsiteX1880" fmla="*/ 57373 w 6312643"/>
              <a:gd name="connsiteY1880" fmla="*/ 662858 h 1031629"/>
              <a:gd name="connsiteX1881" fmla="*/ 58325 w 6312643"/>
              <a:gd name="connsiteY1881" fmla="*/ 662975 h 1031629"/>
              <a:gd name="connsiteX1882" fmla="*/ 63822 w 6312643"/>
              <a:gd name="connsiteY1882" fmla="*/ 661263 h 1031629"/>
              <a:gd name="connsiteX1883" fmla="*/ 68915 w 6312643"/>
              <a:gd name="connsiteY1883" fmla="*/ 659550 h 1031629"/>
              <a:gd name="connsiteX1884" fmla="*/ 69905 w 6312643"/>
              <a:gd name="connsiteY1884" fmla="*/ 659786 h 1031629"/>
              <a:gd name="connsiteX1885" fmla="*/ 118530 w 6312643"/>
              <a:gd name="connsiteY1885" fmla="*/ 672806 h 1031629"/>
              <a:gd name="connsiteX1886" fmla="*/ 117614 w 6312643"/>
              <a:gd name="connsiteY1886" fmla="*/ 680776 h 1031629"/>
              <a:gd name="connsiteX1887" fmla="*/ 121682 w 6312643"/>
              <a:gd name="connsiteY1887" fmla="*/ 685825 h 1031629"/>
              <a:gd name="connsiteX1888" fmla="*/ 123953 w 6312643"/>
              <a:gd name="connsiteY1888" fmla="*/ 685353 h 1031629"/>
              <a:gd name="connsiteX1889" fmla="*/ 134324 w 6312643"/>
              <a:gd name="connsiteY1889" fmla="*/ 681544 h 1031629"/>
              <a:gd name="connsiteX1890" fmla="*/ 141762 w 6312643"/>
              <a:gd name="connsiteY1890" fmla="*/ 685854 h 1031629"/>
              <a:gd name="connsiteX1891" fmla="*/ 157079 w 6312643"/>
              <a:gd name="connsiteY1891" fmla="*/ 694150 h 1031629"/>
              <a:gd name="connsiteX1892" fmla="*/ 155320 w 6312643"/>
              <a:gd name="connsiteY1892" fmla="*/ 698579 h 1031629"/>
              <a:gd name="connsiteX1893" fmla="*/ 144474 w 6312643"/>
              <a:gd name="connsiteY1893" fmla="*/ 709561 h 1031629"/>
              <a:gd name="connsiteX1894" fmla="*/ 145021 w 6312643"/>
              <a:gd name="connsiteY1894" fmla="*/ 722743 h 1031629"/>
              <a:gd name="connsiteX1895" fmla="*/ 142451 w 6312643"/>
              <a:gd name="connsiteY1895" fmla="*/ 722653 h 1031629"/>
              <a:gd name="connsiteX1896" fmla="*/ 109178 w 6312643"/>
              <a:gd name="connsiteY1896" fmla="*/ 729886 h 1031629"/>
              <a:gd name="connsiteX1897" fmla="*/ 105294 w 6312643"/>
              <a:gd name="connsiteY1897" fmla="*/ 738299 h 1031629"/>
              <a:gd name="connsiteX1898" fmla="*/ 110204 w 6312643"/>
              <a:gd name="connsiteY1898" fmla="*/ 742196 h 1031629"/>
              <a:gd name="connsiteX1899" fmla="*/ 111194 w 6312643"/>
              <a:gd name="connsiteY1899" fmla="*/ 742196 h 1031629"/>
              <a:gd name="connsiteX1900" fmla="*/ 130761 w 6312643"/>
              <a:gd name="connsiteY1900" fmla="*/ 748071 h 1031629"/>
              <a:gd name="connsiteX1901" fmla="*/ 133875 w 6312643"/>
              <a:gd name="connsiteY1901" fmla="*/ 749015 h 1031629"/>
              <a:gd name="connsiteX1902" fmla="*/ 140251 w 6312643"/>
              <a:gd name="connsiteY1902" fmla="*/ 747156 h 1031629"/>
              <a:gd name="connsiteX1903" fmla="*/ 146921 w 6312643"/>
              <a:gd name="connsiteY1903" fmla="*/ 745296 h 1031629"/>
              <a:gd name="connsiteX1904" fmla="*/ 153223 w 6312643"/>
              <a:gd name="connsiteY1904" fmla="*/ 748809 h 1031629"/>
              <a:gd name="connsiteX1905" fmla="*/ 191552 w 6312643"/>
              <a:gd name="connsiteY1905" fmla="*/ 740690 h 1031629"/>
              <a:gd name="connsiteX1906" fmla="*/ 222735 w 6312643"/>
              <a:gd name="connsiteY1906" fmla="*/ 735524 h 1031629"/>
              <a:gd name="connsiteX1907" fmla="*/ 257107 w 6312643"/>
              <a:gd name="connsiteY1907" fmla="*/ 737414 h 1031629"/>
              <a:gd name="connsiteX1908" fmla="*/ 261285 w 6312643"/>
              <a:gd name="connsiteY1908" fmla="*/ 745680 h 1031629"/>
              <a:gd name="connsiteX1909" fmla="*/ 258646 w 6312643"/>
              <a:gd name="connsiteY1909" fmla="*/ 754743 h 1031629"/>
              <a:gd name="connsiteX1910" fmla="*/ 232263 w 6312643"/>
              <a:gd name="connsiteY1910" fmla="*/ 760145 h 1031629"/>
              <a:gd name="connsiteX1911" fmla="*/ 228599 w 6312643"/>
              <a:gd name="connsiteY1911" fmla="*/ 758345 h 1031629"/>
              <a:gd name="connsiteX1912" fmla="*/ 223652 w 6312643"/>
              <a:gd name="connsiteY1912" fmla="*/ 759732 h 1031629"/>
              <a:gd name="connsiteX1913" fmla="*/ 218705 w 6312643"/>
              <a:gd name="connsiteY1913" fmla="*/ 761120 h 1031629"/>
              <a:gd name="connsiteX1914" fmla="*/ 214197 w 6312643"/>
              <a:gd name="connsiteY1914" fmla="*/ 758138 h 1031629"/>
              <a:gd name="connsiteX1915" fmla="*/ 190783 w 6312643"/>
              <a:gd name="connsiteY1915" fmla="*/ 764338 h 1031629"/>
              <a:gd name="connsiteX1916" fmla="*/ 188145 w 6312643"/>
              <a:gd name="connsiteY1916" fmla="*/ 766493 h 1031629"/>
              <a:gd name="connsiteX1917" fmla="*/ 190966 w 6312643"/>
              <a:gd name="connsiteY1917" fmla="*/ 768648 h 1031629"/>
              <a:gd name="connsiteX1918" fmla="*/ 198038 w 6312643"/>
              <a:gd name="connsiteY1918" fmla="*/ 769918 h 1031629"/>
              <a:gd name="connsiteX1919" fmla="*/ 204377 w 6312643"/>
              <a:gd name="connsiteY1919" fmla="*/ 778774 h 1031629"/>
              <a:gd name="connsiteX1920" fmla="*/ 210753 w 6312643"/>
              <a:gd name="connsiteY1920" fmla="*/ 782877 h 1031629"/>
              <a:gd name="connsiteX1921" fmla="*/ 288070 w 6312643"/>
              <a:gd name="connsiteY1921" fmla="*/ 783088 h 1031629"/>
              <a:gd name="connsiteX1922" fmla="*/ 284682 w 6312643"/>
              <a:gd name="connsiteY1922" fmla="*/ 787550 h 1031629"/>
              <a:gd name="connsiteX1923" fmla="*/ 287693 w 6312643"/>
              <a:gd name="connsiteY1923" fmla="*/ 795022 h 1031629"/>
              <a:gd name="connsiteX1924" fmla="*/ 272822 w 6312643"/>
              <a:gd name="connsiteY1924" fmla="*/ 797413 h 1031629"/>
              <a:gd name="connsiteX1925" fmla="*/ 322081 w 6312643"/>
              <a:gd name="connsiteY1925" fmla="*/ 811551 h 1031629"/>
              <a:gd name="connsiteX1926" fmla="*/ 286941 w 6312643"/>
              <a:gd name="connsiteY1926" fmla="*/ 830606 h 1031629"/>
              <a:gd name="connsiteX1927" fmla="*/ 287179 w 6312643"/>
              <a:gd name="connsiteY1927" fmla="*/ 830884 h 1031629"/>
              <a:gd name="connsiteX1928" fmla="*/ 287318 w 6312643"/>
              <a:gd name="connsiteY1928" fmla="*/ 830632 h 1031629"/>
              <a:gd name="connsiteX1929" fmla="*/ 287631 w 6312643"/>
              <a:gd name="connsiteY1929" fmla="*/ 831412 h 1031629"/>
              <a:gd name="connsiteX1930" fmla="*/ 287179 w 6312643"/>
              <a:gd name="connsiteY1930" fmla="*/ 830884 h 1031629"/>
              <a:gd name="connsiteX1931" fmla="*/ 282752 w 6312643"/>
              <a:gd name="connsiteY1931" fmla="*/ 838907 h 1031629"/>
              <a:gd name="connsiteX1932" fmla="*/ 290837 w 6312643"/>
              <a:gd name="connsiteY1932" fmla="*/ 846364 h 1031629"/>
              <a:gd name="connsiteX1933" fmla="*/ 290831 w 6312643"/>
              <a:gd name="connsiteY1933" fmla="*/ 846328 h 1031629"/>
              <a:gd name="connsiteX1934" fmla="*/ 291907 w 6312643"/>
              <a:gd name="connsiteY1934" fmla="*/ 845950 h 1031629"/>
              <a:gd name="connsiteX1935" fmla="*/ 296604 w 6312643"/>
              <a:gd name="connsiteY1935" fmla="*/ 841275 h 1031629"/>
              <a:gd name="connsiteX1936" fmla="*/ 298330 w 6312643"/>
              <a:gd name="connsiteY1936" fmla="*/ 843695 h 1031629"/>
              <a:gd name="connsiteX1937" fmla="*/ 291907 w 6312643"/>
              <a:gd name="connsiteY1937" fmla="*/ 845950 h 1031629"/>
              <a:gd name="connsiteX1938" fmla="*/ 291177 w 6312643"/>
              <a:gd name="connsiteY1938" fmla="*/ 846677 h 1031629"/>
              <a:gd name="connsiteX1939" fmla="*/ 290837 w 6312643"/>
              <a:gd name="connsiteY1939" fmla="*/ 846364 h 1031629"/>
              <a:gd name="connsiteX1940" fmla="*/ 292180 w 6312643"/>
              <a:gd name="connsiteY1940" fmla="*/ 854522 h 1031629"/>
              <a:gd name="connsiteX1941" fmla="*/ 278846 w 6312643"/>
              <a:gd name="connsiteY1941" fmla="*/ 862858 h 1031629"/>
              <a:gd name="connsiteX1942" fmla="*/ 327478 w 6312643"/>
              <a:gd name="connsiteY1942" fmla="*/ 880031 h 1031629"/>
              <a:gd name="connsiteX1943" fmla="*/ 294251 w 6312643"/>
              <a:gd name="connsiteY1943" fmla="*/ 891051 h 1031629"/>
              <a:gd name="connsiteX1944" fmla="*/ 304354 w 6312643"/>
              <a:gd name="connsiteY1944" fmla="*/ 898522 h 1031629"/>
              <a:gd name="connsiteX1945" fmla="*/ 396974 w 6312643"/>
              <a:gd name="connsiteY1945" fmla="*/ 910401 h 1031629"/>
              <a:gd name="connsiteX1946" fmla="*/ 393240 w 6312643"/>
              <a:gd name="connsiteY1946" fmla="*/ 918115 h 1031629"/>
              <a:gd name="connsiteX1947" fmla="*/ 437636 w 6312643"/>
              <a:gd name="connsiteY1947" fmla="*/ 911261 h 1031629"/>
              <a:gd name="connsiteX1948" fmla="*/ 462823 w 6312643"/>
              <a:gd name="connsiteY1948" fmla="*/ 914177 h 1031629"/>
              <a:gd name="connsiteX1949" fmla="*/ 497532 w 6312643"/>
              <a:gd name="connsiteY1949" fmla="*/ 914162 h 1031629"/>
              <a:gd name="connsiteX1950" fmla="*/ 498110 w 6312643"/>
              <a:gd name="connsiteY1950" fmla="*/ 918826 h 1031629"/>
              <a:gd name="connsiteX1951" fmla="*/ 508187 w 6312643"/>
              <a:gd name="connsiteY1951" fmla="*/ 924524 h 1031629"/>
              <a:gd name="connsiteX1952" fmla="*/ 513793 w 6312643"/>
              <a:gd name="connsiteY1952" fmla="*/ 922487 h 1031629"/>
              <a:gd name="connsiteX1953" fmla="*/ 526472 w 6312643"/>
              <a:gd name="connsiteY1953" fmla="*/ 917261 h 1031629"/>
              <a:gd name="connsiteX1954" fmla="*/ 530723 w 6312643"/>
              <a:gd name="connsiteY1954" fmla="*/ 918295 h 1031629"/>
              <a:gd name="connsiteX1955" fmla="*/ 569822 w 6312643"/>
              <a:gd name="connsiteY1955" fmla="*/ 924819 h 1031629"/>
              <a:gd name="connsiteX1956" fmla="*/ 573779 w 6312643"/>
              <a:gd name="connsiteY1956" fmla="*/ 928628 h 1031629"/>
              <a:gd name="connsiteX1957" fmla="*/ 570957 w 6312643"/>
              <a:gd name="connsiteY1957" fmla="*/ 930723 h 1031629"/>
              <a:gd name="connsiteX1958" fmla="*/ 541789 w 6312643"/>
              <a:gd name="connsiteY1958" fmla="*/ 932553 h 1031629"/>
              <a:gd name="connsiteX1959" fmla="*/ 539224 w 6312643"/>
              <a:gd name="connsiteY1959" fmla="*/ 934620 h 1031629"/>
              <a:gd name="connsiteX1960" fmla="*/ 542192 w 6312643"/>
              <a:gd name="connsiteY1960" fmla="*/ 936598 h 1031629"/>
              <a:gd name="connsiteX1961" fmla="*/ 564801 w 6312643"/>
              <a:gd name="connsiteY1961" fmla="*/ 938104 h 1031629"/>
              <a:gd name="connsiteX1962" fmla="*/ 585175 w 6312643"/>
              <a:gd name="connsiteY1962" fmla="*/ 933233 h 1031629"/>
              <a:gd name="connsiteX1963" fmla="*/ 590891 w 6312643"/>
              <a:gd name="connsiteY1963" fmla="*/ 934827 h 1031629"/>
              <a:gd name="connsiteX1964" fmla="*/ 598256 w 6312643"/>
              <a:gd name="connsiteY1964" fmla="*/ 937662 h 1031629"/>
              <a:gd name="connsiteX1965" fmla="*/ 607308 w 6312643"/>
              <a:gd name="connsiteY1965" fmla="*/ 933971 h 1031629"/>
              <a:gd name="connsiteX1966" fmla="*/ 613500 w 6312643"/>
              <a:gd name="connsiteY1966" fmla="*/ 931697 h 1031629"/>
              <a:gd name="connsiteX1967" fmla="*/ 619180 w 6312643"/>
              <a:gd name="connsiteY1967" fmla="*/ 935801 h 1031629"/>
              <a:gd name="connsiteX1968" fmla="*/ 624493 w 6312643"/>
              <a:gd name="connsiteY1968" fmla="*/ 942090 h 1031629"/>
              <a:gd name="connsiteX1969" fmla="*/ 631198 w 6312643"/>
              <a:gd name="connsiteY1969" fmla="*/ 940111 h 1031629"/>
              <a:gd name="connsiteX1970" fmla="*/ 639737 w 6312643"/>
              <a:gd name="connsiteY1970" fmla="*/ 937602 h 1031629"/>
              <a:gd name="connsiteX1971" fmla="*/ 650656 w 6312643"/>
              <a:gd name="connsiteY1971" fmla="*/ 946695 h 1031629"/>
              <a:gd name="connsiteX1972" fmla="*/ 654504 w 6312643"/>
              <a:gd name="connsiteY1972" fmla="*/ 949115 h 1031629"/>
              <a:gd name="connsiteX1973" fmla="*/ 658901 w 6312643"/>
              <a:gd name="connsiteY1973" fmla="*/ 946871 h 1031629"/>
              <a:gd name="connsiteX1974" fmla="*/ 669857 w 6312643"/>
              <a:gd name="connsiteY1974" fmla="*/ 940082 h 1031629"/>
              <a:gd name="connsiteX1975" fmla="*/ 676747 w 6312643"/>
              <a:gd name="connsiteY1975" fmla="*/ 943270 h 1031629"/>
              <a:gd name="connsiteX1976" fmla="*/ 683708 w 6312643"/>
              <a:gd name="connsiteY1976" fmla="*/ 943477 h 1031629"/>
              <a:gd name="connsiteX1977" fmla="*/ 706904 w 6312643"/>
              <a:gd name="connsiteY1977" fmla="*/ 937690 h 1031629"/>
              <a:gd name="connsiteX1978" fmla="*/ 722294 w 6312643"/>
              <a:gd name="connsiteY1978" fmla="*/ 938753 h 1031629"/>
              <a:gd name="connsiteX1979" fmla="*/ 737721 w 6312643"/>
              <a:gd name="connsiteY1979" fmla="*/ 939817 h 1031629"/>
              <a:gd name="connsiteX1980" fmla="*/ 746332 w 6312643"/>
              <a:gd name="connsiteY1980" fmla="*/ 943565 h 1031629"/>
              <a:gd name="connsiteX1981" fmla="*/ 760660 w 6312643"/>
              <a:gd name="connsiteY1981" fmla="*/ 938251 h 1031629"/>
              <a:gd name="connsiteX1982" fmla="*/ 764215 w 6312643"/>
              <a:gd name="connsiteY1982" fmla="*/ 937513 h 1031629"/>
              <a:gd name="connsiteX1983" fmla="*/ 777845 w 6312643"/>
              <a:gd name="connsiteY1983" fmla="*/ 945750 h 1031629"/>
              <a:gd name="connsiteX1984" fmla="*/ 789975 w 6312643"/>
              <a:gd name="connsiteY1984" fmla="*/ 957500 h 1031629"/>
              <a:gd name="connsiteX1985" fmla="*/ 821671 w 6312643"/>
              <a:gd name="connsiteY1985" fmla="*/ 963966 h 1031629"/>
              <a:gd name="connsiteX1986" fmla="*/ 822367 w 6312643"/>
              <a:gd name="connsiteY1986" fmla="*/ 964142 h 1031629"/>
              <a:gd name="connsiteX1987" fmla="*/ 831345 w 6312643"/>
              <a:gd name="connsiteY1987" fmla="*/ 960718 h 1031629"/>
              <a:gd name="connsiteX1988" fmla="*/ 844793 w 6312643"/>
              <a:gd name="connsiteY1988" fmla="*/ 957855 h 1031629"/>
              <a:gd name="connsiteX1989" fmla="*/ 851315 w 6312643"/>
              <a:gd name="connsiteY1989" fmla="*/ 951566 h 1031629"/>
              <a:gd name="connsiteX1990" fmla="*/ 864287 w 6312643"/>
              <a:gd name="connsiteY1990" fmla="*/ 950975 h 1031629"/>
              <a:gd name="connsiteX1991" fmla="*/ 907489 w 6312643"/>
              <a:gd name="connsiteY1991" fmla="*/ 962725 h 1031629"/>
              <a:gd name="connsiteX1992" fmla="*/ 912802 w 6312643"/>
              <a:gd name="connsiteY1992" fmla="*/ 964615 h 1031629"/>
              <a:gd name="connsiteX1993" fmla="*/ 920278 w 6312643"/>
              <a:gd name="connsiteY1993" fmla="*/ 956732 h 1031629"/>
              <a:gd name="connsiteX1994" fmla="*/ 926398 w 6312643"/>
              <a:gd name="connsiteY1994" fmla="*/ 951861 h 1031629"/>
              <a:gd name="connsiteX1995" fmla="*/ 928522 w 6312643"/>
              <a:gd name="connsiteY1995" fmla="*/ 952157 h 1031629"/>
              <a:gd name="connsiteX1996" fmla="*/ 945196 w 6312643"/>
              <a:gd name="connsiteY1996" fmla="*/ 958534 h 1031629"/>
              <a:gd name="connsiteX1997" fmla="*/ 946405 w 6312643"/>
              <a:gd name="connsiteY1997" fmla="*/ 963227 h 1031629"/>
              <a:gd name="connsiteX1998" fmla="*/ 933396 w 6312643"/>
              <a:gd name="connsiteY1998" fmla="*/ 968955 h 1031629"/>
              <a:gd name="connsiteX1999" fmla="*/ 920681 w 6312643"/>
              <a:gd name="connsiteY1999" fmla="*/ 974829 h 1031629"/>
              <a:gd name="connsiteX2000" fmla="*/ 930795 w 6312643"/>
              <a:gd name="connsiteY2000" fmla="*/ 978136 h 1031629"/>
              <a:gd name="connsiteX2001" fmla="*/ 931601 w 6312643"/>
              <a:gd name="connsiteY2001" fmla="*/ 978136 h 1031629"/>
              <a:gd name="connsiteX2002" fmla="*/ 932407 w 6312643"/>
              <a:gd name="connsiteY2002" fmla="*/ 978136 h 1031629"/>
              <a:gd name="connsiteX2003" fmla="*/ 934275 w 6312643"/>
              <a:gd name="connsiteY2003" fmla="*/ 978165 h 1031629"/>
              <a:gd name="connsiteX2004" fmla="*/ 942337 w 6312643"/>
              <a:gd name="connsiteY2004" fmla="*/ 983657 h 1031629"/>
              <a:gd name="connsiteX2005" fmla="*/ 951168 w 6312643"/>
              <a:gd name="connsiteY2005" fmla="*/ 991361 h 1031629"/>
              <a:gd name="connsiteX2006" fmla="*/ 956445 w 6312643"/>
              <a:gd name="connsiteY2006" fmla="*/ 985782 h 1031629"/>
              <a:gd name="connsiteX2007" fmla="*/ 991475 w 6312643"/>
              <a:gd name="connsiteY2007" fmla="*/ 964969 h 1031629"/>
              <a:gd name="connsiteX2008" fmla="*/ 992502 w 6312643"/>
              <a:gd name="connsiteY2008" fmla="*/ 964851 h 1031629"/>
              <a:gd name="connsiteX2009" fmla="*/ 1001187 w 6312643"/>
              <a:gd name="connsiteY2009" fmla="*/ 968482 h 1031629"/>
              <a:gd name="connsiteX2010" fmla="*/ 995140 w 6312643"/>
              <a:gd name="connsiteY2010" fmla="*/ 978283 h 1031629"/>
              <a:gd name="connsiteX2011" fmla="*/ 988654 w 6312643"/>
              <a:gd name="connsiteY2011" fmla="*/ 981147 h 1031629"/>
              <a:gd name="connsiteX2012" fmla="*/ 989717 w 6312643"/>
              <a:gd name="connsiteY2012" fmla="*/ 989797 h 1031629"/>
              <a:gd name="connsiteX2013" fmla="*/ 1022696 w 6312643"/>
              <a:gd name="connsiteY2013" fmla="*/ 998211 h 1031629"/>
              <a:gd name="connsiteX2014" fmla="*/ 1035448 w 6312643"/>
              <a:gd name="connsiteY2014" fmla="*/ 996824 h 1031629"/>
              <a:gd name="connsiteX2015" fmla="*/ 1038928 w 6312643"/>
              <a:gd name="connsiteY2015" fmla="*/ 991745 h 1031629"/>
              <a:gd name="connsiteX2016" fmla="*/ 1036144 w 6312643"/>
              <a:gd name="connsiteY2016" fmla="*/ 986372 h 1031629"/>
              <a:gd name="connsiteX2017" fmla="*/ 1017896 w 6312643"/>
              <a:gd name="connsiteY2017" fmla="*/ 984689 h 1031629"/>
              <a:gd name="connsiteX2018" fmla="*/ 1010383 w 6312643"/>
              <a:gd name="connsiteY2018" fmla="*/ 979346 h 1031629"/>
              <a:gd name="connsiteX2019" fmla="*/ 1014671 w 6312643"/>
              <a:gd name="connsiteY2019" fmla="*/ 970814 h 1031629"/>
              <a:gd name="connsiteX2020" fmla="*/ 1047467 w 6312643"/>
              <a:gd name="connsiteY2020" fmla="*/ 958031 h 1031629"/>
              <a:gd name="connsiteX2021" fmla="*/ 1052743 w 6312643"/>
              <a:gd name="connsiteY2021" fmla="*/ 957943 h 1031629"/>
              <a:gd name="connsiteX2022" fmla="*/ 1054539 w 6312643"/>
              <a:gd name="connsiteY2022" fmla="*/ 957943 h 1031629"/>
              <a:gd name="connsiteX2023" fmla="*/ 1056151 w 6312643"/>
              <a:gd name="connsiteY2023" fmla="*/ 957943 h 1031629"/>
              <a:gd name="connsiteX2024" fmla="*/ 1082828 w 6312643"/>
              <a:gd name="connsiteY2024" fmla="*/ 951920 h 1031629"/>
              <a:gd name="connsiteX2025" fmla="*/ 1083707 w 6312643"/>
              <a:gd name="connsiteY2025" fmla="*/ 951714 h 1031629"/>
              <a:gd name="connsiteX2026" fmla="*/ 1089497 w 6312643"/>
              <a:gd name="connsiteY2026" fmla="*/ 953219 h 1031629"/>
              <a:gd name="connsiteX2027" fmla="*/ 1087481 w 6312643"/>
              <a:gd name="connsiteY2027" fmla="*/ 958622 h 1031629"/>
              <a:gd name="connsiteX2028" fmla="*/ 1073777 w 6312643"/>
              <a:gd name="connsiteY2028" fmla="*/ 972409 h 1031629"/>
              <a:gd name="connsiteX2029" fmla="*/ 1065349 w 6312643"/>
              <a:gd name="connsiteY2029" fmla="*/ 978637 h 1031629"/>
              <a:gd name="connsiteX2030" fmla="*/ 1063407 w 6312643"/>
              <a:gd name="connsiteY2030" fmla="*/ 981324 h 1031629"/>
              <a:gd name="connsiteX2031" fmla="*/ 1068573 w 6312643"/>
              <a:gd name="connsiteY2031" fmla="*/ 984807 h 1031629"/>
              <a:gd name="connsiteX2032" fmla="*/ 1072751 w 6312643"/>
              <a:gd name="connsiteY2032" fmla="*/ 985517 h 1031629"/>
              <a:gd name="connsiteX2033" fmla="*/ 1091622 w 6312643"/>
              <a:gd name="connsiteY2033" fmla="*/ 978519 h 1031629"/>
              <a:gd name="connsiteX2034" fmla="*/ 1100820 w 6312643"/>
              <a:gd name="connsiteY2034" fmla="*/ 991155 h 1031629"/>
              <a:gd name="connsiteX2035" fmla="*/ 1102249 w 6312643"/>
              <a:gd name="connsiteY2035" fmla="*/ 991096 h 1031629"/>
              <a:gd name="connsiteX2036" fmla="*/ 1105950 w 6312643"/>
              <a:gd name="connsiteY2036" fmla="*/ 990889 h 1031629"/>
              <a:gd name="connsiteX2037" fmla="*/ 1109430 w 6312643"/>
              <a:gd name="connsiteY2037" fmla="*/ 991686 h 1031629"/>
              <a:gd name="connsiteX2038" fmla="*/ 1118116 w 6312643"/>
              <a:gd name="connsiteY2038" fmla="*/ 995908 h 1031629"/>
              <a:gd name="connsiteX2039" fmla="*/ 1126983 w 6312643"/>
              <a:gd name="connsiteY2039" fmla="*/ 990388 h 1031629"/>
              <a:gd name="connsiteX2040" fmla="*/ 1132809 w 6312643"/>
              <a:gd name="connsiteY2040" fmla="*/ 986904 h 1031629"/>
              <a:gd name="connsiteX2041" fmla="*/ 1138782 w 6312643"/>
              <a:gd name="connsiteY2041" fmla="*/ 989531 h 1031629"/>
              <a:gd name="connsiteX2042" fmla="*/ 1143253 w 6312643"/>
              <a:gd name="connsiteY2042" fmla="*/ 991243 h 1031629"/>
              <a:gd name="connsiteX2043" fmla="*/ 1151827 w 6312643"/>
              <a:gd name="connsiteY2043" fmla="*/ 988085 h 1031629"/>
              <a:gd name="connsiteX2044" fmla="*/ 1167218 w 6312643"/>
              <a:gd name="connsiteY2044" fmla="*/ 984395 h 1031629"/>
              <a:gd name="connsiteX2045" fmla="*/ 1182717 w 6312643"/>
              <a:gd name="connsiteY2045" fmla="*/ 988645 h 1031629"/>
              <a:gd name="connsiteX2046" fmla="*/ 1201002 w 6312643"/>
              <a:gd name="connsiteY2046" fmla="*/ 995229 h 1031629"/>
              <a:gd name="connsiteX2047" fmla="*/ 1211446 w 6312643"/>
              <a:gd name="connsiteY2047" fmla="*/ 992128 h 1031629"/>
              <a:gd name="connsiteX2048" fmla="*/ 1212215 w 6312643"/>
              <a:gd name="connsiteY2048" fmla="*/ 991952 h 1031629"/>
              <a:gd name="connsiteX2049" fmla="*/ 1217858 w 6312643"/>
              <a:gd name="connsiteY2049" fmla="*/ 994136 h 1031629"/>
              <a:gd name="connsiteX2050" fmla="*/ 1233908 w 6312643"/>
              <a:gd name="connsiteY2050" fmla="*/ 998860 h 1031629"/>
              <a:gd name="connsiteX2051" fmla="*/ 1248859 w 6312643"/>
              <a:gd name="connsiteY2051" fmla="*/ 994904 h 1031629"/>
              <a:gd name="connsiteX2052" fmla="*/ 1265458 w 6312643"/>
              <a:gd name="connsiteY2052" fmla="*/ 991480 h 1031629"/>
              <a:gd name="connsiteX2053" fmla="*/ 1271724 w 6312643"/>
              <a:gd name="connsiteY2053" fmla="*/ 991627 h 1031629"/>
              <a:gd name="connsiteX2054" fmla="*/ 1277990 w 6312643"/>
              <a:gd name="connsiteY2054" fmla="*/ 991774 h 1031629"/>
              <a:gd name="connsiteX2055" fmla="*/ 1297778 w 6312643"/>
              <a:gd name="connsiteY2055" fmla="*/ 985988 h 1031629"/>
              <a:gd name="connsiteX2056" fmla="*/ 1308954 w 6312643"/>
              <a:gd name="connsiteY2056" fmla="*/ 997974 h 1031629"/>
              <a:gd name="connsiteX2057" fmla="*/ 1316025 w 6312643"/>
              <a:gd name="connsiteY2057" fmla="*/ 998448 h 1031629"/>
              <a:gd name="connsiteX2058" fmla="*/ 1319360 w 6312643"/>
              <a:gd name="connsiteY2058" fmla="*/ 998505 h 1031629"/>
              <a:gd name="connsiteX2059" fmla="*/ 1338012 w 6312643"/>
              <a:gd name="connsiteY2059" fmla="*/ 998240 h 1031629"/>
              <a:gd name="connsiteX2060" fmla="*/ 1340064 w 6312643"/>
              <a:gd name="connsiteY2060" fmla="*/ 998240 h 1031629"/>
              <a:gd name="connsiteX2061" fmla="*/ 1349005 w 6312643"/>
              <a:gd name="connsiteY2061" fmla="*/ 998948 h 1031629"/>
              <a:gd name="connsiteX2062" fmla="*/ 1350947 w 6312643"/>
              <a:gd name="connsiteY2062" fmla="*/ 1003555 h 1031629"/>
              <a:gd name="connsiteX2063" fmla="*/ 1354538 w 6312643"/>
              <a:gd name="connsiteY2063" fmla="*/ 1011289 h 1031629"/>
              <a:gd name="connsiteX2064" fmla="*/ 1356260 w 6312643"/>
              <a:gd name="connsiteY2064" fmla="*/ 1011348 h 1031629"/>
              <a:gd name="connsiteX2065" fmla="*/ 1381764 w 6312643"/>
              <a:gd name="connsiteY2065" fmla="*/ 1002698 h 1031629"/>
              <a:gd name="connsiteX2066" fmla="*/ 1377953 w 6312643"/>
              <a:gd name="connsiteY2066" fmla="*/ 994521 h 1031629"/>
              <a:gd name="connsiteX2067" fmla="*/ 1386638 w 6312643"/>
              <a:gd name="connsiteY2067" fmla="*/ 991420 h 1031629"/>
              <a:gd name="connsiteX2068" fmla="*/ 1397265 w 6312643"/>
              <a:gd name="connsiteY2068" fmla="*/ 994846 h 1031629"/>
              <a:gd name="connsiteX2069" fmla="*/ 1398363 w 6312643"/>
              <a:gd name="connsiteY2069" fmla="*/ 996350 h 1031629"/>
              <a:gd name="connsiteX2070" fmla="*/ 1397997 w 6312643"/>
              <a:gd name="connsiteY2070" fmla="*/ 996144 h 1031629"/>
              <a:gd name="connsiteX2071" fmla="*/ 1397154 w 6312643"/>
              <a:gd name="connsiteY2071" fmla="*/ 995937 h 1031629"/>
              <a:gd name="connsiteX2072" fmla="*/ 1395139 w 6312643"/>
              <a:gd name="connsiteY2072" fmla="*/ 997620 h 1031629"/>
              <a:gd name="connsiteX2073" fmla="*/ 1397007 w 6312643"/>
              <a:gd name="connsiteY2073" fmla="*/ 1004469 h 1031629"/>
              <a:gd name="connsiteX2074" fmla="*/ 1405326 w 6312643"/>
              <a:gd name="connsiteY2074" fmla="*/ 1004823 h 1031629"/>
              <a:gd name="connsiteX2075" fmla="*/ 1411811 w 6312643"/>
              <a:gd name="connsiteY2075" fmla="*/ 1004734 h 1031629"/>
              <a:gd name="connsiteX2076" fmla="*/ 1418224 w 6312643"/>
              <a:gd name="connsiteY2076" fmla="*/ 1004646 h 1031629"/>
              <a:gd name="connsiteX2077" fmla="*/ 1419287 w 6312643"/>
              <a:gd name="connsiteY2077" fmla="*/ 1004646 h 1031629"/>
              <a:gd name="connsiteX2078" fmla="*/ 1437901 w 6312643"/>
              <a:gd name="connsiteY2078" fmla="*/ 1005119 h 1031629"/>
              <a:gd name="connsiteX2079" fmla="*/ 1441712 w 6312643"/>
              <a:gd name="connsiteY2079" fmla="*/ 1005237 h 1031629"/>
              <a:gd name="connsiteX2080" fmla="*/ 1443764 w 6312643"/>
              <a:gd name="connsiteY2080" fmla="*/ 1005237 h 1031629"/>
              <a:gd name="connsiteX2081" fmla="*/ 1445816 w 6312643"/>
              <a:gd name="connsiteY2081" fmla="*/ 1005237 h 1031629"/>
              <a:gd name="connsiteX2082" fmla="*/ 1459264 w 6312643"/>
              <a:gd name="connsiteY2082" fmla="*/ 1008425 h 1031629"/>
              <a:gd name="connsiteX2083" fmla="*/ 1462782 w 6312643"/>
              <a:gd name="connsiteY2083" fmla="*/ 1009518 h 1031629"/>
              <a:gd name="connsiteX2084" fmla="*/ 1469414 w 6312643"/>
              <a:gd name="connsiteY2084" fmla="*/ 1007067 h 1031629"/>
              <a:gd name="connsiteX2085" fmla="*/ 1476377 w 6312643"/>
              <a:gd name="connsiteY2085" fmla="*/ 1004617 h 1031629"/>
              <a:gd name="connsiteX2086" fmla="*/ 1478905 w 6312643"/>
              <a:gd name="connsiteY2086" fmla="*/ 1005059 h 1031629"/>
              <a:gd name="connsiteX2087" fmla="*/ 1482570 w 6312643"/>
              <a:gd name="connsiteY2087" fmla="*/ 1005384 h 1031629"/>
              <a:gd name="connsiteX2088" fmla="*/ 1488029 w 6312643"/>
              <a:gd name="connsiteY2088" fmla="*/ 1012912 h 1031629"/>
              <a:gd name="connsiteX2089" fmla="*/ 1494332 w 6312643"/>
              <a:gd name="connsiteY2089" fmla="*/ 1025312 h 1031629"/>
              <a:gd name="connsiteX2090" fmla="*/ 1495358 w 6312643"/>
              <a:gd name="connsiteY2090" fmla="*/ 1025312 h 1031629"/>
              <a:gd name="connsiteX2091" fmla="*/ 1511188 w 6312643"/>
              <a:gd name="connsiteY2091" fmla="*/ 1024456 h 1031629"/>
              <a:gd name="connsiteX2092" fmla="*/ 1520862 w 6312643"/>
              <a:gd name="connsiteY2092" fmla="*/ 1026374 h 1031629"/>
              <a:gd name="connsiteX2093" fmla="*/ 1543398 w 6312643"/>
              <a:gd name="connsiteY2093" fmla="*/ 1031275 h 1031629"/>
              <a:gd name="connsiteX2094" fmla="*/ 1548162 w 6312643"/>
              <a:gd name="connsiteY2094" fmla="*/ 1031216 h 1031629"/>
              <a:gd name="connsiteX2095" fmla="*/ 1552888 w 6312643"/>
              <a:gd name="connsiteY2095" fmla="*/ 1031158 h 1031629"/>
              <a:gd name="connsiteX2096" fmla="*/ 1556772 w 6312643"/>
              <a:gd name="connsiteY2096" fmla="*/ 1031246 h 1031629"/>
              <a:gd name="connsiteX2097" fmla="*/ 1562196 w 6312643"/>
              <a:gd name="connsiteY2097" fmla="*/ 1031364 h 1031629"/>
              <a:gd name="connsiteX2098" fmla="*/ 1561793 w 6312643"/>
              <a:gd name="connsiteY2098" fmla="*/ 1031629 h 1031629"/>
              <a:gd name="connsiteX2099" fmla="*/ 1574214 w 6312643"/>
              <a:gd name="connsiteY2099" fmla="*/ 1029622 h 1031629"/>
              <a:gd name="connsiteX2100" fmla="*/ 1577696 w 6312643"/>
              <a:gd name="connsiteY2100" fmla="*/ 1014271 h 1031629"/>
              <a:gd name="connsiteX2101" fmla="*/ 1584658 w 6312643"/>
              <a:gd name="connsiteY2101" fmla="*/ 1002964 h 1031629"/>
              <a:gd name="connsiteX2102" fmla="*/ 1590374 w 6312643"/>
              <a:gd name="connsiteY2102" fmla="*/ 1001045 h 1031629"/>
              <a:gd name="connsiteX2103" fmla="*/ 1592317 w 6312643"/>
              <a:gd name="connsiteY2103" fmla="*/ 1003672 h 1031629"/>
              <a:gd name="connsiteX2104" fmla="*/ 1592682 w 6312643"/>
              <a:gd name="connsiteY2104" fmla="*/ 1010344 h 1031629"/>
              <a:gd name="connsiteX2105" fmla="*/ 1598106 w 6312643"/>
              <a:gd name="connsiteY2105" fmla="*/ 1024544 h 1031629"/>
              <a:gd name="connsiteX2106" fmla="*/ 1611041 w 6312643"/>
              <a:gd name="connsiteY2106" fmla="*/ 1019939 h 1031629"/>
              <a:gd name="connsiteX2107" fmla="*/ 1629876 w 6312643"/>
              <a:gd name="connsiteY2107" fmla="*/ 1011850 h 1031629"/>
              <a:gd name="connsiteX2108" fmla="*/ 1630755 w 6312643"/>
              <a:gd name="connsiteY2108" fmla="*/ 1009045 h 1031629"/>
              <a:gd name="connsiteX2109" fmla="*/ 1641126 w 6312643"/>
              <a:gd name="connsiteY2109" fmla="*/ 1000927 h 1031629"/>
              <a:gd name="connsiteX2110" fmla="*/ 1649663 w 6312643"/>
              <a:gd name="connsiteY2110" fmla="*/ 1006418 h 1031629"/>
              <a:gd name="connsiteX2111" fmla="*/ 1662781 w 6312643"/>
              <a:gd name="connsiteY2111" fmla="*/ 1011998 h 1031629"/>
              <a:gd name="connsiteX2112" fmla="*/ 1672969 w 6312643"/>
              <a:gd name="connsiteY2112" fmla="*/ 1009783 h 1031629"/>
              <a:gd name="connsiteX2113" fmla="*/ 1685866 w 6312643"/>
              <a:gd name="connsiteY2113" fmla="*/ 1004026 h 1031629"/>
              <a:gd name="connsiteX2114" fmla="*/ 1704884 w 6312643"/>
              <a:gd name="connsiteY2114" fmla="*/ 990564 h 1031629"/>
              <a:gd name="connsiteX2115" fmla="*/ 1707963 w 6312643"/>
              <a:gd name="connsiteY2115" fmla="*/ 990742 h 1031629"/>
              <a:gd name="connsiteX2116" fmla="*/ 1708035 w 6312643"/>
              <a:gd name="connsiteY2116" fmla="*/ 990742 h 1031629"/>
              <a:gd name="connsiteX2117" fmla="*/ 1712067 w 6312643"/>
              <a:gd name="connsiteY2117" fmla="*/ 985988 h 1031629"/>
              <a:gd name="connsiteX2118" fmla="*/ 1716134 w 6312643"/>
              <a:gd name="connsiteY2118" fmla="*/ 980025 h 1031629"/>
              <a:gd name="connsiteX2119" fmla="*/ 1717528 w 6312643"/>
              <a:gd name="connsiteY2119" fmla="*/ 980765 h 1031629"/>
              <a:gd name="connsiteX2120" fmla="*/ 1717123 w 6312643"/>
              <a:gd name="connsiteY2120" fmla="*/ 981324 h 1031629"/>
              <a:gd name="connsiteX2121" fmla="*/ 1722290 w 6312643"/>
              <a:gd name="connsiteY2121" fmla="*/ 984807 h 1031629"/>
              <a:gd name="connsiteX2122" fmla="*/ 1725781 w 6312643"/>
              <a:gd name="connsiteY2122" fmla="*/ 985399 h 1031629"/>
              <a:gd name="connsiteX2123" fmla="*/ 1735409 w 6312643"/>
              <a:gd name="connsiteY2123" fmla="*/ 991007 h 1031629"/>
              <a:gd name="connsiteX2124" fmla="*/ 1745522 w 6312643"/>
              <a:gd name="connsiteY2124" fmla="*/ 986697 h 1031629"/>
              <a:gd name="connsiteX2125" fmla="*/ 1746356 w 6312643"/>
              <a:gd name="connsiteY2125" fmla="*/ 986485 h 1031629"/>
              <a:gd name="connsiteX2126" fmla="*/ 1746434 w 6312643"/>
              <a:gd name="connsiteY2126" fmla="*/ 987096 h 1031629"/>
              <a:gd name="connsiteX2127" fmla="*/ 1754537 w 6312643"/>
              <a:gd name="connsiteY2127" fmla="*/ 991155 h 1031629"/>
              <a:gd name="connsiteX2128" fmla="*/ 1755965 w 6312643"/>
              <a:gd name="connsiteY2128" fmla="*/ 991096 h 1031629"/>
              <a:gd name="connsiteX2129" fmla="*/ 1759666 w 6312643"/>
              <a:gd name="connsiteY2129" fmla="*/ 990889 h 1031629"/>
              <a:gd name="connsiteX2130" fmla="*/ 1763147 w 6312643"/>
              <a:gd name="connsiteY2130" fmla="*/ 991686 h 1031629"/>
              <a:gd name="connsiteX2131" fmla="*/ 1771832 w 6312643"/>
              <a:gd name="connsiteY2131" fmla="*/ 995908 h 1031629"/>
              <a:gd name="connsiteX2132" fmla="*/ 1780699 w 6312643"/>
              <a:gd name="connsiteY2132" fmla="*/ 990388 h 1031629"/>
              <a:gd name="connsiteX2133" fmla="*/ 1786525 w 6312643"/>
              <a:gd name="connsiteY2133" fmla="*/ 986904 h 1031629"/>
              <a:gd name="connsiteX2134" fmla="*/ 1792499 w 6312643"/>
              <a:gd name="connsiteY2134" fmla="*/ 989531 h 1031629"/>
              <a:gd name="connsiteX2135" fmla="*/ 1796969 w 6312643"/>
              <a:gd name="connsiteY2135" fmla="*/ 991243 h 1031629"/>
              <a:gd name="connsiteX2136" fmla="*/ 1805543 w 6312643"/>
              <a:gd name="connsiteY2136" fmla="*/ 988085 h 1031629"/>
              <a:gd name="connsiteX2137" fmla="*/ 1820934 w 6312643"/>
              <a:gd name="connsiteY2137" fmla="*/ 984395 h 1031629"/>
              <a:gd name="connsiteX2138" fmla="*/ 1836434 w 6312643"/>
              <a:gd name="connsiteY2138" fmla="*/ 988645 h 1031629"/>
              <a:gd name="connsiteX2139" fmla="*/ 1854719 w 6312643"/>
              <a:gd name="connsiteY2139" fmla="*/ 995229 h 1031629"/>
              <a:gd name="connsiteX2140" fmla="*/ 1865162 w 6312643"/>
              <a:gd name="connsiteY2140" fmla="*/ 992128 h 1031629"/>
              <a:gd name="connsiteX2141" fmla="*/ 1865932 w 6312643"/>
              <a:gd name="connsiteY2141" fmla="*/ 991952 h 1031629"/>
              <a:gd name="connsiteX2142" fmla="*/ 1871575 w 6312643"/>
              <a:gd name="connsiteY2142" fmla="*/ 994136 h 1031629"/>
              <a:gd name="connsiteX2143" fmla="*/ 1887624 w 6312643"/>
              <a:gd name="connsiteY2143" fmla="*/ 998860 h 1031629"/>
              <a:gd name="connsiteX2144" fmla="*/ 1902575 w 6312643"/>
              <a:gd name="connsiteY2144" fmla="*/ 994904 h 1031629"/>
              <a:gd name="connsiteX2145" fmla="*/ 1919175 w 6312643"/>
              <a:gd name="connsiteY2145" fmla="*/ 991480 h 1031629"/>
              <a:gd name="connsiteX2146" fmla="*/ 1925441 w 6312643"/>
              <a:gd name="connsiteY2146" fmla="*/ 991627 h 1031629"/>
              <a:gd name="connsiteX2147" fmla="*/ 1931707 w 6312643"/>
              <a:gd name="connsiteY2147" fmla="*/ 991774 h 1031629"/>
              <a:gd name="connsiteX2148" fmla="*/ 1951494 w 6312643"/>
              <a:gd name="connsiteY2148" fmla="*/ 985988 h 1031629"/>
              <a:gd name="connsiteX2149" fmla="*/ 1962670 w 6312643"/>
              <a:gd name="connsiteY2149" fmla="*/ 997974 h 1031629"/>
              <a:gd name="connsiteX2150" fmla="*/ 1969742 w 6312643"/>
              <a:gd name="connsiteY2150" fmla="*/ 998448 h 1031629"/>
              <a:gd name="connsiteX2151" fmla="*/ 1973077 w 6312643"/>
              <a:gd name="connsiteY2151" fmla="*/ 998505 h 1031629"/>
              <a:gd name="connsiteX2152" fmla="*/ 1974884 w 6312643"/>
              <a:gd name="connsiteY2152" fmla="*/ 998479 h 1031629"/>
              <a:gd name="connsiteX2153" fmla="*/ 1974799 w 6312643"/>
              <a:gd name="connsiteY2153" fmla="*/ 998890 h 1031629"/>
              <a:gd name="connsiteX2154" fmla="*/ 1978170 w 6312643"/>
              <a:gd name="connsiteY2154" fmla="*/ 1003967 h 1031629"/>
              <a:gd name="connsiteX2155" fmla="*/ 1980406 w 6312643"/>
              <a:gd name="connsiteY2155" fmla="*/ 1001311 h 1031629"/>
              <a:gd name="connsiteX2156" fmla="*/ 1982320 w 6312643"/>
              <a:gd name="connsiteY2156" fmla="*/ 998374 h 1031629"/>
              <a:gd name="connsiteX2157" fmla="*/ 1991729 w 6312643"/>
              <a:gd name="connsiteY2157" fmla="*/ 998240 h 1031629"/>
              <a:gd name="connsiteX2158" fmla="*/ 1993780 w 6312643"/>
              <a:gd name="connsiteY2158" fmla="*/ 998240 h 1031629"/>
              <a:gd name="connsiteX2159" fmla="*/ 2002721 w 6312643"/>
              <a:gd name="connsiteY2159" fmla="*/ 998948 h 1031629"/>
              <a:gd name="connsiteX2160" fmla="*/ 2004663 w 6312643"/>
              <a:gd name="connsiteY2160" fmla="*/ 1003555 h 1031629"/>
              <a:gd name="connsiteX2161" fmla="*/ 2008255 w 6312643"/>
              <a:gd name="connsiteY2161" fmla="*/ 1011289 h 1031629"/>
              <a:gd name="connsiteX2162" fmla="*/ 2009977 w 6312643"/>
              <a:gd name="connsiteY2162" fmla="*/ 1011348 h 1031629"/>
              <a:gd name="connsiteX2163" fmla="*/ 2035480 w 6312643"/>
              <a:gd name="connsiteY2163" fmla="*/ 1002698 h 1031629"/>
              <a:gd name="connsiteX2164" fmla="*/ 2031670 w 6312643"/>
              <a:gd name="connsiteY2164" fmla="*/ 994521 h 1031629"/>
              <a:gd name="connsiteX2165" fmla="*/ 2040354 w 6312643"/>
              <a:gd name="connsiteY2165" fmla="*/ 991420 h 1031629"/>
              <a:gd name="connsiteX2166" fmla="*/ 2050981 w 6312643"/>
              <a:gd name="connsiteY2166" fmla="*/ 994846 h 1031629"/>
              <a:gd name="connsiteX2167" fmla="*/ 2052080 w 6312643"/>
              <a:gd name="connsiteY2167" fmla="*/ 996350 h 1031629"/>
              <a:gd name="connsiteX2168" fmla="*/ 2051713 w 6312643"/>
              <a:gd name="connsiteY2168" fmla="*/ 996144 h 1031629"/>
              <a:gd name="connsiteX2169" fmla="*/ 2050871 w 6312643"/>
              <a:gd name="connsiteY2169" fmla="*/ 995937 h 1031629"/>
              <a:gd name="connsiteX2170" fmla="*/ 2048855 w 6312643"/>
              <a:gd name="connsiteY2170" fmla="*/ 997620 h 1031629"/>
              <a:gd name="connsiteX2171" fmla="*/ 2050724 w 6312643"/>
              <a:gd name="connsiteY2171" fmla="*/ 1004469 h 1031629"/>
              <a:gd name="connsiteX2172" fmla="*/ 2059042 w 6312643"/>
              <a:gd name="connsiteY2172" fmla="*/ 1004823 h 1031629"/>
              <a:gd name="connsiteX2173" fmla="*/ 2065528 w 6312643"/>
              <a:gd name="connsiteY2173" fmla="*/ 1004734 h 1031629"/>
              <a:gd name="connsiteX2174" fmla="*/ 2071940 w 6312643"/>
              <a:gd name="connsiteY2174" fmla="*/ 1004646 h 1031629"/>
              <a:gd name="connsiteX2175" fmla="*/ 2073003 w 6312643"/>
              <a:gd name="connsiteY2175" fmla="*/ 1004646 h 1031629"/>
              <a:gd name="connsiteX2176" fmla="*/ 2091618 w 6312643"/>
              <a:gd name="connsiteY2176" fmla="*/ 1005119 h 1031629"/>
              <a:gd name="connsiteX2177" fmla="*/ 2095429 w 6312643"/>
              <a:gd name="connsiteY2177" fmla="*/ 1005237 h 1031629"/>
              <a:gd name="connsiteX2178" fmla="*/ 2097481 w 6312643"/>
              <a:gd name="connsiteY2178" fmla="*/ 1005237 h 1031629"/>
              <a:gd name="connsiteX2179" fmla="*/ 2099533 w 6312643"/>
              <a:gd name="connsiteY2179" fmla="*/ 1005237 h 1031629"/>
              <a:gd name="connsiteX2180" fmla="*/ 2112981 w 6312643"/>
              <a:gd name="connsiteY2180" fmla="*/ 1008425 h 1031629"/>
              <a:gd name="connsiteX2181" fmla="*/ 2116499 w 6312643"/>
              <a:gd name="connsiteY2181" fmla="*/ 1009518 h 1031629"/>
              <a:gd name="connsiteX2182" fmla="*/ 2123132 w 6312643"/>
              <a:gd name="connsiteY2182" fmla="*/ 1007067 h 1031629"/>
              <a:gd name="connsiteX2183" fmla="*/ 2130094 w 6312643"/>
              <a:gd name="connsiteY2183" fmla="*/ 1004617 h 1031629"/>
              <a:gd name="connsiteX2184" fmla="*/ 2132621 w 6312643"/>
              <a:gd name="connsiteY2184" fmla="*/ 1005059 h 1031629"/>
              <a:gd name="connsiteX2185" fmla="*/ 2136286 w 6312643"/>
              <a:gd name="connsiteY2185" fmla="*/ 1005384 h 1031629"/>
              <a:gd name="connsiteX2186" fmla="*/ 2141745 w 6312643"/>
              <a:gd name="connsiteY2186" fmla="*/ 1012912 h 1031629"/>
              <a:gd name="connsiteX2187" fmla="*/ 2148048 w 6312643"/>
              <a:gd name="connsiteY2187" fmla="*/ 1025312 h 1031629"/>
              <a:gd name="connsiteX2188" fmla="*/ 2149074 w 6312643"/>
              <a:gd name="connsiteY2188" fmla="*/ 1025312 h 1031629"/>
              <a:gd name="connsiteX2189" fmla="*/ 2164904 w 6312643"/>
              <a:gd name="connsiteY2189" fmla="*/ 1024456 h 1031629"/>
              <a:gd name="connsiteX2190" fmla="*/ 2174578 w 6312643"/>
              <a:gd name="connsiteY2190" fmla="*/ 1026374 h 1031629"/>
              <a:gd name="connsiteX2191" fmla="*/ 2197114 w 6312643"/>
              <a:gd name="connsiteY2191" fmla="*/ 1031275 h 1031629"/>
              <a:gd name="connsiteX2192" fmla="*/ 2201878 w 6312643"/>
              <a:gd name="connsiteY2192" fmla="*/ 1031216 h 1031629"/>
              <a:gd name="connsiteX2193" fmla="*/ 2206605 w 6312643"/>
              <a:gd name="connsiteY2193" fmla="*/ 1031158 h 1031629"/>
              <a:gd name="connsiteX2194" fmla="*/ 2210489 w 6312643"/>
              <a:gd name="connsiteY2194" fmla="*/ 1031246 h 1031629"/>
              <a:gd name="connsiteX2195" fmla="*/ 2215912 w 6312643"/>
              <a:gd name="connsiteY2195" fmla="*/ 1031364 h 1031629"/>
              <a:gd name="connsiteX2196" fmla="*/ 2215510 w 6312643"/>
              <a:gd name="connsiteY2196" fmla="*/ 1031629 h 1031629"/>
              <a:gd name="connsiteX2197" fmla="*/ 2227931 w 6312643"/>
              <a:gd name="connsiteY2197" fmla="*/ 1029622 h 1031629"/>
              <a:gd name="connsiteX2198" fmla="*/ 2231412 w 6312643"/>
              <a:gd name="connsiteY2198" fmla="*/ 1014271 h 1031629"/>
              <a:gd name="connsiteX2199" fmla="*/ 2238374 w 6312643"/>
              <a:gd name="connsiteY2199" fmla="*/ 1002964 h 1031629"/>
              <a:gd name="connsiteX2200" fmla="*/ 2244091 w 6312643"/>
              <a:gd name="connsiteY2200" fmla="*/ 1001045 h 1031629"/>
              <a:gd name="connsiteX2201" fmla="*/ 2246033 w 6312643"/>
              <a:gd name="connsiteY2201" fmla="*/ 1003672 h 1031629"/>
              <a:gd name="connsiteX2202" fmla="*/ 2246399 w 6312643"/>
              <a:gd name="connsiteY2202" fmla="*/ 1010344 h 1031629"/>
              <a:gd name="connsiteX2203" fmla="*/ 2251823 w 6312643"/>
              <a:gd name="connsiteY2203" fmla="*/ 1024544 h 1031629"/>
              <a:gd name="connsiteX2204" fmla="*/ 2264758 w 6312643"/>
              <a:gd name="connsiteY2204" fmla="*/ 1019939 h 1031629"/>
              <a:gd name="connsiteX2205" fmla="*/ 2283592 w 6312643"/>
              <a:gd name="connsiteY2205" fmla="*/ 1011850 h 1031629"/>
              <a:gd name="connsiteX2206" fmla="*/ 2284472 w 6312643"/>
              <a:gd name="connsiteY2206" fmla="*/ 1009045 h 1031629"/>
              <a:gd name="connsiteX2207" fmla="*/ 2294842 w 6312643"/>
              <a:gd name="connsiteY2207" fmla="*/ 1000927 h 1031629"/>
              <a:gd name="connsiteX2208" fmla="*/ 2303380 w 6312643"/>
              <a:gd name="connsiteY2208" fmla="*/ 1006418 h 1031629"/>
              <a:gd name="connsiteX2209" fmla="*/ 2316498 w 6312643"/>
              <a:gd name="connsiteY2209" fmla="*/ 1011998 h 1031629"/>
              <a:gd name="connsiteX2210" fmla="*/ 2326685 w 6312643"/>
              <a:gd name="connsiteY2210" fmla="*/ 1009783 h 1031629"/>
              <a:gd name="connsiteX2211" fmla="*/ 2339584 w 6312643"/>
              <a:gd name="connsiteY2211" fmla="*/ 1004026 h 1031629"/>
              <a:gd name="connsiteX2212" fmla="*/ 2358602 w 6312643"/>
              <a:gd name="connsiteY2212" fmla="*/ 990564 h 1031629"/>
              <a:gd name="connsiteX2213" fmla="*/ 2361679 w 6312643"/>
              <a:gd name="connsiteY2213" fmla="*/ 990742 h 1031629"/>
              <a:gd name="connsiteX2214" fmla="*/ 2361753 w 6312643"/>
              <a:gd name="connsiteY2214" fmla="*/ 990742 h 1031629"/>
              <a:gd name="connsiteX2215" fmla="*/ 2365784 w 6312643"/>
              <a:gd name="connsiteY2215" fmla="*/ 985988 h 1031629"/>
              <a:gd name="connsiteX2216" fmla="*/ 2368925 w 6312643"/>
              <a:gd name="connsiteY2216" fmla="*/ 981383 h 1031629"/>
              <a:gd name="connsiteX2217" fmla="*/ 2370560 w 6312643"/>
              <a:gd name="connsiteY2217" fmla="*/ 980402 h 1031629"/>
              <a:gd name="connsiteX2218" fmla="*/ 2374578 w 6312643"/>
              <a:gd name="connsiteY2218" fmla="*/ 982534 h 1031629"/>
              <a:gd name="connsiteX2219" fmla="*/ 2389125 w 6312643"/>
              <a:gd name="connsiteY2219" fmla="*/ 991007 h 1031629"/>
              <a:gd name="connsiteX2220" fmla="*/ 2399239 w 6312643"/>
              <a:gd name="connsiteY2220" fmla="*/ 986697 h 1031629"/>
              <a:gd name="connsiteX2221" fmla="*/ 2408766 w 6312643"/>
              <a:gd name="connsiteY2221" fmla="*/ 984276 h 1031629"/>
              <a:gd name="connsiteX2222" fmla="*/ 2412980 w 6312643"/>
              <a:gd name="connsiteY2222" fmla="*/ 985280 h 1031629"/>
              <a:gd name="connsiteX2223" fmla="*/ 2422544 w 6312643"/>
              <a:gd name="connsiteY2223" fmla="*/ 989885 h 1031629"/>
              <a:gd name="connsiteX2224" fmla="*/ 2435296 w 6312643"/>
              <a:gd name="connsiteY2224" fmla="*/ 984719 h 1031629"/>
              <a:gd name="connsiteX2225" fmla="*/ 2452722 w 6312643"/>
              <a:gd name="connsiteY2225" fmla="*/ 979499 h 1031629"/>
              <a:gd name="connsiteX2226" fmla="*/ 2462119 w 6312643"/>
              <a:gd name="connsiteY2226" fmla="*/ 982298 h 1031629"/>
              <a:gd name="connsiteX2227" fmla="*/ 2473388 w 6312643"/>
              <a:gd name="connsiteY2227" fmla="*/ 980017 h 1031629"/>
              <a:gd name="connsiteX2228" fmla="*/ 2473918 w 6312643"/>
              <a:gd name="connsiteY2228" fmla="*/ 980114 h 1031629"/>
              <a:gd name="connsiteX2229" fmla="*/ 2481654 w 6312643"/>
              <a:gd name="connsiteY2229" fmla="*/ 981145 h 1031629"/>
              <a:gd name="connsiteX2230" fmla="*/ 2488246 w 6312643"/>
              <a:gd name="connsiteY2230" fmla="*/ 984188 h 1031629"/>
              <a:gd name="connsiteX2231" fmla="*/ 2494952 w 6312643"/>
              <a:gd name="connsiteY2231" fmla="*/ 983095 h 1031629"/>
              <a:gd name="connsiteX2232" fmla="*/ 2495358 w 6312643"/>
              <a:gd name="connsiteY2232" fmla="*/ 982972 h 1031629"/>
              <a:gd name="connsiteX2233" fmla="*/ 2509791 w 6312643"/>
              <a:gd name="connsiteY2233" fmla="*/ 984896 h 1031629"/>
              <a:gd name="connsiteX2234" fmla="*/ 2519539 w 6312643"/>
              <a:gd name="connsiteY2234" fmla="*/ 985043 h 1031629"/>
              <a:gd name="connsiteX2235" fmla="*/ 2523679 w 6312643"/>
              <a:gd name="connsiteY2235" fmla="*/ 985043 h 1031629"/>
              <a:gd name="connsiteX2236" fmla="*/ 2527710 w 6312643"/>
              <a:gd name="connsiteY2236" fmla="*/ 985043 h 1031629"/>
              <a:gd name="connsiteX2237" fmla="*/ 2539619 w 6312643"/>
              <a:gd name="connsiteY2237" fmla="*/ 985280 h 1031629"/>
              <a:gd name="connsiteX2238" fmla="*/ 2545995 w 6312643"/>
              <a:gd name="connsiteY2238" fmla="*/ 991420 h 1031629"/>
              <a:gd name="connsiteX2239" fmla="*/ 2560176 w 6312643"/>
              <a:gd name="connsiteY2239" fmla="*/ 992483 h 1031629"/>
              <a:gd name="connsiteX2240" fmla="*/ 2567358 w 6312643"/>
              <a:gd name="connsiteY2240" fmla="*/ 991096 h 1031629"/>
              <a:gd name="connsiteX2241" fmla="*/ 2610195 w 6312643"/>
              <a:gd name="connsiteY2241" fmla="*/ 984689 h 1031629"/>
              <a:gd name="connsiteX2242" fmla="*/ 2623606 w 6312643"/>
              <a:gd name="connsiteY2242" fmla="*/ 980114 h 1031629"/>
              <a:gd name="connsiteX2243" fmla="*/ 2629066 w 6312643"/>
              <a:gd name="connsiteY2243" fmla="*/ 978903 h 1031629"/>
              <a:gd name="connsiteX2244" fmla="*/ 2633646 w 6312643"/>
              <a:gd name="connsiteY2244" fmla="*/ 980940 h 1031629"/>
              <a:gd name="connsiteX2245" fmla="*/ 2631118 w 6312643"/>
              <a:gd name="connsiteY2245" fmla="*/ 986195 h 1031629"/>
              <a:gd name="connsiteX2246" fmla="*/ 2628516 w 6312643"/>
              <a:gd name="connsiteY2246" fmla="*/ 998890 h 1031629"/>
              <a:gd name="connsiteX2247" fmla="*/ 2631887 w 6312643"/>
              <a:gd name="connsiteY2247" fmla="*/ 1003967 h 1031629"/>
              <a:gd name="connsiteX2248" fmla="*/ 2634123 w 6312643"/>
              <a:gd name="connsiteY2248" fmla="*/ 1001311 h 1031629"/>
              <a:gd name="connsiteX2249" fmla="*/ 2657061 w 6312643"/>
              <a:gd name="connsiteY2249" fmla="*/ 985103 h 1031629"/>
              <a:gd name="connsiteX2250" fmla="*/ 2661788 w 6312643"/>
              <a:gd name="connsiteY2250" fmla="*/ 985310 h 1031629"/>
              <a:gd name="connsiteX2251" fmla="*/ 2683115 w 6312643"/>
              <a:gd name="connsiteY2251" fmla="*/ 989531 h 1031629"/>
              <a:gd name="connsiteX2252" fmla="*/ 2688135 w 6312643"/>
              <a:gd name="connsiteY2252" fmla="*/ 990653 h 1031629"/>
              <a:gd name="connsiteX2253" fmla="*/ 2693155 w 6312643"/>
              <a:gd name="connsiteY2253" fmla="*/ 989619 h 1031629"/>
              <a:gd name="connsiteX2254" fmla="*/ 2707446 w 6312643"/>
              <a:gd name="connsiteY2254" fmla="*/ 984807 h 1031629"/>
              <a:gd name="connsiteX2255" fmla="*/ 2713785 w 6312643"/>
              <a:gd name="connsiteY2255" fmla="*/ 986816 h 1031629"/>
              <a:gd name="connsiteX2256" fmla="*/ 2719612 w 6312643"/>
              <a:gd name="connsiteY2256" fmla="*/ 989089 h 1031629"/>
              <a:gd name="connsiteX2257" fmla="*/ 2725694 w 6312643"/>
              <a:gd name="connsiteY2257" fmla="*/ 987170 h 1031629"/>
              <a:gd name="connsiteX2258" fmla="*/ 2731044 w 6312643"/>
              <a:gd name="connsiteY2258" fmla="*/ 985250 h 1031629"/>
              <a:gd name="connsiteX2259" fmla="*/ 2732766 w 6312643"/>
              <a:gd name="connsiteY2259" fmla="*/ 985605 h 1031629"/>
              <a:gd name="connsiteX2260" fmla="*/ 2742697 w 6312643"/>
              <a:gd name="connsiteY2260" fmla="*/ 987641 h 1031629"/>
              <a:gd name="connsiteX2261" fmla="*/ 2755595 w 6312643"/>
              <a:gd name="connsiteY2261" fmla="*/ 985664 h 1031629"/>
              <a:gd name="connsiteX2262" fmla="*/ 2763987 w 6312643"/>
              <a:gd name="connsiteY2262" fmla="*/ 984838 h 1031629"/>
              <a:gd name="connsiteX2263" fmla="*/ 2781209 w 6312643"/>
              <a:gd name="connsiteY2263" fmla="*/ 986137 h 1031629"/>
              <a:gd name="connsiteX2264" fmla="*/ 2781979 w 6312643"/>
              <a:gd name="connsiteY2264" fmla="*/ 990918 h 1031629"/>
              <a:gd name="connsiteX2265" fmla="*/ 2778277 w 6312643"/>
              <a:gd name="connsiteY2265" fmla="*/ 999480 h 1031629"/>
              <a:gd name="connsiteX2266" fmla="*/ 2781612 w 6312643"/>
              <a:gd name="connsiteY2266" fmla="*/ 1003081 h 1031629"/>
              <a:gd name="connsiteX2267" fmla="*/ 2788757 w 6312643"/>
              <a:gd name="connsiteY2267" fmla="*/ 999510 h 1031629"/>
              <a:gd name="connsiteX2268" fmla="*/ 2820381 w 6312643"/>
              <a:gd name="connsiteY2268" fmla="*/ 992365 h 1031629"/>
              <a:gd name="connsiteX2269" fmla="*/ 2823166 w 6312643"/>
              <a:gd name="connsiteY2269" fmla="*/ 992454 h 1031629"/>
              <a:gd name="connsiteX2270" fmla="*/ 2830860 w 6312643"/>
              <a:gd name="connsiteY2270" fmla="*/ 992041 h 1031629"/>
              <a:gd name="connsiteX2271" fmla="*/ 2838519 w 6312643"/>
              <a:gd name="connsiteY2271" fmla="*/ 991627 h 1031629"/>
              <a:gd name="connsiteX2272" fmla="*/ 2852920 w 6312643"/>
              <a:gd name="connsiteY2272" fmla="*/ 995200 h 1031629"/>
              <a:gd name="connsiteX2273" fmla="*/ 2866808 w 6312643"/>
              <a:gd name="connsiteY2273" fmla="*/ 998211 h 1031629"/>
              <a:gd name="connsiteX2274" fmla="*/ 2878716 w 6312643"/>
              <a:gd name="connsiteY2274" fmla="*/ 998388 h 1031629"/>
              <a:gd name="connsiteX2275" fmla="*/ 2886559 w 6312643"/>
              <a:gd name="connsiteY2275" fmla="*/ 998358 h 1031629"/>
              <a:gd name="connsiteX2276" fmla="*/ 2894400 w 6312643"/>
              <a:gd name="connsiteY2276" fmla="*/ 998329 h 1031629"/>
              <a:gd name="connsiteX2277" fmla="*/ 2900373 w 6312643"/>
              <a:gd name="connsiteY2277" fmla="*/ 998358 h 1031629"/>
              <a:gd name="connsiteX2278" fmla="*/ 2901033 w 6312643"/>
              <a:gd name="connsiteY2278" fmla="*/ 998358 h 1031629"/>
              <a:gd name="connsiteX2279" fmla="*/ 2923165 w 6312643"/>
              <a:gd name="connsiteY2279" fmla="*/ 994550 h 1031629"/>
              <a:gd name="connsiteX2280" fmla="*/ 2945261 w 6312643"/>
              <a:gd name="connsiteY2280" fmla="*/ 990742 h 1031629"/>
              <a:gd name="connsiteX2281" fmla="*/ 2950904 w 6312643"/>
              <a:gd name="connsiteY2281" fmla="*/ 991096 h 1031629"/>
              <a:gd name="connsiteX2282" fmla="*/ 2953982 w 6312643"/>
              <a:gd name="connsiteY2282" fmla="*/ 989531 h 1031629"/>
              <a:gd name="connsiteX2283" fmla="*/ 2955044 w 6312643"/>
              <a:gd name="connsiteY2283" fmla="*/ 987494 h 1031629"/>
              <a:gd name="connsiteX2284" fmla="*/ 2952407 w 6312643"/>
              <a:gd name="connsiteY2284" fmla="*/ 985250 h 1031629"/>
              <a:gd name="connsiteX2285" fmla="*/ 2944822 w 6312643"/>
              <a:gd name="connsiteY2285" fmla="*/ 981118 h 1031629"/>
              <a:gd name="connsiteX2286" fmla="*/ 2952516 w 6312643"/>
              <a:gd name="connsiteY2286" fmla="*/ 973708 h 1031629"/>
              <a:gd name="connsiteX2287" fmla="*/ 2954715 w 6312643"/>
              <a:gd name="connsiteY2287" fmla="*/ 974209 h 1031629"/>
              <a:gd name="connsiteX2288" fmla="*/ 2961238 w 6312643"/>
              <a:gd name="connsiteY2288" fmla="*/ 976335 h 1031629"/>
              <a:gd name="connsiteX2289" fmla="*/ 2966844 w 6312643"/>
              <a:gd name="connsiteY2289" fmla="*/ 973529 h 1031629"/>
              <a:gd name="connsiteX2290" fmla="*/ 2975016 w 6312643"/>
              <a:gd name="connsiteY2290" fmla="*/ 967006 h 1031629"/>
              <a:gd name="connsiteX2291" fmla="*/ 2977507 w 6312643"/>
              <a:gd name="connsiteY2291" fmla="*/ 967566 h 1031629"/>
              <a:gd name="connsiteX2292" fmla="*/ 2979962 w 6312643"/>
              <a:gd name="connsiteY2292" fmla="*/ 976629 h 1031629"/>
              <a:gd name="connsiteX2293" fmla="*/ 2979962 w 6312643"/>
              <a:gd name="connsiteY2293" fmla="*/ 979877 h 1031629"/>
              <a:gd name="connsiteX2294" fmla="*/ 2984543 w 6312643"/>
              <a:gd name="connsiteY2294" fmla="*/ 982712 h 1031629"/>
              <a:gd name="connsiteX2295" fmla="*/ 2995279 w 6312643"/>
              <a:gd name="connsiteY2295" fmla="*/ 978461 h 1031629"/>
              <a:gd name="connsiteX2296" fmla="*/ 3000995 w 6312643"/>
              <a:gd name="connsiteY2296" fmla="*/ 981059 h 1031629"/>
              <a:gd name="connsiteX2297" fmla="*/ 3004917 w 6312643"/>
              <a:gd name="connsiteY2297" fmla="*/ 983066 h 1031629"/>
              <a:gd name="connsiteX2298" fmla="*/ 3009313 w 6312643"/>
              <a:gd name="connsiteY2298" fmla="*/ 981295 h 1031629"/>
              <a:gd name="connsiteX2299" fmla="*/ 3013491 w 6312643"/>
              <a:gd name="connsiteY2299" fmla="*/ 979523 h 1031629"/>
              <a:gd name="connsiteX2300" fmla="*/ 3015982 w 6312643"/>
              <a:gd name="connsiteY2300" fmla="*/ 980556 h 1031629"/>
              <a:gd name="connsiteX2301" fmla="*/ 3020526 w 6312643"/>
              <a:gd name="connsiteY2301" fmla="*/ 982652 h 1031629"/>
              <a:gd name="connsiteX2302" fmla="*/ 3027709 w 6312643"/>
              <a:gd name="connsiteY2302" fmla="*/ 978342 h 1031629"/>
              <a:gd name="connsiteX2303" fmla="*/ 3032985 w 6312643"/>
              <a:gd name="connsiteY2303" fmla="*/ 962902 h 1031629"/>
              <a:gd name="connsiteX2304" fmla="*/ 3039544 w 6312643"/>
              <a:gd name="connsiteY2304" fmla="*/ 958680 h 1031629"/>
              <a:gd name="connsiteX2305" fmla="*/ 3041706 w 6312643"/>
              <a:gd name="connsiteY2305" fmla="*/ 958917 h 1031629"/>
              <a:gd name="connsiteX2306" fmla="*/ 3046616 w 6312643"/>
              <a:gd name="connsiteY2306" fmla="*/ 962961 h 1031629"/>
              <a:gd name="connsiteX2307" fmla="*/ 3047092 w 6312643"/>
              <a:gd name="connsiteY2307" fmla="*/ 969604 h 1031629"/>
              <a:gd name="connsiteX2308" fmla="*/ 3060834 w 6312643"/>
              <a:gd name="connsiteY2308" fmla="*/ 981206 h 1031629"/>
              <a:gd name="connsiteX2309" fmla="*/ 3074208 w 6312643"/>
              <a:gd name="connsiteY2309" fmla="*/ 985073 h 1031629"/>
              <a:gd name="connsiteX2310" fmla="*/ 3081428 w 6312643"/>
              <a:gd name="connsiteY2310" fmla="*/ 983066 h 1031629"/>
              <a:gd name="connsiteX2311" fmla="*/ 3099676 w 6312643"/>
              <a:gd name="connsiteY2311" fmla="*/ 977486 h 1031629"/>
              <a:gd name="connsiteX2312" fmla="*/ 3115835 w 6312643"/>
              <a:gd name="connsiteY2312" fmla="*/ 982298 h 1031629"/>
              <a:gd name="connsiteX2313" fmla="*/ 3131153 w 6312643"/>
              <a:gd name="connsiteY2313" fmla="*/ 979198 h 1031629"/>
              <a:gd name="connsiteX2314" fmla="*/ 3141963 w 6312643"/>
              <a:gd name="connsiteY2314" fmla="*/ 984188 h 1031629"/>
              <a:gd name="connsiteX2315" fmla="*/ 3148668 w 6312643"/>
              <a:gd name="connsiteY2315" fmla="*/ 983095 h 1031629"/>
              <a:gd name="connsiteX2316" fmla="*/ 3164461 w 6312643"/>
              <a:gd name="connsiteY2316" fmla="*/ 978283 h 1031629"/>
              <a:gd name="connsiteX2317" fmla="*/ 3169518 w 6312643"/>
              <a:gd name="connsiteY2317" fmla="*/ 978372 h 1031629"/>
              <a:gd name="connsiteX2318" fmla="*/ 3180695 w 6312643"/>
              <a:gd name="connsiteY2318" fmla="*/ 978490 h 1031629"/>
              <a:gd name="connsiteX2319" fmla="*/ 3187620 w 6312643"/>
              <a:gd name="connsiteY2319" fmla="*/ 978490 h 1031629"/>
              <a:gd name="connsiteX2320" fmla="*/ 3194289 w 6312643"/>
              <a:gd name="connsiteY2320" fmla="*/ 978490 h 1031629"/>
              <a:gd name="connsiteX2321" fmla="*/ 3199383 w 6312643"/>
              <a:gd name="connsiteY2321" fmla="*/ 978490 h 1031629"/>
              <a:gd name="connsiteX2322" fmla="*/ 3199639 w 6312643"/>
              <a:gd name="connsiteY2322" fmla="*/ 978490 h 1031629"/>
              <a:gd name="connsiteX2323" fmla="*/ 3212134 w 6312643"/>
              <a:gd name="connsiteY2323" fmla="*/ 969279 h 1031629"/>
              <a:gd name="connsiteX2324" fmla="*/ 3215029 w 6312643"/>
              <a:gd name="connsiteY2324" fmla="*/ 966386 h 1031629"/>
              <a:gd name="connsiteX2325" fmla="*/ 3217192 w 6312643"/>
              <a:gd name="connsiteY2325" fmla="*/ 967065 h 1031629"/>
              <a:gd name="connsiteX2326" fmla="*/ 3223128 w 6312643"/>
              <a:gd name="connsiteY2326" fmla="*/ 969898 h 1031629"/>
              <a:gd name="connsiteX2327" fmla="*/ 3226755 w 6312643"/>
              <a:gd name="connsiteY2327" fmla="*/ 964762 h 1031629"/>
              <a:gd name="connsiteX2328" fmla="*/ 3228429 w 6312643"/>
              <a:gd name="connsiteY2328" fmla="*/ 960373 h 1031629"/>
              <a:gd name="connsiteX2329" fmla="*/ 3233748 w 6312643"/>
              <a:gd name="connsiteY2329" fmla="*/ 962725 h 1031629"/>
              <a:gd name="connsiteX2330" fmla="*/ 3239061 w 6312643"/>
              <a:gd name="connsiteY2330" fmla="*/ 964615 h 1031629"/>
              <a:gd name="connsiteX2331" fmla="*/ 3246537 w 6312643"/>
              <a:gd name="connsiteY2331" fmla="*/ 956732 h 1031629"/>
              <a:gd name="connsiteX2332" fmla="*/ 3252656 w 6312643"/>
              <a:gd name="connsiteY2332" fmla="*/ 951861 h 1031629"/>
              <a:gd name="connsiteX2333" fmla="*/ 3254781 w 6312643"/>
              <a:gd name="connsiteY2333" fmla="*/ 952157 h 1031629"/>
              <a:gd name="connsiteX2334" fmla="*/ 3271454 w 6312643"/>
              <a:gd name="connsiteY2334" fmla="*/ 958534 h 1031629"/>
              <a:gd name="connsiteX2335" fmla="*/ 3272664 w 6312643"/>
              <a:gd name="connsiteY2335" fmla="*/ 963227 h 1031629"/>
              <a:gd name="connsiteX2336" fmla="*/ 3259655 w 6312643"/>
              <a:gd name="connsiteY2336" fmla="*/ 968955 h 1031629"/>
              <a:gd name="connsiteX2337" fmla="*/ 3246940 w 6312643"/>
              <a:gd name="connsiteY2337" fmla="*/ 974829 h 1031629"/>
              <a:gd name="connsiteX2338" fmla="*/ 3257053 w 6312643"/>
              <a:gd name="connsiteY2338" fmla="*/ 978136 h 1031629"/>
              <a:gd name="connsiteX2339" fmla="*/ 3257859 w 6312643"/>
              <a:gd name="connsiteY2339" fmla="*/ 978136 h 1031629"/>
              <a:gd name="connsiteX2340" fmla="*/ 3258665 w 6312643"/>
              <a:gd name="connsiteY2340" fmla="*/ 978136 h 1031629"/>
              <a:gd name="connsiteX2341" fmla="*/ 3260534 w 6312643"/>
              <a:gd name="connsiteY2341" fmla="*/ 978165 h 1031629"/>
              <a:gd name="connsiteX2342" fmla="*/ 3268596 w 6312643"/>
              <a:gd name="connsiteY2342" fmla="*/ 983657 h 1031629"/>
              <a:gd name="connsiteX2343" fmla="*/ 3277427 w 6312643"/>
              <a:gd name="connsiteY2343" fmla="*/ 991361 h 1031629"/>
              <a:gd name="connsiteX2344" fmla="*/ 3282704 w 6312643"/>
              <a:gd name="connsiteY2344" fmla="*/ 985782 h 1031629"/>
              <a:gd name="connsiteX2345" fmla="*/ 3317734 w 6312643"/>
              <a:gd name="connsiteY2345" fmla="*/ 964969 h 1031629"/>
              <a:gd name="connsiteX2346" fmla="*/ 3318761 w 6312643"/>
              <a:gd name="connsiteY2346" fmla="*/ 964851 h 1031629"/>
              <a:gd name="connsiteX2347" fmla="*/ 3327446 w 6312643"/>
              <a:gd name="connsiteY2347" fmla="*/ 968482 h 1031629"/>
              <a:gd name="connsiteX2348" fmla="*/ 3321399 w 6312643"/>
              <a:gd name="connsiteY2348" fmla="*/ 978283 h 1031629"/>
              <a:gd name="connsiteX2349" fmla="*/ 3314913 w 6312643"/>
              <a:gd name="connsiteY2349" fmla="*/ 981147 h 1031629"/>
              <a:gd name="connsiteX2350" fmla="*/ 3315976 w 6312643"/>
              <a:gd name="connsiteY2350" fmla="*/ 989797 h 1031629"/>
              <a:gd name="connsiteX2351" fmla="*/ 3348955 w 6312643"/>
              <a:gd name="connsiteY2351" fmla="*/ 998211 h 1031629"/>
              <a:gd name="connsiteX2352" fmla="*/ 3361706 w 6312643"/>
              <a:gd name="connsiteY2352" fmla="*/ 996824 h 1031629"/>
              <a:gd name="connsiteX2353" fmla="*/ 3365188 w 6312643"/>
              <a:gd name="connsiteY2353" fmla="*/ 991745 h 1031629"/>
              <a:gd name="connsiteX2354" fmla="*/ 3362403 w 6312643"/>
              <a:gd name="connsiteY2354" fmla="*/ 986372 h 1031629"/>
              <a:gd name="connsiteX2355" fmla="*/ 3344155 w 6312643"/>
              <a:gd name="connsiteY2355" fmla="*/ 984689 h 1031629"/>
              <a:gd name="connsiteX2356" fmla="*/ 3336643 w 6312643"/>
              <a:gd name="connsiteY2356" fmla="*/ 979346 h 1031629"/>
              <a:gd name="connsiteX2357" fmla="*/ 3340930 w 6312643"/>
              <a:gd name="connsiteY2357" fmla="*/ 970814 h 1031629"/>
              <a:gd name="connsiteX2358" fmla="*/ 3373726 w 6312643"/>
              <a:gd name="connsiteY2358" fmla="*/ 958031 h 1031629"/>
              <a:gd name="connsiteX2359" fmla="*/ 3379002 w 6312643"/>
              <a:gd name="connsiteY2359" fmla="*/ 957943 h 1031629"/>
              <a:gd name="connsiteX2360" fmla="*/ 3380798 w 6312643"/>
              <a:gd name="connsiteY2360" fmla="*/ 957943 h 1031629"/>
              <a:gd name="connsiteX2361" fmla="*/ 3382410 w 6312643"/>
              <a:gd name="connsiteY2361" fmla="*/ 957943 h 1031629"/>
              <a:gd name="connsiteX2362" fmla="*/ 3409087 w 6312643"/>
              <a:gd name="connsiteY2362" fmla="*/ 951920 h 1031629"/>
              <a:gd name="connsiteX2363" fmla="*/ 3409966 w 6312643"/>
              <a:gd name="connsiteY2363" fmla="*/ 951714 h 1031629"/>
              <a:gd name="connsiteX2364" fmla="*/ 3415756 w 6312643"/>
              <a:gd name="connsiteY2364" fmla="*/ 953219 h 1031629"/>
              <a:gd name="connsiteX2365" fmla="*/ 3413740 w 6312643"/>
              <a:gd name="connsiteY2365" fmla="*/ 958622 h 1031629"/>
              <a:gd name="connsiteX2366" fmla="*/ 3400036 w 6312643"/>
              <a:gd name="connsiteY2366" fmla="*/ 972409 h 1031629"/>
              <a:gd name="connsiteX2367" fmla="*/ 3391607 w 6312643"/>
              <a:gd name="connsiteY2367" fmla="*/ 978637 h 1031629"/>
              <a:gd name="connsiteX2368" fmla="*/ 3389665 w 6312643"/>
              <a:gd name="connsiteY2368" fmla="*/ 981324 h 1031629"/>
              <a:gd name="connsiteX2369" fmla="*/ 3394832 w 6312643"/>
              <a:gd name="connsiteY2369" fmla="*/ 984807 h 1031629"/>
              <a:gd name="connsiteX2370" fmla="*/ 3399009 w 6312643"/>
              <a:gd name="connsiteY2370" fmla="*/ 985517 h 1031629"/>
              <a:gd name="connsiteX2371" fmla="*/ 3417881 w 6312643"/>
              <a:gd name="connsiteY2371" fmla="*/ 978519 h 1031629"/>
              <a:gd name="connsiteX2372" fmla="*/ 3427079 w 6312643"/>
              <a:gd name="connsiteY2372" fmla="*/ 991155 h 1031629"/>
              <a:gd name="connsiteX2373" fmla="*/ 3428507 w 6312643"/>
              <a:gd name="connsiteY2373" fmla="*/ 991096 h 1031629"/>
              <a:gd name="connsiteX2374" fmla="*/ 3432208 w 6312643"/>
              <a:gd name="connsiteY2374" fmla="*/ 990889 h 1031629"/>
              <a:gd name="connsiteX2375" fmla="*/ 3435690 w 6312643"/>
              <a:gd name="connsiteY2375" fmla="*/ 991686 h 1031629"/>
              <a:gd name="connsiteX2376" fmla="*/ 3444375 w 6312643"/>
              <a:gd name="connsiteY2376" fmla="*/ 995908 h 1031629"/>
              <a:gd name="connsiteX2377" fmla="*/ 3453242 w 6312643"/>
              <a:gd name="connsiteY2377" fmla="*/ 990388 h 1031629"/>
              <a:gd name="connsiteX2378" fmla="*/ 3459068 w 6312643"/>
              <a:gd name="connsiteY2378" fmla="*/ 986904 h 1031629"/>
              <a:gd name="connsiteX2379" fmla="*/ 3465041 w 6312643"/>
              <a:gd name="connsiteY2379" fmla="*/ 989531 h 1031629"/>
              <a:gd name="connsiteX2380" fmla="*/ 3469511 w 6312643"/>
              <a:gd name="connsiteY2380" fmla="*/ 991243 h 1031629"/>
              <a:gd name="connsiteX2381" fmla="*/ 3478086 w 6312643"/>
              <a:gd name="connsiteY2381" fmla="*/ 988085 h 1031629"/>
              <a:gd name="connsiteX2382" fmla="*/ 3493476 w 6312643"/>
              <a:gd name="connsiteY2382" fmla="*/ 984395 h 1031629"/>
              <a:gd name="connsiteX2383" fmla="*/ 3508976 w 6312643"/>
              <a:gd name="connsiteY2383" fmla="*/ 988645 h 1031629"/>
              <a:gd name="connsiteX2384" fmla="*/ 3527261 w 6312643"/>
              <a:gd name="connsiteY2384" fmla="*/ 995229 h 1031629"/>
              <a:gd name="connsiteX2385" fmla="*/ 3537704 w 6312643"/>
              <a:gd name="connsiteY2385" fmla="*/ 992128 h 1031629"/>
              <a:gd name="connsiteX2386" fmla="*/ 3538474 w 6312643"/>
              <a:gd name="connsiteY2386" fmla="*/ 991952 h 1031629"/>
              <a:gd name="connsiteX2387" fmla="*/ 3544117 w 6312643"/>
              <a:gd name="connsiteY2387" fmla="*/ 994136 h 1031629"/>
              <a:gd name="connsiteX2388" fmla="*/ 3560166 w 6312643"/>
              <a:gd name="connsiteY2388" fmla="*/ 998860 h 1031629"/>
              <a:gd name="connsiteX2389" fmla="*/ 3575117 w 6312643"/>
              <a:gd name="connsiteY2389" fmla="*/ 994904 h 1031629"/>
              <a:gd name="connsiteX2390" fmla="*/ 3591717 w 6312643"/>
              <a:gd name="connsiteY2390" fmla="*/ 991480 h 1031629"/>
              <a:gd name="connsiteX2391" fmla="*/ 3597983 w 6312643"/>
              <a:gd name="connsiteY2391" fmla="*/ 991627 h 1031629"/>
              <a:gd name="connsiteX2392" fmla="*/ 3604248 w 6312643"/>
              <a:gd name="connsiteY2392" fmla="*/ 991774 h 1031629"/>
              <a:gd name="connsiteX2393" fmla="*/ 3624036 w 6312643"/>
              <a:gd name="connsiteY2393" fmla="*/ 985988 h 1031629"/>
              <a:gd name="connsiteX2394" fmla="*/ 3635212 w 6312643"/>
              <a:gd name="connsiteY2394" fmla="*/ 997974 h 1031629"/>
              <a:gd name="connsiteX2395" fmla="*/ 3642284 w 6312643"/>
              <a:gd name="connsiteY2395" fmla="*/ 998448 h 1031629"/>
              <a:gd name="connsiteX2396" fmla="*/ 3645619 w 6312643"/>
              <a:gd name="connsiteY2396" fmla="*/ 998505 h 1031629"/>
              <a:gd name="connsiteX2397" fmla="*/ 3664271 w 6312643"/>
              <a:gd name="connsiteY2397" fmla="*/ 998240 h 1031629"/>
              <a:gd name="connsiteX2398" fmla="*/ 3666322 w 6312643"/>
              <a:gd name="connsiteY2398" fmla="*/ 998240 h 1031629"/>
              <a:gd name="connsiteX2399" fmla="*/ 3675263 w 6312643"/>
              <a:gd name="connsiteY2399" fmla="*/ 998948 h 1031629"/>
              <a:gd name="connsiteX2400" fmla="*/ 3677205 w 6312643"/>
              <a:gd name="connsiteY2400" fmla="*/ 1003555 h 1031629"/>
              <a:gd name="connsiteX2401" fmla="*/ 3680797 w 6312643"/>
              <a:gd name="connsiteY2401" fmla="*/ 1011289 h 1031629"/>
              <a:gd name="connsiteX2402" fmla="*/ 3682519 w 6312643"/>
              <a:gd name="connsiteY2402" fmla="*/ 1011348 h 1031629"/>
              <a:gd name="connsiteX2403" fmla="*/ 3708023 w 6312643"/>
              <a:gd name="connsiteY2403" fmla="*/ 1002698 h 1031629"/>
              <a:gd name="connsiteX2404" fmla="*/ 3704211 w 6312643"/>
              <a:gd name="connsiteY2404" fmla="*/ 994521 h 1031629"/>
              <a:gd name="connsiteX2405" fmla="*/ 3712896 w 6312643"/>
              <a:gd name="connsiteY2405" fmla="*/ 991420 h 1031629"/>
              <a:gd name="connsiteX2406" fmla="*/ 3723523 w 6312643"/>
              <a:gd name="connsiteY2406" fmla="*/ 994846 h 1031629"/>
              <a:gd name="connsiteX2407" fmla="*/ 3724622 w 6312643"/>
              <a:gd name="connsiteY2407" fmla="*/ 996350 h 1031629"/>
              <a:gd name="connsiteX2408" fmla="*/ 3724255 w 6312643"/>
              <a:gd name="connsiteY2408" fmla="*/ 996144 h 1031629"/>
              <a:gd name="connsiteX2409" fmla="*/ 3723413 w 6312643"/>
              <a:gd name="connsiteY2409" fmla="*/ 995937 h 1031629"/>
              <a:gd name="connsiteX2410" fmla="*/ 3721397 w 6312643"/>
              <a:gd name="connsiteY2410" fmla="*/ 997620 h 1031629"/>
              <a:gd name="connsiteX2411" fmla="*/ 3723266 w 6312643"/>
              <a:gd name="connsiteY2411" fmla="*/ 1004469 h 1031629"/>
              <a:gd name="connsiteX2412" fmla="*/ 3731585 w 6312643"/>
              <a:gd name="connsiteY2412" fmla="*/ 1004823 h 1031629"/>
              <a:gd name="connsiteX2413" fmla="*/ 3738070 w 6312643"/>
              <a:gd name="connsiteY2413" fmla="*/ 1004734 h 1031629"/>
              <a:gd name="connsiteX2414" fmla="*/ 3744482 w 6312643"/>
              <a:gd name="connsiteY2414" fmla="*/ 1004646 h 1031629"/>
              <a:gd name="connsiteX2415" fmla="*/ 3745546 w 6312643"/>
              <a:gd name="connsiteY2415" fmla="*/ 1004646 h 1031629"/>
              <a:gd name="connsiteX2416" fmla="*/ 3764160 w 6312643"/>
              <a:gd name="connsiteY2416" fmla="*/ 1005119 h 1031629"/>
              <a:gd name="connsiteX2417" fmla="*/ 3767971 w 6312643"/>
              <a:gd name="connsiteY2417" fmla="*/ 1005237 h 1031629"/>
              <a:gd name="connsiteX2418" fmla="*/ 3770023 w 6312643"/>
              <a:gd name="connsiteY2418" fmla="*/ 1005237 h 1031629"/>
              <a:gd name="connsiteX2419" fmla="*/ 3772075 w 6312643"/>
              <a:gd name="connsiteY2419" fmla="*/ 1005237 h 1031629"/>
              <a:gd name="connsiteX2420" fmla="*/ 3785523 w 6312643"/>
              <a:gd name="connsiteY2420" fmla="*/ 1008425 h 1031629"/>
              <a:gd name="connsiteX2421" fmla="*/ 3789041 w 6312643"/>
              <a:gd name="connsiteY2421" fmla="*/ 1009518 h 1031629"/>
              <a:gd name="connsiteX2422" fmla="*/ 3795674 w 6312643"/>
              <a:gd name="connsiteY2422" fmla="*/ 1007067 h 1031629"/>
              <a:gd name="connsiteX2423" fmla="*/ 3802636 w 6312643"/>
              <a:gd name="connsiteY2423" fmla="*/ 1004617 h 1031629"/>
              <a:gd name="connsiteX2424" fmla="*/ 3805164 w 6312643"/>
              <a:gd name="connsiteY2424" fmla="*/ 1005059 h 1031629"/>
              <a:gd name="connsiteX2425" fmla="*/ 3808828 w 6312643"/>
              <a:gd name="connsiteY2425" fmla="*/ 1005384 h 1031629"/>
              <a:gd name="connsiteX2426" fmla="*/ 3814288 w 6312643"/>
              <a:gd name="connsiteY2426" fmla="*/ 1012912 h 1031629"/>
              <a:gd name="connsiteX2427" fmla="*/ 3820590 w 6312643"/>
              <a:gd name="connsiteY2427" fmla="*/ 1025312 h 1031629"/>
              <a:gd name="connsiteX2428" fmla="*/ 3821617 w 6312643"/>
              <a:gd name="connsiteY2428" fmla="*/ 1025312 h 1031629"/>
              <a:gd name="connsiteX2429" fmla="*/ 3837446 w 6312643"/>
              <a:gd name="connsiteY2429" fmla="*/ 1024456 h 1031629"/>
              <a:gd name="connsiteX2430" fmla="*/ 3847120 w 6312643"/>
              <a:gd name="connsiteY2430" fmla="*/ 1026374 h 1031629"/>
              <a:gd name="connsiteX2431" fmla="*/ 3869656 w 6312643"/>
              <a:gd name="connsiteY2431" fmla="*/ 1031275 h 1031629"/>
              <a:gd name="connsiteX2432" fmla="*/ 3874420 w 6312643"/>
              <a:gd name="connsiteY2432" fmla="*/ 1031216 h 1031629"/>
              <a:gd name="connsiteX2433" fmla="*/ 3879147 w 6312643"/>
              <a:gd name="connsiteY2433" fmla="*/ 1031158 h 1031629"/>
              <a:gd name="connsiteX2434" fmla="*/ 3883031 w 6312643"/>
              <a:gd name="connsiteY2434" fmla="*/ 1031246 h 1031629"/>
              <a:gd name="connsiteX2435" fmla="*/ 3888454 w 6312643"/>
              <a:gd name="connsiteY2435" fmla="*/ 1031364 h 1031629"/>
              <a:gd name="connsiteX2436" fmla="*/ 3888052 w 6312643"/>
              <a:gd name="connsiteY2436" fmla="*/ 1031629 h 1031629"/>
              <a:gd name="connsiteX2437" fmla="*/ 3900473 w 6312643"/>
              <a:gd name="connsiteY2437" fmla="*/ 1029622 h 1031629"/>
              <a:gd name="connsiteX2438" fmla="*/ 3903954 w 6312643"/>
              <a:gd name="connsiteY2438" fmla="*/ 1014271 h 1031629"/>
              <a:gd name="connsiteX2439" fmla="*/ 3910916 w 6312643"/>
              <a:gd name="connsiteY2439" fmla="*/ 1002964 h 1031629"/>
              <a:gd name="connsiteX2440" fmla="*/ 3916633 w 6312643"/>
              <a:gd name="connsiteY2440" fmla="*/ 1001045 h 1031629"/>
              <a:gd name="connsiteX2441" fmla="*/ 3918575 w 6312643"/>
              <a:gd name="connsiteY2441" fmla="*/ 1003672 h 1031629"/>
              <a:gd name="connsiteX2442" fmla="*/ 3918941 w 6312643"/>
              <a:gd name="connsiteY2442" fmla="*/ 1010344 h 1031629"/>
              <a:gd name="connsiteX2443" fmla="*/ 3924365 w 6312643"/>
              <a:gd name="connsiteY2443" fmla="*/ 1024544 h 1031629"/>
              <a:gd name="connsiteX2444" fmla="*/ 3937300 w 6312643"/>
              <a:gd name="connsiteY2444" fmla="*/ 1019939 h 1031629"/>
              <a:gd name="connsiteX2445" fmla="*/ 3956134 w 6312643"/>
              <a:gd name="connsiteY2445" fmla="*/ 1011850 h 1031629"/>
              <a:gd name="connsiteX2446" fmla="*/ 3957014 w 6312643"/>
              <a:gd name="connsiteY2446" fmla="*/ 1009045 h 1031629"/>
              <a:gd name="connsiteX2447" fmla="*/ 3967384 w 6312643"/>
              <a:gd name="connsiteY2447" fmla="*/ 1000927 h 1031629"/>
              <a:gd name="connsiteX2448" fmla="*/ 3975922 w 6312643"/>
              <a:gd name="connsiteY2448" fmla="*/ 1006418 h 1031629"/>
              <a:gd name="connsiteX2449" fmla="*/ 3989040 w 6312643"/>
              <a:gd name="connsiteY2449" fmla="*/ 1011998 h 1031629"/>
              <a:gd name="connsiteX2450" fmla="*/ 3999227 w 6312643"/>
              <a:gd name="connsiteY2450" fmla="*/ 1009783 h 1031629"/>
              <a:gd name="connsiteX2451" fmla="*/ 4012125 w 6312643"/>
              <a:gd name="connsiteY2451" fmla="*/ 1004026 h 1031629"/>
              <a:gd name="connsiteX2452" fmla="*/ 4031144 w 6312643"/>
              <a:gd name="connsiteY2452" fmla="*/ 990564 h 1031629"/>
              <a:gd name="connsiteX2453" fmla="*/ 4034221 w 6312643"/>
              <a:gd name="connsiteY2453" fmla="*/ 990742 h 1031629"/>
              <a:gd name="connsiteX2454" fmla="*/ 4034295 w 6312643"/>
              <a:gd name="connsiteY2454" fmla="*/ 990742 h 1031629"/>
              <a:gd name="connsiteX2455" fmla="*/ 4038326 w 6312643"/>
              <a:gd name="connsiteY2455" fmla="*/ 985988 h 1031629"/>
              <a:gd name="connsiteX2456" fmla="*/ 4042393 w 6312643"/>
              <a:gd name="connsiteY2456" fmla="*/ 980025 h 1031629"/>
              <a:gd name="connsiteX2457" fmla="*/ 4047120 w 6312643"/>
              <a:gd name="connsiteY2457" fmla="*/ 982534 h 1031629"/>
              <a:gd name="connsiteX2458" fmla="*/ 4061667 w 6312643"/>
              <a:gd name="connsiteY2458" fmla="*/ 991007 h 1031629"/>
              <a:gd name="connsiteX2459" fmla="*/ 4071780 w 6312643"/>
              <a:gd name="connsiteY2459" fmla="*/ 986697 h 1031629"/>
              <a:gd name="connsiteX2460" fmla="*/ 4081308 w 6312643"/>
              <a:gd name="connsiteY2460" fmla="*/ 984276 h 1031629"/>
              <a:gd name="connsiteX2461" fmla="*/ 4085522 w 6312643"/>
              <a:gd name="connsiteY2461" fmla="*/ 985280 h 1031629"/>
              <a:gd name="connsiteX2462" fmla="*/ 4095086 w 6312643"/>
              <a:gd name="connsiteY2462" fmla="*/ 989885 h 1031629"/>
              <a:gd name="connsiteX2463" fmla="*/ 4107837 w 6312643"/>
              <a:gd name="connsiteY2463" fmla="*/ 984719 h 1031629"/>
              <a:gd name="connsiteX2464" fmla="*/ 4131985 w 6312643"/>
              <a:gd name="connsiteY2464" fmla="*/ 977486 h 1031629"/>
              <a:gd name="connsiteX2465" fmla="*/ 4146460 w 6312643"/>
              <a:gd name="connsiteY2465" fmla="*/ 980114 h 1031629"/>
              <a:gd name="connsiteX2466" fmla="*/ 4182333 w 6312643"/>
              <a:gd name="connsiteY2466" fmla="*/ 984896 h 1031629"/>
              <a:gd name="connsiteX2467" fmla="*/ 4192080 w 6312643"/>
              <a:gd name="connsiteY2467" fmla="*/ 985043 h 1031629"/>
              <a:gd name="connsiteX2468" fmla="*/ 4196221 w 6312643"/>
              <a:gd name="connsiteY2468" fmla="*/ 985043 h 1031629"/>
              <a:gd name="connsiteX2469" fmla="*/ 4200252 w 6312643"/>
              <a:gd name="connsiteY2469" fmla="*/ 985043 h 1031629"/>
              <a:gd name="connsiteX2470" fmla="*/ 4212161 w 6312643"/>
              <a:gd name="connsiteY2470" fmla="*/ 985280 h 1031629"/>
              <a:gd name="connsiteX2471" fmla="*/ 4218536 w 6312643"/>
              <a:gd name="connsiteY2471" fmla="*/ 991420 h 1031629"/>
              <a:gd name="connsiteX2472" fmla="*/ 4232718 w 6312643"/>
              <a:gd name="connsiteY2472" fmla="*/ 992483 h 1031629"/>
              <a:gd name="connsiteX2473" fmla="*/ 4239900 w 6312643"/>
              <a:gd name="connsiteY2473" fmla="*/ 991096 h 1031629"/>
              <a:gd name="connsiteX2474" fmla="*/ 4282737 w 6312643"/>
              <a:gd name="connsiteY2474" fmla="*/ 984689 h 1031629"/>
              <a:gd name="connsiteX2475" fmla="*/ 4296147 w 6312643"/>
              <a:gd name="connsiteY2475" fmla="*/ 980114 h 1031629"/>
              <a:gd name="connsiteX2476" fmla="*/ 4301608 w 6312643"/>
              <a:gd name="connsiteY2476" fmla="*/ 978903 h 1031629"/>
              <a:gd name="connsiteX2477" fmla="*/ 4306187 w 6312643"/>
              <a:gd name="connsiteY2477" fmla="*/ 980940 h 1031629"/>
              <a:gd name="connsiteX2478" fmla="*/ 4303660 w 6312643"/>
              <a:gd name="connsiteY2478" fmla="*/ 986195 h 1031629"/>
              <a:gd name="connsiteX2479" fmla="*/ 4301058 w 6312643"/>
              <a:gd name="connsiteY2479" fmla="*/ 998890 h 1031629"/>
              <a:gd name="connsiteX2480" fmla="*/ 4304429 w 6312643"/>
              <a:gd name="connsiteY2480" fmla="*/ 1003967 h 1031629"/>
              <a:gd name="connsiteX2481" fmla="*/ 4306664 w 6312643"/>
              <a:gd name="connsiteY2481" fmla="*/ 1001311 h 1031629"/>
              <a:gd name="connsiteX2482" fmla="*/ 4329603 w 6312643"/>
              <a:gd name="connsiteY2482" fmla="*/ 985103 h 1031629"/>
              <a:gd name="connsiteX2483" fmla="*/ 4334330 w 6312643"/>
              <a:gd name="connsiteY2483" fmla="*/ 985310 h 1031629"/>
              <a:gd name="connsiteX2484" fmla="*/ 4355657 w 6312643"/>
              <a:gd name="connsiteY2484" fmla="*/ 989531 h 1031629"/>
              <a:gd name="connsiteX2485" fmla="*/ 4360677 w 6312643"/>
              <a:gd name="connsiteY2485" fmla="*/ 990653 h 1031629"/>
              <a:gd name="connsiteX2486" fmla="*/ 4365697 w 6312643"/>
              <a:gd name="connsiteY2486" fmla="*/ 989619 h 1031629"/>
              <a:gd name="connsiteX2487" fmla="*/ 4379988 w 6312643"/>
              <a:gd name="connsiteY2487" fmla="*/ 984807 h 1031629"/>
              <a:gd name="connsiteX2488" fmla="*/ 4386326 w 6312643"/>
              <a:gd name="connsiteY2488" fmla="*/ 986816 h 1031629"/>
              <a:gd name="connsiteX2489" fmla="*/ 4392154 w 6312643"/>
              <a:gd name="connsiteY2489" fmla="*/ 989089 h 1031629"/>
              <a:gd name="connsiteX2490" fmla="*/ 4398235 w 6312643"/>
              <a:gd name="connsiteY2490" fmla="*/ 987170 h 1031629"/>
              <a:gd name="connsiteX2491" fmla="*/ 4403585 w 6312643"/>
              <a:gd name="connsiteY2491" fmla="*/ 985250 h 1031629"/>
              <a:gd name="connsiteX2492" fmla="*/ 4405308 w 6312643"/>
              <a:gd name="connsiteY2492" fmla="*/ 985605 h 1031629"/>
              <a:gd name="connsiteX2493" fmla="*/ 4415238 w 6312643"/>
              <a:gd name="connsiteY2493" fmla="*/ 987641 h 1031629"/>
              <a:gd name="connsiteX2494" fmla="*/ 4428137 w 6312643"/>
              <a:gd name="connsiteY2494" fmla="*/ 985664 h 1031629"/>
              <a:gd name="connsiteX2495" fmla="*/ 4436529 w 6312643"/>
              <a:gd name="connsiteY2495" fmla="*/ 984838 h 1031629"/>
              <a:gd name="connsiteX2496" fmla="*/ 4453750 w 6312643"/>
              <a:gd name="connsiteY2496" fmla="*/ 986137 h 1031629"/>
              <a:gd name="connsiteX2497" fmla="*/ 4454520 w 6312643"/>
              <a:gd name="connsiteY2497" fmla="*/ 990918 h 1031629"/>
              <a:gd name="connsiteX2498" fmla="*/ 4450819 w 6312643"/>
              <a:gd name="connsiteY2498" fmla="*/ 999480 h 1031629"/>
              <a:gd name="connsiteX2499" fmla="*/ 4454153 w 6312643"/>
              <a:gd name="connsiteY2499" fmla="*/ 1003081 h 1031629"/>
              <a:gd name="connsiteX2500" fmla="*/ 4461299 w 6312643"/>
              <a:gd name="connsiteY2500" fmla="*/ 999510 h 1031629"/>
              <a:gd name="connsiteX2501" fmla="*/ 4492922 w 6312643"/>
              <a:gd name="connsiteY2501" fmla="*/ 992365 h 1031629"/>
              <a:gd name="connsiteX2502" fmla="*/ 4495707 w 6312643"/>
              <a:gd name="connsiteY2502" fmla="*/ 992454 h 1031629"/>
              <a:gd name="connsiteX2503" fmla="*/ 4503402 w 6312643"/>
              <a:gd name="connsiteY2503" fmla="*/ 992041 h 1031629"/>
              <a:gd name="connsiteX2504" fmla="*/ 4511060 w 6312643"/>
              <a:gd name="connsiteY2504" fmla="*/ 991627 h 1031629"/>
              <a:gd name="connsiteX2505" fmla="*/ 4525461 w 6312643"/>
              <a:gd name="connsiteY2505" fmla="*/ 995200 h 1031629"/>
              <a:gd name="connsiteX2506" fmla="*/ 4539349 w 6312643"/>
              <a:gd name="connsiteY2506" fmla="*/ 998211 h 1031629"/>
              <a:gd name="connsiteX2507" fmla="*/ 4551258 w 6312643"/>
              <a:gd name="connsiteY2507" fmla="*/ 998388 h 1031629"/>
              <a:gd name="connsiteX2508" fmla="*/ 4559100 w 6312643"/>
              <a:gd name="connsiteY2508" fmla="*/ 998358 h 1031629"/>
              <a:gd name="connsiteX2509" fmla="*/ 4566942 w 6312643"/>
              <a:gd name="connsiteY2509" fmla="*/ 998329 h 1031629"/>
              <a:gd name="connsiteX2510" fmla="*/ 4572914 w 6312643"/>
              <a:gd name="connsiteY2510" fmla="*/ 998358 h 1031629"/>
              <a:gd name="connsiteX2511" fmla="*/ 4573574 w 6312643"/>
              <a:gd name="connsiteY2511" fmla="*/ 998358 h 1031629"/>
              <a:gd name="connsiteX2512" fmla="*/ 4595707 w 6312643"/>
              <a:gd name="connsiteY2512" fmla="*/ 994550 h 1031629"/>
              <a:gd name="connsiteX2513" fmla="*/ 4617803 w 6312643"/>
              <a:gd name="connsiteY2513" fmla="*/ 990742 h 1031629"/>
              <a:gd name="connsiteX2514" fmla="*/ 4623446 w 6312643"/>
              <a:gd name="connsiteY2514" fmla="*/ 991096 h 1031629"/>
              <a:gd name="connsiteX2515" fmla="*/ 4626524 w 6312643"/>
              <a:gd name="connsiteY2515" fmla="*/ 989531 h 1031629"/>
              <a:gd name="connsiteX2516" fmla="*/ 4627586 w 6312643"/>
              <a:gd name="connsiteY2516" fmla="*/ 987494 h 1031629"/>
              <a:gd name="connsiteX2517" fmla="*/ 4624948 w 6312643"/>
              <a:gd name="connsiteY2517" fmla="*/ 985250 h 1031629"/>
              <a:gd name="connsiteX2518" fmla="*/ 4617363 w 6312643"/>
              <a:gd name="connsiteY2518" fmla="*/ 981118 h 1031629"/>
              <a:gd name="connsiteX2519" fmla="*/ 4625058 w 6312643"/>
              <a:gd name="connsiteY2519" fmla="*/ 973708 h 1031629"/>
              <a:gd name="connsiteX2520" fmla="*/ 4627257 w 6312643"/>
              <a:gd name="connsiteY2520" fmla="*/ 974209 h 1031629"/>
              <a:gd name="connsiteX2521" fmla="*/ 4633780 w 6312643"/>
              <a:gd name="connsiteY2521" fmla="*/ 976335 h 1031629"/>
              <a:gd name="connsiteX2522" fmla="*/ 4639386 w 6312643"/>
              <a:gd name="connsiteY2522" fmla="*/ 973529 h 1031629"/>
              <a:gd name="connsiteX2523" fmla="*/ 4647557 w 6312643"/>
              <a:gd name="connsiteY2523" fmla="*/ 967006 h 1031629"/>
              <a:gd name="connsiteX2524" fmla="*/ 4650049 w 6312643"/>
              <a:gd name="connsiteY2524" fmla="*/ 967566 h 1031629"/>
              <a:gd name="connsiteX2525" fmla="*/ 4652504 w 6312643"/>
              <a:gd name="connsiteY2525" fmla="*/ 976629 h 1031629"/>
              <a:gd name="connsiteX2526" fmla="*/ 4652504 w 6312643"/>
              <a:gd name="connsiteY2526" fmla="*/ 979877 h 1031629"/>
              <a:gd name="connsiteX2527" fmla="*/ 4657084 w 6312643"/>
              <a:gd name="connsiteY2527" fmla="*/ 982712 h 1031629"/>
              <a:gd name="connsiteX2528" fmla="*/ 4667822 w 6312643"/>
              <a:gd name="connsiteY2528" fmla="*/ 978461 h 1031629"/>
              <a:gd name="connsiteX2529" fmla="*/ 4673537 w 6312643"/>
              <a:gd name="connsiteY2529" fmla="*/ 981059 h 1031629"/>
              <a:gd name="connsiteX2530" fmla="*/ 4677458 w 6312643"/>
              <a:gd name="connsiteY2530" fmla="*/ 983066 h 1031629"/>
              <a:gd name="connsiteX2531" fmla="*/ 4681855 w 6312643"/>
              <a:gd name="connsiteY2531" fmla="*/ 981295 h 1031629"/>
              <a:gd name="connsiteX2532" fmla="*/ 4686032 w 6312643"/>
              <a:gd name="connsiteY2532" fmla="*/ 979523 h 1031629"/>
              <a:gd name="connsiteX2533" fmla="*/ 4688524 w 6312643"/>
              <a:gd name="connsiteY2533" fmla="*/ 980556 h 1031629"/>
              <a:gd name="connsiteX2534" fmla="*/ 4693068 w 6312643"/>
              <a:gd name="connsiteY2534" fmla="*/ 982652 h 1031629"/>
              <a:gd name="connsiteX2535" fmla="*/ 4696733 w 6312643"/>
              <a:gd name="connsiteY2535" fmla="*/ 980453 h 1031629"/>
              <a:gd name="connsiteX2536" fmla="*/ 4701437 w 6312643"/>
              <a:gd name="connsiteY2536" fmla="*/ 983657 h 1031629"/>
              <a:gd name="connsiteX2537" fmla="*/ 4710267 w 6312643"/>
              <a:gd name="connsiteY2537" fmla="*/ 991361 h 1031629"/>
              <a:gd name="connsiteX2538" fmla="*/ 4715544 w 6312643"/>
              <a:gd name="connsiteY2538" fmla="*/ 985782 h 1031629"/>
              <a:gd name="connsiteX2539" fmla="*/ 4724451 w 6312643"/>
              <a:gd name="connsiteY2539" fmla="*/ 977188 h 1031629"/>
              <a:gd name="connsiteX2540" fmla="*/ 4733375 w 6312643"/>
              <a:gd name="connsiteY2540" fmla="*/ 981206 h 1031629"/>
              <a:gd name="connsiteX2541" fmla="*/ 4746751 w 6312643"/>
              <a:gd name="connsiteY2541" fmla="*/ 985073 h 1031629"/>
              <a:gd name="connsiteX2542" fmla="*/ 4748187 w 6312643"/>
              <a:gd name="connsiteY2542" fmla="*/ 984674 h 1031629"/>
              <a:gd name="connsiteX2543" fmla="*/ 4748817 w 6312643"/>
              <a:gd name="connsiteY2543" fmla="*/ 989797 h 1031629"/>
              <a:gd name="connsiteX2544" fmla="*/ 4781795 w 6312643"/>
              <a:gd name="connsiteY2544" fmla="*/ 998211 h 1031629"/>
              <a:gd name="connsiteX2545" fmla="*/ 4794547 w 6312643"/>
              <a:gd name="connsiteY2545" fmla="*/ 996824 h 1031629"/>
              <a:gd name="connsiteX2546" fmla="*/ 4798028 w 6312643"/>
              <a:gd name="connsiteY2546" fmla="*/ 991745 h 1031629"/>
              <a:gd name="connsiteX2547" fmla="*/ 4795243 w 6312643"/>
              <a:gd name="connsiteY2547" fmla="*/ 986372 h 1031629"/>
              <a:gd name="connsiteX2548" fmla="*/ 4776995 w 6312643"/>
              <a:gd name="connsiteY2548" fmla="*/ 984689 h 1031629"/>
              <a:gd name="connsiteX2549" fmla="*/ 4769483 w 6312643"/>
              <a:gd name="connsiteY2549" fmla="*/ 979346 h 1031629"/>
              <a:gd name="connsiteX2550" fmla="*/ 4770091 w 6312643"/>
              <a:gd name="connsiteY2550" fmla="*/ 978136 h 1031629"/>
              <a:gd name="connsiteX2551" fmla="*/ 4772217 w 6312643"/>
              <a:gd name="connsiteY2551" fmla="*/ 977486 h 1031629"/>
              <a:gd name="connsiteX2552" fmla="*/ 4788377 w 6312643"/>
              <a:gd name="connsiteY2552" fmla="*/ 982298 h 1031629"/>
              <a:gd name="connsiteX2553" fmla="*/ 4803694 w 6312643"/>
              <a:gd name="connsiteY2553" fmla="*/ 979198 h 1031629"/>
              <a:gd name="connsiteX2554" fmla="*/ 4814504 w 6312643"/>
              <a:gd name="connsiteY2554" fmla="*/ 984188 h 1031629"/>
              <a:gd name="connsiteX2555" fmla="*/ 4821210 w 6312643"/>
              <a:gd name="connsiteY2555" fmla="*/ 983095 h 1031629"/>
              <a:gd name="connsiteX2556" fmla="*/ 4823912 w 6312643"/>
              <a:gd name="connsiteY2556" fmla="*/ 982272 h 1031629"/>
              <a:gd name="connsiteX2557" fmla="*/ 4827672 w 6312643"/>
              <a:gd name="connsiteY2557" fmla="*/ 984807 h 1031629"/>
              <a:gd name="connsiteX2558" fmla="*/ 4831850 w 6312643"/>
              <a:gd name="connsiteY2558" fmla="*/ 985517 h 1031629"/>
              <a:gd name="connsiteX2559" fmla="*/ 4850721 w 6312643"/>
              <a:gd name="connsiteY2559" fmla="*/ 978519 h 1031629"/>
              <a:gd name="connsiteX2560" fmla="*/ 4859919 w 6312643"/>
              <a:gd name="connsiteY2560" fmla="*/ 991155 h 1031629"/>
              <a:gd name="connsiteX2561" fmla="*/ 4861348 w 6312643"/>
              <a:gd name="connsiteY2561" fmla="*/ 991096 h 1031629"/>
              <a:gd name="connsiteX2562" fmla="*/ 4865049 w 6312643"/>
              <a:gd name="connsiteY2562" fmla="*/ 990889 h 1031629"/>
              <a:gd name="connsiteX2563" fmla="*/ 4868530 w 6312643"/>
              <a:gd name="connsiteY2563" fmla="*/ 991686 h 1031629"/>
              <a:gd name="connsiteX2564" fmla="*/ 4877215 w 6312643"/>
              <a:gd name="connsiteY2564" fmla="*/ 995908 h 1031629"/>
              <a:gd name="connsiteX2565" fmla="*/ 4886082 w 6312643"/>
              <a:gd name="connsiteY2565" fmla="*/ 990388 h 1031629"/>
              <a:gd name="connsiteX2566" fmla="*/ 4891908 w 6312643"/>
              <a:gd name="connsiteY2566" fmla="*/ 986904 h 1031629"/>
              <a:gd name="connsiteX2567" fmla="*/ 4897881 w 6312643"/>
              <a:gd name="connsiteY2567" fmla="*/ 989531 h 1031629"/>
              <a:gd name="connsiteX2568" fmla="*/ 4902351 w 6312643"/>
              <a:gd name="connsiteY2568" fmla="*/ 991243 h 1031629"/>
              <a:gd name="connsiteX2569" fmla="*/ 4910926 w 6312643"/>
              <a:gd name="connsiteY2569" fmla="*/ 988085 h 1031629"/>
              <a:gd name="connsiteX2570" fmla="*/ 4926316 w 6312643"/>
              <a:gd name="connsiteY2570" fmla="*/ 984395 h 1031629"/>
              <a:gd name="connsiteX2571" fmla="*/ 4941816 w 6312643"/>
              <a:gd name="connsiteY2571" fmla="*/ 988645 h 1031629"/>
              <a:gd name="connsiteX2572" fmla="*/ 4960102 w 6312643"/>
              <a:gd name="connsiteY2572" fmla="*/ 995229 h 1031629"/>
              <a:gd name="connsiteX2573" fmla="*/ 4970544 w 6312643"/>
              <a:gd name="connsiteY2573" fmla="*/ 992128 h 1031629"/>
              <a:gd name="connsiteX2574" fmla="*/ 4971314 w 6312643"/>
              <a:gd name="connsiteY2574" fmla="*/ 991952 h 1031629"/>
              <a:gd name="connsiteX2575" fmla="*/ 4976958 w 6312643"/>
              <a:gd name="connsiteY2575" fmla="*/ 994136 h 1031629"/>
              <a:gd name="connsiteX2576" fmla="*/ 4993007 w 6312643"/>
              <a:gd name="connsiteY2576" fmla="*/ 998860 h 1031629"/>
              <a:gd name="connsiteX2577" fmla="*/ 5007957 w 6312643"/>
              <a:gd name="connsiteY2577" fmla="*/ 994904 h 1031629"/>
              <a:gd name="connsiteX2578" fmla="*/ 5024557 w 6312643"/>
              <a:gd name="connsiteY2578" fmla="*/ 991480 h 1031629"/>
              <a:gd name="connsiteX2579" fmla="*/ 5030823 w 6312643"/>
              <a:gd name="connsiteY2579" fmla="*/ 991627 h 1031629"/>
              <a:gd name="connsiteX2580" fmla="*/ 5037089 w 6312643"/>
              <a:gd name="connsiteY2580" fmla="*/ 991774 h 1031629"/>
              <a:gd name="connsiteX2581" fmla="*/ 5056876 w 6312643"/>
              <a:gd name="connsiteY2581" fmla="*/ 985988 h 1031629"/>
              <a:gd name="connsiteX2582" fmla="*/ 5068052 w 6312643"/>
              <a:gd name="connsiteY2582" fmla="*/ 997974 h 1031629"/>
              <a:gd name="connsiteX2583" fmla="*/ 5075125 w 6312643"/>
              <a:gd name="connsiteY2583" fmla="*/ 998448 h 1031629"/>
              <a:gd name="connsiteX2584" fmla="*/ 5078459 w 6312643"/>
              <a:gd name="connsiteY2584" fmla="*/ 998505 h 1031629"/>
              <a:gd name="connsiteX2585" fmla="*/ 5097111 w 6312643"/>
              <a:gd name="connsiteY2585" fmla="*/ 998240 h 1031629"/>
              <a:gd name="connsiteX2586" fmla="*/ 5099163 w 6312643"/>
              <a:gd name="connsiteY2586" fmla="*/ 998240 h 1031629"/>
              <a:gd name="connsiteX2587" fmla="*/ 5108104 w 6312643"/>
              <a:gd name="connsiteY2587" fmla="*/ 998948 h 1031629"/>
              <a:gd name="connsiteX2588" fmla="*/ 5110046 w 6312643"/>
              <a:gd name="connsiteY2588" fmla="*/ 1003555 h 1031629"/>
              <a:gd name="connsiteX2589" fmla="*/ 5113638 w 6312643"/>
              <a:gd name="connsiteY2589" fmla="*/ 1011289 h 1031629"/>
              <a:gd name="connsiteX2590" fmla="*/ 5115359 w 6312643"/>
              <a:gd name="connsiteY2590" fmla="*/ 1011348 h 1031629"/>
              <a:gd name="connsiteX2591" fmla="*/ 5140863 w 6312643"/>
              <a:gd name="connsiteY2591" fmla="*/ 1002698 h 1031629"/>
              <a:gd name="connsiteX2592" fmla="*/ 5137052 w 6312643"/>
              <a:gd name="connsiteY2592" fmla="*/ 994521 h 1031629"/>
              <a:gd name="connsiteX2593" fmla="*/ 5145737 w 6312643"/>
              <a:gd name="connsiteY2593" fmla="*/ 991420 h 1031629"/>
              <a:gd name="connsiteX2594" fmla="*/ 5156363 w 6312643"/>
              <a:gd name="connsiteY2594" fmla="*/ 994846 h 1031629"/>
              <a:gd name="connsiteX2595" fmla="*/ 5157462 w 6312643"/>
              <a:gd name="connsiteY2595" fmla="*/ 996350 h 1031629"/>
              <a:gd name="connsiteX2596" fmla="*/ 5157096 w 6312643"/>
              <a:gd name="connsiteY2596" fmla="*/ 996144 h 1031629"/>
              <a:gd name="connsiteX2597" fmla="*/ 5156253 w 6312643"/>
              <a:gd name="connsiteY2597" fmla="*/ 995937 h 1031629"/>
              <a:gd name="connsiteX2598" fmla="*/ 5154238 w 6312643"/>
              <a:gd name="connsiteY2598" fmla="*/ 997620 h 1031629"/>
              <a:gd name="connsiteX2599" fmla="*/ 5156106 w 6312643"/>
              <a:gd name="connsiteY2599" fmla="*/ 1004469 h 1031629"/>
              <a:gd name="connsiteX2600" fmla="*/ 5164425 w 6312643"/>
              <a:gd name="connsiteY2600" fmla="*/ 1004823 h 1031629"/>
              <a:gd name="connsiteX2601" fmla="*/ 5170910 w 6312643"/>
              <a:gd name="connsiteY2601" fmla="*/ 1004734 h 1031629"/>
              <a:gd name="connsiteX2602" fmla="*/ 5177323 w 6312643"/>
              <a:gd name="connsiteY2602" fmla="*/ 1004646 h 1031629"/>
              <a:gd name="connsiteX2603" fmla="*/ 5178386 w 6312643"/>
              <a:gd name="connsiteY2603" fmla="*/ 1004646 h 1031629"/>
              <a:gd name="connsiteX2604" fmla="*/ 5197000 w 6312643"/>
              <a:gd name="connsiteY2604" fmla="*/ 1005119 h 1031629"/>
              <a:gd name="connsiteX2605" fmla="*/ 5200811 w 6312643"/>
              <a:gd name="connsiteY2605" fmla="*/ 1005237 h 1031629"/>
              <a:gd name="connsiteX2606" fmla="*/ 5202863 w 6312643"/>
              <a:gd name="connsiteY2606" fmla="*/ 1005237 h 1031629"/>
              <a:gd name="connsiteX2607" fmla="*/ 5204915 w 6312643"/>
              <a:gd name="connsiteY2607" fmla="*/ 1005237 h 1031629"/>
              <a:gd name="connsiteX2608" fmla="*/ 5218364 w 6312643"/>
              <a:gd name="connsiteY2608" fmla="*/ 1008425 h 1031629"/>
              <a:gd name="connsiteX2609" fmla="*/ 5221881 w 6312643"/>
              <a:gd name="connsiteY2609" fmla="*/ 1009518 h 1031629"/>
              <a:gd name="connsiteX2610" fmla="*/ 5228514 w 6312643"/>
              <a:gd name="connsiteY2610" fmla="*/ 1007067 h 1031629"/>
              <a:gd name="connsiteX2611" fmla="*/ 5235476 w 6312643"/>
              <a:gd name="connsiteY2611" fmla="*/ 1004617 h 1031629"/>
              <a:gd name="connsiteX2612" fmla="*/ 5238004 w 6312643"/>
              <a:gd name="connsiteY2612" fmla="*/ 1005059 h 1031629"/>
              <a:gd name="connsiteX2613" fmla="*/ 5241668 w 6312643"/>
              <a:gd name="connsiteY2613" fmla="*/ 1005384 h 1031629"/>
              <a:gd name="connsiteX2614" fmla="*/ 5247128 w 6312643"/>
              <a:gd name="connsiteY2614" fmla="*/ 1012912 h 1031629"/>
              <a:gd name="connsiteX2615" fmla="*/ 5253431 w 6312643"/>
              <a:gd name="connsiteY2615" fmla="*/ 1025312 h 1031629"/>
              <a:gd name="connsiteX2616" fmla="*/ 5254457 w 6312643"/>
              <a:gd name="connsiteY2616" fmla="*/ 1025312 h 1031629"/>
              <a:gd name="connsiteX2617" fmla="*/ 5270287 w 6312643"/>
              <a:gd name="connsiteY2617" fmla="*/ 1024456 h 1031629"/>
              <a:gd name="connsiteX2618" fmla="*/ 5279961 w 6312643"/>
              <a:gd name="connsiteY2618" fmla="*/ 1026374 h 1031629"/>
              <a:gd name="connsiteX2619" fmla="*/ 5302497 w 6312643"/>
              <a:gd name="connsiteY2619" fmla="*/ 1031275 h 1031629"/>
              <a:gd name="connsiteX2620" fmla="*/ 5307260 w 6312643"/>
              <a:gd name="connsiteY2620" fmla="*/ 1031216 h 1031629"/>
              <a:gd name="connsiteX2621" fmla="*/ 5311987 w 6312643"/>
              <a:gd name="connsiteY2621" fmla="*/ 1031158 h 1031629"/>
              <a:gd name="connsiteX2622" fmla="*/ 5315871 w 6312643"/>
              <a:gd name="connsiteY2622" fmla="*/ 1031246 h 1031629"/>
              <a:gd name="connsiteX2623" fmla="*/ 5321295 w 6312643"/>
              <a:gd name="connsiteY2623" fmla="*/ 1031364 h 1031629"/>
              <a:gd name="connsiteX2624" fmla="*/ 5320892 w 6312643"/>
              <a:gd name="connsiteY2624" fmla="*/ 1031629 h 1031629"/>
              <a:gd name="connsiteX2625" fmla="*/ 5333314 w 6312643"/>
              <a:gd name="connsiteY2625" fmla="*/ 1029622 h 1031629"/>
              <a:gd name="connsiteX2626" fmla="*/ 5336795 w 6312643"/>
              <a:gd name="connsiteY2626" fmla="*/ 1014271 h 1031629"/>
              <a:gd name="connsiteX2627" fmla="*/ 5343757 w 6312643"/>
              <a:gd name="connsiteY2627" fmla="*/ 1002964 h 1031629"/>
              <a:gd name="connsiteX2628" fmla="*/ 5349473 w 6312643"/>
              <a:gd name="connsiteY2628" fmla="*/ 1001045 h 1031629"/>
              <a:gd name="connsiteX2629" fmla="*/ 5351416 w 6312643"/>
              <a:gd name="connsiteY2629" fmla="*/ 1003672 h 1031629"/>
              <a:gd name="connsiteX2630" fmla="*/ 5351781 w 6312643"/>
              <a:gd name="connsiteY2630" fmla="*/ 1010344 h 1031629"/>
              <a:gd name="connsiteX2631" fmla="*/ 5357205 w 6312643"/>
              <a:gd name="connsiteY2631" fmla="*/ 1024544 h 1031629"/>
              <a:gd name="connsiteX2632" fmla="*/ 5370140 w 6312643"/>
              <a:gd name="connsiteY2632" fmla="*/ 1019939 h 1031629"/>
              <a:gd name="connsiteX2633" fmla="*/ 5388975 w 6312643"/>
              <a:gd name="connsiteY2633" fmla="*/ 1011850 h 1031629"/>
              <a:gd name="connsiteX2634" fmla="*/ 5389854 w 6312643"/>
              <a:gd name="connsiteY2634" fmla="*/ 1009045 h 1031629"/>
              <a:gd name="connsiteX2635" fmla="*/ 5400225 w 6312643"/>
              <a:gd name="connsiteY2635" fmla="*/ 1000927 h 1031629"/>
              <a:gd name="connsiteX2636" fmla="*/ 5408763 w 6312643"/>
              <a:gd name="connsiteY2636" fmla="*/ 1006418 h 1031629"/>
              <a:gd name="connsiteX2637" fmla="*/ 5421881 w 6312643"/>
              <a:gd name="connsiteY2637" fmla="*/ 1011998 h 1031629"/>
              <a:gd name="connsiteX2638" fmla="*/ 5432067 w 6312643"/>
              <a:gd name="connsiteY2638" fmla="*/ 1009783 h 1031629"/>
              <a:gd name="connsiteX2639" fmla="*/ 5444966 w 6312643"/>
              <a:gd name="connsiteY2639" fmla="*/ 1004026 h 1031629"/>
              <a:gd name="connsiteX2640" fmla="*/ 5463984 w 6312643"/>
              <a:gd name="connsiteY2640" fmla="*/ 990564 h 1031629"/>
              <a:gd name="connsiteX2641" fmla="*/ 5467062 w 6312643"/>
              <a:gd name="connsiteY2641" fmla="*/ 990742 h 1031629"/>
              <a:gd name="connsiteX2642" fmla="*/ 5467135 w 6312643"/>
              <a:gd name="connsiteY2642" fmla="*/ 990742 h 1031629"/>
              <a:gd name="connsiteX2643" fmla="*/ 5471166 w 6312643"/>
              <a:gd name="connsiteY2643" fmla="*/ 985988 h 1031629"/>
              <a:gd name="connsiteX2644" fmla="*/ 5475233 w 6312643"/>
              <a:gd name="connsiteY2644" fmla="*/ 980025 h 1031629"/>
              <a:gd name="connsiteX2645" fmla="*/ 5479960 w 6312643"/>
              <a:gd name="connsiteY2645" fmla="*/ 982534 h 1031629"/>
              <a:gd name="connsiteX2646" fmla="*/ 5494507 w 6312643"/>
              <a:gd name="connsiteY2646" fmla="*/ 991007 h 1031629"/>
              <a:gd name="connsiteX2647" fmla="*/ 5504621 w 6312643"/>
              <a:gd name="connsiteY2647" fmla="*/ 986697 h 1031629"/>
              <a:gd name="connsiteX2648" fmla="*/ 5514148 w 6312643"/>
              <a:gd name="connsiteY2648" fmla="*/ 984276 h 1031629"/>
              <a:gd name="connsiteX2649" fmla="*/ 5518363 w 6312643"/>
              <a:gd name="connsiteY2649" fmla="*/ 985280 h 1031629"/>
              <a:gd name="connsiteX2650" fmla="*/ 5527927 w 6312643"/>
              <a:gd name="connsiteY2650" fmla="*/ 989885 h 1031629"/>
              <a:gd name="connsiteX2651" fmla="*/ 5540678 w 6312643"/>
              <a:gd name="connsiteY2651" fmla="*/ 984719 h 1031629"/>
              <a:gd name="connsiteX2652" fmla="*/ 5564826 w 6312643"/>
              <a:gd name="connsiteY2652" fmla="*/ 977486 h 1031629"/>
              <a:gd name="connsiteX2653" fmla="*/ 5579300 w 6312643"/>
              <a:gd name="connsiteY2653" fmla="*/ 980114 h 1031629"/>
              <a:gd name="connsiteX2654" fmla="*/ 5615174 w 6312643"/>
              <a:gd name="connsiteY2654" fmla="*/ 984896 h 1031629"/>
              <a:gd name="connsiteX2655" fmla="*/ 5624921 w 6312643"/>
              <a:gd name="connsiteY2655" fmla="*/ 985043 h 1031629"/>
              <a:gd name="connsiteX2656" fmla="*/ 5629062 w 6312643"/>
              <a:gd name="connsiteY2656" fmla="*/ 985043 h 1031629"/>
              <a:gd name="connsiteX2657" fmla="*/ 5633093 w 6312643"/>
              <a:gd name="connsiteY2657" fmla="*/ 985043 h 1031629"/>
              <a:gd name="connsiteX2658" fmla="*/ 5645002 w 6312643"/>
              <a:gd name="connsiteY2658" fmla="*/ 985280 h 1031629"/>
              <a:gd name="connsiteX2659" fmla="*/ 5651378 w 6312643"/>
              <a:gd name="connsiteY2659" fmla="*/ 991420 h 1031629"/>
              <a:gd name="connsiteX2660" fmla="*/ 5665558 w 6312643"/>
              <a:gd name="connsiteY2660" fmla="*/ 992483 h 1031629"/>
              <a:gd name="connsiteX2661" fmla="*/ 5672740 w 6312643"/>
              <a:gd name="connsiteY2661" fmla="*/ 991096 h 1031629"/>
              <a:gd name="connsiteX2662" fmla="*/ 5715577 w 6312643"/>
              <a:gd name="connsiteY2662" fmla="*/ 984689 h 1031629"/>
              <a:gd name="connsiteX2663" fmla="*/ 5728988 w 6312643"/>
              <a:gd name="connsiteY2663" fmla="*/ 980114 h 1031629"/>
              <a:gd name="connsiteX2664" fmla="*/ 5734448 w 6312643"/>
              <a:gd name="connsiteY2664" fmla="*/ 978903 h 1031629"/>
              <a:gd name="connsiteX2665" fmla="*/ 5739028 w 6312643"/>
              <a:gd name="connsiteY2665" fmla="*/ 980940 h 1031629"/>
              <a:gd name="connsiteX2666" fmla="*/ 5736500 w 6312643"/>
              <a:gd name="connsiteY2666" fmla="*/ 986195 h 1031629"/>
              <a:gd name="connsiteX2667" fmla="*/ 5733898 w 6312643"/>
              <a:gd name="connsiteY2667" fmla="*/ 998890 h 1031629"/>
              <a:gd name="connsiteX2668" fmla="*/ 5737270 w 6312643"/>
              <a:gd name="connsiteY2668" fmla="*/ 1003967 h 1031629"/>
              <a:gd name="connsiteX2669" fmla="*/ 5739505 w 6312643"/>
              <a:gd name="connsiteY2669" fmla="*/ 1001311 h 1031629"/>
              <a:gd name="connsiteX2670" fmla="*/ 5762444 w 6312643"/>
              <a:gd name="connsiteY2670" fmla="*/ 985103 h 1031629"/>
              <a:gd name="connsiteX2671" fmla="*/ 5767170 w 6312643"/>
              <a:gd name="connsiteY2671" fmla="*/ 985310 h 1031629"/>
              <a:gd name="connsiteX2672" fmla="*/ 5788498 w 6312643"/>
              <a:gd name="connsiteY2672" fmla="*/ 989531 h 1031629"/>
              <a:gd name="connsiteX2673" fmla="*/ 5793517 w 6312643"/>
              <a:gd name="connsiteY2673" fmla="*/ 990653 h 1031629"/>
              <a:gd name="connsiteX2674" fmla="*/ 5798537 w 6312643"/>
              <a:gd name="connsiteY2674" fmla="*/ 989619 h 1031629"/>
              <a:gd name="connsiteX2675" fmla="*/ 5812828 w 6312643"/>
              <a:gd name="connsiteY2675" fmla="*/ 984807 h 1031629"/>
              <a:gd name="connsiteX2676" fmla="*/ 5819167 w 6312643"/>
              <a:gd name="connsiteY2676" fmla="*/ 986816 h 1031629"/>
              <a:gd name="connsiteX2677" fmla="*/ 5824994 w 6312643"/>
              <a:gd name="connsiteY2677" fmla="*/ 989089 h 1031629"/>
              <a:gd name="connsiteX2678" fmla="*/ 5831076 w 6312643"/>
              <a:gd name="connsiteY2678" fmla="*/ 987170 h 1031629"/>
              <a:gd name="connsiteX2679" fmla="*/ 5836426 w 6312643"/>
              <a:gd name="connsiteY2679" fmla="*/ 985250 h 1031629"/>
              <a:gd name="connsiteX2680" fmla="*/ 5838148 w 6312643"/>
              <a:gd name="connsiteY2680" fmla="*/ 985605 h 1031629"/>
              <a:gd name="connsiteX2681" fmla="*/ 5848079 w 6312643"/>
              <a:gd name="connsiteY2681" fmla="*/ 987641 h 1031629"/>
              <a:gd name="connsiteX2682" fmla="*/ 5860978 w 6312643"/>
              <a:gd name="connsiteY2682" fmla="*/ 985664 h 1031629"/>
              <a:gd name="connsiteX2683" fmla="*/ 5869369 w 6312643"/>
              <a:gd name="connsiteY2683" fmla="*/ 984838 h 1031629"/>
              <a:gd name="connsiteX2684" fmla="*/ 5886591 w 6312643"/>
              <a:gd name="connsiteY2684" fmla="*/ 986137 h 1031629"/>
              <a:gd name="connsiteX2685" fmla="*/ 5887361 w 6312643"/>
              <a:gd name="connsiteY2685" fmla="*/ 990918 h 1031629"/>
              <a:gd name="connsiteX2686" fmla="*/ 5883660 w 6312643"/>
              <a:gd name="connsiteY2686" fmla="*/ 999480 h 1031629"/>
              <a:gd name="connsiteX2687" fmla="*/ 5886995 w 6312643"/>
              <a:gd name="connsiteY2687" fmla="*/ 1003081 h 1031629"/>
              <a:gd name="connsiteX2688" fmla="*/ 5894140 w 6312643"/>
              <a:gd name="connsiteY2688" fmla="*/ 999510 h 1031629"/>
              <a:gd name="connsiteX2689" fmla="*/ 5925763 w 6312643"/>
              <a:gd name="connsiteY2689" fmla="*/ 992365 h 1031629"/>
              <a:gd name="connsiteX2690" fmla="*/ 5928548 w 6312643"/>
              <a:gd name="connsiteY2690" fmla="*/ 992454 h 1031629"/>
              <a:gd name="connsiteX2691" fmla="*/ 5936243 w 6312643"/>
              <a:gd name="connsiteY2691" fmla="*/ 992041 h 1031629"/>
              <a:gd name="connsiteX2692" fmla="*/ 5943901 w 6312643"/>
              <a:gd name="connsiteY2692" fmla="*/ 991627 h 1031629"/>
              <a:gd name="connsiteX2693" fmla="*/ 5958302 w 6312643"/>
              <a:gd name="connsiteY2693" fmla="*/ 995200 h 1031629"/>
              <a:gd name="connsiteX2694" fmla="*/ 5972190 w 6312643"/>
              <a:gd name="connsiteY2694" fmla="*/ 998211 h 1031629"/>
              <a:gd name="connsiteX2695" fmla="*/ 5984099 w 6312643"/>
              <a:gd name="connsiteY2695" fmla="*/ 998388 h 1031629"/>
              <a:gd name="connsiteX2696" fmla="*/ 5991941 w 6312643"/>
              <a:gd name="connsiteY2696" fmla="*/ 998358 h 1031629"/>
              <a:gd name="connsiteX2697" fmla="*/ 5999783 w 6312643"/>
              <a:gd name="connsiteY2697" fmla="*/ 998329 h 1031629"/>
              <a:gd name="connsiteX2698" fmla="*/ 6005755 w 6312643"/>
              <a:gd name="connsiteY2698" fmla="*/ 998358 h 1031629"/>
              <a:gd name="connsiteX2699" fmla="*/ 6006415 w 6312643"/>
              <a:gd name="connsiteY2699" fmla="*/ 998358 h 1031629"/>
              <a:gd name="connsiteX2700" fmla="*/ 6028548 w 6312643"/>
              <a:gd name="connsiteY2700" fmla="*/ 994550 h 1031629"/>
              <a:gd name="connsiteX2701" fmla="*/ 6050644 w 6312643"/>
              <a:gd name="connsiteY2701" fmla="*/ 990742 h 1031629"/>
              <a:gd name="connsiteX2702" fmla="*/ 6056287 w 6312643"/>
              <a:gd name="connsiteY2702" fmla="*/ 991096 h 1031629"/>
              <a:gd name="connsiteX2703" fmla="*/ 6059364 w 6312643"/>
              <a:gd name="connsiteY2703" fmla="*/ 989531 h 1031629"/>
              <a:gd name="connsiteX2704" fmla="*/ 6060427 w 6312643"/>
              <a:gd name="connsiteY2704" fmla="*/ 987494 h 1031629"/>
              <a:gd name="connsiteX2705" fmla="*/ 6057789 w 6312643"/>
              <a:gd name="connsiteY2705" fmla="*/ 985250 h 1031629"/>
              <a:gd name="connsiteX2706" fmla="*/ 6050204 w 6312643"/>
              <a:gd name="connsiteY2706" fmla="*/ 981118 h 1031629"/>
              <a:gd name="connsiteX2707" fmla="*/ 6057899 w 6312643"/>
              <a:gd name="connsiteY2707" fmla="*/ 973708 h 1031629"/>
              <a:gd name="connsiteX2708" fmla="*/ 6060098 w 6312643"/>
              <a:gd name="connsiteY2708" fmla="*/ 974209 h 1031629"/>
              <a:gd name="connsiteX2709" fmla="*/ 6066620 w 6312643"/>
              <a:gd name="connsiteY2709" fmla="*/ 976335 h 1031629"/>
              <a:gd name="connsiteX2710" fmla="*/ 6072226 w 6312643"/>
              <a:gd name="connsiteY2710" fmla="*/ 973529 h 1031629"/>
              <a:gd name="connsiteX2711" fmla="*/ 6080398 w 6312643"/>
              <a:gd name="connsiteY2711" fmla="*/ 967006 h 1031629"/>
              <a:gd name="connsiteX2712" fmla="*/ 6082890 w 6312643"/>
              <a:gd name="connsiteY2712" fmla="*/ 967566 h 1031629"/>
              <a:gd name="connsiteX2713" fmla="*/ 6085344 w 6312643"/>
              <a:gd name="connsiteY2713" fmla="*/ 976629 h 1031629"/>
              <a:gd name="connsiteX2714" fmla="*/ 6085344 w 6312643"/>
              <a:gd name="connsiteY2714" fmla="*/ 979877 h 1031629"/>
              <a:gd name="connsiteX2715" fmla="*/ 6089925 w 6312643"/>
              <a:gd name="connsiteY2715" fmla="*/ 982712 h 1031629"/>
              <a:gd name="connsiteX2716" fmla="*/ 6100662 w 6312643"/>
              <a:gd name="connsiteY2716" fmla="*/ 978461 h 1031629"/>
              <a:gd name="connsiteX2717" fmla="*/ 6106377 w 6312643"/>
              <a:gd name="connsiteY2717" fmla="*/ 981059 h 1031629"/>
              <a:gd name="connsiteX2718" fmla="*/ 6110299 w 6312643"/>
              <a:gd name="connsiteY2718" fmla="*/ 983066 h 1031629"/>
              <a:gd name="connsiteX2719" fmla="*/ 6114696 w 6312643"/>
              <a:gd name="connsiteY2719" fmla="*/ 981295 h 1031629"/>
              <a:gd name="connsiteX2720" fmla="*/ 6118873 w 6312643"/>
              <a:gd name="connsiteY2720" fmla="*/ 979523 h 1031629"/>
              <a:gd name="connsiteX2721" fmla="*/ 6121365 w 6312643"/>
              <a:gd name="connsiteY2721" fmla="*/ 980556 h 1031629"/>
              <a:gd name="connsiteX2722" fmla="*/ 6125909 w 6312643"/>
              <a:gd name="connsiteY2722" fmla="*/ 982652 h 1031629"/>
              <a:gd name="connsiteX2723" fmla="*/ 6133091 w 6312643"/>
              <a:gd name="connsiteY2723" fmla="*/ 978342 h 1031629"/>
              <a:gd name="connsiteX2724" fmla="*/ 6138368 w 6312643"/>
              <a:gd name="connsiteY2724" fmla="*/ 962902 h 1031629"/>
              <a:gd name="connsiteX2725" fmla="*/ 6144927 w 6312643"/>
              <a:gd name="connsiteY2725" fmla="*/ 958680 h 1031629"/>
              <a:gd name="connsiteX2726" fmla="*/ 6147088 w 6312643"/>
              <a:gd name="connsiteY2726" fmla="*/ 958917 h 1031629"/>
              <a:gd name="connsiteX2727" fmla="*/ 6151998 w 6312643"/>
              <a:gd name="connsiteY2727" fmla="*/ 962961 h 1031629"/>
              <a:gd name="connsiteX2728" fmla="*/ 6152475 w 6312643"/>
              <a:gd name="connsiteY2728" fmla="*/ 969604 h 1031629"/>
              <a:gd name="connsiteX2729" fmla="*/ 6166216 w 6312643"/>
              <a:gd name="connsiteY2729" fmla="*/ 981206 h 1031629"/>
              <a:gd name="connsiteX2730" fmla="*/ 6179591 w 6312643"/>
              <a:gd name="connsiteY2730" fmla="*/ 985073 h 1031629"/>
              <a:gd name="connsiteX2731" fmla="*/ 6186810 w 6312643"/>
              <a:gd name="connsiteY2731" fmla="*/ 983066 h 1031629"/>
              <a:gd name="connsiteX2732" fmla="*/ 6205058 w 6312643"/>
              <a:gd name="connsiteY2732" fmla="*/ 977486 h 1031629"/>
              <a:gd name="connsiteX2733" fmla="*/ 6221218 w 6312643"/>
              <a:gd name="connsiteY2733" fmla="*/ 982298 h 1031629"/>
              <a:gd name="connsiteX2734" fmla="*/ 6236535 w 6312643"/>
              <a:gd name="connsiteY2734" fmla="*/ 979198 h 1031629"/>
              <a:gd name="connsiteX2735" fmla="*/ 6247345 w 6312643"/>
              <a:gd name="connsiteY2735" fmla="*/ 984188 h 1031629"/>
              <a:gd name="connsiteX2736" fmla="*/ 6254050 w 6312643"/>
              <a:gd name="connsiteY2736" fmla="*/ 983095 h 1031629"/>
              <a:gd name="connsiteX2737" fmla="*/ 6269844 w 6312643"/>
              <a:gd name="connsiteY2737" fmla="*/ 978283 h 1031629"/>
              <a:gd name="connsiteX2738" fmla="*/ 6274901 w 6312643"/>
              <a:gd name="connsiteY2738" fmla="*/ 978372 h 1031629"/>
              <a:gd name="connsiteX2739" fmla="*/ 6286077 w 6312643"/>
              <a:gd name="connsiteY2739" fmla="*/ 978490 h 1031629"/>
              <a:gd name="connsiteX2740" fmla="*/ 6293002 w 6312643"/>
              <a:gd name="connsiteY2740" fmla="*/ 978490 h 1031629"/>
              <a:gd name="connsiteX2741" fmla="*/ 6299671 w 6312643"/>
              <a:gd name="connsiteY2741" fmla="*/ 978490 h 1031629"/>
              <a:gd name="connsiteX2742" fmla="*/ 6304765 w 6312643"/>
              <a:gd name="connsiteY2742" fmla="*/ 978490 h 1031629"/>
              <a:gd name="connsiteX2743" fmla="*/ 6305022 w 6312643"/>
              <a:gd name="connsiteY2743" fmla="*/ 978490 h 1031629"/>
              <a:gd name="connsiteX2744" fmla="*/ 6312643 w 6312643"/>
              <a:gd name="connsiteY2744" fmla="*/ 972872 h 1031629"/>
              <a:gd name="connsiteX2745" fmla="*/ 6312643 w 6312643"/>
              <a:gd name="connsiteY2745" fmla="*/ 955166 h 1031629"/>
              <a:gd name="connsiteX2746" fmla="*/ 6310042 w 6312643"/>
              <a:gd name="connsiteY2746" fmla="*/ 957293 h 1031629"/>
              <a:gd name="connsiteX2747" fmla="*/ 6308209 w 6312643"/>
              <a:gd name="connsiteY2747" fmla="*/ 957205 h 1031629"/>
              <a:gd name="connsiteX2748" fmla="*/ 6305461 w 6312643"/>
              <a:gd name="connsiteY2748" fmla="*/ 955728 h 1031629"/>
              <a:gd name="connsiteX2749" fmla="*/ 6307477 w 6312643"/>
              <a:gd name="connsiteY2749" fmla="*/ 951891 h 1031629"/>
              <a:gd name="connsiteX2750" fmla="*/ 6312643 w 6312643"/>
              <a:gd name="connsiteY2750" fmla="*/ 951641 h 1031629"/>
              <a:gd name="connsiteX2751" fmla="*/ 6312643 w 6312643"/>
              <a:gd name="connsiteY2751" fmla="*/ 79803 h 1031629"/>
              <a:gd name="connsiteX2752" fmla="*/ 6308841 w 6312643"/>
              <a:gd name="connsiteY2752" fmla="*/ 80625 h 1031629"/>
              <a:gd name="connsiteX2753" fmla="*/ 6297628 w 6312643"/>
              <a:gd name="connsiteY2753" fmla="*/ 76197 h 1031629"/>
              <a:gd name="connsiteX2754" fmla="*/ 6294697 w 6312643"/>
              <a:gd name="connsiteY2754" fmla="*/ 68875 h 1031629"/>
              <a:gd name="connsiteX2755" fmla="*/ 6301365 w 6312643"/>
              <a:gd name="connsiteY2755" fmla="*/ 67900 h 1031629"/>
              <a:gd name="connsiteX2756" fmla="*/ 6312643 w 6312643"/>
              <a:gd name="connsiteY2756" fmla="*/ 72101 h 1031629"/>
              <a:gd name="connsiteX2757" fmla="*/ 6312643 w 6312643"/>
              <a:gd name="connsiteY2757" fmla="*/ 53212 h 1031629"/>
              <a:gd name="connsiteX2758" fmla="*/ 6308218 w 6312643"/>
              <a:gd name="connsiteY2758" fmla="*/ 53259 h 1031629"/>
              <a:gd name="connsiteX2759" fmla="*/ 6303161 w 6312643"/>
              <a:gd name="connsiteY2759" fmla="*/ 53347 h 1031629"/>
              <a:gd name="connsiteX2760" fmla="*/ 6287368 w 6312643"/>
              <a:gd name="connsiteY2760" fmla="*/ 48535 h 1031629"/>
              <a:gd name="connsiteX2761" fmla="*/ 6280662 w 6312643"/>
              <a:gd name="connsiteY2761" fmla="*/ 47442 h 1031629"/>
              <a:gd name="connsiteX2762" fmla="*/ 6269852 w 6312643"/>
              <a:gd name="connsiteY2762" fmla="*/ 52431 h 1031629"/>
              <a:gd name="connsiteX2763" fmla="*/ 6254535 w 6312643"/>
              <a:gd name="connsiteY2763" fmla="*/ 49331 h 1031629"/>
              <a:gd name="connsiteX2764" fmla="*/ 6238376 w 6312643"/>
              <a:gd name="connsiteY2764" fmla="*/ 54144 h 1031629"/>
              <a:gd name="connsiteX2765" fmla="*/ 6220128 w 6312643"/>
              <a:gd name="connsiteY2765" fmla="*/ 48564 h 1031629"/>
              <a:gd name="connsiteX2766" fmla="*/ 6212908 w 6312643"/>
              <a:gd name="connsiteY2766" fmla="*/ 46557 h 1031629"/>
              <a:gd name="connsiteX2767" fmla="*/ 6199534 w 6312643"/>
              <a:gd name="connsiteY2767" fmla="*/ 50424 h 1031629"/>
              <a:gd name="connsiteX2768" fmla="*/ 6185792 w 6312643"/>
              <a:gd name="connsiteY2768" fmla="*/ 62026 h 1031629"/>
              <a:gd name="connsiteX2769" fmla="*/ 6185316 w 6312643"/>
              <a:gd name="connsiteY2769" fmla="*/ 68668 h 1031629"/>
              <a:gd name="connsiteX2770" fmla="*/ 6180405 w 6312643"/>
              <a:gd name="connsiteY2770" fmla="*/ 72713 h 1031629"/>
              <a:gd name="connsiteX2771" fmla="*/ 6178244 w 6312643"/>
              <a:gd name="connsiteY2771" fmla="*/ 72949 h 1031629"/>
              <a:gd name="connsiteX2772" fmla="*/ 6171685 w 6312643"/>
              <a:gd name="connsiteY2772" fmla="*/ 68728 h 1031629"/>
              <a:gd name="connsiteX2773" fmla="*/ 6166408 w 6312643"/>
              <a:gd name="connsiteY2773" fmla="*/ 53288 h 1031629"/>
              <a:gd name="connsiteX2774" fmla="*/ 6159226 w 6312643"/>
              <a:gd name="connsiteY2774" fmla="*/ 48977 h 1031629"/>
              <a:gd name="connsiteX2775" fmla="*/ 6154682 w 6312643"/>
              <a:gd name="connsiteY2775" fmla="*/ 51073 h 1031629"/>
              <a:gd name="connsiteX2776" fmla="*/ 6152191 w 6312643"/>
              <a:gd name="connsiteY2776" fmla="*/ 52106 h 1031629"/>
              <a:gd name="connsiteX2777" fmla="*/ 6148013 w 6312643"/>
              <a:gd name="connsiteY2777" fmla="*/ 50336 h 1031629"/>
              <a:gd name="connsiteX2778" fmla="*/ 6143616 w 6312643"/>
              <a:gd name="connsiteY2778" fmla="*/ 48564 h 1031629"/>
              <a:gd name="connsiteX2779" fmla="*/ 6139695 w 6312643"/>
              <a:gd name="connsiteY2779" fmla="*/ 50571 h 1031629"/>
              <a:gd name="connsiteX2780" fmla="*/ 6133979 w 6312643"/>
              <a:gd name="connsiteY2780" fmla="*/ 53170 h 1031629"/>
              <a:gd name="connsiteX2781" fmla="*/ 6123242 w 6312643"/>
              <a:gd name="connsiteY2781" fmla="*/ 48918 h 1031629"/>
              <a:gd name="connsiteX2782" fmla="*/ 6118662 w 6312643"/>
              <a:gd name="connsiteY2782" fmla="*/ 51752 h 1031629"/>
              <a:gd name="connsiteX2783" fmla="*/ 6118662 w 6312643"/>
              <a:gd name="connsiteY2783" fmla="*/ 55000 h 1031629"/>
              <a:gd name="connsiteX2784" fmla="*/ 6116207 w 6312643"/>
              <a:gd name="connsiteY2784" fmla="*/ 64063 h 1031629"/>
              <a:gd name="connsiteX2785" fmla="*/ 6113715 w 6312643"/>
              <a:gd name="connsiteY2785" fmla="*/ 64623 h 1031629"/>
              <a:gd name="connsiteX2786" fmla="*/ 6105543 w 6312643"/>
              <a:gd name="connsiteY2786" fmla="*/ 58100 h 1031629"/>
              <a:gd name="connsiteX2787" fmla="*/ 6099937 w 6312643"/>
              <a:gd name="connsiteY2787" fmla="*/ 55295 h 1031629"/>
              <a:gd name="connsiteX2788" fmla="*/ 6093415 w 6312643"/>
              <a:gd name="connsiteY2788" fmla="*/ 57421 h 1031629"/>
              <a:gd name="connsiteX2789" fmla="*/ 6091216 w 6312643"/>
              <a:gd name="connsiteY2789" fmla="*/ 57923 h 1031629"/>
              <a:gd name="connsiteX2790" fmla="*/ 6083521 w 6312643"/>
              <a:gd name="connsiteY2790" fmla="*/ 50513 h 1031629"/>
              <a:gd name="connsiteX2791" fmla="*/ 6091106 w 6312643"/>
              <a:gd name="connsiteY2791" fmla="*/ 46379 h 1031629"/>
              <a:gd name="connsiteX2792" fmla="*/ 6093744 w 6312643"/>
              <a:gd name="connsiteY2792" fmla="*/ 44136 h 1031629"/>
              <a:gd name="connsiteX2793" fmla="*/ 6092682 w 6312643"/>
              <a:gd name="connsiteY2793" fmla="*/ 42099 h 1031629"/>
              <a:gd name="connsiteX2794" fmla="*/ 6089604 w 6312643"/>
              <a:gd name="connsiteY2794" fmla="*/ 40534 h 1031629"/>
              <a:gd name="connsiteX2795" fmla="*/ 6083961 w 6312643"/>
              <a:gd name="connsiteY2795" fmla="*/ 40888 h 1031629"/>
              <a:gd name="connsiteX2796" fmla="*/ 6061865 w 6312643"/>
              <a:gd name="connsiteY2796" fmla="*/ 37080 h 1031629"/>
              <a:gd name="connsiteX2797" fmla="*/ 6039733 w 6312643"/>
              <a:gd name="connsiteY2797" fmla="*/ 33272 h 1031629"/>
              <a:gd name="connsiteX2798" fmla="*/ 6039072 w 6312643"/>
              <a:gd name="connsiteY2798" fmla="*/ 33272 h 1031629"/>
              <a:gd name="connsiteX2799" fmla="*/ 6033100 w 6312643"/>
              <a:gd name="connsiteY2799" fmla="*/ 33301 h 1031629"/>
              <a:gd name="connsiteX2800" fmla="*/ 6025258 w 6312643"/>
              <a:gd name="connsiteY2800" fmla="*/ 33272 h 1031629"/>
              <a:gd name="connsiteX2801" fmla="*/ 6017416 w 6312643"/>
              <a:gd name="connsiteY2801" fmla="*/ 33241 h 1031629"/>
              <a:gd name="connsiteX2802" fmla="*/ 6005508 w 6312643"/>
              <a:gd name="connsiteY2802" fmla="*/ 33420 h 1031629"/>
              <a:gd name="connsiteX2803" fmla="*/ 5991620 w 6312643"/>
              <a:gd name="connsiteY2803" fmla="*/ 36430 h 1031629"/>
              <a:gd name="connsiteX2804" fmla="*/ 5977218 w 6312643"/>
              <a:gd name="connsiteY2804" fmla="*/ 40003 h 1031629"/>
              <a:gd name="connsiteX2805" fmla="*/ 5969560 w 6312643"/>
              <a:gd name="connsiteY2805" fmla="*/ 39589 h 1031629"/>
              <a:gd name="connsiteX2806" fmla="*/ 5961865 w 6312643"/>
              <a:gd name="connsiteY2806" fmla="*/ 39176 h 1031629"/>
              <a:gd name="connsiteX2807" fmla="*/ 5959080 w 6312643"/>
              <a:gd name="connsiteY2807" fmla="*/ 39264 h 1031629"/>
              <a:gd name="connsiteX2808" fmla="*/ 5927457 w 6312643"/>
              <a:gd name="connsiteY2808" fmla="*/ 32121 h 1031629"/>
              <a:gd name="connsiteX2809" fmla="*/ 5920312 w 6312643"/>
              <a:gd name="connsiteY2809" fmla="*/ 28548 h 1031629"/>
              <a:gd name="connsiteX2810" fmla="*/ 5916977 w 6312643"/>
              <a:gd name="connsiteY2810" fmla="*/ 32150 h 1031629"/>
              <a:gd name="connsiteX2811" fmla="*/ 5920678 w 6312643"/>
              <a:gd name="connsiteY2811" fmla="*/ 40711 h 1031629"/>
              <a:gd name="connsiteX2812" fmla="*/ 5919908 w 6312643"/>
              <a:gd name="connsiteY2812" fmla="*/ 45494 h 1031629"/>
              <a:gd name="connsiteX2813" fmla="*/ 5902686 w 6312643"/>
              <a:gd name="connsiteY2813" fmla="*/ 46793 h 1031629"/>
              <a:gd name="connsiteX2814" fmla="*/ 5894295 w 6312643"/>
              <a:gd name="connsiteY2814" fmla="*/ 45966 h 1031629"/>
              <a:gd name="connsiteX2815" fmla="*/ 5881396 w 6312643"/>
              <a:gd name="connsiteY2815" fmla="*/ 43988 h 1031629"/>
              <a:gd name="connsiteX2816" fmla="*/ 5871465 w 6312643"/>
              <a:gd name="connsiteY2816" fmla="*/ 46025 h 1031629"/>
              <a:gd name="connsiteX2817" fmla="*/ 5869744 w 6312643"/>
              <a:gd name="connsiteY2817" fmla="*/ 46379 h 1031629"/>
              <a:gd name="connsiteX2818" fmla="*/ 5864394 w 6312643"/>
              <a:gd name="connsiteY2818" fmla="*/ 44461 h 1031629"/>
              <a:gd name="connsiteX2819" fmla="*/ 5858311 w 6312643"/>
              <a:gd name="connsiteY2819" fmla="*/ 42541 h 1031629"/>
              <a:gd name="connsiteX2820" fmla="*/ 5852485 w 6312643"/>
              <a:gd name="connsiteY2820" fmla="*/ 44815 h 1031629"/>
              <a:gd name="connsiteX2821" fmla="*/ 5846146 w 6312643"/>
              <a:gd name="connsiteY2821" fmla="*/ 46823 h 1031629"/>
              <a:gd name="connsiteX2822" fmla="*/ 5831855 w 6312643"/>
              <a:gd name="connsiteY2822" fmla="*/ 42010 h 1031629"/>
              <a:gd name="connsiteX2823" fmla="*/ 5826834 w 6312643"/>
              <a:gd name="connsiteY2823" fmla="*/ 40977 h 1031629"/>
              <a:gd name="connsiteX2824" fmla="*/ 5821814 w 6312643"/>
              <a:gd name="connsiteY2824" fmla="*/ 42099 h 1031629"/>
              <a:gd name="connsiteX2825" fmla="*/ 5800487 w 6312643"/>
              <a:gd name="connsiteY2825" fmla="*/ 46320 h 1031629"/>
              <a:gd name="connsiteX2826" fmla="*/ 5795760 w 6312643"/>
              <a:gd name="connsiteY2826" fmla="*/ 46528 h 1031629"/>
              <a:gd name="connsiteX2827" fmla="*/ 5772822 w 6312643"/>
              <a:gd name="connsiteY2827" fmla="*/ 30320 h 1031629"/>
              <a:gd name="connsiteX2828" fmla="*/ 5770586 w 6312643"/>
              <a:gd name="connsiteY2828" fmla="*/ 27662 h 1031629"/>
              <a:gd name="connsiteX2829" fmla="*/ 5767215 w 6312643"/>
              <a:gd name="connsiteY2829" fmla="*/ 32741 h 1031629"/>
              <a:gd name="connsiteX2830" fmla="*/ 5769818 w 6312643"/>
              <a:gd name="connsiteY2830" fmla="*/ 45435 h 1031629"/>
              <a:gd name="connsiteX2831" fmla="*/ 5772345 w 6312643"/>
              <a:gd name="connsiteY2831" fmla="*/ 50690 h 1031629"/>
              <a:gd name="connsiteX2832" fmla="*/ 5767765 w 6312643"/>
              <a:gd name="connsiteY2832" fmla="*/ 52726 h 1031629"/>
              <a:gd name="connsiteX2833" fmla="*/ 5762306 w 6312643"/>
              <a:gd name="connsiteY2833" fmla="*/ 51515 h 1031629"/>
              <a:gd name="connsiteX2834" fmla="*/ 5748894 w 6312643"/>
              <a:gd name="connsiteY2834" fmla="*/ 46940 h 1031629"/>
              <a:gd name="connsiteX2835" fmla="*/ 5706058 w 6312643"/>
              <a:gd name="connsiteY2835" fmla="*/ 40534 h 1031629"/>
              <a:gd name="connsiteX2836" fmla="*/ 5698876 w 6312643"/>
              <a:gd name="connsiteY2836" fmla="*/ 39147 h 1031629"/>
              <a:gd name="connsiteX2837" fmla="*/ 5684695 w 6312643"/>
              <a:gd name="connsiteY2837" fmla="*/ 40209 h 1031629"/>
              <a:gd name="connsiteX2838" fmla="*/ 5678319 w 6312643"/>
              <a:gd name="connsiteY2838" fmla="*/ 46349 h 1031629"/>
              <a:gd name="connsiteX2839" fmla="*/ 5666410 w 6312643"/>
              <a:gd name="connsiteY2839" fmla="*/ 46586 h 1031629"/>
              <a:gd name="connsiteX2840" fmla="*/ 5662379 w 6312643"/>
              <a:gd name="connsiteY2840" fmla="*/ 46586 h 1031629"/>
              <a:gd name="connsiteX2841" fmla="*/ 5658239 w 6312643"/>
              <a:gd name="connsiteY2841" fmla="*/ 46586 h 1031629"/>
              <a:gd name="connsiteX2842" fmla="*/ 5648491 w 6312643"/>
              <a:gd name="connsiteY2842" fmla="*/ 46733 h 1031629"/>
              <a:gd name="connsiteX2843" fmla="*/ 5612617 w 6312643"/>
              <a:gd name="connsiteY2843" fmla="*/ 51515 h 1031629"/>
              <a:gd name="connsiteX2844" fmla="*/ 5598143 w 6312643"/>
              <a:gd name="connsiteY2844" fmla="*/ 54144 h 1031629"/>
              <a:gd name="connsiteX2845" fmla="*/ 5573995 w 6312643"/>
              <a:gd name="connsiteY2845" fmla="*/ 46911 h 1031629"/>
              <a:gd name="connsiteX2846" fmla="*/ 5561244 w 6312643"/>
              <a:gd name="connsiteY2846" fmla="*/ 41745 h 1031629"/>
              <a:gd name="connsiteX2847" fmla="*/ 5551680 w 6312643"/>
              <a:gd name="connsiteY2847" fmla="*/ 46349 h 1031629"/>
              <a:gd name="connsiteX2848" fmla="*/ 5547466 w 6312643"/>
              <a:gd name="connsiteY2848" fmla="*/ 47353 h 1031629"/>
              <a:gd name="connsiteX2849" fmla="*/ 5537938 w 6312643"/>
              <a:gd name="connsiteY2849" fmla="*/ 44933 h 1031629"/>
              <a:gd name="connsiteX2850" fmla="*/ 5527824 w 6312643"/>
              <a:gd name="connsiteY2850" fmla="*/ 40622 h 1031629"/>
              <a:gd name="connsiteX2851" fmla="*/ 5513277 w 6312643"/>
              <a:gd name="connsiteY2851" fmla="*/ 49095 h 1031629"/>
              <a:gd name="connsiteX2852" fmla="*/ 5508551 w 6312643"/>
              <a:gd name="connsiteY2852" fmla="*/ 51604 h 1031629"/>
              <a:gd name="connsiteX2853" fmla="*/ 5504483 w 6312643"/>
              <a:gd name="connsiteY2853" fmla="*/ 45641 h 1031629"/>
              <a:gd name="connsiteX2854" fmla="*/ 5500452 w 6312643"/>
              <a:gd name="connsiteY2854" fmla="*/ 40888 h 1031629"/>
              <a:gd name="connsiteX2855" fmla="*/ 5500379 w 6312643"/>
              <a:gd name="connsiteY2855" fmla="*/ 40888 h 1031629"/>
              <a:gd name="connsiteX2856" fmla="*/ 5497301 w 6312643"/>
              <a:gd name="connsiteY2856" fmla="*/ 41066 h 1031629"/>
              <a:gd name="connsiteX2857" fmla="*/ 5478283 w 6312643"/>
              <a:gd name="connsiteY2857" fmla="*/ 27603 h 1031629"/>
              <a:gd name="connsiteX2858" fmla="*/ 5465385 w 6312643"/>
              <a:gd name="connsiteY2858" fmla="*/ 21846 h 1031629"/>
              <a:gd name="connsiteX2859" fmla="*/ 5455198 w 6312643"/>
              <a:gd name="connsiteY2859" fmla="*/ 19633 h 1031629"/>
              <a:gd name="connsiteX2860" fmla="*/ 5442080 w 6312643"/>
              <a:gd name="connsiteY2860" fmla="*/ 25212 h 1031629"/>
              <a:gd name="connsiteX2861" fmla="*/ 5433542 w 6312643"/>
              <a:gd name="connsiteY2861" fmla="*/ 30703 h 1031629"/>
              <a:gd name="connsiteX2862" fmla="*/ 5423172 w 6312643"/>
              <a:gd name="connsiteY2862" fmla="*/ 22584 h 1031629"/>
              <a:gd name="connsiteX2863" fmla="*/ 5422292 w 6312643"/>
              <a:gd name="connsiteY2863" fmla="*/ 19780 h 1031629"/>
              <a:gd name="connsiteX2864" fmla="*/ 5403457 w 6312643"/>
              <a:gd name="connsiteY2864" fmla="*/ 11691 h 1031629"/>
              <a:gd name="connsiteX2865" fmla="*/ 5390522 w 6312643"/>
              <a:gd name="connsiteY2865" fmla="*/ 7085 h 1031629"/>
              <a:gd name="connsiteX2866" fmla="*/ 5385099 w 6312643"/>
              <a:gd name="connsiteY2866" fmla="*/ 21285 h 1031629"/>
              <a:gd name="connsiteX2867" fmla="*/ 5384733 w 6312643"/>
              <a:gd name="connsiteY2867" fmla="*/ 27958 h 1031629"/>
              <a:gd name="connsiteX2868" fmla="*/ 5382790 w 6312643"/>
              <a:gd name="connsiteY2868" fmla="*/ 30585 h 1031629"/>
              <a:gd name="connsiteX2869" fmla="*/ 5377074 w 6312643"/>
              <a:gd name="connsiteY2869" fmla="*/ 28666 h 1031629"/>
              <a:gd name="connsiteX2870" fmla="*/ 5370112 w 6312643"/>
              <a:gd name="connsiteY2870" fmla="*/ 17359 h 1031629"/>
              <a:gd name="connsiteX2871" fmla="*/ 5366631 w 6312643"/>
              <a:gd name="connsiteY2871" fmla="*/ 2007 h 1031629"/>
              <a:gd name="connsiteX2872" fmla="*/ 5354209 w 6312643"/>
              <a:gd name="connsiteY2872" fmla="*/ 0 h 10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Lst>
            <a:rect l="l" t="t" r="r" b="b"/>
            <a:pathLst>
              <a:path w="6312643" h="1031629">
                <a:moveTo>
                  <a:pt x="1556040" y="1018610"/>
                </a:moveTo>
                <a:lnTo>
                  <a:pt x="1556076" y="1018641"/>
                </a:lnTo>
                <a:cubicBezTo>
                  <a:pt x="1559520" y="1018641"/>
                  <a:pt x="1562233" y="1021031"/>
                  <a:pt x="1560583" y="1022655"/>
                </a:cubicBezTo>
                <a:cubicBezTo>
                  <a:pt x="1559374" y="1023807"/>
                  <a:pt x="1557102" y="1024721"/>
                  <a:pt x="1555307" y="1024721"/>
                </a:cubicBezTo>
                <a:cubicBezTo>
                  <a:pt x="1555160" y="1024721"/>
                  <a:pt x="1554977" y="1024721"/>
                  <a:pt x="1554831" y="1024721"/>
                </a:cubicBezTo>
                <a:lnTo>
                  <a:pt x="1552192" y="1023511"/>
                </a:lnTo>
                <a:lnTo>
                  <a:pt x="1549627" y="1021621"/>
                </a:lnTo>
                <a:cubicBezTo>
                  <a:pt x="1551349" y="1020619"/>
                  <a:pt x="1552925" y="1019083"/>
                  <a:pt x="1554757" y="1018729"/>
                </a:cubicBezTo>
                <a:cubicBezTo>
                  <a:pt x="1555197" y="1018641"/>
                  <a:pt x="1555637" y="1018610"/>
                  <a:pt x="1556040" y="1018610"/>
                </a:cubicBezTo>
                <a:close/>
                <a:moveTo>
                  <a:pt x="2209756" y="1018610"/>
                </a:moveTo>
                <a:lnTo>
                  <a:pt x="2209793" y="1018641"/>
                </a:lnTo>
                <a:cubicBezTo>
                  <a:pt x="2213237" y="1018641"/>
                  <a:pt x="2215949" y="1021031"/>
                  <a:pt x="2214299" y="1022655"/>
                </a:cubicBezTo>
                <a:cubicBezTo>
                  <a:pt x="2213090" y="1023807"/>
                  <a:pt x="2210819" y="1024721"/>
                  <a:pt x="2209023" y="1024721"/>
                </a:cubicBezTo>
                <a:cubicBezTo>
                  <a:pt x="2208876" y="1024721"/>
                  <a:pt x="2208693" y="1024721"/>
                  <a:pt x="2208547" y="1024721"/>
                </a:cubicBezTo>
                <a:lnTo>
                  <a:pt x="2205908" y="1023511"/>
                </a:lnTo>
                <a:lnTo>
                  <a:pt x="2203343" y="1021621"/>
                </a:lnTo>
                <a:cubicBezTo>
                  <a:pt x="2205065" y="1020619"/>
                  <a:pt x="2206641" y="1019083"/>
                  <a:pt x="2208473" y="1018729"/>
                </a:cubicBezTo>
                <a:cubicBezTo>
                  <a:pt x="2208913" y="1018641"/>
                  <a:pt x="2209353" y="1018610"/>
                  <a:pt x="2209756" y="1018610"/>
                </a:cubicBezTo>
                <a:close/>
                <a:moveTo>
                  <a:pt x="3882298" y="1018610"/>
                </a:moveTo>
                <a:lnTo>
                  <a:pt x="3882335" y="1018641"/>
                </a:lnTo>
                <a:cubicBezTo>
                  <a:pt x="3885779" y="1018641"/>
                  <a:pt x="3888491" y="1021031"/>
                  <a:pt x="3886841" y="1022655"/>
                </a:cubicBezTo>
                <a:cubicBezTo>
                  <a:pt x="3885632" y="1023807"/>
                  <a:pt x="3883361" y="1024721"/>
                  <a:pt x="3881565" y="1024721"/>
                </a:cubicBezTo>
                <a:cubicBezTo>
                  <a:pt x="3881418" y="1024721"/>
                  <a:pt x="3881235" y="1024721"/>
                  <a:pt x="3881089" y="1024721"/>
                </a:cubicBezTo>
                <a:lnTo>
                  <a:pt x="3878450" y="1023511"/>
                </a:lnTo>
                <a:lnTo>
                  <a:pt x="3875885" y="1021621"/>
                </a:lnTo>
                <a:cubicBezTo>
                  <a:pt x="3877607" y="1020619"/>
                  <a:pt x="3879183" y="1019083"/>
                  <a:pt x="3881015" y="1018729"/>
                </a:cubicBezTo>
                <a:cubicBezTo>
                  <a:pt x="3881456" y="1018641"/>
                  <a:pt x="3881895" y="1018610"/>
                  <a:pt x="3882298" y="1018610"/>
                </a:cubicBezTo>
                <a:close/>
                <a:moveTo>
                  <a:pt x="5315138" y="1018610"/>
                </a:moveTo>
                <a:lnTo>
                  <a:pt x="5315175" y="1018641"/>
                </a:lnTo>
                <a:cubicBezTo>
                  <a:pt x="5318620" y="1018641"/>
                  <a:pt x="5321331" y="1021031"/>
                  <a:pt x="5319682" y="1022655"/>
                </a:cubicBezTo>
                <a:cubicBezTo>
                  <a:pt x="5318473" y="1023807"/>
                  <a:pt x="5316202" y="1024721"/>
                  <a:pt x="5314405" y="1024721"/>
                </a:cubicBezTo>
                <a:cubicBezTo>
                  <a:pt x="5314259" y="1024721"/>
                  <a:pt x="5314076" y="1024721"/>
                  <a:pt x="5313929" y="1024721"/>
                </a:cubicBezTo>
                <a:lnTo>
                  <a:pt x="5311291" y="1023511"/>
                </a:lnTo>
                <a:lnTo>
                  <a:pt x="5308726" y="1021621"/>
                </a:lnTo>
                <a:cubicBezTo>
                  <a:pt x="5310448" y="1020619"/>
                  <a:pt x="5312023" y="1019083"/>
                  <a:pt x="5313856" y="1018729"/>
                </a:cubicBezTo>
                <a:cubicBezTo>
                  <a:pt x="5314296" y="1018641"/>
                  <a:pt x="5314735" y="1018610"/>
                  <a:pt x="5315138" y="1018610"/>
                </a:cubicBezTo>
                <a:close/>
                <a:moveTo>
                  <a:pt x="1521521" y="1007008"/>
                </a:moveTo>
                <a:cubicBezTo>
                  <a:pt x="1524343" y="1007008"/>
                  <a:pt x="1530389" y="1011377"/>
                  <a:pt x="1530756" y="1013888"/>
                </a:cubicBezTo>
                <a:lnTo>
                  <a:pt x="1530463" y="1016220"/>
                </a:lnTo>
                <a:cubicBezTo>
                  <a:pt x="1525112" y="1018079"/>
                  <a:pt x="1519762" y="1018965"/>
                  <a:pt x="1514376" y="1018965"/>
                </a:cubicBezTo>
                <a:cubicBezTo>
                  <a:pt x="1509356" y="1018965"/>
                  <a:pt x="1504336" y="1018196"/>
                  <a:pt x="1499279" y="1016721"/>
                </a:cubicBezTo>
                <a:lnTo>
                  <a:pt x="1498253" y="1015895"/>
                </a:lnTo>
                <a:lnTo>
                  <a:pt x="1497374" y="1014743"/>
                </a:lnTo>
                <a:lnTo>
                  <a:pt x="1498803" y="1013680"/>
                </a:lnTo>
                <a:lnTo>
                  <a:pt x="1500305" y="1012853"/>
                </a:lnTo>
                <a:cubicBezTo>
                  <a:pt x="1506938" y="1010816"/>
                  <a:pt x="1514633" y="1012264"/>
                  <a:pt x="1520568" y="1007332"/>
                </a:cubicBezTo>
                <a:cubicBezTo>
                  <a:pt x="1520825" y="1007126"/>
                  <a:pt x="1521155" y="1007038"/>
                  <a:pt x="1521558" y="1007038"/>
                </a:cubicBezTo>
                <a:close/>
                <a:moveTo>
                  <a:pt x="2175238" y="1007008"/>
                </a:moveTo>
                <a:cubicBezTo>
                  <a:pt x="2178060" y="1007008"/>
                  <a:pt x="2184105" y="1011377"/>
                  <a:pt x="2184472" y="1013888"/>
                </a:cubicBezTo>
                <a:lnTo>
                  <a:pt x="2184179" y="1016220"/>
                </a:lnTo>
                <a:cubicBezTo>
                  <a:pt x="2178829" y="1018079"/>
                  <a:pt x="2173479" y="1018965"/>
                  <a:pt x="2168093" y="1018965"/>
                </a:cubicBezTo>
                <a:cubicBezTo>
                  <a:pt x="2163072" y="1018965"/>
                  <a:pt x="2158053" y="1018196"/>
                  <a:pt x="2152995" y="1016721"/>
                </a:cubicBezTo>
                <a:lnTo>
                  <a:pt x="2151969" y="1015895"/>
                </a:lnTo>
                <a:lnTo>
                  <a:pt x="2151090" y="1014743"/>
                </a:lnTo>
                <a:lnTo>
                  <a:pt x="2152519" y="1013680"/>
                </a:lnTo>
                <a:lnTo>
                  <a:pt x="2154021" y="1012853"/>
                </a:lnTo>
                <a:cubicBezTo>
                  <a:pt x="2160654" y="1010816"/>
                  <a:pt x="2168350" y="1012264"/>
                  <a:pt x="2174285" y="1007332"/>
                </a:cubicBezTo>
                <a:cubicBezTo>
                  <a:pt x="2174542" y="1007126"/>
                  <a:pt x="2174872" y="1007038"/>
                  <a:pt x="2175275" y="1007038"/>
                </a:cubicBezTo>
                <a:close/>
                <a:moveTo>
                  <a:pt x="3847780" y="1007008"/>
                </a:moveTo>
                <a:cubicBezTo>
                  <a:pt x="3850602" y="1007008"/>
                  <a:pt x="3856647" y="1011377"/>
                  <a:pt x="3857014" y="1013888"/>
                </a:cubicBezTo>
                <a:lnTo>
                  <a:pt x="3856721" y="1016220"/>
                </a:lnTo>
                <a:cubicBezTo>
                  <a:pt x="3851371" y="1018079"/>
                  <a:pt x="3846021" y="1018965"/>
                  <a:pt x="3840635" y="1018965"/>
                </a:cubicBezTo>
                <a:cubicBezTo>
                  <a:pt x="3835614" y="1018965"/>
                  <a:pt x="3830595" y="1018196"/>
                  <a:pt x="3825537" y="1016721"/>
                </a:cubicBezTo>
                <a:lnTo>
                  <a:pt x="3824511" y="1015895"/>
                </a:lnTo>
                <a:lnTo>
                  <a:pt x="3823633" y="1014743"/>
                </a:lnTo>
                <a:lnTo>
                  <a:pt x="3825061" y="1013680"/>
                </a:lnTo>
                <a:lnTo>
                  <a:pt x="3826564" y="1012853"/>
                </a:lnTo>
                <a:cubicBezTo>
                  <a:pt x="3833196" y="1010816"/>
                  <a:pt x="3840892" y="1012264"/>
                  <a:pt x="3846827" y="1007332"/>
                </a:cubicBezTo>
                <a:cubicBezTo>
                  <a:pt x="3847084" y="1007126"/>
                  <a:pt x="3847414" y="1007038"/>
                  <a:pt x="3847816" y="1007038"/>
                </a:cubicBezTo>
                <a:close/>
                <a:moveTo>
                  <a:pt x="5280621" y="1007008"/>
                </a:moveTo>
                <a:cubicBezTo>
                  <a:pt x="5283442" y="1007008"/>
                  <a:pt x="5289488" y="1011377"/>
                  <a:pt x="5289855" y="1013888"/>
                </a:cubicBezTo>
                <a:lnTo>
                  <a:pt x="5289561" y="1016220"/>
                </a:lnTo>
                <a:cubicBezTo>
                  <a:pt x="5284211" y="1018079"/>
                  <a:pt x="5278861" y="1018965"/>
                  <a:pt x="5273475" y="1018965"/>
                </a:cubicBezTo>
                <a:cubicBezTo>
                  <a:pt x="5268455" y="1018965"/>
                  <a:pt x="5263435" y="1018196"/>
                  <a:pt x="5258378" y="1016721"/>
                </a:cubicBezTo>
                <a:lnTo>
                  <a:pt x="5257352" y="1015895"/>
                </a:lnTo>
                <a:lnTo>
                  <a:pt x="5256473" y="1014743"/>
                </a:lnTo>
                <a:lnTo>
                  <a:pt x="5257902" y="1013680"/>
                </a:lnTo>
                <a:lnTo>
                  <a:pt x="5259404" y="1012853"/>
                </a:lnTo>
                <a:cubicBezTo>
                  <a:pt x="5266036" y="1010816"/>
                  <a:pt x="5273732" y="1012264"/>
                  <a:pt x="5279668" y="1007332"/>
                </a:cubicBezTo>
                <a:cubicBezTo>
                  <a:pt x="5279924" y="1007126"/>
                  <a:pt x="5280254" y="1007038"/>
                  <a:pt x="5280657" y="1007038"/>
                </a:cubicBezTo>
                <a:close/>
                <a:moveTo>
                  <a:pt x="2357026" y="980688"/>
                </a:moveTo>
                <a:lnTo>
                  <a:pt x="2357355" y="980793"/>
                </a:lnTo>
                <a:lnTo>
                  <a:pt x="2352921" y="984070"/>
                </a:lnTo>
                <a:cubicBezTo>
                  <a:pt x="2352921" y="984070"/>
                  <a:pt x="2352775" y="984070"/>
                  <a:pt x="2352702" y="984070"/>
                </a:cubicBezTo>
                <a:cubicBezTo>
                  <a:pt x="2350760" y="984070"/>
                  <a:pt x="2348708" y="982741"/>
                  <a:pt x="2346473" y="981915"/>
                </a:cubicBezTo>
                <a:lnTo>
                  <a:pt x="2347541" y="981192"/>
                </a:lnTo>
                <a:lnTo>
                  <a:pt x="2351200" y="983066"/>
                </a:lnTo>
                <a:cubicBezTo>
                  <a:pt x="2352775" y="983066"/>
                  <a:pt x="2354205" y="982180"/>
                  <a:pt x="2355596" y="981295"/>
                </a:cubicBezTo>
                <a:close/>
                <a:moveTo>
                  <a:pt x="1633944" y="979611"/>
                </a:moveTo>
                <a:lnTo>
                  <a:pt x="1633930" y="979621"/>
                </a:lnTo>
                <a:lnTo>
                  <a:pt x="1636215" y="980497"/>
                </a:lnTo>
                <a:lnTo>
                  <a:pt x="1633797" y="983154"/>
                </a:lnTo>
                <a:lnTo>
                  <a:pt x="1631488" y="981295"/>
                </a:lnTo>
                <a:lnTo>
                  <a:pt x="1633930" y="979621"/>
                </a:lnTo>
                <a:lnTo>
                  <a:pt x="1633906" y="979611"/>
                </a:lnTo>
                <a:close/>
                <a:moveTo>
                  <a:pt x="3960202" y="979611"/>
                </a:moveTo>
                <a:lnTo>
                  <a:pt x="3960189" y="979621"/>
                </a:lnTo>
                <a:lnTo>
                  <a:pt x="3962474" y="980497"/>
                </a:lnTo>
                <a:lnTo>
                  <a:pt x="3960055" y="983154"/>
                </a:lnTo>
                <a:lnTo>
                  <a:pt x="3957746" y="981295"/>
                </a:lnTo>
                <a:lnTo>
                  <a:pt x="3960189" y="979621"/>
                </a:lnTo>
                <a:lnTo>
                  <a:pt x="3960165" y="979611"/>
                </a:lnTo>
                <a:close/>
                <a:moveTo>
                  <a:pt x="5393042" y="979611"/>
                </a:moveTo>
                <a:lnTo>
                  <a:pt x="5393029" y="979621"/>
                </a:lnTo>
                <a:lnTo>
                  <a:pt x="5395314" y="980497"/>
                </a:lnTo>
                <a:lnTo>
                  <a:pt x="5392896" y="983154"/>
                </a:lnTo>
                <a:lnTo>
                  <a:pt x="5390587" y="981295"/>
                </a:lnTo>
                <a:lnTo>
                  <a:pt x="5393029" y="979621"/>
                </a:lnTo>
                <a:lnTo>
                  <a:pt x="5393006" y="979611"/>
                </a:lnTo>
                <a:close/>
                <a:moveTo>
                  <a:pt x="1697446" y="978844"/>
                </a:moveTo>
                <a:cubicBezTo>
                  <a:pt x="1699461" y="978844"/>
                  <a:pt x="1701550" y="980114"/>
                  <a:pt x="1703639" y="980793"/>
                </a:cubicBezTo>
                <a:lnTo>
                  <a:pt x="1699205" y="984070"/>
                </a:lnTo>
                <a:cubicBezTo>
                  <a:pt x="1699205" y="984070"/>
                  <a:pt x="1699058" y="984070"/>
                  <a:pt x="1698985" y="984070"/>
                </a:cubicBezTo>
                <a:cubicBezTo>
                  <a:pt x="1697043" y="984070"/>
                  <a:pt x="1694991" y="982741"/>
                  <a:pt x="1692756" y="981915"/>
                </a:cubicBezTo>
                <a:lnTo>
                  <a:pt x="1697299" y="978844"/>
                </a:lnTo>
                <a:close/>
                <a:moveTo>
                  <a:pt x="4023704" y="978844"/>
                </a:moveTo>
                <a:cubicBezTo>
                  <a:pt x="4025720" y="978844"/>
                  <a:pt x="4027809" y="980114"/>
                  <a:pt x="4029898" y="980793"/>
                </a:cubicBezTo>
                <a:lnTo>
                  <a:pt x="4025463" y="984070"/>
                </a:lnTo>
                <a:cubicBezTo>
                  <a:pt x="4025463" y="984070"/>
                  <a:pt x="4025317" y="984070"/>
                  <a:pt x="4025244" y="984070"/>
                </a:cubicBezTo>
                <a:cubicBezTo>
                  <a:pt x="4023302" y="984070"/>
                  <a:pt x="4021249" y="982741"/>
                  <a:pt x="4019015" y="981915"/>
                </a:cubicBezTo>
                <a:lnTo>
                  <a:pt x="4023558" y="978844"/>
                </a:lnTo>
                <a:close/>
                <a:moveTo>
                  <a:pt x="5456545" y="978844"/>
                </a:moveTo>
                <a:cubicBezTo>
                  <a:pt x="5458560" y="978844"/>
                  <a:pt x="5460649" y="980114"/>
                  <a:pt x="5462738" y="980793"/>
                </a:cubicBezTo>
                <a:lnTo>
                  <a:pt x="5458304" y="984070"/>
                </a:lnTo>
                <a:cubicBezTo>
                  <a:pt x="5458304" y="984070"/>
                  <a:pt x="5458158" y="984070"/>
                  <a:pt x="5458084" y="984070"/>
                </a:cubicBezTo>
                <a:cubicBezTo>
                  <a:pt x="5456142" y="984070"/>
                  <a:pt x="5454090" y="982741"/>
                  <a:pt x="5451855" y="981915"/>
                </a:cubicBezTo>
                <a:lnTo>
                  <a:pt x="5456399" y="978844"/>
                </a:lnTo>
                <a:close/>
                <a:moveTo>
                  <a:pt x="1092428" y="977751"/>
                </a:moveTo>
                <a:lnTo>
                  <a:pt x="1092428" y="977782"/>
                </a:lnTo>
                <a:lnTo>
                  <a:pt x="1092423" y="977782"/>
                </a:lnTo>
                <a:lnTo>
                  <a:pt x="1092318" y="978342"/>
                </a:lnTo>
                <a:lnTo>
                  <a:pt x="1091695" y="977782"/>
                </a:lnTo>
                <a:lnTo>
                  <a:pt x="1092423" y="977782"/>
                </a:lnTo>
                <a:close/>
                <a:moveTo>
                  <a:pt x="3418687" y="977751"/>
                </a:moveTo>
                <a:lnTo>
                  <a:pt x="3418687" y="977782"/>
                </a:lnTo>
                <a:lnTo>
                  <a:pt x="3418681" y="977782"/>
                </a:lnTo>
                <a:lnTo>
                  <a:pt x="3418577" y="978342"/>
                </a:lnTo>
                <a:lnTo>
                  <a:pt x="3417954" y="977782"/>
                </a:lnTo>
                <a:lnTo>
                  <a:pt x="3418681" y="977782"/>
                </a:lnTo>
                <a:close/>
                <a:moveTo>
                  <a:pt x="1417820" y="972821"/>
                </a:moveTo>
                <a:lnTo>
                  <a:pt x="1417820" y="972851"/>
                </a:lnTo>
                <a:lnTo>
                  <a:pt x="1420276" y="974919"/>
                </a:lnTo>
                <a:lnTo>
                  <a:pt x="1417528" y="976896"/>
                </a:lnTo>
                <a:lnTo>
                  <a:pt x="1415072" y="974594"/>
                </a:lnTo>
                <a:close/>
                <a:moveTo>
                  <a:pt x="3744079" y="972821"/>
                </a:moveTo>
                <a:lnTo>
                  <a:pt x="3744079" y="972851"/>
                </a:lnTo>
                <a:lnTo>
                  <a:pt x="3746535" y="974919"/>
                </a:lnTo>
                <a:lnTo>
                  <a:pt x="3743786" y="976896"/>
                </a:lnTo>
                <a:lnTo>
                  <a:pt x="3741331" y="974594"/>
                </a:lnTo>
                <a:close/>
                <a:moveTo>
                  <a:pt x="5176920" y="972821"/>
                </a:moveTo>
                <a:lnTo>
                  <a:pt x="5176920" y="972851"/>
                </a:lnTo>
                <a:lnTo>
                  <a:pt x="5179375" y="974919"/>
                </a:lnTo>
                <a:lnTo>
                  <a:pt x="5176626" y="976896"/>
                </a:lnTo>
                <a:lnTo>
                  <a:pt x="5174172" y="974594"/>
                </a:lnTo>
                <a:close/>
                <a:moveTo>
                  <a:pt x="1579345" y="971552"/>
                </a:moveTo>
                <a:lnTo>
                  <a:pt x="1580318" y="972094"/>
                </a:lnTo>
                <a:lnTo>
                  <a:pt x="1574397" y="974829"/>
                </a:lnTo>
                <a:lnTo>
                  <a:pt x="1580323" y="976766"/>
                </a:lnTo>
                <a:lnTo>
                  <a:pt x="1577403" y="977693"/>
                </a:lnTo>
                <a:lnTo>
                  <a:pt x="1572052" y="974711"/>
                </a:lnTo>
                <a:lnTo>
                  <a:pt x="1574618" y="972733"/>
                </a:lnTo>
                <a:cubicBezTo>
                  <a:pt x="1576193" y="972172"/>
                  <a:pt x="1577842" y="971582"/>
                  <a:pt x="1579381" y="971582"/>
                </a:cubicBezTo>
                <a:close/>
                <a:moveTo>
                  <a:pt x="3905603" y="971552"/>
                </a:moveTo>
                <a:cubicBezTo>
                  <a:pt x="3907069" y="971552"/>
                  <a:pt x="3908462" y="972113"/>
                  <a:pt x="3909634" y="973796"/>
                </a:cubicBezTo>
                <a:lnTo>
                  <a:pt x="3909707" y="975774"/>
                </a:lnTo>
                <a:cubicBezTo>
                  <a:pt x="3907765" y="976541"/>
                  <a:pt x="3905677" y="977073"/>
                  <a:pt x="3903662" y="977693"/>
                </a:cubicBezTo>
                <a:lnTo>
                  <a:pt x="3898312" y="974711"/>
                </a:lnTo>
                <a:lnTo>
                  <a:pt x="3900876" y="972733"/>
                </a:lnTo>
                <a:cubicBezTo>
                  <a:pt x="3902452" y="972172"/>
                  <a:pt x="3904101" y="971582"/>
                  <a:pt x="3905640" y="971582"/>
                </a:cubicBezTo>
                <a:close/>
                <a:moveTo>
                  <a:pt x="5338444" y="971552"/>
                </a:moveTo>
                <a:cubicBezTo>
                  <a:pt x="5339909" y="971552"/>
                  <a:pt x="5341302" y="972113"/>
                  <a:pt x="5342474" y="973796"/>
                </a:cubicBezTo>
                <a:lnTo>
                  <a:pt x="5342548" y="975774"/>
                </a:lnTo>
                <a:cubicBezTo>
                  <a:pt x="5340606" y="976541"/>
                  <a:pt x="5338517" y="977073"/>
                  <a:pt x="5336502" y="977693"/>
                </a:cubicBezTo>
                <a:lnTo>
                  <a:pt x="5331152" y="974711"/>
                </a:lnTo>
                <a:lnTo>
                  <a:pt x="5333717" y="972733"/>
                </a:lnTo>
                <a:cubicBezTo>
                  <a:pt x="5335293" y="972172"/>
                  <a:pt x="5336941" y="971582"/>
                  <a:pt x="5338480" y="971582"/>
                </a:cubicBezTo>
                <a:close/>
                <a:moveTo>
                  <a:pt x="1099537" y="971257"/>
                </a:moveTo>
                <a:cubicBezTo>
                  <a:pt x="1100600" y="971257"/>
                  <a:pt x="1101736" y="971346"/>
                  <a:pt x="1102872" y="971464"/>
                </a:cubicBezTo>
                <a:cubicBezTo>
                  <a:pt x="1104008" y="971552"/>
                  <a:pt x="1105144" y="971641"/>
                  <a:pt x="1106243" y="971641"/>
                </a:cubicBezTo>
                <a:lnTo>
                  <a:pt x="1106573" y="971641"/>
                </a:lnTo>
                <a:cubicBezTo>
                  <a:pt x="1105840" y="977073"/>
                  <a:pt x="1102541" y="977958"/>
                  <a:pt x="1098805" y="977958"/>
                </a:cubicBezTo>
                <a:cubicBezTo>
                  <a:pt x="1097888" y="977958"/>
                  <a:pt x="1096935" y="977899"/>
                  <a:pt x="1095946" y="977841"/>
                </a:cubicBezTo>
                <a:cubicBezTo>
                  <a:pt x="1094993" y="977782"/>
                  <a:pt x="1094077" y="977751"/>
                  <a:pt x="1093161" y="977751"/>
                </a:cubicBezTo>
                <a:cubicBezTo>
                  <a:pt x="1092942" y="977751"/>
                  <a:pt x="1092685" y="977751"/>
                  <a:pt x="1092465" y="977751"/>
                </a:cubicBezTo>
                <a:cubicBezTo>
                  <a:pt x="1092978" y="972290"/>
                  <a:pt x="1095983" y="971257"/>
                  <a:pt x="1099537" y="971257"/>
                </a:cubicBezTo>
                <a:close/>
                <a:moveTo>
                  <a:pt x="3425796" y="971257"/>
                </a:moveTo>
                <a:cubicBezTo>
                  <a:pt x="3426858" y="971257"/>
                  <a:pt x="3427995" y="971346"/>
                  <a:pt x="3429130" y="971464"/>
                </a:cubicBezTo>
                <a:cubicBezTo>
                  <a:pt x="3430266" y="971552"/>
                  <a:pt x="3431402" y="971641"/>
                  <a:pt x="3432501" y="971641"/>
                </a:cubicBezTo>
                <a:lnTo>
                  <a:pt x="3432831" y="971641"/>
                </a:lnTo>
                <a:cubicBezTo>
                  <a:pt x="3432098" y="977073"/>
                  <a:pt x="3428800" y="977958"/>
                  <a:pt x="3425063" y="977958"/>
                </a:cubicBezTo>
                <a:cubicBezTo>
                  <a:pt x="3424147" y="977958"/>
                  <a:pt x="3423195" y="977899"/>
                  <a:pt x="3422205" y="977841"/>
                </a:cubicBezTo>
                <a:cubicBezTo>
                  <a:pt x="3421252" y="977782"/>
                  <a:pt x="3420336" y="977751"/>
                  <a:pt x="3419419" y="977751"/>
                </a:cubicBezTo>
                <a:cubicBezTo>
                  <a:pt x="3419200" y="977751"/>
                  <a:pt x="3418943" y="977751"/>
                  <a:pt x="3418724" y="977751"/>
                </a:cubicBezTo>
                <a:cubicBezTo>
                  <a:pt x="3419236" y="972290"/>
                  <a:pt x="3422242" y="971257"/>
                  <a:pt x="3425796" y="971257"/>
                </a:cubicBezTo>
                <a:close/>
                <a:moveTo>
                  <a:pt x="1361794" y="964910"/>
                </a:moveTo>
                <a:cubicBezTo>
                  <a:pt x="1367876" y="965382"/>
                  <a:pt x="1374032" y="965500"/>
                  <a:pt x="1380005" y="966533"/>
                </a:cubicBezTo>
                <a:cubicBezTo>
                  <a:pt x="1381434" y="966769"/>
                  <a:pt x="1383009" y="969928"/>
                  <a:pt x="1383156" y="971818"/>
                </a:cubicBezTo>
                <a:cubicBezTo>
                  <a:pt x="1383266" y="973471"/>
                  <a:pt x="1381397" y="975213"/>
                  <a:pt x="1380408" y="976926"/>
                </a:cubicBezTo>
                <a:cubicBezTo>
                  <a:pt x="1374912" y="971907"/>
                  <a:pt x="1368646" y="970903"/>
                  <a:pt x="1362160" y="970903"/>
                </a:cubicBezTo>
                <a:cubicBezTo>
                  <a:pt x="1359998" y="970903"/>
                  <a:pt x="1357835" y="971022"/>
                  <a:pt x="1355638" y="971139"/>
                </a:cubicBezTo>
                <a:cubicBezTo>
                  <a:pt x="1353475" y="971257"/>
                  <a:pt x="1351276" y="971376"/>
                  <a:pt x="1349114" y="971376"/>
                </a:cubicBezTo>
                <a:cubicBezTo>
                  <a:pt x="1347759" y="971376"/>
                  <a:pt x="1346403" y="971316"/>
                  <a:pt x="1345084" y="971228"/>
                </a:cubicBezTo>
                <a:lnTo>
                  <a:pt x="1340393" y="967655"/>
                </a:lnTo>
                <a:lnTo>
                  <a:pt x="1343398" y="965707"/>
                </a:lnTo>
                <a:cubicBezTo>
                  <a:pt x="1345744" y="965205"/>
                  <a:pt x="1348199" y="964910"/>
                  <a:pt x="1350617" y="964910"/>
                </a:cubicBezTo>
                <a:lnTo>
                  <a:pt x="1351094" y="964910"/>
                </a:lnTo>
                <a:cubicBezTo>
                  <a:pt x="1354648" y="964910"/>
                  <a:pt x="1358239" y="965176"/>
                  <a:pt x="1361794" y="965323"/>
                </a:cubicBezTo>
                <a:lnTo>
                  <a:pt x="1361794" y="964999"/>
                </a:lnTo>
                <a:close/>
                <a:moveTo>
                  <a:pt x="3688052" y="964910"/>
                </a:moveTo>
                <a:cubicBezTo>
                  <a:pt x="3694134" y="965382"/>
                  <a:pt x="3700291" y="965500"/>
                  <a:pt x="3706264" y="966533"/>
                </a:cubicBezTo>
                <a:cubicBezTo>
                  <a:pt x="3707693" y="966769"/>
                  <a:pt x="3709268" y="969928"/>
                  <a:pt x="3709415" y="971818"/>
                </a:cubicBezTo>
                <a:cubicBezTo>
                  <a:pt x="3709525" y="973471"/>
                  <a:pt x="3707656" y="975213"/>
                  <a:pt x="3706667" y="976926"/>
                </a:cubicBezTo>
                <a:cubicBezTo>
                  <a:pt x="3701170" y="971907"/>
                  <a:pt x="3694904" y="970903"/>
                  <a:pt x="3688419" y="970903"/>
                </a:cubicBezTo>
                <a:cubicBezTo>
                  <a:pt x="3686257" y="970903"/>
                  <a:pt x="3684094" y="971022"/>
                  <a:pt x="3681896" y="971139"/>
                </a:cubicBezTo>
                <a:cubicBezTo>
                  <a:pt x="3679734" y="971257"/>
                  <a:pt x="3677535" y="971376"/>
                  <a:pt x="3675373" y="971376"/>
                </a:cubicBezTo>
                <a:cubicBezTo>
                  <a:pt x="3674018" y="971376"/>
                  <a:pt x="3672662" y="971316"/>
                  <a:pt x="3671342" y="971228"/>
                </a:cubicBezTo>
                <a:lnTo>
                  <a:pt x="3666652" y="967655"/>
                </a:lnTo>
                <a:lnTo>
                  <a:pt x="3669657" y="965707"/>
                </a:lnTo>
                <a:cubicBezTo>
                  <a:pt x="3672002" y="965205"/>
                  <a:pt x="3674457" y="964910"/>
                  <a:pt x="3676876" y="964910"/>
                </a:cubicBezTo>
                <a:lnTo>
                  <a:pt x="3677352" y="964910"/>
                </a:lnTo>
                <a:cubicBezTo>
                  <a:pt x="3680907" y="964910"/>
                  <a:pt x="3684498" y="965176"/>
                  <a:pt x="3688052" y="965323"/>
                </a:cubicBezTo>
                <a:lnTo>
                  <a:pt x="3688052" y="964999"/>
                </a:lnTo>
                <a:close/>
                <a:moveTo>
                  <a:pt x="5120893" y="964910"/>
                </a:moveTo>
                <a:cubicBezTo>
                  <a:pt x="5126975" y="965382"/>
                  <a:pt x="5133132" y="965500"/>
                  <a:pt x="5139104" y="966533"/>
                </a:cubicBezTo>
                <a:cubicBezTo>
                  <a:pt x="5140533" y="966769"/>
                  <a:pt x="5142109" y="969928"/>
                  <a:pt x="5142255" y="971818"/>
                </a:cubicBezTo>
                <a:cubicBezTo>
                  <a:pt x="5142366" y="973471"/>
                  <a:pt x="5140496" y="975213"/>
                  <a:pt x="5139507" y="976926"/>
                </a:cubicBezTo>
                <a:cubicBezTo>
                  <a:pt x="5134010" y="971907"/>
                  <a:pt x="5127745" y="970903"/>
                  <a:pt x="5121259" y="970903"/>
                </a:cubicBezTo>
                <a:cubicBezTo>
                  <a:pt x="5119097" y="970903"/>
                  <a:pt x="5116935" y="971022"/>
                  <a:pt x="5114736" y="971139"/>
                </a:cubicBezTo>
                <a:cubicBezTo>
                  <a:pt x="5112574" y="971257"/>
                  <a:pt x="5110376" y="971376"/>
                  <a:pt x="5108213" y="971376"/>
                </a:cubicBezTo>
                <a:cubicBezTo>
                  <a:pt x="5106858" y="971376"/>
                  <a:pt x="5105502" y="971316"/>
                  <a:pt x="5104183" y="971228"/>
                </a:cubicBezTo>
                <a:lnTo>
                  <a:pt x="5099492" y="967655"/>
                </a:lnTo>
                <a:lnTo>
                  <a:pt x="5102497" y="965707"/>
                </a:lnTo>
                <a:cubicBezTo>
                  <a:pt x="5104843" y="965205"/>
                  <a:pt x="5107297" y="964910"/>
                  <a:pt x="5109716" y="964910"/>
                </a:cubicBezTo>
                <a:lnTo>
                  <a:pt x="5110192" y="964910"/>
                </a:lnTo>
                <a:cubicBezTo>
                  <a:pt x="5113747" y="964910"/>
                  <a:pt x="5117338" y="965176"/>
                  <a:pt x="5120893" y="965323"/>
                </a:cubicBezTo>
                <a:lnTo>
                  <a:pt x="5120893" y="964999"/>
                </a:lnTo>
                <a:close/>
                <a:moveTo>
                  <a:pt x="4705466" y="963079"/>
                </a:moveTo>
                <a:lnTo>
                  <a:pt x="4705504" y="963227"/>
                </a:lnTo>
                <a:lnTo>
                  <a:pt x="4705399" y="963273"/>
                </a:lnTo>
                <a:close/>
                <a:moveTo>
                  <a:pt x="4872973" y="955057"/>
                </a:moveTo>
                <a:lnTo>
                  <a:pt x="4873132" y="956003"/>
                </a:lnTo>
                <a:lnTo>
                  <a:pt x="4872620" y="955728"/>
                </a:lnTo>
                <a:close/>
                <a:moveTo>
                  <a:pt x="3110039" y="953139"/>
                </a:moveTo>
                <a:lnTo>
                  <a:pt x="3111177" y="953940"/>
                </a:lnTo>
                <a:lnTo>
                  <a:pt x="3111036" y="956614"/>
                </a:lnTo>
                <a:lnTo>
                  <a:pt x="3108507" y="954429"/>
                </a:lnTo>
                <a:close/>
                <a:moveTo>
                  <a:pt x="1110384" y="952628"/>
                </a:moveTo>
                <a:lnTo>
                  <a:pt x="1110456" y="952659"/>
                </a:lnTo>
                <a:lnTo>
                  <a:pt x="1110455" y="952661"/>
                </a:lnTo>
                <a:lnTo>
                  <a:pt x="1113718" y="954135"/>
                </a:lnTo>
                <a:cubicBezTo>
                  <a:pt x="1121523" y="959567"/>
                  <a:pt x="1122110" y="961308"/>
                  <a:pt x="1115770" y="966327"/>
                </a:cubicBezTo>
                <a:lnTo>
                  <a:pt x="1107455" y="970686"/>
                </a:lnTo>
                <a:lnTo>
                  <a:pt x="1107452" y="970726"/>
                </a:lnTo>
                <a:lnTo>
                  <a:pt x="1107379" y="970760"/>
                </a:lnTo>
                <a:lnTo>
                  <a:pt x="1107379" y="971641"/>
                </a:lnTo>
                <a:lnTo>
                  <a:pt x="1106609" y="971641"/>
                </a:lnTo>
                <a:lnTo>
                  <a:pt x="1106756" y="971051"/>
                </a:lnTo>
                <a:lnTo>
                  <a:pt x="1107379" y="970760"/>
                </a:lnTo>
                <a:lnTo>
                  <a:pt x="1107379" y="970726"/>
                </a:lnTo>
                <a:lnTo>
                  <a:pt x="1107455" y="970686"/>
                </a:lnTo>
                <a:lnTo>
                  <a:pt x="1108588" y="955138"/>
                </a:lnTo>
                <a:lnTo>
                  <a:pt x="1110455" y="952661"/>
                </a:lnTo>
                <a:close/>
                <a:moveTo>
                  <a:pt x="3436642" y="952628"/>
                </a:moveTo>
                <a:lnTo>
                  <a:pt x="3436715" y="952659"/>
                </a:lnTo>
                <a:lnTo>
                  <a:pt x="3436713" y="952661"/>
                </a:lnTo>
                <a:lnTo>
                  <a:pt x="3439977" y="954135"/>
                </a:lnTo>
                <a:cubicBezTo>
                  <a:pt x="3447782" y="959567"/>
                  <a:pt x="3448369" y="961308"/>
                  <a:pt x="3442029" y="966327"/>
                </a:cubicBezTo>
                <a:lnTo>
                  <a:pt x="3433713" y="970686"/>
                </a:lnTo>
                <a:lnTo>
                  <a:pt x="3433710" y="970726"/>
                </a:lnTo>
                <a:lnTo>
                  <a:pt x="3433637" y="970760"/>
                </a:lnTo>
                <a:lnTo>
                  <a:pt x="3433637" y="971641"/>
                </a:lnTo>
                <a:lnTo>
                  <a:pt x="3432868" y="971641"/>
                </a:lnTo>
                <a:lnTo>
                  <a:pt x="3433015" y="971051"/>
                </a:lnTo>
                <a:lnTo>
                  <a:pt x="3433637" y="970760"/>
                </a:lnTo>
                <a:lnTo>
                  <a:pt x="3433637" y="970726"/>
                </a:lnTo>
                <a:lnTo>
                  <a:pt x="3433713" y="970686"/>
                </a:lnTo>
                <a:lnTo>
                  <a:pt x="3434847" y="955138"/>
                </a:lnTo>
                <a:lnTo>
                  <a:pt x="3436713" y="952661"/>
                </a:lnTo>
                <a:close/>
                <a:moveTo>
                  <a:pt x="1163223" y="952511"/>
                </a:moveTo>
                <a:cubicBezTo>
                  <a:pt x="1166851" y="954104"/>
                  <a:pt x="1166668" y="955669"/>
                  <a:pt x="1163004" y="956761"/>
                </a:cubicBezTo>
                <a:lnTo>
                  <a:pt x="1160401" y="954489"/>
                </a:lnTo>
                <a:lnTo>
                  <a:pt x="1162014" y="953160"/>
                </a:lnTo>
                <a:close/>
                <a:moveTo>
                  <a:pt x="3489482" y="952511"/>
                </a:moveTo>
                <a:cubicBezTo>
                  <a:pt x="3493110" y="954104"/>
                  <a:pt x="3492926" y="955669"/>
                  <a:pt x="3489262" y="956761"/>
                </a:cubicBezTo>
                <a:lnTo>
                  <a:pt x="3486660" y="954489"/>
                </a:lnTo>
                <a:lnTo>
                  <a:pt x="3488273" y="953160"/>
                </a:lnTo>
                <a:close/>
                <a:moveTo>
                  <a:pt x="4922322" y="952511"/>
                </a:moveTo>
                <a:cubicBezTo>
                  <a:pt x="4925950" y="954104"/>
                  <a:pt x="4925767" y="955669"/>
                  <a:pt x="4922102" y="956761"/>
                </a:cubicBezTo>
                <a:lnTo>
                  <a:pt x="4919500" y="954489"/>
                </a:lnTo>
                <a:lnTo>
                  <a:pt x="4921113" y="953160"/>
                </a:lnTo>
                <a:close/>
                <a:moveTo>
                  <a:pt x="6216638" y="952451"/>
                </a:moveTo>
                <a:cubicBezTo>
                  <a:pt x="6220156" y="954046"/>
                  <a:pt x="6219972" y="955581"/>
                  <a:pt x="6216418" y="956614"/>
                </a:cubicBezTo>
                <a:lnTo>
                  <a:pt x="6213890" y="954429"/>
                </a:lnTo>
                <a:lnTo>
                  <a:pt x="6215465" y="953102"/>
                </a:lnTo>
                <a:close/>
                <a:moveTo>
                  <a:pt x="6246282" y="952451"/>
                </a:moveTo>
                <a:lnTo>
                  <a:pt x="6248224" y="953396"/>
                </a:lnTo>
                <a:lnTo>
                  <a:pt x="6246062" y="956348"/>
                </a:lnTo>
                <a:lnTo>
                  <a:pt x="6244194" y="954312"/>
                </a:lnTo>
                <a:close/>
                <a:moveTo>
                  <a:pt x="3176687" y="952422"/>
                </a:moveTo>
                <a:lnTo>
                  <a:pt x="3179009" y="952924"/>
                </a:lnTo>
                <a:cubicBezTo>
                  <a:pt x="3180364" y="953485"/>
                  <a:pt x="3180878" y="955699"/>
                  <a:pt x="3181611" y="957470"/>
                </a:cubicBezTo>
                <a:lnTo>
                  <a:pt x="3182746" y="957470"/>
                </a:lnTo>
                <a:cubicBezTo>
                  <a:pt x="3182746" y="957470"/>
                  <a:pt x="3183149" y="958297"/>
                  <a:pt x="3183149" y="958297"/>
                </a:cubicBezTo>
                <a:cubicBezTo>
                  <a:pt x="3185788" y="958414"/>
                  <a:pt x="3188279" y="958739"/>
                  <a:pt x="3187730" y="962371"/>
                </a:cubicBezTo>
                <a:lnTo>
                  <a:pt x="3185348" y="962667"/>
                </a:lnTo>
                <a:lnTo>
                  <a:pt x="3183149" y="958297"/>
                </a:lnTo>
                <a:lnTo>
                  <a:pt x="3181940" y="958238"/>
                </a:lnTo>
                <a:lnTo>
                  <a:pt x="3181611" y="957470"/>
                </a:lnTo>
                <a:cubicBezTo>
                  <a:pt x="3180951" y="957411"/>
                  <a:pt x="3180292" y="957381"/>
                  <a:pt x="3179631" y="957381"/>
                </a:cubicBezTo>
                <a:lnTo>
                  <a:pt x="3179631" y="957411"/>
                </a:lnTo>
                <a:cubicBezTo>
                  <a:pt x="3173183" y="957411"/>
                  <a:pt x="3167906" y="960275"/>
                  <a:pt x="3162665" y="963729"/>
                </a:cubicBezTo>
                <a:lnTo>
                  <a:pt x="3155997" y="962755"/>
                </a:lnTo>
                <a:lnTo>
                  <a:pt x="3156670" y="961074"/>
                </a:lnTo>
                <a:lnTo>
                  <a:pt x="3157604" y="960718"/>
                </a:lnTo>
                <a:cubicBezTo>
                  <a:pt x="3162037" y="959567"/>
                  <a:pt x="3166581" y="958769"/>
                  <a:pt x="3171051" y="957855"/>
                </a:cubicBezTo>
                <a:close/>
                <a:moveTo>
                  <a:pt x="3201902" y="952257"/>
                </a:moveTo>
                <a:lnTo>
                  <a:pt x="3209735" y="953141"/>
                </a:lnTo>
                <a:lnTo>
                  <a:pt x="3204659" y="957293"/>
                </a:lnTo>
                <a:cubicBezTo>
                  <a:pt x="3204073" y="957293"/>
                  <a:pt x="3203450" y="957293"/>
                  <a:pt x="3202827" y="957205"/>
                </a:cubicBezTo>
                <a:lnTo>
                  <a:pt x="3200079" y="955728"/>
                </a:lnTo>
                <a:close/>
                <a:moveTo>
                  <a:pt x="4904090" y="952189"/>
                </a:moveTo>
                <a:lnTo>
                  <a:pt x="4908434" y="953810"/>
                </a:lnTo>
                <a:cubicBezTo>
                  <a:pt x="4909057" y="957884"/>
                  <a:pt x="4905027" y="957146"/>
                  <a:pt x="4902315" y="957647"/>
                </a:cubicBezTo>
                <a:lnTo>
                  <a:pt x="4902066" y="957498"/>
                </a:lnTo>
                <a:close/>
                <a:moveTo>
                  <a:pt x="1143875" y="951773"/>
                </a:moveTo>
                <a:cubicBezTo>
                  <a:pt x="1145854" y="951773"/>
                  <a:pt x="1149189" y="952894"/>
                  <a:pt x="1149336" y="953810"/>
                </a:cubicBezTo>
                <a:cubicBezTo>
                  <a:pt x="1149959" y="957884"/>
                  <a:pt x="1145927" y="957146"/>
                  <a:pt x="1143216" y="957647"/>
                </a:cubicBezTo>
                <a:lnTo>
                  <a:pt x="1137939" y="954458"/>
                </a:lnTo>
                <a:cubicBezTo>
                  <a:pt x="1139845" y="953514"/>
                  <a:pt x="1141677" y="951891"/>
                  <a:pt x="1143619" y="951773"/>
                </a:cubicBezTo>
                <a:cubicBezTo>
                  <a:pt x="1143692" y="951773"/>
                  <a:pt x="1143802" y="951773"/>
                  <a:pt x="1143875" y="951773"/>
                </a:cubicBezTo>
                <a:close/>
                <a:moveTo>
                  <a:pt x="3470134" y="951773"/>
                </a:moveTo>
                <a:cubicBezTo>
                  <a:pt x="3472113" y="951773"/>
                  <a:pt x="3475447" y="952894"/>
                  <a:pt x="3475594" y="953810"/>
                </a:cubicBezTo>
                <a:cubicBezTo>
                  <a:pt x="3476217" y="957884"/>
                  <a:pt x="3472186" y="957146"/>
                  <a:pt x="3469475" y="957647"/>
                </a:cubicBezTo>
                <a:lnTo>
                  <a:pt x="3464198" y="954458"/>
                </a:lnTo>
                <a:cubicBezTo>
                  <a:pt x="3466104" y="953514"/>
                  <a:pt x="3467935" y="951891"/>
                  <a:pt x="3469878" y="951773"/>
                </a:cubicBezTo>
                <a:cubicBezTo>
                  <a:pt x="3469951" y="951773"/>
                  <a:pt x="3470061" y="951773"/>
                  <a:pt x="3470134" y="951773"/>
                </a:cubicBezTo>
                <a:close/>
                <a:moveTo>
                  <a:pt x="4842806" y="951714"/>
                </a:moveTo>
                <a:cubicBezTo>
                  <a:pt x="4844309" y="951714"/>
                  <a:pt x="4846764" y="952836"/>
                  <a:pt x="4848596" y="953219"/>
                </a:cubicBezTo>
                <a:cubicBezTo>
                  <a:pt x="4847937" y="955020"/>
                  <a:pt x="4847753" y="957116"/>
                  <a:pt x="4846580" y="958622"/>
                </a:cubicBezTo>
                <a:lnTo>
                  <a:pt x="4846035" y="959697"/>
                </a:lnTo>
                <a:lnTo>
                  <a:pt x="4835207" y="963729"/>
                </a:lnTo>
                <a:lnTo>
                  <a:pt x="4828538" y="962755"/>
                </a:lnTo>
                <a:lnTo>
                  <a:pt x="4831153" y="956225"/>
                </a:lnTo>
                <a:lnTo>
                  <a:pt x="4841927" y="951920"/>
                </a:lnTo>
                <a:cubicBezTo>
                  <a:pt x="4842147" y="951773"/>
                  <a:pt x="4842477" y="951714"/>
                  <a:pt x="4842806" y="951714"/>
                </a:cubicBezTo>
                <a:close/>
                <a:moveTo>
                  <a:pt x="3092200" y="951507"/>
                </a:moveTo>
                <a:lnTo>
                  <a:pt x="3092195" y="951512"/>
                </a:lnTo>
                <a:lnTo>
                  <a:pt x="3094472" y="951684"/>
                </a:lnTo>
                <a:lnTo>
                  <a:pt x="3096488" y="953072"/>
                </a:lnTo>
                <a:lnTo>
                  <a:pt x="3098357" y="955226"/>
                </a:lnTo>
                <a:lnTo>
                  <a:pt x="3097001" y="956436"/>
                </a:lnTo>
                <a:lnTo>
                  <a:pt x="3095572" y="957205"/>
                </a:lnTo>
                <a:lnTo>
                  <a:pt x="3085462" y="957673"/>
                </a:lnTo>
                <a:lnTo>
                  <a:pt x="3085458" y="957677"/>
                </a:lnTo>
                <a:lnTo>
                  <a:pt x="3085386" y="957677"/>
                </a:lnTo>
                <a:lnTo>
                  <a:pt x="3085312" y="958149"/>
                </a:lnTo>
                <a:lnTo>
                  <a:pt x="3084725" y="958149"/>
                </a:lnTo>
                <a:lnTo>
                  <a:pt x="3084688" y="958150"/>
                </a:lnTo>
                <a:lnTo>
                  <a:pt x="3077067" y="964260"/>
                </a:lnTo>
                <a:cubicBezTo>
                  <a:pt x="3076517" y="964260"/>
                  <a:pt x="3075931" y="964231"/>
                  <a:pt x="3075345" y="964172"/>
                </a:cubicBezTo>
                <a:cubicBezTo>
                  <a:pt x="3071973" y="963818"/>
                  <a:pt x="3068639" y="963021"/>
                  <a:pt x="3065378" y="962282"/>
                </a:cubicBezTo>
                <a:lnTo>
                  <a:pt x="3064975" y="960512"/>
                </a:lnTo>
                <a:lnTo>
                  <a:pt x="3067760" y="958622"/>
                </a:lnTo>
                <a:lnTo>
                  <a:pt x="3084688" y="958150"/>
                </a:lnTo>
                <a:lnTo>
                  <a:pt x="3084689" y="958149"/>
                </a:lnTo>
                <a:lnTo>
                  <a:pt x="3084725" y="958149"/>
                </a:lnTo>
                <a:lnTo>
                  <a:pt x="3084872" y="957677"/>
                </a:lnTo>
                <a:lnTo>
                  <a:pt x="3085386" y="957677"/>
                </a:lnTo>
                <a:lnTo>
                  <a:pt x="3085462" y="957673"/>
                </a:lnTo>
                <a:lnTo>
                  <a:pt x="3092195" y="951512"/>
                </a:lnTo>
                <a:lnTo>
                  <a:pt x="3092127" y="951507"/>
                </a:lnTo>
                <a:close/>
                <a:moveTo>
                  <a:pt x="6197583" y="951507"/>
                </a:moveTo>
                <a:lnTo>
                  <a:pt x="6197578" y="951512"/>
                </a:lnTo>
                <a:lnTo>
                  <a:pt x="6199855" y="951684"/>
                </a:lnTo>
                <a:lnTo>
                  <a:pt x="6201870" y="953072"/>
                </a:lnTo>
                <a:lnTo>
                  <a:pt x="6203739" y="955226"/>
                </a:lnTo>
                <a:lnTo>
                  <a:pt x="6202384" y="956436"/>
                </a:lnTo>
                <a:lnTo>
                  <a:pt x="6200955" y="957205"/>
                </a:lnTo>
                <a:lnTo>
                  <a:pt x="6190845" y="957673"/>
                </a:lnTo>
                <a:lnTo>
                  <a:pt x="6190840" y="957677"/>
                </a:lnTo>
                <a:lnTo>
                  <a:pt x="6190768" y="957677"/>
                </a:lnTo>
                <a:lnTo>
                  <a:pt x="6190695" y="958149"/>
                </a:lnTo>
                <a:lnTo>
                  <a:pt x="6190108" y="958149"/>
                </a:lnTo>
                <a:lnTo>
                  <a:pt x="6190070" y="958150"/>
                </a:lnTo>
                <a:lnTo>
                  <a:pt x="6182449" y="964260"/>
                </a:lnTo>
                <a:cubicBezTo>
                  <a:pt x="6181899" y="964260"/>
                  <a:pt x="6181313" y="964231"/>
                  <a:pt x="6180727" y="964172"/>
                </a:cubicBezTo>
                <a:cubicBezTo>
                  <a:pt x="6177356" y="963818"/>
                  <a:pt x="6174021" y="963021"/>
                  <a:pt x="6170760" y="962282"/>
                </a:cubicBezTo>
                <a:lnTo>
                  <a:pt x="6170357" y="960512"/>
                </a:lnTo>
                <a:lnTo>
                  <a:pt x="6173142" y="958622"/>
                </a:lnTo>
                <a:lnTo>
                  <a:pt x="6190070" y="958150"/>
                </a:lnTo>
                <a:lnTo>
                  <a:pt x="6190071" y="958149"/>
                </a:lnTo>
                <a:lnTo>
                  <a:pt x="6190108" y="958149"/>
                </a:lnTo>
                <a:lnTo>
                  <a:pt x="6190255" y="957677"/>
                </a:lnTo>
                <a:lnTo>
                  <a:pt x="6190768" y="957677"/>
                </a:lnTo>
                <a:lnTo>
                  <a:pt x="6190845" y="957673"/>
                </a:lnTo>
                <a:lnTo>
                  <a:pt x="6197578" y="951512"/>
                </a:lnTo>
                <a:lnTo>
                  <a:pt x="6197509" y="951507"/>
                </a:lnTo>
                <a:close/>
                <a:moveTo>
                  <a:pt x="6275524" y="951004"/>
                </a:moveTo>
                <a:cubicBezTo>
                  <a:pt x="6278418" y="951004"/>
                  <a:pt x="6281424" y="951714"/>
                  <a:pt x="6284392" y="952924"/>
                </a:cubicBezTo>
                <a:cubicBezTo>
                  <a:pt x="6285747" y="953485"/>
                  <a:pt x="6286260" y="955699"/>
                  <a:pt x="6286993" y="957470"/>
                </a:cubicBezTo>
                <a:lnTo>
                  <a:pt x="6288129" y="957470"/>
                </a:lnTo>
                <a:cubicBezTo>
                  <a:pt x="6288129" y="957470"/>
                  <a:pt x="6288531" y="958297"/>
                  <a:pt x="6288531" y="958297"/>
                </a:cubicBezTo>
                <a:cubicBezTo>
                  <a:pt x="6291170" y="958414"/>
                  <a:pt x="6293662" y="958739"/>
                  <a:pt x="6293113" y="962371"/>
                </a:cubicBezTo>
                <a:lnTo>
                  <a:pt x="6290731" y="962667"/>
                </a:lnTo>
                <a:lnTo>
                  <a:pt x="6288531" y="958297"/>
                </a:lnTo>
                <a:lnTo>
                  <a:pt x="6287322" y="958238"/>
                </a:lnTo>
                <a:lnTo>
                  <a:pt x="6286993" y="957470"/>
                </a:lnTo>
                <a:cubicBezTo>
                  <a:pt x="6286333" y="957411"/>
                  <a:pt x="6285674" y="957381"/>
                  <a:pt x="6285014" y="957381"/>
                </a:cubicBezTo>
                <a:lnTo>
                  <a:pt x="6285014" y="957411"/>
                </a:lnTo>
                <a:cubicBezTo>
                  <a:pt x="6278565" y="957411"/>
                  <a:pt x="6273289" y="960275"/>
                  <a:pt x="6268048" y="963729"/>
                </a:cubicBezTo>
                <a:lnTo>
                  <a:pt x="6261380" y="962755"/>
                </a:lnTo>
                <a:cubicBezTo>
                  <a:pt x="6257935" y="959389"/>
                  <a:pt x="6262186" y="957352"/>
                  <a:pt x="6264311" y="955434"/>
                </a:cubicBezTo>
                <a:cubicBezTo>
                  <a:pt x="6267718" y="952334"/>
                  <a:pt x="6271529" y="951004"/>
                  <a:pt x="6275524" y="951004"/>
                </a:cubicBezTo>
                <a:close/>
                <a:moveTo>
                  <a:pt x="807197" y="938635"/>
                </a:moveTo>
                <a:cubicBezTo>
                  <a:pt x="807599" y="938635"/>
                  <a:pt x="808003" y="938635"/>
                  <a:pt x="808406" y="938695"/>
                </a:cubicBezTo>
                <a:cubicBezTo>
                  <a:pt x="812143" y="939049"/>
                  <a:pt x="814855" y="939994"/>
                  <a:pt x="814819" y="944097"/>
                </a:cubicBezTo>
                <a:cubicBezTo>
                  <a:pt x="814819" y="947698"/>
                  <a:pt x="811704" y="950562"/>
                  <a:pt x="807930" y="950562"/>
                </a:cubicBezTo>
                <a:cubicBezTo>
                  <a:pt x="807197" y="950562"/>
                  <a:pt x="806464" y="950444"/>
                  <a:pt x="805694" y="950237"/>
                </a:cubicBezTo>
                <a:cubicBezTo>
                  <a:pt x="802177" y="949175"/>
                  <a:pt x="800345" y="946783"/>
                  <a:pt x="801151" y="942945"/>
                </a:cubicBezTo>
                <a:cubicBezTo>
                  <a:pt x="801920" y="940082"/>
                  <a:pt x="803899" y="938635"/>
                  <a:pt x="807197" y="938635"/>
                </a:cubicBezTo>
                <a:close/>
                <a:moveTo>
                  <a:pt x="256741" y="764958"/>
                </a:moveTo>
                <a:lnTo>
                  <a:pt x="260918" y="766227"/>
                </a:lnTo>
                <a:lnTo>
                  <a:pt x="258572" y="767940"/>
                </a:lnTo>
                <a:lnTo>
                  <a:pt x="256521" y="766995"/>
                </a:lnTo>
                <a:close/>
                <a:moveTo>
                  <a:pt x="280669" y="750433"/>
                </a:moveTo>
                <a:lnTo>
                  <a:pt x="283234" y="752795"/>
                </a:lnTo>
                <a:cubicBezTo>
                  <a:pt x="283838" y="755540"/>
                  <a:pt x="284699" y="757946"/>
                  <a:pt x="286266" y="759666"/>
                </a:cubicBezTo>
                <a:lnTo>
                  <a:pt x="288700" y="760588"/>
                </a:lnTo>
                <a:lnTo>
                  <a:pt x="283395" y="762071"/>
                </a:lnTo>
                <a:lnTo>
                  <a:pt x="290581" y="769323"/>
                </a:lnTo>
                <a:lnTo>
                  <a:pt x="287301" y="769296"/>
                </a:lnTo>
                <a:cubicBezTo>
                  <a:pt x="277810" y="769121"/>
                  <a:pt x="273999" y="762065"/>
                  <a:pt x="278251" y="752795"/>
                </a:cubicBezTo>
                <a:close/>
                <a:moveTo>
                  <a:pt x="195628" y="665661"/>
                </a:moveTo>
                <a:cubicBezTo>
                  <a:pt x="201454" y="665661"/>
                  <a:pt x="205778" y="670089"/>
                  <a:pt x="204532" y="675699"/>
                </a:cubicBezTo>
                <a:cubicBezTo>
                  <a:pt x="203396" y="680747"/>
                  <a:pt x="201014" y="685559"/>
                  <a:pt x="199219" y="690460"/>
                </a:cubicBezTo>
                <a:lnTo>
                  <a:pt x="205948" y="696230"/>
                </a:lnTo>
                <a:lnTo>
                  <a:pt x="200859" y="696230"/>
                </a:lnTo>
                <a:cubicBezTo>
                  <a:pt x="196573" y="696230"/>
                  <a:pt x="193567" y="701013"/>
                  <a:pt x="193898" y="706180"/>
                </a:cubicBezTo>
                <a:cubicBezTo>
                  <a:pt x="194190" y="710844"/>
                  <a:pt x="195143" y="715066"/>
                  <a:pt x="201409" y="715980"/>
                </a:cubicBezTo>
                <a:cubicBezTo>
                  <a:pt x="205550" y="716601"/>
                  <a:pt x="207565" y="718608"/>
                  <a:pt x="208225" y="722505"/>
                </a:cubicBezTo>
                <a:cubicBezTo>
                  <a:pt x="208884" y="726490"/>
                  <a:pt x="206759" y="729176"/>
                  <a:pt x="200493" y="729176"/>
                </a:cubicBezTo>
                <a:cubicBezTo>
                  <a:pt x="199797" y="729176"/>
                  <a:pt x="199064" y="729147"/>
                  <a:pt x="198258" y="729088"/>
                </a:cubicBezTo>
                <a:cubicBezTo>
                  <a:pt x="197085" y="729000"/>
                  <a:pt x="195876" y="728942"/>
                  <a:pt x="194703" y="728942"/>
                </a:cubicBezTo>
                <a:cubicBezTo>
                  <a:pt x="191918" y="728942"/>
                  <a:pt x="189061" y="729176"/>
                  <a:pt x="186239" y="729384"/>
                </a:cubicBezTo>
                <a:cubicBezTo>
                  <a:pt x="183381" y="729619"/>
                  <a:pt x="180523" y="729826"/>
                  <a:pt x="177738" y="729826"/>
                </a:cubicBezTo>
                <a:lnTo>
                  <a:pt x="168215" y="728549"/>
                </a:lnTo>
                <a:lnTo>
                  <a:pt x="169941" y="728012"/>
                </a:lnTo>
                <a:cubicBezTo>
                  <a:pt x="177160" y="726831"/>
                  <a:pt x="184672" y="727008"/>
                  <a:pt x="191854" y="725709"/>
                </a:cubicBezTo>
                <a:cubicBezTo>
                  <a:pt x="195481" y="725060"/>
                  <a:pt x="198083" y="721576"/>
                  <a:pt x="196800" y="718092"/>
                </a:cubicBezTo>
                <a:cubicBezTo>
                  <a:pt x="194931" y="713015"/>
                  <a:pt x="192256" y="708144"/>
                  <a:pt x="189472" y="703392"/>
                </a:cubicBezTo>
                <a:cubicBezTo>
                  <a:pt x="188446" y="701590"/>
                  <a:pt x="187346" y="700969"/>
                  <a:pt x="186247" y="700969"/>
                </a:cubicBezTo>
                <a:cubicBezTo>
                  <a:pt x="184379" y="700969"/>
                  <a:pt x="182473" y="702801"/>
                  <a:pt x="180861" y="703715"/>
                </a:cubicBezTo>
                <a:cubicBezTo>
                  <a:pt x="179835" y="704335"/>
                  <a:pt x="178882" y="704660"/>
                  <a:pt x="178076" y="704660"/>
                </a:cubicBezTo>
                <a:cubicBezTo>
                  <a:pt x="176866" y="704660"/>
                  <a:pt x="175987" y="703892"/>
                  <a:pt x="175511" y="702033"/>
                </a:cubicBezTo>
                <a:cubicBezTo>
                  <a:pt x="174742" y="698991"/>
                  <a:pt x="174742" y="695804"/>
                  <a:pt x="174485" y="692674"/>
                </a:cubicBezTo>
                <a:cubicBezTo>
                  <a:pt x="165214" y="691818"/>
                  <a:pt x="168805" y="678386"/>
                  <a:pt x="158142" y="678386"/>
                </a:cubicBezTo>
                <a:cubicBezTo>
                  <a:pt x="157995" y="678386"/>
                  <a:pt x="157885" y="678386"/>
                  <a:pt x="157739" y="678386"/>
                </a:cubicBezTo>
                <a:cubicBezTo>
                  <a:pt x="157665" y="678386"/>
                  <a:pt x="157629" y="678386"/>
                  <a:pt x="157592" y="678386"/>
                </a:cubicBezTo>
                <a:cubicBezTo>
                  <a:pt x="154734" y="678386"/>
                  <a:pt x="153892" y="675729"/>
                  <a:pt x="155394" y="674253"/>
                </a:cubicBezTo>
                <a:lnTo>
                  <a:pt x="158252" y="672363"/>
                </a:lnTo>
                <a:cubicBezTo>
                  <a:pt x="159461" y="672481"/>
                  <a:pt x="160670" y="672540"/>
                  <a:pt x="161843" y="672540"/>
                </a:cubicBezTo>
                <a:cubicBezTo>
                  <a:pt x="173019" y="672540"/>
                  <a:pt x="183022" y="667492"/>
                  <a:pt x="193760" y="665809"/>
                </a:cubicBezTo>
                <a:cubicBezTo>
                  <a:pt x="194382" y="665721"/>
                  <a:pt x="195005" y="665661"/>
                  <a:pt x="195628" y="665661"/>
                </a:cubicBezTo>
                <a:close/>
                <a:moveTo>
                  <a:pt x="234791" y="583397"/>
                </a:moveTo>
                <a:lnTo>
                  <a:pt x="237100" y="583663"/>
                </a:lnTo>
                <a:cubicBezTo>
                  <a:pt x="237796" y="587265"/>
                  <a:pt x="235231" y="587619"/>
                  <a:pt x="232593" y="587796"/>
                </a:cubicBezTo>
                <a:lnTo>
                  <a:pt x="232263" y="588446"/>
                </a:lnTo>
                <a:lnTo>
                  <a:pt x="231603" y="587885"/>
                </a:lnTo>
                <a:lnTo>
                  <a:pt x="232556" y="587796"/>
                </a:lnTo>
                <a:lnTo>
                  <a:pt x="234755" y="583397"/>
                </a:lnTo>
                <a:close/>
                <a:moveTo>
                  <a:pt x="180547" y="470546"/>
                </a:moveTo>
                <a:lnTo>
                  <a:pt x="180327" y="470895"/>
                </a:lnTo>
                <a:lnTo>
                  <a:pt x="180759" y="470640"/>
                </a:lnTo>
                <a:close/>
                <a:moveTo>
                  <a:pt x="276613" y="456687"/>
                </a:moveTo>
                <a:lnTo>
                  <a:pt x="289325" y="456951"/>
                </a:lnTo>
                <a:lnTo>
                  <a:pt x="289325" y="462725"/>
                </a:lnTo>
                <a:lnTo>
                  <a:pt x="275520" y="457511"/>
                </a:lnTo>
                <a:close/>
                <a:moveTo>
                  <a:pt x="265580" y="443183"/>
                </a:moveTo>
                <a:lnTo>
                  <a:pt x="265910" y="443833"/>
                </a:lnTo>
                <a:cubicBezTo>
                  <a:pt x="268548" y="444010"/>
                  <a:pt x="271113" y="444365"/>
                  <a:pt x="270417" y="447966"/>
                </a:cubicBezTo>
                <a:lnTo>
                  <a:pt x="268108" y="448232"/>
                </a:lnTo>
                <a:lnTo>
                  <a:pt x="268072" y="448232"/>
                </a:lnTo>
                <a:lnTo>
                  <a:pt x="265873" y="443833"/>
                </a:lnTo>
                <a:lnTo>
                  <a:pt x="264921" y="443745"/>
                </a:lnTo>
                <a:close/>
                <a:moveTo>
                  <a:pt x="257009" y="433269"/>
                </a:moveTo>
                <a:lnTo>
                  <a:pt x="256909" y="433544"/>
                </a:lnTo>
                <a:lnTo>
                  <a:pt x="257323" y="433430"/>
                </a:lnTo>
                <a:close/>
                <a:moveTo>
                  <a:pt x="233811" y="302453"/>
                </a:moveTo>
                <a:lnTo>
                  <a:pt x="235362" y="303792"/>
                </a:lnTo>
                <a:lnTo>
                  <a:pt x="234974" y="303914"/>
                </a:lnTo>
                <a:lnTo>
                  <a:pt x="232472" y="302506"/>
                </a:lnTo>
                <a:close/>
                <a:moveTo>
                  <a:pt x="211055" y="301803"/>
                </a:moveTo>
                <a:lnTo>
                  <a:pt x="211873" y="301847"/>
                </a:lnTo>
                <a:lnTo>
                  <a:pt x="213167" y="305973"/>
                </a:lnTo>
                <a:cubicBezTo>
                  <a:pt x="214665" y="307714"/>
                  <a:pt x="215774" y="309508"/>
                  <a:pt x="212329" y="311058"/>
                </a:cubicBezTo>
                <a:cubicBezTo>
                  <a:pt x="208225" y="312918"/>
                  <a:pt x="201446" y="310999"/>
                  <a:pt x="198294" y="313390"/>
                </a:cubicBezTo>
                <a:cubicBezTo>
                  <a:pt x="186935" y="322040"/>
                  <a:pt x="176602" y="331811"/>
                  <a:pt x="165902" y="341170"/>
                </a:cubicBezTo>
                <a:cubicBezTo>
                  <a:pt x="167697" y="346070"/>
                  <a:pt x="170079" y="350882"/>
                  <a:pt x="171215" y="355931"/>
                </a:cubicBezTo>
                <a:cubicBezTo>
                  <a:pt x="172461" y="361540"/>
                  <a:pt x="168137" y="365968"/>
                  <a:pt x="162311" y="365968"/>
                </a:cubicBezTo>
                <a:cubicBezTo>
                  <a:pt x="161688" y="365968"/>
                  <a:pt x="161065" y="365910"/>
                  <a:pt x="160442" y="365820"/>
                </a:cubicBezTo>
                <a:cubicBezTo>
                  <a:pt x="149705" y="364138"/>
                  <a:pt x="139701" y="359089"/>
                  <a:pt x="128526" y="359089"/>
                </a:cubicBezTo>
                <a:cubicBezTo>
                  <a:pt x="127353" y="359089"/>
                  <a:pt x="126144" y="359149"/>
                  <a:pt x="124935" y="359266"/>
                </a:cubicBezTo>
                <a:lnTo>
                  <a:pt x="122077" y="357378"/>
                </a:lnTo>
                <a:cubicBezTo>
                  <a:pt x="120574" y="355901"/>
                  <a:pt x="121416" y="353244"/>
                  <a:pt x="124275" y="353244"/>
                </a:cubicBezTo>
                <a:cubicBezTo>
                  <a:pt x="124312" y="353244"/>
                  <a:pt x="124348" y="353244"/>
                  <a:pt x="124421" y="353244"/>
                </a:cubicBezTo>
                <a:cubicBezTo>
                  <a:pt x="124568" y="353244"/>
                  <a:pt x="124678" y="353244"/>
                  <a:pt x="124824" y="353244"/>
                </a:cubicBezTo>
                <a:cubicBezTo>
                  <a:pt x="135488" y="353244"/>
                  <a:pt x="131897" y="339812"/>
                  <a:pt x="141168" y="338956"/>
                </a:cubicBezTo>
                <a:cubicBezTo>
                  <a:pt x="141424" y="335827"/>
                  <a:pt x="141424" y="332638"/>
                  <a:pt x="142194" y="329598"/>
                </a:cubicBezTo>
                <a:cubicBezTo>
                  <a:pt x="142669" y="327738"/>
                  <a:pt x="143549" y="326970"/>
                  <a:pt x="144759" y="326970"/>
                </a:cubicBezTo>
                <a:cubicBezTo>
                  <a:pt x="145565" y="326970"/>
                  <a:pt x="146518" y="327295"/>
                  <a:pt x="147544" y="327914"/>
                </a:cubicBezTo>
                <a:cubicBezTo>
                  <a:pt x="149156" y="328830"/>
                  <a:pt x="151062" y="330660"/>
                  <a:pt x="152930" y="330660"/>
                </a:cubicBezTo>
                <a:cubicBezTo>
                  <a:pt x="154029" y="330660"/>
                  <a:pt x="155128" y="330041"/>
                  <a:pt x="156155" y="328239"/>
                </a:cubicBezTo>
                <a:cubicBezTo>
                  <a:pt x="158940" y="323487"/>
                  <a:pt x="161614" y="318615"/>
                  <a:pt x="163483" y="313537"/>
                </a:cubicBezTo>
                <a:lnTo>
                  <a:pt x="159651" y="307637"/>
                </a:lnTo>
                <a:lnTo>
                  <a:pt x="175768" y="308978"/>
                </a:lnTo>
                <a:cubicBezTo>
                  <a:pt x="181337" y="308978"/>
                  <a:pt x="186980" y="308653"/>
                  <a:pt x="192623" y="308387"/>
                </a:cubicBezTo>
                <a:cubicBezTo>
                  <a:pt x="198157" y="303044"/>
                  <a:pt x="204496" y="301803"/>
                  <a:pt x="211055" y="301803"/>
                </a:cubicBezTo>
                <a:close/>
                <a:moveTo>
                  <a:pt x="293968" y="242931"/>
                </a:moveTo>
                <a:cubicBezTo>
                  <a:pt x="298298" y="242931"/>
                  <a:pt x="302660" y="244276"/>
                  <a:pt x="306990" y="245108"/>
                </a:cubicBezTo>
                <a:lnTo>
                  <a:pt x="306135" y="248583"/>
                </a:lnTo>
                <a:lnTo>
                  <a:pt x="291146" y="248624"/>
                </a:lnTo>
                <a:lnTo>
                  <a:pt x="290074" y="247419"/>
                </a:lnTo>
                <a:cubicBezTo>
                  <a:pt x="290596" y="245203"/>
                  <a:pt x="292384" y="242931"/>
                  <a:pt x="293968" y="242931"/>
                </a:cubicBezTo>
                <a:close/>
                <a:moveTo>
                  <a:pt x="263974" y="197886"/>
                </a:moveTo>
                <a:lnTo>
                  <a:pt x="263442" y="198003"/>
                </a:lnTo>
                <a:lnTo>
                  <a:pt x="263597" y="198236"/>
                </a:lnTo>
                <a:close/>
                <a:moveTo>
                  <a:pt x="477061" y="192349"/>
                </a:moveTo>
                <a:cubicBezTo>
                  <a:pt x="520041" y="191185"/>
                  <a:pt x="498834" y="203975"/>
                  <a:pt x="494551" y="204095"/>
                </a:cubicBezTo>
                <a:cubicBezTo>
                  <a:pt x="426544" y="205950"/>
                  <a:pt x="429786" y="206097"/>
                  <a:pt x="420369" y="206053"/>
                </a:cubicBezTo>
                <a:lnTo>
                  <a:pt x="403649" y="206003"/>
                </a:lnTo>
                <a:lnTo>
                  <a:pt x="403625" y="206031"/>
                </a:lnTo>
                <a:lnTo>
                  <a:pt x="403625" y="206003"/>
                </a:lnTo>
                <a:lnTo>
                  <a:pt x="403649" y="206003"/>
                </a:lnTo>
                <a:lnTo>
                  <a:pt x="409681" y="199151"/>
                </a:lnTo>
                <a:cubicBezTo>
                  <a:pt x="441276" y="194676"/>
                  <a:pt x="462734" y="192737"/>
                  <a:pt x="477061" y="192349"/>
                </a:cubicBezTo>
                <a:close/>
                <a:moveTo>
                  <a:pt x="257040" y="188373"/>
                </a:moveTo>
                <a:lnTo>
                  <a:pt x="257370" y="188869"/>
                </a:lnTo>
                <a:lnTo>
                  <a:pt x="257479" y="188804"/>
                </a:lnTo>
                <a:close/>
                <a:moveTo>
                  <a:pt x="411814" y="183750"/>
                </a:moveTo>
                <a:cubicBezTo>
                  <a:pt x="412630" y="184233"/>
                  <a:pt x="413446" y="184692"/>
                  <a:pt x="414230" y="185175"/>
                </a:cubicBezTo>
                <a:cubicBezTo>
                  <a:pt x="412865" y="186371"/>
                  <a:pt x="411861" y="187109"/>
                  <a:pt x="411399" y="187002"/>
                </a:cubicBezTo>
                <a:cubicBezTo>
                  <a:pt x="410936" y="186895"/>
                  <a:pt x="411014" y="185941"/>
                  <a:pt x="411814" y="183750"/>
                </a:cubicBezTo>
                <a:close/>
                <a:moveTo>
                  <a:pt x="453418" y="168942"/>
                </a:moveTo>
                <a:lnTo>
                  <a:pt x="453763" y="172355"/>
                </a:lnTo>
                <a:lnTo>
                  <a:pt x="443974" y="174048"/>
                </a:lnTo>
                <a:lnTo>
                  <a:pt x="443189" y="168942"/>
                </a:lnTo>
                <a:lnTo>
                  <a:pt x="443221" y="168942"/>
                </a:lnTo>
                <a:close/>
                <a:moveTo>
                  <a:pt x="478675" y="166953"/>
                </a:moveTo>
                <a:lnTo>
                  <a:pt x="478706" y="166979"/>
                </a:lnTo>
                <a:lnTo>
                  <a:pt x="483413" y="170258"/>
                </a:lnTo>
                <a:cubicBezTo>
                  <a:pt x="482126" y="171387"/>
                  <a:pt x="480997" y="172973"/>
                  <a:pt x="479491" y="173430"/>
                </a:cubicBezTo>
                <a:cubicBezTo>
                  <a:pt x="478737" y="173645"/>
                  <a:pt x="476479" y="171817"/>
                  <a:pt x="476384" y="170796"/>
                </a:cubicBezTo>
                <a:cubicBezTo>
                  <a:pt x="476260" y="169613"/>
                  <a:pt x="477797" y="168297"/>
                  <a:pt x="478675" y="166953"/>
                </a:cubicBezTo>
                <a:close/>
                <a:moveTo>
                  <a:pt x="438389" y="157735"/>
                </a:moveTo>
                <a:lnTo>
                  <a:pt x="438265" y="158658"/>
                </a:lnTo>
                <a:lnTo>
                  <a:pt x="438294" y="158674"/>
                </a:lnTo>
                <a:lnTo>
                  <a:pt x="438263" y="158674"/>
                </a:lnTo>
                <a:lnTo>
                  <a:pt x="438265" y="158658"/>
                </a:lnTo>
                <a:lnTo>
                  <a:pt x="437322" y="158111"/>
                </a:lnTo>
                <a:close/>
                <a:moveTo>
                  <a:pt x="566679" y="151549"/>
                </a:moveTo>
                <a:lnTo>
                  <a:pt x="569582" y="151800"/>
                </a:lnTo>
                <a:lnTo>
                  <a:pt x="568364" y="152098"/>
                </a:lnTo>
                <a:cubicBezTo>
                  <a:pt x="568290" y="152156"/>
                  <a:pt x="568144" y="152186"/>
                  <a:pt x="567998" y="152186"/>
                </a:cubicBezTo>
                <a:close/>
                <a:moveTo>
                  <a:pt x="841247" y="81067"/>
                </a:moveTo>
                <a:cubicBezTo>
                  <a:pt x="845021" y="81067"/>
                  <a:pt x="848136" y="83931"/>
                  <a:pt x="848136" y="87533"/>
                </a:cubicBezTo>
                <a:cubicBezTo>
                  <a:pt x="848172" y="91637"/>
                  <a:pt x="845461" y="92582"/>
                  <a:pt x="841723" y="92936"/>
                </a:cubicBezTo>
                <a:cubicBezTo>
                  <a:pt x="841320" y="92994"/>
                  <a:pt x="840917" y="92994"/>
                  <a:pt x="840514" y="92994"/>
                </a:cubicBezTo>
                <a:cubicBezTo>
                  <a:pt x="837216" y="92994"/>
                  <a:pt x="835237" y="91549"/>
                  <a:pt x="834468" y="88684"/>
                </a:cubicBezTo>
                <a:cubicBezTo>
                  <a:pt x="833662" y="84847"/>
                  <a:pt x="835494" y="82455"/>
                  <a:pt x="839011" y="81392"/>
                </a:cubicBezTo>
                <a:cubicBezTo>
                  <a:pt x="839781" y="81185"/>
                  <a:pt x="840514" y="81067"/>
                  <a:pt x="841247" y="81067"/>
                </a:cubicBezTo>
                <a:close/>
                <a:moveTo>
                  <a:pt x="4906449" y="75626"/>
                </a:moveTo>
                <a:lnTo>
                  <a:pt x="4906290" y="76572"/>
                </a:lnTo>
                <a:lnTo>
                  <a:pt x="4905937" y="75901"/>
                </a:lnTo>
                <a:close/>
                <a:moveTo>
                  <a:pt x="6279380" y="75281"/>
                </a:moveTo>
                <a:lnTo>
                  <a:pt x="6281541" y="78233"/>
                </a:lnTo>
                <a:lnTo>
                  <a:pt x="6279599" y="79178"/>
                </a:lnTo>
                <a:lnTo>
                  <a:pt x="6277511" y="77319"/>
                </a:lnTo>
                <a:close/>
                <a:moveTo>
                  <a:pt x="3144353" y="75016"/>
                </a:moveTo>
                <a:lnTo>
                  <a:pt x="3144494" y="77690"/>
                </a:lnTo>
                <a:lnTo>
                  <a:pt x="3143356" y="78492"/>
                </a:lnTo>
                <a:lnTo>
                  <a:pt x="3141824" y="77200"/>
                </a:lnTo>
                <a:close/>
                <a:moveTo>
                  <a:pt x="6249735" y="75016"/>
                </a:moveTo>
                <a:cubicBezTo>
                  <a:pt x="6253289" y="76049"/>
                  <a:pt x="6253473" y="77584"/>
                  <a:pt x="6249955" y="79178"/>
                </a:cubicBezTo>
                <a:lnTo>
                  <a:pt x="6248782" y="78529"/>
                </a:lnTo>
                <a:lnTo>
                  <a:pt x="6247207" y="77200"/>
                </a:lnTo>
                <a:close/>
                <a:moveTo>
                  <a:pt x="1196321" y="74868"/>
                </a:moveTo>
                <a:cubicBezTo>
                  <a:pt x="1199985" y="75960"/>
                  <a:pt x="1200168" y="77525"/>
                  <a:pt x="1196540" y="79119"/>
                </a:cubicBezTo>
                <a:lnTo>
                  <a:pt x="1195331" y="78470"/>
                </a:lnTo>
                <a:lnTo>
                  <a:pt x="1193719" y="77142"/>
                </a:lnTo>
                <a:close/>
                <a:moveTo>
                  <a:pt x="3522579" y="74868"/>
                </a:moveTo>
                <a:cubicBezTo>
                  <a:pt x="3526244" y="75960"/>
                  <a:pt x="3526427" y="77525"/>
                  <a:pt x="3522799" y="79119"/>
                </a:cubicBezTo>
                <a:lnTo>
                  <a:pt x="3521590" y="78470"/>
                </a:lnTo>
                <a:lnTo>
                  <a:pt x="3519977" y="77142"/>
                </a:lnTo>
                <a:close/>
                <a:moveTo>
                  <a:pt x="4955420" y="74868"/>
                </a:moveTo>
                <a:cubicBezTo>
                  <a:pt x="4959084" y="75960"/>
                  <a:pt x="4959267" y="77525"/>
                  <a:pt x="4955640" y="79119"/>
                </a:cubicBezTo>
                <a:lnTo>
                  <a:pt x="4954430" y="78470"/>
                </a:lnTo>
                <a:lnTo>
                  <a:pt x="4952818" y="77142"/>
                </a:lnTo>
                <a:close/>
                <a:moveTo>
                  <a:pt x="3237976" y="74337"/>
                </a:moveTo>
                <a:lnTo>
                  <a:pt x="3243051" y="78488"/>
                </a:lnTo>
                <a:lnTo>
                  <a:pt x="3235219" y="79373"/>
                </a:lnTo>
                <a:lnTo>
                  <a:pt x="3233396" y="75901"/>
                </a:lnTo>
                <a:lnTo>
                  <a:pt x="3236144" y="74425"/>
                </a:lnTo>
                <a:cubicBezTo>
                  <a:pt x="3236767" y="74337"/>
                  <a:pt x="3237390" y="74337"/>
                  <a:pt x="3237976" y="74337"/>
                </a:cubicBezTo>
                <a:close/>
                <a:moveTo>
                  <a:pt x="1176533" y="73983"/>
                </a:moveTo>
                <a:cubicBezTo>
                  <a:pt x="1179245" y="74485"/>
                  <a:pt x="1183276" y="73746"/>
                  <a:pt x="1182653" y="77820"/>
                </a:cubicBezTo>
                <a:cubicBezTo>
                  <a:pt x="1182506" y="78736"/>
                  <a:pt x="1179171" y="79857"/>
                  <a:pt x="1177192" y="79857"/>
                </a:cubicBezTo>
                <a:cubicBezTo>
                  <a:pt x="1177119" y="79857"/>
                  <a:pt x="1177009" y="79857"/>
                  <a:pt x="1176936" y="79857"/>
                </a:cubicBezTo>
                <a:cubicBezTo>
                  <a:pt x="1174994" y="79739"/>
                  <a:pt x="1173162" y="78115"/>
                  <a:pt x="1171256" y="77171"/>
                </a:cubicBezTo>
                <a:close/>
                <a:moveTo>
                  <a:pt x="3502792" y="73983"/>
                </a:moveTo>
                <a:cubicBezTo>
                  <a:pt x="3505503" y="74485"/>
                  <a:pt x="3509535" y="73746"/>
                  <a:pt x="3508911" y="77820"/>
                </a:cubicBezTo>
                <a:cubicBezTo>
                  <a:pt x="3508764" y="78736"/>
                  <a:pt x="3505430" y="79857"/>
                  <a:pt x="3503451" y="79857"/>
                </a:cubicBezTo>
                <a:cubicBezTo>
                  <a:pt x="3503378" y="79857"/>
                  <a:pt x="3503268" y="79857"/>
                  <a:pt x="3503195" y="79857"/>
                </a:cubicBezTo>
                <a:cubicBezTo>
                  <a:pt x="3501253" y="79739"/>
                  <a:pt x="3499421" y="78115"/>
                  <a:pt x="3497515" y="77171"/>
                </a:cubicBezTo>
                <a:close/>
                <a:moveTo>
                  <a:pt x="4935632" y="73983"/>
                </a:moveTo>
                <a:cubicBezTo>
                  <a:pt x="4938343" y="74485"/>
                  <a:pt x="4942375" y="73746"/>
                  <a:pt x="4941752" y="77820"/>
                </a:cubicBezTo>
                <a:lnTo>
                  <a:pt x="4937407" y="79441"/>
                </a:lnTo>
                <a:lnTo>
                  <a:pt x="4935384" y="74133"/>
                </a:lnTo>
                <a:close/>
                <a:moveTo>
                  <a:pt x="4738717" y="68357"/>
                </a:moveTo>
                <a:lnTo>
                  <a:pt x="4738821" y="68403"/>
                </a:lnTo>
                <a:lnTo>
                  <a:pt x="4738783" y="68551"/>
                </a:lnTo>
                <a:close/>
                <a:moveTo>
                  <a:pt x="3195983" y="67900"/>
                </a:moveTo>
                <a:cubicBezTo>
                  <a:pt x="3201223" y="71354"/>
                  <a:pt x="3206500" y="74219"/>
                  <a:pt x="3212948" y="74219"/>
                </a:cubicBezTo>
                <a:lnTo>
                  <a:pt x="3212948" y="74248"/>
                </a:lnTo>
                <a:cubicBezTo>
                  <a:pt x="3213609" y="74248"/>
                  <a:pt x="3214268" y="74219"/>
                  <a:pt x="3214928" y="74160"/>
                </a:cubicBezTo>
                <a:lnTo>
                  <a:pt x="3215257" y="73392"/>
                </a:lnTo>
                <a:lnTo>
                  <a:pt x="3216466" y="73332"/>
                </a:lnTo>
                <a:lnTo>
                  <a:pt x="3218665" y="68964"/>
                </a:lnTo>
                <a:lnTo>
                  <a:pt x="3221048" y="69259"/>
                </a:lnTo>
                <a:cubicBezTo>
                  <a:pt x="3221596" y="72890"/>
                  <a:pt x="3219105" y="73215"/>
                  <a:pt x="3216466" y="73332"/>
                </a:cubicBezTo>
                <a:cubicBezTo>
                  <a:pt x="3216466" y="73332"/>
                  <a:pt x="3216063" y="74160"/>
                  <a:pt x="3216063" y="74160"/>
                </a:cubicBezTo>
                <a:lnTo>
                  <a:pt x="3214928" y="74160"/>
                </a:lnTo>
                <a:cubicBezTo>
                  <a:pt x="3214195" y="75930"/>
                  <a:pt x="3213681" y="78145"/>
                  <a:pt x="3212326" y="78707"/>
                </a:cubicBezTo>
                <a:lnTo>
                  <a:pt x="3210004" y="79209"/>
                </a:lnTo>
                <a:lnTo>
                  <a:pt x="3204369" y="73775"/>
                </a:lnTo>
                <a:cubicBezTo>
                  <a:pt x="3199898" y="72861"/>
                  <a:pt x="3195354" y="72064"/>
                  <a:pt x="3190921" y="70912"/>
                </a:cubicBezTo>
                <a:lnTo>
                  <a:pt x="3189987" y="70556"/>
                </a:lnTo>
                <a:lnTo>
                  <a:pt x="3189314" y="68875"/>
                </a:lnTo>
                <a:close/>
                <a:moveTo>
                  <a:pt x="4868524" y="67900"/>
                </a:moveTo>
                <a:lnTo>
                  <a:pt x="4879352" y="71933"/>
                </a:lnTo>
                <a:lnTo>
                  <a:pt x="4879897" y="73008"/>
                </a:lnTo>
                <a:cubicBezTo>
                  <a:pt x="4881070" y="74514"/>
                  <a:pt x="4881254" y="76609"/>
                  <a:pt x="4881913" y="78411"/>
                </a:cubicBezTo>
                <a:cubicBezTo>
                  <a:pt x="4880080" y="78795"/>
                  <a:pt x="4877626" y="79917"/>
                  <a:pt x="4876123" y="79917"/>
                </a:cubicBezTo>
                <a:cubicBezTo>
                  <a:pt x="4875794" y="79917"/>
                  <a:pt x="4875463" y="79857"/>
                  <a:pt x="4875244" y="79709"/>
                </a:cubicBezTo>
                <a:lnTo>
                  <a:pt x="4864470" y="75406"/>
                </a:lnTo>
                <a:lnTo>
                  <a:pt x="4861856" y="68875"/>
                </a:lnTo>
                <a:close/>
                <a:moveTo>
                  <a:pt x="3110384" y="67369"/>
                </a:moveTo>
                <a:lnTo>
                  <a:pt x="3118005" y="73479"/>
                </a:lnTo>
                <a:lnTo>
                  <a:pt x="3118043" y="73481"/>
                </a:lnTo>
                <a:lnTo>
                  <a:pt x="3118629" y="73481"/>
                </a:lnTo>
                <a:lnTo>
                  <a:pt x="3118703" y="73952"/>
                </a:lnTo>
                <a:lnTo>
                  <a:pt x="3118775" y="73952"/>
                </a:lnTo>
                <a:lnTo>
                  <a:pt x="3118780" y="73956"/>
                </a:lnTo>
                <a:lnTo>
                  <a:pt x="3128889" y="74425"/>
                </a:lnTo>
                <a:lnTo>
                  <a:pt x="3130319" y="75193"/>
                </a:lnTo>
                <a:lnTo>
                  <a:pt x="3131674" y="76404"/>
                </a:lnTo>
                <a:lnTo>
                  <a:pt x="3129805" y="78558"/>
                </a:lnTo>
                <a:lnTo>
                  <a:pt x="3127790" y="79946"/>
                </a:lnTo>
                <a:lnTo>
                  <a:pt x="3125512" y="80118"/>
                </a:lnTo>
                <a:lnTo>
                  <a:pt x="3125517" y="80123"/>
                </a:lnTo>
                <a:lnTo>
                  <a:pt x="3125444" y="80123"/>
                </a:lnTo>
                <a:lnTo>
                  <a:pt x="3125512" y="80118"/>
                </a:lnTo>
                <a:lnTo>
                  <a:pt x="3118780" y="73956"/>
                </a:lnTo>
                <a:lnTo>
                  <a:pt x="3118703" y="73952"/>
                </a:lnTo>
                <a:lnTo>
                  <a:pt x="3118189" y="73952"/>
                </a:lnTo>
                <a:lnTo>
                  <a:pt x="3118043" y="73481"/>
                </a:lnTo>
                <a:lnTo>
                  <a:pt x="3118006" y="73481"/>
                </a:lnTo>
                <a:lnTo>
                  <a:pt x="3118005" y="73479"/>
                </a:lnTo>
                <a:lnTo>
                  <a:pt x="3101077" y="73008"/>
                </a:lnTo>
                <a:lnTo>
                  <a:pt x="3098292" y="71119"/>
                </a:lnTo>
                <a:lnTo>
                  <a:pt x="3098695" y="69347"/>
                </a:lnTo>
                <a:cubicBezTo>
                  <a:pt x="3101956" y="68610"/>
                  <a:pt x="3105290" y="67812"/>
                  <a:pt x="3108662" y="67458"/>
                </a:cubicBezTo>
                <a:cubicBezTo>
                  <a:pt x="3109248" y="67400"/>
                  <a:pt x="3109834" y="67369"/>
                  <a:pt x="3110384" y="67369"/>
                </a:cubicBezTo>
                <a:close/>
                <a:moveTo>
                  <a:pt x="6215767" y="67369"/>
                </a:moveTo>
                <a:lnTo>
                  <a:pt x="6223387" y="73479"/>
                </a:lnTo>
                <a:lnTo>
                  <a:pt x="6223425" y="73481"/>
                </a:lnTo>
                <a:lnTo>
                  <a:pt x="6224012" y="73481"/>
                </a:lnTo>
                <a:lnTo>
                  <a:pt x="6224085" y="73952"/>
                </a:lnTo>
                <a:lnTo>
                  <a:pt x="6224158" y="73952"/>
                </a:lnTo>
                <a:lnTo>
                  <a:pt x="6224162" y="73956"/>
                </a:lnTo>
                <a:lnTo>
                  <a:pt x="6234272" y="74425"/>
                </a:lnTo>
                <a:lnTo>
                  <a:pt x="6235701" y="75193"/>
                </a:lnTo>
                <a:lnTo>
                  <a:pt x="6237056" y="76404"/>
                </a:lnTo>
                <a:lnTo>
                  <a:pt x="6235187" y="78558"/>
                </a:lnTo>
                <a:lnTo>
                  <a:pt x="6233172" y="79946"/>
                </a:lnTo>
                <a:lnTo>
                  <a:pt x="6230895" y="80118"/>
                </a:lnTo>
                <a:lnTo>
                  <a:pt x="6230900" y="80123"/>
                </a:lnTo>
                <a:lnTo>
                  <a:pt x="6230826" y="80123"/>
                </a:lnTo>
                <a:lnTo>
                  <a:pt x="6230895" y="80118"/>
                </a:lnTo>
                <a:lnTo>
                  <a:pt x="6224162" y="73956"/>
                </a:lnTo>
                <a:lnTo>
                  <a:pt x="6224085" y="73952"/>
                </a:lnTo>
                <a:lnTo>
                  <a:pt x="6223572" y="73952"/>
                </a:lnTo>
                <a:lnTo>
                  <a:pt x="6223425" y="73481"/>
                </a:lnTo>
                <a:lnTo>
                  <a:pt x="6223388" y="73481"/>
                </a:lnTo>
                <a:lnTo>
                  <a:pt x="6223387" y="73479"/>
                </a:lnTo>
                <a:lnTo>
                  <a:pt x="6206459" y="73008"/>
                </a:lnTo>
                <a:lnTo>
                  <a:pt x="6203675" y="71119"/>
                </a:lnTo>
                <a:lnTo>
                  <a:pt x="6204078" y="69347"/>
                </a:lnTo>
                <a:cubicBezTo>
                  <a:pt x="6207339" y="68610"/>
                  <a:pt x="6210673" y="67812"/>
                  <a:pt x="6214045" y="67458"/>
                </a:cubicBezTo>
                <a:cubicBezTo>
                  <a:pt x="6214631" y="67400"/>
                  <a:pt x="6215217" y="67369"/>
                  <a:pt x="6215767" y="67369"/>
                </a:cubicBezTo>
                <a:close/>
                <a:moveTo>
                  <a:pt x="1140695" y="59990"/>
                </a:moveTo>
                <a:lnTo>
                  <a:pt x="1140695" y="60871"/>
                </a:lnTo>
                <a:lnTo>
                  <a:pt x="1140769" y="60904"/>
                </a:lnTo>
                <a:lnTo>
                  <a:pt x="1140772" y="60944"/>
                </a:lnTo>
                <a:lnTo>
                  <a:pt x="1149088" y="65303"/>
                </a:lnTo>
                <a:cubicBezTo>
                  <a:pt x="1155427" y="70322"/>
                  <a:pt x="1154841" y="72064"/>
                  <a:pt x="1147035" y="77496"/>
                </a:cubicBezTo>
                <a:lnTo>
                  <a:pt x="1143772" y="78970"/>
                </a:lnTo>
                <a:lnTo>
                  <a:pt x="1143774" y="78972"/>
                </a:lnTo>
                <a:lnTo>
                  <a:pt x="1143701" y="79001"/>
                </a:lnTo>
                <a:lnTo>
                  <a:pt x="1143772" y="78970"/>
                </a:lnTo>
                <a:lnTo>
                  <a:pt x="1141905" y="76492"/>
                </a:lnTo>
                <a:lnTo>
                  <a:pt x="1140772" y="60944"/>
                </a:lnTo>
                <a:lnTo>
                  <a:pt x="1140695" y="60904"/>
                </a:lnTo>
                <a:lnTo>
                  <a:pt x="1140695" y="60871"/>
                </a:lnTo>
                <a:lnTo>
                  <a:pt x="1140073" y="60579"/>
                </a:lnTo>
                <a:lnTo>
                  <a:pt x="1139926" y="59990"/>
                </a:lnTo>
                <a:close/>
                <a:moveTo>
                  <a:pt x="3466955" y="59990"/>
                </a:moveTo>
                <a:lnTo>
                  <a:pt x="3466955" y="60871"/>
                </a:lnTo>
                <a:lnTo>
                  <a:pt x="3467028" y="60904"/>
                </a:lnTo>
                <a:lnTo>
                  <a:pt x="3467031" y="60944"/>
                </a:lnTo>
                <a:lnTo>
                  <a:pt x="3475346" y="65303"/>
                </a:lnTo>
                <a:cubicBezTo>
                  <a:pt x="3481685" y="70322"/>
                  <a:pt x="3481099" y="72064"/>
                  <a:pt x="3473294" y="77496"/>
                </a:cubicBezTo>
                <a:lnTo>
                  <a:pt x="3470031" y="78970"/>
                </a:lnTo>
                <a:lnTo>
                  <a:pt x="3470032" y="78972"/>
                </a:lnTo>
                <a:lnTo>
                  <a:pt x="3469960" y="79001"/>
                </a:lnTo>
                <a:lnTo>
                  <a:pt x="3470031" y="78970"/>
                </a:lnTo>
                <a:lnTo>
                  <a:pt x="3468164" y="76492"/>
                </a:lnTo>
                <a:lnTo>
                  <a:pt x="3467031" y="60944"/>
                </a:lnTo>
                <a:lnTo>
                  <a:pt x="3466955" y="60904"/>
                </a:lnTo>
                <a:lnTo>
                  <a:pt x="3466955" y="60871"/>
                </a:lnTo>
                <a:lnTo>
                  <a:pt x="3466332" y="60579"/>
                </a:lnTo>
                <a:lnTo>
                  <a:pt x="3466185" y="59990"/>
                </a:lnTo>
                <a:close/>
                <a:moveTo>
                  <a:pt x="1450845" y="54734"/>
                </a:moveTo>
                <a:lnTo>
                  <a:pt x="1453593" y="56712"/>
                </a:lnTo>
                <a:lnTo>
                  <a:pt x="1451137" y="58779"/>
                </a:lnTo>
                <a:lnTo>
                  <a:pt x="1451137" y="58808"/>
                </a:lnTo>
                <a:lnTo>
                  <a:pt x="1448390" y="57036"/>
                </a:lnTo>
                <a:close/>
                <a:moveTo>
                  <a:pt x="3777103" y="54734"/>
                </a:moveTo>
                <a:lnTo>
                  <a:pt x="3779852" y="56712"/>
                </a:lnTo>
                <a:lnTo>
                  <a:pt x="3777396" y="58779"/>
                </a:lnTo>
                <a:lnTo>
                  <a:pt x="3777396" y="58808"/>
                </a:lnTo>
                <a:lnTo>
                  <a:pt x="3774648" y="57036"/>
                </a:lnTo>
                <a:close/>
                <a:moveTo>
                  <a:pt x="5209944" y="54734"/>
                </a:moveTo>
                <a:lnTo>
                  <a:pt x="5212693" y="56712"/>
                </a:lnTo>
                <a:lnTo>
                  <a:pt x="5210237" y="58779"/>
                </a:lnTo>
                <a:lnTo>
                  <a:pt x="5210237" y="58808"/>
                </a:lnTo>
                <a:lnTo>
                  <a:pt x="5207488" y="57036"/>
                </a:lnTo>
                <a:close/>
                <a:moveTo>
                  <a:pt x="1413725" y="54704"/>
                </a:moveTo>
                <a:cubicBezTo>
                  <a:pt x="1414715" y="56417"/>
                  <a:pt x="1416583" y="58159"/>
                  <a:pt x="1416473" y="59812"/>
                </a:cubicBezTo>
                <a:cubicBezTo>
                  <a:pt x="1416327" y="61701"/>
                  <a:pt x="1414751" y="64860"/>
                  <a:pt x="1413322" y="65096"/>
                </a:cubicBezTo>
                <a:cubicBezTo>
                  <a:pt x="1407350" y="66130"/>
                  <a:pt x="1401193" y="66247"/>
                  <a:pt x="1395111" y="66720"/>
                </a:cubicBezTo>
                <a:lnTo>
                  <a:pt x="1395111" y="66631"/>
                </a:lnTo>
                <a:lnTo>
                  <a:pt x="1395111" y="66306"/>
                </a:lnTo>
                <a:cubicBezTo>
                  <a:pt x="1391556" y="66455"/>
                  <a:pt x="1387965" y="66720"/>
                  <a:pt x="1384411" y="66720"/>
                </a:cubicBezTo>
                <a:lnTo>
                  <a:pt x="1383935" y="66720"/>
                </a:lnTo>
                <a:cubicBezTo>
                  <a:pt x="1381516" y="66720"/>
                  <a:pt x="1379061" y="66425"/>
                  <a:pt x="1376715" y="65922"/>
                </a:cubicBezTo>
                <a:lnTo>
                  <a:pt x="1373711" y="63975"/>
                </a:lnTo>
                <a:lnTo>
                  <a:pt x="1378401" y="60402"/>
                </a:lnTo>
                <a:cubicBezTo>
                  <a:pt x="1379720" y="60314"/>
                  <a:pt x="1381076" y="60255"/>
                  <a:pt x="1382432" y="60255"/>
                </a:cubicBezTo>
                <a:cubicBezTo>
                  <a:pt x="1384594" y="60255"/>
                  <a:pt x="1386792" y="60373"/>
                  <a:pt x="1388955" y="60490"/>
                </a:cubicBezTo>
                <a:cubicBezTo>
                  <a:pt x="1391153" y="60609"/>
                  <a:pt x="1393315" y="60727"/>
                  <a:pt x="1395477" y="60727"/>
                </a:cubicBezTo>
                <a:cubicBezTo>
                  <a:pt x="1401963" y="60727"/>
                  <a:pt x="1408229" y="59724"/>
                  <a:pt x="1413725" y="54704"/>
                </a:cubicBezTo>
                <a:close/>
                <a:moveTo>
                  <a:pt x="3739984" y="54704"/>
                </a:moveTo>
                <a:cubicBezTo>
                  <a:pt x="3740973" y="56417"/>
                  <a:pt x="3742842" y="58159"/>
                  <a:pt x="3742732" y="59812"/>
                </a:cubicBezTo>
                <a:cubicBezTo>
                  <a:pt x="3742586" y="61701"/>
                  <a:pt x="3741010" y="64860"/>
                  <a:pt x="3739581" y="65096"/>
                </a:cubicBezTo>
                <a:cubicBezTo>
                  <a:pt x="3733608" y="66130"/>
                  <a:pt x="3727452" y="66247"/>
                  <a:pt x="3721369" y="66720"/>
                </a:cubicBezTo>
                <a:lnTo>
                  <a:pt x="3721369" y="66631"/>
                </a:lnTo>
                <a:lnTo>
                  <a:pt x="3721369" y="66306"/>
                </a:lnTo>
                <a:cubicBezTo>
                  <a:pt x="3717815" y="66455"/>
                  <a:pt x="3714224" y="66720"/>
                  <a:pt x="3710669" y="66720"/>
                </a:cubicBezTo>
                <a:lnTo>
                  <a:pt x="3710193" y="66720"/>
                </a:lnTo>
                <a:cubicBezTo>
                  <a:pt x="3707775" y="66720"/>
                  <a:pt x="3705319" y="66425"/>
                  <a:pt x="3702974" y="65922"/>
                </a:cubicBezTo>
                <a:lnTo>
                  <a:pt x="3699969" y="63975"/>
                </a:lnTo>
                <a:lnTo>
                  <a:pt x="3704660" y="60402"/>
                </a:lnTo>
                <a:cubicBezTo>
                  <a:pt x="3705978" y="60314"/>
                  <a:pt x="3707335" y="60255"/>
                  <a:pt x="3708690" y="60255"/>
                </a:cubicBezTo>
                <a:cubicBezTo>
                  <a:pt x="3710852" y="60255"/>
                  <a:pt x="3713051" y="60373"/>
                  <a:pt x="3715213" y="60490"/>
                </a:cubicBezTo>
                <a:cubicBezTo>
                  <a:pt x="3717411" y="60609"/>
                  <a:pt x="3719574" y="60727"/>
                  <a:pt x="3721735" y="60727"/>
                </a:cubicBezTo>
                <a:cubicBezTo>
                  <a:pt x="3728222" y="60727"/>
                  <a:pt x="3734487" y="59724"/>
                  <a:pt x="3739984" y="54704"/>
                </a:cubicBezTo>
                <a:close/>
                <a:moveTo>
                  <a:pt x="5172824" y="54704"/>
                </a:moveTo>
                <a:cubicBezTo>
                  <a:pt x="5173814" y="56417"/>
                  <a:pt x="5175683" y="58159"/>
                  <a:pt x="5175572" y="59812"/>
                </a:cubicBezTo>
                <a:cubicBezTo>
                  <a:pt x="5175426" y="61701"/>
                  <a:pt x="5173851" y="64860"/>
                  <a:pt x="5172421" y="65096"/>
                </a:cubicBezTo>
                <a:cubicBezTo>
                  <a:pt x="5166449" y="66130"/>
                  <a:pt x="5160292" y="66247"/>
                  <a:pt x="5154210" y="66720"/>
                </a:cubicBezTo>
                <a:lnTo>
                  <a:pt x="5154210" y="66631"/>
                </a:lnTo>
                <a:lnTo>
                  <a:pt x="5154210" y="66306"/>
                </a:lnTo>
                <a:cubicBezTo>
                  <a:pt x="5150656" y="66455"/>
                  <a:pt x="5147064" y="66720"/>
                  <a:pt x="5143510" y="66720"/>
                </a:cubicBezTo>
                <a:lnTo>
                  <a:pt x="5143033" y="66720"/>
                </a:lnTo>
                <a:cubicBezTo>
                  <a:pt x="5140615" y="66720"/>
                  <a:pt x="5138160" y="66425"/>
                  <a:pt x="5135815" y="65922"/>
                </a:cubicBezTo>
                <a:lnTo>
                  <a:pt x="5132809" y="63975"/>
                </a:lnTo>
                <a:lnTo>
                  <a:pt x="5137500" y="60402"/>
                </a:lnTo>
                <a:cubicBezTo>
                  <a:pt x="5138819" y="60314"/>
                  <a:pt x="5140175" y="60255"/>
                  <a:pt x="5141530" y="60255"/>
                </a:cubicBezTo>
                <a:cubicBezTo>
                  <a:pt x="5143693" y="60255"/>
                  <a:pt x="5145891" y="60373"/>
                  <a:pt x="5148053" y="60490"/>
                </a:cubicBezTo>
                <a:cubicBezTo>
                  <a:pt x="5150252" y="60609"/>
                  <a:pt x="5152414" y="60727"/>
                  <a:pt x="5154576" y="60727"/>
                </a:cubicBezTo>
                <a:cubicBezTo>
                  <a:pt x="5161062" y="60727"/>
                  <a:pt x="5167328" y="59724"/>
                  <a:pt x="5172824" y="54704"/>
                </a:cubicBezTo>
                <a:close/>
                <a:moveTo>
                  <a:pt x="1610720" y="53937"/>
                </a:moveTo>
                <a:lnTo>
                  <a:pt x="1613639" y="54863"/>
                </a:lnTo>
                <a:lnTo>
                  <a:pt x="1607714" y="56801"/>
                </a:lnTo>
                <a:lnTo>
                  <a:pt x="1613635" y="59536"/>
                </a:lnTo>
                <a:lnTo>
                  <a:pt x="1612662" y="60078"/>
                </a:lnTo>
                <a:lnTo>
                  <a:pt x="1612699" y="60048"/>
                </a:lnTo>
                <a:cubicBezTo>
                  <a:pt x="1611159" y="60048"/>
                  <a:pt x="1609511" y="59457"/>
                  <a:pt x="1607935" y="58897"/>
                </a:cubicBezTo>
                <a:lnTo>
                  <a:pt x="1605370" y="56919"/>
                </a:lnTo>
                <a:close/>
                <a:moveTo>
                  <a:pt x="3936979" y="53937"/>
                </a:moveTo>
                <a:cubicBezTo>
                  <a:pt x="3938994" y="54558"/>
                  <a:pt x="3941083" y="55088"/>
                  <a:pt x="3943025" y="55856"/>
                </a:cubicBezTo>
                <a:lnTo>
                  <a:pt x="3942951" y="57834"/>
                </a:lnTo>
                <a:cubicBezTo>
                  <a:pt x="3941779" y="59516"/>
                  <a:pt x="3940386" y="60078"/>
                  <a:pt x="3938920" y="60078"/>
                </a:cubicBezTo>
                <a:lnTo>
                  <a:pt x="3938957" y="60048"/>
                </a:lnTo>
                <a:cubicBezTo>
                  <a:pt x="3937418" y="60048"/>
                  <a:pt x="3935769" y="59457"/>
                  <a:pt x="3934194" y="58897"/>
                </a:cubicBezTo>
                <a:lnTo>
                  <a:pt x="3931629" y="56919"/>
                </a:lnTo>
                <a:close/>
                <a:moveTo>
                  <a:pt x="5369819" y="53937"/>
                </a:moveTo>
                <a:cubicBezTo>
                  <a:pt x="5371835" y="54558"/>
                  <a:pt x="5373923" y="55088"/>
                  <a:pt x="5375865" y="55856"/>
                </a:cubicBezTo>
                <a:lnTo>
                  <a:pt x="5375791" y="57834"/>
                </a:lnTo>
                <a:cubicBezTo>
                  <a:pt x="5374620" y="59516"/>
                  <a:pt x="5373227" y="60078"/>
                  <a:pt x="5371761" y="60078"/>
                </a:cubicBezTo>
                <a:lnTo>
                  <a:pt x="5371797" y="60048"/>
                </a:lnTo>
                <a:cubicBezTo>
                  <a:pt x="5370259" y="60048"/>
                  <a:pt x="5368610" y="59457"/>
                  <a:pt x="5367034" y="58897"/>
                </a:cubicBezTo>
                <a:lnTo>
                  <a:pt x="5364469" y="56919"/>
                </a:lnTo>
                <a:close/>
                <a:moveTo>
                  <a:pt x="1132122" y="53671"/>
                </a:moveTo>
                <a:cubicBezTo>
                  <a:pt x="1135859" y="53671"/>
                  <a:pt x="1139157" y="54558"/>
                  <a:pt x="1139890" y="59990"/>
                </a:cubicBezTo>
                <a:lnTo>
                  <a:pt x="1139560" y="59990"/>
                </a:lnTo>
                <a:cubicBezTo>
                  <a:pt x="1138461" y="59990"/>
                  <a:pt x="1137325" y="60078"/>
                  <a:pt x="1136189" y="60166"/>
                </a:cubicBezTo>
                <a:cubicBezTo>
                  <a:pt x="1135053" y="60284"/>
                  <a:pt x="1133917" y="60373"/>
                  <a:pt x="1132855" y="60373"/>
                </a:cubicBezTo>
                <a:cubicBezTo>
                  <a:pt x="1129300" y="60373"/>
                  <a:pt x="1126295" y="59340"/>
                  <a:pt x="1125782" y="53878"/>
                </a:cubicBezTo>
                <a:cubicBezTo>
                  <a:pt x="1126002" y="53878"/>
                  <a:pt x="1126259" y="53878"/>
                  <a:pt x="1126478" y="53878"/>
                </a:cubicBezTo>
                <a:cubicBezTo>
                  <a:pt x="1127394" y="53878"/>
                  <a:pt x="1128310" y="53848"/>
                  <a:pt x="1129264" y="53790"/>
                </a:cubicBezTo>
                <a:cubicBezTo>
                  <a:pt x="1130253" y="53730"/>
                  <a:pt x="1131205" y="53671"/>
                  <a:pt x="1132122" y="53671"/>
                </a:cubicBezTo>
                <a:close/>
                <a:moveTo>
                  <a:pt x="3458380" y="53671"/>
                </a:moveTo>
                <a:cubicBezTo>
                  <a:pt x="3462117" y="53671"/>
                  <a:pt x="3465416" y="54558"/>
                  <a:pt x="3466149" y="59990"/>
                </a:cubicBezTo>
                <a:lnTo>
                  <a:pt x="3465819" y="59990"/>
                </a:lnTo>
                <a:cubicBezTo>
                  <a:pt x="3464719" y="59990"/>
                  <a:pt x="3463584" y="60078"/>
                  <a:pt x="3462448" y="60166"/>
                </a:cubicBezTo>
                <a:cubicBezTo>
                  <a:pt x="3461312" y="60284"/>
                  <a:pt x="3460175" y="60373"/>
                  <a:pt x="3459113" y="60373"/>
                </a:cubicBezTo>
                <a:cubicBezTo>
                  <a:pt x="3455559" y="60373"/>
                  <a:pt x="3452554" y="59340"/>
                  <a:pt x="3452041" y="53878"/>
                </a:cubicBezTo>
                <a:cubicBezTo>
                  <a:pt x="3452260" y="53878"/>
                  <a:pt x="3452518" y="53878"/>
                  <a:pt x="3452737" y="53878"/>
                </a:cubicBezTo>
                <a:cubicBezTo>
                  <a:pt x="3453653" y="53878"/>
                  <a:pt x="3454569" y="53848"/>
                  <a:pt x="3455522" y="53790"/>
                </a:cubicBezTo>
                <a:cubicBezTo>
                  <a:pt x="3456512" y="53730"/>
                  <a:pt x="3457464" y="53671"/>
                  <a:pt x="3458380" y="53671"/>
                </a:cubicBezTo>
                <a:close/>
                <a:moveTo>
                  <a:pt x="1125635" y="53288"/>
                </a:moveTo>
                <a:lnTo>
                  <a:pt x="1125740" y="53848"/>
                </a:lnTo>
                <a:lnTo>
                  <a:pt x="1125745" y="53848"/>
                </a:lnTo>
                <a:lnTo>
                  <a:pt x="1125745" y="53878"/>
                </a:lnTo>
                <a:lnTo>
                  <a:pt x="1125740" y="53848"/>
                </a:lnTo>
                <a:lnTo>
                  <a:pt x="1125012" y="53848"/>
                </a:lnTo>
                <a:close/>
                <a:moveTo>
                  <a:pt x="3451894" y="53288"/>
                </a:moveTo>
                <a:lnTo>
                  <a:pt x="3451999" y="53848"/>
                </a:lnTo>
                <a:lnTo>
                  <a:pt x="3452004" y="53848"/>
                </a:lnTo>
                <a:lnTo>
                  <a:pt x="3452004" y="53878"/>
                </a:lnTo>
                <a:lnTo>
                  <a:pt x="3451999" y="53848"/>
                </a:lnTo>
                <a:lnTo>
                  <a:pt x="3451271" y="53848"/>
                </a:lnTo>
                <a:close/>
                <a:moveTo>
                  <a:pt x="1667113" y="48476"/>
                </a:moveTo>
                <a:lnTo>
                  <a:pt x="1669533" y="51132"/>
                </a:lnTo>
                <a:lnTo>
                  <a:pt x="1667247" y="52010"/>
                </a:lnTo>
                <a:lnTo>
                  <a:pt x="1667261" y="52018"/>
                </a:lnTo>
                <a:lnTo>
                  <a:pt x="1667224" y="52018"/>
                </a:lnTo>
                <a:lnTo>
                  <a:pt x="1667247" y="52010"/>
                </a:lnTo>
                <a:lnTo>
                  <a:pt x="1664805" y="50336"/>
                </a:lnTo>
                <a:close/>
                <a:moveTo>
                  <a:pt x="3993372" y="48476"/>
                </a:moveTo>
                <a:lnTo>
                  <a:pt x="3995791" y="51132"/>
                </a:lnTo>
                <a:lnTo>
                  <a:pt x="3993506" y="52010"/>
                </a:lnTo>
                <a:lnTo>
                  <a:pt x="3993519" y="52018"/>
                </a:lnTo>
                <a:lnTo>
                  <a:pt x="3993482" y="52018"/>
                </a:lnTo>
                <a:lnTo>
                  <a:pt x="3993506" y="52010"/>
                </a:lnTo>
                <a:lnTo>
                  <a:pt x="3991063" y="50336"/>
                </a:lnTo>
                <a:close/>
                <a:moveTo>
                  <a:pt x="5426213" y="48476"/>
                </a:moveTo>
                <a:lnTo>
                  <a:pt x="5428631" y="51132"/>
                </a:lnTo>
                <a:lnTo>
                  <a:pt x="5426346" y="52010"/>
                </a:lnTo>
                <a:lnTo>
                  <a:pt x="5426360" y="52018"/>
                </a:lnTo>
                <a:lnTo>
                  <a:pt x="5426323" y="52018"/>
                </a:lnTo>
                <a:lnTo>
                  <a:pt x="5426346" y="52010"/>
                </a:lnTo>
                <a:lnTo>
                  <a:pt x="5423904" y="50336"/>
                </a:lnTo>
                <a:close/>
                <a:moveTo>
                  <a:pt x="1732522" y="47561"/>
                </a:moveTo>
                <a:lnTo>
                  <a:pt x="1736956" y="50838"/>
                </a:lnTo>
                <a:cubicBezTo>
                  <a:pt x="1734867" y="51515"/>
                  <a:pt x="1732779" y="52785"/>
                  <a:pt x="1730763" y="52785"/>
                </a:cubicBezTo>
                <a:lnTo>
                  <a:pt x="1730617" y="52785"/>
                </a:lnTo>
                <a:lnTo>
                  <a:pt x="1726073" y="49716"/>
                </a:lnTo>
                <a:cubicBezTo>
                  <a:pt x="1728308" y="48889"/>
                  <a:pt x="1730360" y="47561"/>
                  <a:pt x="1732302" y="47561"/>
                </a:cubicBezTo>
                <a:cubicBezTo>
                  <a:pt x="1732376" y="47561"/>
                  <a:pt x="1732522" y="47561"/>
                  <a:pt x="1732522" y="47561"/>
                </a:cubicBezTo>
                <a:close/>
                <a:moveTo>
                  <a:pt x="2386238" y="47561"/>
                </a:moveTo>
                <a:lnTo>
                  <a:pt x="2390673" y="50838"/>
                </a:lnTo>
                <a:lnTo>
                  <a:pt x="2390343" y="50941"/>
                </a:lnTo>
                <a:lnTo>
                  <a:pt x="2388914" y="50336"/>
                </a:lnTo>
                <a:cubicBezTo>
                  <a:pt x="2387522" y="49449"/>
                  <a:pt x="2386092" y="48564"/>
                  <a:pt x="2384517" y="48564"/>
                </a:cubicBezTo>
                <a:lnTo>
                  <a:pt x="2380858" y="50437"/>
                </a:lnTo>
                <a:lnTo>
                  <a:pt x="2379790" y="49716"/>
                </a:lnTo>
                <a:cubicBezTo>
                  <a:pt x="2382025" y="48889"/>
                  <a:pt x="2384077" y="47561"/>
                  <a:pt x="2386019" y="47561"/>
                </a:cubicBezTo>
                <a:cubicBezTo>
                  <a:pt x="2386092" y="47561"/>
                  <a:pt x="2386238" y="47561"/>
                  <a:pt x="2386238" y="47561"/>
                </a:cubicBezTo>
                <a:close/>
                <a:moveTo>
                  <a:pt x="4058781" y="47561"/>
                </a:moveTo>
                <a:lnTo>
                  <a:pt x="4063215" y="50838"/>
                </a:lnTo>
                <a:cubicBezTo>
                  <a:pt x="4061126" y="51515"/>
                  <a:pt x="4059037" y="52785"/>
                  <a:pt x="4057022" y="52785"/>
                </a:cubicBezTo>
                <a:lnTo>
                  <a:pt x="4056876" y="52785"/>
                </a:lnTo>
                <a:lnTo>
                  <a:pt x="4052332" y="49716"/>
                </a:lnTo>
                <a:cubicBezTo>
                  <a:pt x="4054567" y="48889"/>
                  <a:pt x="4056619" y="47561"/>
                  <a:pt x="4058561" y="47561"/>
                </a:cubicBezTo>
                <a:cubicBezTo>
                  <a:pt x="4058634" y="47561"/>
                  <a:pt x="4058781" y="47561"/>
                  <a:pt x="4058781" y="47561"/>
                </a:cubicBezTo>
                <a:close/>
                <a:moveTo>
                  <a:pt x="5491621" y="47561"/>
                </a:moveTo>
                <a:lnTo>
                  <a:pt x="5496055" y="50838"/>
                </a:lnTo>
                <a:cubicBezTo>
                  <a:pt x="5493966" y="51515"/>
                  <a:pt x="5491878" y="52785"/>
                  <a:pt x="5489862" y="52785"/>
                </a:cubicBezTo>
                <a:lnTo>
                  <a:pt x="5489716" y="52785"/>
                </a:lnTo>
                <a:lnTo>
                  <a:pt x="5485172" y="49716"/>
                </a:lnTo>
                <a:cubicBezTo>
                  <a:pt x="5487408" y="48889"/>
                  <a:pt x="5489459" y="47561"/>
                  <a:pt x="5491401" y="47561"/>
                </a:cubicBezTo>
                <a:cubicBezTo>
                  <a:pt x="5491475" y="47561"/>
                  <a:pt x="5491621" y="47561"/>
                  <a:pt x="5491621" y="47561"/>
                </a:cubicBezTo>
                <a:close/>
                <a:moveTo>
                  <a:pt x="1547694" y="12665"/>
                </a:moveTo>
                <a:cubicBezTo>
                  <a:pt x="1553080" y="12665"/>
                  <a:pt x="1558430" y="13551"/>
                  <a:pt x="1563780" y="15411"/>
                </a:cubicBezTo>
                <a:lnTo>
                  <a:pt x="1564073" y="17743"/>
                </a:lnTo>
                <a:cubicBezTo>
                  <a:pt x="1563706" y="20253"/>
                  <a:pt x="1557660" y="24622"/>
                  <a:pt x="1554839" y="24622"/>
                </a:cubicBezTo>
                <a:lnTo>
                  <a:pt x="1554875" y="24592"/>
                </a:lnTo>
                <a:cubicBezTo>
                  <a:pt x="1554472" y="24592"/>
                  <a:pt x="1554142" y="24503"/>
                  <a:pt x="1553886" y="24297"/>
                </a:cubicBezTo>
                <a:cubicBezTo>
                  <a:pt x="1547950" y="19367"/>
                  <a:pt x="1540255" y="20813"/>
                  <a:pt x="1533622" y="18776"/>
                </a:cubicBezTo>
                <a:lnTo>
                  <a:pt x="1532120" y="17950"/>
                </a:lnTo>
                <a:lnTo>
                  <a:pt x="1530691" y="16887"/>
                </a:lnTo>
                <a:lnTo>
                  <a:pt x="1531570" y="15736"/>
                </a:lnTo>
                <a:lnTo>
                  <a:pt x="1532596" y="14909"/>
                </a:lnTo>
                <a:cubicBezTo>
                  <a:pt x="1537653" y="13433"/>
                  <a:pt x="1542674" y="12665"/>
                  <a:pt x="1547694" y="12665"/>
                </a:cubicBezTo>
                <a:close/>
                <a:moveTo>
                  <a:pt x="2201410" y="12665"/>
                </a:moveTo>
                <a:cubicBezTo>
                  <a:pt x="2206796" y="12665"/>
                  <a:pt x="2212146" y="13551"/>
                  <a:pt x="2217496" y="15411"/>
                </a:cubicBezTo>
                <a:lnTo>
                  <a:pt x="2217790" y="17743"/>
                </a:lnTo>
                <a:cubicBezTo>
                  <a:pt x="2217423" y="20253"/>
                  <a:pt x="2211377" y="24622"/>
                  <a:pt x="2208555" y="24622"/>
                </a:cubicBezTo>
                <a:lnTo>
                  <a:pt x="2208592" y="24592"/>
                </a:lnTo>
                <a:cubicBezTo>
                  <a:pt x="2208189" y="24592"/>
                  <a:pt x="2207859" y="24503"/>
                  <a:pt x="2207602" y="24297"/>
                </a:cubicBezTo>
                <a:cubicBezTo>
                  <a:pt x="2201667" y="19367"/>
                  <a:pt x="2193971" y="20813"/>
                  <a:pt x="2187339" y="18776"/>
                </a:cubicBezTo>
                <a:lnTo>
                  <a:pt x="2185836" y="17950"/>
                </a:lnTo>
                <a:lnTo>
                  <a:pt x="2184407" y="16887"/>
                </a:lnTo>
                <a:lnTo>
                  <a:pt x="2185286" y="15736"/>
                </a:lnTo>
                <a:lnTo>
                  <a:pt x="2186313" y="14909"/>
                </a:lnTo>
                <a:cubicBezTo>
                  <a:pt x="2191369" y="13433"/>
                  <a:pt x="2196390" y="12665"/>
                  <a:pt x="2201410" y="12665"/>
                </a:cubicBezTo>
                <a:close/>
                <a:moveTo>
                  <a:pt x="3873952" y="12665"/>
                </a:moveTo>
                <a:cubicBezTo>
                  <a:pt x="3879338" y="12665"/>
                  <a:pt x="3884688" y="13551"/>
                  <a:pt x="3890038" y="15411"/>
                </a:cubicBezTo>
                <a:lnTo>
                  <a:pt x="3890332" y="17743"/>
                </a:lnTo>
                <a:cubicBezTo>
                  <a:pt x="3889964" y="20253"/>
                  <a:pt x="3883919" y="24622"/>
                  <a:pt x="3881097" y="24622"/>
                </a:cubicBezTo>
                <a:lnTo>
                  <a:pt x="3881134" y="24592"/>
                </a:lnTo>
                <a:cubicBezTo>
                  <a:pt x="3880731" y="24592"/>
                  <a:pt x="3880401" y="24503"/>
                  <a:pt x="3880144" y="24297"/>
                </a:cubicBezTo>
                <a:cubicBezTo>
                  <a:pt x="3874209" y="19367"/>
                  <a:pt x="3866514" y="20813"/>
                  <a:pt x="3859881" y="18776"/>
                </a:cubicBezTo>
                <a:lnTo>
                  <a:pt x="3858378" y="17950"/>
                </a:lnTo>
                <a:lnTo>
                  <a:pt x="3856949" y="16887"/>
                </a:lnTo>
                <a:lnTo>
                  <a:pt x="3857829" y="15736"/>
                </a:lnTo>
                <a:lnTo>
                  <a:pt x="3858855" y="14909"/>
                </a:lnTo>
                <a:cubicBezTo>
                  <a:pt x="3863911" y="13433"/>
                  <a:pt x="3868932" y="12665"/>
                  <a:pt x="3873952" y="12665"/>
                </a:cubicBezTo>
                <a:close/>
                <a:moveTo>
                  <a:pt x="5306793" y="12665"/>
                </a:moveTo>
                <a:cubicBezTo>
                  <a:pt x="5312179" y="12665"/>
                  <a:pt x="5317528" y="13551"/>
                  <a:pt x="5322878" y="15411"/>
                </a:cubicBezTo>
                <a:lnTo>
                  <a:pt x="5323172" y="17743"/>
                </a:lnTo>
                <a:cubicBezTo>
                  <a:pt x="5322805" y="20253"/>
                  <a:pt x="5316759" y="24622"/>
                  <a:pt x="5313938" y="24622"/>
                </a:cubicBezTo>
                <a:lnTo>
                  <a:pt x="5313975" y="24592"/>
                </a:lnTo>
                <a:cubicBezTo>
                  <a:pt x="5313572" y="24592"/>
                  <a:pt x="5313241" y="24503"/>
                  <a:pt x="5312985" y="24297"/>
                </a:cubicBezTo>
                <a:cubicBezTo>
                  <a:pt x="5307049" y="19367"/>
                  <a:pt x="5299354" y="20813"/>
                  <a:pt x="5292721" y="18776"/>
                </a:cubicBezTo>
                <a:lnTo>
                  <a:pt x="5291219" y="17950"/>
                </a:lnTo>
                <a:lnTo>
                  <a:pt x="5289790" y="16887"/>
                </a:lnTo>
                <a:lnTo>
                  <a:pt x="5290669" y="15736"/>
                </a:lnTo>
                <a:lnTo>
                  <a:pt x="5291695" y="14909"/>
                </a:lnTo>
                <a:cubicBezTo>
                  <a:pt x="5296752" y="13433"/>
                  <a:pt x="5301772" y="12665"/>
                  <a:pt x="5306793" y="12665"/>
                </a:cubicBezTo>
                <a:close/>
                <a:moveTo>
                  <a:pt x="1588624" y="6908"/>
                </a:moveTo>
                <a:cubicBezTo>
                  <a:pt x="1590419" y="6908"/>
                  <a:pt x="1592691" y="7824"/>
                  <a:pt x="1593900" y="8975"/>
                </a:cubicBezTo>
                <a:cubicBezTo>
                  <a:pt x="1595549" y="10599"/>
                  <a:pt x="1592837" y="12990"/>
                  <a:pt x="1589393" y="12990"/>
                </a:cubicBezTo>
                <a:lnTo>
                  <a:pt x="1589357" y="13020"/>
                </a:lnTo>
                <a:cubicBezTo>
                  <a:pt x="1588954" y="13020"/>
                  <a:pt x="1588514" y="12990"/>
                  <a:pt x="1588074" y="12902"/>
                </a:cubicBezTo>
                <a:cubicBezTo>
                  <a:pt x="1586242" y="12547"/>
                  <a:pt x="1584666" y="11012"/>
                  <a:pt x="1582944" y="10008"/>
                </a:cubicBezTo>
                <a:lnTo>
                  <a:pt x="1585509" y="8119"/>
                </a:lnTo>
                <a:lnTo>
                  <a:pt x="1588148" y="6908"/>
                </a:lnTo>
                <a:cubicBezTo>
                  <a:pt x="1588293" y="6908"/>
                  <a:pt x="1588477" y="6908"/>
                  <a:pt x="1588624" y="6908"/>
                </a:cubicBezTo>
                <a:close/>
                <a:moveTo>
                  <a:pt x="2242340" y="6908"/>
                </a:moveTo>
                <a:cubicBezTo>
                  <a:pt x="2244136" y="6908"/>
                  <a:pt x="2246408" y="7824"/>
                  <a:pt x="2247617" y="8975"/>
                </a:cubicBezTo>
                <a:cubicBezTo>
                  <a:pt x="2249266" y="10599"/>
                  <a:pt x="2246554" y="12990"/>
                  <a:pt x="2243110" y="12990"/>
                </a:cubicBezTo>
                <a:lnTo>
                  <a:pt x="2243073" y="13020"/>
                </a:lnTo>
                <a:cubicBezTo>
                  <a:pt x="2242670" y="13020"/>
                  <a:pt x="2242231" y="12990"/>
                  <a:pt x="2241791" y="12902"/>
                </a:cubicBezTo>
                <a:cubicBezTo>
                  <a:pt x="2239958" y="12547"/>
                  <a:pt x="2238383" y="11012"/>
                  <a:pt x="2236661" y="10008"/>
                </a:cubicBezTo>
                <a:lnTo>
                  <a:pt x="2239226" y="8119"/>
                </a:lnTo>
                <a:lnTo>
                  <a:pt x="2241864" y="6908"/>
                </a:lnTo>
                <a:cubicBezTo>
                  <a:pt x="2242011" y="6908"/>
                  <a:pt x="2242194" y="6908"/>
                  <a:pt x="2242340" y="6908"/>
                </a:cubicBezTo>
                <a:close/>
                <a:moveTo>
                  <a:pt x="3914883" y="6908"/>
                </a:moveTo>
                <a:cubicBezTo>
                  <a:pt x="3916678" y="6908"/>
                  <a:pt x="3918950" y="7824"/>
                  <a:pt x="3920159" y="8975"/>
                </a:cubicBezTo>
                <a:cubicBezTo>
                  <a:pt x="3921808" y="10599"/>
                  <a:pt x="3919096" y="12990"/>
                  <a:pt x="3915652" y="12990"/>
                </a:cubicBezTo>
                <a:lnTo>
                  <a:pt x="3915615" y="13020"/>
                </a:lnTo>
                <a:cubicBezTo>
                  <a:pt x="3915212" y="13020"/>
                  <a:pt x="3914773" y="12990"/>
                  <a:pt x="3914333" y="12902"/>
                </a:cubicBezTo>
                <a:cubicBezTo>
                  <a:pt x="3912500" y="12547"/>
                  <a:pt x="3910925" y="11012"/>
                  <a:pt x="3909202" y="10008"/>
                </a:cubicBezTo>
                <a:lnTo>
                  <a:pt x="3911767" y="8119"/>
                </a:lnTo>
                <a:lnTo>
                  <a:pt x="3914406" y="6908"/>
                </a:lnTo>
                <a:cubicBezTo>
                  <a:pt x="3914552" y="6908"/>
                  <a:pt x="3914735" y="6908"/>
                  <a:pt x="3914883" y="6908"/>
                </a:cubicBezTo>
                <a:close/>
                <a:moveTo>
                  <a:pt x="5347723" y="6908"/>
                </a:moveTo>
                <a:cubicBezTo>
                  <a:pt x="5349519" y="6908"/>
                  <a:pt x="5351790" y="7824"/>
                  <a:pt x="5352999" y="8975"/>
                </a:cubicBezTo>
                <a:cubicBezTo>
                  <a:pt x="5354648" y="10599"/>
                  <a:pt x="5351937" y="12990"/>
                  <a:pt x="5348492" y="12990"/>
                </a:cubicBezTo>
                <a:lnTo>
                  <a:pt x="5348455" y="13020"/>
                </a:lnTo>
                <a:cubicBezTo>
                  <a:pt x="5348052" y="13020"/>
                  <a:pt x="5347613" y="12990"/>
                  <a:pt x="5347173" y="12902"/>
                </a:cubicBezTo>
                <a:cubicBezTo>
                  <a:pt x="5345341" y="12547"/>
                  <a:pt x="5343766" y="11012"/>
                  <a:pt x="5342043" y="10008"/>
                </a:cubicBezTo>
                <a:lnTo>
                  <a:pt x="5344608" y="8119"/>
                </a:lnTo>
                <a:lnTo>
                  <a:pt x="5347246" y="6908"/>
                </a:lnTo>
                <a:cubicBezTo>
                  <a:pt x="5347393" y="6908"/>
                  <a:pt x="5347576" y="6908"/>
                  <a:pt x="5347723" y="6908"/>
                </a:cubicBezTo>
                <a:close/>
                <a:moveTo>
                  <a:pt x="5354209" y="0"/>
                </a:moveTo>
                <a:lnTo>
                  <a:pt x="5354612" y="266"/>
                </a:lnTo>
                <a:cubicBezTo>
                  <a:pt x="5352779" y="266"/>
                  <a:pt x="5350947" y="325"/>
                  <a:pt x="5349189" y="383"/>
                </a:cubicBezTo>
                <a:cubicBezTo>
                  <a:pt x="5347906" y="473"/>
                  <a:pt x="5346587" y="473"/>
                  <a:pt x="5345305" y="473"/>
                </a:cubicBezTo>
                <a:cubicBezTo>
                  <a:pt x="5343729" y="473"/>
                  <a:pt x="5342153" y="414"/>
                  <a:pt x="5340578" y="414"/>
                </a:cubicBezTo>
                <a:cubicBezTo>
                  <a:pt x="5339002" y="354"/>
                  <a:pt x="5337390" y="354"/>
                  <a:pt x="5335814" y="354"/>
                </a:cubicBezTo>
                <a:cubicBezTo>
                  <a:pt x="5328266" y="354"/>
                  <a:pt x="5320753" y="974"/>
                  <a:pt x="5313278" y="5255"/>
                </a:cubicBezTo>
                <a:cubicBezTo>
                  <a:pt x="5310676" y="6731"/>
                  <a:pt x="5307269" y="7174"/>
                  <a:pt x="5303604" y="7174"/>
                </a:cubicBezTo>
                <a:cubicBezTo>
                  <a:pt x="5298474" y="7174"/>
                  <a:pt x="5292794" y="6318"/>
                  <a:pt x="5287774" y="6318"/>
                </a:cubicBezTo>
                <a:lnTo>
                  <a:pt x="5286748" y="6318"/>
                </a:lnTo>
                <a:cubicBezTo>
                  <a:pt x="5279090" y="6318"/>
                  <a:pt x="5279163" y="6760"/>
                  <a:pt x="5280445" y="18717"/>
                </a:cubicBezTo>
                <a:cubicBezTo>
                  <a:pt x="5280849" y="22467"/>
                  <a:pt x="5278540" y="24857"/>
                  <a:pt x="5274986" y="26245"/>
                </a:cubicBezTo>
                <a:lnTo>
                  <a:pt x="5271321" y="26570"/>
                </a:lnTo>
                <a:cubicBezTo>
                  <a:pt x="5270442" y="26866"/>
                  <a:pt x="5269600" y="27013"/>
                  <a:pt x="5268794" y="27013"/>
                </a:cubicBezTo>
                <a:cubicBezTo>
                  <a:pt x="5266301" y="27013"/>
                  <a:pt x="5264030" y="25773"/>
                  <a:pt x="5261831" y="24563"/>
                </a:cubicBezTo>
                <a:cubicBezTo>
                  <a:pt x="5259596" y="23353"/>
                  <a:pt x="5257471" y="22112"/>
                  <a:pt x="5255198" y="22112"/>
                </a:cubicBezTo>
                <a:cubicBezTo>
                  <a:pt x="5254062" y="22112"/>
                  <a:pt x="5252890" y="22408"/>
                  <a:pt x="5251681" y="23205"/>
                </a:cubicBezTo>
                <a:cubicBezTo>
                  <a:pt x="5247284" y="26068"/>
                  <a:pt x="5242776" y="26393"/>
                  <a:pt x="5238232" y="26393"/>
                </a:cubicBezTo>
                <a:cubicBezTo>
                  <a:pt x="5237537" y="26393"/>
                  <a:pt x="5236877" y="26393"/>
                  <a:pt x="5236181" y="26393"/>
                </a:cubicBezTo>
                <a:cubicBezTo>
                  <a:pt x="5235521" y="26393"/>
                  <a:pt x="5234824" y="26393"/>
                  <a:pt x="5234129" y="26393"/>
                </a:cubicBezTo>
                <a:cubicBezTo>
                  <a:pt x="5232882" y="26393"/>
                  <a:pt x="5231600" y="26422"/>
                  <a:pt x="5230317" y="26511"/>
                </a:cubicBezTo>
                <a:cubicBezTo>
                  <a:pt x="5224125" y="26984"/>
                  <a:pt x="5217896" y="26924"/>
                  <a:pt x="5211703" y="26984"/>
                </a:cubicBezTo>
                <a:cubicBezTo>
                  <a:pt x="5211336" y="26984"/>
                  <a:pt x="5211007" y="26984"/>
                  <a:pt x="5210640" y="26984"/>
                </a:cubicBezTo>
                <a:cubicBezTo>
                  <a:pt x="5208515" y="26984"/>
                  <a:pt x="5206353" y="26954"/>
                  <a:pt x="5204228" y="26895"/>
                </a:cubicBezTo>
                <a:cubicBezTo>
                  <a:pt x="5202066" y="26866"/>
                  <a:pt x="5199904" y="26806"/>
                  <a:pt x="5197742" y="26806"/>
                </a:cubicBezTo>
                <a:cubicBezTo>
                  <a:pt x="5194957" y="26806"/>
                  <a:pt x="5192172" y="26866"/>
                  <a:pt x="5189423" y="27161"/>
                </a:cubicBezTo>
                <a:cubicBezTo>
                  <a:pt x="5184770" y="27632"/>
                  <a:pt x="5185905" y="30703"/>
                  <a:pt x="5187555" y="34009"/>
                </a:cubicBezTo>
                <a:cubicBezTo>
                  <a:pt x="5188214" y="35338"/>
                  <a:pt x="5188947" y="35692"/>
                  <a:pt x="5189570" y="35692"/>
                </a:cubicBezTo>
                <a:cubicBezTo>
                  <a:pt x="5189900" y="35692"/>
                  <a:pt x="5190193" y="35604"/>
                  <a:pt x="5190413" y="35485"/>
                </a:cubicBezTo>
                <a:cubicBezTo>
                  <a:pt x="5190633" y="35367"/>
                  <a:pt x="5190779" y="35279"/>
                  <a:pt x="5190779" y="35279"/>
                </a:cubicBezTo>
                <a:cubicBezTo>
                  <a:pt x="5190816" y="35279"/>
                  <a:pt x="5190523" y="35604"/>
                  <a:pt x="5189681" y="36785"/>
                </a:cubicBezTo>
                <a:cubicBezTo>
                  <a:pt x="5188105" y="38998"/>
                  <a:pt x="5183451" y="40209"/>
                  <a:pt x="5179054" y="40209"/>
                </a:cubicBezTo>
                <a:cubicBezTo>
                  <a:pt x="5175133" y="40209"/>
                  <a:pt x="5171431" y="39235"/>
                  <a:pt x="5170370" y="37109"/>
                </a:cubicBezTo>
                <a:cubicBezTo>
                  <a:pt x="5169453" y="35279"/>
                  <a:pt x="5172788" y="31708"/>
                  <a:pt x="5174180" y="28931"/>
                </a:cubicBezTo>
                <a:cubicBezTo>
                  <a:pt x="5165385" y="26777"/>
                  <a:pt x="5158424" y="20282"/>
                  <a:pt x="5148676" y="20282"/>
                </a:cubicBezTo>
                <a:cubicBezTo>
                  <a:pt x="5148127" y="20282"/>
                  <a:pt x="5147541" y="20312"/>
                  <a:pt x="5146955" y="20341"/>
                </a:cubicBezTo>
                <a:cubicBezTo>
                  <a:pt x="5139442" y="20901"/>
                  <a:pt x="5139223" y="23589"/>
                  <a:pt x="5143363" y="28076"/>
                </a:cubicBezTo>
                <a:cubicBezTo>
                  <a:pt x="5145379" y="30260"/>
                  <a:pt x="5144903" y="32062"/>
                  <a:pt x="5141421" y="32682"/>
                </a:cubicBezTo>
                <a:cubicBezTo>
                  <a:pt x="5138526" y="33212"/>
                  <a:pt x="5135485" y="33390"/>
                  <a:pt x="5132480" y="33390"/>
                </a:cubicBezTo>
                <a:cubicBezTo>
                  <a:pt x="5131784" y="33390"/>
                  <a:pt x="5131124" y="33390"/>
                  <a:pt x="5130429" y="33390"/>
                </a:cubicBezTo>
                <a:cubicBezTo>
                  <a:pt x="5128266" y="33361"/>
                  <a:pt x="5117456" y="33124"/>
                  <a:pt x="5111776" y="33124"/>
                </a:cubicBezTo>
                <a:cubicBezTo>
                  <a:pt x="5110091" y="33124"/>
                  <a:pt x="5108882" y="33124"/>
                  <a:pt x="5108442" y="33183"/>
                </a:cubicBezTo>
                <a:cubicBezTo>
                  <a:pt x="5106097" y="33478"/>
                  <a:pt x="5103715" y="33508"/>
                  <a:pt x="5101370" y="33655"/>
                </a:cubicBezTo>
                <a:cubicBezTo>
                  <a:pt x="5099684" y="39147"/>
                  <a:pt x="5095067" y="42483"/>
                  <a:pt x="5090193" y="45641"/>
                </a:cubicBezTo>
                <a:cubicBezTo>
                  <a:pt x="5084258" y="40770"/>
                  <a:pt x="5077441" y="39855"/>
                  <a:pt x="5070406" y="39855"/>
                </a:cubicBezTo>
                <a:cubicBezTo>
                  <a:pt x="5068317" y="39855"/>
                  <a:pt x="5066229" y="39914"/>
                  <a:pt x="5064140" y="40003"/>
                </a:cubicBezTo>
                <a:cubicBezTo>
                  <a:pt x="5062052" y="40062"/>
                  <a:pt x="5059963" y="40151"/>
                  <a:pt x="5057875" y="40151"/>
                </a:cubicBezTo>
                <a:cubicBezTo>
                  <a:pt x="5052122" y="40151"/>
                  <a:pt x="5046478" y="39560"/>
                  <a:pt x="5041275" y="36726"/>
                </a:cubicBezTo>
                <a:cubicBezTo>
                  <a:pt x="5036548" y="34157"/>
                  <a:pt x="5031455" y="32770"/>
                  <a:pt x="5026324" y="32770"/>
                </a:cubicBezTo>
                <a:cubicBezTo>
                  <a:pt x="5020974" y="32770"/>
                  <a:pt x="5015515" y="34275"/>
                  <a:pt x="5010275" y="37494"/>
                </a:cubicBezTo>
                <a:cubicBezTo>
                  <a:pt x="5008699" y="38438"/>
                  <a:pt x="5006097" y="39678"/>
                  <a:pt x="5004632" y="39678"/>
                </a:cubicBezTo>
                <a:cubicBezTo>
                  <a:pt x="5004301" y="39678"/>
                  <a:pt x="5004045" y="39618"/>
                  <a:pt x="5003862" y="39501"/>
                </a:cubicBezTo>
                <a:cubicBezTo>
                  <a:pt x="5000234" y="37286"/>
                  <a:pt x="4996753" y="36400"/>
                  <a:pt x="4993419" y="36400"/>
                </a:cubicBezTo>
                <a:cubicBezTo>
                  <a:pt x="4986786" y="36400"/>
                  <a:pt x="4980777" y="39826"/>
                  <a:pt x="4975134" y="42984"/>
                </a:cubicBezTo>
                <a:cubicBezTo>
                  <a:pt x="4969857" y="45937"/>
                  <a:pt x="4964800" y="47236"/>
                  <a:pt x="4959634" y="47236"/>
                </a:cubicBezTo>
                <a:cubicBezTo>
                  <a:pt x="4954467" y="47236"/>
                  <a:pt x="4949373" y="45878"/>
                  <a:pt x="4944243" y="43545"/>
                </a:cubicBezTo>
                <a:cubicBezTo>
                  <a:pt x="4941312" y="42217"/>
                  <a:pt x="4938564" y="40386"/>
                  <a:pt x="4935669" y="40386"/>
                </a:cubicBezTo>
                <a:cubicBezTo>
                  <a:pt x="4934204" y="40386"/>
                  <a:pt x="4932737" y="40859"/>
                  <a:pt x="4931198" y="42099"/>
                </a:cubicBezTo>
                <a:cubicBezTo>
                  <a:pt x="4929036" y="43840"/>
                  <a:pt x="4927058" y="44726"/>
                  <a:pt x="4925225" y="44726"/>
                </a:cubicBezTo>
                <a:cubicBezTo>
                  <a:pt x="4923137" y="44726"/>
                  <a:pt x="4921231" y="43575"/>
                  <a:pt x="4919399" y="41242"/>
                </a:cubicBezTo>
                <a:cubicBezTo>
                  <a:pt x="4916542" y="37582"/>
                  <a:pt x="4913646" y="35722"/>
                  <a:pt x="4910531" y="35722"/>
                </a:cubicBezTo>
                <a:cubicBezTo>
                  <a:pt x="4907820" y="35722"/>
                  <a:pt x="4904962" y="37109"/>
                  <a:pt x="4901847" y="39943"/>
                </a:cubicBezTo>
                <a:cubicBezTo>
                  <a:pt x="4901151" y="40563"/>
                  <a:pt x="4899832" y="40740"/>
                  <a:pt x="4898366" y="40740"/>
                </a:cubicBezTo>
                <a:cubicBezTo>
                  <a:pt x="4897120" y="40740"/>
                  <a:pt x="4895765" y="40593"/>
                  <a:pt x="4894665" y="40534"/>
                </a:cubicBezTo>
                <a:cubicBezTo>
                  <a:pt x="4894152" y="40475"/>
                  <a:pt x="4893676" y="40475"/>
                  <a:pt x="4893236" y="40475"/>
                </a:cubicBezTo>
                <a:cubicBezTo>
                  <a:pt x="4883599" y="40475"/>
                  <a:pt x="4884332" y="47088"/>
                  <a:pt x="4884038" y="53110"/>
                </a:cubicBezTo>
                <a:cubicBezTo>
                  <a:pt x="4877297" y="52048"/>
                  <a:pt x="4872203" y="46114"/>
                  <a:pt x="4865167" y="46114"/>
                </a:cubicBezTo>
                <a:cubicBezTo>
                  <a:pt x="4863848" y="46114"/>
                  <a:pt x="4862455" y="46349"/>
                  <a:pt x="4860989" y="46823"/>
                </a:cubicBezTo>
                <a:lnTo>
                  <a:pt x="4857229" y="49358"/>
                </a:lnTo>
                <a:lnTo>
                  <a:pt x="4854527" y="48535"/>
                </a:lnTo>
                <a:lnTo>
                  <a:pt x="4847821" y="47442"/>
                </a:lnTo>
                <a:cubicBezTo>
                  <a:pt x="4844377" y="51250"/>
                  <a:pt x="4840712" y="52431"/>
                  <a:pt x="4837011" y="52431"/>
                </a:cubicBezTo>
                <a:cubicBezTo>
                  <a:pt x="4831955" y="52431"/>
                  <a:pt x="4826788" y="50217"/>
                  <a:pt x="4821694" y="49331"/>
                </a:cubicBezTo>
                <a:cubicBezTo>
                  <a:pt x="4816235" y="52609"/>
                  <a:pt x="4810885" y="54144"/>
                  <a:pt x="4805535" y="54144"/>
                </a:cubicBezTo>
                <a:lnTo>
                  <a:pt x="4803408" y="53494"/>
                </a:lnTo>
                <a:lnTo>
                  <a:pt x="4802800" y="52284"/>
                </a:lnTo>
                <a:cubicBezTo>
                  <a:pt x="4802654" y="48681"/>
                  <a:pt x="4806135" y="47147"/>
                  <a:pt x="4810313" y="46940"/>
                </a:cubicBezTo>
                <a:cubicBezTo>
                  <a:pt x="4816395" y="46645"/>
                  <a:pt x="4822551" y="46143"/>
                  <a:pt x="4828560" y="45258"/>
                </a:cubicBezTo>
                <a:cubicBezTo>
                  <a:pt x="4831528" y="44815"/>
                  <a:pt x="4832555" y="42423"/>
                  <a:pt x="4831345" y="39885"/>
                </a:cubicBezTo>
                <a:cubicBezTo>
                  <a:pt x="4830429" y="38024"/>
                  <a:pt x="4829403" y="35131"/>
                  <a:pt x="4827864" y="34807"/>
                </a:cubicBezTo>
                <a:cubicBezTo>
                  <a:pt x="4823540" y="33862"/>
                  <a:pt x="4819290" y="33420"/>
                  <a:pt x="4815113" y="33420"/>
                </a:cubicBezTo>
                <a:cubicBezTo>
                  <a:pt x="4803607" y="33420"/>
                  <a:pt x="4792686" y="36755"/>
                  <a:pt x="4782133" y="41833"/>
                </a:cubicBezTo>
                <a:lnTo>
                  <a:pt x="4781504" y="46957"/>
                </a:lnTo>
                <a:lnTo>
                  <a:pt x="4780067" y="46557"/>
                </a:lnTo>
                <a:cubicBezTo>
                  <a:pt x="4775707" y="46557"/>
                  <a:pt x="4771346" y="48476"/>
                  <a:pt x="4766693" y="50424"/>
                </a:cubicBezTo>
                <a:lnTo>
                  <a:pt x="4757768" y="54443"/>
                </a:lnTo>
                <a:lnTo>
                  <a:pt x="4748861" y="45849"/>
                </a:lnTo>
                <a:cubicBezTo>
                  <a:pt x="4747065" y="42158"/>
                  <a:pt x="4745490" y="40268"/>
                  <a:pt x="4743585" y="40268"/>
                </a:cubicBezTo>
                <a:cubicBezTo>
                  <a:pt x="4741349" y="40268"/>
                  <a:pt x="4738674" y="42807"/>
                  <a:pt x="4734753" y="47973"/>
                </a:cubicBezTo>
                <a:lnTo>
                  <a:pt x="4730050" y="51178"/>
                </a:lnTo>
                <a:lnTo>
                  <a:pt x="4726385" y="48977"/>
                </a:lnTo>
                <a:cubicBezTo>
                  <a:pt x="4725065" y="48977"/>
                  <a:pt x="4723564" y="49568"/>
                  <a:pt x="4721841" y="51073"/>
                </a:cubicBezTo>
                <a:cubicBezTo>
                  <a:pt x="4720962" y="51812"/>
                  <a:pt x="4720156" y="52106"/>
                  <a:pt x="4719350" y="52106"/>
                </a:cubicBezTo>
                <a:cubicBezTo>
                  <a:pt x="4717920" y="52106"/>
                  <a:pt x="4716565" y="51221"/>
                  <a:pt x="4715172" y="50336"/>
                </a:cubicBezTo>
                <a:cubicBezTo>
                  <a:pt x="4713780" y="49449"/>
                  <a:pt x="4712350" y="48564"/>
                  <a:pt x="4710775" y="48564"/>
                </a:cubicBezTo>
                <a:cubicBezTo>
                  <a:pt x="4709565" y="48564"/>
                  <a:pt x="4708283" y="49095"/>
                  <a:pt x="4706854" y="50571"/>
                </a:cubicBezTo>
                <a:cubicBezTo>
                  <a:pt x="4705059" y="52460"/>
                  <a:pt x="4703117" y="53170"/>
                  <a:pt x="4701138" y="53170"/>
                </a:cubicBezTo>
                <a:cubicBezTo>
                  <a:pt x="4697547" y="53170"/>
                  <a:pt x="4693846" y="50838"/>
                  <a:pt x="4690401" y="48918"/>
                </a:cubicBezTo>
                <a:cubicBezTo>
                  <a:pt x="4690401" y="48918"/>
                  <a:pt x="4685820" y="51752"/>
                  <a:pt x="4685820" y="51752"/>
                </a:cubicBezTo>
                <a:lnTo>
                  <a:pt x="4685820" y="55000"/>
                </a:lnTo>
                <a:cubicBezTo>
                  <a:pt x="4685161" y="58159"/>
                  <a:pt x="4685344" y="63207"/>
                  <a:pt x="4683366" y="64063"/>
                </a:cubicBezTo>
                <a:cubicBezTo>
                  <a:pt x="4682449" y="64446"/>
                  <a:pt x="4681643" y="64623"/>
                  <a:pt x="4680874" y="64623"/>
                </a:cubicBezTo>
                <a:cubicBezTo>
                  <a:pt x="4677137" y="64623"/>
                  <a:pt x="4675084" y="60373"/>
                  <a:pt x="4672702" y="58100"/>
                </a:cubicBezTo>
                <a:cubicBezTo>
                  <a:pt x="4670577" y="56092"/>
                  <a:pt x="4668892" y="55295"/>
                  <a:pt x="4667097" y="55295"/>
                </a:cubicBezTo>
                <a:cubicBezTo>
                  <a:pt x="4665228" y="55295"/>
                  <a:pt x="4663213" y="56182"/>
                  <a:pt x="4660574" y="57421"/>
                </a:cubicBezTo>
                <a:cubicBezTo>
                  <a:pt x="4659841" y="57775"/>
                  <a:pt x="4659108" y="57923"/>
                  <a:pt x="4658376" y="57923"/>
                </a:cubicBezTo>
                <a:cubicBezTo>
                  <a:pt x="4654601" y="57923"/>
                  <a:pt x="4651486" y="53464"/>
                  <a:pt x="4650680" y="50513"/>
                </a:cubicBezTo>
                <a:cubicBezTo>
                  <a:pt x="4649728" y="47058"/>
                  <a:pt x="4655150" y="47177"/>
                  <a:pt x="4658266" y="46379"/>
                </a:cubicBezTo>
                <a:lnTo>
                  <a:pt x="4660904" y="44136"/>
                </a:lnTo>
                <a:lnTo>
                  <a:pt x="4659841" y="42099"/>
                </a:lnTo>
                <a:lnTo>
                  <a:pt x="4656763" y="40534"/>
                </a:lnTo>
                <a:cubicBezTo>
                  <a:pt x="4654857" y="40770"/>
                  <a:pt x="4652989" y="40888"/>
                  <a:pt x="4651120" y="40888"/>
                </a:cubicBezTo>
                <a:cubicBezTo>
                  <a:pt x="4643534" y="40888"/>
                  <a:pt x="4636280" y="38969"/>
                  <a:pt x="4629024" y="37080"/>
                </a:cubicBezTo>
                <a:cubicBezTo>
                  <a:pt x="4621732" y="35161"/>
                  <a:pt x="4614477" y="33272"/>
                  <a:pt x="4606891" y="33272"/>
                </a:cubicBezTo>
                <a:cubicBezTo>
                  <a:pt x="4606671" y="33272"/>
                  <a:pt x="4606452" y="33272"/>
                  <a:pt x="4606232" y="33272"/>
                </a:cubicBezTo>
                <a:cubicBezTo>
                  <a:pt x="4604253" y="33301"/>
                  <a:pt x="4602238" y="33301"/>
                  <a:pt x="4600259" y="33301"/>
                </a:cubicBezTo>
                <a:cubicBezTo>
                  <a:pt x="4597621" y="33301"/>
                  <a:pt x="4595019" y="33272"/>
                  <a:pt x="4592417" y="33272"/>
                </a:cubicBezTo>
                <a:cubicBezTo>
                  <a:pt x="4589815" y="33241"/>
                  <a:pt x="4587177" y="33241"/>
                  <a:pt x="4584575" y="33241"/>
                </a:cubicBezTo>
                <a:cubicBezTo>
                  <a:pt x="4580581" y="33241"/>
                  <a:pt x="4576624" y="33272"/>
                  <a:pt x="4572667" y="33420"/>
                </a:cubicBezTo>
                <a:cubicBezTo>
                  <a:pt x="4567939" y="33597"/>
                  <a:pt x="4562517" y="34157"/>
                  <a:pt x="4558779" y="36430"/>
                </a:cubicBezTo>
                <a:cubicBezTo>
                  <a:pt x="4554052" y="39264"/>
                  <a:pt x="4549252" y="40003"/>
                  <a:pt x="4544378" y="40003"/>
                </a:cubicBezTo>
                <a:cubicBezTo>
                  <a:pt x="4541849" y="40003"/>
                  <a:pt x="4539284" y="39797"/>
                  <a:pt x="4536720" y="39589"/>
                </a:cubicBezTo>
                <a:cubicBezTo>
                  <a:pt x="4534118" y="39383"/>
                  <a:pt x="4531589" y="39176"/>
                  <a:pt x="4529025" y="39176"/>
                </a:cubicBezTo>
                <a:cubicBezTo>
                  <a:pt x="4528072" y="39176"/>
                  <a:pt x="4527155" y="39206"/>
                  <a:pt x="4526239" y="39264"/>
                </a:cubicBezTo>
                <a:cubicBezTo>
                  <a:pt x="4517409" y="30733"/>
                  <a:pt x="4505206" y="34275"/>
                  <a:pt x="4494616" y="32121"/>
                </a:cubicBezTo>
                <a:cubicBezTo>
                  <a:pt x="4492308" y="31648"/>
                  <a:pt x="4489743" y="28548"/>
                  <a:pt x="4487471" y="28548"/>
                </a:cubicBezTo>
                <a:cubicBezTo>
                  <a:pt x="4486261" y="28548"/>
                  <a:pt x="4485126" y="29464"/>
                  <a:pt x="4484136" y="32150"/>
                </a:cubicBezTo>
                <a:cubicBezTo>
                  <a:pt x="4483293" y="34453"/>
                  <a:pt x="4485785" y="38319"/>
                  <a:pt x="4487838" y="40711"/>
                </a:cubicBezTo>
                <a:cubicBezTo>
                  <a:pt x="4490109" y="43309"/>
                  <a:pt x="4490549" y="45229"/>
                  <a:pt x="4487068" y="45494"/>
                </a:cubicBezTo>
                <a:cubicBezTo>
                  <a:pt x="4481388" y="45937"/>
                  <a:pt x="4475525" y="46793"/>
                  <a:pt x="4469846" y="46793"/>
                </a:cubicBezTo>
                <a:cubicBezTo>
                  <a:pt x="4466988" y="46793"/>
                  <a:pt x="4464165" y="46586"/>
                  <a:pt x="4461454" y="45966"/>
                </a:cubicBezTo>
                <a:cubicBezTo>
                  <a:pt x="4456873" y="44933"/>
                  <a:pt x="4452770" y="43988"/>
                  <a:pt x="4448556" y="43988"/>
                </a:cubicBezTo>
                <a:cubicBezTo>
                  <a:pt x="4445367" y="43988"/>
                  <a:pt x="4442143" y="44550"/>
                  <a:pt x="4438625" y="46025"/>
                </a:cubicBezTo>
                <a:cubicBezTo>
                  <a:pt x="4438039" y="46261"/>
                  <a:pt x="4437489" y="46379"/>
                  <a:pt x="4436903" y="46379"/>
                </a:cubicBezTo>
                <a:cubicBezTo>
                  <a:pt x="4435144" y="46379"/>
                  <a:pt x="4433422" y="45406"/>
                  <a:pt x="4431553" y="44461"/>
                </a:cubicBezTo>
                <a:cubicBezTo>
                  <a:pt x="4429684" y="43486"/>
                  <a:pt x="4427706" y="42541"/>
                  <a:pt x="4425470" y="42541"/>
                </a:cubicBezTo>
                <a:cubicBezTo>
                  <a:pt x="4423711" y="42541"/>
                  <a:pt x="4421769" y="43131"/>
                  <a:pt x="4419643" y="44815"/>
                </a:cubicBezTo>
                <a:cubicBezTo>
                  <a:pt x="4417811" y="46232"/>
                  <a:pt x="4415649" y="46823"/>
                  <a:pt x="4413305" y="46823"/>
                </a:cubicBezTo>
                <a:cubicBezTo>
                  <a:pt x="4408687" y="46823"/>
                  <a:pt x="4403484" y="44579"/>
                  <a:pt x="4399014" y="42010"/>
                </a:cubicBezTo>
                <a:cubicBezTo>
                  <a:pt x="4397805" y="41331"/>
                  <a:pt x="4395936" y="40977"/>
                  <a:pt x="4393994" y="40977"/>
                </a:cubicBezTo>
                <a:cubicBezTo>
                  <a:pt x="4392051" y="40977"/>
                  <a:pt x="4390110" y="41331"/>
                  <a:pt x="4388974" y="42099"/>
                </a:cubicBezTo>
                <a:cubicBezTo>
                  <a:pt x="4382304" y="46557"/>
                  <a:pt x="4374975" y="45729"/>
                  <a:pt x="4367647" y="46320"/>
                </a:cubicBezTo>
                <a:cubicBezTo>
                  <a:pt x="4365998" y="46468"/>
                  <a:pt x="4364422" y="46528"/>
                  <a:pt x="4362920" y="46528"/>
                </a:cubicBezTo>
                <a:cubicBezTo>
                  <a:pt x="4351304" y="46528"/>
                  <a:pt x="4342950" y="42364"/>
                  <a:pt x="4339982" y="30320"/>
                </a:cubicBezTo>
                <a:lnTo>
                  <a:pt x="4337745" y="27662"/>
                </a:lnTo>
                <a:cubicBezTo>
                  <a:pt x="4336537" y="29345"/>
                  <a:pt x="4334265" y="31117"/>
                  <a:pt x="4334375" y="32741"/>
                </a:cubicBezTo>
                <a:cubicBezTo>
                  <a:pt x="4334668" y="37021"/>
                  <a:pt x="4335841" y="41242"/>
                  <a:pt x="4336977" y="45435"/>
                </a:cubicBezTo>
                <a:cubicBezTo>
                  <a:pt x="4337490" y="47324"/>
                  <a:pt x="4340128" y="49981"/>
                  <a:pt x="4339505" y="50690"/>
                </a:cubicBezTo>
                <a:cubicBezTo>
                  <a:pt x="4338186" y="52195"/>
                  <a:pt x="4336683" y="52726"/>
                  <a:pt x="4334925" y="52726"/>
                </a:cubicBezTo>
                <a:cubicBezTo>
                  <a:pt x="4333166" y="52726"/>
                  <a:pt x="4331260" y="52166"/>
                  <a:pt x="4329465" y="51515"/>
                </a:cubicBezTo>
                <a:cubicBezTo>
                  <a:pt x="4324994" y="49951"/>
                  <a:pt x="4320634" y="47294"/>
                  <a:pt x="4316054" y="46940"/>
                </a:cubicBezTo>
                <a:cubicBezTo>
                  <a:pt x="4301616" y="45818"/>
                  <a:pt x="4287069" y="47885"/>
                  <a:pt x="4273217" y="40534"/>
                </a:cubicBezTo>
                <a:cubicBezTo>
                  <a:pt x="4271239" y="39472"/>
                  <a:pt x="4268747" y="39147"/>
                  <a:pt x="4266035" y="39147"/>
                </a:cubicBezTo>
                <a:cubicBezTo>
                  <a:pt x="4261565" y="39147"/>
                  <a:pt x="4256435" y="40092"/>
                  <a:pt x="4251854" y="40209"/>
                </a:cubicBezTo>
                <a:cubicBezTo>
                  <a:pt x="4251378" y="43634"/>
                  <a:pt x="4249069" y="46173"/>
                  <a:pt x="4245478" y="46349"/>
                </a:cubicBezTo>
                <a:cubicBezTo>
                  <a:pt x="4241521" y="46557"/>
                  <a:pt x="4237563" y="46586"/>
                  <a:pt x="4233569" y="46586"/>
                </a:cubicBezTo>
                <a:cubicBezTo>
                  <a:pt x="4232250" y="46586"/>
                  <a:pt x="4230894" y="46586"/>
                  <a:pt x="4229538" y="46586"/>
                </a:cubicBezTo>
                <a:cubicBezTo>
                  <a:pt x="4228146" y="46586"/>
                  <a:pt x="4226790" y="46586"/>
                  <a:pt x="4225397" y="46586"/>
                </a:cubicBezTo>
                <a:cubicBezTo>
                  <a:pt x="4222137" y="46586"/>
                  <a:pt x="4218913" y="46616"/>
                  <a:pt x="4215650" y="46733"/>
                </a:cubicBezTo>
                <a:cubicBezTo>
                  <a:pt x="4203558" y="47147"/>
                  <a:pt x="4192052" y="46823"/>
                  <a:pt x="4179777" y="51515"/>
                </a:cubicBezTo>
                <a:cubicBezTo>
                  <a:pt x="4175306" y="53228"/>
                  <a:pt x="4170397" y="54144"/>
                  <a:pt x="4165303" y="54144"/>
                </a:cubicBezTo>
                <a:cubicBezTo>
                  <a:pt x="4157279" y="54144"/>
                  <a:pt x="4148850" y="51870"/>
                  <a:pt x="4141155" y="46911"/>
                </a:cubicBezTo>
                <a:cubicBezTo>
                  <a:pt x="4137858" y="44785"/>
                  <a:pt x="4133313" y="41745"/>
                  <a:pt x="4128403" y="41745"/>
                </a:cubicBezTo>
                <a:cubicBezTo>
                  <a:pt x="4125325" y="41745"/>
                  <a:pt x="4122064" y="42955"/>
                  <a:pt x="4118839" y="46349"/>
                </a:cubicBezTo>
                <a:cubicBezTo>
                  <a:pt x="4118180" y="47028"/>
                  <a:pt x="4116567" y="47353"/>
                  <a:pt x="4114625" y="47353"/>
                </a:cubicBezTo>
                <a:cubicBezTo>
                  <a:pt x="4111254" y="47353"/>
                  <a:pt x="4106967" y="46439"/>
                  <a:pt x="4105098" y="44933"/>
                </a:cubicBezTo>
                <a:cubicBezTo>
                  <a:pt x="4101214" y="41833"/>
                  <a:pt x="4097953" y="40622"/>
                  <a:pt x="4094984" y="40622"/>
                </a:cubicBezTo>
                <a:cubicBezTo>
                  <a:pt x="4089524" y="40622"/>
                  <a:pt x="4085201" y="44815"/>
                  <a:pt x="4080437" y="49095"/>
                </a:cubicBezTo>
                <a:cubicBezTo>
                  <a:pt x="4078531" y="50838"/>
                  <a:pt x="4076956" y="51604"/>
                  <a:pt x="4075710" y="51604"/>
                </a:cubicBezTo>
                <a:cubicBezTo>
                  <a:pt x="4073548" y="51604"/>
                  <a:pt x="4072265" y="49302"/>
                  <a:pt x="4071643" y="45641"/>
                </a:cubicBezTo>
                <a:cubicBezTo>
                  <a:pt x="4071350" y="43870"/>
                  <a:pt x="4068858" y="40888"/>
                  <a:pt x="4067612" y="40888"/>
                </a:cubicBezTo>
                <a:cubicBezTo>
                  <a:pt x="4067575" y="40888"/>
                  <a:pt x="4067539" y="40888"/>
                  <a:pt x="4067539" y="40888"/>
                </a:cubicBezTo>
                <a:cubicBezTo>
                  <a:pt x="4066476" y="41007"/>
                  <a:pt x="4065450" y="41066"/>
                  <a:pt x="4064461" y="41066"/>
                </a:cubicBezTo>
                <a:cubicBezTo>
                  <a:pt x="4054714" y="41066"/>
                  <a:pt x="4049986" y="35220"/>
                  <a:pt x="4045443" y="27603"/>
                </a:cubicBezTo>
                <a:cubicBezTo>
                  <a:pt x="4043574" y="24503"/>
                  <a:pt x="4037051" y="23559"/>
                  <a:pt x="4032544" y="21846"/>
                </a:cubicBezTo>
                <a:cubicBezTo>
                  <a:pt x="4028953" y="20459"/>
                  <a:pt x="4025618" y="19633"/>
                  <a:pt x="4022357" y="19633"/>
                </a:cubicBezTo>
                <a:cubicBezTo>
                  <a:pt x="4017887" y="19633"/>
                  <a:pt x="4013600" y="21198"/>
                  <a:pt x="4009239" y="25212"/>
                </a:cubicBezTo>
                <a:cubicBezTo>
                  <a:pt x="4005281" y="28844"/>
                  <a:pt x="4002937" y="30703"/>
                  <a:pt x="4000701" y="30703"/>
                </a:cubicBezTo>
                <a:cubicBezTo>
                  <a:pt x="3997990" y="30703"/>
                  <a:pt x="3995424" y="28046"/>
                  <a:pt x="3990331" y="22584"/>
                </a:cubicBezTo>
                <a:lnTo>
                  <a:pt x="3989451" y="19780"/>
                </a:lnTo>
                <a:cubicBezTo>
                  <a:pt x="3983185" y="17093"/>
                  <a:pt x="3976847" y="14495"/>
                  <a:pt x="3970617" y="11691"/>
                </a:cubicBezTo>
                <a:cubicBezTo>
                  <a:pt x="3964241" y="8798"/>
                  <a:pt x="3960247" y="7085"/>
                  <a:pt x="3957682" y="7085"/>
                </a:cubicBezTo>
                <a:cubicBezTo>
                  <a:pt x="3953725" y="7085"/>
                  <a:pt x="3953101" y="11190"/>
                  <a:pt x="3952258" y="21285"/>
                </a:cubicBezTo>
                <a:cubicBezTo>
                  <a:pt x="3952075" y="23500"/>
                  <a:pt x="3952258" y="25773"/>
                  <a:pt x="3951892" y="27958"/>
                </a:cubicBezTo>
                <a:lnTo>
                  <a:pt x="3949950" y="30585"/>
                </a:lnTo>
                <a:cubicBezTo>
                  <a:pt x="3947971" y="30290"/>
                  <a:pt x="3945700" y="29818"/>
                  <a:pt x="3944233" y="28666"/>
                </a:cubicBezTo>
                <a:cubicBezTo>
                  <a:pt x="3940423" y="25744"/>
                  <a:pt x="3938188" y="22083"/>
                  <a:pt x="3937271" y="17359"/>
                </a:cubicBezTo>
                <a:cubicBezTo>
                  <a:pt x="3936246" y="12104"/>
                  <a:pt x="3940276" y="4990"/>
                  <a:pt x="3933790" y="2007"/>
                </a:cubicBezTo>
                <a:cubicBezTo>
                  <a:pt x="3930236" y="383"/>
                  <a:pt x="3925802" y="0"/>
                  <a:pt x="3921369" y="0"/>
                </a:cubicBezTo>
                <a:lnTo>
                  <a:pt x="3921771" y="266"/>
                </a:lnTo>
                <a:cubicBezTo>
                  <a:pt x="3919939" y="266"/>
                  <a:pt x="3918106" y="325"/>
                  <a:pt x="3916348" y="383"/>
                </a:cubicBezTo>
                <a:cubicBezTo>
                  <a:pt x="3915066" y="473"/>
                  <a:pt x="3913747" y="473"/>
                  <a:pt x="3912464" y="473"/>
                </a:cubicBezTo>
                <a:cubicBezTo>
                  <a:pt x="3910888" y="473"/>
                  <a:pt x="3909312" y="414"/>
                  <a:pt x="3907737" y="414"/>
                </a:cubicBezTo>
                <a:cubicBezTo>
                  <a:pt x="3906161" y="354"/>
                  <a:pt x="3904549" y="354"/>
                  <a:pt x="3902973" y="354"/>
                </a:cubicBezTo>
                <a:cubicBezTo>
                  <a:pt x="3895425" y="354"/>
                  <a:pt x="3887913" y="974"/>
                  <a:pt x="3880438" y="5255"/>
                </a:cubicBezTo>
                <a:cubicBezTo>
                  <a:pt x="3877836" y="6731"/>
                  <a:pt x="3874428" y="7174"/>
                  <a:pt x="3870763" y="7174"/>
                </a:cubicBezTo>
                <a:cubicBezTo>
                  <a:pt x="3865634" y="7174"/>
                  <a:pt x="3859953" y="6318"/>
                  <a:pt x="3854934" y="6318"/>
                </a:cubicBezTo>
                <a:lnTo>
                  <a:pt x="3853908" y="6318"/>
                </a:lnTo>
                <a:cubicBezTo>
                  <a:pt x="3846250" y="6318"/>
                  <a:pt x="3846323" y="6760"/>
                  <a:pt x="3847605" y="18717"/>
                </a:cubicBezTo>
                <a:cubicBezTo>
                  <a:pt x="3848008" y="22467"/>
                  <a:pt x="3845700" y="24857"/>
                  <a:pt x="3842146" y="26245"/>
                </a:cubicBezTo>
                <a:lnTo>
                  <a:pt x="3838481" y="26570"/>
                </a:lnTo>
                <a:cubicBezTo>
                  <a:pt x="3837602" y="26866"/>
                  <a:pt x="3836759" y="27013"/>
                  <a:pt x="3835953" y="27013"/>
                </a:cubicBezTo>
                <a:cubicBezTo>
                  <a:pt x="3833461" y="27013"/>
                  <a:pt x="3831189" y="25773"/>
                  <a:pt x="3828991" y="24563"/>
                </a:cubicBezTo>
                <a:cubicBezTo>
                  <a:pt x="3826755" y="23353"/>
                  <a:pt x="3824630" y="22112"/>
                  <a:pt x="3822358" y="22112"/>
                </a:cubicBezTo>
                <a:cubicBezTo>
                  <a:pt x="3821222" y="22112"/>
                  <a:pt x="3820049" y="22408"/>
                  <a:pt x="3818840" y="23205"/>
                </a:cubicBezTo>
                <a:cubicBezTo>
                  <a:pt x="3814443" y="26068"/>
                  <a:pt x="3809936" y="26393"/>
                  <a:pt x="3805392" y="26393"/>
                </a:cubicBezTo>
                <a:cubicBezTo>
                  <a:pt x="3804696" y="26393"/>
                  <a:pt x="3804036" y="26393"/>
                  <a:pt x="3803340" y="26393"/>
                </a:cubicBezTo>
                <a:cubicBezTo>
                  <a:pt x="3802681" y="26393"/>
                  <a:pt x="3801984" y="26393"/>
                  <a:pt x="3801288" y="26393"/>
                </a:cubicBezTo>
                <a:cubicBezTo>
                  <a:pt x="3800042" y="26393"/>
                  <a:pt x="3798760" y="26422"/>
                  <a:pt x="3797477" y="26511"/>
                </a:cubicBezTo>
                <a:cubicBezTo>
                  <a:pt x="3791285" y="26984"/>
                  <a:pt x="3785055" y="26924"/>
                  <a:pt x="3778862" y="26984"/>
                </a:cubicBezTo>
                <a:cubicBezTo>
                  <a:pt x="3778496" y="26984"/>
                  <a:pt x="3778167" y="26984"/>
                  <a:pt x="3777800" y="26984"/>
                </a:cubicBezTo>
                <a:cubicBezTo>
                  <a:pt x="3775674" y="26984"/>
                  <a:pt x="3773513" y="26954"/>
                  <a:pt x="3771387" y="26895"/>
                </a:cubicBezTo>
                <a:cubicBezTo>
                  <a:pt x="3769226" y="26866"/>
                  <a:pt x="3767063" y="26806"/>
                  <a:pt x="3764902" y="26806"/>
                </a:cubicBezTo>
                <a:cubicBezTo>
                  <a:pt x="3762117" y="26806"/>
                  <a:pt x="3759332" y="26866"/>
                  <a:pt x="3756583" y="27161"/>
                </a:cubicBezTo>
                <a:cubicBezTo>
                  <a:pt x="3751929" y="27632"/>
                  <a:pt x="3753065" y="30703"/>
                  <a:pt x="3754714" y="34009"/>
                </a:cubicBezTo>
                <a:cubicBezTo>
                  <a:pt x="3755374" y="35338"/>
                  <a:pt x="3756107" y="35692"/>
                  <a:pt x="3756730" y="35692"/>
                </a:cubicBezTo>
                <a:cubicBezTo>
                  <a:pt x="3757060" y="35692"/>
                  <a:pt x="3757353" y="35604"/>
                  <a:pt x="3757573" y="35485"/>
                </a:cubicBezTo>
                <a:cubicBezTo>
                  <a:pt x="3757793" y="35367"/>
                  <a:pt x="3757939" y="35279"/>
                  <a:pt x="3757939" y="35279"/>
                </a:cubicBezTo>
                <a:cubicBezTo>
                  <a:pt x="3757976" y="35279"/>
                  <a:pt x="3757682" y="35604"/>
                  <a:pt x="3756840" y="36785"/>
                </a:cubicBezTo>
                <a:cubicBezTo>
                  <a:pt x="3755264" y="38998"/>
                  <a:pt x="3750611" y="40209"/>
                  <a:pt x="3746214" y="40209"/>
                </a:cubicBezTo>
                <a:cubicBezTo>
                  <a:pt x="3742293" y="40209"/>
                  <a:pt x="3738591" y="39235"/>
                  <a:pt x="3737529" y="37109"/>
                </a:cubicBezTo>
                <a:cubicBezTo>
                  <a:pt x="3736613" y="35279"/>
                  <a:pt x="3739947" y="31708"/>
                  <a:pt x="3741340" y="28931"/>
                </a:cubicBezTo>
                <a:cubicBezTo>
                  <a:pt x="3732545" y="26777"/>
                  <a:pt x="3725583" y="20282"/>
                  <a:pt x="3715836" y="20282"/>
                </a:cubicBezTo>
                <a:cubicBezTo>
                  <a:pt x="3715287" y="20282"/>
                  <a:pt x="3714700" y="20312"/>
                  <a:pt x="3714114" y="20341"/>
                </a:cubicBezTo>
                <a:cubicBezTo>
                  <a:pt x="3706602" y="20901"/>
                  <a:pt x="3706382" y="23589"/>
                  <a:pt x="3710522" y="28076"/>
                </a:cubicBezTo>
                <a:cubicBezTo>
                  <a:pt x="3712539" y="30260"/>
                  <a:pt x="3712062" y="32062"/>
                  <a:pt x="3708581" y="32682"/>
                </a:cubicBezTo>
                <a:cubicBezTo>
                  <a:pt x="3705686" y="33212"/>
                  <a:pt x="3702644" y="33390"/>
                  <a:pt x="3699640" y="33390"/>
                </a:cubicBezTo>
                <a:cubicBezTo>
                  <a:pt x="3698943" y="33390"/>
                  <a:pt x="3698284" y="33390"/>
                  <a:pt x="3697588" y="33390"/>
                </a:cubicBezTo>
                <a:cubicBezTo>
                  <a:pt x="3695426" y="33361"/>
                  <a:pt x="3684616" y="33124"/>
                  <a:pt x="3678936" y="33124"/>
                </a:cubicBezTo>
                <a:cubicBezTo>
                  <a:pt x="3677251" y="33124"/>
                  <a:pt x="3676042" y="33124"/>
                  <a:pt x="3675601" y="33183"/>
                </a:cubicBezTo>
                <a:cubicBezTo>
                  <a:pt x="3673257" y="33478"/>
                  <a:pt x="3670875" y="33508"/>
                  <a:pt x="3668530" y="33655"/>
                </a:cubicBezTo>
                <a:cubicBezTo>
                  <a:pt x="3666844" y="39147"/>
                  <a:pt x="3662227" y="42483"/>
                  <a:pt x="3657353" y="45641"/>
                </a:cubicBezTo>
                <a:cubicBezTo>
                  <a:pt x="3651417" y="40770"/>
                  <a:pt x="3644601" y="39855"/>
                  <a:pt x="3637566" y="39855"/>
                </a:cubicBezTo>
                <a:cubicBezTo>
                  <a:pt x="3635477" y="39855"/>
                  <a:pt x="3633389" y="39914"/>
                  <a:pt x="3631300" y="40003"/>
                </a:cubicBezTo>
                <a:cubicBezTo>
                  <a:pt x="3629211" y="40062"/>
                  <a:pt x="3627122" y="40151"/>
                  <a:pt x="3625034" y="40151"/>
                </a:cubicBezTo>
                <a:cubicBezTo>
                  <a:pt x="3619281" y="40151"/>
                  <a:pt x="3613638" y="39560"/>
                  <a:pt x="3608434" y="36726"/>
                </a:cubicBezTo>
                <a:cubicBezTo>
                  <a:pt x="3603708" y="34157"/>
                  <a:pt x="3598614" y="32770"/>
                  <a:pt x="3593484" y="32770"/>
                </a:cubicBezTo>
                <a:cubicBezTo>
                  <a:pt x="3588134" y="32770"/>
                  <a:pt x="3582675" y="34275"/>
                  <a:pt x="3577434" y="37494"/>
                </a:cubicBezTo>
                <a:cubicBezTo>
                  <a:pt x="3575859" y="38438"/>
                  <a:pt x="3573257" y="39678"/>
                  <a:pt x="3571791" y="39678"/>
                </a:cubicBezTo>
                <a:cubicBezTo>
                  <a:pt x="3571461" y="39678"/>
                  <a:pt x="3571205" y="39618"/>
                  <a:pt x="3571022" y="39501"/>
                </a:cubicBezTo>
                <a:cubicBezTo>
                  <a:pt x="3567394" y="37286"/>
                  <a:pt x="3563913" y="36400"/>
                  <a:pt x="3560578" y="36400"/>
                </a:cubicBezTo>
                <a:cubicBezTo>
                  <a:pt x="3553945" y="36400"/>
                  <a:pt x="3547936" y="39826"/>
                  <a:pt x="3542293" y="42984"/>
                </a:cubicBezTo>
                <a:cubicBezTo>
                  <a:pt x="3537017" y="45937"/>
                  <a:pt x="3531960" y="47236"/>
                  <a:pt x="3526794" y="47236"/>
                </a:cubicBezTo>
                <a:cubicBezTo>
                  <a:pt x="3521626" y="47236"/>
                  <a:pt x="3516533" y="45878"/>
                  <a:pt x="3511403" y="43545"/>
                </a:cubicBezTo>
                <a:cubicBezTo>
                  <a:pt x="3508472" y="42217"/>
                  <a:pt x="3505723" y="40386"/>
                  <a:pt x="3502829" y="40386"/>
                </a:cubicBezTo>
                <a:cubicBezTo>
                  <a:pt x="3501363" y="40386"/>
                  <a:pt x="3499897" y="40859"/>
                  <a:pt x="3498358" y="42099"/>
                </a:cubicBezTo>
                <a:cubicBezTo>
                  <a:pt x="3496196" y="43840"/>
                  <a:pt x="3494217" y="44726"/>
                  <a:pt x="3492385" y="44726"/>
                </a:cubicBezTo>
                <a:cubicBezTo>
                  <a:pt x="3490296" y="44726"/>
                  <a:pt x="3488391" y="43575"/>
                  <a:pt x="3486559" y="41242"/>
                </a:cubicBezTo>
                <a:cubicBezTo>
                  <a:pt x="3483701" y="37582"/>
                  <a:pt x="3480806" y="35722"/>
                  <a:pt x="3477691" y="35722"/>
                </a:cubicBezTo>
                <a:cubicBezTo>
                  <a:pt x="3474980" y="35722"/>
                  <a:pt x="3472121" y="37109"/>
                  <a:pt x="3469007" y="39943"/>
                </a:cubicBezTo>
                <a:cubicBezTo>
                  <a:pt x="3468310" y="40563"/>
                  <a:pt x="3466992" y="40740"/>
                  <a:pt x="3465526" y="40740"/>
                </a:cubicBezTo>
                <a:cubicBezTo>
                  <a:pt x="3464280" y="40740"/>
                  <a:pt x="3462924" y="40593"/>
                  <a:pt x="3461825" y="40534"/>
                </a:cubicBezTo>
                <a:cubicBezTo>
                  <a:pt x="3461312" y="40475"/>
                  <a:pt x="3460836" y="40475"/>
                  <a:pt x="3460396" y="40475"/>
                </a:cubicBezTo>
                <a:cubicBezTo>
                  <a:pt x="3450759" y="40475"/>
                  <a:pt x="3451492" y="47088"/>
                  <a:pt x="3451198" y="53110"/>
                </a:cubicBezTo>
                <a:cubicBezTo>
                  <a:pt x="3444456" y="52048"/>
                  <a:pt x="3439362" y="46114"/>
                  <a:pt x="3432327" y="46114"/>
                </a:cubicBezTo>
                <a:cubicBezTo>
                  <a:pt x="3431007" y="46114"/>
                  <a:pt x="3429615" y="46349"/>
                  <a:pt x="3428149" y="46823"/>
                </a:cubicBezTo>
                <a:cubicBezTo>
                  <a:pt x="3426207" y="47473"/>
                  <a:pt x="3424559" y="48977"/>
                  <a:pt x="3422983" y="50305"/>
                </a:cubicBezTo>
                <a:lnTo>
                  <a:pt x="3424924" y="52993"/>
                </a:lnTo>
                <a:cubicBezTo>
                  <a:pt x="3427636" y="55266"/>
                  <a:pt x="3430457" y="59133"/>
                  <a:pt x="3433353" y="59222"/>
                </a:cubicBezTo>
                <a:cubicBezTo>
                  <a:pt x="3443870" y="59576"/>
                  <a:pt x="3443137" y="68019"/>
                  <a:pt x="3447057" y="73008"/>
                </a:cubicBezTo>
                <a:cubicBezTo>
                  <a:pt x="3448230" y="74514"/>
                  <a:pt x="3448413" y="76609"/>
                  <a:pt x="3449073" y="78411"/>
                </a:cubicBezTo>
                <a:cubicBezTo>
                  <a:pt x="3447240" y="78795"/>
                  <a:pt x="3444786" y="79917"/>
                  <a:pt x="3443283" y="79917"/>
                </a:cubicBezTo>
                <a:cubicBezTo>
                  <a:pt x="3442953" y="79917"/>
                  <a:pt x="3442623" y="79857"/>
                  <a:pt x="3442404" y="79709"/>
                </a:cubicBezTo>
                <a:cubicBezTo>
                  <a:pt x="3434269" y="73983"/>
                  <a:pt x="3424998" y="73687"/>
                  <a:pt x="3415727" y="73687"/>
                </a:cubicBezTo>
                <a:lnTo>
                  <a:pt x="3414115" y="73687"/>
                </a:lnTo>
                <a:cubicBezTo>
                  <a:pt x="3413529" y="73687"/>
                  <a:pt x="3412905" y="73687"/>
                  <a:pt x="3412319" y="73687"/>
                </a:cubicBezTo>
                <a:cubicBezTo>
                  <a:pt x="3410561" y="73687"/>
                  <a:pt x="3408802" y="73658"/>
                  <a:pt x="3407043" y="73598"/>
                </a:cubicBezTo>
                <a:cubicBezTo>
                  <a:pt x="3394035" y="73156"/>
                  <a:pt x="3383298" y="68699"/>
                  <a:pt x="3374247" y="60815"/>
                </a:cubicBezTo>
                <a:cubicBezTo>
                  <a:pt x="3371902" y="58749"/>
                  <a:pt x="3370070" y="55207"/>
                  <a:pt x="3369960" y="52284"/>
                </a:cubicBezTo>
                <a:cubicBezTo>
                  <a:pt x="3369814" y="48681"/>
                  <a:pt x="3373294" y="47147"/>
                  <a:pt x="3377472" y="46940"/>
                </a:cubicBezTo>
                <a:cubicBezTo>
                  <a:pt x="3383554" y="46645"/>
                  <a:pt x="3389710" y="46143"/>
                  <a:pt x="3395720" y="45258"/>
                </a:cubicBezTo>
                <a:cubicBezTo>
                  <a:pt x="3398688" y="44815"/>
                  <a:pt x="3399714" y="42423"/>
                  <a:pt x="3398505" y="39885"/>
                </a:cubicBezTo>
                <a:cubicBezTo>
                  <a:pt x="3397589" y="38024"/>
                  <a:pt x="3396563" y="35131"/>
                  <a:pt x="3395024" y="34807"/>
                </a:cubicBezTo>
                <a:cubicBezTo>
                  <a:pt x="3390700" y="33862"/>
                  <a:pt x="3386449" y="33420"/>
                  <a:pt x="3382272" y="33420"/>
                </a:cubicBezTo>
                <a:cubicBezTo>
                  <a:pt x="3370766" y="33420"/>
                  <a:pt x="3359846" y="36755"/>
                  <a:pt x="3349293" y="41833"/>
                </a:cubicBezTo>
                <a:cubicBezTo>
                  <a:pt x="3347058" y="42895"/>
                  <a:pt x="3346105" y="49037"/>
                  <a:pt x="3348231" y="50483"/>
                </a:cubicBezTo>
                <a:cubicBezTo>
                  <a:pt x="3350099" y="51783"/>
                  <a:pt x="3352627" y="52284"/>
                  <a:pt x="3354716" y="53347"/>
                </a:cubicBezTo>
                <a:cubicBezTo>
                  <a:pt x="3359480" y="55768"/>
                  <a:pt x="3363144" y="61672"/>
                  <a:pt x="3360763" y="63147"/>
                </a:cubicBezTo>
                <a:cubicBezTo>
                  <a:pt x="3358197" y="64683"/>
                  <a:pt x="3354679" y="66779"/>
                  <a:pt x="3352078" y="66779"/>
                </a:cubicBezTo>
                <a:cubicBezTo>
                  <a:pt x="3351711" y="66779"/>
                  <a:pt x="3351382" y="66750"/>
                  <a:pt x="3351052" y="66661"/>
                </a:cubicBezTo>
                <a:cubicBezTo>
                  <a:pt x="3337237" y="62942"/>
                  <a:pt x="3322873" y="60166"/>
                  <a:pt x="3316021" y="45849"/>
                </a:cubicBezTo>
                <a:cubicBezTo>
                  <a:pt x="3314225" y="42158"/>
                  <a:pt x="3312650" y="40268"/>
                  <a:pt x="3310745" y="40268"/>
                </a:cubicBezTo>
                <a:cubicBezTo>
                  <a:pt x="3308509" y="40268"/>
                  <a:pt x="3305834" y="42807"/>
                  <a:pt x="3301913" y="47973"/>
                </a:cubicBezTo>
                <a:cubicBezTo>
                  <a:pt x="3299751" y="50807"/>
                  <a:pt x="3298139" y="53288"/>
                  <a:pt x="3293851" y="53464"/>
                </a:cubicBezTo>
                <a:cubicBezTo>
                  <a:pt x="3293229" y="53494"/>
                  <a:pt x="3292606" y="53494"/>
                  <a:pt x="3291983" y="53494"/>
                </a:cubicBezTo>
                <a:cubicBezTo>
                  <a:pt x="3291727" y="53494"/>
                  <a:pt x="3291433" y="53494"/>
                  <a:pt x="3291177" y="53494"/>
                </a:cubicBezTo>
                <a:lnTo>
                  <a:pt x="3290371" y="53494"/>
                </a:lnTo>
                <a:cubicBezTo>
                  <a:pt x="3286670" y="53494"/>
                  <a:pt x="3283005" y="53671"/>
                  <a:pt x="3280257" y="56801"/>
                </a:cubicBezTo>
                <a:cubicBezTo>
                  <a:pt x="3284508" y="58779"/>
                  <a:pt x="3288722" y="60757"/>
                  <a:pt x="3292972" y="62676"/>
                </a:cubicBezTo>
                <a:cubicBezTo>
                  <a:pt x="3297296" y="64594"/>
                  <a:pt x="3301766" y="66276"/>
                  <a:pt x="3305981" y="68403"/>
                </a:cubicBezTo>
                <a:cubicBezTo>
                  <a:pt x="3308509" y="69673"/>
                  <a:pt x="3307996" y="71739"/>
                  <a:pt x="3304771" y="73097"/>
                </a:cubicBezTo>
                <a:cubicBezTo>
                  <a:pt x="3299312" y="75370"/>
                  <a:pt x="3293815" y="77820"/>
                  <a:pt x="3288098" y="79474"/>
                </a:cubicBezTo>
                <a:cubicBezTo>
                  <a:pt x="3287365" y="79680"/>
                  <a:pt x="3286633" y="79769"/>
                  <a:pt x="3285974" y="79769"/>
                </a:cubicBezTo>
                <a:cubicBezTo>
                  <a:pt x="3282968" y="79769"/>
                  <a:pt x="3280587" y="77820"/>
                  <a:pt x="3279854" y="74897"/>
                </a:cubicBezTo>
                <a:cubicBezTo>
                  <a:pt x="3278682" y="70056"/>
                  <a:pt x="3276006" y="67015"/>
                  <a:pt x="3272379" y="67015"/>
                </a:cubicBezTo>
                <a:cubicBezTo>
                  <a:pt x="3270803" y="67015"/>
                  <a:pt x="3269008" y="67606"/>
                  <a:pt x="3267065" y="68904"/>
                </a:cubicBezTo>
                <a:lnTo>
                  <a:pt x="3261745" y="71257"/>
                </a:lnTo>
                <a:lnTo>
                  <a:pt x="3260072" y="66867"/>
                </a:lnTo>
                <a:cubicBezTo>
                  <a:pt x="3259303" y="63001"/>
                  <a:pt x="3258020" y="61731"/>
                  <a:pt x="3256445" y="61731"/>
                </a:cubicBezTo>
                <a:cubicBezTo>
                  <a:pt x="3254722" y="61731"/>
                  <a:pt x="3252670" y="63237"/>
                  <a:pt x="3250509" y="64565"/>
                </a:cubicBezTo>
                <a:cubicBezTo>
                  <a:pt x="3249775" y="65008"/>
                  <a:pt x="3249043" y="65245"/>
                  <a:pt x="3248346" y="65245"/>
                </a:cubicBezTo>
                <a:cubicBezTo>
                  <a:pt x="3246917" y="65245"/>
                  <a:pt x="3245781" y="64300"/>
                  <a:pt x="3245452" y="62351"/>
                </a:cubicBezTo>
                <a:cubicBezTo>
                  <a:pt x="3244352" y="55561"/>
                  <a:pt x="3239919" y="53139"/>
                  <a:pt x="3232957" y="53139"/>
                </a:cubicBezTo>
                <a:cubicBezTo>
                  <a:pt x="3232883" y="53139"/>
                  <a:pt x="3232773" y="53139"/>
                  <a:pt x="3232700" y="53139"/>
                </a:cubicBezTo>
                <a:cubicBezTo>
                  <a:pt x="3230978" y="53139"/>
                  <a:pt x="3229292" y="53139"/>
                  <a:pt x="3227606" y="53139"/>
                </a:cubicBezTo>
                <a:cubicBezTo>
                  <a:pt x="3225371" y="53139"/>
                  <a:pt x="3223172" y="53139"/>
                  <a:pt x="3220937" y="53139"/>
                </a:cubicBezTo>
                <a:cubicBezTo>
                  <a:pt x="3218628" y="53139"/>
                  <a:pt x="3216321" y="53139"/>
                  <a:pt x="3214012" y="53139"/>
                </a:cubicBezTo>
                <a:cubicBezTo>
                  <a:pt x="3210310" y="53139"/>
                  <a:pt x="3206573" y="53170"/>
                  <a:pt x="3202835" y="53259"/>
                </a:cubicBezTo>
                <a:cubicBezTo>
                  <a:pt x="3201113" y="53288"/>
                  <a:pt x="3199427" y="53347"/>
                  <a:pt x="3197778" y="53347"/>
                </a:cubicBezTo>
                <a:cubicBezTo>
                  <a:pt x="3192099" y="53347"/>
                  <a:pt x="3186676" y="52668"/>
                  <a:pt x="3181985" y="48535"/>
                </a:cubicBezTo>
                <a:lnTo>
                  <a:pt x="3175280" y="47442"/>
                </a:lnTo>
                <a:cubicBezTo>
                  <a:pt x="3171835" y="51250"/>
                  <a:pt x="3168171" y="52431"/>
                  <a:pt x="3164470" y="52431"/>
                </a:cubicBezTo>
                <a:cubicBezTo>
                  <a:pt x="3159413" y="52431"/>
                  <a:pt x="3154246" y="50217"/>
                  <a:pt x="3149153" y="49331"/>
                </a:cubicBezTo>
                <a:cubicBezTo>
                  <a:pt x="3143693" y="52609"/>
                  <a:pt x="3138343" y="54144"/>
                  <a:pt x="3132993" y="54144"/>
                </a:cubicBezTo>
                <a:cubicBezTo>
                  <a:pt x="3126947" y="54144"/>
                  <a:pt x="3120900" y="52166"/>
                  <a:pt x="3114745" y="48564"/>
                </a:cubicBezTo>
                <a:cubicBezTo>
                  <a:pt x="3112290" y="47117"/>
                  <a:pt x="3109908" y="46557"/>
                  <a:pt x="3107526" y="46557"/>
                </a:cubicBezTo>
                <a:cubicBezTo>
                  <a:pt x="3103166" y="46557"/>
                  <a:pt x="3098805" y="48476"/>
                  <a:pt x="3094151" y="50424"/>
                </a:cubicBezTo>
                <a:cubicBezTo>
                  <a:pt x="3081436" y="55768"/>
                  <a:pt x="3080960" y="54941"/>
                  <a:pt x="3080410" y="62026"/>
                </a:cubicBezTo>
                <a:cubicBezTo>
                  <a:pt x="3080227" y="64269"/>
                  <a:pt x="3080850" y="66750"/>
                  <a:pt x="3079933" y="68668"/>
                </a:cubicBezTo>
                <a:cubicBezTo>
                  <a:pt x="3079127" y="70381"/>
                  <a:pt x="3076965" y="72270"/>
                  <a:pt x="3075023" y="72713"/>
                </a:cubicBezTo>
                <a:cubicBezTo>
                  <a:pt x="3074327" y="72861"/>
                  <a:pt x="3073594" y="72949"/>
                  <a:pt x="3072861" y="72949"/>
                </a:cubicBezTo>
                <a:cubicBezTo>
                  <a:pt x="3069783" y="72949"/>
                  <a:pt x="3066925" y="71502"/>
                  <a:pt x="3066302" y="68728"/>
                </a:cubicBezTo>
                <a:cubicBezTo>
                  <a:pt x="3065093" y="63384"/>
                  <a:pt x="3066192" y="57598"/>
                  <a:pt x="3061026" y="53288"/>
                </a:cubicBezTo>
                <a:cubicBezTo>
                  <a:pt x="3058680" y="51339"/>
                  <a:pt x="3056555" y="48977"/>
                  <a:pt x="3053843" y="48977"/>
                </a:cubicBezTo>
                <a:cubicBezTo>
                  <a:pt x="3052524" y="48977"/>
                  <a:pt x="3051022" y="49568"/>
                  <a:pt x="3049300" y="51073"/>
                </a:cubicBezTo>
                <a:cubicBezTo>
                  <a:pt x="3048420" y="51812"/>
                  <a:pt x="3047614" y="52106"/>
                  <a:pt x="3046808" y="52106"/>
                </a:cubicBezTo>
                <a:cubicBezTo>
                  <a:pt x="3045379" y="52106"/>
                  <a:pt x="3044023" y="51221"/>
                  <a:pt x="3042630" y="50336"/>
                </a:cubicBezTo>
                <a:cubicBezTo>
                  <a:pt x="3041238" y="49449"/>
                  <a:pt x="3039809" y="48564"/>
                  <a:pt x="3038234" y="48564"/>
                </a:cubicBezTo>
                <a:cubicBezTo>
                  <a:pt x="3037024" y="48564"/>
                  <a:pt x="3035741" y="49095"/>
                  <a:pt x="3034312" y="50571"/>
                </a:cubicBezTo>
                <a:cubicBezTo>
                  <a:pt x="3032517" y="52460"/>
                  <a:pt x="3030575" y="53170"/>
                  <a:pt x="3028596" y="53170"/>
                </a:cubicBezTo>
                <a:cubicBezTo>
                  <a:pt x="3025005" y="53170"/>
                  <a:pt x="3021305" y="50838"/>
                  <a:pt x="3017860" y="48918"/>
                </a:cubicBezTo>
                <a:cubicBezTo>
                  <a:pt x="3017860" y="48918"/>
                  <a:pt x="3013279" y="51752"/>
                  <a:pt x="3013279" y="51752"/>
                </a:cubicBezTo>
                <a:lnTo>
                  <a:pt x="3013279" y="55000"/>
                </a:lnTo>
                <a:cubicBezTo>
                  <a:pt x="3012620" y="58159"/>
                  <a:pt x="3012803" y="63207"/>
                  <a:pt x="3010824" y="64063"/>
                </a:cubicBezTo>
                <a:cubicBezTo>
                  <a:pt x="3009908" y="64446"/>
                  <a:pt x="3009102" y="64623"/>
                  <a:pt x="3008332" y="64623"/>
                </a:cubicBezTo>
                <a:cubicBezTo>
                  <a:pt x="3004595" y="64623"/>
                  <a:pt x="3002543" y="60373"/>
                  <a:pt x="3000161" y="58100"/>
                </a:cubicBezTo>
                <a:cubicBezTo>
                  <a:pt x="2998035" y="56092"/>
                  <a:pt x="2996350" y="55295"/>
                  <a:pt x="2994555" y="55295"/>
                </a:cubicBezTo>
                <a:cubicBezTo>
                  <a:pt x="2992686" y="55295"/>
                  <a:pt x="2990671" y="56182"/>
                  <a:pt x="2988032" y="57421"/>
                </a:cubicBezTo>
                <a:cubicBezTo>
                  <a:pt x="2987299" y="57775"/>
                  <a:pt x="2986566" y="57923"/>
                  <a:pt x="2985834" y="57923"/>
                </a:cubicBezTo>
                <a:cubicBezTo>
                  <a:pt x="2982059" y="57923"/>
                  <a:pt x="2978945" y="53464"/>
                  <a:pt x="2978139" y="50513"/>
                </a:cubicBezTo>
                <a:cubicBezTo>
                  <a:pt x="2977186" y="47058"/>
                  <a:pt x="2982609" y="47177"/>
                  <a:pt x="2985724" y="46379"/>
                </a:cubicBezTo>
                <a:lnTo>
                  <a:pt x="2988361" y="44136"/>
                </a:lnTo>
                <a:lnTo>
                  <a:pt x="2987299" y="42099"/>
                </a:lnTo>
                <a:lnTo>
                  <a:pt x="2984221" y="40534"/>
                </a:lnTo>
                <a:cubicBezTo>
                  <a:pt x="2982316" y="40770"/>
                  <a:pt x="2980447" y="40888"/>
                  <a:pt x="2978578" y="40888"/>
                </a:cubicBezTo>
                <a:cubicBezTo>
                  <a:pt x="2970993" y="40888"/>
                  <a:pt x="2963738" y="38969"/>
                  <a:pt x="2956483" y="37080"/>
                </a:cubicBezTo>
                <a:cubicBezTo>
                  <a:pt x="2949190" y="35161"/>
                  <a:pt x="2941935" y="33272"/>
                  <a:pt x="2934350" y="33272"/>
                </a:cubicBezTo>
                <a:cubicBezTo>
                  <a:pt x="2934130" y="33272"/>
                  <a:pt x="2933910" y="33272"/>
                  <a:pt x="2933690" y="33272"/>
                </a:cubicBezTo>
                <a:cubicBezTo>
                  <a:pt x="2931711" y="33301"/>
                  <a:pt x="2929696" y="33301"/>
                  <a:pt x="2927718" y="33301"/>
                </a:cubicBezTo>
                <a:cubicBezTo>
                  <a:pt x="2925079" y="33301"/>
                  <a:pt x="2922477" y="33272"/>
                  <a:pt x="2919876" y="33272"/>
                </a:cubicBezTo>
                <a:cubicBezTo>
                  <a:pt x="2917274" y="33241"/>
                  <a:pt x="2914635" y="33241"/>
                  <a:pt x="2912033" y="33241"/>
                </a:cubicBezTo>
                <a:cubicBezTo>
                  <a:pt x="2908039" y="33241"/>
                  <a:pt x="2904082" y="33272"/>
                  <a:pt x="2900125" y="33420"/>
                </a:cubicBezTo>
                <a:cubicBezTo>
                  <a:pt x="2895397" y="33597"/>
                  <a:pt x="2889975" y="34157"/>
                  <a:pt x="2886237" y="36430"/>
                </a:cubicBezTo>
                <a:cubicBezTo>
                  <a:pt x="2881510" y="39264"/>
                  <a:pt x="2876710" y="40003"/>
                  <a:pt x="2871836" y="40003"/>
                </a:cubicBezTo>
                <a:cubicBezTo>
                  <a:pt x="2869308" y="40003"/>
                  <a:pt x="2866743" y="39797"/>
                  <a:pt x="2864178" y="39589"/>
                </a:cubicBezTo>
                <a:cubicBezTo>
                  <a:pt x="2861576" y="39383"/>
                  <a:pt x="2859048" y="39176"/>
                  <a:pt x="2856483" y="39176"/>
                </a:cubicBezTo>
                <a:cubicBezTo>
                  <a:pt x="2855530" y="39176"/>
                  <a:pt x="2854614" y="39206"/>
                  <a:pt x="2853698" y="39264"/>
                </a:cubicBezTo>
                <a:cubicBezTo>
                  <a:pt x="2844867" y="30733"/>
                  <a:pt x="2832665" y="34275"/>
                  <a:pt x="2822074" y="32121"/>
                </a:cubicBezTo>
                <a:cubicBezTo>
                  <a:pt x="2819766" y="31648"/>
                  <a:pt x="2817201" y="28548"/>
                  <a:pt x="2814929" y="28548"/>
                </a:cubicBezTo>
                <a:cubicBezTo>
                  <a:pt x="2813719" y="28548"/>
                  <a:pt x="2812584" y="29464"/>
                  <a:pt x="2811595" y="32150"/>
                </a:cubicBezTo>
                <a:cubicBezTo>
                  <a:pt x="2810751" y="34453"/>
                  <a:pt x="2813244" y="38319"/>
                  <a:pt x="2815296" y="40711"/>
                </a:cubicBezTo>
                <a:cubicBezTo>
                  <a:pt x="2817568" y="43309"/>
                  <a:pt x="2818007" y="45229"/>
                  <a:pt x="2814526" y="45494"/>
                </a:cubicBezTo>
                <a:cubicBezTo>
                  <a:pt x="2808846" y="45937"/>
                  <a:pt x="2802983" y="46793"/>
                  <a:pt x="2797304" y="46793"/>
                </a:cubicBezTo>
                <a:cubicBezTo>
                  <a:pt x="2794446" y="46793"/>
                  <a:pt x="2791624" y="46586"/>
                  <a:pt x="2788912" y="45966"/>
                </a:cubicBezTo>
                <a:cubicBezTo>
                  <a:pt x="2784332" y="44933"/>
                  <a:pt x="2780228" y="43988"/>
                  <a:pt x="2776014" y="43988"/>
                </a:cubicBezTo>
                <a:cubicBezTo>
                  <a:pt x="2772826" y="43988"/>
                  <a:pt x="2769602" y="44550"/>
                  <a:pt x="2766083" y="46025"/>
                </a:cubicBezTo>
                <a:cubicBezTo>
                  <a:pt x="2765497" y="46261"/>
                  <a:pt x="2764947" y="46379"/>
                  <a:pt x="2764361" y="46379"/>
                </a:cubicBezTo>
                <a:cubicBezTo>
                  <a:pt x="2762602" y="46379"/>
                  <a:pt x="2760880" y="45406"/>
                  <a:pt x="2759011" y="44461"/>
                </a:cubicBezTo>
                <a:cubicBezTo>
                  <a:pt x="2757142" y="43486"/>
                  <a:pt x="2755164" y="42541"/>
                  <a:pt x="2752929" y="42541"/>
                </a:cubicBezTo>
                <a:cubicBezTo>
                  <a:pt x="2751170" y="42541"/>
                  <a:pt x="2749228" y="43131"/>
                  <a:pt x="2747102" y="44815"/>
                </a:cubicBezTo>
                <a:cubicBezTo>
                  <a:pt x="2745270" y="46232"/>
                  <a:pt x="2743108" y="46823"/>
                  <a:pt x="2740763" y="46823"/>
                </a:cubicBezTo>
                <a:cubicBezTo>
                  <a:pt x="2736146" y="46823"/>
                  <a:pt x="2730943" y="44579"/>
                  <a:pt x="2726472" y="42010"/>
                </a:cubicBezTo>
                <a:cubicBezTo>
                  <a:pt x="2725263" y="41331"/>
                  <a:pt x="2723394" y="40977"/>
                  <a:pt x="2721452" y="40977"/>
                </a:cubicBezTo>
                <a:cubicBezTo>
                  <a:pt x="2719510" y="40977"/>
                  <a:pt x="2717568" y="41331"/>
                  <a:pt x="2716432" y="42099"/>
                </a:cubicBezTo>
                <a:cubicBezTo>
                  <a:pt x="2709763" y="46557"/>
                  <a:pt x="2702434" y="45729"/>
                  <a:pt x="2695105" y="46320"/>
                </a:cubicBezTo>
                <a:cubicBezTo>
                  <a:pt x="2693456" y="46468"/>
                  <a:pt x="2691880" y="46528"/>
                  <a:pt x="2690378" y="46528"/>
                </a:cubicBezTo>
                <a:cubicBezTo>
                  <a:pt x="2678762" y="46528"/>
                  <a:pt x="2670408" y="42364"/>
                  <a:pt x="2667440" y="30320"/>
                </a:cubicBezTo>
                <a:lnTo>
                  <a:pt x="2665204" y="27662"/>
                </a:lnTo>
                <a:cubicBezTo>
                  <a:pt x="2663995" y="29345"/>
                  <a:pt x="2661723" y="31117"/>
                  <a:pt x="2661833" y="32741"/>
                </a:cubicBezTo>
                <a:cubicBezTo>
                  <a:pt x="2662126" y="37021"/>
                  <a:pt x="2663299" y="41242"/>
                  <a:pt x="2664435" y="45435"/>
                </a:cubicBezTo>
                <a:cubicBezTo>
                  <a:pt x="2664948" y="47324"/>
                  <a:pt x="2667586" y="49981"/>
                  <a:pt x="2666963" y="50690"/>
                </a:cubicBezTo>
                <a:cubicBezTo>
                  <a:pt x="2665644" y="52195"/>
                  <a:pt x="2664142" y="52726"/>
                  <a:pt x="2662383" y="52726"/>
                </a:cubicBezTo>
                <a:cubicBezTo>
                  <a:pt x="2660624" y="52726"/>
                  <a:pt x="2658718" y="52166"/>
                  <a:pt x="2656923" y="51515"/>
                </a:cubicBezTo>
                <a:cubicBezTo>
                  <a:pt x="2652453" y="49951"/>
                  <a:pt x="2648092" y="47294"/>
                  <a:pt x="2643512" y="46940"/>
                </a:cubicBezTo>
                <a:cubicBezTo>
                  <a:pt x="2629074" y="45818"/>
                  <a:pt x="2614527" y="47885"/>
                  <a:pt x="2600675" y="40534"/>
                </a:cubicBezTo>
                <a:cubicBezTo>
                  <a:pt x="2598697" y="39472"/>
                  <a:pt x="2596205" y="39147"/>
                  <a:pt x="2593493" y="39147"/>
                </a:cubicBezTo>
                <a:cubicBezTo>
                  <a:pt x="2589023" y="39147"/>
                  <a:pt x="2583893" y="40092"/>
                  <a:pt x="2579312" y="40209"/>
                </a:cubicBezTo>
                <a:cubicBezTo>
                  <a:pt x="2578836" y="43634"/>
                  <a:pt x="2576527" y="46173"/>
                  <a:pt x="2572936" y="46349"/>
                </a:cubicBezTo>
                <a:cubicBezTo>
                  <a:pt x="2568979" y="46557"/>
                  <a:pt x="2565021" y="46586"/>
                  <a:pt x="2561027" y="46586"/>
                </a:cubicBezTo>
                <a:cubicBezTo>
                  <a:pt x="2559709" y="46586"/>
                  <a:pt x="2558352" y="46586"/>
                  <a:pt x="2556996" y="46586"/>
                </a:cubicBezTo>
                <a:cubicBezTo>
                  <a:pt x="2555604" y="46586"/>
                  <a:pt x="2554248" y="46586"/>
                  <a:pt x="2552856" y="46586"/>
                </a:cubicBezTo>
                <a:cubicBezTo>
                  <a:pt x="2549595" y="46586"/>
                  <a:pt x="2546370" y="46616"/>
                  <a:pt x="2543109" y="46733"/>
                </a:cubicBezTo>
                <a:lnTo>
                  <a:pt x="2528673" y="48658"/>
                </a:lnTo>
                <a:lnTo>
                  <a:pt x="2528269" y="48535"/>
                </a:lnTo>
                <a:lnTo>
                  <a:pt x="2521563" y="47442"/>
                </a:lnTo>
                <a:lnTo>
                  <a:pt x="2514972" y="50485"/>
                </a:lnTo>
                <a:lnTo>
                  <a:pt x="2507235" y="51515"/>
                </a:lnTo>
                <a:lnTo>
                  <a:pt x="2506706" y="51612"/>
                </a:lnTo>
                <a:lnTo>
                  <a:pt x="2495436" y="49331"/>
                </a:lnTo>
                <a:lnTo>
                  <a:pt x="2486038" y="52130"/>
                </a:lnTo>
                <a:lnTo>
                  <a:pt x="2468613" y="46911"/>
                </a:lnTo>
                <a:cubicBezTo>
                  <a:pt x="2465316" y="44785"/>
                  <a:pt x="2460771" y="41745"/>
                  <a:pt x="2455861" y="41745"/>
                </a:cubicBezTo>
                <a:cubicBezTo>
                  <a:pt x="2452783" y="41745"/>
                  <a:pt x="2449522" y="42955"/>
                  <a:pt x="2446297" y="46349"/>
                </a:cubicBezTo>
                <a:cubicBezTo>
                  <a:pt x="2445638" y="47028"/>
                  <a:pt x="2444025" y="47353"/>
                  <a:pt x="2442083" y="47353"/>
                </a:cubicBezTo>
                <a:cubicBezTo>
                  <a:pt x="2438712" y="47353"/>
                  <a:pt x="2434424" y="46439"/>
                  <a:pt x="2432556" y="44933"/>
                </a:cubicBezTo>
                <a:cubicBezTo>
                  <a:pt x="2428672" y="41833"/>
                  <a:pt x="2425411" y="40622"/>
                  <a:pt x="2422442" y="40622"/>
                </a:cubicBezTo>
                <a:cubicBezTo>
                  <a:pt x="2416983" y="40622"/>
                  <a:pt x="2412659" y="44815"/>
                  <a:pt x="2407895" y="49095"/>
                </a:cubicBezTo>
                <a:lnTo>
                  <a:pt x="2403878" y="51229"/>
                </a:lnTo>
                <a:lnTo>
                  <a:pt x="2402242" y="50247"/>
                </a:lnTo>
                <a:lnTo>
                  <a:pt x="2399101" y="45641"/>
                </a:lnTo>
                <a:cubicBezTo>
                  <a:pt x="2398808" y="43870"/>
                  <a:pt x="2396316" y="40888"/>
                  <a:pt x="2395070" y="40888"/>
                </a:cubicBezTo>
                <a:cubicBezTo>
                  <a:pt x="2395033" y="40888"/>
                  <a:pt x="2394997" y="40888"/>
                  <a:pt x="2394997" y="40888"/>
                </a:cubicBezTo>
                <a:cubicBezTo>
                  <a:pt x="2393934" y="41007"/>
                  <a:pt x="2392908" y="41066"/>
                  <a:pt x="2391919" y="41066"/>
                </a:cubicBezTo>
                <a:cubicBezTo>
                  <a:pt x="2382172" y="41066"/>
                  <a:pt x="2377444" y="35220"/>
                  <a:pt x="2372901" y="27603"/>
                </a:cubicBezTo>
                <a:cubicBezTo>
                  <a:pt x="2371032" y="24503"/>
                  <a:pt x="2364509" y="23559"/>
                  <a:pt x="2360002" y="21846"/>
                </a:cubicBezTo>
                <a:cubicBezTo>
                  <a:pt x="2356411" y="20459"/>
                  <a:pt x="2353076" y="19633"/>
                  <a:pt x="2349815" y="19633"/>
                </a:cubicBezTo>
                <a:cubicBezTo>
                  <a:pt x="2345345" y="19633"/>
                  <a:pt x="2341058" y="21198"/>
                  <a:pt x="2336697" y="25212"/>
                </a:cubicBezTo>
                <a:cubicBezTo>
                  <a:pt x="2332739" y="28844"/>
                  <a:pt x="2330395" y="30703"/>
                  <a:pt x="2328159" y="30703"/>
                </a:cubicBezTo>
                <a:cubicBezTo>
                  <a:pt x="2325448" y="30703"/>
                  <a:pt x="2322882" y="28046"/>
                  <a:pt x="2317789" y="22584"/>
                </a:cubicBezTo>
                <a:lnTo>
                  <a:pt x="2316910" y="19780"/>
                </a:lnTo>
                <a:cubicBezTo>
                  <a:pt x="2310643" y="17093"/>
                  <a:pt x="2304305" y="14495"/>
                  <a:pt x="2298075" y="11691"/>
                </a:cubicBezTo>
                <a:cubicBezTo>
                  <a:pt x="2291699" y="8798"/>
                  <a:pt x="2287705" y="7085"/>
                  <a:pt x="2285140" y="7085"/>
                </a:cubicBezTo>
                <a:cubicBezTo>
                  <a:pt x="2281182" y="7085"/>
                  <a:pt x="2280559" y="11190"/>
                  <a:pt x="2279716" y="21285"/>
                </a:cubicBezTo>
                <a:cubicBezTo>
                  <a:pt x="2279533" y="23500"/>
                  <a:pt x="2279716" y="25773"/>
                  <a:pt x="2279350" y="27958"/>
                </a:cubicBezTo>
                <a:lnTo>
                  <a:pt x="2277408" y="30585"/>
                </a:lnTo>
                <a:cubicBezTo>
                  <a:pt x="2275429" y="30290"/>
                  <a:pt x="2273158" y="29818"/>
                  <a:pt x="2271691" y="28666"/>
                </a:cubicBezTo>
                <a:cubicBezTo>
                  <a:pt x="2267881" y="25744"/>
                  <a:pt x="2265646" y="22083"/>
                  <a:pt x="2264729" y="17359"/>
                </a:cubicBezTo>
                <a:cubicBezTo>
                  <a:pt x="2263704" y="12104"/>
                  <a:pt x="2267735" y="4990"/>
                  <a:pt x="2261248" y="2007"/>
                </a:cubicBezTo>
                <a:cubicBezTo>
                  <a:pt x="2257694" y="383"/>
                  <a:pt x="2253260" y="0"/>
                  <a:pt x="2248827" y="0"/>
                </a:cubicBezTo>
                <a:lnTo>
                  <a:pt x="2249229" y="266"/>
                </a:lnTo>
                <a:cubicBezTo>
                  <a:pt x="2247397" y="266"/>
                  <a:pt x="2245565" y="325"/>
                  <a:pt x="2243806" y="383"/>
                </a:cubicBezTo>
                <a:cubicBezTo>
                  <a:pt x="2242524" y="473"/>
                  <a:pt x="2241205" y="473"/>
                  <a:pt x="2239922" y="473"/>
                </a:cubicBezTo>
                <a:cubicBezTo>
                  <a:pt x="2238346" y="473"/>
                  <a:pt x="2236771" y="414"/>
                  <a:pt x="2235195" y="414"/>
                </a:cubicBezTo>
                <a:cubicBezTo>
                  <a:pt x="2233619" y="354"/>
                  <a:pt x="2232007" y="354"/>
                  <a:pt x="2230431" y="354"/>
                </a:cubicBezTo>
                <a:cubicBezTo>
                  <a:pt x="2222883" y="354"/>
                  <a:pt x="2215370" y="974"/>
                  <a:pt x="2207896" y="5255"/>
                </a:cubicBezTo>
                <a:cubicBezTo>
                  <a:pt x="2205294" y="6731"/>
                  <a:pt x="2201886" y="7174"/>
                  <a:pt x="2198222" y="7174"/>
                </a:cubicBezTo>
                <a:cubicBezTo>
                  <a:pt x="2193092" y="7174"/>
                  <a:pt x="2187412" y="6318"/>
                  <a:pt x="2182392" y="6318"/>
                </a:cubicBezTo>
                <a:lnTo>
                  <a:pt x="2181366" y="6318"/>
                </a:lnTo>
                <a:cubicBezTo>
                  <a:pt x="2173707" y="6318"/>
                  <a:pt x="2173780" y="6760"/>
                  <a:pt x="2175063" y="18717"/>
                </a:cubicBezTo>
                <a:cubicBezTo>
                  <a:pt x="2175466" y="22467"/>
                  <a:pt x="2173158" y="24857"/>
                  <a:pt x="2169603" y="26245"/>
                </a:cubicBezTo>
                <a:lnTo>
                  <a:pt x="2165939" y="26570"/>
                </a:lnTo>
                <a:cubicBezTo>
                  <a:pt x="2165059" y="26866"/>
                  <a:pt x="2164217" y="27013"/>
                  <a:pt x="2163411" y="27013"/>
                </a:cubicBezTo>
                <a:cubicBezTo>
                  <a:pt x="2160919" y="27013"/>
                  <a:pt x="2158647" y="25773"/>
                  <a:pt x="2156449" y="24563"/>
                </a:cubicBezTo>
                <a:cubicBezTo>
                  <a:pt x="2154213" y="23353"/>
                  <a:pt x="2152088" y="22112"/>
                  <a:pt x="2149816" y="22112"/>
                </a:cubicBezTo>
                <a:cubicBezTo>
                  <a:pt x="2148680" y="22112"/>
                  <a:pt x="2147507" y="22408"/>
                  <a:pt x="2146298" y="23205"/>
                </a:cubicBezTo>
                <a:cubicBezTo>
                  <a:pt x="2141901" y="26068"/>
                  <a:pt x="2137394" y="26393"/>
                  <a:pt x="2132850" y="26393"/>
                </a:cubicBezTo>
                <a:cubicBezTo>
                  <a:pt x="2132154" y="26393"/>
                  <a:pt x="2131494" y="26393"/>
                  <a:pt x="2130798" y="26393"/>
                </a:cubicBezTo>
                <a:cubicBezTo>
                  <a:pt x="2130138" y="26393"/>
                  <a:pt x="2129442" y="26393"/>
                  <a:pt x="2128746" y="26393"/>
                </a:cubicBezTo>
                <a:cubicBezTo>
                  <a:pt x="2127500" y="26393"/>
                  <a:pt x="2126217" y="26422"/>
                  <a:pt x="2124935" y="26511"/>
                </a:cubicBezTo>
                <a:cubicBezTo>
                  <a:pt x="2118743" y="26984"/>
                  <a:pt x="2112513" y="26924"/>
                  <a:pt x="2106320" y="26984"/>
                </a:cubicBezTo>
                <a:cubicBezTo>
                  <a:pt x="2105954" y="26984"/>
                  <a:pt x="2105625" y="26984"/>
                  <a:pt x="2105258" y="26984"/>
                </a:cubicBezTo>
                <a:cubicBezTo>
                  <a:pt x="2103132" y="26984"/>
                  <a:pt x="2100971" y="26954"/>
                  <a:pt x="2098845" y="26895"/>
                </a:cubicBezTo>
                <a:cubicBezTo>
                  <a:pt x="2096684" y="26866"/>
                  <a:pt x="2094521" y="26806"/>
                  <a:pt x="2092359" y="26806"/>
                </a:cubicBezTo>
                <a:cubicBezTo>
                  <a:pt x="2089575" y="26806"/>
                  <a:pt x="2086790" y="26866"/>
                  <a:pt x="2084041" y="27161"/>
                </a:cubicBezTo>
                <a:cubicBezTo>
                  <a:pt x="2079387" y="27632"/>
                  <a:pt x="2080523" y="30703"/>
                  <a:pt x="2082172" y="34009"/>
                </a:cubicBezTo>
                <a:cubicBezTo>
                  <a:pt x="2082832" y="35338"/>
                  <a:pt x="2083565" y="35692"/>
                  <a:pt x="2084188" y="35692"/>
                </a:cubicBezTo>
                <a:cubicBezTo>
                  <a:pt x="2084518" y="35692"/>
                  <a:pt x="2084811" y="35604"/>
                  <a:pt x="2085031" y="35485"/>
                </a:cubicBezTo>
                <a:cubicBezTo>
                  <a:pt x="2085251" y="35367"/>
                  <a:pt x="2085397" y="35279"/>
                  <a:pt x="2085397" y="35279"/>
                </a:cubicBezTo>
                <a:cubicBezTo>
                  <a:pt x="2085434" y="35279"/>
                  <a:pt x="2085140" y="35604"/>
                  <a:pt x="2084298" y="36785"/>
                </a:cubicBezTo>
                <a:cubicBezTo>
                  <a:pt x="2082722" y="38998"/>
                  <a:pt x="2078068" y="40209"/>
                  <a:pt x="2073672" y="40209"/>
                </a:cubicBezTo>
                <a:cubicBezTo>
                  <a:pt x="2069750" y="40209"/>
                  <a:pt x="2066049" y="39235"/>
                  <a:pt x="2064987" y="37109"/>
                </a:cubicBezTo>
                <a:cubicBezTo>
                  <a:pt x="2064071" y="35279"/>
                  <a:pt x="2067405" y="31708"/>
                  <a:pt x="2068798" y="28931"/>
                </a:cubicBezTo>
                <a:cubicBezTo>
                  <a:pt x="2060003" y="26777"/>
                  <a:pt x="2053041" y="20282"/>
                  <a:pt x="2043294" y="20282"/>
                </a:cubicBezTo>
                <a:cubicBezTo>
                  <a:pt x="2042744" y="20282"/>
                  <a:pt x="2042158" y="20312"/>
                  <a:pt x="2041572" y="20341"/>
                </a:cubicBezTo>
                <a:cubicBezTo>
                  <a:pt x="2034060" y="20901"/>
                  <a:pt x="2033840" y="23589"/>
                  <a:pt x="2037980" y="28076"/>
                </a:cubicBezTo>
                <a:cubicBezTo>
                  <a:pt x="2039996" y="30260"/>
                  <a:pt x="2039520" y="32062"/>
                  <a:pt x="2036039" y="32682"/>
                </a:cubicBezTo>
                <a:cubicBezTo>
                  <a:pt x="2033144" y="33212"/>
                  <a:pt x="2030102" y="33390"/>
                  <a:pt x="2027097" y="33390"/>
                </a:cubicBezTo>
                <a:cubicBezTo>
                  <a:pt x="2026401" y="33390"/>
                  <a:pt x="2025742" y="33390"/>
                  <a:pt x="2025046" y="33390"/>
                </a:cubicBezTo>
                <a:lnTo>
                  <a:pt x="2015637" y="33256"/>
                </a:lnTo>
                <a:lnTo>
                  <a:pt x="2013723" y="30320"/>
                </a:lnTo>
                <a:lnTo>
                  <a:pt x="2011487" y="27662"/>
                </a:lnTo>
                <a:cubicBezTo>
                  <a:pt x="2010278" y="29345"/>
                  <a:pt x="2008007" y="31117"/>
                  <a:pt x="2008117" y="32741"/>
                </a:cubicBezTo>
                <a:lnTo>
                  <a:pt x="2008200" y="33150"/>
                </a:lnTo>
                <a:lnTo>
                  <a:pt x="2006394" y="33124"/>
                </a:lnTo>
                <a:cubicBezTo>
                  <a:pt x="2004709" y="33124"/>
                  <a:pt x="2003499" y="33124"/>
                  <a:pt x="2003059" y="33183"/>
                </a:cubicBezTo>
                <a:cubicBezTo>
                  <a:pt x="2000715" y="33478"/>
                  <a:pt x="1998333" y="33508"/>
                  <a:pt x="1995988" y="33655"/>
                </a:cubicBezTo>
                <a:cubicBezTo>
                  <a:pt x="1994302" y="39147"/>
                  <a:pt x="1989685" y="42483"/>
                  <a:pt x="1984811" y="45641"/>
                </a:cubicBezTo>
                <a:cubicBezTo>
                  <a:pt x="1978875" y="40770"/>
                  <a:pt x="1972059" y="39855"/>
                  <a:pt x="1965024" y="39855"/>
                </a:cubicBezTo>
                <a:cubicBezTo>
                  <a:pt x="1962935" y="39855"/>
                  <a:pt x="1960846" y="39914"/>
                  <a:pt x="1958758" y="40003"/>
                </a:cubicBezTo>
                <a:cubicBezTo>
                  <a:pt x="1956669" y="40062"/>
                  <a:pt x="1954580" y="40151"/>
                  <a:pt x="1952492" y="40151"/>
                </a:cubicBezTo>
                <a:cubicBezTo>
                  <a:pt x="1946739" y="40151"/>
                  <a:pt x="1941096" y="39560"/>
                  <a:pt x="1935892" y="36726"/>
                </a:cubicBezTo>
                <a:cubicBezTo>
                  <a:pt x="1931165" y="34157"/>
                  <a:pt x="1926072" y="32770"/>
                  <a:pt x="1920942" y="32770"/>
                </a:cubicBezTo>
                <a:cubicBezTo>
                  <a:pt x="1915592" y="32770"/>
                  <a:pt x="1910132" y="34275"/>
                  <a:pt x="1904892" y="37494"/>
                </a:cubicBezTo>
                <a:cubicBezTo>
                  <a:pt x="1903317" y="38438"/>
                  <a:pt x="1900715" y="39678"/>
                  <a:pt x="1899249" y="39678"/>
                </a:cubicBezTo>
                <a:cubicBezTo>
                  <a:pt x="1898919" y="39678"/>
                  <a:pt x="1898662" y="39618"/>
                  <a:pt x="1898480" y="39501"/>
                </a:cubicBezTo>
                <a:cubicBezTo>
                  <a:pt x="1894852" y="37286"/>
                  <a:pt x="1891371" y="36400"/>
                  <a:pt x="1888036" y="36400"/>
                </a:cubicBezTo>
                <a:cubicBezTo>
                  <a:pt x="1881403" y="36400"/>
                  <a:pt x="1875394" y="39826"/>
                  <a:pt x="1869751" y="42984"/>
                </a:cubicBezTo>
                <a:cubicBezTo>
                  <a:pt x="1864474" y="45937"/>
                  <a:pt x="1859418" y="47236"/>
                  <a:pt x="1854252" y="47236"/>
                </a:cubicBezTo>
                <a:cubicBezTo>
                  <a:pt x="1849084" y="47236"/>
                  <a:pt x="1843991" y="45878"/>
                  <a:pt x="1838861" y="43545"/>
                </a:cubicBezTo>
                <a:cubicBezTo>
                  <a:pt x="1835930" y="42217"/>
                  <a:pt x="1833181" y="40386"/>
                  <a:pt x="1830287" y="40386"/>
                </a:cubicBezTo>
                <a:cubicBezTo>
                  <a:pt x="1828821" y="40386"/>
                  <a:pt x="1827355" y="40859"/>
                  <a:pt x="1825816" y="42099"/>
                </a:cubicBezTo>
                <a:cubicBezTo>
                  <a:pt x="1823654" y="43840"/>
                  <a:pt x="1821675" y="44726"/>
                  <a:pt x="1819843" y="44726"/>
                </a:cubicBezTo>
                <a:cubicBezTo>
                  <a:pt x="1817754" y="44726"/>
                  <a:pt x="1815849" y="43575"/>
                  <a:pt x="1814016" y="41242"/>
                </a:cubicBezTo>
                <a:cubicBezTo>
                  <a:pt x="1811159" y="37582"/>
                  <a:pt x="1808264" y="35722"/>
                  <a:pt x="1805149" y="35722"/>
                </a:cubicBezTo>
                <a:cubicBezTo>
                  <a:pt x="1802438" y="35722"/>
                  <a:pt x="1799579" y="37109"/>
                  <a:pt x="1796464" y="39943"/>
                </a:cubicBezTo>
                <a:cubicBezTo>
                  <a:pt x="1795768" y="40563"/>
                  <a:pt x="1794450" y="40740"/>
                  <a:pt x="1792984" y="40740"/>
                </a:cubicBezTo>
                <a:cubicBezTo>
                  <a:pt x="1791738" y="40740"/>
                  <a:pt x="1790382" y="40593"/>
                  <a:pt x="1789283" y="40534"/>
                </a:cubicBezTo>
                <a:cubicBezTo>
                  <a:pt x="1788770" y="40475"/>
                  <a:pt x="1788293" y="40475"/>
                  <a:pt x="1787854" y="40475"/>
                </a:cubicBezTo>
                <a:cubicBezTo>
                  <a:pt x="1783035" y="40475"/>
                  <a:pt x="1780810" y="42129"/>
                  <a:pt x="1779751" y="44534"/>
                </a:cubicBezTo>
                <a:lnTo>
                  <a:pt x="1779673" y="45145"/>
                </a:lnTo>
                <a:lnTo>
                  <a:pt x="1778839" y="44933"/>
                </a:lnTo>
                <a:cubicBezTo>
                  <a:pt x="1774955" y="41833"/>
                  <a:pt x="1771694" y="40622"/>
                  <a:pt x="1768726" y="40622"/>
                </a:cubicBezTo>
                <a:lnTo>
                  <a:pt x="1759097" y="46231"/>
                </a:lnTo>
                <a:lnTo>
                  <a:pt x="1755607" y="46823"/>
                </a:lnTo>
                <a:cubicBezTo>
                  <a:pt x="1753665" y="47473"/>
                  <a:pt x="1752017" y="48977"/>
                  <a:pt x="1750441" y="50305"/>
                </a:cubicBezTo>
                <a:lnTo>
                  <a:pt x="1750845" y="50865"/>
                </a:lnTo>
                <a:lnTo>
                  <a:pt x="1749452" y="51604"/>
                </a:lnTo>
                <a:cubicBezTo>
                  <a:pt x="1747290" y="51604"/>
                  <a:pt x="1746007" y="49302"/>
                  <a:pt x="1745384" y="45641"/>
                </a:cubicBezTo>
                <a:cubicBezTo>
                  <a:pt x="1745091" y="43870"/>
                  <a:pt x="1742599" y="40888"/>
                  <a:pt x="1741353" y="40888"/>
                </a:cubicBezTo>
                <a:cubicBezTo>
                  <a:pt x="1741317" y="40888"/>
                  <a:pt x="1741280" y="40888"/>
                  <a:pt x="1741280" y="40888"/>
                </a:cubicBezTo>
                <a:cubicBezTo>
                  <a:pt x="1740217" y="41007"/>
                  <a:pt x="1739191" y="41066"/>
                  <a:pt x="1738202" y="41066"/>
                </a:cubicBezTo>
                <a:cubicBezTo>
                  <a:pt x="1728455" y="41066"/>
                  <a:pt x="1723728" y="35220"/>
                  <a:pt x="1719184" y="27603"/>
                </a:cubicBezTo>
                <a:cubicBezTo>
                  <a:pt x="1717315" y="24503"/>
                  <a:pt x="1710793" y="23559"/>
                  <a:pt x="1706286" y="21846"/>
                </a:cubicBezTo>
                <a:cubicBezTo>
                  <a:pt x="1702695" y="20459"/>
                  <a:pt x="1699360" y="19633"/>
                  <a:pt x="1696098" y="19633"/>
                </a:cubicBezTo>
                <a:cubicBezTo>
                  <a:pt x="1691628" y="19633"/>
                  <a:pt x="1687341" y="21198"/>
                  <a:pt x="1682980" y="25212"/>
                </a:cubicBezTo>
                <a:cubicBezTo>
                  <a:pt x="1679022" y="28844"/>
                  <a:pt x="1676678" y="30703"/>
                  <a:pt x="1674443" y="30703"/>
                </a:cubicBezTo>
                <a:cubicBezTo>
                  <a:pt x="1671731" y="30703"/>
                  <a:pt x="1669166" y="28046"/>
                  <a:pt x="1664072" y="22584"/>
                </a:cubicBezTo>
                <a:lnTo>
                  <a:pt x="1663193" y="19780"/>
                </a:lnTo>
                <a:cubicBezTo>
                  <a:pt x="1656927" y="17093"/>
                  <a:pt x="1650588" y="14495"/>
                  <a:pt x="1644358" y="11691"/>
                </a:cubicBezTo>
                <a:cubicBezTo>
                  <a:pt x="1637982" y="8798"/>
                  <a:pt x="1633988" y="7085"/>
                  <a:pt x="1631423" y="7085"/>
                </a:cubicBezTo>
                <a:cubicBezTo>
                  <a:pt x="1627466" y="7085"/>
                  <a:pt x="1626843" y="11190"/>
                  <a:pt x="1626000" y="21285"/>
                </a:cubicBezTo>
                <a:cubicBezTo>
                  <a:pt x="1625817" y="23500"/>
                  <a:pt x="1626000" y="25773"/>
                  <a:pt x="1625634" y="27958"/>
                </a:cubicBezTo>
                <a:lnTo>
                  <a:pt x="1623691" y="30585"/>
                </a:lnTo>
                <a:cubicBezTo>
                  <a:pt x="1621712" y="30290"/>
                  <a:pt x="1619441" y="29818"/>
                  <a:pt x="1617975" y="28666"/>
                </a:cubicBezTo>
                <a:cubicBezTo>
                  <a:pt x="1614165" y="25744"/>
                  <a:pt x="1611929" y="22083"/>
                  <a:pt x="1611013" y="17359"/>
                </a:cubicBezTo>
                <a:cubicBezTo>
                  <a:pt x="1609987" y="12104"/>
                  <a:pt x="1614017" y="4990"/>
                  <a:pt x="1607532" y="2007"/>
                </a:cubicBezTo>
                <a:cubicBezTo>
                  <a:pt x="1603977" y="383"/>
                  <a:pt x="1599543" y="0"/>
                  <a:pt x="1595110" y="0"/>
                </a:cubicBezTo>
                <a:lnTo>
                  <a:pt x="1595513" y="266"/>
                </a:lnTo>
                <a:cubicBezTo>
                  <a:pt x="1593681" y="266"/>
                  <a:pt x="1591849" y="325"/>
                  <a:pt x="1590090" y="383"/>
                </a:cubicBezTo>
                <a:cubicBezTo>
                  <a:pt x="1588807" y="473"/>
                  <a:pt x="1587488" y="473"/>
                  <a:pt x="1586205" y="473"/>
                </a:cubicBezTo>
                <a:cubicBezTo>
                  <a:pt x="1584630" y="473"/>
                  <a:pt x="1583054" y="414"/>
                  <a:pt x="1581479" y="414"/>
                </a:cubicBezTo>
                <a:cubicBezTo>
                  <a:pt x="1579903" y="354"/>
                  <a:pt x="1578290" y="354"/>
                  <a:pt x="1576715" y="354"/>
                </a:cubicBezTo>
                <a:cubicBezTo>
                  <a:pt x="1569166" y="354"/>
                  <a:pt x="1561654" y="974"/>
                  <a:pt x="1554179" y="5255"/>
                </a:cubicBezTo>
                <a:cubicBezTo>
                  <a:pt x="1551577" y="6731"/>
                  <a:pt x="1548169" y="7174"/>
                  <a:pt x="1544505" y="7174"/>
                </a:cubicBezTo>
                <a:cubicBezTo>
                  <a:pt x="1539375" y="7174"/>
                  <a:pt x="1533695" y="6318"/>
                  <a:pt x="1528675" y="6318"/>
                </a:cubicBezTo>
                <a:lnTo>
                  <a:pt x="1527649" y="6318"/>
                </a:lnTo>
                <a:cubicBezTo>
                  <a:pt x="1519991" y="6318"/>
                  <a:pt x="1520064" y="6760"/>
                  <a:pt x="1521347" y="18717"/>
                </a:cubicBezTo>
                <a:cubicBezTo>
                  <a:pt x="1521750" y="22467"/>
                  <a:pt x="1519441" y="24857"/>
                  <a:pt x="1515887" y="26245"/>
                </a:cubicBezTo>
                <a:lnTo>
                  <a:pt x="1512222" y="26570"/>
                </a:lnTo>
                <a:cubicBezTo>
                  <a:pt x="1511343" y="26866"/>
                  <a:pt x="1510500" y="27013"/>
                  <a:pt x="1509694" y="27013"/>
                </a:cubicBezTo>
                <a:cubicBezTo>
                  <a:pt x="1507202" y="27013"/>
                  <a:pt x="1504930" y="25773"/>
                  <a:pt x="1502732" y="24563"/>
                </a:cubicBezTo>
                <a:cubicBezTo>
                  <a:pt x="1500497" y="23353"/>
                  <a:pt x="1498371" y="22112"/>
                  <a:pt x="1496099" y="22112"/>
                </a:cubicBezTo>
                <a:cubicBezTo>
                  <a:pt x="1494963" y="22112"/>
                  <a:pt x="1493791" y="22408"/>
                  <a:pt x="1492582" y="23205"/>
                </a:cubicBezTo>
                <a:cubicBezTo>
                  <a:pt x="1488184" y="26068"/>
                  <a:pt x="1483677" y="26393"/>
                  <a:pt x="1479134" y="26393"/>
                </a:cubicBezTo>
                <a:cubicBezTo>
                  <a:pt x="1478437" y="26393"/>
                  <a:pt x="1477778" y="26393"/>
                  <a:pt x="1477081" y="26393"/>
                </a:cubicBezTo>
                <a:cubicBezTo>
                  <a:pt x="1476422" y="26393"/>
                  <a:pt x="1475726" y="26393"/>
                  <a:pt x="1475029" y="26393"/>
                </a:cubicBezTo>
                <a:cubicBezTo>
                  <a:pt x="1473784" y="26393"/>
                  <a:pt x="1472501" y="26422"/>
                  <a:pt x="1471218" y="26511"/>
                </a:cubicBezTo>
                <a:cubicBezTo>
                  <a:pt x="1465026" y="26984"/>
                  <a:pt x="1458796" y="26924"/>
                  <a:pt x="1452604" y="26984"/>
                </a:cubicBezTo>
                <a:cubicBezTo>
                  <a:pt x="1452237" y="26984"/>
                  <a:pt x="1451908" y="26984"/>
                  <a:pt x="1451541" y="26984"/>
                </a:cubicBezTo>
                <a:cubicBezTo>
                  <a:pt x="1449416" y="26984"/>
                  <a:pt x="1447254" y="26954"/>
                  <a:pt x="1445128" y="26895"/>
                </a:cubicBezTo>
                <a:cubicBezTo>
                  <a:pt x="1442967" y="26866"/>
                  <a:pt x="1440804" y="26806"/>
                  <a:pt x="1438643" y="26806"/>
                </a:cubicBezTo>
                <a:cubicBezTo>
                  <a:pt x="1435858" y="26806"/>
                  <a:pt x="1433073" y="26866"/>
                  <a:pt x="1430324" y="27161"/>
                </a:cubicBezTo>
                <a:cubicBezTo>
                  <a:pt x="1425671" y="27632"/>
                  <a:pt x="1426807" y="30703"/>
                  <a:pt x="1428456" y="34009"/>
                </a:cubicBezTo>
                <a:cubicBezTo>
                  <a:pt x="1429115" y="35338"/>
                  <a:pt x="1429848" y="35692"/>
                  <a:pt x="1430471" y="35692"/>
                </a:cubicBezTo>
                <a:cubicBezTo>
                  <a:pt x="1430801" y="35692"/>
                  <a:pt x="1431094" y="35604"/>
                  <a:pt x="1431314" y="35485"/>
                </a:cubicBezTo>
                <a:cubicBezTo>
                  <a:pt x="1431534" y="35367"/>
                  <a:pt x="1431680" y="35279"/>
                  <a:pt x="1431680" y="35279"/>
                </a:cubicBezTo>
                <a:cubicBezTo>
                  <a:pt x="1431717" y="35279"/>
                  <a:pt x="1431424" y="35604"/>
                  <a:pt x="1430581" y="36785"/>
                </a:cubicBezTo>
                <a:cubicBezTo>
                  <a:pt x="1429006" y="38998"/>
                  <a:pt x="1424352" y="40209"/>
                  <a:pt x="1419955" y="40209"/>
                </a:cubicBezTo>
                <a:cubicBezTo>
                  <a:pt x="1416034" y="40209"/>
                  <a:pt x="1412333" y="39235"/>
                  <a:pt x="1411270" y="37109"/>
                </a:cubicBezTo>
                <a:cubicBezTo>
                  <a:pt x="1410354" y="35279"/>
                  <a:pt x="1413689" y="31708"/>
                  <a:pt x="1415081" y="28931"/>
                </a:cubicBezTo>
                <a:cubicBezTo>
                  <a:pt x="1406286" y="26777"/>
                  <a:pt x="1399324" y="20282"/>
                  <a:pt x="1389577" y="20282"/>
                </a:cubicBezTo>
                <a:cubicBezTo>
                  <a:pt x="1389028" y="20282"/>
                  <a:pt x="1388441" y="20312"/>
                  <a:pt x="1387855" y="20341"/>
                </a:cubicBezTo>
                <a:cubicBezTo>
                  <a:pt x="1380343" y="20901"/>
                  <a:pt x="1380123" y="23589"/>
                  <a:pt x="1384264" y="28076"/>
                </a:cubicBezTo>
                <a:cubicBezTo>
                  <a:pt x="1386280" y="30260"/>
                  <a:pt x="1385803" y="32062"/>
                  <a:pt x="1382322" y="32682"/>
                </a:cubicBezTo>
                <a:cubicBezTo>
                  <a:pt x="1379427" y="33212"/>
                  <a:pt x="1376385" y="33390"/>
                  <a:pt x="1373381" y="33390"/>
                </a:cubicBezTo>
                <a:cubicBezTo>
                  <a:pt x="1372685" y="33390"/>
                  <a:pt x="1372025" y="33390"/>
                  <a:pt x="1371329" y="33390"/>
                </a:cubicBezTo>
                <a:cubicBezTo>
                  <a:pt x="1369167" y="33361"/>
                  <a:pt x="1358357" y="33124"/>
                  <a:pt x="1352678" y="33124"/>
                </a:cubicBezTo>
                <a:cubicBezTo>
                  <a:pt x="1350992" y="33124"/>
                  <a:pt x="1349783" y="33124"/>
                  <a:pt x="1349343" y="33183"/>
                </a:cubicBezTo>
                <a:cubicBezTo>
                  <a:pt x="1346998" y="33478"/>
                  <a:pt x="1344616" y="33508"/>
                  <a:pt x="1342271" y="33655"/>
                </a:cubicBezTo>
                <a:cubicBezTo>
                  <a:pt x="1340585" y="39147"/>
                  <a:pt x="1335968" y="42483"/>
                  <a:pt x="1331095" y="45641"/>
                </a:cubicBezTo>
                <a:cubicBezTo>
                  <a:pt x="1325159" y="40770"/>
                  <a:pt x="1318342" y="39855"/>
                  <a:pt x="1311307" y="39855"/>
                </a:cubicBezTo>
                <a:cubicBezTo>
                  <a:pt x="1309219" y="39855"/>
                  <a:pt x="1307130" y="39914"/>
                  <a:pt x="1305041" y="40003"/>
                </a:cubicBezTo>
                <a:cubicBezTo>
                  <a:pt x="1302952" y="40062"/>
                  <a:pt x="1300863" y="40151"/>
                  <a:pt x="1298775" y="40151"/>
                </a:cubicBezTo>
                <a:cubicBezTo>
                  <a:pt x="1293023" y="40151"/>
                  <a:pt x="1287379" y="39560"/>
                  <a:pt x="1282176" y="36726"/>
                </a:cubicBezTo>
                <a:cubicBezTo>
                  <a:pt x="1277449" y="34157"/>
                  <a:pt x="1272356" y="32770"/>
                  <a:pt x="1267225" y="32770"/>
                </a:cubicBezTo>
                <a:cubicBezTo>
                  <a:pt x="1261875" y="32770"/>
                  <a:pt x="1256415" y="34275"/>
                  <a:pt x="1251176" y="37494"/>
                </a:cubicBezTo>
                <a:cubicBezTo>
                  <a:pt x="1249600" y="38438"/>
                  <a:pt x="1246998" y="39678"/>
                  <a:pt x="1245532" y="39678"/>
                </a:cubicBezTo>
                <a:cubicBezTo>
                  <a:pt x="1245202" y="39678"/>
                  <a:pt x="1244946" y="39618"/>
                  <a:pt x="1244763" y="39501"/>
                </a:cubicBezTo>
                <a:cubicBezTo>
                  <a:pt x="1241135" y="37286"/>
                  <a:pt x="1237654" y="36400"/>
                  <a:pt x="1234320" y="36400"/>
                </a:cubicBezTo>
                <a:cubicBezTo>
                  <a:pt x="1227687" y="36400"/>
                  <a:pt x="1221678" y="39826"/>
                  <a:pt x="1216034" y="42984"/>
                </a:cubicBezTo>
                <a:cubicBezTo>
                  <a:pt x="1210758" y="45937"/>
                  <a:pt x="1205701" y="47236"/>
                  <a:pt x="1200535" y="47236"/>
                </a:cubicBezTo>
                <a:cubicBezTo>
                  <a:pt x="1195368" y="47236"/>
                  <a:pt x="1190274" y="45878"/>
                  <a:pt x="1185144" y="43545"/>
                </a:cubicBezTo>
                <a:cubicBezTo>
                  <a:pt x="1182213" y="42217"/>
                  <a:pt x="1179465" y="40386"/>
                  <a:pt x="1176570" y="40386"/>
                </a:cubicBezTo>
                <a:cubicBezTo>
                  <a:pt x="1175104" y="40386"/>
                  <a:pt x="1173638" y="40859"/>
                  <a:pt x="1172100" y="42099"/>
                </a:cubicBezTo>
                <a:cubicBezTo>
                  <a:pt x="1169937" y="43840"/>
                  <a:pt x="1167959" y="44726"/>
                  <a:pt x="1166127" y="44726"/>
                </a:cubicBezTo>
                <a:cubicBezTo>
                  <a:pt x="1164037" y="44726"/>
                  <a:pt x="1162132" y="43575"/>
                  <a:pt x="1160300" y="41242"/>
                </a:cubicBezTo>
                <a:cubicBezTo>
                  <a:pt x="1157442" y="37582"/>
                  <a:pt x="1154547" y="35722"/>
                  <a:pt x="1151432" y="35722"/>
                </a:cubicBezTo>
                <a:cubicBezTo>
                  <a:pt x="1148721" y="35722"/>
                  <a:pt x="1145862" y="37109"/>
                  <a:pt x="1142747" y="39943"/>
                </a:cubicBezTo>
                <a:cubicBezTo>
                  <a:pt x="1142052" y="40563"/>
                  <a:pt x="1140733" y="40740"/>
                  <a:pt x="1139267" y="40740"/>
                </a:cubicBezTo>
                <a:cubicBezTo>
                  <a:pt x="1138021" y="40740"/>
                  <a:pt x="1136665" y="40593"/>
                  <a:pt x="1135566" y="40534"/>
                </a:cubicBezTo>
                <a:cubicBezTo>
                  <a:pt x="1135053" y="40475"/>
                  <a:pt x="1134576" y="40475"/>
                  <a:pt x="1134137" y="40475"/>
                </a:cubicBezTo>
                <a:cubicBezTo>
                  <a:pt x="1124500" y="40475"/>
                  <a:pt x="1125233" y="47088"/>
                  <a:pt x="1124940" y="53110"/>
                </a:cubicBezTo>
                <a:cubicBezTo>
                  <a:pt x="1118197" y="52048"/>
                  <a:pt x="1113103" y="46114"/>
                  <a:pt x="1106068" y="46114"/>
                </a:cubicBezTo>
                <a:cubicBezTo>
                  <a:pt x="1104749" y="46114"/>
                  <a:pt x="1103356" y="46349"/>
                  <a:pt x="1101890" y="46823"/>
                </a:cubicBezTo>
                <a:cubicBezTo>
                  <a:pt x="1099949" y="47473"/>
                  <a:pt x="1098299" y="48977"/>
                  <a:pt x="1096724" y="50305"/>
                </a:cubicBezTo>
                <a:lnTo>
                  <a:pt x="1098666" y="52993"/>
                </a:lnTo>
                <a:cubicBezTo>
                  <a:pt x="1101378" y="55266"/>
                  <a:pt x="1104199" y="59133"/>
                  <a:pt x="1107094" y="59222"/>
                </a:cubicBezTo>
                <a:cubicBezTo>
                  <a:pt x="1117611" y="59576"/>
                  <a:pt x="1116878" y="68019"/>
                  <a:pt x="1120799" y="73008"/>
                </a:cubicBezTo>
                <a:cubicBezTo>
                  <a:pt x="1121972" y="74514"/>
                  <a:pt x="1122155" y="76609"/>
                  <a:pt x="1122814" y="78411"/>
                </a:cubicBezTo>
                <a:cubicBezTo>
                  <a:pt x="1120982" y="78795"/>
                  <a:pt x="1118526" y="79917"/>
                  <a:pt x="1117024" y="79917"/>
                </a:cubicBezTo>
                <a:cubicBezTo>
                  <a:pt x="1116694" y="79917"/>
                  <a:pt x="1116364" y="79857"/>
                  <a:pt x="1116144" y="79709"/>
                </a:cubicBezTo>
                <a:cubicBezTo>
                  <a:pt x="1108010" y="73983"/>
                  <a:pt x="1098740" y="73687"/>
                  <a:pt x="1089469" y="73687"/>
                </a:cubicBezTo>
                <a:lnTo>
                  <a:pt x="1087856" y="73687"/>
                </a:lnTo>
                <a:cubicBezTo>
                  <a:pt x="1087270" y="73687"/>
                  <a:pt x="1086646" y="73687"/>
                  <a:pt x="1086061" y="73687"/>
                </a:cubicBezTo>
                <a:cubicBezTo>
                  <a:pt x="1084302" y="73687"/>
                  <a:pt x="1082543" y="73658"/>
                  <a:pt x="1080784" y="73598"/>
                </a:cubicBezTo>
                <a:cubicBezTo>
                  <a:pt x="1067775" y="73156"/>
                  <a:pt x="1057039" y="68699"/>
                  <a:pt x="1047989" y="60815"/>
                </a:cubicBezTo>
                <a:cubicBezTo>
                  <a:pt x="1045644" y="58749"/>
                  <a:pt x="1043811" y="55207"/>
                  <a:pt x="1043701" y="52284"/>
                </a:cubicBezTo>
                <a:cubicBezTo>
                  <a:pt x="1043554" y="48681"/>
                  <a:pt x="1047036" y="47147"/>
                  <a:pt x="1051213" y="46940"/>
                </a:cubicBezTo>
                <a:cubicBezTo>
                  <a:pt x="1057295" y="46645"/>
                  <a:pt x="1063451" y="46143"/>
                  <a:pt x="1069461" y="45258"/>
                </a:cubicBezTo>
                <a:cubicBezTo>
                  <a:pt x="1072430" y="44815"/>
                  <a:pt x="1073456" y="42423"/>
                  <a:pt x="1072246" y="39885"/>
                </a:cubicBezTo>
                <a:cubicBezTo>
                  <a:pt x="1071330" y="38024"/>
                  <a:pt x="1070304" y="35131"/>
                  <a:pt x="1068765" y="34807"/>
                </a:cubicBezTo>
                <a:cubicBezTo>
                  <a:pt x="1064441" y="33862"/>
                  <a:pt x="1060190" y="33420"/>
                  <a:pt x="1056013" y="33420"/>
                </a:cubicBezTo>
                <a:cubicBezTo>
                  <a:pt x="1044507" y="33420"/>
                  <a:pt x="1033587" y="36755"/>
                  <a:pt x="1023035" y="41833"/>
                </a:cubicBezTo>
                <a:cubicBezTo>
                  <a:pt x="1020799" y="42895"/>
                  <a:pt x="1019847" y="49037"/>
                  <a:pt x="1021971" y="50483"/>
                </a:cubicBezTo>
                <a:cubicBezTo>
                  <a:pt x="1023841" y="51783"/>
                  <a:pt x="1026368" y="52284"/>
                  <a:pt x="1028457" y="53347"/>
                </a:cubicBezTo>
                <a:cubicBezTo>
                  <a:pt x="1033221" y="55768"/>
                  <a:pt x="1036886" y="61672"/>
                  <a:pt x="1034504" y="63147"/>
                </a:cubicBezTo>
                <a:cubicBezTo>
                  <a:pt x="1031938" y="64683"/>
                  <a:pt x="1028421" y="66779"/>
                  <a:pt x="1025819" y="66779"/>
                </a:cubicBezTo>
                <a:cubicBezTo>
                  <a:pt x="1025453" y="66779"/>
                  <a:pt x="1025123" y="66750"/>
                  <a:pt x="1024792" y="66661"/>
                </a:cubicBezTo>
                <a:cubicBezTo>
                  <a:pt x="1010978" y="62942"/>
                  <a:pt x="996614" y="60166"/>
                  <a:pt x="989762" y="45849"/>
                </a:cubicBezTo>
                <a:cubicBezTo>
                  <a:pt x="987967" y="42158"/>
                  <a:pt x="986391" y="40268"/>
                  <a:pt x="984485" y="40268"/>
                </a:cubicBezTo>
                <a:cubicBezTo>
                  <a:pt x="982250" y="40268"/>
                  <a:pt x="979575" y="42807"/>
                  <a:pt x="975655" y="47973"/>
                </a:cubicBezTo>
                <a:cubicBezTo>
                  <a:pt x="973493" y="50807"/>
                  <a:pt x="971881" y="53288"/>
                  <a:pt x="967593" y="53464"/>
                </a:cubicBezTo>
                <a:cubicBezTo>
                  <a:pt x="966970" y="53494"/>
                  <a:pt x="966348" y="53494"/>
                  <a:pt x="965724" y="53494"/>
                </a:cubicBezTo>
                <a:cubicBezTo>
                  <a:pt x="965467" y="53494"/>
                  <a:pt x="965175" y="53494"/>
                  <a:pt x="964918" y="53494"/>
                </a:cubicBezTo>
                <a:lnTo>
                  <a:pt x="964111" y="53494"/>
                </a:lnTo>
                <a:cubicBezTo>
                  <a:pt x="960411" y="53494"/>
                  <a:pt x="956746" y="53671"/>
                  <a:pt x="953998" y="56801"/>
                </a:cubicBezTo>
                <a:cubicBezTo>
                  <a:pt x="958249" y="58779"/>
                  <a:pt x="962463" y="60757"/>
                  <a:pt x="966713" y="62676"/>
                </a:cubicBezTo>
                <a:cubicBezTo>
                  <a:pt x="971037" y="64594"/>
                  <a:pt x="975508" y="66276"/>
                  <a:pt x="979722" y="68403"/>
                </a:cubicBezTo>
                <a:cubicBezTo>
                  <a:pt x="982250" y="69673"/>
                  <a:pt x="981737" y="71739"/>
                  <a:pt x="978513" y="73097"/>
                </a:cubicBezTo>
                <a:cubicBezTo>
                  <a:pt x="973052" y="75370"/>
                  <a:pt x="967557" y="77820"/>
                  <a:pt x="961840" y="79474"/>
                </a:cubicBezTo>
                <a:cubicBezTo>
                  <a:pt x="961107" y="79680"/>
                  <a:pt x="960374" y="79769"/>
                  <a:pt x="959715" y="79769"/>
                </a:cubicBezTo>
                <a:cubicBezTo>
                  <a:pt x="956710" y="79769"/>
                  <a:pt x="954328" y="77820"/>
                  <a:pt x="953595" y="74897"/>
                </a:cubicBezTo>
                <a:cubicBezTo>
                  <a:pt x="952423" y="70056"/>
                  <a:pt x="949748" y="67015"/>
                  <a:pt x="946119" y="67015"/>
                </a:cubicBezTo>
                <a:cubicBezTo>
                  <a:pt x="944544" y="67015"/>
                  <a:pt x="942749" y="67606"/>
                  <a:pt x="940807" y="68904"/>
                </a:cubicBezTo>
                <a:cubicBezTo>
                  <a:pt x="927468" y="77850"/>
                  <a:pt x="912884" y="80654"/>
                  <a:pt x="897604" y="80654"/>
                </a:cubicBezTo>
                <a:cubicBezTo>
                  <a:pt x="893317" y="80654"/>
                  <a:pt x="888993" y="80419"/>
                  <a:pt x="884632" y="80063"/>
                </a:cubicBezTo>
                <a:cubicBezTo>
                  <a:pt x="881005" y="79769"/>
                  <a:pt x="878696" y="77200"/>
                  <a:pt x="878110" y="73775"/>
                </a:cubicBezTo>
                <a:cubicBezTo>
                  <a:pt x="873639" y="72861"/>
                  <a:pt x="869096" y="72064"/>
                  <a:pt x="864662" y="70912"/>
                </a:cubicBezTo>
                <a:cubicBezTo>
                  <a:pt x="861694" y="70115"/>
                  <a:pt x="857626" y="67488"/>
                  <a:pt x="855684" y="67488"/>
                </a:cubicBezTo>
                <a:cubicBezTo>
                  <a:pt x="855428" y="67488"/>
                  <a:pt x="855171" y="67546"/>
                  <a:pt x="854988" y="67665"/>
                </a:cubicBezTo>
                <a:cubicBezTo>
                  <a:pt x="845241" y="74396"/>
                  <a:pt x="833845" y="72122"/>
                  <a:pt x="823292" y="74131"/>
                </a:cubicBezTo>
                <a:cubicBezTo>
                  <a:pt x="818528" y="75045"/>
                  <a:pt x="814753" y="81510"/>
                  <a:pt x="811163" y="85880"/>
                </a:cubicBezTo>
                <a:cubicBezTo>
                  <a:pt x="807242" y="90604"/>
                  <a:pt x="802222" y="94116"/>
                  <a:pt x="797532" y="94116"/>
                </a:cubicBezTo>
                <a:cubicBezTo>
                  <a:pt x="796322" y="94116"/>
                  <a:pt x="795113" y="93881"/>
                  <a:pt x="793977" y="93379"/>
                </a:cubicBezTo>
                <a:cubicBezTo>
                  <a:pt x="789067" y="91224"/>
                  <a:pt x="784486" y="88064"/>
                  <a:pt x="779649" y="88064"/>
                </a:cubicBezTo>
                <a:cubicBezTo>
                  <a:pt x="776901" y="88064"/>
                  <a:pt x="774080" y="89068"/>
                  <a:pt x="771038" y="91814"/>
                </a:cubicBezTo>
                <a:cubicBezTo>
                  <a:pt x="765908" y="91814"/>
                  <a:pt x="760778" y="92345"/>
                  <a:pt x="755611" y="92877"/>
                </a:cubicBezTo>
                <a:cubicBezTo>
                  <a:pt x="750481" y="93408"/>
                  <a:pt x="745315" y="93939"/>
                  <a:pt x="740221" y="93939"/>
                </a:cubicBezTo>
                <a:cubicBezTo>
                  <a:pt x="732343" y="93939"/>
                  <a:pt x="724574" y="92670"/>
                  <a:pt x="717026" y="88153"/>
                </a:cubicBezTo>
                <a:lnTo>
                  <a:pt x="710063" y="88360"/>
                </a:lnTo>
                <a:cubicBezTo>
                  <a:pt x="707425" y="90662"/>
                  <a:pt x="705154" y="91549"/>
                  <a:pt x="703175" y="91549"/>
                </a:cubicBezTo>
                <a:cubicBezTo>
                  <a:pt x="698924" y="91549"/>
                  <a:pt x="695810" y="87504"/>
                  <a:pt x="692219" y="84758"/>
                </a:cubicBezTo>
                <a:cubicBezTo>
                  <a:pt x="690753" y="83606"/>
                  <a:pt x="689360" y="82515"/>
                  <a:pt x="687821" y="82515"/>
                </a:cubicBezTo>
                <a:cubicBezTo>
                  <a:pt x="686648" y="82515"/>
                  <a:pt x="685403" y="83164"/>
                  <a:pt x="683973" y="84935"/>
                </a:cubicBezTo>
                <a:cubicBezTo>
                  <a:pt x="678880" y="91341"/>
                  <a:pt x="676681" y="94028"/>
                  <a:pt x="673054" y="94028"/>
                </a:cubicBezTo>
                <a:cubicBezTo>
                  <a:pt x="670965" y="94028"/>
                  <a:pt x="668400" y="93143"/>
                  <a:pt x="664516" y="91519"/>
                </a:cubicBezTo>
                <a:cubicBezTo>
                  <a:pt x="661585" y="90279"/>
                  <a:pt x="659459" y="89540"/>
                  <a:pt x="657810" y="89540"/>
                </a:cubicBezTo>
                <a:cubicBezTo>
                  <a:pt x="655282" y="89540"/>
                  <a:pt x="653926" y="91312"/>
                  <a:pt x="652497" y="95829"/>
                </a:cubicBezTo>
                <a:cubicBezTo>
                  <a:pt x="651618" y="98604"/>
                  <a:pt x="649419" y="99932"/>
                  <a:pt x="646817" y="99932"/>
                </a:cubicBezTo>
                <a:cubicBezTo>
                  <a:pt x="644838" y="99932"/>
                  <a:pt x="642603" y="99134"/>
                  <a:pt x="640625" y="97659"/>
                </a:cubicBezTo>
                <a:cubicBezTo>
                  <a:pt x="637583" y="95415"/>
                  <a:pt x="634652" y="93969"/>
                  <a:pt x="631574" y="93969"/>
                </a:cubicBezTo>
                <a:cubicBezTo>
                  <a:pt x="629191" y="93969"/>
                  <a:pt x="626773" y="94824"/>
                  <a:pt x="624208" y="96802"/>
                </a:cubicBezTo>
                <a:lnTo>
                  <a:pt x="618492" y="98397"/>
                </a:lnTo>
                <a:cubicBezTo>
                  <a:pt x="611896" y="94559"/>
                  <a:pt x="605044" y="93527"/>
                  <a:pt x="598118" y="93527"/>
                </a:cubicBezTo>
                <a:cubicBezTo>
                  <a:pt x="590606" y="93527"/>
                  <a:pt x="583022" y="94766"/>
                  <a:pt x="575509" y="95032"/>
                </a:cubicBezTo>
                <a:lnTo>
                  <a:pt x="572541" y="97010"/>
                </a:lnTo>
                <a:lnTo>
                  <a:pt x="575106" y="99076"/>
                </a:lnTo>
                <a:cubicBezTo>
                  <a:pt x="584817" y="99784"/>
                  <a:pt x="594564" y="100228"/>
                  <a:pt x="604274" y="100907"/>
                </a:cubicBezTo>
                <a:lnTo>
                  <a:pt x="607096" y="103002"/>
                </a:lnTo>
                <a:lnTo>
                  <a:pt x="603139" y="106810"/>
                </a:lnTo>
                <a:cubicBezTo>
                  <a:pt x="589690" y="107077"/>
                  <a:pt x="576499" y="106427"/>
                  <a:pt x="564040" y="113335"/>
                </a:cubicBezTo>
                <a:cubicBezTo>
                  <a:pt x="562721" y="114044"/>
                  <a:pt x="561291" y="114369"/>
                  <a:pt x="559789" y="114369"/>
                </a:cubicBezTo>
                <a:cubicBezTo>
                  <a:pt x="555612" y="114369"/>
                  <a:pt x="550958" y="111888"/>
                  <a:pt x="547110" y="109144"/>
                </a:cubicBezTo>
                <a:cubicBezTo>
                  <a:pt x="545096" y="107697"/>
                  <a:pt x="543227" y="107106"/>
                  <a:pt x="541504" y="107106"/>
                </a:cubicBezTo>
                <a:cubicBezTo>
                  <a:pt x="537657" y="107106"/>
                  <a:pt x="534469" y="109969"/>
                  <a:pt x="531427" y="112804"/>
                </a:cubicBezTo>
                <a:cubicBezTo>
                  <a:pt x="528753" y="115284"/>
                  <a:pt x="528350" y="117409"/>
                  <a:pt x="530402" y="121070"/>
                </a:cubicBezTo>
                <a:cubicBezTo>
                  <a:pt x="535495" y="130193"/>
                  <a:pt x="540002" y="134768"/>
                  <a:pt x="547514" y="134768"/>
                </a:cubicBezTo>
                <a:cubicBezTo>
                  <a:pt x="551435" y="134768"/>
                  <a:pt x="556162" y="133528"/>
                  <a:pt x="562245" y="131049"/>
                </a:cubicBezTo>
                <a:cubicBezTo>
                  <a:pt x="570232" y="127772"/>
                  <a:pt x="577781" y="126945"/>
                  <a:pt x="585550" y="126945"/>
                </a:cubicBezTo>
                <a:cubicBezTo>
                  <a:pt x="587308" y="126945"/>
                  <a:pt x="589104" y="127004"/>
                  <a:pt x="590899" y="127062"/>
                </a:cubicBezTo>
                <a:cubicBezTo>
                  <a:pt x="595626" y="127240"/>
                  <a:pt x="599630" y="128466"/>
                  <a:pt x="602653" y="130768"/>
                </a:cubicBezTo>
                <a:lnTo>
                  <a:pt x="604061" y="133207"/>
                </a:lnTo>
                <a:lnTo>
                  <a:pt x="564890" y="135728"/>
                </a:lnTo>
                <a:cubicBezTo>
                  <a:pt x="452365" y="144170"/>
                  <a:pt x="369108" y="154516"/>
                  <a:pt x="334600" y="167195"/>
                </a:cubicBezTo>
                <a:cubicBezTo>
                  <a:pt x="331274" y="173565"/>
                  <a:pt x="328011" y="179934"/>
                  <a:pt x="333815" y="186331"/>
                </a:cubicBezTo>
                <a:cubicBezTo>
                  <a:pt x="322112" y="194367"/>
                  <a:pt x="302660" y="197565"/>
                  <a:pt x="289984" y="193990"/>
                </a:cubicBezTo>
                <a:cubicBezTo>
                  <a:pt x="290769" y="190711"/>
                  <a:pt x="291522" y="187459"/>
                  <a:pt x="292275" y="184342"/>
                </a:cubicBezTo>
                <a:cubicBezTo>
                  <a:pt x="282486" y="180337"/>
                  <a:pt x="278125" y="186250"/>
                  <a:pt x="272539" y="191517"/>
                </a:cubicBezTo>
                <a:lnTo>
                  <a:pt x="282580" y="209417"/>
                </a:lnTo>
                <a:lnTo>
                  <a:pt x="272320" y="221888"/>
                </a:lnTo>
                <a:lnTo>
                  <a:pt x="256225" y="199580"/>
                </a:lnTo>
                <a:lnTo>
                  <a:pt x="263442" y="198003"/>
                </a:lnTo>
                <a:lnTo>
                  <a:pt x="257370" y="188869"/>
                </a:lnTo>
                <a:lnTo>
                  <a:pt x="228645" y="206273"/>
                </a:lnTo>
                <a:lnTo>
                  <a:pt x="229398" y="218313"/>
                </a:lnTo>
                <a:lnTo>
                  <a:pt x="238842" y="212427"/>
                </a:lnTo>
                <a:cubicBezTo>
                  <a:pt x="260083" y="230649"/>
                  <a:pt x="264789" y="233955"/>
                  <a:pt x="264884" y="237288"/>
                </a:cubicBezTo>
                <a:cubicBezTo>
                  <a:pt x="265009" y="241682"/>
                  <a:pt x="266994" y="244316"/>
                  <a:pt x="269593" y="246376"/>
                </a:cubicBezTo>
                <a:lnTo>
                  <a:pt x="273018" y="248674"/>
                </a:lnTo>
                <a:lnTo>
                  <a:pt x="244070" y="248753"/>
                </a:lnTo>
                <a:cubicBezTo>
                  <a:pt x="241103" y="248783"/>
                  <a:pt x="235020" y="249077"/>
                  <a:pt x="237694" y="252856"/>
                </a:cubicBezTo>
                <a:cubicBezTo>
                  <a:pt x="243888" y="261565"/>
                  <a:pt x="238427" y="261535"/>
                  <a:pt x="231355" y="261712"/>
                </a:cubicBezTo>
                <a:cubicBezTo>
                  <a:pt x="228973" y="261771"/>
                  <a:pt x="226555" y="262333"/>
                  <a:pt x="224283" y="262982"/>
                </a:cubicBezTo>
                <a:lnTo>
                  <a:pt x="221462" y="265137"/>
                </a:lnTo>
                <a:lnTo>
                  <a:pt x="224100" y="267292"/>
                </a:lnTo>
                <a:cubicBezTo>
                  <a:pt x="231869" y="269447"/>
                  <a:pt x="239709" y="271454"/>
                  <a:pt x="247515" y="273492"/>
                </a:cubicBezTo>
                <a:cubicBezTo>
                  <a:pt x="248871" y="271248"/>
                  <a:pt x="250447" y="270509"/>
                  <a:pt x="252022" y="270509"/>
                </a:cubicBezTo>
                <a:cubicBezTo>
                  <a:pt x="253598" y="270509"/>
                  <a:pt x="255283" y="271219"/>
                  <a:pt x="256969" y="271898"/>
                </a:cubicBezTo>
                <a:cubicBezTo>
                  <a:pt x="258654" y="272606"/>
                  <a:pt x="260340" y="273285"/>
                  <a:pt x="261916" y="273285"/>
                </a:cubicBezTo>
                <a:cubicBezTo>
                  <a:pt x="263235" y="273285"/>
                  <a:pt x="264444" y="272813"/>
                  <a:pt x="265580" y="271484"/>
                </a:cubicBezTo>
                <a:lnTo>
                  <a:pt x="273653" y="273138"/>
                </a:lnTo>
                <a:lnTo>
                  <a:pt x="273284" y="276053"/>
                </a:lnTo>
                <a:cubicBezTo>
                  <a:pt x="271237" y="279127"/>
                  <a:pt x="268273" y="281727"/>
                  <a:pt x="266359" y="284456"/>
                </a:cubicBezTo>
                <a:lnTo>
                  <a:pt x="274940" y="295068"/>
                </a:lnTo>
                <a:lnTo>
                  <a:pt x="256053" y="296106"/>
                </a:lnTo>
                <a:cubicBezTo>
                  <a:pt x="245683" y="296106"/>
                  <a:pt x="235313" y="294954"/>
                  <a:pt x="224870" y="290939"/>
                </a:cubicBezTo>
                <a:cubicBezTo>
                  <a:pt x="213217" y="286452"/>
                  <a:pt x="199109" y="286570"/>
                  <a:pt x="186540" y="282821"/>
                </a:cubicBezTo>
                <a:cubicBezTo>
                  <a:pt x="184525" y="285449"/>
                  <a:pt x="182473" y="286334"/>
                  <a:pt x="180238" y="286334"/>
                </a:cubicBezTo>
                <a:cubicBezTo>
                  <a:pt x="178003" y="286334"/>
                  <a:pt x="175768" y="285419"/>
                  <a:pt x="173569" y="284474"/>
                </a:cubicBezTo>
                <a:cubicBezTo>
                  <a:pt x="171370" y="283559"/>
                  <a:pt x="169208" y="282614"/>
                  <a:pt x="167192" y="282614"/>
                </a:cubicBezTo>
                <a:cubicBezTo>
                  <a:pt x="166094" y="282614"/>
                  <a:pt x="165068" y="282880"/>
                  <a:pt x="164078" y="283559"/>
                </a:cubicBezTo>
                <a:cubicBezTo>
                  <a:pt x="157885" y="287722"/>
                  <a:pt x="151803" y="289433"/>
                  <a:pt x="144510" y="289433"/>
                </a:cubicBezTo>
                <a:cubicBezTo>
                  <a:pt x="144180" y="289433"/>
                  <a:pt x="143851" y="289433"/>
                  <a:pt x="143521" y="289433"/>
                </a:cubicBezTo>
                <a:lnTo>
                  <a:pt x="138611" y="293330"/>
                </a:lnTo>
                <a:cubicBezTo>
                  <a:pt x="137768" y="296578"/>
                  <a:pt x="138941" y="299766"/>
                  <a:pt x="142495" y="301745"/>
                </a:cubicBezTo>
                <a:lnTo>
                  <a:pt x="152363" y="305273"/>
                </a:lnTo>
                <a:lnTo>
                  <a:pt x="136624" y="303618"/>
                </a:lnTo>
                <a:cubicBezTo>
                  <a:pt x="131933" y="302850"/>
                  <a:pt x="127610" y="300400"/>
                  <a:pt x="122956" y="299367"/>
                </a:cubicBezTo>
                <a:cubicBezTo>
                  <a:pt x="122149" y="299189"/>
                  <a:pt x="121380" y="299102"/>
                  <a:pt x="120574" y="299102"/>
                </a:cubicBezTo>
                <a:cubicBezTo>
                  <a:pt x="116104" y="299102"/>
                  <a:pt x="112109" y="301847"/>
                  <a:pt x="111853" y="305301"/>
                </a:cubicBezTo>
                <a:cubicBezTo>
                  <a:pt x="111450" y="310880"/>
                  <a:pt x="111341" y="316490"/>
                  <a:pt x="111156" y="322069"/>
                </a:cubicBezTo>
                <a:cubicBezTo>
                  <a:pt x="110937" y="328800"/>
                  <a:pt x="114858" y="331871"/>
                  <a:pt x="122003" y="333052"/>
                </a:cubicBezTo>
                <a:cubicBezTo>
                  <a:pt x="125265" y="333583"/>
                  <a:pt x="125887" y="336269"/>
                  <a:pt x="123762" y="337480"/>
                </a:cubicBezTo>
                <a:cubicBezTo>
                  <a:pt x="118669" y="340343"/>
                  <a:pt x="111743" y="341819"/>
                  <a:pt x="108445" y="345775"/>
                </a:cubicBezTo>
                <a:cubicBezTo>
                  <a:pt x="105770" y="348993"/>
                  <a:pt x="103352" y="350085"/>
                  <a:pt x="101006" y="350085"/>
                </a:cubicBezTo>
                <a:cubicBezTo>
                  <a:pt x="97562" y="350085"/>
                  <a:pt x="94264" y="347753"/>
                  <a:pt x="90636" y="346277"/>
                </a:cubicBezTo>
                <a:cubicBezTo>
                  <a:pt x="89830" y="345952"/>
                  <a:pt x="89061" y="345804"/>
                  <a:pt x="88365" y="345804"/>
                </a:cubicBezTo>
                <a:cubicBezTo>
                  <a:pt x="85653" y="345804"/>
                  <a:pt x="83858" y="347990"/>
                  <a:pt x="84297" y="350853"/>
                </a:cubicBezTo>
                <a:cubicBezTo>
                  <a:pt x="84700" y="353480"/>
                  <a:pt x="90710" y="355341"/>
                  <a:pt x="85213" y="358824"/>
                </a:cubicBezTo>
                <a:cubicBezTo>
                  <a:pt x="70666" y="368065"/>
                  <a:pt x="51611" y="363518"/>
                  <a:pt x="36588" y="371843"/>
                </a:cubicBezTo>
                <a:cubicBezTo>
                  <a:pt x="36295" y="371991"/>
                  <a:pt x="35965" y="372080"/>
                  <a:pt x="35598" y="372080"/>
                </a:cubicBezTo>
                <a:cubicBezTo>
                  <a:pt x="34279" y="372080"/>
                  <a:pt x="32410" y="371223"/>
                  <a:pt x="30505" y="370367"/>
                </a:cubicBezTo>
                <a:cubicBezTo>
                  <a:pt x="28599" y="369511"/>
                  <a:pt x="26621" y="368655"/>
                  <a:pt x="25008" y="368655"/>
                </a:cubicBezTo>
                <a:cubicBezTo>
                  <a:pt x="24678" y="368655"/>
                  <a:pt x="24385" y="368685"/>
                  <a:pt x="24056" y="368773"/>
                </a:cubicBezTo>
                <a:cubicBezTo>
                  <a:pt x="17240" y="370603"/>
                  <a:pt x="10938" y="374441"/>
                  <a:pt x="4854" y="378042"/>
                </a:cubicBezTo>
                <a:cubicBezTo>
                  <a:pt x="-1778" y="381970"/>
                  <a:pt x="-1669" y="390944"/>
                  <a:pt x="5514" y="394958"/>
                </a:cubicBezTo>
                <a:cubicBezTo>
                  <a:pt x="14711" y="400096"/>
                  <a:pt x="23652" y="406295"/>
                  <a:pt x="35378" y="406325"/>
                </a:cubicBezTo>
                <a:cubicBezTo>
                  <a:pt x="40106" y="406325"/>
                  <a:pt x="45272" y="407210"/>
                  <a:pt x="49999" y="407210"/>
                </a:cubicBezTo>
                <a:cubicBezTo>
                  <a:pt x="52711" y="407210"/>
                  <a:pt x="55276" y="406915"/>
                  <a:pt x="57548" y="406000"/>
                </a:cubicBezTo>
                <a:cubicBezTo>
                  <a:pt x="69969" y="400922"/>
                  <a:pt x="84151" y="401749"/>
                  <a:pt x="95730" y="396022"/>
                </a:cubicBezTo>
                <a:cubicBezTo>
                  <a:pt x="104597" y="391653"/>
                  <a:pt x="114454" y="392303"/>
                  <a:pt x="123506" y="387992"/>
                </a:cubicBezTo>
                <a:cubicBezTo>
                  <a:pt x="126767" y="386426"/>
                  <a:pt x="129735" y="385660"/>
                  <a:pt x="132410" y="385660"/>
                </a:cubicBezTo>
                <a:cubicBezTo>
                  <a:pt x="139922" y="385660"/>
                  <a:pt x="145345" y="391653"/>
                  <a:pt x="150182" y="402988"/>
                </a:cubicBezTo>
                <a:cubicBezTo>
                  <a:pt x="152564" y="408568"/>
                  <a:pt x="158207" y="411934"/>
                  <a:pt x="164473" y="411934"/>
                </a:cubicBezTo>
                <a:cubicBezTo>
                  <a:pt x="166488" y="411934"/>
                  <a:pt x="168540" y="411580"/>
                  <a:pt x="170593" y="410871"/>
                </a:cubicBezTo>
                <a:cubicBezTo>
                  <a:pt x="173963" y="409690"/>
                  <a:pt x="177152" y="407033"/>
                  <a:pt x="180485" y="406974"/>
                </a:cubicBezTo>
                <a:cubicBezTo>
                  <a:pt x="197195" y="406709"/>
                  <a:pt x="213904" y="406444"/>
                  <a:pt x="230614" y="406444"/>
                </a:cubicBezTo>
                <a:lnTo>
                  <a:pt x="234043" y="406479"/>
                </a:lnTo>
                <a:lnTo>
                  <a:pt x="243227" y="409026"/>
                </a:lnTo>
                <a:cubicBezTo>
                  <a:pt x="243924" y="409411"/>
                  <a:pt x="244840" y="409559"/>
                  <a:pt x="245829" y="409559"/>
                </a:cubicBezTo>
                <a:lnTo>
                  <a:pt x="255886" y="406706"/>
                </a:lnTo>
                <a:lnTo>
                  <a:pt x="258903" y="406738"/>
                </a:lnTo>
                <a:cubicBezTo>
                  <a:pt x="267257" y="406915"/>
                  <a:pt x="273963" y="414149"/>
                  <a:pt x="282794" y="414149"/>
                </a:cubicBezTo>
                <a:cubicBezTo>
                  <a:pt x="284040" y="414149"/>
                  <a:pt x="285286" y="414000"/>
                  <a:pt x="286605" y="413705"/>
                </a:cubicBezTo>
                <a:cubicBezTo>
                  <a:pt x="289756" y="418251"/>
                  <a:pt x="292651" y="422975"/>
                  <a:pt x="296132" y="427345"/>
                </a:cubicBezTo>
                <a:lnTo>
                  <a:pt x="305244" y="432871"/>
                </a:lnTo>
                <a:lnTo>
                  <a:pt x="297826" y="437693"/>
                </a:lnTo>
                <a:cubicBezTo>
                  <a:pt x="295591" y="440085"/>
                  <a:pt x="293612" y="440881"/>
                  <a:pt x="291671" y="440881"/>
                </a:cubicBezTo>
                <a:cubicBezTo>
                  <a:pt x="288739" y="440881"/>
                  <a:pt x="285917" y="439051"/>
                  <a:pt x="282473" y="438018"/>
                </a:cubicBezTo>
                <a:cubicBezTo>
                  <a:pt x="279944" y="437250"/>
                  <a:pt x="277013" y="436512"/>
                  <a:pt x="274228" y="436512"/>
                </a:cubicBezTo>
                <a:cubicBezTo>
                  <a:pt x="270234" y="436512"/>
                  <a:pt x="266533" y="438047"/>
                  <a:pt x="264700" y="443243"/>
                </a:cubicBezTo>
                <a:lnTo>
                  <a:pt x="261659" y="444128"/>
                </a:lnTo>
                <a:lnTo>
                  <a:pt x="259742" y="448811"/>
                </a:lnTo>
                <a:lnTo>
                  <a:pt x="251863" y="447405"/>
                </a:lnTo>
                <a:lnTo>
                  <a:pt x="256909" y="433544"/>
                </a:lnTo>
                <a:lnTo>
                  <a:pt x="231320" y="440592"/>
                </a:lnTo>
                <a:cubicBezTo>
                  <a:pt x="226841" y="444375"/>
                  <a:pt x="226214" y="448655"/>
                  <a:pt x="228426" y="450738"/>
                </a:cubicBezTo>
                <a:cubicBezTo>
                  <a:pt x="231124" y="453291"/>
                  <a:pt x="228959" y="460467"/>
                  <a:pt x="228959" y="467751"/>
                </a:cubicBezTo>
                <a:cubicBezTo>
                  <a:pt x="218323" y="462645"/>
                  <a:pt x="207813" y="466030"/>
                  <a:pt x="197866" y="470573"/>
                </a:cubicBezTo>
                <a:lnTo>
                  <a:pt x="193097" y="463343"/>
                </a:lnTo>
                <a:lnTo>
                  <a:pt x="180759" y="470640"/>
                </a:lnTo>
                <a:lnTo>
                  <a:pt x="191090" y="475222"/>
                </a:lnTo>
                <a:lnTo>
                  <a:pt x="197264" y="483961"/>
                </a:lnTo>
                <a:lnTo>
                  <a:pt x="213052" y="482640"/>
                </a:lnTo>
                <a:lnTo>
                  <a:pt x="213718" y="484053"/>
                </a:lnTo>
                <a:lnTo>
                  <a:pt x="197406" y="484163"/>
                </a:lnTo>
                <a:lnTo>
                  <a:pt x="197264" y="483961"/>
                </a:lnTo>
                <a:lnTo>
                  <a:pt x="196988" y="483984"/>
                </a:lnTo>
                <a:lnTo>
                  <a:pt x="197237" y="484164"/>
                </a:lnTo>
                <a:lnTo>
                  <a:pt x="171590" y="484338"/>
                </a:lnTo>
                <a:cubicBezTo>
                  <a:pt x="171297" y="484338"/>
                  <a:pt x="171004" y="484338"/>
                  <a:pt x="170710" y="484338"/>
                </a:cubicBezTo>
                <a:cubicBezTo>
                  <a:pt x="167852" y="484338"/>
                  <a:pt x="164957" y="484190"/>
                  <a:pt x="162063" y="484013"/>
                </a:cubicBezTo>
                <a:cubicBezTo>
                  <a:pt x="159131" y="483865"/>
                  <a:pt x="156200" y="483688"/>
                  <a:pt x="153305" y="483688"/>
                </a:cubicBezTo>
                <a:cubicBezTo>
                  <a:pt x="145903" y="483688"/>
                  <a:pt x="138648" y="484781"/>
                  <a:pt x="132052" y="489739"/>
                </a:cubicBezTo>
                <a:cubicBezTo>
                  <a:pt x="131392" y="490242"/>
                  <a:pt x="130330" y="490361"/>
                  <a:pt x="129194" y="490361"/>
                </a:cubicBezTo>
                <a:cubicBezTo>
                  <a:pt x="128791" y="490361"/>
                  <a:pt x="128314" y="490330"/>
                  <a:pt x="127875" y="490330"/>
                </a:cubicBezTo>
                <a:cubicBezTo>
                  <a:pt x="127398" y="490301"/>
                  <a:pt x="126958" y="490301"/>
                  <a:pt x="126519" y="490301"/>
                </a:cubicBezTo>
                <a:cubicBezTo>
                  <a:pt x="125932" y="490301"/>
                  <a:pt x="125309" y="490330"/>
                  <a:pt x="124760" y="490419"/>
                </a:cubicBezTo>
                <a:cubicBezTo>
                  <a:pt x="122121" y="490892"/>
                  <a:pt x="119447" y="491009"/>
                  <a:pt x="116735" y="491009"/>
                </a:cubicBezTo>
                <a:cubicBezTo>
                  <a:pt x="115269" y="491009"/>
                  <a:pt x="113803" y="490980"/>
                  <a:pt x="112338" y="490950"/>
                </a:cubicBezTo>
                <a:cubicBezTo>
                  <a:pt x="110835" y="490892"/>
                  <a:pt x="109370" y="490862"/>
                  <a:pt x="107903" y="490862"/>
                </a:cubicBezTo>
                <a:cubicBezTo>
                  <a:pt x="102481" y="490862"/>
                  <a:pt x="97131" y="491334"/>
                  <a:pt x="92037" y="494169"/>
                </a:cubicBezTo>
                <a:cubicBezTo>
                  <a:pt x="87237" y="496825"/>
                  <a:pt x="82071" y="497209"/>
                  <a:pt x="76793" y="497209"/>
                </a:cubicBezTo>
                <a:cubicBezTo>
                  <a:pt x="75694" y="497209"/>
                  <a:pt x="74595" y="497180"/>
                  <a:pt x="73496" y="497180"/>
                </a:cubicBezTo>
                <a:cubicBezTo>
                  <a:pt x="72359" y="497150"/>
                  <a:pt x="71224" y="497150"/>
                  <a:pt x="70124" y="497150"/>
                </a:cubicBezTo>
                <a:cubicBezTo>
                  <a:pt x="66534" y="497150"/>
                  <a:pt x="63016" y="497327"/>
                  <a:pt x="59608" y="498272"/>
                </a:cubicBezTo>
                <a:lnTo>
                  <a:pt x="56713" y="500367"/>
                </a:lnTo>
                <a:lnTo>
                  <a:pt x="61734" y="503911"/>
                </a:lnTo>
                <a:cubicBezTo>
                  <a:pt x="63163" y="504058"/>
                  <a:pt x="64591" y="504088"/>
                  <a:pt x="66057" y="504088"/>
                </a:cubicBezTo>
                <a:cubicBezTo>
                  <a:pt x="67047" y="504088"/>
                  <a:pt x="67999" y="504058"/>
                  <a:pt x="68989" y="504058"/>
                </a:cubicBezTo>
                <a:cubicBezTo>
                  <a:pt x="70015" y="504029"/>
                  <a:pt x="71004" y="504029"/>
                  <a:pt x="71993" y="504029"/>
                </a:cubicBezTo>
                <a:cubicBezTo>
                  <a:pt x="74852" y="504029"/>
                  <a:pt x="77637" y="504206"/>
                  <a:pt x="80202" y="505003"/>
                </a:cubicBezTo>
                <a:cubicBezTo>
                  <a:pt x="83756" y="506095"/>
                  <a:pt x="86907" y="508310"/>
                  <a:pt x="90168" y="508310"/>
                </a:cubicBezTo>
                <a:cubicBezTo>
                  <a:pt x="92037" y="508310"/>
                  <a:pt x="93906" y="507601"/>
                  <a:pt x="95958" y="505593"/>
                </a:cubicBezTo>
                <a:cubicBezTo>
                  <a:pt x="103433" y="509107"/>
                  <a:pt x="110835" y="512826"/>
                  <a:pt x="118530" y="515897"/>
                </a:cubicBezTo>
                <a:cubicBezTo>
                  <a:pt x="118641" y="515955"/>
                  <a:pt x="118750" y="515955"/>
                  <a:pt x="118897" y="515955"/>
                </a:cubicBezTo>
                <a:cubicBezTo>
                  <a:pt x="120216" y="515955"/>
                  <a:pt x="122671" y="513919"/>
                  <a:pt x="124393" y="512797"/>
                </a:cubicBezTo>
                <a:cubicBezTo>
                  <a:pt x="127362" y="510908"/>
                  <a:pt x="130696" y="510494"/>
                  <a:pt x="134104" y="510494"/>
                </a:cubicBezTo>
                <a:cubicBezTo>
                  <a:pt x="135350" y="510494"/>
                  <a:pt x="136632" y="510554"/>
                  <a:pt x="137878" y="510612"/>
                </a:cubicBezTo>
                <a:cubicBezTo>
                  <a:pt x="139161" y="510671"/>
                  <a:pt x="140406" y="510731"/>
                  <a:pt x="141652" y="510731"/>
                </a:cubicBezTo>
                <a:lnTo>
                  <a:pt x="150429" y="508114"/>
                </a:lnTo>
                <a:lnTo>
                  <a:pt x="150557" y="510464"/>
                </a:lnTo>
                <a:cubicBezTo>
                  <a:pt x="151556" y="512206"/>
                  <a:pt x="153553" y="513474"/>
                  <a:pt x="156887" y="513844"/>
                </a:cubicBezTo>
                <a:lnTo>
                  <a:pt x="160295" y="514907"/>
                </a:lnTo>
                <a:lnTo>
                  <a:pt x="162897" y="517239"/>
                </a:lnTo>
                <a:lnTo>
                  <a:pt x="160808" y="519217"/>
                </a:lnTo>
                <a:cubicBezTo>
                  <a:pt x="151062" y="520014"/>
                  <a:pt x="141278" y="520456"/>
                  <a:pt x="131530" y="521343"/>
                </a:cubicBezTo>
                <a:cubicBezTo>
                  <a:pt x="128379" y="521638"/>
                  <a:pt x="126254" y="525771"/>
                  <a:pt x="122992" y="525771"/>
                </a:cubicBezTo>
                <a:cubicBezTo>
                  <a:pt x="121930" y="525771"/>
                  <a:pt x="120721" y="525328"/>
                  <a:pt x="119328" y="524177"/>
                </a:cubicBezTo>
                <a:cubicBezTo>
                  <a:pt x="116030" y="521431"/>
                  <a:pt x="112256" y="520900"/>
                  <a:pt x="108335" y="520900"/>
                </a:cubicBezTo>
                <a:cubicBezTo>
                  <a:pt x="107089" y="520900"/>
                  <a:pt x="105844" y="520958"/>
                  <a:pt x="104561" y="521018"/>
                </a:cubicBezTo>
                <a:cubicBezTo>
                  <a:pt x="103315" y="521077"/>
                  <a:pt x="102032" y="521135"/>
                  <a:pt x="100787" y="521135"/>
                </a:cubicBezTo>
                <a:cubicBezTo>
                  <a:pt x="97379" y="521135"/>
                  <a:pt x="94044" y="520722"/>
                  <a:pt x="91076" y="518833"/>
                </a:cubicBezTo>
                <a:cubicBezTo>
                  <a:pt x="89354" y="517712"/>
                  <a:pt x="86899" y="515674"/>
                  <a:pt x="85579" y="515674"/>
                </a:cubicBezTo>
                <a:cubicBezTo>
                  <a:pt x="85433" y="515674"/>
                  <a:pt x="85323" y="515674"/>
                  <a:pt x="85213" y="515734"/>
                </a:cubicBezTo>
                <a:cubicBezTo>
                  <a:pt x="77518" y="518803"/>
                  <a:pt x="70116" y="522523"/>
                  <a:pt x="62641" y="526036"/>
                </a:cubicBezTo>
                <a:cubicBezTo>
                  <a:pt x="60588" y="524029"/>
                  <a:pt x="58720" y="523321"/>
                  <a:pt x="56851" y="523321"/>
                </a:cubicBezTo>
                <a:cubicBezTo>
                  <a:pt x="53590" y="523321"/>
                  <a:pt x="50439" y="525534"/>
                  <a:pt x="46884" y="526627"/>
                </a:cubicBezTo>
                <a:cubicBezTo>
                  <a:pt x="44319" y="527424"/>
                  <a:pt x="41534" y="527601"/>
                  <a:pt x="38676" y="527601"/>
                </a:cubicBezTo>
                <a:cubicBezTo>
                  <a:pt x="37687" y="527601"/>
                  <a:pt x="36698" y="527601"/>
                  <a:pt x="35672" y="527571"/>
                </a:cubicBezTo>
                <a:cubicBezTo>
                  <a:pt x="34682" y="527571"/>
                  <a:pt x="33730" y="527542"/>
                  <a:pt x="32740" y="527542"/>
                </a:cubicBezTo>
                <a:cubicBezTo>
                  <a:pt x="31274" y="527542"/>
                  <a:pt x="29845" y="527571"/>
                  <a:pt x="28416" y="527720"/>
                </a:cubicBezTo>
                <a:lnTo>
                  <a:pt x="23396" y="531262"/>
                </a:lnTo>
                <a:lnTo>
                  <a:pt x="26291" y="533358"/>
                </a:lnTo>
                <a:cubicBezTo>
                  <a:pt x="29699" y="534302"/>
                  <a:pt x="33216" y="534480"/>
                  <a:pt x="36807" y="534480"/>
                </a:cubicBezTo>
                <a:cubicBezTo>
                  <a:pt x="37907" y="534480"/>
                  <a:pt x="39042" y="534480"/>
                  <a:pt x="40178" y="534451"/>
                </a:cubicBezTo>
                <a:cubicBezTo>
                  <a:pt x="41278" y="534451"/>
                  <a:pt x="42377" y="534420"/>
                  <a:pt x="43476" y="534420"/>
                </a:cubicBezTo>
                <a:cubicBezTo>
                  <a:pt x="48754" y="534420"/>
                  <a:pt x="53920" y="534805"/>
                  <a:pt x="58720" y="537462"/>
                </a:cubicBezTo>
                <a:cubicBezTo>
                  <a:pt x="63814" y="540295"/>
                  <a:pt x="69164" y="540768"/>
                  <a:pt x="74586" y="540768"/>
                </a:cubicBezTo>
                <a:cubicBezTo>
                  <a:pt x="76052" y="540768"/>
                  <a:pt x="77518" y="540737"/>
                  <a:pt x="79020" y="540679"/>
                </a:cubicBezTo>
                <a:cubicBezTo>
                  <a:pt x="80486" y="540650"/>
                  <a:pt x="81952" y="540620"/>
                  <a:pt x="83418" y="540620"/>
                </a:cubicBezTo>
                <a:cubicBezTo>
                  <a:pt x="86129" y="540620"/>
                  <a:pt x="88804" y="540737"/>
                  <a:pt x="91443" y="541211"/>
                </a:cubicBezTo>
                <a:cubicBezTo>
                  <a:pt x="91992" y="541299"/>
                  <a:pt x="92615" y="541328"/>
                  <a:pt x="93202" y="541328"/>
                </a:cubicBezTo>
                <a:cubicBezTo>
                  <a:pt x="93641" y="541328"/>
                  <a:pt x="94081" y="541328"/>
                  <a:pt x="94558" y="541299"/>
                </a:cubicBezTo>
                <a:cubicBezTo>
                  <a:pt x="94997" y="541299"/>
                  <a:pt x="95473" y="541270"/>
                  <a:pt x="95876" y="541270"/>
                </a:cubicBezTo>
                <a:cubicBezTo>
                  <a:pt x="97012" y="541270"/>
                  <a:pt x="98075" y="541387"/>
                  <a:pt x="98735" y="541890"/>
                </a:cubicBezTo>
                <a:cubicBezTo>
                  <a:pt x="105330" y="546849"/>
                  <a:pt x="112586" y="547942"/>
                  <a:pt x="119988" y="547942"/>
                </a:cubicBezTo>
                <a:cubicBezTo>
                  <a:pt x="122883" y="547942"/>
                  <a:pt x="125814" y="547764"/>
                  <a:pt x="128745" y="547617"/>
                </a:cubicBezTo>
                <a:cubicBezTo>
                  <a:pt x="131640" y="547440"/>
                  <a:pt x="134535" y="547293"/>
                  <a:pt x="137393" y="547293"/>
                </a:cubicBezTo>
                <a:cubicBezTo>
                  <a:pt x="137686" y="547293"/>
                  <a:pt x="137980" y="547293"/>
                  <a:pt x="138273" y="547293"/>
                </a:cubicBezTo>
                <a:lnTo>
                  <a:pt x="218582" y="547836"/>
                </a:lnTo>
                <a:lnTo>
                  <a:pt x="217601" y="548889"/>
                </a:lnTo>
                <a:cubicBezTo>
                  <a:pt x="224598" y="550340"/>
                  <a:pt x="231140" y="550892"/>
                  <a:pt x="237368" y="550311"/>
                </a:cubicBezTo>
                <a:lnTo>
                  <a:pt x="245012" y="548015"/>
                </a:lnTo>
                <a:lnTo>
                  <a:pt x="258215" y="548104"/>
                </a:lnTo>
                <a:lnTo>
                  <a:pt x="270657" y="560205"/>
                </a:lnTo>
                <a:lnTo>
                  <a:pt x="270501" y="560608"/>
                </a:lnTo>
                <a:lnTo>
                  <a:pt x="270708" y="560604"/>
                </a:lnTo>
                <a:lnTo>
                  <a:pt x="268686" y="566422"/>
                </a:lnTo>
                <a:cubicBezTo>
                  <a:pt x="268100" y="571766"/>
                  <a:pt x="265755" y="574511"/>
                  <a:pt x="259819" y="574600"/>
                </a:cubicBezTo>
                <a:cubicBezTo>
                  <a:pt x="249852" y="574777"/>
                  <a:pt x="239885" y="574719"/>
                  <a:pt x="229954" y="575220"/>
                </a:cubicBezTo>
                <a:cubicBezTo>
                  <a:pt x="228049" y="575308"/>
                  <a:pt x="224677" y="577788"/>
                  <a:pt x="224824" y="578910"/>
                </a:cubicBezTo>
                <a:cubicBezTo>
                  <a:pt x="225118" y="581862"/>
                  <a:pt x="226840" y="584756"/>
                  <a:pt x="228342" y="587502"/>
                </a:cubicBezTo>
                <a:lnTo>
                  <a:pt x="231384" y="588387"/>
                </a:lnTo>
                <a:cubicBezTo>
                  <a:pt x="233215" y="593583"/>
                  <a:pt x="236917" y="595118"/>
                  <a:pt x="240911" y="595118"/>
                </a:cubicBezTo>
                <a:cubicBezTo>
                  <a:pt x="243695" y="595118"/>
                  <a:pt x="246627" y="594379"/>
                  <a:pt x="249156" y="593613"/>
                </a:cubicBezTo>
                <a:cubicBezTo>
                  <a:pt x="252600" y="592579"/>
                  <a:pt x="255421" y="590748"/>
                  <a:pt x="258353" y="590748"/>
                </a:cubicBezTo>
                <a:cubicBezTo>
                  <a:pt x="260295" y="590748"/>
                  <a:pt x="262274" y="591546"/>
                  <a:pt x="264509" y="593937"/>
                </a:cubicBezTo>
                <a:cubicBezTo>
                  <a:pt x="267551" y="597184"/>
                  <a:pt x="271874" y="599990"/>
                  <a:pt x="276272" y="601583"/>
                </a:cubicBezTo>
                <a:cubicBezTo>
                  <a:pt x="283820" y="604358"/>
                  <a:pt x="283857" y="605539"/>
                  <a:pt x="276272" y="608314"/>
                </a:cubicBezTo>
                <a:cubicBezTo>
                  <a:pt x="271911" y="609909"/>
                  <a:pt x="268393" y="613303"/>
                  <a:pt x="264472" y="615872"/>
                </a:cubicBezTo>
                <a:lnTo>
                  <a:pt x="247218" y="625010"/>
                </a:lnTo>
                <a:lnTo>
                  <a:pt x="221929" y="624741"/>
                </a:lnTo>
                <a:lnTo>
                  <a:pt x="212512" y="622072"/>
                </a:lnTo>
                <a:cubicBezTo>
                  <a:pt x="211523" y="622072"/>
                  <a:pt x="210607" y="622219"/>
                  <a:pt x="209910" y="622603"/>
                </a:cubicBezTo>
                <a:lnTo>
                  <a:pt x="209137" y="622818"/>
                </a:lnTo>
                <a:lnTo>
                  <a:pt x="203910" y="620759"/>
                </a:lnTo>
                <a:cubicBezTo>
                  <a:pt x="201858" y="620050"/>
                  <a:pt x="199805" y="619696"/>
                  <a:pt x="197790" y="619696"/>
                </a:cubicBezTo>
                <a:cubicBezTo>
                  <a:pt x="191524" y="619696"/>
                  <a:pt x="185881" y="623061"/>
                  <a:pt x="183499" y="628641"/>
                </a:cubicBezTo>
                <a:lnTo>
                  <a:pt x="183154" y="629207"/>
                </a:lnTo>
                <a:lnTo>
                  <a:pt x="174843" y="630781"/>
                </a:lnTo>
                <a:cubicBezTo>
                  <a:pt x="173450" y="631224"/>
                  <a:pt x="172424" y="634589"/>
                  <a:pt x="172681" y="636390"/>
                </a:cubicBezTo>
                <a:lnTo>
                  <a:pt x="176046" y="640854"/>
                </a:lnTo>
                <a:lnTo>
                  <a:pt x="175617" y="641557"/>
                </a:lnTo>
                <a:cubicBezTo>
                  <a:pt x="172717" y="644472"/>
                  <a:pt x="169483" y="645970"/>
                  <a:pt x="165727" y="645970"/>
                </a:cubicBezTo>
                <a:cubicBezTo>
                  <a:pt x="163052" y="645970"/>
                  <a:pt x="160084" y="645203"/>
                  <a:pt x="156823" y="643639"/>
                </a:cubicBezTo>
                <a:cubicBezTo>
                  <a:pt x="147771" y="639328"/>
                  <a:pt x="137915" y="639977"/>
                  <a:pt x="129047" y="635609"/>
                </a:cubicBezTo>
                <a:cubicBezTo>
                  <a:pt x="117468" y="629881"/>
                  <a:pt x="103286" y="630708"/>
                  <a:pt x="90865" y="625630"/>
                </a:cubicBezTo>
                <a:cubicBezTo>
                  <a:pt x="88593" y="624714"/>
                  <a:pt x="86028" y="624419"/>
                  <a:pt x="83316" y="624419"/>
                </a:cubicBezTo>
                <a:cubicBezTo>
                  <a:pt x="78589" y="624419"/>
                  <a:pt x="73423" y="625305"/>
                  <a:pt x="68696" y="625305"/>
                </a:cubicBezTo>
                <a:cubicBezTo>
                  <a:pt x="56969" y="625334"/>
                  <a:pt x="48028" y="631533"/>
                  <a:pt x="38831" y="636671"/>
                </a:cubicBezTo>
                <a:cubicBezTo>
                  <a:pt x="31649" y="640686"/>
                  <a:pt x="31539" y="649660"/>
                  <a:pt x="38172" y="653587"/>
                </a:cubicBezTo>
                <a:cubicBezTo>
                  <a:pt x="44255" y="657189"/>
                  <a:pt x="50557" y="661026"/>
                  <a:pt x="57373" y="662858"/>
                </a:cubicBezTo>
                <a:cubicBezTo>
                  <a:pt x="57702" y="662946"/>
                  <a:pt x="57996" y="662975"/>
                  <a:pt x="58325" y="662975"/>
                </a:cubicBezTo>
                <a:cubicBezTo>
                  <a:pt x="59938" y="662975"/>
                  <a:pt x="61916" y="662119"/>
                  <a:pt x="63822" y="661263"/>
                </a:cubicBezTo>
                <a:cubicBezTo>
                  <a:pt x="65728" y="660407"/>
                  <a:pt x="67596" y="659550"/>
                  <a:pt x="68915" y="659550"/>
                </a:cubicBezTo>
                <a:cubicBezTo>
                  <a:pt x="69282" y="659550"/>
                  <a:pt x="69612" y="659639"/>
                  <a:pt x="69905" y="659786"/>
                </a:cubicBezTo>
                <a:cubicBezTo>
                  <a:pt x="84929" y="668111"/>
                  <a:pt x="103983" y="663566"/>
                  <a:pt x="118530" y="672806"/>
                </a:cubicBezTo>
                <a:cubicBezTo>
                  <a:pt x="124027" y="676289"/>
                  <a:pt x="118017" y="678149"/>
                  <a:pt x="117614" y="680776"/>
                </a:cubicBezTo>
                <a:cubicBezTo>
                  <a:pt x="117175" y="683640"/>
                  <a:pt x="118970" y="685825"/>
                  <a:pt x="121682" y="685825"/>
                </a:cubicBezTo>
                <a:cubicBezTo>
                  <a:pt x="122378" y="685825"/>
                  <a:pt x="123147" y="685678"/>
                  <a:pt x="123953" y="685353"/>
                </a:cubicBezTo>
                <a:cubicBezTo>
                  <a:pt x="127582" y="683876"/>
                  <a:pt x="130879" y="681544"/>
                  <a:pt x="134324" y="681544"/>
                </a:cubicBezTo>
                <a:cubicBezTo>
                  <a:pt x="136669" y="681544"/>
                  <a:pt x="139088" y="682637"/>
                  <a:pt x="141762" y="685854"/>
                </a:cubicBezTo>
                <a:cubicBezTo>
                  <a:pt x="145060" y="689810"/>
                  <a:pt x="151986" y="691286"/>
                  <a:pt x="157079" y="694150"/>
                </a:cubicBezTo>
                <a:cubicBezTo>
                  <a:pt x="159204" y="695361"/>
                  <a:pt x="158582" y="698046"/>
                  <a:pt x="155320" y="698579"/>
                </a:cubicBezTo>
                <a:cubicBezTo>
                  <a:pt x="148175" y="699759"/>
                  <a:pt x="144254" y="702830"/>
                  <a:pt x="144474" y="709561"/>
                </a:cubicBezTo>
                <a:lnTo>
                  <a:pt x="145021" y="722743"/>
                </a:lnTo>
                <a:lnTo>
                  <a:pt x="142451" y="722653"/>
                </a:lnTo>
                <a:cubicBezTo>
                  <a:pt x="130981" y="722653"/>
                  <a:pt x="119695" y="724010"/>
                  <a:pt x="109178" y="729886"/>
                </a:cubicBezTo>
                <a:cubicBezTo>
                  <a:pt x="105624" y="731864"/>
                  <a:pt x="104451" y="735051"/>
                  <a:pt x="105294" y="738299"/>
                </a:cubicBezTo>
                <a:lnTo>
                  <a:pt x="110204" y="742196"/>
                </a:lnTo>
                <a:cubicBezTo>
                  <a:pt x="110533" y="742196"/>
                  <a:pt x="110863" y="742196"/>
                  <a:pt x="111194" y="742196"/>
                </a:cubicBezTo>
                <a:cubicBezTo>
                  <a:pt x="118486" y="742196"/>
                  <a:pt x="124568" y="743908"/>
                  <a:pt x="130761" y="748071"/>
                </a:cubicBezTo>
                <a:cubicBezTo>
                  <a:pt x="131751" y="748749"/>
                  <a:pt x="132777" y="749015"/>
                  <a:pt x="133875" y="749015"/>
                </a:cubicBezTo>
                <a:cubicBezTo>
                  <a:pt x="135891" y="749015"/>
                  <a:pt x="138053" y="748071"/>
                  <a:pt x="140251" y="747156"/>
                </a:cubicBezTo>
                <a:cubicBezTo>
                  <a:pt x="142451" y="746211"/>
                  <a:pt x="144686" y="745296"/>
                  <a:pt x="146921" y="745296"/>
                </a:cubicBezTo>
                <a:cubicBezTo>
                  <a:pt x="149156" y="745296"/>
                  <a:pt x="151208" y="746182"/>
                  <a:pt x="153223" y="748809"/>
                </a:cubicBezTo>
                <a:cubicBezTo>
                  <a:pt x="165792" y="745060"/>
                  <a:pt x="179899" y="745178"/>
                  <a:pt x="191552" y="740690"/>
                </a:cubicBezTo>
                <a:cubicBezTo>
                  <a:pt x="201996" y="736675"/>
                  <a:pt x="212366" y="735524"/>
                  <a:pt x="222735" y="735524"/>
                </a:cubicBezTo>
                <a:cubicBezTo>
                  <a:pt x="234168" y="735524"/>
                  <a:pt x="245601" y="736912"/>
                  <a:pt x="257107" y="737414"/>
                </a:cubicBezTo>
                <a:cubicBezTo>
                  <a:pt x="258719" y="737473"/>
                  <a:pt x="260735" y="742698"/>
                  <a:pt x="261285" y="745680"/>
                </a:cubicBezTo>
                <a:cubicBezTo>
                  <a:pt x="261798" y="748720"/>
                  <a:pt x="262677" y="752500"/>
                  <a:pt x="258646" y="754743"/>
                </a:cubicBezTo>
                <a:lnTo>
                  <a:pt x="232263" y="760145"/>
                </a:lnTo>
                <a:cubicBezTo>
                  <a:pt x="231127" y="758817"/>
                  <a:pt x="229918" y="758345"/>
                  <a:pt x="228599" y="758345"/>
                </a:cubicBezTo>
                <a:cubicBezTo>
                  <a:pt x="227023" y="758345"/>
                  <a:pt x="225337" y="759023"/>
                  <a:pt x="223652" y="759732"/>
                </a:cubicBezTo>
                <a:cubicBezTo>
                  <a:pt x="221966" y="760412"/>
                  <a:pt x="220281" y="761120"/>
                  <a:pt x="218705" y="761120"/>
                </a:cubicBezTo>
                <a:cubicBezTo>
                  <a:pt x="217129" y="761120"/>
                  <a:pt x="215553" y="760381"/>
                  <a:pt x="214197" y="758138"/>
                </a:cubicBezTo>
                <a:cubicBezTo>
                  <a:pt x="206392" y="760175"/>
                  <a:pt x="198552" y="762182"/>
                  <a:pt x="190783" y="764338"/>
                </a:cubicBezTo>
                <a:lnTo>
                  <a:pt x="188145" y="766493"/>
                </a:lnTo>
                <a:lnTo>
                  <a:pt x="190966" y="768648"/>
                </a:lnTo>
                <a:cubicBezTo>
                  <a:pt x="193238" y="769296"/>
                  <a:pt x="195656" y="769858"/>
                  <a:pt x="198038" y="769918"/>
                </a:cubicBezTo>
                <a:cubicBezTo>
                  <a:pt x="205110" y="770095"/>
                  <a:pt x="210570" y="770065"/>
                  <a:pt x="204377" y="778774"/>
                </a:cubicBezTo>
                <a:cubicBezTo>
                  <a:pt x="201702" y="782552"/>
                  <a:pt x="207785" y="782848"/>
                  <a:pt x="210753" y="782877"/>
                </a:cubicBezTo>
                <a:lnTo>
                  <a:pt x="288070" y="783088"/>
                </a:lnTo>
                <a:lnTo>
                  <a:pt x="284682" y="787550"/>
                </a:lnTo>
                <a:lnTo>
                  <a:pt x="287693" y="795022"/>
                </a:lnTo>
                <a:lnTo>
                  <a:pt x="272822" y="797413"/>
                </a:lnTo>
                <a:cubicBezTo>
                  <a:pt x="287976" y="798058"/>
                  <a:pt x="334820" y="797253"/>
                  <a:pt x="322081" y="811551"/>
                </a:cubicBezTo>
                <a:cubicBezTo>
                  <a:pt x="305829" y="829773"/>
                  <a:pt x="289733" y="829906"/>
                  <a:pt x="286941" y="830606"/>
                </a:cubicBezTo>
                <a:lnTo>
                  <a:pt x="287179" y="830884"/>
                </a:lnTo>
                <a:lnTo>
                  <a:pt x="287318" y="830632"/>
                </a:lnTo>
                <a:lnTo>
                  <a:pt x="287631" y="831412"/>
                </a:lnTo>
                <a:lnTo>
                  <a:pt x="287179" y="830884"/>
                </a:lnTo>
                <a:lnTo>
                  <a:pt x="282752" y="838907"/>
                </a:lnTo>
                <a:lnTo>
                  <a:pt x="290837" y="846364"/>
                </a:lnTo>
                <a:lnTo>
                  <a:pt x="290831" y="846328"/>
                </a:lnTo>
                <a:lnTo>
                  <a:pt x="291907" y="845950"/>
                </a:lnTo>
                <a:lnTo>
                  <a:pt x="296604" y="841275"/>
                </a:lnTo>
                <a:lnTo>
                  <a:pt x="298330" y="843695"/>
                </a:lnTo>
                <a:lnTo>
                  <a:pt x="291907" y="845950"/>
                </a:lnTo>
                <a:lnTo>
                  <a:pt x="291177" y="846677"/>
                </a:lnTo>
                <a:lnTo>
                  <a:pt x="290837" y="846364"/>
                </a:lnTo>
                <a:lnTo>
                  <a:pt x="292180" y="854522"/>
                </a:lnTo>
                <a:cubicBezTo>
                  <a:pt x="289764" y="856864"/>
                  <a:pt x="284901" y="859229"/>
                  <a:pt x="278846" y="862858"/>
                </a:cubicBezTo>
                <a:cubicBezTo>
                  <a:pt x="291866" y="878929"/>
                  <a:pt x="313296" y="870033"/>
                  <a:pt x="327478" y="880031"/>
                </a:cubicBezTo>
                <a:cubicBezTo>
                  <a:pt x="318504" y="899112"/>
                  <a:pt x="300244" y="873393"/>
                  <a:pt x="294251" y="891051"/>
                </a:cubicBezTo>
                <a:cubicBezTo>
                  <a:pt x="297796" y="893549"/>
                  <a:pt x="303256" y="895351"/>
                  <a:pt x="304354" y="898522"/>
                </a:cubicBezTo>
                <a:cubicBezTo>
                  <a:pt x="310661" y="916824"/>
                  <a:pt x="371215" y="901478"/>
                  <a:pt x="396974" y="910401"/>
                </a:cubicBezTo>
                <a:lnTo>
                  <a:pt x="393240" y="918115"/>
                </a:lnTo>
                <a:cubicBezTo>
                  <a:pt x="410591" y="925129"/>
                  <a:pt x="412253" y="896184"/>
                  <a:pt x="437636" y="911261"/>
                </a:cubicBezTo>
                <a:cubicBezTo>
                  <a:pt x="441448" y="913531"/>
                  <a:pt x="441441" y="914076"/>
                  <a:pt x="462823" y="914177"/>
                </a:cubicBezTo>
                <a:lnTo>
                  <a:pt x="497532" y="914162"/>
                </a:lnTo>
                <a:lnTo>
                  <a:pt x="498110" y="918826"/>
                </a:lnTo>
                <a:cubicBezTo>
                  <a:pt x="501151" y="921660"/>
                  <a:pt x="504340" y="924524"/>
                  <a:pt x="508187" y="924524"/>
                </a:cubicBezTo>
                <a:cubicBezTo>
                  <a:pt x="509909" y="924524"/>
                  <a:pt x="511779" y="923933"/>
                  <a:pt x="513793" y="922487"/>
                </a:cubicBezTo>
                <a:cubicBezTo>
                  <a:pt x="517641" y="919741"/>
                  <a:pt x="522295" y="917261"/>
                  <a:pt x="526472" y="917261"/>
                </a:cubicBezTo>
                <a:cubicBezTo>
                  <a:pt x="527974" y="917261"/>
                  <a:pt x="529404" y="917586"/>
                  <a:pt x="530723" y="918295"/>
                </a:cubicBezTo>
                <a:cubicBezTo>
                  <a:pt x="543182" y="925203"/>
                  <a:pt x="556373" y="924554"/>
                  <a:pt x="569822" y="924819"/>
                </a:cubicBezTo>
                <a:lnTo>
                  <a:pt x="573779" y="928628"/>
                </a:lnTo>
                <a:lnTo>
                  <a:pt x="570957" y="930723"/>
                </a:lnTo>
                <a:cubicBezTo>
                  <a:pt x="561246" y="931402"/>
                  <a:pt x="551500" y="931845"/>
                  <a:pt x="541789" y="932553"/>
                </a:cubicBezTo>
                <a:lnTo>
                  <a:pt x="539224" y="934620"/>
                </a:lnTo>
                <a:lnTo>
                  <a:pt x="542192" y="936598"/>
                </a:lnTo>
                <a:cubicBezTo>
                  <a:pt x="549704" y="936863"/>
                  <a:pt x="557290" y="938104"/>
                  <a:pt x="564801" y="938104"/>
                </a:cubicBezTo>
                <a:cubicBezTo>
                  <a:pt x="571727" y="938104"/>
                  <a:pt x="578579" y="937071"/>
                  <a:pt x="585175" y="933233"/>
                </a:cubicBezTo>
                <a:lnTo>
                  <a:pt x="590891" y="934827"/>
                </a:lnTo>
                <a:cubicBezTo>
                  <a:pt x="593456" y="936805"/>
                  <a:pt x="595874" y="937662"/>
                  <a:pt x="598256" y="937662"/>
                </a:cubicBezTo>
                <a:cubicBezTo>
                  <a:pt x="601335" y="937662"/>
                  <a:pt x="604266" y="936214"/>
                  <a:pt x="607308" y="933971"/>
                </a:cubicBezTo>
                <a:cubicBezTo>
                  <a:pt x="609286" y="932495"/>
                  <a:pt x="611521" y="931697"/>
                  <a:pt x="613500" y="931697"/>
                </a:cubicBezTo>
                <a:cubicBezTo>
                  <a:pt x="616102" y="931697"/>
                  <a:pt x="618301" y="933026"/>
                  <a:pt x="619180" y="935801"/>
                </a:cubicBezTo>
                <a:cubicBezTo>
                  <a:pt x="620609" y="940318"/>
                  <a:pt x="621965" y="942090"/>
                  <a:pt x="624493" y="942090"/>
                </a:cubicBezTo>
                <a:cubicBezTo>
                  <a:pt x="626142" y="942090"/>
                  <a:pt x="628268" y="941350"/>
                  <a:pt x="631198" y="940111"/>
                </a:cubicBezTo>
                <a:cubicBezTo>
                  <a:pt x="635083" y="938487"/>
                  <a:pt x="637648" y="937602"/>
                  <a:pt x="639737" y="937602"/>
                </a:cubicBezTo>
                <a:cubicBezTo>
                  <a:pt x="643364" y="937602"/>
                  <a:pt x="645563" y="940288"/>
                  <a:pt x="650656" y="946695"/>
                </a:cubicBezTo>
                <a:cubicBezTo>
                  <a:pt x="652086" y="948466"/>
                  <a:pt x="653331" y="949115"/>
                  <a:pt x="654504" y="949115"/>
                </a:cubicBezTo>
                <a:cubicBezTo>
                  <a:pt x="656043" y="949115"/>
                  <a:pt x="657435" y="948023"/>
                  <a:pt x="658901" y="946871"/>
                </a:cubicBezTo>
                <a:cubicBezTo>
                  <a:pt x="662492" y="944127"/>
                  <a:pt x="665607" y="940082"/>
                  <a:pt x="669857" y="940082"/>
                </a:cubicBezTo>
                <a:cubicBezTo>
                  <a:pt x="671836" y="940082"/>
                  <a:pt x="674108" y="940967"/>
                  <a:pt x="676747" y="943270"/>
                </a:cubicBezTo>
                <a:lnTo>
                  <a:pt x="683708" y="943477"/>
                </a:lnTo>
                <a:cubicBezTo>
                  <a:pt x="691257" y="938960"/>
                  <a:pt x="699026" y="937690"/>
                  <a:pt x="706904" y="937690"/>
                </a:cubicBezTo>
                <a:cubicBezTo>
                  <a:pt x="711998" y="937690"/>
                  <a:pt x="717164" y="938222"/>
                  <a:pt x="722294" y="938753"/>
                </a:cubicBezTo>
                <a:cubicBezTo>
                  <a:pt x="727461" y="939284"/>
                  <a:pt x="732591" y="939817"/>
                  <a:pt x="737721" y="939817"/>
                </a:cubicBezTo>
                <a:cubicBezTo>
                  <a:pt x="740762" y="942561"/>
                  <a:pt x="743584" y="943565"/>
                  <a:pt x="746332" y="943565"/>
                </a:cubicBezTo>
                <a:cubicBezTo>
                  <a:pt x="751169" y="943565"/>
                  <a:pt x="755750" y="940406"/>
                  <a:pt x="760660" y="938251"/>
                </a:cubicBezTo>
                <a:cubicBezTo>
                  <a:pt x="761795" y="937750"/>
                  <a:pt x="763006" y="937513"/>
                  <a:pt x="764215" y="937513"/>
                </a:cubicBezTo>
                <a:cubicBezTo>
                  <a:pt x="768904" y="937513"/>
                  <a:pt x="773924" y="941027"/>
                  <a:pt x="777845" y="945750"/>
                </a:cubicBezTo>
                <a:cubicBezTo>
                  <a:pt x="781436" y="950119"/>
                  <a:pt x="785211" y="956585"/>
                  <a:pt x="789975" y="957500"/>
                </a:cubicBezTo>
                <a:cubicBezTo>
                  <a:pt x="800528" y="959508"/>
                  <a:pt x="811924" y="957235"/>
                  <a:pt x="821671" y="963966"/>
                </a:cubicBezTo>
                <a:cubicBezTo>
                  <a:pt x="821854" y="964083"/>
                  <a:pt x="822111" y="964142"/>
                  <a:pt x="822367" y="964142"/>
                </a:cubicBezTo>
                <a:cubicBezTo>
                  <a:pt x="824309" y="964142"/>
                  <a:pt x="828376" y="961514"/>
                  <a:pt x="831345" y="960718"/>
                </a:cubicBezTo>
                <a:cubicBezTo>
                  <a:pt x="835779" y="959567"/>
                  <a:pt x="840322" y="958769"/>
                  <a:pt x="844793" y="957855"/>
                </a:cubicBezTo>
                <a:cubicBezTo>
                  <a:pt x="845379" y="954429"/>
                  <a:pt x="847688" y="951861"/>
                  <a:pt x="851315" y="951566"/>
                </a:cubicBezTo>
                <a:cubicBezTo>
                  <a:pt x="855676" y="951212"/>
                  <a:pt x="860000" y="950975"/>
                  <a:pt x="864287" y="950975"/>
                </a:cubicBezTo>
                <a:cubicBezTo>
                  <a:pt x="879567" y="950975"/>
                  <a:pt x="894151" y="953781"/>
                  <a:pt x="907489" y="962725"/>
                </a:cubicBezTo>
                <a:cubicBezTo>
                  <a:pt x="909432" y="964024"/>
                  <a:pt x="911227" y="964615"/>
                  <a:pt x="912802" y="964615"/>
                </a:cubicBezTo>
                <a:cubicBezTo>
                  <a:pt x="916431" y="964615"/>
                  <a:pt x="919105" y="961574"/>
                  <a:pt x="920278" y="956732"/>
                </a:cubicBezTo>
                <a:cubicBezTo>
                  <a:pt x="921011" y="953810"/>
                  <a:pt x="923393" y="951861"/>
                  <a:pt x="926398" y="951861"/>
                </a:cubicBezTo>
                <a:cubicBezTo>
                  <a:pt x="927057" y="951861"/>
                  <a:pt x="927790" y="951949"/>
                  <a:pt x="928522" y="952157"/>
                </a:cubicBezTo>
                <a:cubicBezTo>
                  <a:pt x="934239" y="953810"/>
                  <a:pt x="939735" y="956260"/>
                  <a:pt x="945196" y="958534"/>
                </a:cubicBezTo>
                <a:cubicBezTo>
                  <a:pt x="948420" y="959891"/>
                  <a:pt x="948932" y="961957"/>
                  <a:pt x="946405" y="963227"/>
                </a:cubicBezTo>
                <a:cubicBezTo>
                  <a:pt x="942190" y="965353"/>
                  <a:pt x="937720" y="967035"/>
                  <a:pt x="933396" y="968955"/>
                </a:cubicBezTo>
                <a:cubicBezTo>
                  <a:pt x="929146" y="970873"/>
                  <a:pt x="924932" y="972851"/>
                  <a:pt x="920681" y="974829"/>
                </a:cubicBezTo>
                <a:cubicBezTo>
                  <a:pt x="923429" y="977958"/>
                  <a:pt x="927094" y="978136"/>
                  <a:pt x="930795" y="978136"/>
                </a:cubicBezTo>
                <a:lnTo>
                  <a:pt x="931601" y="978136"/>
                </a:lnTo>
                <a:cubicBezTo>
                  <a:pt x="931857" y="978136"/>
                  <a:pt x="932151" y="978136"/>
                  <a:pt x="932407" y="978136"/>
                </a:cubicBezTo>
                <a:cubicBezTo>
                  <a:pt x="933030" y="978136"/>
                  <a:pt x="933653" y="978136"/>
                  <a:pt x="934275" y="978165"/>
                </a:cubicBezTo>
                <a:cubicBezTo>
                  <a:pt x="938563" y="978342"/>
                  <a:pt x="940175" y="980822"/>
                  <a:pt x="942337" y="983657"/>
                </a:cubicBezTo>
                <a:cubicBezTo>
                  <a:pt x="946258" y="988823"/>
                  <a:pt x="948932" y="991361"/>
                  <a:pt x="951168" y="991361"/>
                </a:cubicBezTo>
                <a:cubicBezTo>
                  <a:pt x="953074" y="991361"/>
                  <a:pt x="954649" y="989472"/>
                  <a:pt x="956445" y="985782"/>
                </a:cubicBezTo>
                <a:cubicBezTo>
                  <a:pt x="963297" y="971464"/>
                  <a:pt x="977661" y="968688"/>
                  <a:pt x="991475" y="964969"/>
                </a:cubicBezTo>
                <a:cubicBezTo>
                  <a:pt x="991806" y="964880"/>
                  <a:pt x="992135" y="964851"/>
                  <a:pt x="992502" y="964851"/>
                </a:cubicBezTo>
                <a:cubicBezTo>
                  <a:pt x="995103" y="964851"/>
                  <a:pt x="998621" y="966947"/>
                  <a:pt x="1001187" y="968482"/>
                </a:cubicBezTo>
                <a:cubicBezTo>
                  <a:pt x="1003568" y="969958"/>
                  <a:pt x="999904" y="975863"/>
                  <a:pt x="995140" y="978283"/>
                </a:cubicBezTo>
                <a:cubicBezTo>
                  <a:pt x="993051" y="979346"/>
                  <a:pt x="990523" y="979848"/>
                  <a:pt x="988654" y="981147"/>
                </a:cubicBezTo>
                <a:cubicBezTo>
                  <a:pt x="986529" y="982594"/>
                  <a:pt x="987482" y="988735"/>
                  <a:pt x="989717" y="989797"/>
                </a:cubicBezTo>
                <a:cubicBezTo>
                  <a:pt x="1000270" y="994875"/>
                  <a:pt x="1011190" y="998211"/>
                  <a:pt x="1022696" y="998211"/>
                </a:cubicBezTo>
                <a:cubicBezTo>
                  <a:pt x="1026873" y="998211"/>
                  <a:pt x="1031124" y="997768"/>
                  <a:pt x="1035448" y="996824"/>
                </a:cubicBezTo>
                <a:cubicBezTo>
                  <a:pt x="1036987" y="996498"/>
                  <a:pt x="1038013" y="993605"/>
                  <a:pt x="1038928" y="991745"/>
                </a:cubicBezTo>
                <a:cubicBezTo>
                  <a:pt x="1040139" y="989206"/>
                  <a:pt x="1039112" y="986816"/>
                  <a:pt x="1036144" y="986372"/>
                </a:cubicBezTo>
                <a:cubicBezTo>
                  <a:pt x="1030134" y="985487"/>
                  <a:pt x="1023978" y="984984"/>
                  <a:pt x="1017896" y="984689"/>
                </a:cubicBezTo>
                <a:cubicBezTo>
                  <a:pt x="1013718" y="984483"/>
                  <a:pt x="1010237" y="982948"/>
                  <a:pt x="1010383" y="979346"/>
                </a:cubicBezTo>
                <a:cubicBezTo>
                  <a:pt x="1010494" y="976423"/>
                  <a:pt x="1012326" y="972880"/>
                  <a:pt x="1014671" y="970814"/>
                </a:cubicBezTo>
                <a:cubicBezTo>
                  <a:pt x="1023722" y="962932"/>
                  <a:pt x="1034458" y="958474"/>
                  <a:pt x="1047467" y="958031"/>
                </a:cubicBezTo>
                <a:cubicBezTo>
                  <a:pt x="1049226" y="957972"/>
                  <a:pt x="1050985" y="957943"/>
                  <a:pt x="1052743" y="957943"/>
                </a:cubicBezTo>
                <a:cubicBezTo>
                  <a:pt x="1053329" y="957943"/>
                  <a:pt x="1053953" y="957943"/>
                  <a:pt x="1054539" y="957943"/>
                </a:cubicBezTo>
                <a:lnTo>
                  <a:pt x="1056151" y="957943"/>
                </a:lnTo>
                <a:cubicBezTo>
                  <a:pt x="1065422" y="957943"/>
                  <a:pt x="1074693" y="957647"/>
                  <a:pt x="1082828" y="951920"/>
                </a:cubicBezTo>
                <a:cubicBezTo>
                  <a:pt x="1083047" y="951773"/>
                  <a:pt x="1083378" y="951714"/>
                  <a:pt x="1083707" y="951714"/>
                </a:cubicBezTo>
                <a:cubicBezTo>
                  <a:pt x="1085209" y="951714"/>
                  <a:pt x="1087665" y="952836"/>
                  <a:pt x="1089497" y="953219"/>
                </a:cubicBezTo>
                <a:cubicBezTo>
                  <a:pt x="1088837" y="955020"/>
                  <a:pt x="1088655" y="957116"/>
                  <a:pt x="1087481" y="958622"/>
                </a:cubicBezTo>
                <a:cubicBezTo>
                  <a:pt x="1083561" y="963611"/>
                  <a:pt x="1084293" y="972054"/>
                  <a:pt x="1073777" y="972409"/>
                </a:cubicBezTo>
                <a:cubicBezTo>
                  <a:pt x="1070882" y="972497"/>
                  <a:pt x="1068060" y="976364"/>
                  <a:pt x="1065349" y="978637"/>
                </a:cubicBezTo>
                <a:lnTo>
                  <a:pt x="1063407" y="981324"/>
                </a:lnTo>
                <a:cubicBezTo>
                  <a:pt x="1064982" y="982652"/>
                  <a:pt x="1066631" y="984158"/>
                  <a:pt x="1068573" y="984807"/>
                </a:cubicBezTo>
                <a:cubicBezTo>
                  <a:pt x="1070039" y="985280"/>
                  <a:pt x="1071431" y="985517"/>
                  <a:pt x="1072751" y="985517"/>
                </a:cubicBezTo>
                <a:cubicBezTo>
                  <a:pt x="1079786" y="985517"/>
                  <a:pt x="1084880" y="979582"/>
                  <a:pt x="1091622" y="978519"/>
                </a:cubicBezTo>
                <a:cubicBezTo>
                  <a:pt x="1091916" y="984542"/>
                  <a:pt x="1091183" y="991155"/>
                  <a:pt x="1100820" y="991155"/>
                </a:cubicBezTo>
                <a:cubicBezTo>
                  <a:pt x="1101259" y="991155"/>
                  <a:pt x="1101736" y="991155"/>
                  <a:pt x="1102249" y="991096"/>
                </a:cubicBezTo>
                <a:cubicBezTo>
                  <a:pt x="1103348" y="991037"/>
                  <a:pt x="1104704" y="990889"/>
                  <a:pt x="1105950" y="990889"/>
                </a:cubicBezTo>
                <a:cubicBezTo>
                  <a:pt x="1107416" y="990889"/>
                  <a:pt x="1108735" y="991066"/>
                  <a:pt x="1109430" y="991686"/>
                </a:cubicBezTo>
                <a:cubicBezTo>
                  <a:pt x="1112545" y="994521"/>
                  <a:pt x="1115403" y="995908"/>
                  <a:pt x="1118116" y="995908"/>
                </a:cubicBezTo>
                <a:cubicBezTo>
                  <a:pt x="1121230" y="995908"/>
                  <a:pt x="1124125" y="994048"/>
                  <a:pt x="1126983" y="990388"/>
                </a:cubicBezTo>
                <a:cubicBezTo>
                  <a:pt x="1128815" y="988055"/>
                  <a:pt x="1130720" y="986904"/>
                  <a:pt x="1132809" y="986904"/>
                </a:cubicBezTo>
                <a:cubicBezTo>
                  <a:pt x="1134641" y="986904"/>
                  <a:pt x="1136620" y="987790"/>
                  <a:pt x="1138782" y="989531"/>
                </a:cubicBezTo>
                <a:cubicBezTo>
                  <a:pt x="1140321" y="990771"/>
                  <a:pt x="1141787" y="991243"/>
                  <a:pt x="1143253" y="991243"/>
                </a:cubicBezTo>
                <a:cubicBezTo>
                  <a:pt x="1146147" y="991243"/>
                  <a:pt x="1148896" y="989413"/>
                  <a:pt x="1151827" y="988085"/>
                </a:cubicBezTo>
                <a:cubicBezTo>
                  <a:pt x="1156957" y="985752"/>
                  <a:pt x="1162051" y="984395"/>
                  <a:pt x="1167218" y="984395"/>
                </a:cubicBezTo>
                <a:cubicBezTo>
                  <a:pt x="1172384" y="984395"/>
                  <a:pt x="1177441" y="985694"/>
                  <a:pt x="1182717" y="988645"/>
                </a:cubicBezTo>
                <a:cubicBezTo>
                  <a:pt x="1188360" y="991804"/>
                  <a:pt x="1194370" y="995229"/>
                  <a:pt x="1201002" y="995229"/>
                </a:cubicBezTo>
                <a:cubicBezTo>
                  <a:pt x="1204337" y="995229"/>
                  <a:pt x="1207818" y="994343"/>
                  <a:pt x="1211446" y="992128"/>
                </a:cubicBezTo>
                <a:cubicBezTo>
                  <a:pt x="1211629" y="992011"/>
                  <a:pt x="1211885" y="991952"/>
                  <a:pt x="1212215" y="991952"/>
                </a:cubicBezTo>
                <a:cubicBezTo>
                  <a:pt x="1213681" y="991952"/>
                  <a:pt x="1216283" y="993191"/>
                  <a:pt x="1217858" y="994136"/>
                </a:cubicBezTo>
                <a:cubicBezTo>
                  <a:pt x="1223098" y="997355"/>
                  <a:pt x="1228558" y="998860"/>
                  <a:pt x="1233908" y="998860"/>
                </a:cubicBezTo>
                <a:cubicBezTo>
                  <a:pt x="1239038" y="998860"/>
                  <a:pt x="1244132" y="997473"/>
                  <a:pt x="1248859" y="994904"/>
                </a:cubicBezTo>
                <a:cubicBezTo>
                  <a:pt x="1254062" y="992071"/>
                  <a:pt x="1259706" y="991480"/>
                  <a:pt x="1265458" y="991480"/>
                </a:cubicBezTo>
                <a:cubicBezTo>
                  <a:pt x="1267546" y="991480"/>
                  <a:pt x="1269635" y="991568"/>
                  <a:pt x="1271724" y="991627"/>
                </a:cubicBezTo>
                <a:cubicBezTo>
                  <a:pt x="1273813" y="991715"/>
                  <a:pt x="1275901" y="991774"/>
                  <a:pt x="1277990" y="991774"/>
                </a:cubicBezTo>
                <a:cubicBezTo>
                  <a:pt x="1285025" y="991774"/>
                  <a:pt x="1291842" y="990859"/>
                  <a:pt x="1297778" y="985988"/>
                </a:cubicBezTo>
                <a:cubicBezTo>
                  <a:pt x="1302651" y="989148"/>
                  <a:pt x="1307268" y="992483"/>
                  <a:pt x="1308954" y="997974"/>
                </a:cubicBezTo>
                <a:cubicBezTo>
                  <a:pt x="1311299" y="998122"/>
                  <a:pt x="1313681" y="998151"/>
                  <a:pt x="1316025" y="998448"/>
                </a:cubicBezTo>
                <a:cubicBezTo>
                  <a:pt x="1316466" y="998505"/>
                  <a:pt x="1317675" y="998505"/>
                  <a:pt x="1319360" y="998505"/>
                </a:cubicBezTo>
                <a:cubicBezTo>
                  <a:pt x="1325040" y="998505"/>
                  <a:pt x="1335850" y="998269"/>
                  <a:pt x="1338012" y="998240"/>
                </a:cubicBezTo>
                <a:cubicBezTo>
                  <a:pt x="1338708" y="998240"/>
                  <a:pt x="1339367" y="998240"/>
                  <a:pt x="1340064" y="998240"/>
                </a:cubicBezTo>
                <a:cubicBezTo>
                  <a:pt x="1343068" y="998240"/>
                  <a:pt x="1346109" y="998418"/>
                  <a:pt x="1349005" y="998948"/>
                </a:cubicBezTo>
                <a:cubicBezTo>
                  <a:pt x="1352486" y="999568"/>
                  <a:pt x="1352963" y="1001369"/>
                  <a:pt x="1350947" y="1003555"/>
                </a:cubicBezTo>
                <a:cubicBezTo>
                  <a:pt x="1346806" y="1008042"/>
                  <a:pt x="1347026" y="1010728"/>
                  <a:pt x="1354538" y="1011289"/>
                </a:cubicBezTo>
                <a:cubicBezTo>
                  <a:pt x="1355124" y="1011319"/>
                  <a:pt x="1355711" y="1011348"/>
                  <a:pt x="1356260" y="1011348"/>
                </a:cubicBezTo>
                <a:cubicBezTo>
                  <a:pt x="1366007" y="1011348"/>
                  <a:pt x="1372969" y="1004853"/>
                  <a:pt x="1381764" y="1002698"/>
                </a:cubicBezTo>
                <a:cubicBezTo>
                  <a:pt x="1380371" y="999923"/>
                  <a:pt x="1377036" y="996350"/>
                  <a:pt x="1377953" y="994521"/>
                </a:cubicBezTo>
                <a:cubicBezTo>
                  <a:pt x="1379015" y="992395"/>
                  <a:pt x="1382717" y="991420"/>
                  <a:pt x="1386638" y="991420"/>
                </a:cubicBezTo>
                <a:cubicBezTo>
                  <a:pt x="1391035" y="991420"/>
                  <a:pt x="1395689" y="992631"/>
                  <a:pt x="1397265" y="994846"/>
                </a:cubicBezTo>
                <a:cubicBezTo>
                  <a:pt x="1398107" y="996025"/>
                  <a:pt x="1398400" y="996350"/>
                  <a:pt x="1398363" y="996350"/>
                </a:cubicBezTo>
                <a:cubicBezTo>
                  <a:pt x="1398363" y="996350"/>
                  <a:pt x="1398217" y="996262"/>
                  <a:pt x="1397997" y="996144"/>
                </a:cubicBezTo>
                <a:cubicBezTo>
                  <a:pt x="1397777" y="996025"/>
                  <a:pt x="1397484" y="995937"/>
                  <a:pt x="1397154" y="995937"/>
                </a:cubicBezTo>
                <a:cubicBezTo>
                  <a:pt x="1396531" y="995937"/>
                  <a:pt x="1395798" y="996291"/>
                  <a:pt x="1395139" y="997620"/>
                </a:cubicBezTo>
                <a:cubicBezTo>
                  <a:pt x="1393489" y="1000927"/>
                  <a:pt x="1392354" y="1003997"/>
                  <a:pt x="1397007" y="1004469"/>
                </a:cubicBezTo>
                <a:cubicBezTo>
                  <a:pt x="1399756" y="1004765"/>
                  <a:pt x="1402541" y="1004823"/>
                  <a:pt x="1405326" y="1004823"/>
                </a:cubicBezTo>
                <a:cubicBezTo>
                  <a:pt x="1407487" y="1004823"/>
                  <a:pt x="1409650" y="1004765"/>
                  <a:pt x="1411811" y="1004734"/>
                </a:cubicBezTo>
                <a:cubicBezTo>
                  <a:pt x="1413937" y="1004676"/>
                  <a:pt x="1416098" y="1004646"/>
                  <a:pt x="1418224" y="1004646"/>
                </a:cubicBezTo>
                <a:cubicBezTo>
                  <a:pt x="1418591" y="1004646"/>
                  <a:pt x="1418920" y="1004646"/>
                  <a:pt x="1419287" y="1004646"/>
                </a:cubicBezTo>
                <a:cubicBezTo>
                  <a:pt x="1425479" y="1004705"/>
                  <a:pt x="1431709" y="1004646"/>
                  <a:pt x="1437901" y="1005119"/>
                </a:cubicBezTo>
                <a:cubicBezTo>
                  <a:pt x="1439184" y="1005208"/>
                  <a:pt x="1440466" y="1005237"/>
                  <a:pt x="1441712" y="1005237"/>
                </a:cubicBezTo>
                <a:cubicBezTo>
                  <a:pt x="1442409" y="1005237"/>
                  <a:pt x="1443105" y="1005237"/>
                  <a:pt x="1443764" y="1005237"/>
                </a:cubicBezTo>
                <a:cubicBezTo>
                  <a:pt x="1444461" y="1005237"/>
                  <a:pt x="1445120" y="1005237"/>
                  <a:pt x="1445816" y="1005237"/>
                </a:cubicBezTo>
                <a:cubicBezTo>
                  <a:pt x="1450360" y="1005237"/>
                  <a:pt x="1454868" y="1005562"/>
                  <a:pt x="1459264" y="1008425"/>
                </a:cubicBezTo>
                <a:cubicBezTo>
                  <a:pt x="1460473" y="1009222"/>
                  <a:pt x="1461646" y="1009518"/>
                  <a:pt x="1462782" y="1009518"/>
                </a:cubicBezTo>
                <a:cubicBezTo>
                  <a:pt x="1465054" y="1009518"/>
                  <a:pt x="1467180" y="1008277"/>
                  <a:pt x="1469414" y="1007067"/>
                </a:cubicBezTo>
                <a:cubicBezTo>
                  <a:pt x="1471613" y="1005857"/>
                  <a:pt x="1473885" y="1004617"/>
                  <a:pt x="1476377" y="1004617"/>
                </a:cubicBezTo>
                <a:cubicBezTo>
                  <a:pt x="1477183" y="1004617"/>
                  <a:pt x="1478026" y="1004765"/>
                  <a:pt x="1478905" y="1005059"/>
                </a:cubicBezTo>
                <a:lnTo>
                  <a:pt x="1482570" y="1005384"/>
                </a:lnTo>
                <a:cubicBezTo>
                  <a:pt x="1486124" y="1006772"/>
                  <a:pt x="1488432" y="1009164"/>
                  <a:pt x="1488029" y="1012912"/>
                </a:cubicBezTo>
                <a:cubicBezTo>
                  <a:pt x="1486747" y="1024869"/>
                  <a:pt x="1486674" y="1025312"/>
                  <a:pt x="1494332" y="1025312"/>
                </a:cubicBezTo>
                <a:lnTo>
                  <a:pt x="1495358" y="1025312"/>
                </a:lnTo>
                <a:cubicBezTo>
                  <a:pt x="1500377" y="1025312"/>
                  <a:pt x="1506058" y="1024456"/>
                  <a:pt x="1511188" y="1024456"/>
                </a:cubicBezTo>
                <a:cubicBezTo>
                  <a:pt x="1514852" y="1024456"/>
                  <a:pt x="1518260" y="1024898"/>
                  <a:pt x="1520862" y="1026374"/>
                </a:cubicBezTo>
                <a:cubicBezTo>
                  <a:pt x="1528337" y="1030655"/>
                  <a:pt x="1535849" y="1031275"/>
                  <a:pt x="1543398" y="1031275"/>
                </a:cubicBezTo>
                <a:cubicBezTo>
                  <a:pt x="1544973" y="1031275"/>
                  <a:pt x="1546586" y="1031275"/>
                  <a:pt x="1548162" y="1031216"/>
                </a:cubicBezTo>
                <a:cubicBezTo>
                  <a:pt x="1549737" y="1031216"/>
                  <a:pt x="1551313" y="1031158"/>
                  <a:pt x="1552888" y="1031158"/>
                </a:cubicBezTo>
                <a:cubicBezTo>
                  <a:pt x="1554171" y="1031158"/>
                  <a:pt x="1555490" y="1031158"/>
                  <a:pt x="1556772" y="1031246"/>
                </a:cubicBezTo>
                <a:cubicBezTo>
                  <a:pt x="1558531" y="1031304"/>
                  <a:pt x="1560363" y="1031364"/>
                  <a:pt x="1562196" y="1031364"/>
                </a:cubicBezTo>
                <a:lnTo>
                  <a:pt x="1561793" y="1031629"/>
                </a:lnTo>
                <a:cubicBezTo>
                  <a:pt x="1566226" y="1031629"/>
                  <a:pt x="1570660" y="1031246"/>
                  <a:pt x="1574214" y="1029622"/>
                </a:cubicBezTo>
                <a:cubicBezTo>
                  <a:pt x="1580700" y="1026640"/>
                  <a:pt x="1576670" y="1019526"/>
                  <a:pt x="1577696" y="1014271"/>
                </a:cubicBezTo>
                <a:cubicBezTo>
                  <a:pt x="1578612" y="1009547"/>
                  <a:pt x="1580848" y="1005887"/>
                  <a:pt x="1584658" y="1002964"/>
                </a:cubicBezTo>
                <a:cubicBezTo>
                  <a:pt x="1586124" y="1001812"/>
                  <a:pt x="1588395" y="1001340"/>
                  <a:pt x="1590374" y="1001045"/>
                </a:cubicBezTo>
                <a:lnTo>
                  <a:pt x="1592317" y="1003672"/>
                </a:lnTo>
                <a:cubicBezTo>
                  <a:pt x="1592682" y="1005857"/>
                  <a:pt x="1592499" y="1008130"/>
                  <a:pt x="1592682" y="1010344"/>
                </a:cubicBezTo>
                <a:cubicBezTo>
                  <a:pt x="1593526" y="1020440"/>
                  <a:pt x="1594149" y="1024544"/>
                  <a:pt x="1598106" y="1024544"/>
                </a:cubicBezTo>
                <a:cubicBezTo>
                  <a:pt x="1600671" y="1024544"/>
                  <a:pt x="1604665" y="1022832"/>
                  <a:pt x="1611041" y="1019939"/>
                </a:cubicBezTo>
                <a:cubicBezTo>
                  <a:pt x="1617270" y="1017134"/>
                  <a:pt x="1623609" y="1014536"/>
                  <a:pt x="1629876" y="1011850"/>
                </a:cubicBezTo>
                <a:lnTo>
                  <a:pt x="1630755" y="1009045"/>
                </a:lnTo>
                <a:cubicBezTo>
                  <a:pt x="1635848" y="1003584"/>
                  <a:pt x="1638414" y="1000927"/>
                  <a:pt x="1641126" y="1000927"/>
                </a:cubicBezTo>
                <a:cubicBezTo>
                  <a:pt x="1643361" y="1000927"/>
                  <a:pt x="1645706" y="1002787"/>
                  <a:pt x="1649663" y="1006418"/>
                </a:cubicBezTo>
                <a:cubicBezTo>
                  <a:pt x="1654024" y="1010432"/>
                  <a:pt x="1658311" y="1011998"/>
                  <a:pt x="1662781" y="1011998"/>
                </a:cubicBezTo>
                <a:cubicBezTo>
                  <a:pt x="1666042" y="1011998"/>
                  <a:pt x="1669377" y="1011171"/>
                  <a:pt x="1672969" y="1009783"/>
                </a:cubicBezTo>
                <a:cubicBezTo>
                  <a:pt x="1677475" y="1008071"/>
                  <a:pt x="1683998" y="1007126"/>
                  <a:pt x="1685866" y="1004026"/>
                </a:cubicBezTo>
                <a:cubicBezTo>
                  <a:pt x="1690410" y="996410"/>
                  <a:pt x="1695138" y="990564"/>
                  <a:pt x="1704884" y="990564"/>
                </a:cubicBezTo>
                <a:cubicBezTo>
                  <a:pt x="1705874" y="990564"/>
                  <a:pt x="1706900" y="990624"/>
                  <a:pt x="1707963" y="990742"/>
                </a:cubicBezTo>
                <a:cubicBezTo>
                  <a:pt x="1707963" y="990742"/>
                  <a:pt x="1707999" y="990742"/>
                  <a:pt x="1708035" y="990742"/>
                </a:cubicBezTo>
                <a:cubicBezTo>
                  <a:pt x="1709282" y="990742"/>
                  <a:pt x="1711774" y="987760"/>
                  <a:pt x="1712067" y="985988"/>
                </a:cubicBezTo>
                <a:cubicBezTo>
                  <a:pt x="1712690" y="982328"/>
                  <a:pt x="1713972" y="980025"/>
                  <a:pt x="1716134" y="980025"/>
                </a:cubicBezTo>
                <a:lnTo>
                  <a:pt x="1717528" y="980765"/>
                </a:lnTo>
                <a:lnTo>
                  <a:pt x="1717123" y="981324"/>
                </a:lnTo>
                <a:cubicBezTo>
                  <a:pt x="1718699" y="982652"/>
                  <a:pt x="1720348" y="984158"/>
                  <a:pt x="1722290" y="984807"/>
                </a:cubicBezTo>
                <a:lnTo>
                  <a:pt x="1725781" y="985399"/>
                </a:lnTo>
                <a:lnTo>
                  <a:pt x="1735409" y="991007"/>
                </a:lnTo>
                <a:cubicBezTo>
                  <a:pt x="1738377" y="991007"/>
                  <a:pt x="1741638" y="989797"/>
                  <a:pt x="1745522" y="986697"/>
                </a:cubicBezTo>
                <a:lnTo>
                  <a:pt x="1746356" y="986485"/>
                </a:lnTo>
                <a:lnTo>
                  <a:pt x="1746434" y="987096"/>
                </a:lnTo>
                <a:cubicBezTo>
                  <a:pt x="1747492" y="989502"/>
                  <a:pt x="1749718" y="991155"/>
                  <a:pt x="1754537" y="991155"/>
                </a:cubicBezTo>
                <a:cubicBezTo>
                  <a:pt x="1754976" y="991155"/>
                  <a:pt x="1755453" y="991155"/>
                  <a:pt x="1755965" y="991096"/>
                </a:cubicBezTo>
                <a:cubicBezTo>
                  <a:pt x="1757065" y="991037"/>
                  <a:pt x="1758421" y="990889"/>
                  <a:pt x="1759666" y="990889"/>
                </a:cubicBezTo>
                <a:cubicBezTo>
                  <a:pt x="1761132" y="990889"/>
                  <a:pt x="1762451" y="991066"/>
                  <a:pt x="1763147" y="991686"/>
                </a:cubicBezTo>
                <a:cubicBezTo>
                  <a:pt x="1766262" y="994521"/>
                  <a:pt x="1769121" y="995908"/>
                  <a:pt x="1771832" y="995908"/>
                </a:cubicBezTo>
                <a:cubicBezTo>
                  <a:pt x="1774947" y="995908"/>
                  <a:pt x="1777842" y="994048"/>
                  <a:pt x="1780699" y="990388"/>
                </a:cubicBezTo>
                <a:cubicBezTo>
                  <a:pt x="1782532" y="988055"/>
                  <a:pt x="1784437" y="986904"/>
                  <a:pt x="1786525" y="986904"/>
                </a:cubicBezTo>
                <a:cubicBezTo>
                  <a:pt x="1788358" y="986904"/>
                  <a:pt x="1790337" y="987790"/>
                  <a:pt x="1792499" y="989531"/>
                </a:cubicBezTo>
                <a:cubicBezTo>
                  <a:pt x="1794037" y="990771"/>
                  <a:pt x="1795504" y="991243"/>
                  <a:pt x="1796969" y="991243"/>
                </a:cubicBezTo>
                <a:cubicBezTo>
                  <a:pt x="1799864" y="991243"/>
                  <a:pt x="1802613" y="989413"/>
                  <a:pt x="1805543" y="988085"/>
                </a:cubicBezTo>
                <a:cubicBezTo>
                  <a:pt x="1810673" y="985752"/>
                  <a:pt x="1815767" y="984395"/>
                  <a:pt x="1820934" y="984395"/>
                </a:cubicBezTo>
                <a:cubicBezTo>
                  <a:pt x="1826101" y="984395"/>
                  <a:pt x="1831158" y="985694"/>
                  <a:pt x="1836434" y="988645"/>
                </a:cubicBezTo>
                <a:cubicBezTo>
                  <a:pt x="1842077" y="991804"/>
                  <a:pt x="1848086" y="995229"/>
                  <a:pt x="1854719" y="995229"/>
                </a:cubicBezTo>
                <a:cubicBezTo>
                  <a:pt x="1858053" y="995229"/>
                  <a:pt x="1861535" y="994343"/>
                  <a:pt x="1865162" y="992128"/>
                </a:cubicBezTo>
                <a:cubicBezTo>
                  <a:pt x="1865345" y="992011"/>
                  <a:pt x="1865602" y="991952"/>
                  <a:pt x="1865932" y="991952"/>
                </a:cubicBezTo>
                <a:cubicBezTo>
                  <a:pt x="1867397" y="991952"/>
                  <a:pt x="1870000" y="993191"/>
                  <a:pt x="1871575" y="994136"/>
                </a:cubicBezTo>
                <a:cubicBezTo>
                  <a:pt x="1876815" y="997355"/>
                  <a:pt x="1882274" y="998860"/>
                  <a:pt x="1887624" y="998860"/>
                </a:cubicBezTo>
                <a:cubicBezTo>
                  <a:pt x="1892755" y="998860"/>
                  <a:pt x="1897848" y="997473"/>
                  <a:pt x="1902575" y="994904"/>
                </a:cubicBezTo>
                <a:cubicBezTo>
                  <a:pt x="1907779" y="992071"/>
                  <a:pt x="1913422" y="991480"/>
                  <a:pt x="1919175" y="991480"/>
                </a:cubicBezTo>
                <a:cubicBezTo>
                  <a:pt x="1921263" y="991480"/>
                  <a:pt x="1923352" y="991568"/>
                  <a:pt x="1925441" y="991627"/>
                </a:cubicBezTo>
                <a:cubicBezTo>
                  <a:pt x="1927529" y="991715"/>
                  <a:pt x="1929617" y="991774"/>
                  <a:pt x="1931707" y="991774"/>
                </a:cubicBezTo>
                <a:cubicBezTo>
                  <a:pt x="1938742" y="991774"/>
                  <a:pt x="1945558" y="990859"/>
                  <a:pt x="1951494" y="985988"/>
                </a:cubicBezTo>
                <a:cubicBezTo>
                  <a:pt x="1956367" y="989148"/>
                  <a:pt x="1960985" y="992483"/>
                  <a:pt x="1962670" y="997974"/>
                </a:cubicBezTo>
                <a:cubicBezTo>
                  <a:pt x="1965016" y="998122"/>
                  <a:pt x="1967398" y="998151"/>
                  <a:pt x="1969742" y="998448"/>
                </a:cubicBezTo>
                <a:cubicBezTo>
                  <a:pt x="1970182" y="998505"/>
                  <a:pt x="1971391" y="998505"/>
                  <a:pt x="1973077" y="998505"/>
                </a:cubicBezTo>
                <a:lnTo>
                  <a:pt x="1974884" y="998479"/>
                </a:lnTo>
                <a:lnTo>
                  <a:pt x="1974799" y="998890"/>
                </a:lnTo>
                <a:cubicBezTo>
                  <a:pt x="1974690" y="1000513"/>
                  <a:pt x="1976961" y="1002285"/>
                  <a:pt x="1978170" y="1003967"/>
                </a:cubicBezTo>
                <a:lnTo>
                  <a:pt x="1980406" y="1001311"/>
                </a:lnTo>
                <a:lnTo>
                  <a:pt x="1982320" y="998374"/>
                </a:lnTo>
                <a:lnTo>
                  <a:pt x="1991729" y="998240"/>
                </a:lnTo>
                <a:cubicBezTo>
                  <a:pt x="1992424" y="998240"/>
                  <a:pt x="1993084" y="998240"/>
                  <a:pt x="1993780" y="998240"/>
                </a:cubicBezTo>
                <a:cubicBezTo>
                  <a:pt x="1996785" y="998240"/>
                  <a:pt x="1999827" y="998418"/>
                  <a:pt x="2002721" y="998948"/>
                </a:cubicBezTo>
                <a:cubicBezTo>
                  <a:pt x="2006203" y="999568"/>
                  <a:pt x="2006679" y="1001369"/>
                  <a:pt x="2004663" y="1003555"/>
                </a:cubicBezTo>
                <a:cubicBezTo>
                  <a:pt x="2000523" y="1008042"/>
                  <a:pt x="2000743" y="1010728"/>
                  <a:pt x="2008255" y="1011289"/>
                </a:cubicBezTo>
                <a:cubicBezTo>
                  <a:pt x="2008841" y="1011319"/>
                  <a:pt x="2009427" y="1011348"/>
                  <a:pt x="2009977" y="1011348"/>
                </a:cubicBezTo>
                <a:cubicBezTo>
                  <a:pt x="2019724" y="1011348"/>
                  <a:pt x="2026686" y="1004853"/>
                  <a:pt x="2035480" y="1002698"/>
                </a:cubicBezTo>
                <a:cubicBezTo>
                  <a:pt x="2034088" y="999923"/>
                  <a:pt x="2030754" y="996350"/>
                  <a:pt x="2031670" y="994521"/>
                </a:cubicBezTo>
                <a:cubicBezTo>
                  <a:pt x="2032732" y="992395"/>
                  <a:pt x="2036433" y="991420"/>
                  <a:pt x="2040354" y="991420"/>
                </a:cubicBezTo>
                <a:cubicBezTo>
                  <a:pt x="2044751" y="991420"/>
                  <a:pt x="2049405" y="992631"/>
                  <a:pt x="2050981" y="994846"/>
                </a:cubicBezTo>
                <a:cubicBezTo>
                  <a:pt x="2051823" y="996025"/>
                  <a:pt x="2052116" y="996350"/>
                  <a:pt x="2052080" y="996350"/>
                </a:cubicBezTo>
                <a:cubicBezTo>
                  <a:pt x="2052080" y="996350"/>
                  <a:pt x="2051934" y="996262"/>
                  <a:pt x="2051713" y="996144"/>
                </a:cubicBezTo>
                <a:cubicBezTo>
                  <a:pt x="2051493" y="996025"/>
                  <a:pt x="2051201" y="995937"/>
                  <a:pt x="2050871" y="995937"/>
                </a:cubicBezTo>
                <a:cubicBezTo>
                  <a:pt x="2050248" y="995937"/>
                  <a:pt x="2049515" y="996291"/>
                  <a:pt x="2048855" y="997620"/>
                </a:cubicBezTo>
                <a:cubicBezTo>
                  <a:pt x="2047206" y="1000927"/>
                  <a:pt x="2046070" y="1003997"/>
                  <a:pt x="2050724" y="1004469"/>
                </a:cubicBezTo>
                <a:cubicBezTo>
                  <a:pt x="2053472" y="1004765"/>
                  <a:pt x="2056257" y="1004823"/>
                  <a:pt x="2059042" y="1004823"/>
                </a:cubicBezTo>
                <a:cubicBezTo>
                  <a:pt x="2061204" y="1004823"/>
                  <a:pt x="2063366" y="1004765"/>
                  <a:pt x="2065528" y="1004734"/>
                </a:cubicBezTo>
                <a:cubicBezTo>
                  <a:pt x="2067654" y="1004676"/>
                  <a:pt x="2069815" y="1004646"/>
                  <a:pt x="2071940" y="1004646"/>
                </a:cubicBezTo>
                <a:cubicBezTo>
                  <a:pt x="2072307" y="1004646"/>
                  <a:pt x="2072637" y="1004646"/>
                  <a:pt x="2073003" y="1004646"/>
                </a:cubicBezTo>
                <a:cubicBezTo>
                  <a:pt x="2079196" y="1004705"/>
                  <a:pt x="2085426" y="1004646"/>
                  <a:pt x="2091618" y="1005119"/>
                </a:cubicBezTo>
                <a:cubicBezTo>
                  <a:pt x="2092900" y="1005208"/>
                  <a:pt x="2094183" y="1005237"/>
                  <a:pt x="2095429" y="1005237"/>
                </a:cubicBezTo>
                <a:cubicBezTo>
                  <a:pt x="2096126" y="1005237"/>
                  <a:pt x="2096821" y="1005237"/>
                  <a:pt x="2097481" y="1005237"/>
                </a:cubicBezTo>
                <a:cubicBezTo>
                  <a:pt x="2098177" y="1005237"/>
                  <a:pt x="2098837" y="1005237"/>
                  <a:pt x="2099533" y="1005237"/>
                </a:cubicBezTo>
                <a:cubicBezTo>
                  <a:pt x="2104076" y="1005237"/>
                  <a:pt x="2108584" y="1005562"/>
                  <a:pt x="2112981" y="1008425"/>
                </a:cubicBezTo>
                <a:cubicBezTo>
                  <a:pt x="2114190" y="1009222"/>
                  <a:pt x="2115362" y="1009518"/>
                  <a:pt x="2116499" y="1009518"/>
                </a:cubicBezTo>
                <a:cubicBezTo>
                  <a:pt x="2118771" y="1009518"/>
                  <a:pt x="2120896" y="1008277"/>
                  <a:pt x="2123132" y="1007067"/>
                </a:cubicBezTo>
                <a:cubicBezTo>
                  <a:pt x="2125330" y="1005857"/>
                  <a:pt x="2127602" y="1004617"/>
                  <a:pt x="2130094" y="1004617"/>
                </a:cubicBezTo>
                <a:cubicBezTo>
                  <a:pt x="2130900" y="1004617"/>
                  <a:pt x="2131742" y="1004765"/>
                  <a:pt x="2132621" y="1005059"/>
                </a:cubicBezTo>
                <a:lnTo>
                  <a:pt x="2136286" y="1005384"/>
                </a:lnTo>
                <a:cubicBezTo>
                  <a:pt x="2139841" y="1006772"/>
                  <a:pt x="2142149" y="1009164"/>
                  <a:pt x="2141745" y="1012912"/>
                </a:cubicBezTo>
                <a:cubicBezTo>
                  <a:pt x="2140463" y="1024869"/>
                  <a:pt x="2140390" y="1025312"/>
                  <a:pt x="2148048" y="1025312"/>
                </a:cubicBezTo>
                <a:lnTo>
                  <a:pt x="2149074" y="1025312"/>
                </a:lnTo>
                <a:cubicBezTo>
                  <a:pt x="2154095" y="1025312"/>
                  <a:pt x="2159774" y="1024456"/>
                  <a:pt x="2164904" y="1024456"/>
                </a:cubicBezTo>
                <a:cubicBezTo>
                  <a:pt x="2168569" y="1024456"/>
                  <a:pt x="2171977" y="1024898"/>
                  <a:pt x="2174578" y="1026374"/>
                </a:cubicBezTo>
                <a:cubicBezTo>
                  <a:pt x="2182053" y="1030655"/>
                  <a:pt x="2189566" y="1031275"/>
                  <a:pt x="2197114" y="1031275"/>
                </a:cubicBezTo>
                <a:cubicBezTo>
                  <a:pt x="2198690" y="1031275"/>
                  <a:pt x="2200302" y="1031275"/>
                  <a:pt x="2201878" y="1031216"/>
                </a:cubicBezTo>
                <a:cubicBezTo>
                  <a:pt x="2203453" y="1031216"/>
                  <a:pt x="2205029" y="1031158"/>
                  <a:pt x="2206605" y="1031158"/>
                </a:cubicBezTo>
                <a:cubicBezTo>
                  <a:pt x="2207887" y="1031158"/>
                  <a:pt x="2209207" y="1031158"/>
                  <a:pt x="2210489" y="1031246"/>
                </a:cubicBezTo>
                <a:cubicBezTo>
                  <a:pt x="2212247" y="1031304"/>
                  <a:pt x="2214080" y="1031364"/>
                  <a:pt x="2215912" y="1031364"/>
                </a:cubicBezTo>
                <a:lnTo>
                  <a:pt x="2215510" y="1031629"/>
                </a:lnTo>
                <a:cubicBezTo>
                  <a:pt x="2219943" y="1031629"/>
                  <a:pt x="2224376" y="1031246"/>
                  <a:pt x="2227931" y="1029622"/>
                </a:cubicBezTo>
                <a:cubicBezTo>
                  <a:pt x="2234417" y="1026640"/>
                  <a:pt x="2230386" y="1019526"/>
                  <a:pt x="2231412" y="1014271"/>
                </a:cubicBezTo>
                <a:cubicBezTo>
                  <a:pt x="2232328" y="1009547"/>
                  <a:pt x="2234564" y="1005887"/>
                  <a:pt x="2238374" y="1002964"/>
                </a:cubicBezTo>
                <a:cubicBezTo>
                  <a:pt x="2239841" y="1001812"/>
                  <a:pt x="2242112" y="1001340"/>
                  <a:pt x="2244091" y="1001045"/>
                </a:cubicBezTo>
                <a:lnTo>
                  <a:pt x="2246033" y="1003672"/>
                </a:lnTo>
                <a:cubicBezTo>
                  <a:pt x="2246399" y="1005857"/>
                  <a:pt x="2246216" y="1008130"/>
                  <a:pt x="2246399" y="1010344"/>
                </a:cubicBezTo>
                <a:cubicBezTo>
                  <a:pt x="2247242" y="1020440"/>
                  <a:pt x="2247865" y="1024544"/>
                  <a:pt x="2251823" y="1024544"/>
                </a:cubicBezTo>
                <a:cubicBezTo>
                  <a:pt x="2254388" y="1024544"/>
                  <a:pt x="2258382" y="1022832"/>
                  <a:pt x="2264758" y="1019939"/>
                </a:cubicBezTo>
                <a:cubicBezTo>
                  <a:pt x="2270988" y="1017134"/>
                  <a:pt x="2277326" y="1014536"/>
                  <a:pt x="2283592" y="1011850"/>
                </a:cubicBezTo>
                <a:lnTo>
                  <a:pt x="2284472" y="1009045"/>
                </a:lnTo>
                <a:cubicBezTo>
                  <a:pt x="2289565" y="1003584"/>
                  <a:pt x="2292130" y="1000927"/>
                  <a:pt x="2294842" y="1000927"/>
                </a:cubicBezTo>
                <a:cubicBezTo>
                  <a:pt x="2297077" y="1000927"/>
                  <a:pt x="2299423" y="1002787"/>
                  <a:pt x="2303380" y="1006418"/>
                </a:cubicBezTo>
                <a:cubicBezTo>
                  <a:pt x="2307741" y="1010432"/>
                  <a:pt x="2312028" y="1011998"/>
                  <a:pt x="2316498" y="1011998"/>
                </a:cubicBezTo>
                <a:cubicBezTo>
                  <a:pt x="2319759" y="1011998"/>
                  <a:pt x="2323094" y="1011171"/>
                  <a:pt x="2326685" y="1009783"/>
                </a:cubicBezTo>
                <a:cubicBezTo>
                  <a:pt x="2331192" y="1008071"/>
                  <a:pt x="2337714" y="1007126"/>
                  <a:pt x="2339584" y="1004026"/>
                </a:cubicBezTo>
                <a:cubicBezTo>
                  <a:pt x="2344127" y="996410"/>
                  <a:pt x="2348855" y="990564"/>
                  <a:pt x="2358602" y="990564"/>
                </a:cubicBezTo>
                <a:cubicBezTo>
                  <a:pt x="2359591" y="990564"/>
                  <a:pt x="2360617" y="990624"/>
                  <a:pt x="2361679" y="990742"/>
                </a:cubicBezTo>
                <a:cubicBezTo>
                  <a:pt x="2361679" y="990742"/>
                  <a:pt x="2361716" y="990742"/>
                  <a:pt x="2361753" y="990742"/>
                </a:cubicBezTo>
                <a:cubicBezTo>
                  <a:pt x="2362999" y="990742"/>
                  <a:pt x="2365490" y="987760"/>
                  <a:pt x="2365784" y="985988"/>
                </a:cubicBezTo>
                <a:lnTo>
                  <a:pt x="2368925" y="981383"/>
                </a:lnTo>
                <a:lnTo>
                  <a:pt x="2370560" y="980402"/>
                </a:lnTo>
                <a:lnTo>
                  <a:pt x="2374578" y="982534"/>
                </a:lnTo>
                <a:cubicBezTo>
                  <a:pt x="2379341" y="986816"/>
                  <a:pt x="2383665" y="991007"/>
                  <a:pt x="2389125" y="991007"/>
                </a:cubicBezTo>
                <a:cubicBezTo>
                  <a:pt x="2392094" y="991007"/>
                  <a:pt x="2395355" y="989797"/>
                  <a:pt x="2399239" y="986697"/>
                </a:cubicBezTo>
                <a:cubicBezTo>
                  <a:pt x="2401107" y="985192"/>
                  <a:pt x="2405395" y="984276"/>
                  <a:pt x="2408766" y="984276"/>
                </a:cubicBezTo>
                <a:cubicBezTo>
                  <a:pt x="2410708" y="984276"/>
                  <a:pt x="2412321" y="984601"/>
                  <a:pt x="2412980" y="985280"/>
                </a:cubicBezTo>
                <a:cubicBezTo>
                  <a:pt x="2416205" y="988675"/>
                  <a:pt x="2419466" y="989885"/>
                  <a:pt x="2422544" y="989885"/>
                </a:cubicBezTo>
                <a:cubicBezTo>
                  <a:pt x="2427454" y="989885"/>
                  <a:pt x="2431998" y="986845"/>
                  <a:pt x="2435296" y="984719"/>
                </a:cubicBezTo>
                <a:lnTo>
                  <a:pt x="2452722" y="979499"/>
                </a:lnTo>
                <a:lnTo>
                  <a:pt x="2462119" y="982298"/>
                </a:lnTo>
                <a:lnTo>
                  <a:pt x="2473388" y="980017"/>
                </a:lnTo>
                <a:lnTo>
                  <a:pt x="2473918" y="980114"/>
                </a:lnTo>
                <a:lnTo>
                  <a:pt x="2481654" y="981145"/>
                </a:lnTo>
                <a:lnTo>
                  <a:pt x="2488246" y="984188"/>
                </a:lnTo>
                <a:lnTo>
                  <a:pt x="2494952" y="983095"/>
                </a:lnTo>
                <a:lnTo>
                  <a:pt x="2495358" y="982972"/>
                </a:lnTo>
                <a:lnTo>
                  <a:pt x="2509791" y="984896"/>
                </a:lnTo>
                <a:cubicBezTo>
                  <a:pt x="2513053" y="985014"/>
                  <a:pt x="2516278" y="985043"/>
                  <a:pt x="2519539" y="985043"/>
                </a:cubicBezTo>
                <a:cubicBezTo>
                  <a:pt x="2520931" y="985043"/>
                  <a:pt x="2522287" y="985043"/>
                  <a:pt x="2523679" y="985043"/>
                </a:cubicBezTo>
                <a:cubicBezTo>
                  <a:pt x="2525035" y="985043"/>
                  <a:pt x="2526391" y="985043"/>
                  <a:pt x="2527710" y="985043"/>
                </a:cubicBezTo>
                <a:cubicBezTo>
                  <a:pt x="2531704" y="985043"/>
                  <a:pt x="2535662" y="985073"/>
                  <a:pt x="2539619" y="985280"/>
                </a:cubicBezTo>
                <a:cubicBezTo>
                  <a:pt x="2543210" y="985457"/>
                  <a:pt x="2545519" y="987996"/>
                  <a:pt x="2545995" y="991420"/>
                </a:cubicBezTo>
                <a:cubicBezTo>
                  <a:pt x="2550576" y="991538"/>
                  <a:pt x="2555706" y="992483"/>
                  <a:pt x="2560176" y="992483"/>
                </a:cubicBezTo>
                <a:cubicBezTo>
                  <a:pt x="2562888" y="992483"/>
                  <a:pt x="2565380" y="992159"/>
                  <a:pt x="2567358" y="991096"/>
                </a:cubicBezTo>
                <a:cubicBezTo>
                  <a:pt x="2581210" y="983745"/>
                  <a:pt x="2595757" y="985812"/>
                  <a:pt x="2610195" y="984689"/>
                </a:cubicBezTo>
                <a:cubicBezTo>
                  <a:pt x="2614775" y="984335"/>
                  <a:pt x="2619135" y="981679"/>
                  <a:pt x="2623606" y="980114"/>
                </a:cubicBezTo>
                <a:cubicBezTo>
                  <a:pt x="2625401" y="979464"/>
                  <a:pt x="2627307" y="978903"/>
                  <a:pt x="2629066" y="978903"/>
                </a:cubicBezTo>
                <a:cubicBezTo>
                  <a:pt x="2630825" y="978903"/>
                  <a:pt x="2632327" y="979435"/>
                  <a:pt x="2633646" y="980940"/>
                </a:cubicBezTo>
                <a:cubicBezTo>
                  <a:pt x="2634269" y="981649"/>
                  <a:pt x="2631631" y="984305"/>
                  <a:pt x="2631118" y="986195"/>
                </a:cubicBezTo>
                <a:cubicBezTo>
                  <a:pt x="2629982" y="990388"/>
                  <a:pt x="2628809" y="994609"/>
                  <a:pt x="2628516" y="998890"/>
                </a:cubicBezTo>
                <a:cubicBezTo>
                  <a:pt x="2628406" y="1000513"/>
                  <a:pt x="2630678" y="1002285"/>
                  <a:pt x="2631887" y="1003967"/>
                </a:cubicBezTo>
                <a:lnTo>
                  <a:pt x="2634123" y="1001311"/>
                </a:lnTo>
                <a:cubicBezTo>
                  <a:pt x="2637091" y="989265"/>
                  <a:pt x="2645445" y="985103"/>
                  <a:pt x="2657061" y="985103"/>
                </a:cubicBezTo>
                <a:cubicBezTo>
                  <a:pt x="2658563" y="985103"/>
                  <a:pt x="2660139" y="985162"/>
                  <a:pt x="2661788" y="985310"/>
                </a:cubicBezTo>
                <a:cubicBezTo>
                  <a:pt x="2669116" y="985900"/>
                  <a:pt x="2676445" y="985073"/>
                  <a:pt x="2683115" y="989531"/>
                </a:cubicBezTo>
                <a:cubicBezTo>
                  <a:pt x="2684251" y="990299"/>
                  <a:pt x="2686192" y="990653"/>
                  <a:pt x="2688135" y="990653"/>
                </a:cubicBezTo>
                <a:cubicBezTo>
                  <a:pt x="2690077" y="990653"/>
                  <a:pt x="2691946" y="990299"/>
                  <a:pt x="2693155" y="989619"/>
                </a:cubicBezTo>
                <a:cubicBezTo>
                  <a:pt x="2697625" y="987051"/>
                  <a:pt x="2702828" y="984807"/>
                  <a:pt x="2707446" y="984807"/>
                </a:cubicBezTo>
                <a:cubicBezTo>
                  <a:pt x="2709790" y="984807"/>
                  <a:pt x="2711952" y="985398"/>
                  <a:pt x="2713785" y="986816"/>
                </a:cubicBezTo>
                <a:cubicBezTo>
                  <a:pt x="2715911" y="988498"/>
                  <a:pt x="2717853" y="989089"/>
                  <a:pt x="2719612" y="989089"/>
                </a:cubicBezTo>
                <a:cubicBezTo>
                  <a:pt x="2721847" y="989089"/>
                  <a:pt x="2723825" y="988144"/>
                  <a:pt x="2725694" y="987170"/>
                </a:cubicBezTo>
                <a:cubicBezTo>
                  <a:pt x="2727563" y="986225"/>
                  <a:pt x="2729285" y="985250"/>
                  <a:pt x="2731044" y="985250"/>
                </a:cubicBezTo>
                <a:cubicBezTo>
                  <a:pt x="2731630" y="985250"/>
                  <a:pt x="2732180" y="985368"/>
                  <a:pt x="2732766" y="985605"/>
                </a:cubicBezTo>
                <a:cubicBezTo>
                  <a:pt x="2736284" y="987081"/>
                  <a:pt x="2739508" y="987641"/>
                  <a:pt x="2742697" y="987641"/>
                </a:cubicBezTo>
                <a:cubicBezTo>
                  <a:pt x="2746911" y="987641"/>
                  <a:pt x="2751015" y="986697"/>
                  <a:pt x="2755595" y="985664"/>
                </a:cubicBezTo>
                <a:cubicBezTo>
                  <a:pt x="2758307" y="985043"/>
                  <a:pt x="2761129" y="984838"/>
                  <a:pt x="2763987" y="984838"/>
                </a:cubicBezTo>
                <a:cubicBezTo>
                  <a:pt x="2769666" y="984838"/>
                  <a:pt x="2775529" y="985694"/>
                  <a:pt x="2781209" y="986137"/>
                </a:cubicBezTo>
                <a:cubicBezTo>
                  <a:pt x="2784690" y="986402"/>
                  <a:pt x="2784250" y="988321"/>
                  <a:pt x="2781979" y="990918"/>
                </a:cubicBezTo>
                <a:cubicBezTo>
                  <a:pt x="2779927" y="993310"/>
                  <a:pt x="2777434" y="997178"/>
                  <a:pt x="2778277" y="999480"/>
                </a:cubicBezTo>
                <a:cubicBezTo>
                  <a:pt x="2779267" y="1002167"/>
                  <a:pt x="2780402" y="1003081"/>
                  <a:pt x="2781612" y="1003081"/>
                </a:cubicBezTo>
                <a:cubicBezTo>
                  <a:pt x="2783884" y="1003081"/>
                  <a:pt x="2786449" y="999982"/>
                  <a:pt x="2788757" y="999510"/>
                </a:cubicBezTo>
                <a:cubicBezTo>
                  <a:pt x="2799348" y="997355"/>
                  <a:pt x="2811550" y="1000897"/>
                  <a:pt x="2820381" y="992365"/>
                </a:cubicBezTo>
                <a:cubicBezTo>
                  <a:pt x="2821297" y="992425"/>
                  <a:pt x="2822213" y="992454"/>
                  <a:pt x="2823166" y="992454"/>
                </a:cubicBezTo>
                <a:cubicBezTo>
                  <a:pt x="2825731" y="992454"/>
                  <a:pt x="2828259" y="992248"/>
                  <a:pt x="2830860" y="992041"/>
                </a:cubicBezTo>
                <a:cubicBezTo>
                  <a:pt x="2833425" y="991834"/>
                  <a:pt x="2835990" y="991627"/>
                  <a:pt x="2838519" y="991627"/>
                </a:cubicBezTo>
                <a:cubicBezTo>
                  <a:pt x="2843393" y="991627"/>
                  <a:pt x="2848193" y="992365"/>
                  <a:pt x="2852920" y="995200"/>
                </a:cubicBezTo>
                <a:cubicBezTo>
                  <a:pt x="2856658" y="997473"/>
                  <a:pt x="2862080" y="998034"/>
                  <a:pt x="2866808" y="998211"/>
                </a:cubicBezTo>
                <a:cubicBezTo>
                  <a:pt x="2870765" y="998358"/>
                  <a:pt x="2874722" y="998388"/>
                  <a:pt x="2878716" y="998388"/>
                </a:cubicBezTo>
                <a:cubicBezTo>
                  <a:pt x="2881318" y="998388"/>
                  <a:pt x="2883956" y="998388"/>
                  <a:pt x="2886559" y="998358"/>
                </a:cubicBezTo>
                <a:cubicBezTo>
                  <a:pt x="2889160" y="998358"/>
                  <a:pt x="2891762" y="998329"/>
                  <a:pt x="2894400" y="998329"/>
                </a:cubicBezTo>
                <a:cubicBezTo>
                  <a:pt x="2896379" y="998329"/>
                  <a:pt x="2898394" y="998329"/>
                  <a:pt x="2900373" y="998358"/>
                </a:cubicBezTo>
                <a:cubicBezTo>
                  <a:pt x="2900593" y="998358"/>
                  <a:pt x="2900812" y="998358"/>
                  <a:pt x="2901033" y="998358"/>
                </a:cubicBezTo>
                <a:cubicBezTo>
                  <a:pt x="2908618" y="998358"/>
                  <a:pt x="2915873" y="996470"/>
                  <a:pt x="2923165" y="994550"/>
                </a:cubicBezTo>
                <a:cubicBezTo>
                  <a:pt x="2930421" y="992660"/>
                  <a:pt x="2937675" y="990742"/>
                  <a:pt x="2945261" y="990742"/>
                </a:cubicBezTo>
                <a:cubicBezTo>
                  <a:pt x="2947130" y="990742"/>
                  <a:pt x="2948998" y="990859"/>
                  <a:pt x="2950904" y="991096"/>
                </a:cubicBezTo>
                <a:lnTo>
                  <a:pt x="2953982" y="989531"/>
                </a:lnTo>
                <a:lnTo>
                  <a:pt x="2955044" y="987494"/>
                </a:lnTo>
                <a:lnTo>
                  <a:pt x="2952407" y="985250"/>
                </a:lnTo>
                <a:cubicBezTo>
                  <a:pt x="2949292" y="984453"/>
                  <a:pt x="2943869" y="984572"/>
                  <a:pt x="2944822" y="981118"/>
                </a:cubicBezTo>
                <a:cubicBezTo>
                  <a:pt x="2945628" y="978165"/>
                  <a:pt x="2948742" y="973708"/>
                  <a:pt x="2952516" y="973708"/>
                </a:cubicBezTo>
                <a:cubicBezTo>
                  <a:pt x="2953249" y="973708"/>
                  <a:pt x="2953982" y="973854"/>
                  <a:pt x="2954715" y="974209"/>
                </a:cubicBezTo>
                <a:cubicBezTo>
                  <a:pt x="2957354" y="975449"/>
                  <a:pt x="2959369" y="976335"/>
                  <a:pt x="2961238" y="976335"/>
                </a:cubicBezTo>
                <a:cubicBezTo>
                  <a:pt x="2963033" y="976335"/>
                  <a:pt x="2964718" y="975538"/>
                  <a:pt x="2966844" y="973529"/>
                </a:cubicBezTo>
                <a:cubicBezTo>
                  <a:pt x="2969226" y="971257"/>
                  <a:pt x="2971278" y="967006"/>
                  <a:pt x="2975016" y="967006"/>
                </a:cubicBezTo>
                <a:cubicBezTo>
                  <a:pt x="2975785" y="967006"/>
                  <a:pt x="2976591" y="967183"/>
                  <a:pt x="2977507" y="967566"/>
                </a:cubicBezTo>
                <a:cubicBezTo>
                  <a:pt x="2979486" y="968423"/>
                  <a:pt x="2979302" y="973471"/>
                  <a:pt x="2979962" y="976629"/>
                </a:cubicBezTo>
                <a:lnTo>
                  <a:pt x="2979962" y="979877"/>
                </a:lnTo>
                <a:cubicBezTo>
                  <a:pt x="2979962" y="979877"/>
                  <a:pt x="2984543" y="982712"/>
                  <a:pt x="2984543" y="982712"/>
                </a:cubicBezTo>
                <a:cubicBezTo>
                  <a:pt x="2987987" y="980793"/>
                  <a:pt x="2991688" y="978461"/>
                  <a:pt x="2995279" y="978461"/>
                </a:cubicBezTo>
                <a:cubicBezTo>
                  <a:pt x="2997258" y="978461"/>
                  <a:pt x="2999200" y="979169"/>
                  <a:pt x="3000995" y="981059"/>
                </a:cubicBezTo>
                <a:cubicBezTo>
                  <a:pt x="3002424" y="982534"/>
                  <a:pt x="3003706" y="983066"/>
                  <a:pt x="3004917" y="983066"/>
                </a:cubicBezTo>
                <a:cubicBezTo>
                  <a:pt x="3006491" y="983066"/>
                  <a:pt x="3007921" y="982180"/>
                  <a:pt x="3009313" y="981295"/>
                </a:cubicBezTo>
                <a:cubicBezTo>
                  <a:pt x="3010706" y="980409"/>
                  <a:pt x="3012062" y="979523"/>
                  <a:pt x="3013491" y="979523"/>
                </a:cubicBezTo>
                <a:cubicBezTo>
                  <a:pt x="3014297" y="979523"/>
                  <a:pt x="3015103" y="979818"/>
                  <a:pt x="3015982" y="980556"/>
                </a:cubicBezTo>
                <a:cubicBezTo>
                  <a:pt x="3017705" y="982063"/>
                  <a:pt x="3019207" y="982652"/>
                  <a:pt x="3020526" y="982652"/>
                </a:cubicBezTo>
                <a:cubicBezTo>
                  <a:pt x="3023238" y="982652"/>
                  <a:pt x="3025363" y="980291"/>
                  <a:pt x="3027709" y="978342"/>
                </a:cubicBezTo>
                <a:cubicBezTo>
                  <a:pt x="3032875" y="974032"/>
                  <a:pt x="3031776" y="968246"/>
                  <a:pt x="3032985" y="962902"/>
                </a:cubicBezTo>
                <a:cubicBezTo>
                  <a:pt x="3033607" y="960127"/>
                  <a:pt x="3036466" y="958680"/>
                  <a:pt x="3039544" y="958680"/>
                </a:cubicBezTo>
                <a:cubicBezTo>
                  <a:pt x="3040277" y="958680"/>
                  <a:pt x="3041010" y="958769"/>
                  <a:pt x="3041706" y="958917"/>
                </a:cubicBezTo>
                <a:cubicBezTo>
                  <a:pt x="3043648" y="959359"/>
                  <a:pt x="3045810" y="961249"/>
                  <a:pt x="3046616" y="962961"/>
                </a:cubicBezTo>
                <a:cubicBezTo>
                  <a:pt x="3047533" y="964880"/>
                  <a:pt x="3046910" y="967360"/>
                  <a:pt x="3047092" y="969604"/>
                </a:cubicBezTo>
                <a:cubicBezTo>
                  <a:pt x="3047642" y="976689"/>
                  <a:pt x="3048119" y="975863"/>
                  <a:pt x="3060834" y="981206"/>
                </a:cubicBezTo>
                <a:cubicBezTo>
                  <a:pt x="3065488" y="983154"/>
                  <a:pt x="3069848" y="985073"/>
                  <a:pt x="3074208" y="985073"/>
                </a:cubicBezTo>
                <a:cubicBezTo>
                  <a:pt x="3076590" y="985073"/>
                  <a:pt x="3078972" y="984513"/>
                  <a:pt x="3081428" y="983066"/>
                </a:cubicBezTo>
                <a:cubicBezTo>
                  <a:pt x="3087583" y="979464"/>
                  <a:pt x="3093630" y="977486"/>
                  <a:pt x="3099676" y="977486"/>
                </a:cubicBezTo>
                <a:cubicBezTo>
                  <a:pt x="3105026" y="977486"/>
                  <a:pt x="3110376" y="979021"/>
                  <a:pt x="3115835" y="982298"/>
                </a:cubicBezTo>
                <a:cubicBezTo>
                  <a:pt x="3120929" y="981413"/>
                  <a:pt x="3126096" y="979198"/>
                  <a:pt x="3131153" y="979198"/>
                </a:cubicBezTo>
                <a:cubicBezTo>
                  <a:pt x="3134853" y="979198"/>
                  <a:pt x="3138518" y="980380"/>
                  <a:pt x="3141963" y="984188"/>
                </a:cubicBezTo>
                <a:lnTo>
                  <a:pt x="3148668" y="983095"/>
                </a:lnTo>
                <a:cubicBezTo>
                  <a:pt x="3153359" y="978963"/>
                  <a:pt x="3158782" y="978283"/>
                  <a:pt x="3164461" y="978283"/>
                </a:cubicBezTo>
                <a:cubicBezTo>
                  <a:pt x="3166110" y="978283"/>
                  <a:pt x="3167796" y="978342"/>
                  <a:pt x="3169518" y="978372"/>
                </a:cubicBezTo>
                <a:cubicBezTo>
                  <a:pt x="3173256" y="978461"/>
                  <a:pt x="3176993" y="978490"/>
                  <a:pt x="3180695" y="978490"/>
                </a:cubicBezTo>
                <a:cubicBezTo>
                  <a:pt x="3183003" y="978490"/>
                  <a:pt x="3185311" y="978490"/>
                  <a:pt x="3187620" y="978490"/>
                </a:cubicBezTo>
                <a:cubicBezTo>
                  <a:pt x="3189855" y="978490"/>
                  <a:pt x="3192054" y="978490"/>
                  <a:pt x="3194289" y="978490"/>
                </a:cubicBezTo>
                <a:cubicBezTo>
                  <a:pt x="3195975" y="978490"/>
                  <a:pt x="3197660" y="978490"/>
                  <a:pt x="3199383" y="978490"/>
                </a:cubicBezTo>
                <a:cubicBezTo>
                  <a:pt x="3199456" y="978490"/>
                  <a:pt x="3199566" y="978490"/>
                  <a:pt x="3199639" y="978490"/>
                </a:cubicBezTo>
                <a:cubicBezTo>
                  <a:pt x="3206601" y="978490"/>
                  <a:pt x="3211035" y="976069"/>
                  <a:pt x="3212134" y="969279"/>
                </a:cubicBezTo>
                <a:cubicBezTo>
                  <a:pt x="3212464" y="967331"/>
                  <a:pt x="3213600" y="966386"/>
                  <a:pt x="3215029" y="966386"/>
                </a:cubicBezTo>
                <a:cubicBezTo>
                  <a:pt x="3215725" y="966386"/>
                  <a:pt x="3216458" y="966622"/>
                  <a:pt x="3217192" y="967065"/>
                </a:cubicBezTo>
                <a:cubicBezTo>
                  <a:pt x="3219353" y="968393"/>
                  <a:pt x="3221405" y="969898"/>
                  <a:pt x="3223128" y="969898"/>
                </a:cubicBezTo>
                <a:cubicBezTo>
                  <a:pt x="3224703" y="969898"/>
                  <a:pt x="3225986" y="968630"/>
                  <a:pt x="3226755" y="964762"/>
                </a:cubicBezTo>
                <a:lnTo>
                  <a:pt x="3228429" y="960373"/>
                </a:lnTo>
                <a:lnTo>
                  <a:pt x="3233748" y="962725"/>
                </a:lnTo>
                <a:cubicBezTo>
                  <a:pt x="3235691" y="964024"/>
                  <a:pt x="3237485" y="964615"/>
                  <a:pt x="3239061" y="964615"/>
                </a:cubicBezTo>
                <a:cubicBezTo>
                  <a:pt x="3242689" y="964615"/>
                  <a:pt x="3245364" y="961574"/>
                  <a:pt x="3246537" y="956732"/>
                </a:cubicBezTo>
                <a:cubicBezTo>
                  <a:pt x="3247270" y="953810"/>
                  <a:pt x="3249651" y="951861"/>
                  <a:pt x="3252656" y="951861"/>
                </a:cubicBezTo>
                <a:cubicBezTo>
                  <a:pt x="3253316" y="951861"/>
                  <a:pt x="3254048" y="951949"/>
                  <a:pt x="3254781" y="952157"/>
                </a:cubicBezTo>
                <a:cubicBezTo>
                  <a:pt x="3260498" y="953810"/>
                  <a:pt x="3265994" y="956260"/>
                  <a:pt x="3271454" y="958534"/>
                </a:cubicBezTo>
                <a:cubicBezTo>
                  <a:pt x="3274679" y="959891"/>
                  <a:pt x="3275192" y="961957"/>
                  <a:pt x="3272664" y="963227"/>
                </a:cubicBezTo>
                <a:cubicBezTo>
                  <a:pt x="3268449" y="965353"/>
                  <a:pt x="3263979" y="967035"/>
                  <a:pt x="3259655" y="968955"/>
                </a:cubicBezTo>
                <a:cubicBezTo>
                  <a:pt x="3255405" y="970873"/>
                  <a:pt x="3251191" y="972851"/>
                  <a:pt x="3246940" y="974829"/>
                </a:cubicBezTo>
                <a:cubicBezTo>
                  <a:pt x="3249688" y="977958"/>
                  <a:pt x="3253353" y="978136"/>
                  <a:pt x="3257053" y="978136"/>
                </a:cubicBezTo>
                <a:lnTo>
                  <a:pt x="3257859" y="978136"/>
                </a:lnTo>
                <a:cubicBezTo>
                  <a:pt x="3258116" y="978136"/>
                  <a:pt x="3258409" y="978136"/>
                  <a:pt x="3258665" y="978136"/>
                </a:cubicBezTo>
                <a:cubicBezTo>
                  <a:pt x="3259289" y="978136"/>
                  <a:pt x="3259912" y="978136"/>
                  <a:pt x="3260534" y="978165"/>
                </a:cubicBezTo>
                <a:cubicBezTo>
                  <a:pt x="3264822" y="978342"/>
                  <a:pt x="3266434" y="980822"/>
                  <a:pt x="3268596" y="983657"/>
                </a:cubicBezTo>
                <a:cubicBezTo>
                  <a:pt x="3272517" y="988823"/>
                  <a:pt x="3275192" y="991361"/>
                  <a:pt x="3277427" y="991361"/>
                </a:cubicBezTo>
                <a:cubicBezTo>
                  <a:pt x="3279333" y="991361"/>
                  <a:pt x="3280908" y="989472"/>
                  <a:pt x="3282704" y="985782"/>
                </a:cubicBezTo>
                <a:cubicBezTo>
                  <a:pt x="3289556" y="971464"/>
                  <a:pt x="3303920" y="968688"/>
                  <a:pt x="3317734" y="964969"/>
                </a:cubicBezTo>
                <a:cubicBezTo>
                  <a:pt x="3318065" y="964880"/>
                  <a:pt x="3318394" y="964851"/>
                  <a:pt x="3318761" y="964851"/>
                </a:cubicBezTo>
                <a:cubicBezTo>
                  <a:pt x="3321362" y="964851"/>
                  <a:pt x="3324880" y="966947"/>
                  <a:pt x="3327446" y="968482"/>
                </a:cubicBezTo>
                <a:cubicBezTo>
                  <a:pt x="3329827" y="969958"/>
                  <a:pt x="3326163" y="975863"/>
                  <a:pt x="3321399" y="978283"/>
                </a:cubicBezTo>
                <a:cubicBezTo>
                  <a:pt x="3319310" y="979346"/>
                  <a:pt x="3316782" y="979848"/>
                  <a:pt x="3314913" y="981147"/>
                </a:cubicBezTo>
                <a:cubicBezTo>
                  <a:pt x="3312788" y="982594"/>
                  <a:pt x="3313740" y="988735"/>
                  <a:pt x="3315976" y="989797"/>
                </a:cubicBezTo>
                <a:cubicBezTo>
                  <a:pt x="3326529" y="994875"/>
                  <a:pt x="3337449" y="998211"/>
                  <a:pt x="3348955" y="998211"/>
                </a:cubicBezTo>
                <a:cubicBezTo>
                  <a:pt x="3353132" y="998211"/>
                  <a:pt x="3357382" y="997768"/>
                  <a:pt x="3361706" y="996824"/>
                </a:cubicBezTo>
                <a:cubicBezTo>
                  <a:pt x="3363246" y="996498"/>
                  <a:pt x="3364271" y="993605"/>
                  <a:pt x="3365188" y="991745"/>
                </a:cubicBezTo>
                <a:cubicBezTo>
                  <a:pt x="3366397" y="989206"/>
                  <a:pt x="3365371" y="986816"/>
                  <a:pt x="3362403" y="986372"/>
                </a:cubicBezTo>
                <a:cubicBezTo>
                  <a:pt x="3356393" y="985487"/>
                  <a:pt x="3350237" y="984984"/>
                  <a:pt x="3344155" y="984689"/>
                </a:cubicBezTo>
                <a:cubicBezTo>
                  <a:pt x="3339977" y="984483"/>
                  <a:pt x="3336496" y="982948"/>
                  <a:pt x="3336643" y="979346"/>
                </a:cubicBezTo>
                <a:cubicBezTo>
                  <a:pt x="3336752" y="976423"/>
                  <a:pt x="3338585" y="972880"/>
                  <a:pt x="3340930" y="970814"/>
                </a:cubicBezTo>
                <a:cubicBezTo>
                  <a:pt x="3349981" y="962932"/>
                  <a:pt x="3360717" y="958474"/>
                  <a:pt x="3373726" y="958031"/>
                </a:cubicBezTo>
                <a:cubicBezTo>
                  <a:pt x="3375485" y="957972"/>
                  <a:pt x="3377244" y="957943"/>
                  <a:pt x="3379002" y="957943"/>
                </a:cubicBezTo>
                <a:cubicBezTo>
                  <a:pt x="3379588" y="957943"/>
                  <a:pt x="3380212" y="957943"/>
                  <a:pt x="3380798" y="957943"/>
                </a:cubicBezTo>
                <a:lnTo>
                  <a:pt x="3382410" y="957943"/>
                </a:lnTo>
                <a:cubicBezTo>
                  <a:pt x="3391681" y="957943"/>
                  <a:pt x="3400951" y="957647"/>
                  <a:pt x="3409087" y="951920"/>
                </a:cubicBezTo>
                <a:cubicBezTo>
                  <a:pt x="3409306" y="951773"/>
                  <a:pt x="3409636" y="951714"/>
                  <a:pt x="3409966" y="951714"/>
                </a:cubicBezTo>
                <a:cubicBezTo>
                  <a:pt x="3411468" y="951714"/>
                  <a:pt x="3413924" y="952836"/>
                  <a:pt x="3415756" y="953219"/>
                </a:cubicBezTo>
                <a:cubicBezTo>
                  <a:pt x="3415096" y="955020"/>
                  <a:pt x="3414913" y="957116"/>
                  <a:pt x="3413740" y="958622"/>
                </a:cubicBezTo>
                <a:cubicBezTo>
                  <a:pt x="3409820" y="963611"/>
                  <a:pt x="3410553" y="972054"/>
                  <a:pt x="3400036" y="972409"/>
                </a:cubicBezTo>
                <a:cubicBezTo>
                  <a:pt x="3397140" y="972497"/>
                  <a:pt x="3394319" y="976364"/>
                  <a:pt x="3391607" y="978637"/>
                </a:cubicBezTo>
                <a:lnTo>
                  <a:pt x="3389665" y="981324"/>
                </a:lnTo>
                <a:cubicBezTo>
                  <a:pt x="3391241" y="982652"/>
                  <a:pt x="3392890" y="984158"/>
                  <a:pt x="3394832" y="984807"/>
                </a:cubicBezTo>
                <a:cubicBezTo>
                  <a:pt x="3396298" y="985280"/>
                  <a:pt x="3397690" y="985517"/>
                  <a:pt x="3399009" y="985517"/>
                </a:cubicBezTo>
                <a:cubicBezTo>
                  <a:pt x="3406045" y="985517"/>
                  <a:pt x="3411139" y="979582"/>
                  <a:pt x="3417881" y="978519"/>
                </a:cubicBezTo>
                <a:cubicBezTo>
                  <a:pt x="3418174" y="984542"/>
                  <a:pt x="3417442" y="991155"/>
                  <a:pt x="3427079" y="991155"/>
                </a:cubicBezTo>
                <a:cubicBezTo>
                  <a:pt x="3427518" y="991155"/>
                  <a:pt x="3427995" y="991155"/>
                  <a:pt x="3428507" y="991096"/>
                </a:cubicBezTo>
                <a:cubicBezTo>
                  <a:pt x="3429607" y="991037"/>
                  <a:pt x="3430963" y="990889"/>
                  <a:pt x="3432208" y="990889"/>
                </a:cubicBezTo>
                <a:cubicBezTo>
                  <a:pt x="3433674" y="990889"/>
                  <a:pt x="3434993" y="991066"/>
                  <a:pt x="3435690" y="991686"/>
                </a:cubicBezTo>
                <a:cubicBezTo>
                  <a:pt x="3438804" y="994521"/>
                  <a:pt x="3441663" y="995908"/>
                  <a:pt x="3444375" y="995908"/>
                </a:cubicBezTo>
                <a:cubicBezTo>
                  <a:pt x="3447489" y="995908"/>
                  <a:pt x="3450384" y="994048"/>
                  <a:pt x="3453242" y="990388"/>
                </a:cubicBezTo>
                <a:cubicBezTo>
                  <a:pt x="3455074" y="988055"/>
                  <a:pt x="3456979" y="986904"/>
                  <a:pt x="3459068" y="986904"/>
                </a:cubicBezTo>
                <a:cubicBezTo>
                  <a:pt x="3460900" y="986904"/>
                  <a:pt x="3462879" y="987790"/>
                  <a:pt x="3465041" y="989531"/>
                </a:cubicBezTo>
                <a:cubicBezTo>
                  <a:pt x="3466579" y="990771"/>
                  <a:pt x="3468046" y="991243"/>
                  <a:pt x="3469511" y="991243"/>
                </a:cubicBezTo>
                <a:cubicBezTo>
                  <a:pt x="3472406" y="991243"/>
                  <a:pt x="3475155" y="989413"/>
                  <a:pt x="3478086" y="988085"/>
                </a:cubicBezTo>
                <a:cubicBezTo>
                  <a:pt x="3483215" y="985752"/>
                  <a:pt x="3488309" y="984395"/>
                  <a:pt x="3493476" y="984395"/>
                </a:cubicBezTo>
                <a:cubicBezTo>
                  <a:pt x="3498643" y="984395"/>
                  <a:pt x="3503700" y="985694"/>
                  <a:pt x="3508976" y="988645"/>
                </a:cubicBezTo>
                <a:cubicBezTo>
                  <a:pt x="3514619" y="991804"/>
                  <a:pt x="3520629" y="995229"/>
                  <a:pt x="3527261" y="995229"/>
                </a:cubicBezTo>
                <a:cubicBezTo>
                  <a:pt x="3530596" y="995229"/>
                  <a:pt x="3534077" y="994343"/>
                  <a:pt x="3537704" y="992128"/>
                </a:cubicBezTo>
                <a:cubicBezTo>
                  <a:pt x="3537888" y="992011"/>
                  <a:pt x="3538144" y="991952"/>
                  <a:pt x="3538474" y="991952"/>
                </a:cubicBezTo>
                <a:cubicBezTo>
                  <a:pt x="3539939" y="991952"/>
                  <a:pt x="3542542" y="993191"/>
                  <a:pt x="3544117" y="994136"/>
                </a:cubicBezTo>
                <a:cubicBezTo>
                  <a:pt x="3549357" y="997355"/>
                  <a:pt x="3554816" y="998860"/>
                  <a:pt x="3560166" y="998860"/>
                </a:cubicBezTo>
                <a:cubicBezTo>
                  <a:pt x="3565297" y="998860"/>
                  <a:pt x="3570390" y="997473"/>
                  <a:pt x="3575117" y="994904"/>
                </a:cubicBezTo>
                <a:cubicBezTo>
                  <a:pt x="3580321" y="992071"/>
                  <a:pt x="3585964" y="991480"/>
                  <a:pt x="3591717" y="991480"/>
                </a:cubicBezTo>
                <a:cubicBezTo>
                  <a:pt x="3593805" y="991480"/>
                  <a:pt x="3595894" y="991568"/>
                  <a:pt x="3597983" y="991627"/>
                </a:cubicBezTo>
                <a:cubicBezTo>
                  <a:pt x="3600071" y="991715"/>
                  <a:pt x="3602159" y="991774"/>
                  <a:pt x="3604248" y="991774"/>
                </a:cubicBezTo>
                <a:cubicBezTo>
                  <a:pt x="3611284" y="991774"/>
                  <a:pt x="3618100" y="990859"/>
                  <a:pt x="3624036" y="985988"/>
                </a:cubicBezTo>
                <a:cubicBezTo>
                  <a:pt x="3628909" y="989148"/>
                  <a:pt x="3633527" y="992483"/>
                  <a:pt x="3635212" y="997974"/>
                </a:cubicBezTo>
                <a:cubicBezTo>
                  <a:pt x="3637558" y="998122"/>
                  <a:pt x="3639939" y="998151"/>
                  <a:pt x="3642284" y="998448"/>
                </a:cubicBezTo>
                <a:cubicBezTo>
                  <a:pt x="3642724" y="998505"/>
                  <a:pt x="3643933" y="998505"/>
                  <a:pt x="3645619" y="998505"/>
                </a:cubicBezTo>
                <a:cubicBezTo>
                  <a:pt x="3651298" y="998505"/>
                  <a:pt x="3662109" y="998269"/>
                  <a:pt x="3664271" y="998240"/>
                </a:cubicBezTo>
                <a:cubicBezTo>
                  <a:pt x="3664966" y="998240"/>
                  <a:pt x="3665626" y="998240"/>
                  <a:pt x="3666322" y="998240"/>
                </a:cubicBezTo>
                <a:cubicBezTo>
                  <a:pt x="3669327" y="998240"/>
                  <a:pt x="3672369" y="998418"/>
                  <a:pt x="3675263" y="998948"/>
                </a:cubicBezTo>
                <a:cubicBezTo>
                  <a:pt x="3678745" y="999568"/>
                  <a:pt x="3679221" y="1001369"/>
                  <a:pt x="3677205" y="1003555"/>
                </a:cubicBezTo>
                <a:cubicBezTo>
                  <a:pt x="3673065" y="1008042"/>
                  <a:pt x="3673285" y="1010728"/>
                  <a:pt x="3680797" y="1011289"/>
                </a:cubicBezTo>
                <a:cubicBezTo>
                  <a:pt x="3681383" y="1011319"/>
                  <a:pt x="3681969" y="1011348"/>
                  <a:pt x="3682519" y="1011348"/>
                </a:cubicBezTo>
                <a:cubicBezTo>
                  <a:pt x="3692266" y="1011348"/>
                  <a:pt x="3699228" y="1004853"/>
                  <a:pt x="3708023" y="1002698"/>
                </a:cubicBezTo>
                <a:cubicBezTo>
                  <a:pt x="3706630" y="999923"/>
                  <a:pt x="3703296" y="996350"/>
                  <a:pt x="3704211" y="994521"/>
                </a:cubicBezTo>
                <a:cubicBezTo>
                  <a:pt x="3705274" y="992395"/>
                  <a:pt x="3708975" y="991420"/>
                  <a:pt x="3712896" y="991420"/>
                </a:cubicBezTo>
                <a:cubicBezTo>
                  <a:pt x="3717293" y="991420"/>
                  <a:pt x="3721947" y="992631"/>
                  <a:pt x="3723523" y="994846"/>
                </a:cubicBezTo>
                <a:cubicBezTo>
                  <a:pt x="3724365" y="996025"/>
                  <a:pt x="3724658" y="996350"/>
                  <a:pt x="3724622" y="996350"/>
                </a:cubicBezTo>
                <a:cubicBezTo>
                  <a:pt x="3724622" y="996350"/>
                  <a:pt x="3724476" y="996262"/>
                  <a:pt x="3724255" y="996144"/>
                </a:cubicBezTo>
                <a:cubicBezTo>
                  <a:pt x="3724035" y="996025"/>
                  <a:pt x="3723743" y="995937"/>
                  <a:pt x="3723413" y="995937"/>
                </a:cubicBezTo>
                <a:cubicBezTo>
                  <a:pt x="3722790" y="995937"/>
                  <a:pt x="3722056" y="996291"/>
                  <a:pt x="3721397" y="997620"/>
                </a:cubicBezTo>
                <a:cubicBezTo>
                  <a:pt x="3719748" y="1000927"/>
                  <a:pt x="3718612" y="1003997"/>
                  <a:pt x="3723266" y="1004469"/>
                </a:cubicBezTo>
                <a:cubicBezTo>
                  <a:pt x="3726014" y="1004765"/>
                  <a:pt x="3728799" y="1004823"/>
                  <a:pt x="3731585" y="1004823"/>
                </a:cubicBezTo>
                <a:cubicBezTo>
                  <a:pt x="3733746" y="1004823"/>
                  <a:pt x="3735908" y="1004765"/>
                  <a:pt x="3738070" y="1004734"/>
                </a:cubicBezTo>
                <a:cubicBezTo>
                  <a:pt x="3740196" y="1004676"/>
                  <a:pt x="3742357" y="1004646"/>
                  <a:pt x="3744482" y="1004646"/>
                </a:cubicBezTo>
                <a:cubicBezTo>
                  <a:pt x="3744849" y="1004646"/>
                  <a:pt x="3745179" y="1004646"/>
                  <a:pt x="3745546" y="1004646"/>
                </a:cubicBezTo>
                <a:cubicBezTo>
                  <a:pt x="3751738" y="1004705"/>
                  <a:pt x="3757968" y="1004646"/>
                  <a:pt x="3764160" y="1005119"/>
                </a:cubicBezTo>
                <a:cubicBezTo>
                  <a:pt x="3765442" y="1005208"/>
                  <a:pt x="3766725" y="1005237"/>
                  <a:pt x="3767971" y="1005237"/>
                </a:cubicBezTo>
                <a:cubicBezTo>
                  <a:pt x="3768668" y="1005237"/>
                  <a:pt x="3769364" y="1005237"/>
                  <a:pt x="3770023" y="1005237"/>
                </a:cubicBezTo>
                <a:cubicBezTo>
                  <a:pt x="3770719" y="1005237"/>
                  <a:pt x="3771379" y="1005237"/>
                  <a:pt x="3772075" y="1005237"/>
                </a:cubicBezTo>
                <a:cubicBezTo>
                  <a:pt x="3776619" y="1005237"/>
                  <a:pt x="3781127" y="1005562"/>
                  <a:pt x="3785523" y="1008425"/>
                </a:cubicBezTo>
                <a:cubicBezTo>
                  <a:pt x="3786732" y="1009222"/>
                  <a:pt x="3787904" y="1009518"/>
                  <a:pt x="3789041" y="1009518"/>
                </a:cubicBezTo>
                <a:cubicBezTo>
                  <a:pt x="3791313" y="1009518"/>
                  <a:pt x="3793439" y="1008277"/>
                  <a:pt x="3795674" y="1007067"/>
                </a:cubicBezTo>
                <a:cubicBezTo>
                  <a:pt x="3797872" y="1005857"/>
                  <a:pt x="3800144" y="1004617"/>
                  <a:pt x="3802636" y="1004617"/>
                </a:cubicBezTo>
                <a:cubicBezTo>
                  <a:pt x="3803442" y="1004617"/>
                  <a:pt x="3804284" y="1004765"/>
                  <a:pt x="3805164" y="1005059"/>
                </a:cubicBezTo>
                <a:lnTo>
                  <a:pt x="3808828" y="1005384"/>
                </a:lnTo>
                <a:cubicBezTo>
                  <a:pt x="3812383" y="1006772"/>
                  <a:pt x="3814691" y="1009164"/>
                  <a:pt x="3814288" y="1012912"/>
                </a:cubicBezTo>
                <a:cubicBezTo>
                  <a:pt x="3813005" y="1024869"/>
                  <a:pt x="3812933" y="1025312"/>
                  <a:pt x="3820590" y="1025312"/>
                </a:cubicBezTo>
                <a:lnTo>
                  <a:pt x="3821617" y="1025312"/>
                </a:lnTo>
                <a:cubicBezTo>
                  <a:pt x="3826637" y="1025312"/>
                  <a:pt x="3832317" y="1024456"/>
                  <a:pt x="3837446" y="1024456"/>
                </a:cubicBezTo>
                <a:cubicBezTo>
                  <a:pt x="3841111" y="1024456"/>
                  <a:pt x="3844519" y="1024898"/>
                  <a:pt x="3847120" y="1026374"/>
                </a:cubicBezTo>
                <a:cubicBezTo>
                  <a:pt x="3854595" y="1030655"/>
                  <a:pt x="3862108" y="1031275"/>
                  <a:pt x="3869656" y="1031275"/>
                </a:cubicBezTo>
                <a:cubicBezTo>
                  <a:pt x="3871232" y="1031275"/>
                  <a:pt x="3872844" y="1031275"/>
                  <a:pt x="3874420" y="1031216"/>
                </a:cubicBezTo>
                <a:cubicBezTo>
                  <a:pt x="3875996" y="1031216"/>
                  <a:pt x="3877571" y="1031158"/>
                  <a:pt x="3879147" y="1031158"/>
                </a:cubicBezTo>
                <a:cubicBezTo>
                  <a:pt x="3880429" y="1031158"/>
                  <a:pt x="3881749" y="1031158"/>
                  <a:pt x="3883031" y="1031246"/>
                </a:cubicBezTo>
                <a:cubicBezTo>
                  <a:pt x="3884790" y="1031304"/>
                  <a:pt x="3886622" y="1031364"/>
                  <a:pt x="3888454" y="1031364"/>
                </a:cubicBezTo>
                <a:lnTo>
                  <a:pt x="3888052" y="1031629"/>
                </a:lnTo>
                <a:cubicBezTo>
                  <a:pt x="3892485" y="1031629"/>
                  <a:pt x="3896919" y="1031246"/>
                  <a:pt x="3900473" y="1029622"/>
                </a:cubicBezTo>
                <a:cubicBezTo>
                  <a:pt x="3906959" y="1026640"/>
                  <a:pt x="3902928" y="1019526"/>
                  <a:pt x="3903954" y="1014271"/>
                </a:cubicBezTo>
                <a:cubicBezTo>
                  <a:pt x="3904870" y="1009547"/>
                  <a:pt x="3907106" y="1005887"/>
                  <a:pt x="3910916" y="1002964"/>
                </a:cubicBezTo>
                <a:cubicBezTo>
                  <a:pt x="3912383" y="1001812"/>
                  <a:pt x="3914654" y="1001340"/>
                  <a:pt x="3916633" y="1001045"/>
                </a:cubicBezTo>
                <a:lnTo>
                  <a:pt x="3918575" y="1003672"/>
                </a:lnTo>
                <a:cubicBezTo>
                  <a:pt x="3918941" y="1005857"/>
                  <a:pt x="3918758" y="1008130"/>
                  <a:pt x="3918941" y="1010344"/>
                </a:cubicBezTo>
                <a:cubicBezTo>
                  <a:pt x="3919784" y="1020440"/>
                  <a:pt x="3920407" y="1024544"/>
                  <a:pt x="3924365" y="1024544"/>
                </a:cubicBezTo>
                <a:cubicBezTo>
                  <a:pt x="3926930" y="1024544"/>
                  <a:pt x="3930924" y="1022832"/>
                  <a:pt x="3937300" y="1019939"/>
                </a:cubicBezTo>
                <a:cubicBezTo>
                  <a:pt x="3943530" y="1017134"/>
                  <a:pt x="3949868" y="1014536"/>
                  <a:pt x="3956134" y="1011850"/>
                </a:cubicBezTo>
                <a:lnTo>
                  <a:pt x="3957014" y="1009045"/>
                </a:lnTo>
                <a:cubicBezTo>
                  <a:pt x="3962107" y="1003584"/>
                  <a:pt x="3964672" y="1000927"/>
                  <a:pt x="3967384" y="1000927"/>
                </a:cubicBezTo>
                <a:cubicBezTo>
                  <a:pt x="3969620" y="1000927"/>
                  <a:pt x="3971965" y="1002787"/>
                  <a:pt x="3975922" y="1006418"/>
                </a:cubicBezTo>
                <a:cubicBezTo>
                  <a:pt x="3980283" y="1010432"/>
                  <a:pt x="3984570" y="1011998"/>
                  <a:pt x="3989040" y="1011998"/>
                </a:cubicBezTo>
                <a:cubicBezTo>
                  <a:pt x="3992301" y="1011998"/>
                  <a:pt x="3995636" y="1011171"/>
                  <a:pt x="3999227" y="1009783"/>
                </a:cubicBezTo>
                <a:cubicBezTo>
                  <a:pt x="4003734" y="1008071"/>
                  <a:pt x="4010256" y="1007126"/>
                  <a:pt x="4012125" y="1004026"/>
                </a:cubicBezTo>
                <a:cubicBezTo>
                  <a:pt x="4016669" y="996410"/>
                  <a:pt x="4021397" y="990564"/>
                  <a:pt x="4031144" y="990564"/>
                </a:cubicBezTo>
                <a:cubicBezTo>
                  <a:pt x="4032132" y="990564"/>
                  <a:pt x="4033159" y="990624"/>
                  <a:pt x="4034221" y="990742"/>
                </a:cubicBezTo>
                <a:cubicBezTo>
                  <a:pt x="4034221" y="990742"/>
                  <a:pt x="4034258" y="990742"/>
                  <a:pt x="4034295" y="990742"/>
                </a:cubicBezTo>
                <a:cubicBezTo>
                  <a:pt x="4035541" y="990742"/>
                  <a:pt x="4038033" y="987760"/>
                  <a:pt x="4038326" y="985988"/>
                </a:cubicBezTo>
                <a:cubicBezTo>
                  <a:pt x="4038948" y="982328"/>
                  <a:pt x="4040231" y="980025"/>
                  <a:pt x="4042393" y="980025"/>
                </a:cubicBezTo>
                <a:cubicBezTo>
                  <a:pt x="4043639" y="980025"/>
                  <a:pt x="4045214" y="980793"/>
                  <a:pt x="4047120" y="982534"/>
                </a:cubicBezTo>
                <a:cubicBezTo>
                  <a:pt x="4051884" y="986816"/>
                  <a:pt x="4056207" y="991007"/>
                  <a:pt x="4061667" y="991007"/>
                </a:cubicBezTo>
                <a:cubicBezTo>
                  <a:pt x="4064635" y="991007"/>
                  <a:pt x="4067897" y="989797"/>
                  <a:pt x="4071780" y="986697"/>
                </a:cubicBezTo>
                <a:cubicBezTo>
                  <a:pt x="4073649" y="985192"/>
                  <a:pt x="4077936" y="984276"/>
                  <a:pt x="4081308" y="984276"/>
                </a:cubicBezTo>
                <a:cubicBezTo>
                  <a:pt x="4083250" y="984276"/>
                  <a:pt x="4084863" y="984601"/>
                  <a:pt x="4085522" y="985280"/>
                </a:cubicBezTo>
                <a:cubicBezTo>
                  <a:pt x="4088747" y="988675"/>
                  <a:pt x="4092008" y="989885"/>
                  <a:pt x="4095086" y="989885"/>
                </a:cubicBezTo>
                <a:cubicBezTo>
                  <a:pt x="4099996" y="989885"/>
                  <a:pt x="4104540" y="986845"/>
                  <a:pt x="4107837" y="984719"/>
                </a:cubicBezTo>
                <a:cubicBezTo>
                  <a:pt x="4115533" y="979760"/>
                  <a:pt x="4123961" y="977486"/>
                  <a:pt x="4131985" y="977486"/>
                </a:cubicBezTo>
                <a:cubicBezTo>
                  <a:pt x="4137079" y="977486"/>
                  <a:pt x="4141989" y="978401"/>
                  <a:pt x="4146460" y="980114"/>
                </a:cubicBezTo>
                <a:cubicBezTo>
                  <a:pt x="4158735" y="984807"/>
                  <a:pt x="4170242" y="984483"/>
                  <a:pt x="4182333" y="984896"/>
                </a:cubicBezTo>
                <a:cubicBezTo>
                  <a:pt x="4185595" y="985014"/>
                  <a:pt x="4188820" y="985043"/>
                  <a:pt x="4192080" y="985043"/>
                </a:cubicBezTo>
                <a:cubicBezTo>
                  <a:pt x="4193473" y="985043"/>
                  <a:pt x="4194829" y="985043"/>
                  <a:pt x="4196221" y="985043"/>
                </a:cubicBezTo>
                <a:cubicBezTo>
                  <a:pt x="4197577" y="985043"/>
                  <a:pt x="4198933" y="985043"/>
                  <a:pt x="4200252" y="985043"/>
                </a:cubicBezTo>
                <a:cubicBezTo>
                  <a:pt x="4204246" y="985043"/>
                  <a:pt x="4208204" y="985073"/>
                  <a:pt x="4212161" y="985280"/>
                </a:cubicBezTo>
                <a:cubicBezTo>
                  <a:pt x="4215752" y="985457"/>
                  <a:pt x="4218060" y="987996"/>
                  <a:pt x="4218536" y="991420"/>
                </a:cubicBezTo>
                <a:cubicBezTo>
                  <a:pt x="4223118" y="991538"/>
                  <a:pt x="4228247" y="992483"/>
                  <a:pt x="4232718" y="992483"/>
                </a:cubicBezTo>
                <a:cubicBezTo>
                  <a:pt x="4235430" y="992483"/>
                  <a:pt x="4237921" y="992159"/>
                  <a:pt x="4239900" y="991096"/>
                </a:cubicBezTo>
                <a:cubicBezTo>
                  <a:pt x="4253751" y="983745"/>
                  <a:pt x="4268299" y="985812"/>
                  <a:pt x="4282737" y="984689"/>
                </a:cubicBezTo>
                <a:cubicBezTo>
                  <a:pt x="4287317" y="984335"/>
                  <a:pt x="4291677" y="981679"/>
                  <a:pt x="4296147" y="980114"/>
                </a:cubicBezTo>
                <a:cubicBezTo>
                  <a:pt x="4297943" y="979464"/>
                  <a:pt x="4299849" y="978903"/>
                  <a:pt x="4301608" y="978903"/>
                </a:cubicBezTo>
                <a:cubicBezTo>
                  <a:pt x="4303367" y="978903"/>
                  <a:pt x="4304869" y="979435"/>
                  <a:pt x="4306187" y="980940"/>
                </a:cubicBezTo>
                <a:cubicBezTo>
                  <a:pt x="4306811" y="981649"/>
                  <a:pt x="4304173" y="984305"/>
                  <a:pt x="4303660" y="986195"/>
                </a:cubicBezTo>
                <a:cubicBezTo>
                  <a:pt x="4302523" y="990388"/>
                  <a:pt x="4301351" y="994609"/>
                  <a:pt x="4301058" y="998890"/>
                </a:cubicBezTo>
                <a:cubicBezTo>
                  <a:pt x="4300948" y="1000513"/>
                  <a:pt x="4303220" y="1002285"/>
                  <a:pt x="4304429" y="1003967"/>
                </a:cubicBezTo>
                <a:lnTo>
                  <a:pt x="4306664" y="1001311"/>
                </a:lnTo>
                <a:cubicBezTo>
                  <a:pt x="4309632" y="989265"/>
                  <a:pt x="4317987" y="985103"/>
                  <a:pt x="4329603" y="985103"/>
                </a:cubicBezTo>
                <a:cubicBezTo>
                  <a:pt x="4331105" y="985103"/>
                  <a:pt x="4332681" y="985162"/>
                  <a:pt x="4334330" y="985310"/>
                </a:cubicBezTo>
                <a:cubicBezTo>
                  <a:pt x="4341658" y="985900"/>
                  <a:pt x="4348987" y="985073"/>
                  <a:pt x="4355657" y="989531"/>
                </a:cubicBezTo>
                <a:cubicBezTo>
                  <a:pt x="4356792" y="990299"/>
                  <a:pt x="4358734" y="990653"/>
                  <a:pt x="4360677" y="990653"/>
                </a:cubicBezTo>
                <a:cubicBezTo>
                  <a:pt x="4362619" y="990653"/>
                  <a:pt x="4364488" y="990299"/>
                  <a:pt x="4365697" y="989619"/>
                </a:cubicBezTo>
                <a:cubicBezTo>
                  <a:pt x="4370167" y="987051"/>
                  <a:pt x="4375370" y="984807"/>
                  <a:pt x="4379988" y="984807"/>
                </a:cubicBezTo>
                <a:cubicBezTo>
                  <a:pt x="4382332" y="984807"/>
                  <a:pt x="4384494" y="985398"/>
                  <a:pt x="4386326" y="986816"/>
                </a:cubicBezTo>
                <a:cubicBezTo>
                  <a:pt x="4388452" y="988498"/>
                  <a:pt x="4390394" y="989089"/>
                  <a:pt x="4392154" y="989089"/>
                </a:cubicBezTo>
                <a:cubicBezTo>
                  <a:pt x="4394389" y="989089"/>
                  <a:pt x="4396367" y="988144"/>
                  <a:pt x="4398235" y="987170"/>
                </a:cubicBezTo>
                <a:cubicBezTo>
                  <a:pt x="4400105" y="986225"/>
                  <a:pt x="4401827" y="985250"/>
                  <a:pt x="4403585" y="985250"/>
                </a:cubicBezTo>
                <a:cubicBezTo>
                  <a:pt x="4404172" y="985250"/>
                  <a:pt x="4404722" y="985368"/>
                  <a:pt x="4405308" y="985605"/>
                </a:cubicBezTo>
                <a:cubicBezTo>
                  <a:pt x="4408826" y="987081"/>
                  <a:pt x="4412050" y="987641"/>
                  <a:pt x="4415238" y="987641"/>
                </a:cubicBezTo>
                <a:cubicBezTo>
                  <a:pt x="4419452" y="987641"/>
                  <a:pt x="4423557" y="986697"/>
                  <a:pt x="4428137" y="985664"/>
                </a:cubicBezTo>
                <a:cubicBezTo>
                  <a:pt x="4430849" y="985043"/>
                  <a:pt x="4433670" y="984838"/>
                  <a:pt x="4436529" y="984838"/>
                </a:cubicBezTo>
                <a:cubicBezTo>
                  <a:pt x="4442208" y="984838"/>
                  <a:pt x="4448071" y="985694"/>
                  <a:pt x="4453750" y="986137"/>
                </a:cubicBezTo>
                <a:cubicBezTo>
                  <a:pt x="4457232" y="986402"/>
                  <a:pt x="4456792" y="988321"/>
                  <a:pt x="4454520" y="990918"/>
                </a:cubicBezTo>
                <a:cubicBezTo>
                  <a:pt x="4452468" y="993310"/>
                  <a:pt x="4449976" y="997178"/>
                  <a:pt x="4450819" y="999480"/>
                </a:cubicBezTo>
                <a:cubicBezTo>
                  <a:pt x="4451809" y="1002167"/>
                  <a:pt x="4452944" y="1003081"/>
                  <a:pt x="4454153" y="1003081"/>
                </a:cubicBezTo>
                <a:cubicBezTo>
                  <a:pt x="4456426" y="1003081"/>
                  <a:pt x="4458991" y="999982"/>
                  <a:pt x="4461299" y="999510"/>
                </a:cubicBezTo>
                <a:cubicBezTo>
                  <a:pt x="4471889" y="997355"/>
                  <a:pt x="4484092" y="1000897"/>
                  <a:pt x="4492922" y="992365"/>
                </a:cubicBezTo>
                <a:cubicBezTo>
                  <a:pt x="4493839" y="992425"/>
                  <a:pt x="4494754" y="992454"/>
                  <a:pt x="4495707" y="992454"/>
                </a:cubicBezTo>
                <a:cubicBezTo>
                  <a:pt x="4498272" y="992454"/>
                  <a:pt x="4500800" y="992248"/>
                  <a:pt x="4503402" y="992041"/>
                </a:cubicBezTo>
                <a:cubicBezTo>
                  <a:pt x="4505967" y="991834"/>
                  <a:pt x="4508532" y="991627"/>
                  <a:pt x="4511060" y="991627"/>
                </a:cubicBezTo>
                <a:cubicBezTo>
                  <a:pt x="4515934" y="991627"/>
                  <a:pt x="4520734" y="992365"/>
                  <a:pt x="4525461" y="995200"/>
                </a:cubicBezTo>
                <a:cubicBezTo>
                  <a:pt x="4529199" y="997473"/>
                  <a:pt x="4534622" y="998034"/>
                  <a:pt x="4539349" y="998211"/>
                </a:cubicBezTo>
                <a:cubicBezTo>
                  <a:pt x="4543307" y="998358"/>
                  <a:pt x="4547264" y="998388"/>
                  <a:pt x="4551258" y="998388"/>
                </a:cubicBezTo>
                <a:cubicBezTo>
                  <a:pt x="4553860" y="998388"/>
                  <a:pt x="4556498" y="998388"/>
                  <a:pt x="4559100" y="998358"/>
                </a:cubicBezTo>
                <a:cubicBezTo>
                  <a:pt x="4561702" y="998358"/>
                  <a:pt x="4564303" y="998329"/>
                  <a:pt x="4566942" y="998329"/>
                </a:cubicBezTo>
                <a:cubicBezTo>
                  <a:pt x="4568920" y="998329"/>
                  <a:pt x="4570936" y="998329"/>
                  <a:pt x="4572914" y="998358"/>
                </a:cubicBezTo>
                <a:cubicBezTo>
                  <a:pt x="4573135" y="998358"/>
                  <a:pt x="4573354" y="998358"/>
                  <a:pt x="4573574" y="998358"/>
                </a:cubicBezTo>
                <a:cubicBezTo>
                  <a:pt x="4581159" y="998358"/>
                  <a:pt x="4588415" y="996470"/>
                  <a:pt x="4595707" y="994550"/>
                </a:cubicBezTo>
                <a:cubicBezTo>
                  <a:pt x="4602962" y="992660"/>
                  <a:pt x="4610217" y="990742"/>
                  <a:pt x="4617803" y="990742"/>
                </a:cubicBezTo>
                <a:cubicBezTo>
                  <a:pt x="4619671" y="990742"/>
                  <a:pt x="4621540" y="990859"/>
                  <a:pt x="4623446" y="991096"/>
                </a:cubicBezTo>
                <a:lnTo>
                  <a:pt x="4626524" y="989531"/>
                </a:lnTo>
                <a:lnTo>
                  <a:pt x="4627586" y="987494"/>
                </a:lnTo>
                <a:lnTo>
                  <a:pt x="4624948" y="985250"/>
                </a:lnTo>
                <a:cubicBezTo>
                  <a:pt x="4621833" y="984453"/>
                  <a:pt x="4616410" y="984572"/>
                  <a:pt x="4617363" y="981118"/>
                </a:cubicBezTo>
                <a:cubicBezTo>
                  <a:pt x="4618169" y="978165"/>
                  <a:pt x="4621284" y="973708"/>
                  <a:pt x="4625058" y="973708"/>
                </a:cubicBezTo>
                <a:cubicBezTo>
                  <a:pt x="4625791" y="973708"/>
                  <a:pt x="4626524" y="973854"/>
                  <a:pt x="4627257" y="974209"/>
                </a:cubicBezTo>
                <a:cubicBezTo>
                  <a:pt x="4629895" y="975449"/>
                  <a:pt x="4631910" y="976335"/>
                  <a:pt x="4633780" y="976335"/>
                </a:cubicBezTo>
                <a:cubicBezTo>
                  <a:pt x="4635575" y="976335"/>
                  <a:pt x="4637260" y="975538"/>
                  <a:pt x="4639386" y="973529"/>
                </a:cubicBezTo>
                <a:cubicBezTo>
                  <a:pt x="4641767" y="971257"/>
                  <a:pt x="4643819" y="967006"/>
                  <a:pt x="4647557" y="967006"/>
                </a:cubicBezTo>
                <a:cubicBezTo>
                  <a:pt x="4648326" y="967006"/>
                  <a:pt x="4649132" y="967183"/>
                  <a:pt x="4650049" y="967566"/>
                </a:cubicBezTo>
                <a:cubicBezTo>
                  <a:pt x="4652028" y="968423"/>
                  <a:pt x="4651844" y="973471"/>
                  <a:pt x="4652504" y="976629"/>
                </a:cubicBezTo>
                <a:lnTo>
                  <a:pt x="4652504" y="979877"/>
                </a:lnTo>
                <a:cubicBezTo>
                  <a:pt x="4652504" y="979877"/>
                  <a:pt x="4657084" y="982712"/>
                  <a:pt x="4657084" y="982712"/>
                </a:cubicBezTo>
                <a:cubicBezTo>
                  <a:pt x="4660529" y="980793"/>
                  <a:pt x="4664229" y="978461"/>
                  <a:pt x="4667822" y="978461"/>
                </a:cubicBezTo>
                <a:cubicBezTo>
                  <a:pt x="4669799" y="978461"/>
                  <a:pt x="4671741" y="979169"/>
                  <a:pt x="4673537" y="981059"/>
                </a:cubicBezTo>
                <a:cubicBezTo>
                  <a:pt x="4674965" y="982534"/>
                  <a:pt x="4676248" y="983066"/>
                  <a:pt x="4677458" y="983066"/>
                </a:cubicBezTo>
                <a:cubicBezTo>
                  <a:pt x="4679033" y="983066"/>
                  <a:pt x="4680462" y="982180"/>
                  <a:pt x="4681855" y="981295"/>
                </a:cubicBezTo>
                <a:cubicBezTo>
                  <a:pt x="4683247" y="980409"/>
                  <a:pt x="4684603" y="979523"/>
                  <a:pt x="4686032" y="979523"/>
                </a:cubicBezTo>
                <a:cubicBezTo>
                  <a:pt x="4686838" y="979523"/>
                  <a:pt x="4687645" y="979818"/>
                  <a:pt x="4688524" y="980556"/>
                </a:cubicBezTo>
                <a:cubicBezTo>
                  <a:pt x="4690247" y="982063"/>
                  <a:pt x="4691748" y="982652"/>
                  <a:pt x="4693068" y="982652"/>
                </a:cubicBezTo>
                <a:lnTo>
                  <a:pt x="4696733" y="980453"/>
                </a:lnTo>
                <a:lnTo>
                  <a:pt x="4701437" y="983657"/>
                </a:lnTo>
                <a:cubicBezTo>
                  <a:pt x="4705357" y="988823"/>
                  <a:pt x="4708032" y="991361"/>
                  <a:pt x="4710267" y="991361"/>
                </a:cubicBezTo>
                <a:cubicBezTo>
                  <a:pt x="4712173" y="991361"/>
                  <a:pt x="4713749" y="989472"/>
                  <a:pt x="4715544" y="985782"/>
                </a:cubicBezTo>
                <a:lnTo>
                  <a:pt x="4724451" y="977188"/>
                </a:lnTo>
                <a:lnTo>
                  <a:pt x="4733375" y="981206"/>
                </a:lnTo>
                <a:cubicBezTo>
                  <a:pt x="4738029" y="983154"/>
                  <a:pt x="4742390" y="985073"/>
                  <a:pt x="4746751" y="985073"/>
                </a:cubicBezTo>
                <a:lnTo>
                  <a:pt x="4748187" y="984674"/>
                </a:lnTo>
                <a:lnTo>
                  <a:pt x="4748817" y="989797"/>
                </a:lnTo>
                <a:cubicBezTo>
                  <a:pt x="4759369" y="994875"/>
                  <a:pt x="4770289" y="998211"/>
                  <a:pt x="4781795" y="998211"/>
                </a:cubicBezTo>
                <a:cubicBezTo>
                  <a:pt x="4785972" y="998211"/>
                  <a:pt x="4790223" y="997768"/>
                  <a:pt x="4794547" y="996824"/>
                </a:cubicBezTo>
                <a:cubicBezTo>
                  <a:pt x="4796086" y="996498"/>
                  <a:pt x="4797112" y="993605"/>
                  <a:pt x="4798028" y="991745"/>
                </a:cubicBezTo>
                <a:cubicBezTo>
                  <a:pt x="4799237" y="989206"/>
                  <a:pt x="4798211" y="986816"/>
                  <a:pt x="4795243" y="986372"/>
                </a:cubicBezTo>
                <a:cubicBezTo>
                  <a:pt x="4789234" y="985487"/>
                  <a:pt x="4783078" y="984984"/>
                  <a:pt x="4776995" y="984689"/>
                </a:cubicBezTo>
                <a:cubicBezTo>
                  <a:pt x="4772818" y="984483"/>
                  <a:pt x="4769336" y="982948"/>
                  <a:pt x="4769483" y="979346"/>
                </a:cubicBezTo>
                <a:lnTo>
                  <a:pt x="4770091" y="978136"/>
                </a:lnTo>
                <a:lnTo>
                  <a:pt x="4772217" y="977486"/>
                </a:lnTo>
                <a:cubicBezTo>
                  <a:pt x="4777567" y="977486"/>
                  <a:pt x="4782917" y="979021"/>
                  <a:pt x="4788377" y="982298"/>
                </a:cubicBezTo>
                <a:cubicBezTo>
                  <a:pt x="4793470" y="981413"/>
                  <a:pt x="4798638" y="979198"/>
                  <a:pt x="4803694" y="979198"/>
                </a:cubicBezTo>
                <a:cubicBezTo>
                  <a:pt x="4807395" y="979198"/>
                  <a:pt x="4811059" y="980380"/>
                  <a:pt x="4814504" y="984188"/>
                </a:cubicBezTo>
                <a:lnTo>
                  <a:pt x="4821210" y="983095"/>
                </a:lnTo>
                <a:lnTo>
                  <a:pt x="4823912" y="982272"/>
                </a:lnTo>
                <a:lnTo>
                  <a:pt x="4827672" y="984807"/>
                </a:lnTo>
                <a:cubicBezTo>
                  <a:pt x="4829138" y="985280"/>
                  <a:pt x="4830530" y="985517"/>
                  <a:pt x="4831850" y="985517"/>
                </a:cubicBezTo>
                <a:cubicBezTo>
                  <a:pt x="4838885" y="985517"/>
                  <a:pt x="4843979" y="979582"/>
                  <a:pt x="4850721" y="978519"/>
                </a:cubicBezTo>
                <a:cubicBezTo>
                  <a:pt x="4851015" y="984542"/>
                  <a:pt x="4850282" y="991155"/>
                  <a:pt x="4859919" y="991155"/>
                </a:cubicBezTo>
                <a:cubicBezTo>
                  <a:pt x="4860359" y="991155"/>
                  <a:pt x="4860835" y="991155"/>
                  <a:pt x="4861348" y="991096"/>
                </a:cubicBezTo>
                <a:cubicBezTo>
                  <a:pt x="4862447" y="991037"/>
                  <a:pt x="4863803" y="990889"/>
                  <a:pt x="4865049" y="990889"/>
                </a:cubicBezTo>
                <a:cubicBezTo>
                  <a:pt x="4866515" y="990889"/>
                  <a:pt x="4867833" y="991066"/>
                  <a:pt x="4868530" y="991686"/>
                </a:cubicBezTo>
                <a:cubicBezTo>
                  <a:pt x="4871645" y="994521"/>
                  <a:pt x="4874503" y="995908"/>
                  <a:pt x="4877215" y="995908"/>
                </a:cubicBezTo>
                <a:cubicBezTo>
                  <a:pt x="4880329" y="995908"/>
                  <a:pt x="4883224" y="994048"/>
                  <a:pt x="4886082" y="990388"/>
                </a:cubicBezTo>
                <a:cubicBezTo>
                  <a:pt x="4887914" y="988055"/>
                  <a:pt x="4889819" y="986904"/>
                  <a:pt x="4891908" y="986904"/>
                </a:cubicBezTo>
                <a:cubicBezTo>
                  <a:pt x="4893740" y="986904"/>
                  <a:pt x="4895719" y="987790"/>
                  <a:pt x="4897881" y="989531"/>
                </a:cubicBezTo>
                <a:cubicBezTo>
                  <a:pt x="4899420" y="990771"/>
                  <a:pt x="4900886" y="991243"/>
                  <a:pt x="4902351" y="991243"/>
                </a:cubicBezTo>
                <a:cubicBezTo>
                  <a:pt x="4905247" y="991243"/>
                  <a:pt x="4907995" y="989413"/>
                  <a:pt x="4910926" y="988085"/>
                </a:cubicBezTo>
                <a:cubicBezTo>
                  <a:pt x="4916056" y="985752"/>
                  <a:pt x="4921149" y="984395"/>
                  <a:pt x="4926316" y="984395"/>
                </a:cubicBezTo>
                <a:cubicBezTo>
                  <a:pt x="4931483" y="984395"/>
                  <a:pt x="4936540" y="985694"/>
                  <a:pt x="4941816" y="988645"/>
                </a:cubicBezTo>
                <a:cubicBezTo>
                  <a:pt x="4947460" y="991804"/>
                  <a:pt x="4953469" y="995229"/>
                  <a:pt x="4960102" y="995229"/>
                </a:cubicBezTo>
                <a:cubicBezTo>
                  <a:pt x="4963436" y="995229"/>
                  <a:pt x="4966917" y="994343"/>
                  <a:pt x="4970544" y="992128"/>
                </a:cubicBezTo>
                <a:cubicBezTo>
                  <a:pt x="4970728" y="992011"/>
                  <a:pt x="4970984" y="991952"/>
                  <a:pt x="4971314" y="991952"/>
                </a:cubicBezTo>
                <a:cubicBezTo>
                  <a:pt x="4972780" y="991952"/>
                  <a:pt x="4975382" y="993191"/>
                  <a:pt x="4976958" y="994136"/>
                </a:cubicBezTo>
                <a:cubicBezTo>
                  <a:pt x="4982197" y="997355"/>
                  <a:pt x="4987657" y="998860"/>
                  <a:pt x="4993007" y="998860"/>
                </a:cubicBezTo>
                <a:cubicBezTo>
                  <a:pt x="4998138" y="998860"/>
                  <a:pt x="5003231" y="997473"/>
                  <a:pt x="5007957" y="994904"/>
                </a:cubicBezTo>
                <a:cubicBezTo>
                  <a:pt x="5013161" y="992071"/>
                  <a:pt x="5018804" y="991480"/>
                  <a:pt x="5024557" y="991480"/>
                </a:cubicBezTo>
                <a:cubicBezTo>
                  <a:pt x="5026646" y="991480"/>
                  <a:pt x="5028734" y="991568"/>
                  <a:pt x="5030823" y="991627"/>
                </a:cubicBezTo>
                <a:cubicBezTo>
                  <a:pt x="5032912" y="991715"/>
                  <a:pt x="5035000" y="991774"/>
                  <a:pt x="5037089" y="991774"/>
                </a:cubicBezTo>
                <a:cubicBezTo>
                  <a:pt x="5044124" y="991774"/>
                  <a:pt x="5050940" y="990859"/>
                  <a:pt x="5056876" y="985988"/>
                </a:cubicBezTo>
                <a:cubicBezTo>
                  <a:pt x="5061750" y="989148"/>
                  <a:pt x="5066367" y="992483"/>
                  <a:pt x="5068052" y="997974"/>
                </a:cubicBezTo>
                <a:cubicBezTo>
                  <a:pt x="5070398" y="998122"/>
                  <a:pt x="5072780" y="998151"/>
                  <a:pt x="5075125" y="998448"/>
                </a:cubicBezTo>
                <a:cubicBezTo>
                  <a:pt x="5075565" y="998505"/>
                  <a:pt x="5076774" y="998505"/>
                  <a:pt x="5078459" y="998505"/>
                </a:cubicBezTo>
                <a:cubicBezTo>
                  <a:pt x="5084139" y="998505"/>
                  <a:pt x="5094949" y="998269"/>
                  <a:pt x="5097111" y="998240"/>
                </a:cubicBezTo>
                <a:cubicBezTo>
                  <a:pt x="5097806" y="998240"/>
                  <a:pt x="5098467" y="998240"/>
                  <a:pt x="5099163" y="998240"/>
                </a:cubicBezTo>
                <a:cubicBezTo>
                  <a:pt x="5102167" y="998240"/>
                  <a:pt x="5105209" y="998418"/>
                  <a:pt x="5108104" y="998948"/>
                </a:cubicBezTo>
                <a:cubicBezTo>
                  <a:pt x="5111585" y="999568"/>
                  <a:pt x="5112062" y="1001369"/>
                  <a:pt x="5110046" y="1003555"/>
                </a:cubicBezTo>
                <a:cubicBezTo>
                  <a:pt x="5105906" y="1008042"/>
                  <a:pt x="5106125" y="1010728"/>
                  <a:pt x="5113638" y="1011289"/>
                </a:cubicBezTo>
                <a:cubicBezTo>
                  <a:pt x="5114224" y="1011319"/>
                  <a:pt x="5114809" y="1011348"/>
                  <a:pt x="5115359" y="1011348"/>
                </a:cubicBezTo>
                <a:cubicBezTo>
                  <a:pt x="5125106" y="1011348"/>
                  <a:pt x="5132068" y="1004853"/>
                  <a:pt x="5140863" y="1002698"/>
                </a:cubicBezTo>
                <a:cubicBezTo>
                  <a:pt x="5139470" y="999923"/>
                  <a:pt x="5136136" y="996350"/>
                  <a:pt x="5137052" y="994521"/>
                </a:cubicBezTo>
                <a:cubicBezTo>
                  <a:pt x="5138114" y="992395"/>
                  <a:pt x="5141816" y="991420"/>
                  <a:pt x="5145737" y="991420"/>
                </a:cubicBezTo>
                <a:cubicBezTo>
                  <a:pt x="5150134" y="991420"/>
                  <a:pt x="5154788" y="992631"/>
                  <a:pt x="5156363" y="994846"/>
                </a:cubicBezTo>
                <a:cubicBezTo>
                  <a:pt x="5157206" y="996025"/>
                  <a:pt x="5157499" y="996350"/>
                  <a:pt x="5157462" y="996350"/>
                </a:cubicBezTo>
                <a:cubicBezTo>
                  <a:pt x="5157462" y="996350"/>
                  <a:pt x="5157316" y="996262"/>
                  <a:pt x="5157096" y="996144"/>
                </a:cubicBezTo>
                <a:cubicBezTo>
                  <a:pt x="5156876" y="996025"/>
                  <a:pt x="5156583" y="995937"/>
                  <a:pt x="5156253" y="995937"/>
                </a:cubicBezTo>
                <a:cubicBezTo>
                  <a:pt x="5155630" y="995937"/>
                  <a:pt x="5154897" y="996291"/>
                  <a:pt x="5154238" y="997620"/>
                </a:cubicBezTo>
                <a:cubicBezTo>
                  <a:pt x="5152588" y="1000927"/>
                  <a:pt x="5151453" y="1003997"/>
                  <a:pt x="5156106" y="1004469"/>
                </a:cubicBezTo>
                <a:cubicBezTo>
                  <a:pt x="5158855" y="1004765"/>
                  <a:pt x="5161640" y="1004823"/>
                  <a:pt x="5164425" y="1004823"/>
                </a:cubicBezTo>
                <a:cubicBezTo>
                  <a:pt x="5166587" y="1004823"/>
                  <a:pt x="5168749" y="1004765"/>
                  <a:pt x="5170910" y="1004734"/>
                </a:cubicBezTo>
                <a:cubicBezTo>
                  <a:pt x="5173036" y="1004676"/>
                  <a:pt x="5175198" y="1004646"/>
                  <a:pt x="5177323" y="1004646"/>
                </a:cubicBezTo>
                <a:cubicBezTo>
                  <a:pt x="5177690" y="1004646"/>
                  <a:pt x="5178019" y="1004646"/>
                  <a:pt x="5178386" y="1004646"/>
                </a:cubicBezTo>
                <a:cubicBezTo>
                  <a:pt x="5184578" y="1004705"/>
                  <a:pt x="5190808" y="1004646"/>
                  <a:pt x="5197000" y="1005119"/>
                </a:cubicBezTo>
                <a:cubicBezTo>
                  <a:pt x="5198283" y="1005208"/>
                  <a:pt x="5199565" y="1005237"/>
                  <a:pt x="5200811" y="1005237"/>
                </a:cubicBezTo>
                <a:cubicBezTo>
                  <a:pt x="5201508" y="1005237"/>
                  <a:pt x="5202204" y="1005237"/>
                  <a:pt x="5202863" y="1005237"/>
                </a:cubicBezTo>
                <a:cubicBezTo>
                  <a:pt x="5203560" y="1005237"/>
                  <a:pt x="5204220" y="1005237"/>
                  <a:pt x="5204915" y="1005237"/>
                </a:cubicBezTo>
                <a:cubicBezTo>
                  <a:pt x="5209459" y="1005237"/>
                  <a:pt x="5213967" y="1005562"/>
                  <a:pt x="5218364" y="1008425"/>
                </a:cubicBezTo>
                <a:cubicBezTo>
                  <a:pt x="5219573" y="1009222"/>
                  <a:pt x="5220745" y="1009518"/>
                  <a:pt x="5221881" y="1009518"/>
                </a:cubicBezTo>
                <a:cubicBezTo>
                  <a:pt x="5224153" y="1009518"/>
                  <a:pt x="5226279" y="1008277"/>
                  <a:pt x="5228514" y="1007067"/>
                </a:cubicBezTo>
                <a:cubicBezTo>
                  <a:pt x="5230712" y="1005857"/>
                  <a:pt x="5232984" y="1004617"/>
                  <a:pt x="5235476" y="1004617"/>
                </a:cubicBezTo>
                <a:cubicBezTo>
                  <a:pt x="5236282" y="1004617"/>
                  <a:pt x="5237125" y="1004765"/>
                  <a:pt x="5238004" y="1005059"/>
                </a:cubicBezTo>
                <a:lnTo>
                  <a:pt x="5241668" y="1005384"/>
                </a:lnTo>
                <a:cubicBezTo>
                  <a:pt x="5245223" y="1006772"/>
                  <a:pt x="5247532" y="1009164"/>
                  <a:pt x="5247128" y="1012912"/>
                </a:cubicBezTo>
                <a:cubicBezTo>
                  <a:pt x="5245845" y="1024869"/>
                  <a:pt x="5245773" y="1025312"/>
                  <a:pt x="5253431" y="1025312"/>
                </a:cubicBezTo>
                <a:lnTo>
                  <a:pt x="5254457" y="1025312"/>
                </a:lnTo>
                <a:cubicBezTo>
                  <a:pt x="5259477" y="1025312"/>
                  <a:pt x="5265157" y="1024456"/>
                  <a:pt x="5270287" y="1024456"/>
                </a:cubicBezTo>
                <a:cubicBezTo>
                  <a:pt x="5273951" y="1024456"/>
                  <a:pt x="5277359" y="1024898"/>
                  <a:pt x="5279961" y="1026374"/>
                </a:cubicBezTo>
                <a:cubicBezTo>
                  <a:pt x="5287436" y="1030655"/>
                  <a:pt x="5294948" y="1031275"/>
                  <a:pt x="5302497" y="1031275"/>
                </a:cubicBezTo>
                <a:cubicBezTo>
                  <a:pt x="5304072" y="1031275"/>
                  <a:pt x="5305685" y="1031275"/>
                  <a:pt x="5307260" y="1031216"/>
                </a:cubicBezTo>
                <a:cubicBezTo>
                  <a:pt x="5308836" y="1031216"/>
                  <a:pt x="5310411" y="1031158"/>
                  <a:pt x="5311987" y="1031158"/>
                </a:cubicBezTo>
                <a:cubicBezTo>
                  <a:pt x="5313270" y="1031158"/>
                  <a:pt x="5314589" y="1031158"/>
                  <a:pt x="5315871" y="1031246"/>
                </a:cubicBezTo>
                <a:cubicBezTo>
                  <a:pt x="5317630" y="1031304"/>
                  <a:pt x="5319462" y="1031364"/>
                  <a:pt x="5321295" y="1031364"/>
                </a:cubicBezTo>
                <a:lnTo>
                  <a:pt x="5320892" y="1031629"/>
                </a:lnTo>
                <a:cubicBezTo>
                  <a:pt x="5325326" y="1031629"/>
                  <a:pt x="5329759" y="1031246"/>
                  <a:pt x="5333314" y="1029622"/>
                </a:cubicBezTo>
                <a:cubicBezTo>
                  <a:pt x="5339800" y="1026640"/>
                  <a:pt x="5335769" y="1019526"/>
                  <a:pt x="5336795" y="1014271"/>
                </a:cubicBezTo>
                <a:cubicBezTo>
                  <a:pt x="5337711" y="1009547"/>
                  <a:pt x="5339946" y="1005887"/>
                  <a:pt x="5343757" y="1002964"/>
                </a:cubicBezTo>
                <a:cubicBezTo>
                  <a:pt x="5345223" y="1001812"/>
                  <a:pt x="5347494" y="1001340"/>
                  <a:pt x="5349473" y="1001045"/>
                </a:cubicBezTo>
                <a:lnTo>
                  <a:pt x="5351416" y="1003672"/>
                </a:lnTo>
                <a:cubicBezTo>
                  <a:pt x="5351781" y="1005857"/>
                  <a:pt x="5351599" y="1008130"/>
                  <a:pt x="5351781" y="1010344"/>
                </a:cubicBezTo>
                <a:cubicBezTo>
                  <a:pt x="5352624" y="1020440"/>
                  <a:pt x="5353247" y="1024544"/>
                  <a:pt x="5357205" y="1024544"/>
                </a:cubicBezTo>
                <a:cubicBezTo>
                  <a:pt x="5359770" y="1024544"/>
                  <a:pt x="5363764" y="1022832"/>
                  <a:pt x="5370140" y="1019939"/>
                </a:cubicBezTo>
                <a:cubicBezTo>
                  <a:pt x="5376370" y="1017134"/>
                  <a:pt x="5382708" y="1014536"/>
                  <a:pt x="5388975" y="1011850"/>
                </a:cubicBezTo>
                <a:lnTo>
                  <a:pt x="5389854" y="1009045"/>
                </a:lnTo>
                <a:cubicBezTo>
                  <a:pt x="5394948" y="1003584"/>
                  <a:pt x="5397513" y="1000927"/>
                  <a:pt x="5400225" y="1000927"/>
                </a:cubicBezTo>
                <a:cubicBezTo>
                  <a:pt x="5402460" y="1000927"/>
                  <a:pt x="5404805" y="1002787"/>
                  <a:pt x="5408763" y="1006418"/>
                </a:cubicBezTo>
                <a:cubicBezTo>
                  <a:pt x="5413123" y="1010432"/>
                  <a:pt x="5417410" y="1011998"/>
                  <a:pt x="5421881" y="1011998"/>
                </a:cubicBezTo>
                <a:cubicBezTo>
                  <a:pt x="5425142" y="1011998"/>
                  <a:pt x="5428476" y="1011171"/>
                  <a:pt x="5432067" y="1009783"/>
                </a:cubicBezTo>
                <a:cubicBezTo>
                  <a:pt x="5436575" y="1008071"/>
                  <a:pt x="5443097" y="1007126"/>
                  <a:pt x="5444966" y="1004026"/>
                </a:cubicBezTo>
                <a:cubicBezTo>
                  <a:pt x="5449510" y="996410"/>
                  <a:pt x="5454237" y="990564"/>
                  <a:pt x="5463984" y="990564"/>
                </a:cubicBezTo>
                <a:cubicBezTo>
                  <a:pt x="5464973" y="990564"/>
                  <a:pt x="5465999" y="990624"/>
                  <a:pt x="5467062" y="990742"/>
                </a:cubicBezTo>
                <a:cubicBezTo>
                  <a:pt x="5467062" y="990742"/>
                  <a:pt x="5467099" y="990742"/>
                  <a:pt x="5467135" y="990742"/>
                </a:cubicBezTo>
                <a:cubicBezTo>
                  <a:pt x="5468382" y="990742"/>
                  <a:pt x="5470873" y="987760"/>
                  <a:pt x="5471166" y="985988"/>
                </a:cubicBezTo>
                <a:cubicBezTo>
                  <a:pt x="5471789" y="982328"/>
                  <a:pt x="5473071" y="980025"/>
                  <a:pt x="5475233" y="980025"/>
                </a:cubicBezTo>
                <a:cubicBezTo>
                  <a:pt x="5476479" y="980025"/>
                  <a:pt x="5478055" y="980793"/>
                  <a:pt x="5479960" y="982534"/>
                </a:cubicBezTo>
                <a:cubicBezTo>
                  <a:pt x="5484724" y="986816"/>
                  <a:pt x="5489048" y="991007"/>
                  <a:pt x="5494507" y="991007"/>
                </a:cubicBezTo>
                <a:cubicBezTo>
                  <a:pt x="5497476" y="991007"/>
                  <a:pt x="5500737" y="989797"/>
                  <a:pt x="5504621" y="986697"/>
                </a:cubicBezTo>
                <a:cubicBezTo>
                  <a:pt x="5506490" y="985192"/>
                  <a:pt x="5510777" y="984276"/>
                  <a:pt x="5514148" y="984276"/>
                </a:cubicBezTo>
                <a:cubicBezTo>
                  <a:pt x="5516090" y="984276"/>
                  <a:pt x="5517703" y="984601"/>
                  <a:pt x="5518363" y="985280"/>
                </a:cubicBezTo>
                <a:cubicBezTo>
                  <a:pt x="5521587" y="988675"/>
                  <a:pt x="5524848" y="989885"/>
                  <a:pt x="5527927" y="989885"/>
                </a:cubicBezTo>
                <a:cubicBezTo>
                  <a:pt x="5532837" y="989885"/>
                  <a:pt x="5537381" y="986845"/>
                  <a:pt x="5540678" y="984719"/>
                </a:cubicBezTo>
                <a:cubicBezTo>
                  <a:pt x="5548373" y="979760"/>
                  <a:pt x="5556802" y="977486"/>
                  <a:pt x="5564826" y="977486"/>
                </a:cubicBezTo>
                <a:cubicBezTo>
                  <a:pt x="5569920" y="977486"/>
                  <a:pt x="5574829" y="978401"/>
                  <a:pt x="5579300" y="980114"/>
                </a:cubicBezTo>
                <a:cubicBezTo>
                  <a:pt x="5591576" y="984807"/>
                  <a:pt x="5603082" y="984483"/>
                  <a:pt x="5615174" y="984896"/>
                </a:cubicBezTo>
                <a:cubicBezTo>
                  <a:pt x="5618435" y="985014"/>
                  <a:pt x="5621660" y="985043"/>
                  <a:pt x="5624921" y="985043"/>
                </a:cubicBezTo>
                <a:cubicBezTo>
                  <a:pt x="5626313" y="985043"/>
                  <a:pt x="5627669" y="985043"/>
                  <a:pt x="5629062" y="985043"/>
                </a:cubicBezTo>
                <a:cubicBezTo>
                  <a:pt x="5630418" y="985043"/>
                  <a:pt x="5631774" y="985043"/>
                  <a:pt x="5633093" y="985043"/>
                </a:cubicBezTo>
                <a:cubicBezTo>
                  <a:pt x="5637087" y="985043"/>
                  <a:pt x="5641044" y="985073"/>
                  <a:pt x="5645002" y="985280"/>
                </a:cubicBezTo>
                <a:cubicBezTo>
                  <a:pt x="5648593" y="985457"/>
                  <a:pt x="5650901" y="987996"/>
                  <a:pt x="5651378" y="991420"/>
                </a:cubicBezTo>
                <a:cubicBezTo>
                  <a:pt x="5655959" y="991538"/>
                  <a:pt x="5661088" y="992483"/>
                  <a:pt x="5665558" y="992483"/>
                </a:cubicBezTo>
                <a:cubicBezTo>
                  <a:pt x="5668270" y="992483"/>
                  <a:pt x="5670762" y="992159"/>
                  <a:pt x="5672740" y="991096"/>
                </a:cubicBezTo>
                <a:cubicBezTo>
                  <a:pt x="5686592" y="983745"/>
                  <a:pt x="5701140" y="985812"/>
                  <a:pt x="5715577" y="984689"/>
                </a:cubicBezTo>
                <a:cubicBezTo>
                  <a:pt x="5720157" y="984335"/>
                  <a:pt x="5724518" y="981679"/>
                  <a:pt x="5728988" y="980114"/>
                </a:cubicBezTo>
                <a:cubicBezTo>
                  <a:pt x="5730783" y="979464"/>
                  <a:pt x="5732689" y="978903"/>
                  <a:pt x="5734448" y="978903"/>
                </a:cubicBezTo>
                <a:cubicBezTo>
                  <a:pt x="5736207" y="978903"/>
                  <a:pt x="5737709" y="979435"/>
                  <a:pt x="5739028" y="980940"/>
                </a:cubicBezTo>
                <a:cubicBezTo>
                  <a:pt x="5739651" y="981649"/>
                  <a:pt x="5737014" y="984305"/>
                  <a:pt x="5736500" y="986195"/>
                </a:cubicBezTo>
                <a:cubicBezTo>
                  <a:pt x="5735364" y="990388"/>
                  <a:pt x="5734192" y="994609"/>
                  <a:pt x="5733898" y="998890"/>
                </a:cubicBezTo>
                <a:cubicBezTo>
                  <a:pt x="5733789" y="1000513"/>
                  <a:pt x="5736060" y="1002285"/>
                  <a:pt x="5737270" y="1003967"/>
                </a:cubicBezTo>
                <a:lnTo>
                  <a:pt x="5739505" y="1001311"/>
                </a:lnTo>
                <a:cubicBezTo>
                  <a:pt x="5742473" y="989265"/>
                  <a:pt x="5750827" y="985103"/>
                  <a:pt x="5762444" y="985103"/>
                </a:cubicBezTo>
                <a:cubicBezTo>
                  <a:pt x="5763945" y="985103"/>
                  <a:pt x="5765522" y="985162"/>
                  <a:pt x="5767170" y="985310"/>
                </a:cubicBezTo>
                <a:cubicBezTo>
                  <a:pt x="5774499" y="985900"/>
                  <a:pt x="5781828" y="985073"/>
                  <a:pt x="5788498" y="989531"/>
                </a:cubicBezTo>
                <a:cubicBezTo>
                  <a:pt x="5789633" y="990299"/>
                  <a:pt x="5791575" y="990653"/>
                  <a:pt x="5793517" y="990653"/>
                </a:cubicBezTo>
                <a:cubicBezTo>
                  <a:pt x="5795459" y="990653"/>
                  <a:pt x="5797328" y="990299"/>
                  <a:pt x="5798537" y="989619"/>
                </a:cubicBezTo>
                <a:cubicBezTo>
                  <a:pt x="5803008" y="987051"/>
                  <a:pt x="5808211" y="984807"/>
                  <a:pt x="5812828" y="984807"/>
                </a:cubicBezTo>
                <a:cubicBezTo>
                  <a:pt x="5815173" y="984807"/>
                  <a:pt x="5817335" y="985398"/>
                  <a:pt x="5819167" y="986816"/>
                </a:cubicBezTo>
                <a:cubicBezTo>
                  <a:pt x="5821293" y="988498"/>
                  <a:pt x="5823235" y="989089"/>
                  <a:pt x="5824994" y="989089"/>
                </a:cubicBezTo>
                <a:cubicBezTo>
                  <a:pt x="5827229" y="989089"/>
                  <a:pt x="5829207" y="988144"/>
                  <a:pt x="5831076" y="987170"/>
                </a:cubicBezTo>
                <a:cubicBezTo>
                  <a:pt x="5832945" y="986225"/>
                  <a:pt x="5834667" y="985250"/>
                  <a:pt x="5836426" y="985250"/>
                </a:cubicBezTo>
                <a:cubicBezTo>
                  <a:pt x="5837013" y="985250"/>
                  <a:pt x="5837563" y="985368"/>
                  <a:pt x="5838148" y="985605"/>
                </a:cubicBezTo>
                <a:cubicBezTo>
                  <a:pt x="5841667" y="987081"/>
                  <a:pt x="5844891" y="987641"/>
                  <a:pt x="5848079" y="987641"/>
                </a:cubicBezTo>
                <a:cubicBezTo>
                  <a:pt x="5852294" y="987641"/>
                  <a:pt x="5856397" y="986697"/>
                  <a:pt x="5860978" y="985664"/>
                </a:cubicBezTo>
                <a:cubicBezTo>
                  <a:pt x="5863689" y="985043"/>
                  <a:pt x="5866511" y="984838"/>
                  <a:pt x="5869369" y="984838"/>
                </a:cubicBezTo>
                <a:cubicBezTo>
                  <a:pt x="5875048" y="984838"/>
                  <a:pt x="5880912" y="985694"/>
                  <a:pt x="5886591" y="986137"/>
                </a:cubicBezTo>
                <a:cubicBezTo>
                  <a:pt x="5890072" y="986402"/>
                  <a:pt x="5889633" y="988321"/>
                  <a:pt x="5887361" y="990918"/>
                </a:cubicBezTo>
                <a:cubicBezTo>
                  <a:pt x="5885309" y="993310"/>
                  <a:pt x="5882816" y="997178"/>
                  <a:pt x="5883660" y="999480"/>
                </a:cubicBezTo>
                <a:cubicBezTo>
                  <a:pt x="5884649" y="1002167"/>
                  <a:pt x="5885784" y="1003081"/>
                  <a:pt x="5886995" y="1003081"/>
                </a:cubicBezTo>
                <a:cubicBezTo>
                  <a:pt x="5889266" y="1003081"/>
                  <a:pt x="5891831" y="999982"/>
                  <a:pt x="5894140" y="999510"/>
                </a:cubicBezTo>
                <a:cubicBezTo>
                  <a:pt x="5904730" y="997355"/>
                  <a:pt x="5916932" y="1000897"/>
                  <a:pt x="5925763" y="992365"/>
                </a:cubicBezTo>
                <a:cubicBezTo>
                  <a:pt x="5926680" y="992425"/>
                  <a:pt x="5927595" y="992454"/>
                  <a:pt x="5928548" y="992454"/>
                </a:cubicBezTo>
                <a:cubicBezTo>
                  <a:pt x="5931113" y="992454"/>
                  <a:pt x="5933641" y="992248"/>
                  <a:pt x="5936243" y="992041"/>
                </a:cubicBezTo>
                <a:cubicBezTo>
                  <a:pt x="5938808" y="991834"/>
                  <a:pt x="5941373" y="991627"/>
                  <a:pt x="5943901" y="991627"/>
                </a:cubicBezTo>
                <a:cubicBezTo>
                  <a:pt x="5948775" y="991627"/>
                  <a:pt x="5953575" y="992365"/>
                  <a:pt x="5958302" y="995200"/>
                </a:cubicBezTo>
                <a:cubicBezTo>
                  <a:pt x="5962040" y="997473"/>
                  <a:pt x="5967463" y="998034"/>
                  <a:pt x="5972190" y="998211"/>
                </a:cubicBezTo>
                <a:cubicBezTo>
                  <a:pt x="5976147" y="998358"/>
                  <a:pt x="5980105" y="998388"/>
                  <a:pt x="5984099" y="998388"/>
                </a:cubicBezTo>
                <a:cubicBezTo>
                  <a:pt x="5986700" y="998388"/>
                  <a:pt x="5989339" y="998388"/>
                  <a:pt x="5991941" y="998358"/>
                </a:cubicBezTo>
                <a:cubicBezTo>
                  <a:pt x="5994543" y="998358"/>
                  <a:pt x="5997144" y="998329"/>
                  <a:pt x="5999783" y="998329"/>
                </a:cubicBezTo>
                <a:cubicBezTo>
                  <a:pt x="6001761" y="998329"/>
                  <a:pt x="6003777" y="998329"/>
                  <a:pt x="6005755" y="998358"/>
                </a:cubicBezTo>
                <a:cubicBezTo>
                  <a:pt x="6005975" y="998358"/>
                  <a:pt x="6006195" y="998358"/>
                  <a:pt x="6006415" y="998358"/>
                </a:cubicBezTo>
                <a:cubicBezTo>
                  <a:pt x="6014000" y="998358"/>
                  <a:pt x="6021255" y="996470"/>
                  <a:pt x="6028548" y="994550"/>
                </a:cubicBezTo>
                <a:cubicBezTo>
                  <a:pt x="6035803" y="992660"/>
                  <a:pt x="6043058" y="990742"/>
                  <a:pt x="6050644" y="990742"/>
                </a:cubicBezTo>
                <a:cubicBezTo>
                  <a:pt x="6052513" y="990742"/>
                  <a:pt x="6054381" y="990859"/>
                  <a:pt x="6056287" y="991096"/>
                </a:cubicBezTo>
                <a:lnTo>
                  <a:pt x="6059364" y="989531"/>
                </a:lnTo>
                <a:lnTo>
                  <a:pt x="6060427" y="987494"/>
                </a:lnTo>
                <a:lnTo>
                  <a:pt x="6057789" y="985250"/>
                </a:lnTo>
                <a:cubicBezTo>
                  <a:pt x="6054674" y="984453"/>
                  <a:pt x="6049251" y="984572"/>
                  <a:pt x="6050204" y="981118"/>
                </a:cubicBezTo>
                <a:cubicBezTo>
                  <a:pt x="6051010" y="978165"/>
                  <a:pt x="6054124" y="973708"/>
                  <a:pt x="6057899" y="973708"/>
                </a:cubicBezTo>
                <a:cubicBezTo>
                  <a:pt x="6058632" y="973708"/>
                  <a:pt x="6059364" y="973854"/>
                  <a:pt x="6060098" y="974209"/>
                </a:cubicBezTo>
                <a:cubicBezTo>
                  <a:pt x="6062736" y="975449"/>
                  <a:pt x="6064751" y="976335"/>
                  <a:pt x="6066620" y="976335"/>
                </a:cubicBezTo>
                <a:cubicBezTo>
                  <a:pt x="6068415" y="976335"/>
                  <a:pt x="6070101" y="975538"/>
                  <a:pt x="6072226" y="973529"/>
                </a:cubicBezTo>
                <a:cubicBezTo>
                  <a:pt x="6074608" y="971257"/>
                  <a:pt x="6076661" y="967006"/>
                  <a:pt x="6080398" y="967006"/>
                </a:cubicBezTo>
                <a:cubicBezTo>
                  <a:pt x="6081167" y="967006"/>
                  <a:pt x="6081973" y="967183"/>
                  <a:pt x="6082890" y="967566"/>
                </a:cubicBezTo>
                <a:cubicBezTo>
                  <a:pt x="6084868" y="968423"/>
                  <a:pt x="6084685" y="973471"/>
                  <a:pt x="6085344" y="976629"/>
                </a:cubicBezTo>
                <a:lnTo>
                  <a:pt x="6085344" y="979877"/>
                </a:lnTo>
                <a:cubicBezTo>
                  <a:pt x="6085344" y="979877"/>
                  <a:pt x="6089925" y="982712"/>
                  <a:pt x="6089925" y="982712"/>
                </a:cubicBezTo>
                <a:cubicBezTo>
                  <a:pt x="6093370" y="980793"/>
                  <a:pt x="6097070" y="978461"/>
                  <a:pt x="6100662" y="978461"/>
                </a:cubicBezTo>
                <a:cubicBezTo>
                  <a:pt x="6102641" y="978461"/>
                  <a:pt x="6104582" y="979169"/>
                  <a:pt x="6106377" y="981059"/>
                </a:cubicBezTo>
                <a:cubicBezTo>
                  <a:pt x="6107806" y="982534"/>
                  <a:pt x="6109089" y="983066"/>
                  <a:pt x="6110299" y="983066"/>
                </a:cubicBezTo>
                <a:cubicBezTo>
                  <a:pt x="6111874" y="983066"/>
                  <a:pt x="6113303" y="982180"/>
                  <a:pt x="6114696" y="981295"/>
                </a:cubicBezTo>
                <a:cubicBezTo>
                  <a:pt x="6116088" y="980409"/>
                  <a:pt x="6117444" y="979523"/>
                  <a:pt x="6118873" y="979523"/>
                </a:cubicBezTo>
                <a:cubicBezTo>
                  <a:pt x="6119680" y="979523"/>
                  <a:pt x="6120486" y="979818"/>
                  <a:pt x="6121365" y="980556"/>
                </a:cubicBezTo>
                <a:cubicBezTo>
                  <a:pt x="6123088" y="982063"/>
                  <a:pt x="6124589" y="982652"/>
                  <a:pt x="6125909" y="982652"/>
                </a:cubicBezTo>
                <a:cubicBezTo>
                  <a:pt x="6128620" y="982652"/>
                  <a:pt x="6130745" y="980291"/>
                  <a:pt x="6133091" y="978342"/>
                </a:cubicBezTo>
                <a:cubicBezTo>
                  <a:pt x="6138257" y="974032"/>
                  <a:pt x="6137159" y="968246"/>
                  <a:pt x="6138368" y="962902"/>
                </a:cubicBezTo>
                <a:cubicBezTo>
                  <a:pt x="6138990" y="960127"/>
                  <a:pt x="6141848" y="958680"/>
                  <a:pt x="6144927" y="958680"/>
                </a:cubicBezTo>
                <a:cubicBezTo>
                  <a:pt x="6145660" y="958680"/>
                  <a:pt x="6146393" y="958769"/>
                  <a:pt x="6147088" y="958917"/>
                </a:cubicBezTo>
                <a:cubicBezTo>
                  <a:pt x="6149031" y="959359"/>
                  <a:pt x="6151193" y="961249"/>
                  <a:pt x="6151998" y="962961"/>
                </a:cubicBezTo>
                <a:cubicBezTo>
                  <a:pt x="6152915" y="964880"/>
                  <a:pt x="6152292" y="967360"/>
                  <a:pt x="6152475" y="969604"/>
                </a:cubicBezTo>
                <a:cubicBezTo>
                  <a:pt x="6153025" y="976689"/>
                  <a:pt x="6153501" y="975863"/>
                  <a:pt x="6166216" y="981206"/>
                </a:cubicBezTo>
                <a:cubicBezTo>
                  <a:pt x="6170870" y="983154"/>
                  <a:pt x="6175231" y="985073"/>
                  <a:pt x="6179591" y="985073"/>
                </a:cubicBezTo>
                <a:cubicBezTo>
                  <a:pt x="6181973" y="985073"/>
                  <a:pt x="6184355" y="984513"/>
                  <a:pt x="6186810" y="983066"/>
                </a:cubicBezTo>
                <a:cubicBezTo>
                  <a:pt x="6192966" y="979464"/>
                  <a:pt x="6199013" y="977486"/>
                  <a:pt x="6205058" y="977486"/>
                </a:cubicBezTo>
                <a:cubicBezTo>
                  <a:pt x="6210408" y="977486"/>
                  <a:pt x="6215758" y="979021"/>
                  <a:pt x="6221218" y="982298"/>
                </a:cubicBezTo>
                <a:cubicBezTo>
                  <a:pt x="6226311" y="981413"/>
                  <a:pt x="6231479" y="979198"/>
                  <a:pt x="6236535" y="979198"/>
                </a:cubicBezTo>
                <a:cubicBezTo>
                  <a:pt x="6240236" y="979198"/>
                  <a:pt x="6243900" y="980380"/>
                  <a:pt x="6247345" y="984188"/>
                </a:cubicBezTo>
                <a:lnTo>
                  <a:pt x="6254050" y="983095"/>
                </a:lnTo>
                <a:cubicBezTo>
                  <a:pt x="6258741" y="978963"/>
                  <a:pt x="6264165" y="978283"/>
                  <a:pt x="6269844" y="978283"/>
                </a:cubicBezTo>
                <a:cubicBezTo>
                  <a:pt x="6271493" y="978283"/>
                  <a:pt x="6273178" y="978342"/>
                  <a:pt x="6274901" y="978372"/>
                </a:cubicBezTo>
                <a:cubicBezTo>
                  <a:pt x="6278639" y="978461"/>
                  <a:pt x="6282375" y="978490"/>
                  <a:pt x="6286077" y="978490"/>
                </a:cubicBezTo>
                <a:cubicBezTo>
                  <a:pt x="6288386" y="978490"/>
                  <a:pt x="6290694" y="978490"/>
                  <a:pt x="6293002" y="978490"/>
                </a:cubicBezTo>
                <a:cubicBezTo>
                  <a:pt x="6295237" y="978490"/>
                  <a:pt x="6297436" y="978490"/>
                  <a:pt x="6299671" y="978490"/>
                </a:cubicBezTo>
                <a:cubicBezTo>
                  <a:pt x="6301357" y="978490"/>
                  <a:pt x="6303043" y="978490"/>
                  <a:pt x="6304765" y="978490"/>
                </a:cubicBezTo>
                <a:cubicBezTo>
                  <a:pt x="6304839" y="978490"/>
                  <a:pt x="6304948" y="978490"/>
                  <a:pt x="6305022" y="978490"/>
                </a:cubicBezTo>
                <a:lnTo>
                  <a:pt x="6312643" y="972872"/>
                </a:lnTo>
                <a:lnTo>
                  <a:pt x="6312643" y="955166"/>
                </a:lnTo>
                <a:lnTo>
                  <a:pt x="6310042" y="957293"/>
                </a:lnTo>
                <a:cubicBezTo>
                  <a:pt x="6309455" y="957293"/>
                  <a:pt x="6308832" y="957293"/>
                  <a:pt x="6308209" y="957205"/>
                </a:cubicBezTo>
                <a:lnTo>
                  <a:pt x="6305461" y="955728"/>
                </a:lnTo>
                <a:lnTo>
                  <a:pt x="6307477" y="951891"/>
                </a:lnTo>
                <a:lnTo>
                  <a:pt x="6312643" y="951641"/>
                </a:lnTo>
                <a:lnTo>
                  <a:pt x="6312643" y="79803"/>
                </a:lnTo>
                <a:lnTo>
                  <a:pt x="6308841" y="80625"/>
                </a:lnTo>
                <a:cubicBezTo>
                  <a:pt x="6304846" y="80625"/>
                  <a:pt x="6301036" y="79296"/>
                  <a:pt x="6297628" y="76197"/>
                </a:cubicBezTo>
                <a:cubicBezTo>
                  <a:pt x="6295503" y="74277"/>
                  <a:pt x="6291252" y="72241"/>
                  <a:pt x="6294697" y="68875"/>
                </a:cubicBezTo>
                <a:lnTo>
                  <a:pt x="6301365" y="67900"/>
                </a:lnTo>
                <a:lnTo>
                  <a:pt x="6312643" y="72101"/>
                </a:lnTo>
                <a:lnTo>
                  <a:pt x="6312643" y="53212"/>
                </a:lnTo>
                <a:lnTo>
                  <a:pt x="6308218" y="53259"/>
                </a:lnTo>
                <a:cubicBezTo>
                  <a:pt x="6306495" y="53288"/>
                  <a:pt x="6304810" y="53347"/>
                  <a:pt x="6303161" y="53347"/>
                </a:cubicBezTo>
                <a:cubicBezTo>
                  <a:pt x="6297482" y="53347"/>
                  <a:pt x="6292058" y="52668"/>
                  <a:pt x="6287368" y="48535"/>
                </a:cubicBezTo>
                <a:lnTo>
                  <a:pt x="6280662" y="47442"/>
                </a:lnTo>
                <a:cubicBezTo>
                  <a:pt x="6277218" y="51250"/>
                  <a:pt x="6273553" y="52431"/>
                  <a:pt x="6269852" y="52431"/>
                </a:cubicBezTo>
                <a:cubicBezTo>
                  <a:pt x="6264796" y="52431"/>
                  <a:pt x="6259629" y="50217"/>
                  <a:pt x="6254535" y="49331"/>
                </a:cubicBezTo>
                <a:cubicBezTo>
                  <a:pt x="6249076" y="52609"/>
                  <a:pt x="6243726" y="54144"/>
                  <a:pt x="6238376" y="54144"/>
                </a:cubicBezTo>
                <a:cubicBezTo>
                  <a:pt x="6232330" y="54144"/>
                  <a:pt x="6226283" y="52166"/>
                  <a:pt x="6220128" y="48564"/>
                </a:cubicBezTo>
                <a:cubicBezTo>
                  <a:pt x="6217672" y="47117"/>
                  <a:pt x="6215290" y="46557"/>
                  <a:pt x="6212908" y="46557"/>
                </a:cubicBezTo>
                <a:cubicBezTo>
                  <a:pt x="6208548" y="46557"/>
                  <a:pt x="6204187" y="48476"/>
                  <a:pt x="6199534" y="50424"/>
                </a:cubicBezTo>
                <a:cubicBezTo>
                  <a:pt x="6186818" y="55768"/>
                  <a:pt x="6186342" y="54941"/>
                  <a:pt x="6185792" y="62026"/>
                </a:cubicBezTo>
                <a:cubicBezTo>
                  <a:pt x="6185609" y="64269"/>
                  <a:pt x="6186233" y="66750"/>
                  <a:pt x="6185316" y="68668"/>
                </a:cubicBezTo>
                <a:cubicBezTo>
                  <a:pt x="6184510" y="70381"/>
                  <a:pt x="6182348" y="72270"/>
                  <a:pt x="6180405" y="72713"/>
                </a:cubicBezTo>
                <a:cubicBezTo>
                  <a:pt x="6179710" y="72861"/>
                  <a:pt x="6178977" y="72949"/>
                  <a:pt x="6178244" y="72949"/>
                </a:cubicBezTo>
                <a:cubicBezTo>
                  <a:pt x="6175166" y="72949"/>
                  <a:pt x="6172307" y="71502"/>
                  <a:pt x="6171685" y="68728"/>
                </a:cubicBezTo>
                <a:cubicBezTo>
                  <a:pt x="6170476" y="63384"/>
                  <a:pt x="6171575" y="57598"/>
                  <a:pt x="6166408" y="53288"/>
                </a:cubicBezTo>
                <a:cubicBezTo>
                  <a:pt x="6164063" y="51339"/>
                  <a:pt x="6161937" y="48977"/>
                  <a:pt x="6159226" y="48977"/>
                </a:cubicBezTo>
                <a:cubicBezTo>
                  <a:pt x="6157907" y="48977"/>
                  <a:pt x="6156405" y="49568"/>
                  <a:pt x="6154682" y="51073"/>
                </a:cubicBezTo>
                <a:cubicBezTo>
                  <a:pt x="6153803" y="51812"/>
                  <a:pt x="6152997" y="52106"/>
                  <a:pt x="6152191" y="52106"/>
                </a:cubicBezTo>
                <a:cubicBezTo>
                  <a:pt x="6150761" y="52106"/>
                  <a:pt x="6149406" y="51221"/>
                  <a:pt x="6148013" y="50336"/>
                </a:cubicBezTo>
                <a:cubicBezTo>
                  <a:pt x="6146621" y="49449"/>
                  <a:pt x="6145191" y="48564"/>
                  <a:pt x="6143616" y="48564"/>
                </a:cubicBezTo>
                <a:cubicBezTo>
                  <a:pt x="6142406" y="48564"/>
                  <a:pt x="6141124" y="49095"/>
                  <a:pt x="6139695" y="50571"/>
                </a:cubicBezTo>
                <a:cubicBezTo>
                  <a:pt x="6137900" y="52460"/>
                  <a:pt x="6135958" y="53170"/>
                  <a:pt x="6133979" y="53170"/>
                </a:cubicBezTo>
                <a:cubicBezTo>
                  <a:pt x="6130388" y="53170"/>
                  <a:pt x="6126687" y="50838"/>
                  <a:pt x="6123242" y="48918"/>
                </a:cubicBezTo>
                <a:cubicBezTo>
                  <a:pt x="6123242" y="48918"/>
                  <a:pt x="6118662" y="51752"/>
                  <a:pt x="6118662" y="51752"/>
                </a:cubicBezTo>
                <a:lnTo>
                  <a:pt x="6118662" y="55000"/>
                </a:lnTo>
                <a:cubicBezTo>
                  <a:pt x="6118002" y="58159"/>
                  <a:pt x="6118185" y="63207"/>
                  <a:pt x="6116207" y="64063"/>
                </a:cubicBezTo>
                <a:cubicBezTo>
                  <a:pt x="6115290" y="64446"/>
                  <a:pt x="6114484" y="64623"/>
                  <a:pt x="6113715" y="64623"/>
                </a:cubicBezTo>
                <a:cubicBezTo>
                  <a:pt x="6109978" y="64623"/>
                  <a:pt x="6107926" y="60373"/>
                  <a:pt x="6105543" y="58100"/>
                </a:cubicBezTo>
                <a:cubicBezTo>
                  <a:pt x="6103418" y="56092"/>
                  <a:pt x="6101732" y="55295"/>
                  <a:pt x="6099937" y="55295"/>
                </a:cubicBezTo>
                <a:cubicBezTo>
                  <a:pt x="6098069" y="55295"/>
                  <a:pt x="6096053" y="56182"/>
                  <a:pt x="6093415" y="57421"/>
                </a:cubicBezTo>
                <a:cubicBezTo>
                  <a:pt x="6092682" y="57775"/>
                  <a:pt x="6091949" y="57923"/>
                  <a:pt x="6091216" y="57923"/>
                </a:cubicBezTo>
                <a:cubicBezTo>
                  <a:pt x="6087441" y="57923"/>
                  <a:pt x="6084327" y="53464"/>
                  <a:pt x="6083521" y="50513"/>
                </a:cubicBezTo>
                <a:cubicBezTo>
                  <a:pt x="6082569" y="47058"/>
                  <a:pt x="6087991" y="47177"/>
                  <a:pt x="6091106" y="46379"/>
                </a:cubicBezTo>
                <a:lnTo>
                  <a:pt x="6093744" y="44136"/>
                </a:lnTo>
                <a:lnTo>
                  <a:pt x="6092682" y="42099"/>
                </a:lnTo>
                <a:lnTo>
                  <a:pt x="6089604" y="40534"/>
                </a:lnTo>
                <a:cubicBezTo>
                  <a:pt x="6087698" y="40770"/>
                  <a:pt x="6085830" y="40888"/>
                  <a:pt x="6083961" y="40888"/>
                </a:cubicBezTo>
                <a:cubicBezTo>
                  <a:pt x="6076375" y="40888"/>
                  <a:pt x="6069120" y="38969"/>
                  <a:pt x="6061865" y="37080"/>
                </a:cubicBezTo>
                <a:cubicBezTo>
                  <a:pt x="6054572" y="35161"/>
                  <a:pt x="6047318" y="33272"/>
                  <a:pt x="6039733" y="33272"/>
                </a:cubicBezTo>
                <a:cubicBezTo>
                  <a:pt x="6039512" y="33272"/>
                  <a:pt x="6039293" y="33272"/>
                  <a:pt x="6039072" y="33272"/>
                </a:cubicBezTo>
                <a:cubicBezTo>
                  <a:pt x="6037094" y="33301"/>
                  <a:pt x="6035078" y="33301"/>
                  <a:pt x="6033100" y="33301"/>
                </a:cubicBezTo>
                <a:cubicBezTo>
                  <a:pt x="6030461" y="33301"/>
                  <a:pt x="6027860" y="33272"/>
                  <a:pt x="6025258" y="33272"/>
                </a:cubicBezTo>
                <a:cubicBezTo>
                  <a:pt x="6022656" y="33241"/>
                  <a:pt x="6020018" y="33241"/>
                  <a:pt x="6017416" y="33241"/>
                </a:cubicBezTo>
                <a:cubicBezTo>
                  <a:pt x="6013422" y="33241"/>
                  <a:pt x="6009465" y="33272"/>
                  <a:pt x="6005508" y="33420"/>
                </a:cubicBezTo>
                <a:cubicBezTo>
                  <a:pt x="6000780" y="33597"/>
                  <a:pt x="5995357" y="34157"/>
                  <a:pt x="5991620" y="36430"/>
                </a:cubicBezTo>
                <a:cubicBezTo>
                  <a:pt x="5986892" y="39264"/>
                  <a:pt x="5982092" y="40003"/>
                  <a:pt x="5977218" y="40003"/>
                </a:cubicBezTo>
                <a:cubicBezTo>
                  <a:pt x="5974690" y="40003"/>
                  <a:pt x="5972125" y="39797"/>
                  <a:pt x="5969560" y="39589"/>
                </a:cubicBezTo>
                <a:cubicBezTo>
                  <a:pt x="5966958" y="39383"/>
                  <a:pt x="5964430" y="39176"/>
                  <a:pt x="5961865" y="39176"/>
                </a:cubicBezTo>
                <a:cubicBezTo>
                  <a:pt x="5960913" y="39176"/>
                  <a:pt x="5959997" y="39206"/>
                  <a:pt x="5959080" y="39264"/>
                </a:cubicBezTo>
                <a:cubicBezTo>
                  <a:pt x="5950249" y="30733"/>
                  <a:pt x="5938047" y="34275"/>
                  <a:pt x="5927457" y="32121"/>
                </a:cubicBezTo>
                <a:cubicBezTo>
                  <a:pt x="5925148" y="31648"/>
                  <a:pt x="5922583" y="28548"/>
                  <a:pt x="5920312" y="28548"/>
                </a:cubicBezTo>
                <a:cubicBezTo>
                  <a:pt x="5919102" y="28548"/>
                  <a:pt x="5917966" y="29464"/>
                  <a:pt x="5916977" y="32150"/>
                </a:cubicBezTo>
                <a:cubicBezTo>
                  <a:pt x="5916134" y="34453"/>
                  <a:pt x="5918626" y="38319"/>
                  <a:pt x="5920678" y="40711"/>
                </a:cubicBezTo>
                <a:cubicBezTo>
                  <a:pt x="5922950" y="43309"/>
                  <a:pt x="5923389" y="45229"/>
                  <a:pt x="5919908" y="45494"/>
                </a:cubicBezTo>
                <a:cubicBezTo>
                  <a:pt x="5914229" y="45937"/>
                  <a:pt x="5908366" y="46793"/>
                  <a:pt x="5902686" y="46793"/>
                </a:cubicBezTo>
                <a:cubicBezTo>
                  <a:pt x="5899828" y="46793"/>
                  <a:pt x="5897006" y="46586"/>
                  <a:pt x="5894295" y="45966"/>
                </a:cubicBezTo>
                <a:cubicBezTo>
                  <a:pt x="5889714" y="44933"/>
                  <a:pt x="5885611" y="43988"/>
                  <a:pt x="5881396" y="43988"/>
                </a:cubicBezTo>
                <a:cubicBezTo>
                  <a:pt x="5878208" y="43988"/>
                  <a:pt x="5874984" y="44550"/>
                  <a:pt x="5871465" y="46025"/>
                </a:cubicBezTo>
                <a:cubicBezTo>
                  <a:pt x="5870879" y="46261"/>
                  <a:pt x="5870330" y="46379"/>
                  <a:pt x="5869744" y="46379"/>
                </a:cubicBezTo>
                <a:cubicBezTo>
                  <a:pt x="5867985" y="46379"/>
                  <a:pt x="5866262" y="45406"/>
                  <a:pt x="5864394" y="44461"/>
                </a:cubicBezTo>
                <a:cubicBezTo>
                  <a:pt x="5862524" y="43486"/>
                  <a:pt x="5860546" y="42541"/>
                  <a:pt x="5858311" y="42541"/>
                </a:cubicBezTo>
                <a:cubicBezTo>
                  <a:pt x="5856552" y="42541"/>
                  <a:pt x="5854610" y="43131"/>
                  <a:pt x="5852485" y="44815"/>
                </a:cubicBezTo>
                <a:cubicBezTo>
                  <a:pt x="5850652" y="46232"/>
                  <a:pt x="5848490" y="46823"/>
                  <a:pt x="5846146" y="46823"/>
                </a:cubicBezTo>
                <a:cubicBezTo>
                  <a:pt x="5841528" y="46823"/>
                  <a:pt x="5836325" y="44579"/>
                  <a:pt x="5831855" y="42010"/>
                </a:cubicBezTo>
                <a:cubicBezTo>
                  <a:pt x="5830646" y="41331"/>
                  <a:pt x="5828776" y="40977"/>
                  <a:pt x="5826834" y="40977"/>
                </a:cubicBezTo>
                <a:cubicBezTo>
                  <a:pt x="5824892" y="40977"/>
                  <a:pt x="5822950" y="41331"/>
                  <a:pt x="5821814" y="42099"/>
                </a:cubicBezTo>
                <a:cubicBezTo>
                  <a:pt x="5815145" y="46557"/>
                  <a:pt x="5807816" y="45729"/>
                  <a:pt x="5800487" y="46320"/>
                </a:cubicBezTo>
                <a:cubicBezTo>
                  <a:pt x="5798839" y="46468"/>
                  <a:pt x="5797263" y="46528"/>
                  <a:pt x="5795760" y="46528"/>
                </a:cubicBezTo>
                <a:cubicBezTo>
                  <a:pt x="5784145" y="46528"/>
                  <a:pt x="5775790" y="42364"/>
                  <a:pt x="5772822" y="30320"/>
                </a:cubicBezTo>
                <a:lnTo>
                  <a:pt x="5770586" y="27662"/>
                </a:lnTo>
                <a:cubicBezTo>
                  <a:pt x="5769377" y="29345"/>
                  <a:pt x="5767106" y="31117"/>
                  <a:pt x="5767215" y="32741"/>
                </a:cubicBezTo>
                <a:cubicBezTo>
                  <a:pt x="5767509" y="37021"/>
                  <a:pt x="5768681" y="41242"/>
                  <a:pt x="5769818" y="45435"/>
                </a:cubicBezTo>
                <a:cubicBezTo>
                  <a:pt x="5770331" y="47324"/>
                  <a:pt x="5772968" y="49981"/>
                  <a:pt x="5772345" y="50690"/>
                </a:cubicBezTo>
                <a:cubicBezTo>
                  <a:pt x="5771027" y="52195"/>
                  <a:pt x="5769524" y="52726"/>
                  <a:pt x="5767765" y="52726"/>
                </a:cubicBezTo>
                <a:cubicBezTo>
                  <a:pt x="5766006" y="52726"/>
                  <a:pt x="5764101" y="52166"/>
                  <a:pt x="5762306" y="51515"/>
                </a:cubicBezTo>
                <a:cubicBezTo>
                  <a:pt x="5757835" y="49951"/>
                  <a:pt x="5753474" y="47294"/>
                  <a:pt x="5748894" y="46940"/>
                </a:cubicBezTo>
                <a:cubicBezTo>
                  <a:pt x="5734456" y="45818"/>
                  <a:pt x="5719910" y="47885"/>
                  <a:pt x="5706058" y="40534"/>
                </a:cubicBezTo>
                <a:cubicBezTo>
                  <a:pt x="5704079" y="39472"/>
                  <a:pt x="5701587" y="39147"/>
                  <a:pt x="5698876" y="39147"/>
                </a:cubicBezTo>
                <a:cubicBezTo>
                  <a:pt x="5694405" y="39147"/>
                  <a:pt x="5689275" y="40092"/>
                  <a:pt x="5684695" y="40209"/>
                </a:cubicBezTo>
                <a:cubicBezTo>
                  <a:pt x="5684219" y="43634"/>
                  <a:pt x="5681910" y="46173"/>
                  <a:pt x="5678319" y="46349"/>
                </a:cubicBezTo>
                <a:cubicBezTo>
                  <a:pt x="5674361" y="46557"/>
                  <a:pt x="5670404" y="46586"/>
                  <a:pt x="5666410" y="46586"/>
                </a:cubicBezTo>
                <a:cubicBezTo>
                  <a:pt x="5665091" y="46586"/>
                  <a:pt x="5663735" y="46586"/>
                  <a:pt x="5662379" y="46586"/>
                </a:cubicBezTo>
                <a:cubicBezTo>
                  <a:pt x="5660986" y="46586"/>
                  <a:pt x="5659630" y="46586"/>
                  <a:pt x="5658239" y="46586"/>
                </a:cubicBezTo>
                <a:cubicBezTo>
                  <a:pt x="5654977" y="46586"/>
                  <a:pt x="5651753" y="46616"/>
                  <a:pt x="5648491" y="46733"/>
                </a:cubicBezTo>
                <a:cubicBezTo>
                  <a:pt x="5636399" y="47147"/>
                  <a:pt x="5624893" y="46823"/>
                  <a:pt x="5612617" y="51515"/>
                </a:cubicBezTo>
                <a:cubicBezTo>
                  <a:pt x="5608147" y="53228"/>
                  <a:pt x="5603237" y="54144"/>
                  <a:pt x="5598143" y="54144"/>
                </a:cubicBezTo>
                <a:cubicBezTo>
                  <a:pt x="5590119" y="54144"/>
                  <a:pt x="5581690" y="51870"/>
                  <a:pt x="5573995" y="46911"/>
                </a:cubicBezTo>
                <a:cubicBezTo>
                  <a:pt x="5570698" y="44785"/>
                  <a:pt x="5566154" y="41745"/>
                  <a:pt x="5561244" y="41745"/>
                </a:cubicBezTo>
                <a:cubicBezTo>
                  <a:pt x="5558166" y="41745"/>
                  <a:pt x="5554904" y="42955"/>
                  <a:pt x="5551680" y="46349"/>
                </a:cubicBezTo>
                <a:cubicBezTo>
                  <a:pt x="5551020" y="47028"/>
                  <a:pt x="5549407" y="47353"/>
                  <a:pt x="5547466" y="47353"/>
                </a:cubicBezTo>
                <a:cubicBezTo>
                  <a:pt x="5544095" y="47353"/>
                  <a:pt x="5539807" y="46439"/>
                  <a:pt x="5537938" y="44933"/>
                </a:cubicBezTo>
                <a:cubicBezTo>
                  <a:pt x="5534054" y="41833"/>
                  <a:pt x="5530793" y="40622"/>
                  <a:pt x="5527824" y="40622"/>
                </a:cubicBezTo>
                <a:cubicBezTo>
                  <a:pt x="5522365" y="40622"/>
                  <a:pt x="5518041" y="44815"/>
                  <a:pt x="5513277" y="49095"/>
                </a:cubicBezTo>
                <a:cubicBezTo>
                  <a:pt x="5511372" y="50838"/>
                  <a:pt x="5509797" y="51604"/>
                  <a:pt x="5508551" y="51604"/>
                </a:cubicBezTo>
                <a:cubicBezTo>
                  <a:pt x="5506388" y="51604"/>
                  <a:pt x="5505106" y="49302"/>
                  <a:pt x="5504483" y="45641"/>
                </a:cubicBezTo>
                <a:cubicBezTo>
                  <a:pt x="5504190" y="43870"/>
                  <a:pt x="5501699" y="40888"/>
                  <a:pt x="5500452" y="40888"/>
                </a:cubicBezTo>
                <a:cubicBezTo>
                  <a:pt x="5500416" y="40888"/>
                  <a:pt x="5500379" y="40888"/>
                  <a:pt x="5500379" y="40888"/>
                </a:cubicBezTo>
                <a:cubicBezTo>
                  <a:pt x="5499317" y="41007"/>
                  <a:pt x="5498291" y="41066"/>
                  <a:pt x="5497301" y="41066"/>
                </a:cubicBezTo>
                <a:cubicBezTo>
                  <a:pt x="5487554" y="41066"/>
                  <a:pt x="5482826" y="35220"/>
                  <a:pt x="5478283" y="27603"/>
                </a:cubicBezTo>
                <a:cubicBezTo>
                  <a:pt x="5476414" y="24503"/>
                  <a:pt x="5469892" y="23559"/>
                  <a:pt x="5465385" y="21846"/>
                </a:cubicBezTo>
                <a:cubicBezTo>
                  <a:pt x="5461794" y="20459"/>
                  <a:pt x="5458459" y="19633"/>
                  <a:pt x="5455198" y="19633"/>
                </a:cubicBezTo>
                <a:cubicBezTo>
                  <a:pt x="5450728" y="19633"/>
                  <a:pt x="5446440" y="21198"/>
                  <a:pt x="5442080" y="25212"/>
                </a:cubicBezTo>
                <a:cubicBezTo>
                  <a:pt x="5438122" y="28844"/>
                  <a:pt x="5435777" y="30703"/>
                  <a:pt x="5433542" y="30703"/>
                </a:cubicBezTo>
                <a:cubicBezTo>
                  <a:pt x="5430830" y="30703"/>
                  <a:pt x="5428265" y="28046"/>
                  <a:pt x="5423172" y="22584"/>
                </a:cubicBezTo>
                <a:lnTo>
                  <a:pt x="5422292" y="19780"/>
                </a:lnTo>
                <a:cubicBezTo>
                  <a:pt x="5416025" y="17093"/>
                  <a:pt x="5409687" y="14495"/>
                  <a:pt x="5403457" y="11691"/>
                </a:cubicBezTo>
                <a:cubicBezTo>
                  <a:pt x="5397082" y="8798"/>
                  <a:pt x="5393087" y="7085"/>
                  <a:pt x="5390522" y="7085"/>
                </a:cubicBezTo>
                <a:cubicBezTo>
                  <a:pt x="5386565" y="7085"/>
                  <a:pt x="5385942" y="11190"/>
                  <a:pt x="5385099" y="21285"/>
                </a:cubicBezTo>
                <a:cubicBezTo>
                  <a:pt x="5384916" y="23500"/>
                  <a:pt x="5385099" y="25773"/>
                  <a:pt x="5384733" y="27958"/>
                </a:cubicBezTo>
                <a:lnTo>
                  <a:pt x="5382790" y="30585"/>
                </a:lnTo>
                <a:cubicBezTo>
                  <a:pt x="5380812" y="30290"/>
                  <a:pt x="5378541" y="29818"/>
                  <a:pt x="5377074" y="28666"/>
                </a:cubicBezTo>
                <a:cubicBezTo>
                  <a:pt x="5373264" y="25744"/>
                  <a:pt x="5371028" y="22083"/>
                  <a:pt x="5370112" y="17359"/>
                </a:cubicBezTo>
                <a:cubicBezTo>
                  <a:pt x="5369086" y="12104"/>
                  <a:pt x="5373117" y="4990"/>
                  <a:pt x="5366631" y="2007"/>
                </a:cubicBezTo>
                <a:cubicBezTo>
                  <a:pt x="5363076" y="383"/>
                  <a:pt x="5358643" y="0"/>
                  <a:pt x="5354209" y="0"/>
                </a:cubicBezTo>
                <a:close/>
              </a:path>
            </a:pathLst>
          </a:custGeom>
          <a:solidFill>
            <a:schemeClr val="accent2"/>
          </a:solidFill>
          <a:ln w="9525" cap="flat">
            <a:noFill/>
            <a:prstDash val="solid"/>
            <a:miter/>
          </a:ln>
        </p:spPr>
        <p:txBody>
          <a:bodyPr wrap="square" rtlCol="0" anchor="ctr">
            <a:noAutofit/>
          </a:bodyPr>
          <a:lstStyle/>
          <a:p>
            <a:endParaRPr lang="en-IN" dirty="0"/>
          </a:p>
        </p:txBody>
      </p:sp>
      <p:sp>
        <p:nvSpPr>
          <p:cNvPr id="25" name="TextBox 24">
            <a:extLst>
              <a:ext uri="{FF2B5EF4-FFF2-40B4-BE49-F238E27FC236}">
                <a16:creationId xmlns:a16="http://schemas.microsoft.com/office/drawing/2014/main" id="{0D19BDD5-35B1-0C04-0FB0-66CEDCF149D8}"/>
              </a:ext>
            </a:extLst>
          </p:cNvPr>
          <p:cNvSpPr txBox="1"/>
          <p:nvPr/>
        </p:nvSpPr>
        <p:spPr>
          <a:xfrm>
            <a:off x="368301" y="1335944"/>
            <a:ext cx="4437834" cy="553998"/>
          </a:xfrm>
          <a:prstGeom prst="rect">
            <a:avLst/>
          </a:prstGeom>
          <a:noFill/>
        </p:spPr>
        <p:txBody>
          <a:bodyPr wrap="square" lIns="0" tIns="0" rIns="0" bIns="0" rtlCol="0" anchor="t">
            <a:spAutoFit/>
          </a:bodyPr>
          <a:lstStyle/>
          <a:p>
            <a:pPr>
              <a:spcAft>
                <a:spcPts val="600"/>
              </a:spcAft>
            </a:pPr>
            <a:r>
              <a:rPr lang="en-US" b="1" i="0" dirty="0">
                <a:solidFill>
                  <a:schemeClr val="tx2"/>
                </a:solidFill>
                <a:effectLst/>
                <a:latin typeface="+mn-lt"/>
              </a:rPr>
              <a:t>Lorem Ipsum is simply dummy text of the printing and typesetting industry. </a:t>
            </a:r>
            <a:endParaRPr lang="en-GB" b="1" i="0" dirty="0">
              <a:solidFill>
                <a:schemeClr val="tx2"/>
              </a:solidFill>
              <a:effectLst/>
              <a:latin typeface="+mn-lt"/>
            </a:endParaRPr>
          </a:p>
        </p:txBody>
      </p:sp>
      <p:pic>
        <p:nvPicPr>
          <p:cNvPr id="54" name="Graphic 53">
            <a:extLst>
              <a:ext uri="{FF2B5EF4-FFF2-40B4-BE49-F238E27FC236}">
                <a16:creationId xmlns:a16="http://schemas.microsoft.com/office/drawing/2014/main" id="{356DD481-A6C0-227E-3AD0-6C9A484BD49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rot="21312549">
            <a:off x="11167357" y="4715034"/>
            <a:ext cx="936468" cy="1618979"/>
          </a:xfrm>
          <a:prstGeom prst="rect">
            <a:avLst/>
          </a:prstGeom>
        </p:spPr>
      </p:pic>
      <p:pic>
        <p:nvPicPr>
          <p:cNvPr id="55" name="Graphic 54">
            <a:extLst>
              <a:ext uri="{FF2B5EF4-FFF2-40B4-BE49-F238E27FC236}">
                <a16:creationId xmlns:a16="http://schemas.microsoft.com/office/drawing/2014/main" id="{4284009B-34EB-D684-0F51-FFD583F9F5A0}"/>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385862" y="-30201"/>
            <a:ext cx="898628" cy="898627"/>
          </a:xfrm>
          <a:prstGeom prst="rect">
            <a:avLst/>
          </a:prstGeom>
        </p:spPr>
      </p:pic>
      <p:sp>
        <p:nvSpPr>
          <p:cNvPr id="3" name="Slide Number Placeholder 2">
            <a:extLst>
              <a:ext uri="{FF2B5EF4-FFF2-40B4-BE49-F238E27FC236}">
                <a16:creationId xmlns:a16="http://schemas.microsoft.com/office/drawing/2014/main" id="{7344F5B2-305F-C9C5-7BCA-8F77B2761BCA}"/>
              </a:ext>
            </a:extLst>
          </p:cNvPr>
          <p:cNvSpPr>
            <a:spLocks noGrp="1"/>
          </p:cNvSpPr>
          <p:nvPr>
            <p:ph type="sldNum" sz="quarter" idx="4"/>
          </p:nvPr>
        </p:nvSpPr>
        <p:spPr/>
        <p:txBody>
          <a:bodyPr/>
          <a:lstStyle/>
          <a:p>
            <a:fld id="{9A131BC9-40DA-43B6-B58E-D925B527BF77}" type="slidenum">
              <a:rPr lang="en-IN" smtClean="0"/>
              <a:pPr/>
              <a:t>4</a:t>
            </a:fld>
            <a:endParaRPr lang="en-IN"/>
          </a:p>
        </p:txBody>
      </p:sp>
    </p:spTree>
    <p:extLst>
      <p:ext uri="{BB962C8B-B14F-4D97-AF65-F5344CB8AC3E}">
        <p14:creationId xmlns:p14="http://schemas.microsoft.com/office/powerpoint/2010/main" val="423999288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B8C82-2D5B-F1AE-FF21-3F79AE64231E}"/>
            </a:ext>
          </a:extLst>
        </p:cNvPr>
        <p:cNvGrpSpPr/>
        <p:nvPr/>
      </p:nvGrpSpPr>
      <p:grpSpPr>
        <a:xfrm>
          <a:off x="0" y="0"/>
          <a:ext cx="0" cy="0"/>
          <a:chOff x="0" y="0"/>
          <a:chExt cx="0" cy="0"/>
        </a:xfrm>
      </p:grpSpPr>
      <p:pic>
        <p:nvPicPr>
          <p:cNvPr id="15" name="Picture 14">
            <a:extLst>
              <a:ext uri="{FF2B5EF4-FFF2-40B4-BE49-F238E27FC236}">
                <a16:creationId xmlns:a16="http://schemas.microsoft.com/office/drawing/2014/main" id="{D8531920-5534-86C3-39DA-BF6D1491C896}"/>
              </a:ext>
            </a:extLst>
          </p:cNvPr>
          <p:cNvPicPr>
            <a:picLocks noChangeAspect="1"/>
          </p:cNvPicPr>
          <p:nvPr/>
        </p:nvPicPr>
        <p:blipFill rotWithShape="1">
          <a:blip r:embed="rId2">
            <a:extLst>
              <a:ext uri="{28A0092B-C50C-407E-A947-70E740481C1C}">
                <a14:useLocalDpi xmlns:a14="http://schemas.microsoft.com/office/drawing/2010/main" val="0"/>
              </a:ext>
            </a:extLst>
          </a:blip>
          <a:srcRect l="8365"/>
          <a:stretch>
            <a:fillRect/>
          </a:stretch>
        </p:blipFill>
        <p:spPr>
          <a:xfrm flipH="1">
            <a:off x="1896800" y="0"/>
            <a:ext cx="10295199" cy="6460123"/>
          </a:xfrm>
          <a:prstGeom prst="rect">
            <a:avLst/>
          </a:prstGeom>
        </p:spPr>
      </p:pic>
      <p:sp>
        <p:nvSpPr>
          <p:cNvPr id="31" name="Rectangle 30">
            <a:extLst>
              <a:ext uri="{FF2B5EF4-FFF2-40B4-BE49-F238E27FC236}">
                <a16:creationId xmlns:a16="http://schemas.microsoft.com/office/drawing/2014/main" id="{2FC8690C-4A15-F5F7-8812-84D1AA5BB82D}"/>
              </a:ext>
            </a:extLst>
          </p:cNvPr>
          <p:cNvSpPr/>
          <p:nvPr/>
        </p:nvSpPr>
        <p:spPr>
          <a:xfrm>
            <a:off x="0" y="0"/>
            <a:ext cx="8265804" cy="6463533"/>
          </a:xfrm>
          <a:prstGeom prst="rect">
            <a:avLst/>
          </a:prstGeom>
          <a:gradFill flip="none" rotWithShape="1">
            <a:gsLst>
              <a:gs pos="0">
                <a:schemeClr val="tx2"/>
              </a:gs>
              <a:gs pos="100000">
                <a:schemeClr val="tx2">
                  <a:alpha val="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4" name="Graphic 3">
            <a:extLst>
              <a:ext uri="{FF2B5EF4-FFF2-40B4-BE49-F238E27FC236}">
                <a16:creationId xmlns:a16="http://schemas.microsoft.com/office/drawing/2014/main" id="{86EC2E77-94A9-5476-6A0E-AD36D6254DB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rot="7200000">
            <a:off x="90927" y="157245"/>
            <a:ext cx="839286" cy="824708"/>
          </a:xfrm>
          <a:prstGeom prst="rect">
            <a:avLst/>
          </a:prstGeom>
        </p:spPr>
      </p:pic>
      <p:sp>
        <p:nvSpPr>
          <p:cNvPr id="2" name="Title 1">
            <a:extLst>
              <a:ext uri="{FF2B5EF4-FFF2-40B4-BE49-F238E27FC236}">
                <a16:creationId xmlns:a16="http://schemas.microsoft.com/office/drawing/2014/main" id="{A479C079-1166-68DB-4631-B2D320E5DE6C}"/>
              </a:ext>
            </a:extLst>
          </p:cNvPr>
          <p:cNvSpPr>
            <a:spLocks noGrp="1"/>
          </p:cNvSpPr>
          <p:nvPr>
            <p:ph type="title"/>
          </p:nvPr>
        </p:nvSpPr>
        <p:spPr/>
        <p:txBody>
          <a:bodyPr/>
          <a:lstStyle/>
          <a:p>
            <a:r>
              <a:rPr lang="en-IN" dirty="0"/>
              <a:t>WHAT IS </a:t>
            </a:r>
            <a:r>
              <a:rPr lang="en-IN" dirty="0">
                <a:ln w="12700">
                  <a:solidFill>
                    <a:schemeClr val="accent3"/>
                  </a:solidFill>
                </a:ln>
                <a:noFill/>
              </a:rPr>
              <a:t>LOREM IPSUM</a:t>
            </a:r>
          </a:p>
        </p:txBody>
      </p:sp>
      <p:grpSp>
        <p:nvGrpSpPr>
          <p:cNvPr id="32" name="Group 31">
            <a:extLst>
              <a:ext uri="{FF2B5EF4-FFF2-40B4-BE49-F238E27FC236}">
                <a16:creationId xmlns:a16="http://schemas.microsoft.com/office/drawing/2014/main" id="{9AC67AB0-07C9-AF48-40E6-4D0D311F8E20}"/>
              </a:ext>
            </a:extLst>
          </p:cNvPr>
          <p:cNvGrpSpPr/>
          <p:nvPr/>
        </p:nvGrpSpPr>
        <p:grpSpPr>
          <a:xfrm>
            <a:off x="9927237" y="4312303"/>
            <a:ext cx="2451979" cy="2451979"/>
            <a:chOff x="7150099" y="1006450"/>
            <a:chExt cx="4680000" cy="4680000"/>
          </a:xfrm>
        </p:grpSpPr>
        <p:cxnSp>
          <p:nvCxnSpPr>
            <p:cNvPr id="33" name="Straight Connector 32">
              <a:extLst>
                <a:ext uri="{FF2B5EF4-FFF2-40B4-BE49-F238E27FC236}">
                  <a16:creationId xmlns:a16="http://schemas.microsoft.com/office/drawing/2014/main" id="{B8DA3F57-AFFC-2BED-D60E-A8647927C201}"/>
                </a:ext>
              </a:extLst>
            </p:cNvPr>
            <p:cNvCxnSpPr/>
            <p:nvPr/>
          </p:nvCxnSpPr>
          <p:spPr>
            <a:xfrm>
              <a:off x="7150099" y="138430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C24DF8FB-338F-8BEB-957F-01CAD94FE75B}"/>
                </a:ext>
              </a:extLst>
            </p:cNvPr>
            <p:cNvCxnSpPr/>
            <p:nvPr/>
          </p:nvCxnSpPr>
          <p:spPr>
            <a:xfrm>
              <a:off x="7150099" y="177673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3009BEAC-1370-E592-F8A8-76CAC927E449}"/>
                </a:ext>
              </a:extLst>
            </p:cNvPr>
            <p:cNvCxnSpPr/>
            <p:nvPr/>
          </p:nvCxnSpPr>
          <p:spPr>
            <a:xfrm>
              <a:off x="7150099" y="216916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C769734A-D207-D80C-0368-6DAB884EEECE}"/>
                </a:ext>
              </a:extLst>
            </p:cNvPr>
            <p:cNvCxnSpPr/>
            <p:nvPr/>
          </p:nvCxnSpPr>
          <p:spPr>
            <a:xfrm>
              <a:off x="7150099" y="256159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0D804B88-6A79-5A87-B84A-FEA08ECEF5EC}"/>
                </a:ext>
              </a:extLst>
            </p:cNvPr>
            <p:cNvCxnSpPr/>
            <p:nvPr/>
          </p:nvCxnSpPr>
          <p:spPr>
            <a:xfrm>
              <a:off x="7150099" y="295402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97DA598-15D1-D520-87E2-A30BEEE11AD9}"/>
                </a:ext>
              </a:extLst>
            </p:cNvPr>
            <p:cNvCxnSpPr/>
            <p:nvPr/>
          </p:nvCxnSpPr>
          <p:spPr>
            <a:xfrm>
              <a:off x="7150099" y="334645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32F15FF8-19DA-5715-79BC-A48E94513415}"/>
                </a:ext>
              </a:extLst>
            </p:cNvPr>
            <p:cNvCxnSpPr/>
            <p:nvPr/>
          </p:nvCxnSpPr>
          <p:spPr>
            <a:xfrm>
              <a:off x="7150099" y="373888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0BE02058-7386-A6D4-5108-361B924F3847}"/>
                </a:ext>
              </a:extLst>
            </p:cNvPr>
            <p:cNvCxnSpPr/>
            <p:nvPr/>
          </p:nvCxnSpPr>
          <p:spPr>
            <a:xfrm>
              <a:off x="7150099" y="413131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F62B5BF-AB25-D1E0-0207-41CAE4E847D6}"/>
                </a:ext>
              </a:extLst>
            </p:cNvPr>
            <p:cNvCxnSpPr/>
            <p:nvPr/>
          </p:nvCxnSpPr>
          <p:spPr>
            <a:xfrm>
              <a:off x="7150099" y="452374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B6875EE-EA8C-2385-C8D9-B1DCA9F46FBB}"/>
                </a:ext>
              </a:extLst>
            </p:cNvPr>
            <p:cNvCxnSpPr/>
            <p:nvPr/>
          </p:nvCxnSpPr>
          <p:spPr>
            <a:xfrm>
              <a:off x="7150099" y="491617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65EF80E8-31FB-E093-EEE7-4751850C7DE1}"/>
                </a:ext>
              </a:extLst>
            </p:cNvPr>
            <p:cNvCxnSpPr/>
            <p:nvPr/>
          </p:nvCxnSpPr>
          <p:spPr>
            <a:xfrm>
              <a:off x="7150099" y="530860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0085944-9901-9F27-AAF5-DA681A9652B8}"/>
                </a:ext>
              </a:extLst>
            </p:cNvPr>
            <p:cNvCxnSpPr/>
            <p:nvPr/>
          </p:nvCxnSpPr>
          <p:spPr>
            <a:xfrm>
              <a:off x="114712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3799193-6F91-1B57-E464-C20859855A39}"/>
                </a:ext>
              </a:extLst>
            </p:cNvPr>
            <p:cNvCxnSpPr/>
            <p:nvPr/>
          </p:nvCxnSpPr>
          <p:spPr>
            <a:xfrm>
              <a:off x="1107505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60A706F9-EA0B-6E15-A1A1-C87C3F5ACF39}"/>
                </a:ext>
              </a:extLst>
            </p:cNvPr>
            <p:cNvCxnSpPr/>
            <p:nvPr/>
          </p:nvCxnSpPr>
          <p:spPr>
            <a:xfrm>
              <a:off x="1067881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6AE39C1-C914-7A9D-107D-F304058B4ABC}"/>
                </a:ext>
              </a:extLst>
            </p:cNvPr>
            <p:cNvCxnSpPr/>
            <p:nvPr/>
          </p:nvCxnSpPr>
          <p:spPr>
            <a:xfrm>
              <a:off x="1028257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76C05E81-7279-AE0D-D159-AF1043ADD17F}"/>
                </a:ext>
              </a:extLst>
            </p:cNvPr>
            <p:cNvCxnSpPr/>
            <p:nvPr/>
          </p:nvCxnSpPr>
          <p:spPr>
            <a:xfrm>
              <a:off x="988633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204AA4A9-5F80-18A0-2A9A-4DD4ECB9393B}"/>
                </a:ext>
              </a:extLst>
            </p:cNvPr>
            <p:cNvCxnSpPr/>
            <p:nvPr/>
          </p:nvCxnSpPr>
          <p:spPr>
            <a:xfrm>
              <a:off x="94900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4D740021-645E-0827-B47F-B8ABCD5CE85B}"/>
                </a:ext>
              </a:extLst>
            </p:cNvPr>
            <p:cNvCxnSpPr/>
            <p:nvPr/>
          </p:nvCxnSpPr>
          <p:spPr>
            <a:xfrm>
              <a:off x="909385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7563FAF-9B40-5751-00EE-E84F61414525}"/>
                </a:ext>
              </a:extLst>
            </p:cNvPr>
            <p:cNvCxnSpPr/>
            <p:nvPr/>
          </p:nvCxnSpPr>
          <p:spPr>
            <a:xfrm>
              <a:off x="869761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56FC110-1FEE-AA2B-4134-C38CEC7C5D09}"/>
                </a:ext>
              </a:extLst>
            </p:cNvPr>
            <p:cNvCxnSpPr/>
            <p:nvPr/>
          </p:nvCxnSpPr>
          <p:spPr>
            <a:xfrm>
              <a:off x="830137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D61E584-7AB7-F8F0-D3A2-0EBFCDD178DE}"/>
                </a:ext>
              </a:extLst>
            </p:cNvPr>
            <p:cNvCxnSpPr/>
            <p:nvPr/>
          </p:nvCxnSpPr>
          <p:spPr>
            <a:xfrm>
              <a:off x="790513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D48F810A-A632-E1BD-07E8-A5A4FED7866B}"/>
                </a:ext>
              </a:extLst>
            </p:cNvPr>
            <p:cNvCxnSpPr/>
            <p:nvPr/>
          </p:nvCxnSpPr>
          <p:spPr>
            <a:xfrm>
              <a:off x="75088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32FB440E-5889-9ACD-D740-769F45153AA8}"/>
              </a:ext>
            </a:extLst>
          </p:cNvPr>
          <p:cNvGrpSpPr/>
          <p:nvPr/>
        </p:nvGrpSpPr>
        <p:grpSpPr>
          <a:xfrm>
            <a:off x="177802" y="3959087"/>
            <a:ext cx="1676398" cy="1676398"/>
            <a:chOff x="1046786" y="1195383"/>
            <a:chExt cx="5737927" cy="5737927"/>
          </a:xfrm>
          <a:solidFill>
            <a:schemeClr val="accent3"/>
          </a:solidFill>
        </p:grpSpPr>
        <p:sp>
          <p:nvSpPr>
            <p:cNvPr id="12" name="Freeform: Shape 11">
              <a:extLst>
                <a:ext uri="{FF2B5EF4-FFF2-40B4-BE49-F238E27FC236}">
                  <a16:creationId xmlns:a16="http://schemas.microsoft.com/office/drawing/2014/main" id="{40F7E231-0140-14FA-6B4D-2721ABEF2ABD}"/>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13" name="Freeform: Shape 12">
              <a:extLst>
                <a:ext uri="{FF2B5EF4-FFF2-40B4-BE49-F238E27FC236}">
                  <a16:creationId xmlns:a16="http://schemas.microsoft.com/office/drawing/2014/main" id="{C259EBA0-8B73-6EF3-C2CF-C4E45AEB2A1A}"/>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7" name="TextBox 6">
            <a:extLst>
              <a:ext uri="{FF2B5EF4-FFF2-40B4-BE49-F238E27FC236}">
                <a16:creationId xmlns:a16="http://schemas.microsoft.com/office/drawing/2014/main" id="{F35D241D-8139-BD1C-48A3-A657849A6B79}"/>
              </a:ext>
            </a:extLst>
          </p:cNvPr>
          <p:cNvSpPr txBox="1"/>
          <p:nvPr/>
        </p:nvSpPr>
        <p:spPr>
          <a:xfrm>
            <a:off x="957001" y="4727025"/>
            <a:ext cx="5189799" cy="1400383"/>
          </a:xfrm>
          <a:prstGeom prst="rect">
            <a:avLst/>
          </a:prstGeom>
          <a:noFill/>
        </p:spPr>
        <p:txBody>
          <a:bodyPr wrap="square" lIns="0" tIns="0" rIns="0" bIns="0" rtlCol="0" anchor="t">
            <a:spAutoFit/>
          </a:bodyPr>
          <a:lstStyle/>
          <a:p>
            <a:pPr>
              <a:spcAft>
                <a:spcPts val="600"/>
              </a:spcAft>
            </a:pPr>
            <a:r>
              <a:rPr lang="en-US" sz="1600" b="1" i="0" dirty="0">
                <a:solidFill>
                  <a:schemeClr val="accent2"/>
                </a:solidFill>
                <a:effectLst/>
                <a:latin typeface="+mn-lt"/>
              </a:rPr>
              <a:t>WHAT IS LOREM IPSUM</a:t>
            </a:r>
          </a:p>
          <a:p>
            <a:pPr>
              <a:spcAft>
                <a:spcPts val="600"/>
              </a:spcAft>
            </a:pPr>
            <a:r>
              <a:rPr lang="en-US" sz="1400" i="0" dirty="0">
                <a:solidFill>
                  <a:schemeClr val="bg1"/>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a:t>
            </a:r>
          </a:p>
        </p:txBody>
      </p:sp>
      <p:sp>
        <p:nvSpPr>
          <p:cNvPr id="55" name="Graphic 11">
            <a:extLst>
              <a:ext uri="{FF2B5EF4-FFF2-40B4-BE49-F238E27FC236}">
                <a16:creationId xmlns:a16="http://schemas.microsoft.com/office/drawing/2014/main" id="{BB3FB3F9-29C3-314B-33C4-DCD4077272A0}"/>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endParaRPr lang="en-IN"/>
          </a:p>
        </p:txBody>
      </p:sp>
      <p:pic>
        <p:nvPicPr>
          <p:cNvPr id="56" name="Graphic 55">
            <a:extLst>
              <a:ext uri="{FF2B5EF4-FFF2-40B4-BE49-F238E27FC236}">
                <a16:creationId xmlns:a16="http://schemas.microsoft.com/office/drawing/2014/main" id="{F128690C-7D82-47F9-E5E4-520D11226871}"/>
              </a:ext>
            </a:extLst>
          </p:cNvPr>
          <p:cNvPicPr>
            <a:picLocks noChangeAspect="1"/>
          </p:cNvPicPr>
          <p:nvPr/>
        </p:nvPicPr>
        <p:blipFill>
          <a:blip>
            <a:extLst>
              <a:ext uri="{96DAC541-7B7A-43D3-8B79-37D633B846F1}">
                <asvg:svgBlip xmlns:asvg="http://schemas.microsoft.com/office/drawing/2016/SVG/main" r:embed="rId4"/>
              </a:ext>
            </a:extLst>
          </a:blip>
          <a:srcRect l="83716"/>
          <a:stretch>
            <a:fillRect/>
          </a:stretch>
        </p:blipFill>
        <p:spPr>
          <a:xfrm flipH="1">
            <a:off x="11156803" y="1228854"/>
            <a:ext cx="1035197" cy="4952871"/>
          </a:xfrm>
          <a:custGeom>
            <a:avLst/>
            <a:gdLst>
              <a:gd name="connsiteX0" fmla="*/ 0 w 1035197"/>
              <a:gd name="connsiteY0" fmla="*/ 0 h 4952871"/>
              <a:gd name="connsiteX1" fmla="*/ 1035197 w 1035197"/>
              <a:gd name="connsiteY1" fmla="*/ 0 h 4952871"/>
              <a:gd name="connsiteX2" fmla="*/ 1035197 w 1035197"/>
              <a:gd name="connsiteY2" fmla="*/ 4952871 h 4952871"/>
              <a:gd name="connsiteX3" fmla="*/ 0 w 1035197"/>
              <a:gd name="connsiteY3" fmla="*/ 4952871 h 4952871"/>
            </a:gdLst>
            <a:ahLst/>
            <a:cxnLst>
              <a:cxn ang="0">
                <a:pos x="connsiteX0" y="connsiteY0"/>
              </a:cxn>
              <a:cxn ang="0">
                <a:pos x="connsiteX1" y="connsiteY1"/>
              </a:cxn>
              <a:cxn ang="0">
                <a:pos x="connsiteX2" y="connsiteY2"/>
              </a:cxn>
              <a:cxn ang="0">
                <a:pos x="connsiteX3" y="connsiteY3"/>
              </a:cxn>
            </a:cxnLst>
            <a:rect l="l" t="t" r="r" b="b"/>
            <a:pathLst>
              <a:path w="1035197" h="4952871">
                <a:moveTo>
                  <a:pt x="0" y="0"/>
                </a:moveTo>
                <a:lnTo>
                  <a:pt x="1035197" y="0"/>
                </a:lnTo>
                <a:lnTo>
                  <a:pt x="1035197" y="4952871"/>
                </a:lnTo>
                <a:lnTo>
                  <a:pt x="0" y="4952871"/>
                </a:lnTo>
                <a:close/>
              </a:path>
            </a:pathLst>
          </a:custGeom>
        </p:spPr>
      </p:pic>
      <p:sp>
        <p:nvSpPr>
          <p:cNvPr id="6" name="TextBox 5">
            <a:extLst>
              <a:ext uri="{FF2B5EF4-FFF2-40B4-BE49-F238E27FC236}">
                <a16:creationId xmlns:a16="http://schemas.microsoft.com/office/drawing/2014/main" id="{5F21726F-70DB-A40D-C902-E1D4F7308431}"/>
              </a:ext>
            </a:extLst>
          </p:cNvPr>
          <p:cNvSpPr txBox="1"/>
          <p:nvPr/>
        </p:nvSpPr>
        <p:spPr>
          <a:xfrm>
            <a:off x="368302" y="1183945"/>
            <a:ext cx="5298402" cy="2687915"/>
          </a:xfrm>
          <a:prstGeom prst="rect">
            <a:avLst/>
          </a:prstGeom>
          <a:noFill/>
        </p:spPr>
        <p:txBody>
          <a:bodyPr wrap="square" lIns="0" tIns="0" rIns="0" bIns="0" rtlCol="0" anchor="t">
            <a:spAutoFit/>
          </a:bodyPr>
          <a:lstStyle/>
          <a:p>
            <a:pPr>
              <a:spcAft>
                <a:spcPts val="800"/>
              </a:spcAft>
            </a:pPr>
            <a:r>
              <a:rPr lang="en-US" sz="1400" i="0" dirty="0">
                <a:solidFill>
                  <a:schemeClr val="bg1"/>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a:t>
            </a:r>
          </a:p>
          <a:p>
            <a:pPr>
              <a:spcAft>
                <a:spcPts val="800"/>
              </a:spcAft>
            </a:pPr>
            <a:r>
              <a:rPr lang="en-US" sz="1400" i="0" dirty="0">
                <a:solidFill>
                  <a:schemeClr val="bg1"/>
                </a:solidFill>
                <a:effectLst/>
                <a:latin typeface="+mn-lt"/>
              </a:rPr>
              <a:t>Lorem Ipsum is simply dummy text of the printing and typesetting industry. Lorem Ipsum has been the industry's standard dummy text ever since the </a:t>
            </a:r>
            <a:r>
              <a:rPr lang="en-US" sz="1400" dirty="0">
                <a:solidFill>
                  <a:schemeClr val="bg1"/>
                </a:solidFill>
              </a:rPr>
              <a:t>1500s. when an unknown printer took a galley of type and scrambled it to make a type specimen book.</a:t>
            </a:r>
            <a:endParaRPr lang="en-US" sz="1400" i="0" dirty="0">
              <a:solidFill>
                <a:schemeClr val="bg1"/>
              </a:solidFill>
              <a:effectLst/>
              <a:latin typeface="+mn-lt"/>
            </a:endParaRPr>
          </a:p>
        </p:txBody>
      </p:sp>
      <p:pic>
        <p:nvPicPr>
          <p:cNvPr id="9" name="Picture 5">
            <a:extLst>
              <a:ext uri="{FF2B5EF4-FFF2-40B4-BE49-F238E27FC236}">
                <a16:creationId xmlns:a16="http://schemas.microsoft.com/office/drawing/2014/main" id="{B8E8EC5B-721C-B829-D60D-5B674BDE1F5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Slide Number Placeholder 2">
            <a:extLst>
              <a:ext uri="{FF2B5EF4-FFF2-40B4-BE49-F238E27FC236}">
                <a16:creationId xmlns:a16="http://schemas.microsoft.com/office/drawing/2014/main" id="{4AD51B94-3863-949D-0D37-90ED57253C57}"/>
              </a:ext>
            </a:extLst>
          </p:cNvPr>
          <p:cNvSpPr>
            <a:spLocks noGrp="1"/>
          </p:cNvSpPr>
          <p:nvPr>
            <p:ph type="sldNum" sz="quarter" idx="4"/>
          </p:nvPr>
        </p:nvSpPr>
        <p:spPr/>
        <p:txBody>
          <a:bodyPr/>
          <a:lstStyle/>
          <a:p>
            <a:fld id="{9A131BC9-40DA-43B6-B58E-D925B527BF77}" type="slidenum">
              <a:rPr lang="en-IN" smtClean="0"/>
              <a:pPr/>
              <a:t>5</a:t>
            </a:fld>
            <a:endParaRPr lang="en-IN"/>
          </a:p>
        </p:txBody>
      </p:sp>
    </p:spTree>
    <p:extLst>
      <p:ext uri="{BB962C8B-B14F-4D97-AF65-F5344CB8AC3E}">
        <p14:creationId xmlns:p14="http://schemas.microsoft.com/office/powerpoint/2010/main" val="246743445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F69AC478-49C4-BE2C-F5E8-3BAABFDD700A}"/>
              </a:ext>
            </a:extLst>
          </p:cNvPr>
          <p:cNvGrpSpPr/>
          <p:nvPr/>
        </p:nvGrpSpPr>
        <p:grpSpPr>
          <a:xfrm>
            <a:off x="-11290" y="36985"/>
            <a:ext cx="1043721" cy="1043721"/>
            <a:chOff x="1046786" y="1195383"/>
            <a:chExt cx="5737927" cy="5737927"/>
          </a:xfrm>
          <a:solidFill>
            <a:schemeClr val="accent3"/>
          </a:solidFill>
        </p:grpSpPr>
        <p:sp>
          <p:nvSpPr>
            <p:cNvPr id="5" name="Freeform: Shape 4">
              <a:extLst>
                <a:ext uri="{FF2B5EF4-FFF2-40B4-BE49-F238E27FC236}">
                  <a16:creationId xmlns:a16="http://schemas.microsoft.com/office/drawing/2014/main" id="{6B77430E-7817-77CC-7178-2B66F4F36790}"/>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6" name="Freeform: Shape 5">
              <a:extLst>
                <a:ext uri="{FF2B5EF4-FFF2-40B4-BE49-F238E27FC236}">
                  <a16:creationId xmlns:a16="http://schemas.microsoft.com/office/drawing/2014/main" id="{3D682555-C21E-CEBD-57BE-EE18450E41D1}"/>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2" name="Title 1">
            <a:extLst>
              <a:ext uri="{FF2B5EF4-FFF2-40B4-BE49-F238E27FC236}">
                <a16:creationId xmlns:a16="http://schemas.microsoft.com/office/drawing/2014/main" id="{A8DA27D8-7BDF-03B3-747F-74063D6FC0C3}"/>
              </a:ext>
            </a:extLst>
          </p:cNvPr>
          <p:cNvSpPr>
            <a:spLocks noGrp="1"/>
          </p:cNvSpPr>
          <p:nvPr>
            <p:ph type="title"/>
          </p:nvPr>
        </p:nvSpPr>
        <p:spPr>
          <a:xfrm>
            <a:off x="381000" y="300000"/>
            <a:ext cx="8686800" cy="502920"/>
          </a:xfrm>
        </p:spPr>
        <p:txBody>
          <a:bodyPr/>
          <a:lstStyle/>
          <a:p>
            <a:r>
              <a:rPr lang="en-IN" dirty="0"/>
              <a:t>What is Lorem Ipsum?</a:t>
            </a:r>
          </a:p>
        </p:txBody>
      </p:sp>
      <p:sp>
        <p:nvSpPr>
          <p:cNvPr id="3" name="Slide Number Placeholder 2">
            <a:extLst>
              <a:ext uri="{FF2B5EF4-FFF2-40B4-BE49-F238E27FC236}">
                <a16:creationId xmlns:a16="http://schemas.microsoft.com/office/drawing/2014/main" id="{003202B4-AF09-F0BA-FABF-7BECA0B7CEA6}"/>
              </a:ext>
            </a:extLst>
          </p:cNvPr>
          <p:cNvSpPr>
            <a:spLocks noGrp="1"/>
          </p:cNvSpPr>
          <p:nvPr>
            <p:ph type="sldNum" sz="quarter" idx="4"/>
          </p:nvPr>
        </p:nvSpPr>
        <p:spPr/>
        <p:txBody>
          <a:bodyPr/>
          <a:lstStyle/>
          <a:p>
            <a:fld id="{9A131BC9-40DA-43B6-B58E-D925B527BF77}" type="slidenum">
              <a:rPr lang="en-IN" smtClean="0"/>
              <a:pPr/>
              <a:t>6</a:t>
            </a:fld>
            <a:endParaRPr lang="en-IN"/>
          </a:p>
        </p:txBody>
      </p:sp>
      <p:sp>
        <p:nvSpPr>
          <p:cNvPr id="8" name="TextBox 7">
            <a:extLst>
              <a:ext uri="{FF2B5EF4-FFF2-40B4-BE49-F238E27FC236}">
                <a16:creationId xmlns:a16="http://schemas.microsoft.com/office/drawing/2014/main" id="{FEAF4E46-643D-08FC-56B9-87F3D7988459}"/>
              </a:ext>
            </a:extLst>
          </p:cNvPr>
          <p:cNvSpPr txBox="1"/>
          <p:nvPr/>
        </p:nvSpPr>
        <p:spPr>
          <a:xfrm>
            <a:off x="440724" y="4821729"/>
            <a:ext cx="2019840" cy="1363709"/>
          </a:xfrm>
          <a:prstGeom prst="rect">
            <a:avLst/>
          </a:prstGeom>
          <a:noFill/>
        </p:spPr>
        <p:txBody>
          <a:bodyPr wrap="square" lIns="0" tIns="0" rIns="0" bIns="0">
            <a:noAutofit/>
          </a:bodyPr>
          <a:lstStyle/>
          <a:p>
            <a:pPr algn="ctr"/>
            <a:r>
              <a:rPr lang="en-IN" sz="1400" dirty="0">
                <a:solidFill>
                  <a:schemeClr val="bg1"/>
                </a:solidFill>
              </a:rPr>
              <a:t>Lorem Ipsum is simply dummy text of the printing and typesetting industry. </a:t>
            </a:r>
          </a:p>
        </p:txBody>
      </p:sp>
      <p:sp>
        <p:nvSpPr>
          <p:cNvPr id="10" name="TextBox 9">
            <a:extLst>
              <a:ext uri="{FF2B5EF4-FFF2-40B4-BE49-F238E27FC236}">
                <a16:creationId xmlns:a16="http://schemas.microsoft.com/office/drawing/2014/main" id="{609C9A75-B901-FE73-824B-47A8AA6AD324}"/>
              </a:ext>
            </a:extLst>
          </p:cNvPr>
          <p:cNvSpPr txBox="1"/>
          <p:nvPr/>
        </p:nvSpPr>
        <p:spPr>
          <a:xfrm>
            <a:off x="2766492" y="4821729"/>
            <a:ext cx="2019840" cy="1363709"/>
          </a:xfrm>
          <a:prstGeom prst="rect">
            <a:avLst/>
          </a:prstGeom>
          <a:noFill/>
        </p:spPr>
        <p:txBody>
          <a:bodyPr wrap="square" lIns="0" tIns="0" rIns="0" bIns="0">
            <a:noAutofit/>
          </a:bodyPr>
          <a:lstStyle/>
          <a:p>
            <a:pPr algn="ctr"/>
            <a:r>
              <a:rPr lang="en-US" sz="1400" dirty="0">
                <a:solidFill>
                  <a:schemeClr val="bg1"/>
                </a:solidFill>
              </a:rPr>
              <a:t>Lorem Ipsum is simply dummy text of the printing and typesetting industry. </a:t>
            </a:r>
          </a:p>
          <a:p>
            <a:pPr algn="ctr"/>
            <a:endParaRPr lang="en-US" sz="1400" dirty="0">
              <a:solidFill>
                <a:schemeClr val="bg1"/>
              </a:solidFill>
            </a:endParaRPr>
          </a:p>
        </p:txBody>
      </p:sp>
      <p:sp>
        <p:nvSpPr>
          <p:cNvPr id="11" name="TextBox 10">
            <a:extLst>
              <a:ext uri="{FF2B5EF4-FFF2-40B4-BE49-F238E27FC236}">
                <a16:creationId xmlns:a16="http://schemas.microsoft.com/office/drawing/2014/main" id="{EFD576C4-05D9-A19D-E3F8-236A7A00C721}"/>
              </a:ext>
            </a:extLst>
          </p:cNvPr>
          <p:cNvSpPr txBox="1"/>
          <p:nvPr/>
        </p:nvSpPr>
        <p:spPr>
          <a:xfrm>
            <a:off x="5092260" y="4821729"/>
            <a:ext cx="2019840" cy="1363709"/>
          </a:xfrm>
          <a:prstGeom prst="rect">
            <a:avLst/>
          </a:prstGeom>
          <a:noFill/>
        </p:spPr>
        <p:txBody>
          <a:bodyPr wrap="square" lIns="0" tIns="0" rIns="0" bIns="0">
            <a:noAutofit/>
          </a:bodyPr>
          <a:lstStyle/>
          <a:p>
            <a:pPr algn="ctr"/>
            <a:r>
              <a:rPr lang="en-US" sz="1400" dirty="0">
                <a:solidFill>
                  <a:schemeClr val="bg1"/>
                </a:solidFill>
              </a:rPr>
              <a:t>Lorem Ipsum is simply dummy text of the printing and typesetting industry. </a:t>
            </a:r>
          </a:p>
          <a:p>
            <a:pPr algn="ctr"/>
            <a:endParaRPr lang="en-US" sz="1400" dirty="0">
              <a:solidFill>
                <a:schemeClr val="bg1"/>
              </a:solidFill>
            </a:endParaRPr>
          </a:p>
        </p:txBody>
      </p:sp>
      <p:sp>
        <p:nvSpPr>
          <p:cNvPr id="12" name="TextBox 11">
            <a:extLst>
              <a:ext uri="{FF2B5EF4-FFF2-40B4-BE49-F238E27FC236}">
                <a16:creationId xmlns:a16="http://schemas.microsoft.com/office/drawing/2014/main" id="{6EBDC5AF-0631-82B9-4F4B-27680901C180}"/>
              </a:ext>
            </a:extLst>
          </p:cNvPr>
          <p:cNvSpPr txBox="1"/>
          <p:nvPr/>
        </p:nvSpPr>
        <p:spPr>
          <a:xfrm>
            <a:off x="7418027" y="4821729"/>
            <a:ext cx="2019840" cy="1363709"/>
          </a:xfrm>
          <a:prstGeom prst="rect">
            <a:avLst/>
          </a:prstGeom>
          <a:noFill/>
        </p:spPr>
        <p:txBody>
          <a:bodyPr wrap="square" lIns="0" tIns="0" rIns="0" bIns="0">
            <a:noAutofit/>
          </a:bodyPr>
          <a:lstStyle/>
          <a:p>
            <a:pPr algn="ctr"/>
            <a:r>
              <a:rPr lang="en-US" sz="1400" dirty="0">
                <a:solidFill>
                  <a:schemeClr val="bg1"/>
                </a:solidFill>
              </a:rPr>
              <a:t>Lorem Ipsum is simply dummy text of the printing and typesetting industry. </a:t>
            </a:r>
          </a:p>
          <a:p>
            <a:pPr algn="ctr"/>
            <a:endParaRPr lang="en-US" sz="1400" dirty="0">
              <a:solidFill>
                <a:schemeClr val="bg1"/>
              </a:solidFill>
            </a:endParaRPr>
          </a:p>
        </p:txBody>
      </p:sp>
      <p:sp>
        <p:nvSpPr>
          <p:cNvPr id="13" name="TextBox 12">
            <a:extLst>
              <a:ext uri="{FF2B5EF4-FFF2-40B4-BE49-F238E27FC236}">
                <a16:creationId xmlns:a16="http://schemas.microsoft.com/office/drawing/2014/main" id="{43297435-BD85-FEDE-2FC6-883F7E57214B}"/>
              </a:ext>
            </a:extLst>
          </p:cNvPr>
          <p:cNvSpPr txBox="1"/>
          <p:nvPr/>
        </p:nvSpPr>
        <p:spPr>
          <a:xfrm>
            <a:off x="9743794" y="4821729"/>
            <a:ext cx="2019840" cy="1363709"/>
          </a:xfrm>
          <a:prstGeom prst="rect">
            <a:avLst/>
          </a:prstGeom>
          <a:noFill/>
        </p:spPr>
        <p:txBody>
          <a:bodyPr wrap="square" lIns="0" tIns="0" rIns="0" bIns="0">
            <a:noAutofit/>
          </a:bodyPr>
          <a:lstStyle/>
          <a:p>
            <a:pPr algn="ctr"/>
            <a:r>
              <a:rPr lang="en-US" sz="1400" dirty="0">
                <a:solidFill>
                  <a:schemeClr val="bg1"/>
                </a:solidFill>
              </a:rPr>
              <a:t>Lorem Ipsum is simply dummy text of the printing and typesetting industry. </a:t>
            </a:r>
          </a:p>
          <a:p>
            <a:pPr algn="ctr"/>
            <a:endParaRPr lang="en-US" sz="1400" dirty="0">
              <a:solidFill>
                <a:schemeClr val="bg1"/>
              </a:solidFill>
            </a:endParaRPr>
          </a:p>
        </p:txBody>
      </p:sp>
      <p:sp>
        <p:nvSpPr>
          <p:cNvPr id="9" name="Freeform: Shape 8">
            <a:extLst>
              <a:ext uri="{FF2B5EF4-FFF2-40B4-BE49-F238E27FC236}">
                <a16:creationId xmlns:a16="http://schemas.microsoft.com/office/drawing/2014/main" id="{D995AD9B-CE1C-7182-21B8-315E209444CB}"/>
              </a:ext>
            </a:extLst>
          </p:cNvPr>
          <p:cNvSpPr/>
          <p:nvPr/>
        </p:nvSpPr>
        <p:spPr>
          <a:xfrm flipH="1">
            <a:off x="-114301" y="3653911"/>
            <a:ext cx="12683671" cy="914400"/>
          </a:xfrm>
          <a:custGeom>
            <a:avLst/>
            <a:gdLst>
              <a:gd name="connsiteX0" fmla="*/ 2679583 w 12233785"/>
              <a:gd name="connsiteY0" fmla="*/ 937793 h 949779"/>
              <a:gd name="connsiteX1" fmla="*/ 2679646 w 12233785"/>
              <a:gd name="connsiteY1" fmla="*/ 937821 h 949779"/>
              <a:gd name="connsiteX2" fmla="*/ 2687407 w 12233785"/>
              <a:gd name="connsiteY2" fmla="*/ 941517 h 949779"/>
              <a:gd name="connsiteX3" fmla="*/ 2678321 w 12233785"/>
              <a:gd name="connsiteY3" fmla="*/ 943419 h 949779"/>
              <a:gd name="connsiteX4" fmla="*/ 2677501 w 12233785"/>
              <a:gd name="connsiteY4" fmla="*/ 943419 h 949779"/>
              <a:gd name="connsiteX5" fmla="*/ 2672957 w 12233785"/>
              <a:gd name="connsiteY5" fmla="*/ 942305 h 949779"/>
              <a:gd name="connsiteX6" fmla="*/ 2668540 w 12233785"/>
              <a:gd name="connsiteY6" fmla="*/ 940565 h 949779"/>
              <a:gd name="connsiteX7" fmla="*/ 2677374 w 12233785"/>
              <a:gd name="connsiteY7" fmla="*/ 937902 h 949779"/>
              <a:gd name="connsiteX8" fmla="*/ 2679583 w 12233785"/>
              <a:gd name="connsiteY8" fmla="*/ 937793 h 949779"/>
              <a:gd name="connsiteX9" fmla="*/ 3805318 w 12233785"/>
              <a:gd name="connsiteY9" fmla="*/ 937793 h 949779"/>
              <a:gd name="connsiteX10" fmla="*/ 3805381 w 12233785"/>
              <a:gd name="connsiteY10" fmla="*/ 937821 h 949779"/>
              <a:gd name="connsiteX11" fmla="*/ 3813142 w 12233785"/>
              <a:gd name="connsiteY11" fmla="*/ 941517 h 949779"/>
              <a:gd name="connsiteX12" fmla="*/ 3804056 w 12233785"/>
              <a:gd name="connsiteY12" fmla="*/ 943419 h 949779"/>
              <a:gd name="connsiteX13" fmla="*/ 3803236 w 12233785"/>
              <a:gd name="connsiteY13" fmla="*/ 943419 h 949779"/>
              <a:gd name="connsiteX14" fmla="*/ 3798692 w 12233785"/>
              <a:gd name="connsiteY14" fmla="*/ 942305 h 949779"/>
              <a:gd name="connsiteX15" fmla="*/ 3794275 w 12233785"/>
              <a:gd name="connsiteY15" fmla="*/ 940565 h 949779"/>
              <a:gd name="connsiteX16" fmla="*/ 3803109 w 12233785"/>
              <a:gd name="connsiteY16" fmla="*/ 937902 h 949779"/>
              <a:gd name="connsiteX17" fmla="*/ 3805318 w 12233785"/>
              <a:gd name="connsiteY17" fmla="*/ 937793 h 949779"/>
              <a:gd name="connsiteX18" fmla="*/ 6685525 w 12233785"/>
              <a:gd name="connsiteY18" fmla="*/ 937793 h 949779"/>
              <a:gd name="connsiteX19" fmla="*/ 6685588 w 12233785"/>
              <a:gd name="connsiteY19" fmla="*/ 937821 h 949779"/>
              <a:gd name="connsiteX20" fmla="*/ 6693349 w 12233785"/>
              <a:gd name="connsiteY20" fmla="*/ 941517 h 949779"/>
              <a:gd name="connsiteX21" fmla="*/ 6684263 w 12233785"/>
              <a:gd name="connsiteY21" fmla="*/ 943419 h 949779"/>
              <a:gd name="connsiteX22" fmla="*/ 6683443 w 12233785"/>
              <a:gd name="connsiteY22" fmla="*/ 943419 h 949779"/>
              <a:gd name="connsiteX23" fmla="*/ 6678899 w 12233785"/>
              <a:gd name="connsiteY23" fmla="*/ 942305 h 949779"/>
              <a:gd name="connsiteX24" fmla="*/ 6674482 w 12233785"/>
              <a:gd name="connsiteY24" fmla="*/ 940565 h 949779"/>
              <a:gd name="connsiteX25" fmla="*/ 6683316 w 12233785"/>
              <a:gd name="connsiteY25" fmla="*/ 937902 h 949779"/>
              <a:gd name="connsiteX26" fmla="*/ 6685525 w 12233785"/>
              <a:gd name="connsiteY26" fmla="*/ 937793 h 949779"/>
              <a:gd name="connsiteX27" fmla="*/ 9152953 w 12233785"/>
              <a:gd name="connsiteY27" fmla="*/ 937793 h 949779"/>
              <a:gd name="connsiteX28" fmla="*/ 9153017 w 12233785"/>
              <a:gd name="connsiteY28" fmla="*/ 937821 h 949779"/>
              <a:gd name="connsiteX29" fmla="*/ 9160778 w 12233785"/>
              <a:gd name="connsiteY29" fmla="*/ 941517 h 949779"/>
              <a:gd name="connsiteX30" fmla="*/ 9151691 w 12233785"/>
              <a:gd name="connsiteY30" fmla="*/ 943419 h 949779"/>
              <a:gd name="connsiteX31" fmla="*/ 9150871 w 12233785"/>
              <a:gd name="connsiteY31" fmla="*/ 943419 h 949779"/>
              <a:gd name="connsiteX32" fmla="*/ 9146328 w 12233785"/>
              <a:gd name="connsiteY32" fmla="*/ 942305 h 949779"/>
              <a:gd name="connsiteX33" fmla="*/ 9141910 w 12233785"/>
              <a:gd name="connsiteY33" fmla="*/ 940565 h 949779"/>
              <a:gd name="connsiteX34" fmla="*/ 9150745 w 12233785"/>
              <a:gd name="connsiteY34" fmla="*/ 937902 h 949779"/>
              <a:gd name="connsiteX35" fmla="*/ 9152953 w 12233785"/>
              <a:gd name="connsiteY35" fmla="*/ 937793 h 949779"/>
              <a:gd name="connsiteX36" fmla="*/ 2620141 w 12233785"/>
              <a:gd name="connsiteY36" fmla="*/ 927111 h 949779"/>
              <a:gd name="connsiteX37" fmla="*/ 2636043 w 12233785"/>
              <a:gd name="connsiteY37" fmla="*/ 933445 h 949779"/>
              <a:gd name="connsiteX38" fmla="*/ 2635538 w 12233785"/>
              <a:gd name="connsiteY38" fmla="*/ 935592 h 949779"/>
              <a:gd name="connsiteX39" fmla="*/ 2607837 w 12233785"/>
              <a:gd name="connsiteY39" fmla="*/ 938120 h 949779"/>
              <a:gd name="connsiteX40" fmla="*/ 2581838 w 12233785"/>
              <a:gd name="connsiteY40" fmla="*/ 936054 h 949779"/>
              <a:gd name="connsiteX41" fmla="*/ 2580071 w 12233785"/>
              <a:gd name="connsiteY41" fmla="*/ 935293 h 949779"/>
              <a:gd name="connsiteX42" fmla="*/ 2578558 w 12233785"/>
              <a:gd name="connsiteY42" fmla="*/ 934233 h 949779"/>
              <a:gd name="connsiteX43" fmla="*/ 2581018 w 12233785"/>
              <a:gd name="connsiteY43" fmla="*/ 933254 h 949779"/>
              <a:gd name="connsiteX44" fmla="*/ 2583605 w 12233785"/>
              <a:gd name="connsiteY44" fmla="*/ 932493 h 949779"/>
              <a:gd name="connsiteX45" fmla="*/ 2618500 w 12233785"/>
              <a:gd name="connsiteY45" fmla="*/ 927410 h 949779"/>
              <a:gd name="connsiteX46" fmla="*/ 2620204 w 12233785"/>
              <a:gd name="connsiteY46" fmla="*/ 927139 h 949779"/>
              <a:gd name="connsiteX47" fmla="*/ 3745876 w 12233785"/>
              <a:gd name="connsiteY47" fmla="*/ 927111 h 949779"/>
              <a:gd name="connsiteX48" fmla="*/ 3761778 w 12233785"/>
              <a:gd name="connsiteY48" fmla="*/ 933445 h 949779"/>
              <a:gd name="connsiteX49" fmla="*/ 3761273 w 12233785"/>
              <a:gd name="connsiteY49" fmla="*/ 935592 h 949779"/>
              <a:gd name="connsiteX50" fmla="*/ 3733572 w 12233785"/>
              <a:gd name="connsiteY50" fmla="*/ 938120 h 949779"/>
              <a:gd name="connsiteX51" fmla="*/ 3707573 w 12233785"/>
              <a:gd name="connsiteY51" fmla="*/ 936054 h 949779"/>
              <a:gd name="connsiteX52" fmla="*/ 3705806 w 12233785"/>
              <a:gd name="connsiteY52" fmla="*/ 935293 h 949779"/>
              <a:gd name="connsiteX53" fmla="*/ 3704292 w 12233785"/>
              <a:gd name="connsiteY53" fmla="*/ 934233 h 949779"/>
              <a:gd name="connsiteX54" fmla="*/ 3706753 w 12233785"/>
              <a:gd name="connsiteY54" fmla="*/ 933254 h 949779"/>
              <a:gd name="connsiteX55" fmla="*/ 3709340 w 12233785"/>
              <a:gd name="connsiteY55" fmla="*/ 932493 h 949779"/>
              <a:gd name="connsiteX56" fmla="*/ 3744235 w 12233785"/>
              <a:gd name="connsiteY56" fmla="*/ 927410 h 949779"/>
              <a:gd name="connsiteX57" fmla="*/ 3745939 w 12233785"/>
              <a:gd name="connsiteY57" fmla="*/ 927139 h 949779"/>
              <a:gd name="connsiteX58" fmla="*/ 6626083 w 12233785"/>
              <a:gd name="connsiteY58" fmla="*/ 927111 h 949779"/>
              <a:gd name="connsiteX59" fmla="*/ 6641985 w 12233785"/>
              <a:gd name="connsiteY59" fmla="*/ 933445 h 949779"/>
              <a:gd name="connsiteX60" fmla="*/ 6641480 w 12233785"/>
              <a:gd name="connsiteY60" fmla="*/ 935592 h 949779"/>
              <a:gd name="connsiteX61" fmla="*/ 6613779 w 12233785"/>
              <a:gd name="connsiteY61" fmla="*/ 938120 h 949779"/>
              <a:gd name="connsiteX62" fmla="*/ 6587780 w 12233785"/>
              <a:gd name="connsiteY62" fmla="*/ 936054 h 949779"/>
              <a:gd name="connsiteX63" fmla="*/ 6586013 w 12233785"/>
              <a:gd name="connsiteY63" fmla="*/ 935293 h 949779"/>
              <a:gd name="connsiteX64" fmla="*/ 6584500 w 12233785"/>
              <a:gd name="connsiteY64" fmla="*/ 934233 h 949779"/>
              <a:gd name="connsiteX65" fmla="*/ 6586960 w 12233785"/>
              <a:gd name="connsiteY65" fmla="*/ 933254 h 949779"/>
              <a:gd name="connsiteX66" fmla="*/ 6589547 w 12233785"/>
              <a:gd name="connsiteY66" fmla="*/ 932493 h 949779"/>
              <a:gd name="connsiteX67" fmla="*/ 6624442 w 12233785"/>
              <a:gd name="connsiteY67" fmla="*/ 927410 h 949779"/>
              <a:gd name="connsiteX68" fmla="*/ 6626146 w 12233785"/>
              <a:gd name="connsiteY68" fmla="*/ 927139 h 949779"/>
              <a:gd name="connsiteX69" fmla="*/ 9093512 w 12233785"/>
              <a:gd name="connsiteY69" fmla="*/ 927111 h 949779"/>
              <a:gd name="connsiteX70" fmla="*/ 9109413 w 12233785"/>
              <a:gd name="connsiteY70" fmla="*/ 933445 h 949779"/>
              <a:gd name="connsiteX71" fmla="*/ 9108908 w 12233785"/>
              <a:gd name="connsiteY71" fmla="*/ 935592 h 949779"/>
              <a:gd name="connsiteX72" fmla="*/ 9081207 w 12233785"/>
              <a:gd name="connsiteY72" fmla="*/ 938120 h 949779"/>
              <a:gd name="connsiteX73" fmla="*/ 9055209 w 12233785"/>
              <a:gd name="connsiteY73" fmla="*/ 936054 h 949779"/>
              <a:gd name="connsiteX74" fmla="*/ 9053442 w 12233785"/>
              <a:gd name="connsiteY74" fmla="*/ 935293 h 949779"/>
              <a:gd name="connsiteX75" fmla="*/ 9051928 w 12233785"/>
              <a:gd name="connsiteY75" fmla="*/ 934233 h 949779"/>
              <a:gd name="connsiteX76" fmla="*/ 9054389 w 12233785"/>
              <a:gd name="connsiteY76" fmla="*/ 933254 h 949779"/>
              <a:gd name="connsiteX77" fmla="*/ 9056976 w 12233785"/>
              <a:gd name="connsiteY77" fmla="*/ 932493 h 949779"/>
              <a:gd name="connsiteX78" fmla="*/ 9091871 w 12233785"/>
              <a:gd name="connsiteY78" fmla="*/ 927410 h 949779"/>
              <a:gd name="connsiteX79" fmla="*/ 9093574 w 12233785"/>
              <a:gd name="connsiteY79" fmla="*/ 927139 h 949779"/>
              <a:gd name="connsiteX80" fmla="*/ 4058924 w 12233785"/>
              <a:gd name="connsiteY80" fmla="*/ 902880 h 949779"/>
              <a:gd name="connsiteX81" fmla="*/ 4059492 w 12233785"/>
              <a:gd name="connsiteY81" fmla="*/ 902976 h 949779"/>
              <a:gd name="connsiteX82" fmla="*/ 4051856 w 12233785"/>
              <a:gd name="connsiteY82" fmla="*/ 905993 h 949779"/>
              <a:gd name="connsiteX83" fmla="*/ 4051478 w 12233785"/>
              <a:gd name="connsiteY83" fmla="*/ 905993 h 949779"/>
              <a:gd name="connsiteX84" fmla="*/ 4040751 w 12233785"/>
              <a:gd name="connsiteY84" fmla="*/ 904009 h 949779"/>
              <a:gd name="connsiteX85" fmla="*/ 4042591 w 12233785"/>
              <a:gd name="connsiteY85" fmla="*/ 903344 h 949779"/>
              <a:gd name="connsiteX86" fmla="*/ 4048892 w 12233785"/>
              <a:gd name="connsiteY86" fmla="*/ 905069 h 949779"/>
              <a:gd name="connsiteX87" fmla="*/ 4056463 w 12233785"/>
              <a:gd name="connsiteY87" fmla="*/ 903438 h 949779"/>
              <a:gd name="connsiteX88" fmla="*/ 2813738 w 12233785"/>
              <a:gd name="connsiteY88" fmla="*/ 901888 h 949779"/>
              <a:gd name="connsiteX89" fmla="*/ 2813714 w 12233785"/>
              <a:gd name="connsiteY89" fmla="*/ 901897 h 949779"/>
              <a:gd name="connsiteX90" fmla="*/ 2817650 w 12233785"/>
              <a:gd name="connsiteY90" fmla="*/ 902704 h 949779"/>
              <a:gd name="connsiteX91" fmla="*/ 2813486 w 12233785"/>
              <a:gd name="connsiteY91" fmla="*/ 905150 h 949779"/>
              <a:gd name="connsiteX92" fmla="*/ 2809509 w 12233785"/>
              <a:gd name="connsiteY92" fmla="*/ 903438 h 949779"/>
              <a:gd name="connsiteX93" fmla="*/ 2813714 w 12233785"/>
              <a:gd name="connsiteY93" fmla="*/ 901897 h 949779"/>
              <a:gd name="connsiteX94" fmla="*/ 2813674 w 12233785"/>
              <a:gd name="connsiteY94" fmla="*/ 901888 h 949779"/>
              <a:gd name="connsiteX95" fmla="*/ 6819680 w 12233785"/>
              <a:gd name="connsiteY95" fmla="*/ 901888 h 949779"/>
              <a:gd name="connsiteX96" fmla="*/ 6819657 w 12233785"/>
              <a:gd name="connsiteY96" fmla="*/ 901897 h 949779"/>
              <a:gd name="connsiteX97" fmla="*/ 6823592 w 12233785"/>
              <a:gd name="connsiteY97" fmla="*/ 902704 h 949779"/>
              <a:gd name="connsiteX98" fmla="*/ 6819427 w 12233785"/>
              <a:gd name="connsiteY98" fmla="*/ 905150 h 949779"/>
              <a:gd name="connsiteX99" fmla="*/ 6815451 w 12233785"/>
              <a:gd name="connsiteY99" fmla="*/ 903438 h 949779"/>
              <a:gd name="connsiteX100" fmla="*/ 6819657 w 12233785"/>
              <a:gd name="connsiteY100" fmla="*/ 901897 h 949779"/>
              <a:gd name="connsiteX101" fmla="*/ 6819616 w 12233785"/>
              <a:gd name="connsiteY101" fmla="*/ 901888 h 949779"/>
              <a:gd name="connsiteX102" fmla="*/ 9287108 w 12233785"/>
              <a:gd name="connsiteY102" fmla="*/ 901888 h 949779"/>
              <a:gd name="connsiteX103" fmla="*/ 9287085 w 12233785"/>
              <a:gd name="connsiteY103" fmla="*/ 901897 h 949779"/>
              <a:gd name="connsiteX104" fmla="*/ 9291020 w 12233785"/>
              <a:gd name="connsiteY104" fmla="*/ 902704 h 949779"/>
              <a:gd name="connsiteX105" fmla="*/ 9286856 w 12233785"/>
              <a:gd name="connsiteY105" fmla="*/ 905150 h 949779"/>
              <a:gd name="connsiteX106" fmla="*/ 9282880 w 12233785"/>
              <a:gd name="connsiteY106" fmla="*/ 903438 h 949779"/>
              <a:gd name="connsiteX107" fmla="*/ 9287085 w 12233785"/>
              <a:gd name="connsiteY107" fmla="*/ 901897 h 949779"/>
              <a:gd name="connsiteX108" fmla="*/ 9287045 w 12233785"/>
              <a:gd name="connsiteY108" fmla="*/ 901888 h 949779"/>
              <a:gd name="connsiteX109" fmla="*/ 2923092 w 12233785"/>
              <a:gd name="connsiteY109" fmla="*/ 901182 h 949779"/>
              <a:gd name="connsiteX110" fmla="*/ 2933757 w 12233785"/>
              <a:gd name="connsiteY110" fmla="*/ 902976 h 949779"/>
              <a:gd name="connsiteX111" fmla="*/ 2926121 w 12233785"/>
              <a:gd name="connsiteY111" fmla="*/ 905993 h 949779"/>
              <a:gd name="connsiteX112" fmla="*/ 2925743 w 12233785"/>
              <a:gd name="connsiteY112" fmla="*/ 905993 h 949779"/>
              <a:gd name="connsiteX113" fmla="*/ 2915016 w 12233785"/>
              <a:gd name="connsiteY113" fmla="*/ 904009 h 949779"/>
              <a:gd name="connsiteX114" fmla="*/ 2922840 w 12233785"/>
              <a:gd name="connsiteY114" fmla="*/ 901182 h 949779"/>
              <a:gd name="connsiteX115" fmla="*/ 6929034 w 12233785"/>
              <a:gd name="connsiteY115" fmla="*/ 901182 h 949779"/>
              <a:gd name="connsiteX116" fmla="*/ 6939699 w 12233785"/>
              <a:gd name="connsiteY116" fmla="*/ 902976 h 949779"/>
              <a:gd name="connsiteX117" fmla="*/ 6932063 w 12233785"/>
              <a:gd name="connsiteY117" fmla="*/ 905993 h 949779"/>
              <a:gd name="connsiteX118" fmla="*/ 6931685 w 12233785"/>
              <a:gd name="connsiteY118" fmla="*/ 905993 h 949779"/>
              <a:gd name="connsiteX119" fmla="*/ 6920958 w 12233785"/>
              <a:gd name="connsiteY119" fmla="*/ 904009 h 949779"/>
              <a:gd name="connsiteX120" fmla="*/ 6928783 w 12233785"/>
              <a:gd name="connsiteY120" fmla="*/ 901182 h 949779"/>
              <a:gd name="connsiteX121" fmla="*/ 9396463 w 12233785"/>
              <a:gd name="connsiteY121" fmla="*/ 901182 h 949779"/>
              <a:gd name="connsiteX122" fmla="*/ 9407127 w 12233785"/>
              <a:gd name="connsiteY122" fmla="*/ 902976 h 949779"/>
              <a:gd name="connsiteX123" fmla="*/ 9399492 w 12233785"/>
              <a:gd name="connsiteY123" fmla="*/ 905993 h 949779"/>
              <a:gd name="connsiteX124" fmla="*/ 9399113 w 12233785"/>
              <a:gd name="connsiteY124" fmla="*/ 905993 h 949779"/>
              <a:gd name="connsiteX125" fmla="*/ 9388387 w 12233785"/>
              <a:gd name="connsiteY125" fmla="*/ 904009 h 949779"/>
              <a:gd name="connsiteX126" fmla="*/ 9396211 w 12233785"/>
              <a:gd name="connsiteY126" fmla="*/ 901182 h 949779"/>
              <a:gd name="connsiteX127" fmla="*/ 1881219 w 12233785"/>
              <a:gd name="connsiteY127" fmla="*/ 900176 h 949779"/>
              <a:gd name="connsiteX128" fmla="*/ 1881219 w 12233785"/>
              <a:gd name="connsiteY128" fmla="*/ 900204 h 949779"/>
              <a:gd name="connsiteX129" fmla="*/ 1881210 w 12233785"/>
              <a:gd name="connsiteY129" fmla="*/ 900204 h 949779"/>
              <a:gd name="connsiteX130" fmla="*/ 1881030 w 12233785"/>
              <a:gd name="connsiteY130" fmla="*/ 900720 h 949779"/>
              <a:gd name="connsiteX131" fmla="*/ 1879957 w 12233785"/>
              <a:gd name="connsiteY131" fmla="*/ 900204 h 949779"/>
              <a:gd name="connsiteX132" fmla="*/ 1881210 w 12233785"/>
              <a:gd name="connsiteY132" fmla="*/ 900204 h 949779"/>
              <a:gd name="connsiteX133" fmla="*/ 5887161 w 12233785"/>
              <a:gd name="connsiteY133" fmla="*/ 900176 h 949779"/>
              <a:gd name="connsiteX134" fmla="*/ 5887161 w 12233785"/>
              <a:gd name="connsiteY134" fmla="*/ 900204 h 949779"/>
              <a:gd name="connsiteX135" fmla="*/ 5887152 w 12233785"/>
              <a:gd name="connsiteY135" fmla="*/ 900204 h 949779"/>
              <a:gd name="connsiteX136" fmla="*/ 5886973 w 12233785"/>
              <a:gd name="connsiteY136" fmla="*/ 900720 h 949779"/>
              <a:gd name="connsiteX137" fmla="*/ 5885899 w 12233785"/>
              <a:gd name="connsiteY137" fmla="*/ 900204 h 949779"/>
              <a:gd name="connsiteX138" fmla="*/ 5887152 w 12233785"/>
              <a:gd name="connsiteY138" fmla="*/ 900204 h 949779"/>
              <a:gd name="connsiteX139" fmla="*/ 2441562 w 12233785"/>
              <a:gd name="connsiteY139" fmla="*/ 895637 h 949779"/>
              <a:gd name="connsiteX140" fmla="*/ 2441562 w 12233785"/>
              <a:gd name="connsiteY140" fmla="*/ 895664 h 949779"/>
              <a:gd name="connsiteX141" fmla="*/ 2445791 w 12233785"/>
              <a:gd name="connsiteY141" fmla="*/ 897568 h 949779"/>
              <a:gd name="connsiteX142" fmla="*/ 2441058 w 12233785"/>
              <a:gd name="connsiteY142" fmla="*/ 899388 h 949779"/>
              <a:gd name="connsiteX143" fmla="*/ 2436830 w 12233785"/>
              <a:gd name="connsiteY143" fmla="*/ 897269 h 949779"/>
              <a:gd name="connsiteX144" fmla="*/ 6447505 w 12233785"/>
              <a:gd name="connsiteY144" fmla="*/ 895637 h 949779"/>
              <a:gd name="connsiteX145" fmla="*/ 6447505 w 12233785"/>
              <a:gd name="connsiteY145" fmla="*/ 895664 h 949779"/>
              <a:gd name="connsiteX146" fmla="*/ 6451733 w 12233785"/>
              <a:gd name="connsiteY146" fmla="*/ 897568 h 949779"/>
              <a:gd name="connsiteX147" fmla="*/ 6447000 w 12233785"/>
              <a:gd name="connsiteY147" fmla="*/ 899388 h 949779"/>
              <a:gd name="connsiteX148" fmla="*/ 6442772 w 12233785"/>
              <a:gd name="connsiteY148" fmla="*/ 897269 h 949779"/>
              <a:gd name="connsiteX149" fmla="*/ 8914933 w 12233785"/>
              <a:gd name="connsiteY149" fmla="*/ 895637 h 949779"/>
              <a:gd name="connsiteX150" fmla="*/ 8914933 w 12233785"/>
              <a:gd name="connsiteY150" fmla="*/ 895664 h 949779"/>
              <a:gd name="connsiteX151" fmla="*/ 8919161 w 12233785"/>
              <a:gd name="connsiteY151" fmla="*/ 897568 h 949779"/>
              <a:gd name="connsiteX152" fmla="*/ 8914428 w 12233785"/>
              <a:gd name="connsiteY152" fmla="*/ 899388 h 949779"/>
              <a:gd name="connsiteX153" fmla="*/ 8910201 w 12233785"/>
              <a:gd name="connsiteY153" fmla="*/ 897269 h 949779"/>
              <a:gd name="connsiteX154" fmla="*/ 2719716 w 12233785"/>
              <a:gd name="connsiteY154" fmla="*/ 894468 h 949779"/>
              <a:gd name="connsiteX155" fmla="*/ 2721392 w 12233785"/>
              <a:gd name="connsiteY155" fmla="*/ 894967 h 949779"/>
              <a:gd name="connsiteX156" fmla="*/ 2711196 w 12233785"/>
              <a:gd name="connsiteY156" fmla="*/ 897485 h 949779"/>
              <a:gd name="connsiteX157" fmla="*/ 2721400 w 12233785"/>
              <a:gd name="connsiteY157" fmla="*/ 899269 h 949779"/>
              <a:gd name="connsiteX158" fmla="*/ 2716372 w 12233785"/>
              <a:gd name="connsiteY158" fmla="*/ 900122 h 949779"/>
              <a:gd name="connsiteX159" fmla="*/ 2707158 w 12233785"/>
              <a:gd name="connsiteY159" fmla="*/ 897377 h 949779"/>
              <a:gd name="connsiteX160" fmla="*/ 2711576 w 12233785"/>
              <a:gd name="connsiteY160" fmla="*/ 895556 h 949779"/>
              <a:gd name="connsiteX161" fmla="*/ 2719779 w 12233785"/>
              <a:gd name="connsiteY161" fmla="*/ 894496 h 949779"/>
              <a:gd name="connsiteX162" fmla="*/ 6725657 w 12233785"/>
              <a:gd name="connsiteY162" fmla="*/ 894468 h 949779"/>
              <a:gd name="connsiteX163" fmla="*/ 6732598 w 12233785"/>
              <a:gd name="connsiteY163" fmla="*/ 896534 h 949779"/>
              <a:gd name="connsiteX164" fmla="*/ 6732725 w 12233785"/>
              <a:gd name="connsiteY164" fmla="*/ 898355 h 949779"/>
              <a:gd name="connsiteX165" fmla="*/ 6722314 w 12233785"/>
              <a:gd name="connsiteY165" fmla="*/ 900122 h 949779"/>
              <a:gd name="connsiteX166" fmla="*/ 6713101 w 12233785"/>
              <a:gd name="connsiteY166" fmla="*/ 897377 h 949779"/>
              <a:gd name="connsiteX167" fmla="*/ 6717518 w 12233785"/>
              <a:gd name="connsiteY167" fmla="*/ 895556 h 949779"/>
              <a:gd name="connsiteX168" fmla="*/ 6725721 w 12233785"/>
              <a:gd name="connsiteY168" fmla="*/ 894496 h 949779"/>
              <a:gd name="connsiteX169" fmla="*/ 9193086 w 12233785"/>
              <a:gd name="connsiteY169" fmla="*/ 894468 h 949779"/>
              <a:gd name="connsiteX170" fmla="*/ 9200027 w 12233785"/>
              <a:gd name="connsiteY170" fmla="*/ 896534 h 949779"/>
              <a:gd name="connsiteX171" fmla="*/ 9200154 w 12233785"/>
              <a:gd name="connsiteY171" fmla="*/ 898355 h 949779"/>
              <a:gd name="connsiteX172" fmla="*/ 9189742 w 12233785"/>
              <a:gd name="connsiteY172" fmla="*/ 900122 h 949779"/>
              <a:gd name="connsiteX173" fmla="*/ 9180529 w 12233785"/>
              <a:gd name="connsiteY173" fmla="*/ 897377 h 949779"/>
              <a:gd name="connsiteX174" fmla="*/ 9184946 w 12233785"/>
              <a:gd name="connsiteY174" fmla="*/ 895556 h 949779"/>
              <a:gd name="connsiteX175" fmla="*/ 9193149 w 12233785"/>
              <a:gd name="connsiteY175" fmla="*/ 894496 h 949779"/>
              <a:gd name="connsiteX176" fmla="*/ 1893462 w 12233785"/>
              <a:gd name="connsiteY176" fmla="*/ 894197 h 949779"/>
              <a:gd name="connsiteX177" fmla="*/ 1899204 w 12233785"/>
              <a:gd name="connsiteY177" fmla="*/ 894387 h 949779"/>
              <a:gd name="connsiteX178" fmla="*/ 1905009 w 12233785"/>
              <a:gd name="connsiteY178" fmla="*/ 894550 h 949779"/>
              <a:gd name="connsiteX179" fmla="*/ 1905577 w 12233785"/>
              <a:gd name="connsiteY179" fmla="*/ 894550 h 949779"/>
              <a:gd name="connsiteX180" fmla="*/ 1892200 w 12233785"/>
              <a:gd name="connsiteY180" fmla="*/ 900366 h 949779"/>
              <a:gd name="connsiteX181" fmla="*/ 1887278 w 12233785"/>
              <a:gd name="connsiteY181" fmla="*/ 900258 h 949779"/>
              <a:gd name="connsiteX182" fmla="*/ 1882481 w 12233785"/>
              <a:gd name="connsiteY182" fmla="*/ 900176 h 949779"/>
              <a:gd name="connsiteX183" fmla="*/ 1881283 w 12233785"/>
              <a:gd name="connsiteY183" fmla="*/ 900176 h 949779"/>
              <a:gd name="connsiteX184" fmla="*/ 1893462 w 12233785"/>
              <a:gd name="connsiteY184" fmla="*/ 894197 h 949779"/>
              <a:gd name="connsiteX185" fmla="*/ 5899404 w 12233785"/>
              <a:gd name="connsiteY185" fmla="*/ 894197 h 949779"/>
              <a:gd name="connsiteX186" fmla="*/ 5905146 w 12233785"/>
              <a:gd name="connsiteY186" fmla="*/ 894387 h 949779"/>
              <a:gd name="connsiteX187" fmla="*/ 5910951 w 12233785"/>
              <a:gd name="connsiteY187" fmla="*/ 894550 h 949779"/>
              <a:gd name="connsiteX188" fmla="*/ 5911519 w 12233785"/>
              <a:gd name="connsiteY188" fmla="*/ 894550 h 949779"/>
              <a:gd name="connsiteX189" fmla="*/ 5898142 w 12233785"/>
              <a:gd name="connsiteY189" fmla="*/ 900366 h 949779"/>
              <a:gd name="connsiteX190" fmla="*/ 5893220 w 12233785"/>
              <a:gd name="connsiteY190" fmla="*/ 900258 h 949779"/>
              <a:gd name="connsiteX191" fmla="*/ 5888423 w 12233785"/>
              <a:gd name="connsiteY191" fmla="*/ 900176 h 949779"/>
              <a:gd name="connsiteX192" fmla="*/ 5887226 w 12233785"/>
              <a:gd name="connsiteY192" fmla="*/ 900176 h 949779"/>
              <a:gd name="connsiteX193" fmla="*/ 5899404 w 12233785"/>
              <a:gd name="connsiteY193" fmla="*/ 894197 h 949779"/>
              <a:gd name="connsiteX194" fmla="*/ 2345081 w 12233785"/>
              <a:gd name="connsiteY194" fmla="*/ 888353 h 949779"/>
              <a:gd name="connsiteX195" fmla="*/ 2376442 w 12233785"/>
              <a:gd name="connsiteY195" fmla="*/ 889848 h 949779"/>
              <a:gd name="connsiteX196" fmla="*/ 2381868 w 12233785"/>
              <a:gd name="connsiteY196" fmla="*/ 894713 h 949779"/>
              <a:gd name="connsiteX197" fmla="*/ 2377136 w 12233785"/>
              <a:gd name="connsiteY197" fmla="*/ 899416 h 949779"/>
              <a:gd name="connsiteX198" fmla="*/ 2345712 w 12233785"/>
              <a:gd name="connsiteY198" fmla="*/ 893871 h 949779"/>
              <a:gd name="connsiteX199" fmla="*/ 2334480 w 12233785"/>
              <a:gd name="connsiteY199" fmla="*/ 894088 h 949779"/>
              <a:gd name="connsiteX200" fmla="*/ 2323247 w 12233785"/>
              <a:gd name="connsiteY200" fmla="*/ 894306 h 949779"/>
              <a:gd name="connsiteX201" fmla="*/ 2316306 w 12233785"/>
              <a:gd name="connsiteY201" fmla="*/ 894170 h 949779"/>
              <a:gd name="connsiteX202" fmla="*/ 2308229 w 12233785"/>
              <a:gd name="connsiteY202" fmla="*/ 890881 h 949779"/>
              <a:gd name="connsiteX203" fmla="*/ 2313403 w 12233785"/>
              <a:gd name="connsiteY203" fmla="*/ 889087 h 949779"/>
              <a:gd name="connsiteX204" fmla="*/ 2325835 w 12233785"/>
              <a:gd name="connsiteY204" fmla="*/ 888353 h 949779"/>
              <a:gd name="connsiteX205" fmla="*/ 2326655 w 12233785"/>
              <a:gd name="connsiteY205" fmla="*/ 888353 h 949779"/>
              <a:gd name="connsiteX206" fmla="*/ 2345081 w 12233785"/>
              <a:gd name="connsiteY206" fmla="*/ 888734 h 949779"/>
              <a:gd name="connsiteX207" fmla="*/ 2345081 w 12233785"/>
              <a:gd name="connsiteY207" fmla="*/ 888435 h 949779"/>
              <a:gd name="connsiteX208" fmla="*/ 6351023 w 12233785"/>
              <a:gd name="connsiteY208" fmla="*/ 888353 h 949779"/>
              <a:gd name="connsiteX209" fmla="*/ 6382384 w 12233785"/>
              <a:gd name="connsiteY209" fmla="*/ 889848 h 949779"/>
              <a:gd name="connsiteX210" fmla="*/ 6387811 w 12233785"/>
              <a:gd name="connsiteY210" fmla="*/ 894713 h 949779"/>
              <a:gd name="connsiteX211" fmla="*/ 6383078 w 12233785"/>
              <a:gd name="connsiteY211" fmla="*/ 899416 h 949779"/>
              <a:gd name="connsiteX212" fmla="*/ 6351654 w 12233785"/>
              <a:gd name="connsiteY212" fmla="*/ 893871 h 949779"/>
              <a:gd name="connsiteX213" fmla="*/ 6340422 w 12233785"/>
              <a:gd name="connsiteY213" fmla="*/ 894088 h 949779"/>
              <a:gd name="connsiteX214" fmla="*/ 6329189 w 12233785"/>
              <a:gd name="connsiteY214" fmla="*/ 894306 h 949779"/>
              <a:gd name="connsiteX215" fmla="*/ 6322248 w 12233785"/>
              <a:gd name="connsiteY215" fmla="*/ 894170 h 949779"/>
              <a:gd name="connsiteX216" fmla="*/ 6314171 w 12233785"/>
              <a:gd name="connsiteY216" fmla="*/ 890881 h 949779"/>
              <a:gd name="connsiteX217" fmla="*/ 6319345 w 12233785"/>
              <a:gd name="connsiteY217" fmla="*/ 889087 h 949779"/>
              <a:gd name="connsiteX218" fmla="*/ 6331777 w 12233785"/>
              <a:gd name="connsiteY218" fmla="*/ 888353 h 949779"/>
              <a:gd name="connsiteX219" fmla="*/ 6332597 w 12233785"/>
              <a:gd name="connsiteY219" fmla="*/ 888353 h 949779"/>
              <a:gd name="connsiteX220" fmla="*/ 6351023 w 12233785"/>
              <a:gd name="connsiteY220" fmla="*/ 888734 h 949779"/>
              <a:gd name="connsiteX221" fmla="*/ 6351023 w 12233785"/>
              <a:gd name="connsiteY221" fmla="*/ 888435 h 949779"/>
              <a:gd name="connsiteX222" fmla="*/ 8818452 w 12233785"/>
              <a:gd name="connsiteY222" fmla="*/ 888353 h 949779"/>
              <a:gd name="connsiteX223" fmla="*/ 8849813 w 12233785"/>
              <a:gd name="connsiteY223" fmla="*/ 889848 h 949779"/>
              <a:gd name="connsiteX224" fmla="*/ 8855239 w 12233785"/>
              <a:gd name="connsiteY224" fmla="*/ 894713 h 949779"/>
              <a:gd name="connsiteX225" fmla="*/ 8850506 w 12233785"/>
              <a:gd name="connsiteY225" fmla="*/ 899416 h 949779"/>
              <a:gd name="connsiteX226" fmla="*/ 8819082 w 12233785"/>
              <a:gd name="connsiteY226" fmla="*/ 893871 h 949779"/>
              <a:gd name="connsiteX227" fmla="*/ 8807850 w 12233785"/>
              <a:gd name="connsiteY227" fmla="*/ 894088 h 949779"/>
              <a:gd name="connsiteX228" fmla="*/ 8796617 w 12233785"/>
              <a:gd name="connsiteY228" fmla="*/ 894306 h 949779"/>
              <a:gd name="connsiteX229" fmla="*/ 8789676 w 12233785"/>
              <a:gd name="connsiteY229" fmla="*/ 894170 h 949779"/>
              <a:gd name="connsiteX230" fmla="*/ 8781599 w 12233785"/>
              <a:gd name="connsiteY230" fmla="*/ 890881 h 949779"/>
              <a:gd name="connsiteX231" fmla="*/ 8786774 w 12233785"/>
              <a:gd name="connsiteY231" fmla="*/ 889087 h 949779"/>
              <a:gd name="connsiteX232" fmla="*/ 8799205 w 12233785"/>
              <a:gd name="connsiteY232" fmla="*/ 888353 h 949779"/>
              <a:gd name="connsiteX233" fmla="*/ 8800025 w 12233785"/>
              <a:gd name="connsiteY233" fmla="*/ 888353 h 949779"/>
              <a:gd name="connsiteX234" fmla="*/ 8818452 w 12233785"/>
              <a:gd name="connsiteY234" fmla="*/ 888734 h 949779"/>
              <a:gd name="connsiteX235" fmla="*/ 8818452 w 12233785"/>
              <a:gd name="connsiteY235" fmla="*/ 888435 h 949779"/>
              <a:gd name="connsiteX236" fmla="*/ 8103065 w 12233785"/>
              <a:gd name="connsiteY236" fmla="*/ 886668 h 949779"/>
              <a:gd name="connsiteX237" fmla="*/ 8103130 w 12233785"/>
              <a:gd name="connsiteY237" fmla="*/ 886804 h 949779"/>
              <a:gd name="connsiteX238" fmla="*/ 8102950 w 12233785"/>
              <a:gd name="connsiteY238" fmla="*/ 886846 h 949779"/>
              <a:gd name="connsiteX239" fmla="*/ 8391520 w 12233785"/>
              <a:gd name="connsiteY239" fmla="*/ 879282 h 949779"/>
              <a:gd name="connsiteX240" fmla="*/ 8391794 w 12233785"/>
              <a:gd name="connsiteY240" fmla="*/ 880153 h 949779"/>
              <a:gd name="connsiteX241" fmla="*/ 8390913 w 12233785"/>
              <a:gd name="connsiteY241" fmla="*/ 879900 h 949779"/>
              <a:gd name="connsiteX242" fmla="*/ 5355653 w 12233785"/>
              <a:gd name="connsiteY242" fmla="*/ 877516 h 949779"/>
              <a:gd name="connsiteX243" fmla="*/ 5357613 w 12233785"/>
              <a:gd name="connsiteY243" fmla="*/ 878254 h 949779"/>
              <a:gd name="connsiteX244" fmla="*/ 5357370 w 12233785"/>
              <a:gd name="connsiteY244" fmla="*/ 880716 h 949779"/>
              <a:gd name="connsiteX245" fmla="*/ 5353015 w 12233785"/>
              <a:gd name="connsiteY245" fmla="*/ 878704 h 949779"/>
              <a:gd name="connsiteX246" fmla="*/ 1912140 w 12233785"/>
              <a:gd name="connsiteY246" fmla="*/ 877046 h 949779"/>
              <a:gd name="connsiteX247" fmla="*/ 1912265 w 12233785"/>
              <a:gd name="connsiteY247" fmla="*/ 877074 h 949779"/>
              <a:gd name="connsiteX248" fmla="*/ 1912262 w 12233785"/>
              <a:gd name="connsiteY248" fmla="*/ 877076 h 949779"/>
              <a:gd name="connsiteX249" fmla="*/ 1917882 w 12233785"/>
              <a:gd name="connsiteY249" fmla="*/ 878433 h 949779"/>
              <a:gd name="connsiteX250" fmla="*/ 1921416 w 12233785"/>
              <a:gd name="connsiteY250" fmla="*/ 889658 h 949779"/>
              <a:gd name="connsiteX251" fmla="*/ 1907096 w 12233785"/>
              <a:gd name="connsiteY251" fmla="*/ 893671 h 949779"/>
              <a:gd name="connsiteX252" fmla="*/ 1907091 w 12233785"/>
              <a:gd name="connsiteY252" fmla="*/ 893708 h 949779"/>
              <a:gd name="connsiteX253" fmla="*/ 1906965 w 12233785"/>
              <a:gd name="connsiteY253" fmla="*/ 893739 h 949779"/>
              <a:gd name="connsiteX254" fmla="*/ 1906965 w 12233785"/>
              <a:gd name="connsiteY254" fmla="*/ 894550 h 949779"/>
              <a:gd name="connsiteX255" fmla="*/ 1905639 w 12233785"/>
              <a:gd name="connsiteY255" fmla="*/ 894550 h 949779"/>
              <a:gd name="connsiteX256" fmla="*/ 1905892 w 12233785"/>
              <a:gd name="connsiteY256" fmla="*/ 894007 h 949779"/>
              <a:gd name="connsiteX257" fmla="*/ 1906965 w 12233785"/>
              <a:gd name="connsiteY257" fmla="*/ 893739 h 949779"/>
              <a:gd name="connsiteX258" fmla="*/ 1906965 w 12233785"/>
              <a:gd name="connsiteY258" fmla="*/ 893708 h 949779"/>
              <a:gd name="connsiteX259" fmla="*/ 1907096 w 12233785"/>
              <a:gd name="connsiteY259" fmla="*/ 893671 h 949779"/>
              <a:gd name="connsiteX260" fmla="*/ 1909048 w 12233785"/>
              <a:gd name="connsiteY260" fmla="*/ 879357 h 949779"/>
              <a:gd name="connsiteX261" fmla="*/ 1912262 w 12233785"/>
              <a:gd name="connsiteY261" fmla="*/ 877076 h 949779"/>
              <a:gd name="connsiteX262" fmla="*/ 5918082 w 12233785"/>
              <a:gd name="connsiteY262" fmla="*/ 877046 h 949779"/>
              <a:gd name="connsiteX263" fmla="*/ 5918207 w 12233785"/>
              <a:gd name="connsiteY263" fmla="*/ 877074 h 949779"/>
              <a:gd name="connsiteX264" fmla="*/ 5918204 w 12233785"/>
              <a:gd name="connsiteY264" fmla="*/ 877076 h 949779"/>
              <a:gd name="connsiteX265" fmla="*/ 5923824 w 12233785"/>
              <a:gd name="connsiteY265" fmla="*/ 878433 h 949779"/>
              <a:gd name="connsiteX266" fmla="*/ 5927358 w 12233785"/>
              <a:gd name="connsiteY266" fmla="*/ 889658 h 949779"/>
              <a:gd name="connsiteX267" fmla="*/ 5913038 w 12233785"/>
              <a:gd name="connsiteY267" fmla="*/ 893671 h 949779"/>
              <a:gd name="connsiteX268" fmla="*/ 5913033 w 12233785"/>
              <a:gd name="connsiteY268" fmla="*/ 893708 h 949779"/>
              <a:gd name="connsiteX269" fmla="*/ 5912907 w 12233785"/>
              <a:gd name="connsiteY269" fmla="*/ 893739 h 949779"/>
              <a:gd name="connsiteX270" fmla="*/ 5912907 w 12233785"/>
              <a:gd name="connsiteY270" fmla="*/ 894550 h 949779"/>
              <a:gd name="connsiteX271" fmla="*/ 5911582 w 12233785"/>
              <a:gd name="connsiteY271" fmla="*/ 894550 h 949779"/>
              <a:gd name="connsiteX272" fmla="*/ 5911835 w 12233785"/>
              <a:gd name="connsiteY272" fmla="*/ 894007 h 949779"/>
              <a:gd name="connsiteX273" fmla="*/ 5912907 w 12233785"/>
              <a:gd name="connsiteY273" fmla="*/ 893739 h 949779"/>
              <a:gd name="connsiteX274" fmla="*/ 5912907 w 12233785"/>
              <a:gd name="connsiteY274" fmla="*/ 893708 h 949779"/>
              <a:gd name="connsiteX275" fmla="*/ 5913038 w 12233785"/>
              <a:gd name="connsiteY275" fmla="*/ 893671 h 949779"/>
              <a:gd name="connsiteX276" fmla="*/ 5914990 w 12233785"/>
              <a:gd name="connsiteY276" fmla="*/ 879357 h 949779"/>
              <a:gd name="connsiteX277" fmla="*/ 5918204 w 12233785"/>
              <a:gd name="connsiteY277" fmla="*/ 877076 h 949779"/>
              <a:gd name="connsiteX278" fmla="*/ 2003132 w 12233785"/>
              <a:gd name="connsiteY278" fmla="*/ 876938 h 949779"/>
              <a:gd name="connsiteX279" fmla="*/ 2002754 w 12233785"/>
              <a:gd name="connsiteY279" fmla="*/ 880851 h 949779"/>
              <a:gd name="connsiteX280" fmla="*/ 1998273 w 12233785"/>
              <a:gd name="connsiteY280" fmla="*/ 878759 h 949779"/>
              <a:gd name="connsiteX281" fmla="*/ 2001050 w 12233785"/>
              <a:gd name="connsiteY281" fmla="*/ 877536 h 949779"/>
              <a:gd name="connsiteX282" fmla="*/ 6009074 w 12233785"/>
              <a:gd name="connsiteY282" fmla="*/ 876938 h 949779"/>
              <a:gd name="connsiteX283" fmla="*/ 6008696 w 12233785"/>
              <a:gd name="connsiteY283" fmla="*/ 880851 h 949779"/>
              <a:gd name="connsiteX284" fmla="*/ 6004215 w 12233785"/>
              <a:gd name="connsiteY284" fmla="*/ 878759 h 949779"/>
              <a:gd name="connsiteX285" fmla="*/ 6006992 w 12233785"/>
              <a:gd name="connsiteY285" fmla="*/ 877536 h 949779"/>
              <a:gd name="connsiteX286" fmla="*/ 8476503 w 12233785"/>
              <a:gd name="connsiteY286" fmla="*/ 876938 h 949779"/>
              <a:gd name="connsiteX287" fmla="*/ 8476124 w 12233785"/>
              <a:gd name="connsiteY287" fmla="*/ 880851 h 949779"/>
              <a:gd name="connsiteX288" fmla="*/ 8471643 w 12233785"/>
              <a:gd name="connsiteY288" fmla="*/ 878759 h 949779"/>
              <a:gd name="connsiteX289" fmla="*/ 8474421 w 12233785"/>
              <a:gd name="connsiteY289" fmla="*/ 877536 h 949779"/>
              <a:gd name="connsiteX290" fmla="*/ 10705383 w 12233785"/>
              <a:gd name="connsiteY290" fmla="*/ 876883 h 949779"/>
              <a:gd name="connsiteX291" fmla="*/ 10705005 w 12233785"/>
              <a:gd name="connsiteY291" fmla="*/ 880716 h 949779"/>
              <a:gd name="connsiteX292" fmla="*/ 10700651 w 12233785"/>
              <a:gd name="connsiteY292" fmla="*/ 878704 h 949779"/>
              <a:gd name="connsiteX293" fmla="*/ 10703364 w 12233785"/>
              <a:gd name="connsiteY293" fmla="*/ 877482 h 949779"/>
              <a:gd name="connsiteX294" fmla="*/ 10756432 w 12233785"/>
              <a:gd name="connsiteY294" fmla="*/ 876883 h 949779"/>
              <a:gd name="connsiteX295" fmla="*/ 10759776 w 12233785"/>
              <a:gd name="connsiteY295" fmla="*/ 877753 h 949779"/>
              <a:gd name="connsiteX296" fmla="*/ 10756054 w 12233785"/>
              <a:gd name="connsiteY296" fmla="*/ 880471 h 949779"/>
              <a:gd name="connsiteX297" fmla="*/ 10752836 w 12233785"/>
              <a:gd name="connsiteY297" fmla="*/ 878596 h 949779"/>
              <a:gd name="connsiteX298" fmla="*/ 5470425 w 12233785"/>
              <a:gd name="connsiteY298" fmla="*/ 876856 h 949779"/>
              <a:gd name="connsiteX299" fmla="*/ 5474423 w 12233785"/>
              <a:gd name="connsiteY299" fmla="*/ 877318 h 949779"/>
              <a:gd name="connsiteX300" fmla="*/ 5478904 w 12233785"/>
              <a:gd name="connsiteY300" fmla="*/ 881504 h 949779"/>
              <a:gd name="connsiteX301" fmla="*/ 5480859 w 12233785"/>
              <a:gd name="connsiteY301" fmla="*/ 881504 h 949779"/>
              <a:gd name="connsiteX302" fmla="*/ 5481553 w 12233785"/>
              <a:gd name="connsiteY302" fmla="*/ 882265 h 949779"/>
              <a:gd name="connsiteX303" fmla="*/ 5489442 w 12233785"/>
              <a:gd name="connsiteY303" fmla="*/ 886016 h 949779"/>
              <a:gd name="connsiteX304" fmla="*/ 5485340 w 12233785"/>
              <a:gd name="connsiteY304" fmla="*/ 886288 h 949779"/>
              <a:gd name="connsiteX305" fmla="*/ 5481553 w 12233785"/>
              <a:gd name="connsiteY305" fmla="*/ 882265 h 949779"/>
              <a:gd name="connsiteX306" fmla="*/ 5479471 w 12233785"/>
              <a:gd name="connsiteY306" fmla="*/ 882211 h 949779"/>
              <a:gd name="connsiteX307" fmla="*/ 5478904 w 12233785"/>
              <a:gd name="connsiteY307" fmla="*/ 881504 h 949779"/>
              <a:gd name="connsiteX308" fmla="*/ 5475495 w 12233785"/>
              <a:gd name="connsiteY308" fmla="*/ 881422 h 949779"/>
              <a:gd name="connsiteX309" fmla="*/ 5475495 w 12233785"/>
              <a:gd name="connsiteY309" fmla="*/ 881449 h 949779"/>
              <a:gd name="connsiteX310" fmla="*/ 5446279 w 12233785"/>
              <a:gd name="connsiteY310" fmla="*/ 887266 h 949779"/>
              <a:gd name="connsiteX311" fmla="*/ 5434795 w 12233785"/>
              <a:gd name="connsiteY311" fmla="*/ 886369 h 949779"/>
              <a:gd name="connsiteX312" fmla="*/ 5435954 w 12233785"/>
              <a:gd name="connsiteY312" fmla="*/ 884822 h 949779"/>
              <a:gd name="connsiteX313" fmla="*/ 5437562 w 12233785"/>
              <a:gd name="connsiteY313" fmla="*/ 884494 h 949779"/>
              <a:gd name="connsiteX314" fmla="*/ 5460720 w 12233785"/>
              <a:gd name="connsiteY314" fmla="*/ 881858 h 949779"/>
              <a:gd name="connsiteX315" fmla="*/ 5513846 w 12233785"/>
              <a:gd name="connsiteY315" fmla="*/ 876704 h 949779"/>
              <a:gd name="connsiteX316" fmla="*/ 5527335 w 12233785"/>
              <a:gd name="connsiteY316" fmla="*/ 877518 h 949779"/>
              <a:gd name="connsiteX317" fmla="*/ 5518594 w 12233785"/>
              <a:gd name="connsiteY317" fmla="*/ 881341 h 949779"/>
              <a:gd name="connsiteX318" fmla="*/ 5515439 w 12233785"/>
              <a:gd name="connsiteY318" fmla="*/ 881260 h 949779"/>
              <a:gd name="connsiteX319" fmla="*/ 5510707 w 12233785"/>
              <a:gd name="connsiteY319" fmla="*/ 879900 h 949779"/>
              <a:gd name="connsiteX320" fmla="*/ 8445106 w 12233785"/>
              <a:gd name="connsiteY320" fmla="*/ 876642 h 949779"/>
              <a:gd name="connsiteX321" fmla="*/ 8452587 w 12233785"/>
              <a:gd name="connsiteY321" fmla="*/ 878134 h 949779"/>
              <a:gd name="connsiteX322" fmla="*/ 8442049 w 12233785"/>
              <a:gd name="connsiteY322" fmla="*/ 881667 h 949779"/>
              <a:gd name="connsiteX323" fmla="*/ 8441621 w 12233785"/>
              <a:gd name="connsiteY323" fmla="*/ 881529 h 949779"/>
              <a:gd name="connsiteX324" fmla="*/ 1969814 w 12233785"/>
              <a:gd name="connsiteY324" fmla="*/ 876259 h 949779"/>
              <a:gd name="connsiteX325" fmla="*/ 1979217 w 12233785"/>
              <a:gd name="connsiteY325" fmla="*/ 878134 h 949779"/>
              <a:gd name="connsiteX326" fmla="*/ 1968678 w 12233785"/>
              <a:gd name="connsiteY326" fmla="*/ 881667 h 949779"/>
              <a:gd name="connsiteX327" fmla="*/ 1959592 w 12233785"/>
              <a:gd name="connsiteY327" fmla="*/ 878731 h 949779"/>
              <a:gd name="connsiteX328" fmla="*/ 1969373 w 12233785"/>
              <a:gd name="connsiteY328" fmla="*/ 876259 h 949779"/>
              <a:gd name="connsiteX329" fmla="*/ 1969814 w 12233785"/>
              <a:gd name="connsiteY329" fmla="*/ 876259 h 949779"/>
              <a:gd name="connsiteX330" fmla="*/ 5975756 w 12233785"/>
              <a:gd name="connsiteY330" fmla="*/ 876259 h 949779"/>
              <a:gd name="connsiteX331" fmla="*/ 5985159 w 12233785"/>
              <a:gd name="connsiteY331" fmla="*/ 878134 h 949779"/>
              <a:gd name="connsiteX332" fmla="*/ 5974621 w 12233785"/>
              <a:gd name="connsiteY332" fmla="*/ 881667 h 949779"/>
              <a:gd name="connsiteX333" fmla="*/ 5965534 w 12233785"/>
              <a:gd name="connsiteY333" fmla="*/ 878731 h 949779"/>
              <a:gd name="connsiteX334" fmla="*/ 5975315 w 12233785"/>
              <a:gd name="connsiteY334" fmla="*/ 876259 h 949779"/>
              <a:gd name="connsiteX335" fmla="*/ 5975756 w 12233785"/>
              <a:gd name="connsiteY335" fmla="*/ 876259 h 949779"/>
              <a:gd name="connsiteX336" fmla="*/ 8339572 w 12233785"/>
              <a:gd name="connsiteY336" fmla="*/ 876204 h 949779"/>
              <a:gd name="connsiteX337" fmla="*/ 8349542 w 12233785"/>
              <a:gd name="connsiteY337" fmla="*/ 877590 h 949779"/>
              <a:gd name="connsiteX338" fmla="*/ 8346071 w 12233785"/>
              <a:gd name="connsiteY338" fmla="*/ 882564 h 949779"/>
              <a:gd name="connsiteX339" fmla="*/ 8345132 w 12233785"/>
              <a:gd name="connsiteY339" fmla="*/ 883554 h 949779"/>
              <a:gd name="connsiteX340" fmla="*/ 8326486 w 12233785"/>
              <a:gd name="connsiteY340" fmla="*/ 887266 h 949779"/>
              <a:gd name="connsiteX341" fmla="*/ 8315002 w 12233785"/>
              <a:gd name="connsiteY341" fmla="*/ 886369 h 949779"/>
              <a:gd name="connsiteX342" fmla="*/ 8319504 w 12233785"/>
              <a:gd name="connsiteY342" fmla="*/ 880357 h 949779"/>
              <a:gd name="connsiteX343" fmla="*/ 8338058 w 12233785"/>
              <a:gd name="connsiteY343" fmla="*/ 876394 h 949779"/>
              <a:gd name="connsiteX344" fmla="*/ 8339572 w 12233785"/>
              <a:gd name="connsiteY344" fmla="*/ 876204 h 949779"/>
              <a:gd name="connsiteX345" fmla="*/ 5324934 w 12233785"/>
              <a:gd name="connsiteY345" fmla="*/ 876014 h 949779"/>
              <a:gd name="connsiteX346" fmla="*/ 5324925 w 12233785"/>
              <a:gd name="connsiteY346" fmla="*/ 876018 h 949779"/>
              <a:gd name="connsiteX347" fmla="*/ 5328847 w 12233785"/>
              <a:gd name="connsiteY347" fmla="*/ 876177 h 949779"/>
              <a:gd name="connsiteX348" fmla="*/ 5332317 w 12233785"/>
              <a:gd name="connsiteY348" fmla="*/ 877455 h 949779"/>
              <a:gd name="connsiteX349" fmla="*/ 5335536 w 12233785"/>
              <a:gd name="connsiteY349" fmla="*/ 879438 h 949779"/>
              <a:gd name="connsiteX350" fmla="*/ 5333202 w 12233785"/>
              <a:gd name="connsiteY350" fmla="*/ 880552 h 949779"/>
              <a:gd name="connsiteX351" fmla="*/ 5330740 w 12233785"/>
              <a:gd name="connsiteY351" fmla="*/ 881260 h 949779"/>
              <a:gd name="connsiteX352" fmla="*/ 5313331 w 12233785"/>
              <a:gd name="connsiteY352" fmla="*/ 881691 h 949779"/>
              <a:gd name="connsiteX353" fmla="*/ 5313324 w 12233785"/>
              <a:gd name="connsiteY353" fmla="*/ 881694 h 949779"/>
              <a:gd name="connsiteX354" fmla="*/ 5313199 w 12233785"/>
              <a:gd name="connsiteY354" fmla="*/ 881694 h 949779"/>
              <a:gd name="connsiteX355" fmla="*/ 5313072 w 12233785"/>
              <a:gd name="connsiteY355" fmla="*/ 882129 h 949779"/>
              <a:gd name="connsiteX356" fmla="*/ 5312062 w 12233785"/>
              <a:gd name="connsiteY356" fmla="*/ 882129 h 949779"/>
              <a:gd name="connsiteX357" fmla="*/ 5311997 w 12233785"/>
              <a:gd name="connsiteY357" fmla="*/ 882130 h 949779"/>
              <a:gd name="connsiteX358" fmla="*/ 5298874 w 12233785"/>
              <a:gd name="connsiteY358" fmla="*/ 887755 h 949779"/>
              <a:gd name="connsiteX359" fmla="*/ 5295908 w 12233785"/>
              <a:gd name="connsiteY359" fmla="*/ 887674 h 949779"/>
              <a:gd name="connsiteX360" fmla="*/ 5278744 w 12233785"/>
              <a:gd name="connsiteY360" fmla="*/ 885934 h 949779"/>
              <a:gd name="connsiteX361" fmla="*/ 5278050 w 12233785"/>
              <a:gd name="connsiteY361" fmla="*/ 884304 h 949779"/>
              <a:gd name="connsiteX362" fmla="*/ 5282846 w 12233785"/>
              <a:gd name="connsiteY362" fmla="*/ 882564 h 949779"/>
              <a:gd name="connsiteX363" fmla="*/ 5311997 w 12233785"/>
              <a:gd name="connsiteY363" fmla="*/ 882130 h 949779"/>
              <a:gd name="connsiteX364" fmla="*/ 5311999 w 12233785"/>
              <a:gd name="connsiteY364" fmla="*/ 882129 h 949779"/>
              <a:gd name="connsiteX365" fmla="*/ 5312062 w 12233785"/>
              <a:gd name="connsiteY365" fmla="*/ 882129 h 949779"/>
              <a:gd name="connsiteX366" fmla="*/ 5312314 w 12233785"/>
              <a:gd name="connsiteY366" fmla="*/ 881694 h 949779"/>
              <a:gd name="connsiteX367" fmla="*/ 5313199 w 12233785"/>
              <a:gd name="connsiteY367" fmla="*/ 881694 h 949779"/>
              <a:gd name="connsiteX368" fmla="*/ 5313331 w 12233785"/>
              <a:gd name="connsiteY368" fmla="*/ 881691 h 949779"/>
              <a:gd name="connsiteX369" fmla="*/ 5324925 w 12233785"/>
              <a:gd name="connsiteY369" fmla="*/ 876018 h 949779"/>
              <a:gd name="connsiteX370" fmla="*/ 5324808 w 12233785"/>
              <a:gd name="connsiteY370" fmla="*/ 876014 h 949779"/>
              <a:gd name="connsiteX371" fmla="*/ 10672570 w 12233785"/>
              <a:gd name="connsiteY371" fmla="*/ 876014 h 949779"/>
              <a:gd name="connsiteX372" fmla="*/ 10672561 w 12233785"/>
              <a:gd name="connsiteY372" fmla="*/ 876018 h 949779"/>
              <a:gd name="connsiteX373" fmla="*/ 10676482 w 12233785"/>
              <a:gd name="connsiteY373" fmla="*/ 876177 h 949779"/>
              <a:gd name="connsiteX374" fmla="*/ 10679953 w 12233785"/>
              <a:gd name="connsiteY374" fmla="*/ 877455 h 949779"/>
              <a:gd name="connsiteX375" fmla="*/ 10683171 w 12233785"/>
              <a:gd name="connsiteY375" fmla="*/ 879438 h 949779"/>
              <a:gd name="connsiteX376" fmla="*/ 10680837 w 12233785"/>
              <a:gd name="connsiteY376" fmla="*/ 880552 h 949779"/>
              <a:gd name="connsiteX377" fmla="*/ 10678376 w 12233785"/>
              <a:gd name="connsiteY377" fmla="*/ 881260 h 949779"/>
              <a:gd name="connsiteX378" fmla="*/ 10660967 w 12233785"/>
              <a:gd name="connsiteY378" fmla="*/ 881691 h 949779"/>
              <a:gd name="connsiteX379" fmla="*/ 10660959 w 12233785"/>
              <a:gd name="connsiteY379" fmla="*/ 881694 h 949779"/>
              <a:gd name="connsiteX380" fmla="*/ 10660834 w 12233785"/>
              <a:gd name="connsiteY380" fmla="*/ 881694 h 949779"/>
              <a:gd name="connsiteX381" fmla="*/ 10660708 w 12233785"/>
              <a:gd name="connsiteY381" fmla="*/ 882129 h 949779"/>
              <a:gd name="connsiteX382" fmla="*/ 10659698 w 12233785"/>
              <a:gd name="connsiteY382" fmla="*/ 882129 h 949779"/>
              <a:gd name="connsiteX383" fmla="*/ 10659632 w 12233785"/>
              <a:gd name="connsiteY383" fmla="*/ 882130 h 949779"/>
              <a:gd name="connsiteX384" fmla="*/ 10646509 w 12233785"/>
              <a:gd name="connsiteY384" fmla="*/ 887755 h 949779"/>
              <a:gd name="connsiteX385" fmla="*/ 10643543 w 12233785"/>
              <a:gd name="connsiteY385" fmla="*/ 887674 h 949779"/>
              <a:gd name="connsiteX386" fmla="*/ 10626379 w 12233785"/>
              <a:gd name="connsiteY386" fmla="*/ 885934 h 949779"/>
              <a:gd name="connsiteX387" fmla="*/ 10625686 w 12233785"/>
              <a:gd name="connsiteY387" fmla="*/ 884304 h 949779"/>
              <a:gd name="connsiteX388" fmla="*/ 10630481 w 12233785"/>
              <a:gd name="connsiteY388" fmla="*/ 882564 h 949779"/>
              <a:gd name="connsiteX389" fmla="*/ 10659632 w 12233785"/>
              <a:gd name="connsiteY389" fmla="*/ 882130 h 949779"/>
              <a:gd name="connsiteX390" fmla="*/ 10659634 w 12233785"/>
              <a:gd name="connsiteY390" fmla="*/ 882129 h 949779"/>
              <a:gd name="connsiteX391" fmla="*/ 10659698 w 12233785"/>
              <a:gd name="connsiteY391" fmla="*/ 882129 h 949779"/>
              <a:gd name="connsiteX392" fmla="*/ 10659950 w 12233785"/>
              <a:gd name="connsiteY392" fmla="*/ 881694 h 949779"/>
              <a:gd name="connsiteX393" fmla="*/ 10660834 w 12233785"/>
              <a:gd name="connsiteY393" fmla="*/ 881694 h 949779"/>
              <a:gd name="connsiteX394" fmla="*/ 10660967 w 12233785"/>
              <a:gd name="connsiteY394" fmla="*/ 881691 h 949779"/>
              <a:gd name="connsiteX395" fmla="*/ 10672561 w 12233785"/>
              <a:gd name="connsiteY395" fmla="*/ 876018 h 949779"/>
              <a:gd name="connsiteX396" fmla="*/ 10672443 w 12233785"/>
              <a:gd name="connsiteY396" fmla="*/ 876014 h 949779"/>
              <a:gd name="connsiteX397" fmla="*/ 10806788 w 12233785"/>
              <a:gd name="connsiteY397" fmla="*/ 875551 h 949779"/>
              <a:gd name="connsiteX398" fmla="*/ 10822059 w 12233785"/>
              <a:gd name="connsiteY398" fmla="*/ 877318 h 949779"/>
              <a:gd name="connsiteX399" fmla="*/ 10826539 w 12233785"/>
              <a:gd name="connsiteY399" fmla="*/ 881504 h 949779"/>
              <a:gd name="connsiteX400" fmla="*/ 10828495 w 12233785"/>
              <a:gd name="connsiteY400" fmla="*/ 881504 h 949779"/>
              <a:gd name="connsiteX401" fmla="*/ 10829188 w 12233785"/>
              <a:gd name="connsiteY401" fmla="*/ 882265 h 949779"/>
              <a:gd name="connsiteX402" fmla="*/ 10837077 w 12233785"/>
              <a:gd name="connsiteY402" fmla="*/ 886016 h 949779"/>
              <a:gd name="connsiteX403" fmla="*/ 10832975 w 12233785"/>
              <a:gd name="connsiteY403" fmla="*/ 886288 h 949779"/>
              <a:gd name="connsiteX404" fmla="*/ 10829188 w 12233785"/>
              <a:gd name="connsiteY404" fmla="*/ 882265 h 949779"/>
              <a:gd name="connsiteX405" fmla="*/ 10827106 w 12233785"/>
              <a:gd name="connsiteY405" fmla="*/ 882211 h 949779"/>
              <a:gd name="connsiteX406" fmla="*/ 10826539 w 12233785"/>
              <a:gd name="connsiteY406" fmla="*/ 881504 h 949779"/>
              <a:gd name="connsiteX407" fmla="*/ 10823131 w 12233785"/>
              <a:gd name="connsiteY407" fmla="*/ 881422 h 949779"/>
              <a:gd name="connsiteX408" fmla="*/ 10823131 w 12233785"/>
              <a:gd name="connsiteY408" fmla="*/ 881449 h 949779"/>
              <a:gd name="connsiteX409" fmla="*/ 10793915 w 12233785"/>
              <a:gd name="connsiteY409" fmla="*/ 887266 h 949779"/>
              <a:gd name="connsiteX410" fmla="*/ 10782431 w 12233785"/>
              <a:gd name="connsiteY410" fmla="*/ 886369 h 949779"/>
              <a:gd name="connsiteX411" fmla="*/ 10787479 w 12233785"/>
              <a:gd name="connsiteY411" fmla="*/ 879629 h 949779"/>
              <a:gd name="connsiteX412" fmla="*/ 10806788 w 12233785"/>
              <a:gd name="connsiteY412" fmla="*/ 875551 h 949779"/>
              <a:gd name="connsiteX413" fmla="*/ 10886360 w 12233785"/>
              <a:gd name="connsiteY413" fmla="*/ 870741 h 949779"/>
              <a:gd name="connsiteX414" fmla="*/ 10888631 w 12233785"/>
              <a:gd name="connsiteY414" fmla="*/ 873323 h 949779"/>
              <a:gd name="connsiteX415" fmla="*/ 10880238 w 12233785"/>
              <a:gd name="connsiteY415" fmla="*/ 875252 h 949779"/>
              <a:gd name="connsiteX416" fmla="*/ 10879797 w 12233785"/>
              <a:gd name="connsiteY416" fmla="*/ 875905 h 949779"/>
              <a:gd name="connsiteX417" fmla="*/ 10878672 w 12233785"/>
              <a:gd name="connsiteY417" fmla="*/ 875905 h 949779"/>
              <a:gd name="connsiteX418" fmla="*/ 10878660 w 12233785"/>
              <a:gd name="connsiteY418" fmla="*/ 875932 h 949779"/>
              <a:gd name="connsiteX419" fmla="*/ 10878594 w 12233785"/>
              <a:gd name="connsiteY419" fmla="*/ 875934 h 949779"/>
              <a:gd name="connsiteX420" fmla="*/ 10866230 w 12233785"/>
              <a:gd name="connsiteY420" fmla="*/ 881341 h 949779"/>
              <a:gd name="connsiteX421" fmla="*/ 10863074 w 12233785"/>
              <a:gd name="connsiteY421" fmla="*/ 881260 h 949779"/>
              <a:gd name="connsiteX422" fmla="*/ 10858342 w 12233785"/>
              <a:gd name="connsiteY422" fmla="*/ 879900 h 949779"/>
              <a:gd name="connsiteX423" fmla="*/ 10861813 w 12233785"/>
              <a:gd name="connsiteY423" fmla="*/ 876367 h 949779"/>
              <a:gd name="connsiteX424" fmla="*/ 10878594 w 12233785"/>
              <a:gd name="connsiteY424" fmla="*/ 875934 h 949779"/>
              <a:gd name="connsiteX425" fmla="*/ 10878660 w 12233785"/>
              <a:gd name="connsiteY425" fmla="*/ 875905 h 949779"/>
              <a:gd name="connsiteX426" fmla="*/ 10878672 w 12233785"/>
              <a:gd name="connsiteY426" fmla="*/ 875905 h 949779"/>
              <a:gd name="connsiteX427" fmla="*/ 10878850 w 12233785"/>
              <a:gd name="connsiteY427" fmla="*/ 875470 h 949779"/>
              <a:gd name="connsiteX428" fmla="*/ 10880238 w 12233785"/>
              <a:gd name="connsiteY428" fmla="*/ 875252 h 949779"/>
              <a:gd name="connsiteX429" fmla="*/ 10884024 w 12233785"/>
              <a:gd name="connsiteY429" fmla="*/ 871121 h 949779"/>
              <a:gd name="connsiteX430" fmla="*/ 10886296 w 12233785"/>
              <a:gd name="connsiteY430" fmla="*/ 870741 h 949779"/>
              <a:gd name="connsiteX431" fmla="*/ 1390036 w 12233785"/>
              <a:gd name="connsiteY431" fmla="*/ 864163 h 949779"/>
              <a:gd name="connsiteX432" fmla="*/ 1392118 w 12233785"/>
              <a:gd name="connsiteY432" fmla="*/ 864218 h 949779"/>
              <a:gd name="connsiteX433" fmla="*/ 1403161 w 12233785"/>
              <a:gd name="connsiteY433" fmla="*/ 869192 h 949779"/>
              <a:gd name="connsiteX434" fmla="*/ 1391298 w 12233785"/>
              <a:gd name="connsiteY434" fmla="*/ 875144 h 949779"/>
              <a:gd name="connsiteX435" fmla="*/ 1387448 w 12233785"/>
              <a:gd name="connsiteY435" fmla="*/ 874845 h 949779"/>
              <a:gd name="connsiteX436" fmla="*/ 1379624 w 12233785"/>
              <a:gd name="connsiteY436" fmla="*/ 868131 h 949779"/>
              <a:gd name="connsiteX437" fmla="*/ 1390036 w 12233785"/>
              <a:gd name="connsiteY437" fmla="*/ 864163 h 949779"/>
              <a:gd name="connsiteX438" fmla="*/ 11343279 w 12233785"/>
              <a:gd name="connsiteY438" fmla="*/ 813772 h 949779"/>
              <a:gd name="connsiteX439" fmla="*/ 11343328 w 12233785"/>
              <a:gd name="connsiteY439" fmla="*/ 813801 h 949779"/>
              <a:gd name="connsiteX440" fmla="*/ 11361389 w 12233785"/>
              <a:gd name="connsiteY440" fmla="*/ 814288 h 949779"/>
              <a:gd name="connsiteX441" fmla="*/ 11365553 w 12233785"/>
              <a:gd name="connsiteY441" fmla="*/ 816218 h 949779"/>
              <a:gd name="connsiteX442" fmla="*/ 11358613 w 12233785"/>
              <a:gd name="connsiteY442" fmla="*/ 819643 h 949779"/>
              <a:gd name="connsiteX443" fmla="*/ 11353879 w 12233785"/>
              <a:gd name="connsiteY443" fmla="*/ 819942 h 949779"/>
              <a:gd name="connsiteX444" fmla="*/ 11343328 w 12233785"/>
              <a:gd name="connsiteY444" fmla="*/ 813801 h 949779"/>
              <a:gd name="connsiteX445" fmla="*/ 11343279 w 12233785"/>
              <a:gd name="connsiteY445" fmla="*/ 813800 h 949779"/>
              <a:gd name="connsiteX446" fmla="*/ 11336085 w 12233785"/>
              <a:gd name="connsiteY446" fmla="*/ 808717 h 949779"/>
              <a:gd name="connsiteX447" fmla="*/ 11338294 w 12233785"/>
              <a:gd name="connsiteY447" fmla="*/ 809043 h 949779"/>
              <a:gd name="connsiteX448" fmla="*/ 11342964 w 12233785"/>
              <a:gd name="connsiteY448" fmla="*/ 813690 h 949779"/>
              <a:gd name="connsiteX449" fmla="*/ 11343153 w 12233785"/>
              <a:gd name="connsiteY449" fmla="*/ 813690 h 949779"/>
              <a:gd name="connsiteX450" fmla="*/ 11343153 w 12233785"/>
              <a:gd name="connsiteY450" fmla="*/ 813800 h 949779"/>
              <a:gd name="connsiteX451" fmla="*/ 11343026 w 12233785"/>
              <a:gd name="connsiteY451" fmla="*/ 813800 h 949779"/>
              <a:gd name="connsiteX452" fmla="*/ 11342964 w 12233785"/>
              <a:gd name="connsiteY452" fmla="*/ 813690 h 949779"/>
              <a:gd name="connsiteX453" fmla="*/ 11333372 w 12233785"/>
              <a:gd name="connsiteY453" fmla="*/ 811408 h 949779"/>
              <a:gd name="connsiteX454" fmla="*/ 11336022 w 12233785"/>
              <a:gd name="connsiteY454" fmla="*/ 808717 h 949779"/>
              <a:gd name="connsiteX455" fmla="*/ 11437714 w 12233785"/>
              <a:gd name="connsiteY455" fmla="*/ 793358 h 949779"/>
              <a:gd name="connsiteX456" fmla="*/ 11443225 w 12233785"/>
              <a:gd name="connsiteY456" fmla="*/ 795313 h 949779"/>
              <a:gd name="connsiteX457" fmla="*/ 11439766 w 12233785"/>
              <a:gd name="connsiteY457" fmla="*/ 797441 h 949779"/>
              <a:gd name="connsiteX458" fmla="*/ 11435769 w 12233785"/>
              <a:gd name="connsiteY458" fmla="*/ 795758 h 949779"/>
              <a:gd name="connsiteX459" fmla="*/ 11435715 w 12233785"/>
              <a:gd name="connsiteY459" fmla="*/ 795758 h 949779"/>
              <a:gd name="connsiteX460" fmla="*/ 11437714 w 12233785"/>
              <a:gd name="connsiteY460" fmla="*/ 793358 h 949779"/>
              <a:gd name="connsiteX461" fmla="*/ 11267628 w 12233785"/>
              <a:gd name="connsiteY461" fmla="*/ 787617 h 949779"/>
              <a:gd name="connsiteX462" fmla="*/ 11268927 w 12233785"/>
              <a:gd name="connsiteY462" fmla="*/ 790405 h 949779"/>
              <a:gd name="connsiteX463" fmla="*/ 11263012 w 12233785"/>
              <a:gd name="connsiteY463" fmla="*/ 789198 h 949779"/>
              <a:gd name="connsiteX464" fmla="*/ 11262603 w 12233785"/>
              <a:gd name="connsiteY464" fmla="*/ 788731 h 949779"/>
              <a:gd name="connsiteX465" fmla="*/ 11262549 w 12233785"/>
              <a:gd name="connsiteY465" fmla="*/ 788731 h 949779"/>
              <a:gd name="connsiteX466" fmla="*/ 11531834 w 12233785"/>
              <a:gd name="connsiteY466" fmla="*/ 787320 h 949779"/>
              <a:gd name="connsiteX467" fmla="*/ 11532050 w 12233785"/>
              <a:gd name="connsiteY467" fmla="*/ 791676 h 949779"/>
              <a:gd name="connsiteX468" fmla="*/ 11531834 w 12233785"/>
              <a:gd name="connsiteY468" fmla="*/ 787320 h 949779"/>
              <a:gd name="connsiteX469" fmla="*/ 11918157 w 12233785"/>
              <a:gd name="connsiteY469" fmla="*/ 734959 h 949779"/>
              <a:gd name="connsiteX470" fmla="*/ 11919418 w 12233785"/>
              <a:gd name="connsiteY470" fmla="*/ 735719 h 949779"/>
              <a:gd name="connsiteX471" fmla="*/ 11920165 w 12233785"/>
              <a:gd name="connsiteY471" fmla="*/ 736568 h 949779"/>
              <a:gd name="connsiteX472" fmla="*/ 11916495 w 12233785"/>
              <a:gd name="connsiteY472" fmla="*/ 738322 h 949779"/>
              <a:gd name="connsiteX473" fmla="*/ 11912457 w 12233785"/>
              <a:gd name="connsiteY473" fmla="*/ 736174 h 949779"/>
              <a:gd name="connsiteX474" fmla="*/ 11914127 w 12233785"/>
              <a:gd name="connsiteY474" fmla="*/ 735494 h 949779"/>
              <a:gd name="connsiteX475" fmla="*/ 12007109 w 12233785"/>
              <a:gd name="connsiteY475" fmla="*/ 715708 h 949779"/>
              <a:gd name="connsiteX476" fmla="*/ 12007067 w 12233785"/>
              <a:gd name="connsiteY476" fmla="*/ 715739 h 949779"/>
              <a:gd name="connsiteX477" fmla="*/ 12012284 w 12233785"/>
              <a:gd name="connsiteY477" fmla="*/ 723128 h 949779"/>
              <a:gd name="connsiteX478" fmla="*/ 12004584 w 12233785"/>
              <a:gd name="connsiteY478" fmla="*/ 725058 h 949779"/>
              <a:gd name="connsiteX479" fmla="*/ 12001052 w 12233785"/>
              <a:gd name="connsiteY479" fmla="*/ 720138 h 949779"/>
              <a:gd name="connsiteX480" fmla="*/ 12007067 w 12233785"/>
              <a:gd name="connsiteY480" fmla="*/ 715739 h 949779"/>
              <a:gd name="connsiteX481" fmla="*/ 12007047 w 12233785"/>
              <a:gd name="connsiteY481" fmla="*/ 715708 h 949779"/>
              <a:gd name="connsiteX482" fmla="*/ 442121 w 12233785"/>
              <a:gd name="connsiteY482" fmla="*/ 704266 h 949779"/>
              <a:gd name="connsiteX483" fmla="*/ 449314 w 12233785"/>
              <a:gd name="connsiteY483" fmla="*/ 705434 h 949779"/>
              <a:gd name="connsiteX484" fmla="*/ 445275 w 12233785"/>
              <a:gd name="connsiteY484" fmla="*/ 707011 h 949779"/>
              <a:gd name="connsiteX485" fmla="*/ 441742 w 12233785"/>
              <a:gd name="connsiteY485" fmla="*/ 706141 h 949779"/>
              <a:gd name="connsiteX486" fmla="*/ 483326 w 12233785"/>
              <a:gd name="connsiteY486" fmla="*/ 690893 h 949779"/>
              <a:gd name="connsiteX487" fmla="*/ 487743 w 12233785"/>
              <a:gd name="connsiteY487" fmla="*/ 693068 h 949779"/>
              <a:gd name="connsiteX488" fmla="*/ 492965 w 12233785"/>
              <a:gd name="connsiteY488" fmla="*/ 699394 h 949779"/>
              <a:gd name="connsiteX489" fmla="*/ 497156 w 12233785"/>
              <a:gd name="connsiteY489" fmla="*/ 700242 h 949779"/>
              <a:gd name="connsiteX490" fmla="*/ 488021 w 12233785"/>
              <a:gd name="connsiteY490" fmla="*/ 701608 h 949779"/>
              <a:gd name="connsiteX491" fmla="*/ 500396 w 12233785"/>
              <a:gd name="connsiteY491" fmla="*/ 708284 h 949779"/>
              <a:gd name="connsiteX492" fmla="*/ 494747 w 12233785"/>
              <a:gd name="connsiteY492" fmla="*/ 708260 h 949779"/>
              <a:gd name="connsiteX493" fmla="*/ 479162 w 12233785"/>
              <a:gd name="connsiteY493" fmla="*/ 693068 h 949779"/>
              <a:gd name="connsiteX494" fmla="*/ 336881 w 12233785"/>
              <a:gd name="connsiteY494" fmla="*/ 612847 h 949779"/>
              <a:gd name="connsiteX495" fmla="*/ 352215 w 12233785"/>
              <a:gd name="connsiteY495" fmla="*/ 622089 h 949779"/>
              <a:gd name="connsiteX496" fmla="*/ 343065 w 12233785"/>
              <a:gd name="connsiteY496" fmla="*/ 635678 h 949779"/>
              <a:gd name="connsiteX497" fmla="*/ 354653 w 12233785"/>
              <a:gd name="connsiteY497" fmla="*/ 640991 h 949779"/>
              <a:gd name="connsiteX498" fmla="*/ 345890 w 12233785"/>
              <a:gd name="connsiteY498" fmla="*/ 640991 h 949779"/>
              <a:gd name="connsiteX499" fmla="*/ 333902 w 12233785"/>
              <a:gd name="connsiteY499" fmla="*/ 650151 h 949779"/>
              <a:gd name="connsiteX500" fmla="*/ 346837 w 12233785"/>
              <a:gd name="connsiteY500" fmla="*/ 659174 h 949779"/>
              <a:gd name="connsiteX501" fmla="*/ 358574 w 12233785"/>
              <a:gd name="connsiteY501" fmla="*/ 665181 h 949779"/>
              <a:gd name="connsiteX502" fmla="*/ 345260 w 12233785"/>
              <a:gd name="connsiteY502" fmla="*/ 671323 h 949779"/>
              <a:gd name="connsiteX503" fmla="*/ 341411 w 12233785"/>
              <a:gd name="connsiteY503" fmla="*/ 671242 h 949779"/>
              <a:gd name="connsiteX504" fmla="*/ 335289 w 12233785"/>
              <a:gd name="connsiteY504" fmla="*/ 671107 h 949779"/>
              <a:gd name="connsiteX505" fmla="*/ 320713 w 12233785"/>
              <a:gd name="connsiteY505" fmla="*/ 671514 h 949779"/>
              <a:gd name="connsiteX506" fmla="*/ 306074 w 12233785"/>
              <a:gd name="connsiteY506" fmla="*/ 671921 h 949779"/>
              <a:gd name="connsiteX507" fmla="*/ 289674 w 12233785"/>
              <a:gd name="connsiteY507" fmla="*/ 670745 h 949779"/>
              <a:gd name="connsiteX508" fmla="*/ 292647 w 12233785"/>
              <a:gd name="connsiteY508" fmla="*/ 670251 h 949779"/>
              <a:gd name="connsiteX509" fmla="*/ 330382 w 12233785"/>
              <a:gd name="connsiteY509" fmla="*/ 668131 h 949779"/>
              <a:gd name="connsiteX510" fmla="*/ 338900 w 12233785"/>
              <a:gd name="connsiteY510" fmla="*/ 661118 h 949779"/>
              <a:gd name="connsiteX511" fmla="*/ 326280 w 12233785"/>
              <a:gd name="connsiteY511" fmla="*/ 647584 h 949779"/>
              <a:gd name="connsiteX512" fmla="*/ 320727 w 12233785"/>
              <a:gd name="connsiteY512" fmla="*/ 645354 h 949779"/>
              <a:gd name="connsiteX513" fmla="*/ 311452 w 12233785"/>
              <a:gd name="connsiteY513" fmla="*/ 647882 h 949779"/>
              <a:gd name="connsiteX514" fmla="*/ 306656 w 12233785"/>
              <a:gd name="connsiteY514" fmla="*/ 648752 h 949779"/>
              <a:gd name="connsiteX515" fmla="*/ 302239 w 12233785"/>
              <a:gd name="connsiteY515" fmla="*/ 646333 h 949779"/>
              <a:gd name="connsiteX516" fmla="*/ 300472 w 12233785"/>
              <a:gd name="connsiteY516" fmla="*/ 637717 h 949779"/>
              <a:gd name="connsiteX517" fmla="*/ 272328 w 12233785"/>
              <a:gd name="connsiteY517" fmla="*/ 624562 h 949779"/>
              <a:gd name="connsiteX518" fmla="*/ 271634 w 12233785"/>
              <a:gd name="connsiteY518" fmla="*/ 624562 h 949779"/>
              <a:gd name="connsiteX519" fmla="*/ 271381 w 12233785"/>
              <a:gd name="connsiteY519" fmla="*/ 624562 h 949779"/>
              <a:gd name="connsiteX520" fmla="*/ 267596 w 12233785"/>
              <a:gd name="connsiteY520" fmla="*/ 620757 h 949779"/>
              <a:gd name="connsiteX521" fmla="*/ 272518 w 12233785"/>
              <a:gd name="connsiteY521" fmla="*/ 619017 h 949779"/>
              <a:gd name="connsiteX522" fmla="*/ 278702 w 12233785"/>
              <a:gd name="connsiteY522" fmla="*/ 619180 h 949779"/>
              <a:gd name="connsiteX523" fmla="*/ 333664 w 12233785"/>
              <a:gd name="connsiteY523" fmla="*/ 612983 h 949779"/>
              <a:gd name="connsiteX524" fmla="*/ 336881 w 12233785"/>
              <a:gd name="connsiteY524" fmla="*/ 612847 h 949779"/>
              <a:gd name="connsiteX525" fmla="*/ 11937025 w 12233785"/>
              <a:gd name="connsiteY525" fmla="*/ 609892 h 949779"/>
              <a:gd name="connsiteX526" fmla="*/ 11951537 w 12233785"/>
              <a:gd name="connsiteY526" fmla="*/ 615376 h 949779"/>
              <a:gd name="connsiteX527" fmla="*/ 11901236 w 12233785"/>
              <a:gd name="connsiteY527" fmla="*/ 615376 h 949779"/>
              <a:gd name="connsiteX528" fmla="*/ 11937025 w 12233785"/>
              <a:gd name="connsiteY528" fmla="*/ 609892 h 949779"/>
              <a:gd name="connsiteX529" fmla="*/ 12039543 w 12233785"/>
              <a:gd name="connsiteY529" fmla="*/ 597993 h 949779"/>
              <a:gd name="connsiteX530" fmla="*/ 12039607 w 12233785"/>
              <a:gd name="connsiteY530" fmla="*/ 598020 h 949779"/>
              <a:gd name="connsiteX531" fmla="*/ 12042572 w 12233785"/>
              <a:gd name="connsiteY531" fmla="*/ 598128 h 949779"/>
              <a:gd name="connsiteX532" fmla="*/ 12050838 w 12233785"/>
              <a:gd name="connsiteY532" fmla="*/ 601390 h 949779"/>
              <a:gd name="connsiteX533" fmla="*/ 12049071 w 12233785"/>
              <a:gd name="connsiteY533" fmla="*/ 606745 h 949779"/>
              <a:gd name="connsiteX534" fmla="*/ 12035848 w 12233785"/>
              <a:gd name="connsiteY534" fmla="*/ 609247 h 949779"/>
              <a:gd name="connsiteX535" fmla="*/ 12020696 w 12233785"/>
              <a:gd name="connsiteY535" fmla="*/ 604315 h 949779"/>
              <a:gd name="connsiteX536" fmla="*/ 12020904 w 12233785"/>
              <a:gd name="connsiteY536" fmla="*/ 603442 h 949779"/>
              <a:gd name="connsiteX537" fmla="*/ 12027136 w 12233785"/>
              <a:gd name="connsiteY537" fmla="*/ 600235 h 949779"/>
              <a:gd name="connsiteX538" fmla="*/ 12039543 w 12233785"/>
              <a:gd name="connsiteY538" fmla="*/ 597993 h 949779"/>
              <a:gd name="connsiteX539" fmla="*/ 404322 w 12233785"/>
              <a:gd name="connsiteY539" fmla="*/ 537110 h 949779"/>
              <a:gd name="connsiteX540" fmla="*/ 408298 w 12233785"/>
              <a:gd name="connsiteY540" fmla="*/ 537355 h 949779"/>
              <a:gd name="connsiteX541" fmla="*/ 400537 w 12233785"/>
              <a:gd name="connsiteY541" fmla="*/ 541160 h 949779"/>
              <a:gd name="connsiteX542" fmla="*/ 399969 w 12233785"/>
              <a:gd name="connsiteY542" fmla="*/ 541758 h 949779"/>
              <a:gd name="connsiteX543" fmla="*/ 398833 w 12233785"/>
              <a:gd name="connsiteY543" fmla="*/ 541242 h 949779"/>
              <a:gd name="connsiteX544" fmla="*/ 400473 w 12233785"/>
              <a:gd name="connsiteY544" fmla="*/ 541160 h 949779"/>
              <a:gd name="connsiteX545" fmla="*/ 404260 w 12233785"/>
              <a:gd name="connsiteY545" fmla="*/ 537110 h 949779"/>
              <a:gd name="connsiteX546" fmla="*/ 12033447 w 12233785"/>
              <a:gd name="connsiteY546" fmla="*/ 468992 h 949779"/>
              <a:gd name="connsiteX547" fmla="*/ 12032259 w 12233785"/>
              <a:gd name="connsiteY547" fmla="*/ 472357 h 949779"/>
              <a:gd name="connsiteX548" fmla="*/ 12032259 w 12233785"/>
              <a:gd name="connsiteY548" fmla="*/ 472382 h 949779"/>
              <a:gd name="connsiteX549" fmla="*/ 12020751 w 12233785"/>
              <a:gd name="connsiteY549" fmla="*/ 471342 h 949779"/>
              <a:gd name="connsiteX550" fmla="*/ 12033447 w 12233785"/>
              <a:gd name="connsiteY550" fmla="*/ 468992 h 949779"/>
              <a:gd name="connsiteX551" fmla="*/ 11951836 w 12233785"/>
              <a:gd name="connsiteY551" fmla="*/ 461862 h 949779"/>
              <a:gd name="connsiteX552" fmla="*/ 11979688 w 12233785"/>
              <a:gd name="connsiteY552" fmla="*/ 463598 h 949779"/>
              <a:gd name="connsiteX553" fmla="*/ 11951998 w 12233785"/>
              <a:gd name="connsiteY553" fmla="*/ 467226 h 949779"/>
              <a:gd name="connsiteX554" fmla="*/ 11929471 w 12233785"/>
              <a:gd name="connsiteY554" fmla="*/ 465383 h 949779"/>
              <a:gd name="connsiteX555" fmla="*/ 11948286 w 12233785"/>
              <a:gd name="connsiteY555" fmla="*/ 462254 h 949779"/>
              <a:gd name="connsiteX556" fmla="*/ 12121408 w 12233785"/>
              <a:gd name="connsiteY556" fmla="*/ 454319 h 949779"/>
              <a:gd name="connsiteX557" fmla="*/ 12120700 w 12233785"/>
              <a:gd name="connsiteY557" fmla="*/ 454320 h 949779"/>
              <a:gd name="connsiteX558" fmla="*/ 12120814 w 12233785"/>
              <a:gd name="connsiteY558" fmla="*/ 454665 h 949779"/>
              <a:gd name="connsiteX559" fmla="*/ 310912 w 12233785"/>
              <a:gd name="connsiteY559" fmla="*/ 433213 h 949779"/>
              <a:gd name="connsiteX560" fmla="*/ 310533 w 12233785"/>
              <a:gd name="connsiteY560" fmla="*/ 433534 h 949779"/>
              <a:gd name="connsiteX561" fmla="*/ 311276 w 12233785"/>
              <a:gd name="connsiteY561" fmla="*/ 433299 h 949779"/>
              <a:gd name="connsiteX562" fmla="*/ 476342 w 12233785"/>
              <a:gd name="connsiteY562" fmla="*/ 420453 h 949779"/>
              <a:gd name="connsiteX563" fmla="*/ 498233 w 12233785"/>
              <a:gd name="connsiteY563" fmla="*/ 420696 h 949779"/>
              <a:gd name="connsiteX564" fmla="*/ 498233 w 12233785"/>
              <a:gd name="connsiteY564" fmla="*/ 426012 h 949779"/>
              <a:gd name="connsiteX565" fmla="*/ 474460 w 12233785"/>
              <a:gd name="connsiteY565" fmla="*/ 421212 h 949779"/>
              <a:gd name="connsiteX566" fmla="*/ 12099148 w 12233785"/>
              <a:gd name="connsiteY566" fmla="*/ 418985 h 949779"/>
              <a:gd name="connsiteX567" fmla="*/ 12098243 w 12233785"/>
              <a:gd name="connsiteY567" fmla="*/ 419061 h 949779"/>
              <a:gd name="connsiteX568" fmla="*/ 12098283 w 12233785"/>
              <a:gd name="connsiteY568" fmla="*/ 419183 h 949779"/>
              <a:gd name="connsiteX569" fmla="*/ 457343 w 12233785"/>
              <a:gd name="connsiteY569" fmla="*/ 408021 h 949779"/>
              <a:gd name="connsiteX570" fmla="*/ 457911 w 12233785"/>
              <a:gd name="connsiteY570" fmla="*/ 408619 h 949779"/>
              <a:gd name="connsiteX571" fmla="*/ 465672 w 12233785"/>
              <a:gd name="connsiteY571" fmla="*/ 412424 h 949779"/>
              <a:gd name="connsiteX572" fmla="*/ 461696 w 12233785"/>
              <a:gd name="connsiteY572" fmla="*/ 412669 h 949779"/>
              <a:gd name="connsiteX573" fmla="*/ 461634 w 12233785"/>
              <a:gd name="connsiteY573" fmla="*/ 412669 h 949779"/>
              <a:gd name="connsiteX574" fmla="*/ 457847 w 12233785"/>
              <a:gd name="connsiteY574" fmla="*/ 408619 h 949779"/>
              <a:gd name="connsiteX575" fmla="*/ 456207 w 12233785"/>
              <a:gd name="connsiteY575" fmla="*/ 408538 h 949779"/>
              <a:gd name="connsiteX576" fmla="*/ 442583 w 12233785"/>
              <a:gd name="connsiteY576" fmla="*/ 398893 h 949779"/>
              <a:gd name="connsiteX577" fmla="*/ 442410 w 12233785"/>
              <a:gd name="connsiteY577" fmla="*/ 399146 h 949779"/>
              <a:gd name="connsiteX578" fmla="*/ 443123 w 12233785"/>
              <a:gd name="connsiteY578" fmla="*/ 399041 h 949779"/>
              <a:gd name="connsiteX579" fmla="*/ 12090040 w 12233785"/>
              <a:gd name="connsiteY579" fmla="*/ 372226 h 949779"/>
              <a:gd name="connsiteX580" fmla="*/ 12094015 w 12233785"/>
              <a:gd name="connsiteY580" fmla="*/ 373748 h 949779"/>
              <a:gd name="connsiteX581" fmla="*/ 12088524 w 12233785"/>
              <a:gd name="connsiteY581" fmla="*/ 375650 h 949779"/>
              <a:gd name="connsiteX582" fmla="*/ 12086442 w 12233785"/>
              <a:gd name="connsiteY582" fmla="*/ 373965 h 949779"/>
              <a:gd name="connsiteX583" fmla="*/ 11942570 w 12233785"/>
              <a:gd name="connsiteY583" fmla="*/ 359642 h 949779"/>
              <a:gd name="connsiteX584" fmla="*/ 11943770 w 12233785"/>
              <a:gd name="connsiteY584" fmla="*/ 359669 h 949779"/>
              <a:gd name="connsiteX585" fmla="*/ 11944067 w 12233785"/>
              <a:gd name="connsiteY585" fmla="*/ 359832 h 949779"/>
              <a:gd name="connsiteX586" fmla="*/ 11940821 w 12233785"/>
              <a:gd name="connsiteY586" fmla="*/ 359822 h 949779"/>
              <a:gd name="connsiteX587" fmla="*/ 11833476 w 12233785"/>
              <a:gd name="connsiteY587" fmla="*/ 350317 h 949779"/>
              <a:gd name="connsiteX588" fmla="*/ 11878220 w 12233785"/>
              <a:gd name="connsiteY588" fmla="*/ 350821 h 949779"/>
              <a:gd name="connsiteX589" fmla="*/ 11915306 w 12233785"/>
              <a:gd name="connsiteY589" fmla="*/ 351429 h 949779"/>
              <a:gd name="connsiteX590" fmla="*/ 11896886 w 12233785"/>
              <a:gd name="connsiteY590" fmla="*/ 359071 h 949779"/>
              <a:gd name="connsiteX591" fmla="*/ 11895307 w 12233785"/>
              <a:gd name="connsiteY591" fmla="*/ 359071 h 949779"/>
              <a:gd name="connsiteX592" fmla="*/ 11840536 w 12233785"/>
              <a:gd name="connsiteY592" fmla="*/ 352983 h 949779"/>
              <a:gd name="connsiteX593" fmla="*/ 11831794 w 12233785"/>
              <a:gd name="connsiteY593" fmla="*/ 350635 h 949779"/>
              <a:gd name="connsiteX594" fmla="*/ 12090355 w 12233785"/>
              <a:gd name="connsiteY594" fmla="*/ 339991 h 949779"/>
              <a:gd name="connsiteX595" fmla="*/ 12106445 w 12233785"/>
              <a:gd name="connsiteY595" fmla="*/ 343035 h 949779"/>
              <a:gd name="connsiteX596" fmla="*/ 12108212 w 12233785"/>
              <a:gd name="connsiteY596" fmla="*/ 348389 h 949779"/>
              <a:gd name="connsiteX597" fmla="*/ 12099946 w 12233785"/>
              <a:gd name="connsiteY597" fmla="*/ 351651 h 949779"/>
              <a:gd name="connsiteX598" fmla="*/ 12096981 w 12233785"/>
              <a:gd name="connsiteY598" fmla="*/ 351759 h 949779"/>
              <a:gd name="connsiteX599" fmla="*/ 12096917 w 12233785"/>
              <a:gd name="connsiteY599" fmla="*/ 351787 h 949779"/>
              <a:gd name="connsiteX600" fmla="*/ 12085575 w 12233785"/>
              <a:gd name="connsiteY600" fmla="*/ 349737 h 949779"/>
              <a:gd name="connsiteX601" fmla="*/ 12086018 w 12233785"/>
              <a:gd name="connsiteY601" fmla="*/ 349628 h 949779"/>
              <a:gd name="connsiteX602" fmla="*/ 12082822 w 12233785"/>
              <a:gd name="connsiteY602" fmla="*/ 348676 h 949779"/>
              <a:gd name="connsiteX603" fmla="*/ 12075084 w 12233785"/>
              <a:gd name="connsiteY603" fmla="*/ 344693 h 949779"/>
              <a:gd name="connsiteX604" fmla="*/ 12073255 w 12233785"/>
              <a:gd name="connsiteY604" fmla="*/ 342383 h 949779"/>
              <a:gd name="connsiteX605" fmla="*/ 12078113 w 12233785"/>
              <a:gd name="connsiteY605" fmla="*/ 340616 h 949779"/>
              <a:gd name="connsiteX606" fmla="*/ 12090355 w 12233785"/>
              <a:gd name="connsiteY606" fmla="*/ 339991 h 949779"/>
              <a:gd name="connsiteX607" fmla="*/ 12013619 w 12233785"/>
              <a:gd name="connsiteY607" fmla="*/ 339360 h 949779"/>
              <a:gd name="connsiteX608" fmla="*/ 12019075 w 12233785"/>
              <a:gd name="connsiteY608" fmla="*/ 339730 h 949779"/>
              <a:gd name="connsiteX609" fmla="*/ 12017617 w 12233785"/>
              <a:gd name="connsiteY609" fmla="*/ 340571 h 949779"/>
              <a:gd name="connsiteX610" fmla="*/ 12017563 w 12233785"/>
              <a:gd name="connsiteY610" fmla="*/ 340571 h 949779"/>
              <a:gd name="connsiteX611" fmla="*/ 12013619 w 12233785"/>
              <a:gd name="connsiteY611" fmla="*/ 339360 h 949779"/>
              <a:gd name="connsiteX612" fmla="*/ 12035331 w 12233785"/>
              <a:gd name="connsiteY612" fmla="*/ 322487 h 949779"/>
              <a:gd name="connsiteX613" fmla="*/ 12051043 w 12233785"/>
              <a:gd name="connsiteY613" fmla="*/ 322922 h 949779"/>
              <a:gd name="connsiteX614" fmla="*/ 12056216 w 12233785"/>
              <a:gd name="connsiteY614" fmla="*/ 324689 h 949779"/>
              <a:gd name="connsiteX615" fmla="*/ 12051925 w 12233785"/>
              <a:gd name="connsiteY615" fmla="*/ 326700 h 949779"/>
              <a:gd name="connsiteX616" fmla="*/ 12048844 w 12233785"/>
              <a:gd name="connsiteY616" fmla="*/ 327408 h 949779"/>
              <a:gd name="connsiteX617" fmla="*/ 12046901 w 12233785"/>
              <a:gd name="connsiteY617" fmla="*/ 323919 h 949779"/>
              <a:gd name="connsiteX618" fmla="*/ 12026194 w 12233785"/>
              <a:gd name="connsiteY618" fmla="*/ 325620 h 949779"/>
              <a:gd name="connsiteX619" fmla="*/ 12011664 w 12233785"/>
              <a:gd name="connsiteY619" fmla="*/ 331580 h 949779"/>
              <a:gd name="connsiteX620" fmla="*/ 12012982 w 12233785"/>
              <a:gd name="connsiteY620" fmla="*/ 331785 h 949779"/>
              <a:gd name="connsiteX621" fmla="*/ 12035743 w 12233785"/>
              <a:gd name="connsiteY621" fmla="*/ 330669 h 949779"/>
              <a:gd name="connsiteX622" fmla="*/ 12035327 w 12233785"/>
              <a:gd name="connsiteY622" fmla="*/ 331511 h 949779"/>
              <a:gd name="connsiteX623" fmla="*/ 12024465 w 12233785"/>
              <a:gd name="connsiteY623" fmla="*/ 333572 h 949779"/>
              <a:gd name="connsiteX624" fmla="*/ 12012982 w 12233785"/>
              <a:gd name="connsiteY624" fmla="*/ 331785 h 949779"/>
              <a:gd name="connsiteX625" fmla="*/ 12010917 w 12233785"/>
              <a:gd name="connsiteY625" fmla="*/ 331887 h 949779"/>
              <a:gd name="connsiteX626" fmla="*/ 12011664 w 12233785"/>
              <a:gd name="connsiteY626" fmla="*/ 331580 h 949779"/>
              <a:gd name="connsiteX627" fmla="*/ 12011565 w 12233785"/>
              <a:gd name="connsiteY627" fmla="*/ 331565 h 949779"/>
              <a:gd name="connsiteX628" fmla="*/ 11984779 w 12233785"/>
              <a:gd name="connsiteY628" fmla="*/ 327040 h 949779"/>
              <a:gd name="connsiteX629" fmla="*/ 11985102 w 12233785"/>
              <a:gd name="connsiteY629" fmla="*/ 326913 h 949779"/>
              <a:gd name="connsiteX630" fmla="*/ 11983878 w 12233785"/>
              <a:gd name="connsiteY630" fmla="*/ 323160 h 949779"/>
              <a:gd name="connsiteX631" fmla="*/ 12001129 w 12233785"/>
              <a:gd name="connsiteY631" fmla="*/ 323574 h 949779"/>
              <a:gd name="connsiteX632" fmla="*/ 12001254 w 12233785"/>
              <a:gd name="connsiteY632" fmla="*/ 323411 h 949779"/>
              <a:gd name="connsiteX633" fmla="*/ 12026370 w 12233785"/>
              <a:gd name="connsiteY633" fmla="*/ 322868 h 949779"/>
              <a:gd name="connsiteX634" fmla="*/ 12035331 w 12233785"/>
              <a:gd name="connsiteY634" fmla="*/ 322487 h 949779"/>
              <a:gd name="connsiteX635" fmla="*/ 12105436 w 12233785"/>
              <a:gd name="connsiteY635" fmla="*/ 321672 h 949779"/>
              <a:gd name="connsiteX636" fmla="*/ 12110105 w 12233785"/>
              <a:gd name="connsiteY636" fmla="*/ 321889 h 949779"/>
              <a:gd name="connsiteX637" fmla="*/ 12120391 w 12233785"/>
              <a:gd name="connsiteY637" fmla="*/ 324498 h 949779"/>
              <a:gd name="connsiteX638" fmla="*/ 12111305 w 12233785"/>
              <a:gd name="connsiteY638" fmla="*/ 327379 h 949779"/>
              <a:gd name="connsiteX639" fmla="*/ 12082783 w 12233785"/>
              <a:gd name="connsiteY639" fmla="*/ 331103 h 949779"/>
              <a:gd name="connsiteX640" fmla="*/ 12077040 w 12233785"/>
              <a:gd name="connsiteY640" fmla="*/ 332734 h 949779"/>
              <a:gd name="connsiteX641" fmla="*/ 12073697 w 12233785"/>
              <a:gd name="connsiteY641" fmla="*/ 331402 h 949779"/>
              <a:gd name="connsiteX642" fmla="*/ 12071993 w 12233785"/>
              <a:gd name="connsiteY642" fmla="*/ 325966 h 949779"/>
              <a:gd name="connsiteX643" fmla="*/ 12079627 w 12233785"/>
              <a:gd name="connsiteY643" fmla="*/ 322106 h 949779"/>
              <a:gd name="connsiteX644" fmla="*/ 12087074 w 12233785"/>
              <a:gd name="connsiteY644" fmla="*/ 321780 h 949779"/>
              <a:gd name="connsiteX645" fmla="*/ 12097927 w 12233785"/>
              <a:gd name="connsiteY645" fmla="*/ 321944 h 949779"/>
              <a:gd name="connsiteX646" fmla="*/ 12097927 w 12233785"/>
              <a:gd name="connsiteY646" fmla="*/ 321807 h 949779"/>
              <a:gd name="connsiteX647" fmla="*/ 12105436 w 12233785"/>
              <a:gd name="connsiteY647" fmla="*/ 321672 h 949779"/>
              <a:gd name="connsiteX648" fmla="*/ 402634 w 12233785"/>
              <a:gd name="connsiteY648" fmla="*/ 278456 h 949779"/>
              <a:gd name="connsiteX649" fmla="*/ 405305 w 12233785"/>
              <a:gd name="connsiteY649" fmla="*/ 279689 h 949779"/>
              <a:gd name="connsiteX650" fmla="*/ 404638 w 12233785"/>
              <a:gd name="connsiteY650" fmla="*/ 279801 h 949779"/>
              <a:gd name="connsiteX651" fmla="*/ 400329 w 12233785"/>
              <a:gd name="connsiteY651" fmla="*/ 278505 h 949779"/>
              <a:gd name="connsiteX652" fmla="*/ 363448 w 12233785"/>
              <a:gd name="connsiteY652" fmla="*/ 277858 h 949779"/>
              <a:gd name="connsiteX653" fmla="*/ 364856 w 12233785"/>
              <a:gd name="connsiteY653" fmla="*/ 277898 h 949779"/>
              <a:gd name="connsiteX654" fmla="*/ 367085 w 12233785"/>
              <a:gd name="connsiteY654" fmla="*/ 281697 h 949779"/>
              <a:gd name="connsiteX655" fmla="*/ 365641 w 12233785"/>
              <a:gd name="connsiteY655" fmla="*/ 286378 h 949779"/>
              <a:gd name="connsiteX656" fmla="*/ 341473 w 12233785"/>
              <a:gd name="connsiteY656" fmla="*/ 288525 h 949779"/>
              <a:gd name="connsiteX657" fmla="*/ 285691 w 12233785"/>
              <a:gd name="connsiteY657" fmla="*/ 314101 h 949779"/>
              <a:gd name="connsiteX658" fmla="*/ 294841 w 12233785"/>
              <a:gd name="connsiteY658" fmla="*/ 327691 h 949779"/>
              <a:gd name="connsiteX659" fmla="*/ 279507 w 12233785"/>
              <a:gd name="connsiteY659" fmla="*/ 336932 h 949779"/>
              <a:gd name="connsiteX660" fmla="*/ 276290 w 12233785"/>
              <a:gd name="connsiteY660" fmla="*/ 336796 h 949779"/>
              <a:gd name="connsiteX661" fmla="*/ 221328 w 12233785"/>
              <a:gd name="connsiteY661" fmla="*/ 330599 h 949779"/>
              <a:gd name="connsiteX662" fmla="*/ 215144 w 12233785"/>
              <a:gd name="connsiteY662" fmla="*/ 330762 h 949779"/>
              <a:gd name="connsiteX663" fmla="*/ 210222 w 12233785"/>
              <a:gd name="connsiteY663" fmla="*/ 329023 h 949779"/>
              <a:gd name="connsiteX664" fmla="*/ 214007 w 12233785"/>
              <a:gd name="connsiteY664" fmla="*/ 325217 h 949779"/>
              <a:gd name="connsiteX665" fmla="*/ 214260 w 12233785"/>
              <a:gd name="connsiteY665" fmla="*/ 325217 h 949779"/>
              <a:gd name="connsiteX666" fmla="*/ 214954 w 12233785"/>
              <a:gd name="connsiteY666" fmla="*/ 325217 h 949779"/>
              <a:gd name="connsiteX667" fmla="*/ 243098 w 12233785"/>
              <a:gd name="connsiteY667" fmla="*/ 312063 h 949779"/>
              <a:gd name="connsiteX668" fmla="*/ 244865 w 12233785"/>
              <a:gd name="connsiteY668" fmla="*/ 303447 h 949779"/>
              <a:gd name="connsiteX669" fmla="*/ 249282 w 12233785"/>
              <a:gd name="connsiteY669" fmla="*/ 301028 h 949779"/>
              <a:gd name="connsiteX670" fmla="*/ 254078 w 12233785"/>
              <a:gd name="connsiteY670" fmla="*/ 301897 h 949779"/>
              <a:gd name="connsiteX671" fmla="*/ 263353 w 12233785"/>
              <a:gd name="connsiteY671" fmla="*/ 304425 h 949779"/>
              <a:gd name="connsiteX672" fmla="*/ 268906 w 12233785"/>
              <a:gd name="connsiteY672" fmla="*/ 302196 h 949779"/>
              <a:gd name="connsiteX673" fmla="*/ 281526 w 12233785"/>
              <a:gd name="connsiteY673" fmla="*/ 288661 h 949779"/>
              <a:gd name="connsiteX674" fmla="*/ 274927 w 12233785"/>
              <a:gd name="connsiteY674" fmla="*/ 283229 h 949779"/>
              <a:gd name="connsiteX675" fmla="*/ 302681 w 12233785"/>
              <a:gd name="connsiteY675" fmla="*/ 284463 h 949779"/>
              <a:gd name="connsiteX676" fmla="*/ 331707 w 12233785"/>
              <a:gd name="connsiteY676" fmla="*/ 283919 h 949779"/>
              <a:gd name="connsiteX677" fmla="*/ 363448 w 12233785"/>
              <a:gd name="connsiteY677" fmla="*/ 277858 h 949779"/>
              <a:gd name="connsiteX678" fmla="*/ 12061958 w 12233785"/>
              <a:gd name="connsiteY678" fmla="*/ 224722 h 949779"/>
              <a:gd name="connsiteX679" fmla="*/ 12069658 w 12233785"/>
              <a:gd name="connsiteY679" fmla="*/ 226652 h 949779"/>
              <a:gd name="connsiteX680" fmla="*/ 12064441 w 12233785"/>
              <a:gd name="connsiteY680" fmla="*/ 234041 h 949779"/>
              <a:gd name="connsiteX681" fmla="*/ 12064483 w 12233785"/>
              <a:gd name="connsiteY681" fmla="*/ 234072 h 949779"/>
              <a:gd name="connsiteX682" fmla="*/ 12064421 w 12233785"/>
              <a:gd name="connsiteY682" fmla="*/ 234072 h 949779"/>
              <a:gd name="connsiteX683" fmla="*/ 12064441 w 12233785"/>
              <a:gd name="connsiteY683" fmla="*/ 234041 h 949779"/>
              <a:gd name="connsiteX684" fmla="*/ 12058426 w 12233785"/>
              <a:gd name="connsiteY684" fmla="*/ 229641 h 949779"/>
              <a:gd name="connsiteX685" fmla="*/ 12061958 w 12233785"/>
              <a:gd name="connsiteY685" fmla="*/ 224722 h 949779"/>
              <a:gd name="connsiteX686" fmla="*/ 506229 w 12233785"/>
              <a:gd name="connsiteY686" fmla="*/ 223657 h 949779"/>
              <a:gd name="connsiteX687" fmla="*/ 528652 w 12233785"/>
              <a:gd name="connsiteY687" fmla="*/ 225661 h 949779"/>
              <a:gd name="connsiteX688" fmla="*/ 527181 w 12233785"/>
              <a:gd name="connsiteY688" fmla="*/ 228860 h 949779"/>
              <a:gd name="connsiteX689" fmla="*/ 501368 w 12233785"/>
              <a:gd name="connsiteY689" fmla="*/ 228898 h 949779"/>
              <a:gd name="connsiteX690" fmla="*/ 499523 w 12233785"/>
              <a:gd name="connsiteY690" fmla="*/ 227789 h 949779"/>
              <a:gd name="connsiteX691" fmla="*/ 506229 w 12233785"/>
              <a:gd name="connsiteY691" fmla="*/ 223657 h 949779"/>
              <a:gd name="connsiteX692" fmla="*/ 11972448 w 12233785"/>
              <a:gd name="connsiteY692" fmla="*/ 214577 h 949779"/>
              <a:gd name="connsiteX693" fmla="*/ 11972379 w 12233785"/>
              <a:gd name="connsiteY693" fmla="*/ 214643 h 949779"/>
              <a:gd name="connsiteX694" fmla="*/ 11972292 w 12233785"/>
              <a:gd name="connsiteY694" fmla="*/ 214608 h 949779"/>
              <a:gd name="connsiteX695" fmla="*/ 11973869 w 12233785"/>
              <a:gd name="connsiteY695" fmla="*/ 211458 h 949779"/>
              <a:gd name="connsiteX696" fmla="*/ 11977908 w 12233785"/>
              <a:gd name="connsiteY696" fmla="*/ 213388 h 949779"/>
              <a:gd name="connsiteX697" fmla="*/ 11974437 w 12233785"/>
              <a:gd name="connsiteY697" fmla="*/ 215481 h 949779"/>
              <a:gd name="connsiteX698" fmla="*/ 11972856 w 12233785"/>
              <a:gd name="connsiteY698" fmla="*/ 214837 h 949779"/>
              <a:gd name="connsiteX699" fmla="*/ 11972988 w 12233785"/>
              <a:gd name="connsiteY699" fmla="*/ 214848 h 949779"/>
              <a:gd name="connsiteX700" fmla="*/ 11970170 w 12233785"/>
              <a:gd name="connsiteY700" fmla="*/ 213424 h 949779"/>
              <a:gd name="connsiteX701" fmla="*/ 454577 w 12233785"/>
              <a:gd name="connsiteY701" fmla="*/ 182186 h 949779"/>
              <a:gd name="connsiteX702" fmla="*/ 453661 w 12233785"/>
              <a:gd name="connsiteY702" fmla="*/ 182293 h 949779"/>
              <a:gd name="connsiteX703" fmla="*/ 453928 w 12233785"/>
              <a:gd name="connsiteY703" fmla="*/ 182508 h 949779"/>
              <a:gd name="connsiteX704" fmla="*/ 821524 w 12233785"/>
              <a:gd name="connsiteY704" fmla="*/ 177088 h 949779"/>
              <a:gd name="connsiteX705" fmla="*/ 851643 w 12233785"/>
              <a:gd name="connsiteY705" fmla="*/ 187902 h 949779"/>
              <a:gd name="connsiteX706" fmla="*/ 723898 w 12233785"/>
              <a:gd name="connsiteY706" fmla="*/ 189705 h 949779"/>
              <a:gd name="connsiteX707" fmla="*/ 695105 w 12233785"/>
              <a:gd name="connsiteY707" fmla="*/ 189659 h 949779"/>
              <a:gd name="connsiteX708" fmla="*/ 695064 w 12233785"/>
              <a:gd name="connsiteY708" fmla="*/ 189684 h 949779"/>
              <a:gd name="connsiteX709" fmla="*/ 695064 w 12233785"/>
              <a:gd name="connsiteY709" fmla="*/ 189659 h 949779"/>
              <a:gd name="connsiteX710" fmla="*/ 695105 w 12233785"/>
              <a:gd name="connsiteY710" fmla="*/ 189659 h 949779"/>
              <a:gd name="connsiteX711" fmla="*/ 705492 w 12233785"/>
              <a:gd name="connsiteY711" fmla="*/ 183350 h 949779"/>
              <a:gd name="connsiteX712" fmla="*/ 821524 w 12233785"/>
              <a:gd name="connsiteY712" fmla="*/ 177088 h 949779"/>
              <a:gd name="connsiteX713" fmla="*/ 442636 w 12233785"/>
              <a:gd name="connsiteY713" fmla="*/ 173427 h 949779"/>
              <a:gd name="connsiteX714" fmla="*/ 443204 w 12233785"/>
              <a:gd name="connsiteY714" fmla="*/ 173884 h 949779"/>
              <a:gd name="connsiteX715" fmla="*/ 443393 w 12233785"/>
              <a:gd name="connsiteY715" fmla="*/ 173824 h 949779"/>
              <a:gd name="connsiteX716" fmla="*/ 709166 w 12233785"/>
              <a:gd name="connsiteY716" fmla="*/ 169171 h 949779"/>
              <a:gd name="connsiteX717" fmla="*/ 713326 w 12233785"/>
              <a:gd name="connsiteY717" fmla="*/ 170483 h 949779"/>
              <a:gd name="connsiteX718" fmla="*/ 708450 w 12233785"/>
              <a:gd name="connsiteY718" fmla="*/ 172165 h 949779"/>
              <a:gd name="connsiteX719" fmla="*/ 709166 w 12233785"/>
              <a:gd name="connsiteY719" fmla="*/ 169171 h 949779"/>
              <a:gd name="connsiteX720" fmla="*/ 12013977 w 12233785"/>
              <a:gd name="connsiteY720" fmla="*/ 165976 h 949779"/>
              <a:gd name="connsiteX721" fmla="*/ 12020642 w 12233785"/>
              <a:gd name="connsiteY721" fmla="*/ 172908 h 949779"/>
              <a:gd name="connsiteX722" fmla="*/ 11996815 w 12233785"/>
              <a:gd name="connsiteY722" fmla="*/ 166079 h 949779"/>
              <a:gd name="connsiteX723" fmla="*/ 12013977 w 12233785"/>
              <a:gd name="connsiteY723" fmla="*/ 165976 h 949779"/>
              <a:gd name="connsiteX724" fmla="*/ 780809 w 12233785"/>
              <a:gd name="connsiteY724" fmla="*/ 155538 h 949779"/>
              <a:gd name="connsiteX725" fmla="*/ 781404 w 12233785"/>
              <a:gd name="connsiteY725" fmla="*/ 158680 h 949779"/>
              <a:gd name="connsiteX726" fmla="*/ 764547 w 12233785"/>
              <a:gd name="connsiteY726" fmla="*/ 160239 h 949779"/>
              <a:gd name="connsiteX727" fmla="*/ 763195 w 12233785"/>
              <a:gd name="connsiteY727" fmla="*/ 155538 h 949779"/>
              <a:gd name="connsiteX728" fmla="*/ 763250 w 12233785"/>
              <a:gd name="connsiteY728" fmla="*/ 155538 h 949779"/>
              <a:gd name="connsiteX729" fmla="*/ 824304 w 12233785"/>
              <a:gd name="connsiteY729" fmla="*/ 153707 h 949779"/>
              <a:gd name="connsiteX730" fmla="*/ 824357 w 12233785"/>
              <a:gd name="connsiteY730" fmla="*/ 153731 h 949779"/>
              <a:gd name="connsiteX731" fmla="*/ 832462 w 12233785"/>
              <a:gd name="connsiteY731" fmla="*/ 156750 h 949779"/>
              <a:gd name="connsiteX732" fmla="*/ 825708 w 12233785"/>
              <a:gd name="connsiteY732" fmla="*/ 159670 h 949779"/>
              <a:gd name="connsiteX733" fmla="*/ 820359 w 12233785"/>
              <a:gd name="connsiteY733" fmla="*/ 157245 h 949779"/>
              <a:gd name="connsiteX734" fmla="*/ 824304 w 12233785"/>
              <a:gd name="connsiteY734" fmla="*/ 153707 h 949779"/>
              <a:gd name="connsiteX735" fmla="*/ 11835354 w 12233785"/>
              <a:gd name="connsiteY735" fmla="*/ 146436 h 949779"/>
              <a:gd name="connsiteX736" fmla="*/ 11893401 w 12233785"/>
              <a:gd name="connsiteY736" fmla="*/ 152271 h 949779"/>
              <a:gd name="connsiteX737" fmla="*/ 11849536 w 12233785"/>
              <a:gd name="connsiteY737" fmla="*/ 156734 h 949779"/>
              <a:gd name="connsiteX738" fmla="*/ 11836934 w 12233785"/>
              <a:gd name="connsiteY738" fmla="*/ 154352 h 949779"/>
              <a:gd name="connsiteX739" fmla="*/ 11836560 w 12233785"/>
              <a:gd name="connsiteY739" fmla="*/ 153185 h 949779"/>
              <a:gd name="connsiteX740" fmla="*/ 11828800 w 12233785"/>
              <a:gd name="connsiteY740" fmla="*/ 149736 h 949779"/>
              <a:gd name="connsiteX741" fmla="*/ 754929 w 12233785"/>
              <a:gd name="connsiteY741" fmla="*/ 145220 h 949779"/>
              <a:gd name="connsiteX742" fmla="*/ 754716 w 12233785"/>
              <a:gd name="connsiteY742" fmla="*/ 146070 h 949779"/>
              <a:gd name="connsiteX743" fmla="*/ 754766 w 12233785"/>
              <a:gd name="connsiteY743" fmla="*/ 146085 h 949779"/>
              <a:gd name="connsiteX744" fmla="*/ 754712 w 12233785"/>
              <a:gd name="connsiteY744" fmla="*/ 146085 h 949779"/>
              <a:gd name="connsiteX745" fmla="*/ 754716 w 12233785"/>
              <a:gd name="connsiteY745" fmla="*/ 146070 h 949779"/>
              <a:gd name="connsiteX746" fmla="*/ 753092 w 12233785"/>
              <a:gd name="connsiteY746" fmla="*/ 145566 h 949779"/>
              <a:gd name="connsiteX747" fmla="*/ 975852 w 12233785"/>
              <a:gd name="connsiteY747" fmla="*/ 139525 h 949779"/>
              <a:gd name="connsiteX748" fmla="*/ 980850 w 12233785"/>
              <a:gd name="connsiteY748" fmla="*/ 139756 h 949779"/>
              <a:gd name="connsiteX749" fmla="*/ 978753 w 12233785"/>
              <a:gd name="connsiteY749" fmla="*/ 140030 h 949779"/>
              <a:gd name="connsiteX750" fmla="*/ 978122 w 12233785"/>
              <a:gd name="connsiteY750" fmla="*/ 140111 h 949779"/>
              <a:gd name="connsiteX751" fmla="*/ 1448672 w 12233785"/>
              <a:gd name="connsiteY751" fmla="*/ 74635 h 949779"/>
              <a:gd name="connsiteX752" fmla="*/ 1460535 w 12233785"/>
              <a:gd name="connsiteY752" fmla="*/ 80588 h 949779"/>
              <a:gd name="connsiteX753" fmla="*/ 1449492 w 12233785"/>
              <a:gd name="connsiteY753" fmla="*/ 85562 h 949779"/>
              <a:gd name="connsiteX754" fmla="*/ 1447410 w 12233785"/>
              <a:gd name="connsiteY754" fmla="*/ 85616 h 949779"/>
              <a:gd name="connsiteX755" fmla="*/ 1436998 w 12233785"/>
              <a:gd name="connsiteY755" fmla="*/ 81648 h 949779"/>
              <a:gd name="connsiteX756" fmla="*/ 1444822 w 12233785"/>
              <a:gd name="connsiteY756" fmla="*/ 74934 h 949779"/>
              <a:gd name="connsiteX757" fmla="*/ 1448672 w 12233785"/>
              <a:gd name="connsiteY757" fmla="*/ 74635 h 949779"/>
              <a:gd name="connsiteX758" fmla="*/ 8449168 w 12233785"/>
              <a:gd name="connsiteY758" fmla="*/ 69626 h 949779"/>
              <a:gd name="connsiteX759" fmla="*/ 8448894 w 12233785"/>
              <a:gd name="connsiteY759" fmla="*/ 70497 h 949779"/>
              <a:gd name="connsiteX760" fmla="*/ 8448287 w 12233785"/>
              <a:gd name="connsiteY760" fmla="*/ 69879 h 949779"/>
              <a:gd name="connsiteX761" fmla="*/ 10813428 w 12233785"/>
              <a:gd name="connsiteY761" fmla="*/ 69308 h 949779"/>
              <a:gd name="connsiteX762" fmla="*/ 10817150 w 12233785"/>
              <a:gd name="connsiteY762" fmla="*/ 72026 h 949779"/>
              <a:gd name="connsiteX763" fmla="*/ 10813806 w 12233785"/>
              <a:gd name="connsiteY763" fmla="*/ 72896 h 949779"/>
              <a:gd name="connsiteX764" fmla="*/ 10810210 w 12233785"/>
              <a:gd name="connsiteY764" fmla="*/ 71184 h 949779"/>
              <a:gd name="connsiteX765" fmla="*/ 5414744 w 12233785"/>
              <a:gd name="connsiteY765" fmla="*/ 69064 h 949779"/>
              <a:gd name="connsiteX766" fmla="*/ 5414987 w 12233785"/>
              <a:gd name="connsiteY766" fmla="*/ 71526 h 949779"/>
              <a:gd name="connsiteX767" fmla="*/ 5413027 w 12233785"/>
              <a:gd name="connsiteY767" fmla="*/ 72264 h 949779"/>
              <a:gd name="connsiteX768" fmla="*/ 5410389 w 12233785"/>
              <a:gd name="connsiteY768" fmla="*/ 71075 h 949779"/>
              <a:gd name="connsiteX769" fmla="*/ 10762379 w 12233785"/>
              <a:gd name="connsiteY769" fmla="*/ 69064 h 949779"/>
              <a:gd name="connsiteX770" fmla="*/ 10762757 w 12233785"/>
              <a:gd name="connsiteY770" fmla="*/ 72896 h 949779"/>
              <a:gd name="connsiteX771" fmla="*/ 10760738 w 12233785"/>
              <a:gd name="connsiteY771" fmla="*/ 72298 h 949779"/>
              <a:gd name="connsiteX772" fmla="*/ 10758025 w 12233785"/>
              <a:gd name="connsiteY772" fmla="*/ 71075 h 949779"/>
              <a:gd name="connsiteX773" fmla="*/ 2060128 w 12233785"/>
              <a:gd name="connsiteY773" fmla="*/ 68928 h 949779"/>
              <a:gd name="connsiteX774" fmla="*/ 2060506 w 12233785"/>
              <a:gd name="connsiteY774" fmla="*/ 72842 h 949779"/>
              <a:gd name="connsiteX775" fmla="*/ 2058424 w 12233785"/>
              <a:gd name="connsiteY775" fmla="*/ 72244 h 949779"/>
              <a:gd name="connsiteX776" fmla="*/ 2055647 w 12233785"/>
              <a:gd name="connsiteY776" fmla="*/ 71021 h 949779"/>
              <a:gd name="connsiteX777" fmla="*/ 6066070 w 12233785"/>
              <a:gd name="connsiteY777" fmla="*/ 68928 h 949779"/>
              <a:gd name="connsiteX778" fmla="*/ 6066448 w 12233785"/>
              <a:gd name="connsiteY778" fmla="*/ 72842 h 949779"/>
              <a:gd name="connsiteX779" fmla="*/ 6064366 w 12233785"/>
              <a:gd name="connsiteY779" fmla="*/ 72244 h 949779"/>
              <a:gd name="connsiteX780" fmla="*/ 6061589 w 12233785"/>
              <a:gd name="connsiteY780" fmla="*/ 71021 h 949779"/>
              <a:gd name="connsiteX781" fmla="*/ 8533498 w 12233785"/>
              <a:gd name="connsiteY781" fmla="*/ 68928 h 949779"/>
              <a:gd name="connsiteX782" fmla="*/ 8533877 w 12233785"/>
              <a:gd name="connsiteY782" fmla="*/ 72842 h 949779"/>
              <a:gd name="connsiteX783" fmla="*/ 8531794 w 12233785"/>
              <a:gd name="connsiteY783" fmla="*/ 72244 h 949779"/>
              <a:gd name="connsiteX784" fmla="*/ 8529018 w 12233785"/>
              <a:gd name="connsiteY784" fmla="*/ 71021 h 949779"/>
              <a:gd name="connsiteX785" fmla="*/ 5575968 w 12233785"/>
              <a:gd name="connsiteY785" fmla="*/ 68439 h 949779"/>
              <a:gd name="connsiteX786" fmla="*/ 5584708 w 12233785"/>
              <a:gd name="connsiteY786" fmla="*/ 72261 h 949779"/>
              <a:gd name="connsiteX787" fmla="*/ 5571220 w 12233785"/>
              <a:gd name="connsiteY787" fmla="*/ 73075 h 949779"/>
              <a:gd name="connsiteX788" fmla="*/ 5568081 w 12233785"/>
              <a:gd name="connsiteY788" fmla="*/ 69879 h 949779"/>
              <a:gd name="connsiteX789" fmla="*/ 5572813 w 12233785"/>
              <a:gd name="connsiteY789" fmla="*/ 68520 h 949779"/>
              <a:gd name="connsiteX790" fmla="*/ 5575968 w 12233785"/>
              <a:gd name="connsiteY790" fmla="*/ 68439 h 949779"/>
              <a:gd name="connsiteX791" fmla="*/ 10923603 w 12233785"/>
              <a:gd name="connsiteY791" fmla="*/ 68439 h 949779"/>
              <a:gd name="connsiteX792" fmla="*/ 10935968 w 12233785"/>
              <a:gd name="connsiteY792" fmla="*/ 73846 h 949779"/>
              <a:gd name="connsiteX793" fmla="*/ 10936034 w 12233785"/>
              <a:gd name="connsiteY793" fmla="*/ 73847 h 949779"/>
              <a:gd name="connsiteX794" fmla="*/ 10936045 w 12233785"/>
              <a:gd name="connsiteY794" fmla="*/ 73875 h 949779"/>
              <a:gd name="connsiteX795" fmla="*/ 10937171 w 12233785"/>
              <a:gd name="connsiteY795" fmla="*/ 73875 h 949779"/>
              <a:gd name="connsiteX796" fmla="*/ 10937612 w 12233785"/>
              <a:gd name="connsiteY796" fmla="*/ 74527 h 949779"/>
              <a:gd name="connsiteX797" fmla="*/ 10946005 w 12233785"/>
              <a:gd name="connsiteY797" fmla="*/ 76456 h 949779"/>
              <a:gd name="connsiteX798" fmla="*/ 10943734 w 12233785"/>
              <a:gd name="connsiteY798" fmla="*/ 79039 h 949779"/>
              <a:gd name="connsiteX799" fmla="*/ 10943670 w 12233785"/>
              <a:gd name="connsiteY799" fmla="*/ 79039 h 949779"/>
              <a:gd name="connsiteX800" fmla="*/ 10941398 w 12233785"/>
              <a:gd name="connsiteY800" fmla="*/ 78659 h 949779"/>
              <a:gd name="connsiteX801" fmla="*/ 10937612 w 12233785"/>
              <a:gd name="connsiteY801" fmla="*/ 74527 h 949779"/>
              <a:gd name="connsiteX802" fmla="*/ 10936224 w 12233785"/>
              <a:gd name="connsiteY802" fmla="*/ 74310 h 949779"/>
              <a:gd name="connsiteX803" fmla="*/ 10936045 w 12233785"/>
              <a:gd name="connsiteY803" fmla="*/ 73875 h 949779"/>
              <a:gd name="connsiteX804" fmla="*/ 10936034 w 12233785"/>
              <a:gd name="connsiteY804" fmla="*/ 73875 h 949779"/>
              <a:gd name="connsiteX805" fmla="*/ 10935968 w 12233785"/>
              <a:gd name="connsiteY805" fmla="*/ 73846 h 949779"/>
              <a:gd name="connsiteX806" fmla="*/ 10919187 w 12233785"/>
              <a:gd name="connsiteY806" fmla="*/ 73412 h 949779"/>
              <a:gd name="connsiteX807" fmla="*/ 10915716 w 12233785"/>
              <a:gd name="connsiteY807" fmla="*/ 69879 h 949779"/>
              <a:gd name="connsiteX808" fmla="*/ 10920448 w 12233785"/>
              <a:gd name="connsiteY808" fmla="*/ 68520 h 949779"/>
              <a:gd name="connsiteX809" fmla="*/ 10923603 w 12233785"/>
              <a:gd name="connsiteY809" fmla="*/ 68439 h 949779"/>
              <a:gd name="connsiteX810" fmla="*/ 2026052 w 12233785"/>
              <a:gd name="connsiteY810" fmla="*/ 68113 h 949779"/>
              <a:gd name="connsiteX811" fmla="*/ 2036591 w 12233785"/>
              <a:gd name="connsiteY811" fmla="*/ 71646 h 949779"/>
              <a:gd name="connsiteX812" fmla="*/ 2027188 w 12233785"/>
              <a:gd name="connsiteY812" fmla="*/ 73521 h 949779"/>
              <a:gd name="connsiteX813" fmla="*/ 2026747 w 12233785"/>
              <a:gd name="connsiteY813" fmla="*/ 73521 h 949779"/>
              <a:gd name="connsiteX814" fmla="*/ 2016966 w 12233785"/>
              <a:gd name="connsiteY814" fmla="*/ 71048 h 949779"/>
              <a:gd name="connsiteX815" fmla="*/ 6031995 w 12233785"/>
              <a:gd name="connsiteY815" fmla="*/ 68113 h 949779"/>
              <a:gd name="connsiteX816" fmla="*/ 6042533 w 12233785"/>
              <a:gd name="connsiteY816" fmla="*/ 71646 h 949779"/>
              <a:gd name="connsiteX817" fmla="*/ 6033130 w 12233785"/>
              <a:gd name="connsiteY817" fmla="*/ 73521 h 949779"/>
              <a:gd name="connsiteX818" fmla="*/ 6032689 w 12233785"/>
              <a:gd name="connsiteY818" fmla="*/ 73521 h 949779"/>
              <a:gd name="connsiteX819" fmla="*/ 6022908 w 12233785"/>
              <a:gd name="connsiteY819" fmla="*/ 71048 h 949779"/>
              <a:gd name="connsiteX820" fmla="*/ 8499423 w 12233785"/>
              <a:gd name="connsiteY820" fmla="*/ 68113 h 949779"/>
              <a:gd name="connsiteX821" fmla="*/ 8509961 w 12233785"/>
              <a:gd name="connsiteY821" fmla="*/ 71646 h 949779"/>
              <a:gd name="connsiteX822" fmla="*/ 8502480 w 12233785"/>
              <a:gd name="connsiteY822" fmla="*/ 73138 h 949779"/>
              <a:gd name="connsiteX823" fmla="*/ 8498995 w 12233785"/>
              <a:gd name="connsiteY823" fmla="*/ 68251 h 949779"/>
              <a:gd name="connsiteX824" fmla="*/ 8160325 w 12233785"/>
              <a:gd name="connsiteY824" fmla="*/ 62933 h 949779"/>
              <a:gd name="connsiteX825" fmla="*/ 8160504 w 12233785"/>
              <a:gd name="connsiteY825" fmla="*/ 62976 h 949779"/>
              <a:gd name="connsiteX826" fmla="*/ 8160438 w 12233785"/>
              <a:gd name="connsiteY826" fmla="*/ 63112 h 949779"/>
              <a:gd name="connsiteX827" fmla="*/ 5503653 w 12233785"/>
              <a:gd name="connsiteY827" fmla="*/ 62513 h 949779"/>
              <a:gd name="connsiteX828" fmla="*/ 5532869 w 12233785"/>
              <a:gd name="connsiteY828" fmla="*/ 68330 h 949779"/>
              <a:gd name="connsiteX829" fmla="*/ 5532869 w 12233785"/>
              <a:gd name="connsiteY829" fmla="*/ 68357 h 949779"/>
              <a:gd name="connsiteX830" fmla="*/ 5536278 w 12233785"/>
              <a:gd name="connsiteY830" fmla="*/ 68276 h 949779"/>
              <a:gd name="connsiteX831" fmla="*/ 5536845 w 12233785"/>
              <a:gd name="connsiteY831" fmla="*/ 67569 h 949779"/>
              <a:gd name="connsiteX832" fmla="*/ 5538927 w 12233785"/>
              <a:gd name="connsiteY832" fmla="*/ 67514 h 949779"/>
              <a:gd name="connsiteX833" fmla="*/ 5542714 w 12233785"/>
              <a:gd name="connsiteY833" fmla="*/ 63492 h 949779"/>
              <a:gd name="connsiteX834" fmla="*/ 5546816 w 12233785"/>
              <a:gd name="connsiteY834" fmla="*/ 63764 h 949779"/>
              <a:gd name="connsiteX835" fmla="*/ 5538927 w 12233785"/>
              <a:gd name="connsiteY835" fmla="*/ 67514 h 949779"/>
              <a:gd name="connsiteX836" fmla="*/ 5538233 w 12233785"/>
              <a:gd name="connsiteY836" fmla="*/ 68276 h 949779"/>
              <a:gd name="connsiteX837" fmla="*/ 5536278 w 12233785"/>
              <a:gd name="connsiteY837" fmla="*/ 68276 h 949779"/>
              <a:gd name="connsiteX838" fmla="*/ 5531797 w 12233785"/>
              <a:gd name="connsiteY838" fmla="*/ 72462 h 949779"/>
              <a:gd name="connsiteX839" fmla="*/ 5527799 w 12233785"/>
              <a:gd name="connsiteY839" fmla="*/ 72924 h 949779"/>
              <a:gd name="connsiteX840" fmla="*/ 5518094 w 12233785"/>
              <a:gd name="connsiteY840" fmla="*/ 67922 h 949779"/>
              <a:gd name="connsiteX841" fmla="*/ 5494936 w 12233785"/>
              <a:gd name="connsiteY841" fmla="*/ 65286 h 949779"/>
              <a:gd name="connsiteX842" fmla="*/ 5493328 w 12233785"/>
              <a:gd name="connsiteY842" fmla="*/ 64958 h 949779"/>
              <a:gd name="connsiteX843" fmla="*/ 5492169 w 12233785"/>
              <a:gd name="connsiteY843" fmla="*/ 63410 h 949779"/>
              <a:gd name="connsiteX844" fmla="*/ 8383860 w 12233785"/>
              <a:gd name="connsiteY844" fmla="*/ 62513 h 949779"/>
              <a:gd name="connsiteX845" fmla="*/ 8402506 w 12233785"/>
              <a:gd name="connsiteY845" fmla="*/ 66226 h 949779"/>
              <a:gd name="connsiteX846" fmla="*/ 8403445 w 12233785"/>
              <a:gd name="connsiteY846" fmla="*/ 67215 h 949779"/>
              <a:gd name="connsiteX847" fmla="*/ 8406916 w 12233785"/>
              <a:gd name="connsiteY847" fmla="*/ 72190 h 949779"/>
              <a:gd name="connsiteX848" fmla="*/ 8396946 w 12233785"/>
              <a:gd name="connsiteY848" fmla="*/ 73576 h 949779"/>
              <a:gd name="connsiteX849" fmla="*/ 8395431 w 12233785"/>
              <a:gd name="connsiteY849" fmla="*/ 73385 h 949779"/>
              <a:gd name="connsiteX850" fmla="*/ 8376878 w 12233785"/>
              <a:gd name="connsiteY850" fmla="*/ 69423 h 949779"/>
              <a:gd name="connsiteX851" fmla="*/ 8372376 w 12233785"/>
              <a:gd name="connsiteY851" fmla="*/ 63410 h 949779"/>
              <a:gd name="connsiteX852" fmla="*/ 10851289 w 12233785"/>
              <a:gd name="connsiteY852" fmla="*/ 62513 h 949779"/>
              <a:gd name="connsiteX853" fmla="*/ 10880505 w 12233785"/>
              <a:gd name="connsiteY853" fmla="*/ 68330 h 949779"/>
              <a:gd name="connsiteX854" fmla="*/ 10880505 w 12233785"/>
              <a:gd name="connsiteY854" fmla="*/ 68357 h 949779"/>
              <a:gd name="connsiteX855" fmla="*/ 10883913 w 12233785"/>
              <a:gd name="connsiteY855" fmla="*/ 68276 h 949779"/>
              <a:gd name="connsiteX856" fmla="*/ 10884480 w 12233785"/>
              <a:gd name="connsiteY856" fmla="*/ 67569 h 949779"/>
              <a:gd name="connsiteX857" fmla="*/ 10886562 w 12233785"/>
              <a:gd name="connsiteY857" fmla="*/ 67514 h 949779"/>
              <a:gd name="connsiteX858" fmla="*/ 10890349 w 12233785"/>
              <a:gd name="connsiteY858" fmla="*/ 63492 h 949779"/>
              <a:gd name="connsiteX859" fmla="*/ 10894451 w 12233785"/>
              <a:gd name="connsiteY859" fmla="*/ 63764 h 949779"/>
              <a:gd name="connsiteX860" fmla="*/ 10886562 w 12233785"/>
              <a:gd name="connsiteY860" fmla="*/ 67514 h 949779"/>
              <a:gd name="connsiteX861" fmla="*/ 10885869 w 12233785"/>
              <a:gd name="connsiteY861" fmla="*/ 68276 h 949779"/>
              <a:gd name="connsiteX862" fmla="*/ 10883913 w 12233785"/>
              <a:gd name="connsiteY862" fmla="*/ 68276 h 949779"/>
              <a:gd name="connsiteX863" fmla="*/ 10879433 w 12233785"/>
              <a:gd name="connsiteY863" fmla="*/ 72462 h 949779"/>
              <a:gd name="connsiteX864" fmla="*/ 10864162 w 12233785"/>
              <a:gd name="connsiteY864" fmla="*/ 74228 h 949779"/>
              <a:gd name="connsiteX865" fmla="*/ 10844853 w 12233785"/>
              <a:gd name="connsiteY865" fmla="*/ 70151 h 949779"/>
              <a:gd name="connsiteX866" fmla="*/ 10839805 w 12233785"/>
              <a:gd name="connsiteY866" fmla="*/ 63410 h 949779"/>
              <a:gd name="connsiteX867" fmla="*/ 5356248 w 12233785"/>
              <a:gd name="connsiteY867" fmla="*/ 62024 h 949779"/>
              <a:gd name="connsiteX868" fmla="*/ 5369371 w 12233785"/>
              <a:gd name="connsiteY868" fmla="*/ 67649 h 949779"/>
              <a:gd name="connsiteX869" fmla="*/ 5369436 w 12233785"/>
              <a:gd name="connsiteY869" fmla="*/ 67651 h 949779"/>
              <a:gd name="connsiteX870" fmla="*/ 5370446 w 12233785"/>
              <a:gd name="connsiteY870" fmla="*/ 67651 h 949779"/>
              <a:gd name="connsiteX871" fmla="*/ 5370573 w 12233785"/>
              <a:gd name="connsiteY871" fmla="*/ 68085 h 949779"/>
              <a:gd name="connsiteX872" fmla="*/ 5370698 w 12233785"/>
              <a:gd name="connsiteY872" fmla="*/ 68085 h 949779"/>
              <a:gd name="connsiteX873" fmla="*/ 5370705 w 12233785"/>
              <a:gd name="connsiteY873" fmla="*/ 68088 h 949779"/>
              <a:gd name="connsiteX874" fmla="*/ 5388114 w 12233785"/>
              <a:gd name="connsiteY874" fmla="*/ 68520 h 949779"/>
              <a:gd name="connsiteX875" fmla="*/ 5390576 w 12233785"/>
              <a:gd name="connsiteY875" fmla="*/ 69227 h 949779"/>
              <a:gd name="connsiteX876" fmla="*/ 5392910 w 12233785"/>
              <a:gd name="connsiteY876" fmla="*/ 70342 h 949779"/>
              <a:gd name="connsiteX877" fmla="*/ 5389691 w 12233785"/>
              <a:gd name="connsiteY877" fmla="*/ 72325 h 949779"/>
              <a:gd name="connsiteX878" fmla="*/ 5386221 w 12233785"/>
              <a:gd name="connsiteY878" fmla="*/ 73603 h 949779"/>
              <a:gd name="connsiteX879" fmla="*/ 5382299 w 12233785"/>
              <a:gd name="connsiteY879" fmla="*/ 73761 h 949779"/>
              <a:gd name="connsiteX880" fmla="*/ 5382308 w 12233785"/>
              <a:gd name="connsiteY880" fmla="*/ 73766 h 949779"/>
              <a:gd name="connsiteX881" fmla="*/ 5382182 w 12233785"/>
              <a:gd name="connsiteY881" fmla="*/ 73766 h 949779"/>
              <a:gd name="connsiteX882" fmla="*/ 5382299 w 12233785"/>
              <a:gd name="connsiteY882" fmla="*/ 73761 h 949779"/>
              <a:gd name="connsiteX883" fmla="*/ 5370705 w 12233785"/>
              <a:gd name="connsiteY883" fmla="*/ 68088 h 949779"/>
              <a:gd name="connsiteX884" fmla="*/ 5370573 w 12233785"/>
              <a:gd name="connsiteY884" fmla="*/ 68085 h 949779"/>
              <a:gd name="connsiteX885" fmla="*/ 5369688 w 12233785"/>
              <a:gd name="connsiteY885" fmla="*/ 68085 h 949779"/>
              <a:gd name="connsiteX886" fmla="*/ 5369436 w 12233785"/>
              <a:gd name="connsiteY886" fmla="*/ 67651 h 949779"/>
              <a:gd name="connsiteX887" fmla="*/ 5369373 w 12233785"/>
              <a:gd name="connsiteY887" fmla="*/ 67651 h 949779"/>
              <a:gd name="connsiteX888" fmla="*/ 5369371 w 12233785"/>
              <a:gd name="connsiteY888" fmla="*/ 67649 h 949779"/>
              <a:gd name="connsiteX889" fmla="*/ 5340220 w 12233785"/>
              <a:gd name="connsiteY889" fmla="*/ 67215 h 949779"/>
              <a:gd name="connsiteX890" fmla="*/ 5335424 w 12233785"/>
              <a:gd name="connsiteY890" fmla="*/ 65476 h 949779"/>
              <a:gd name="connsiteX891" fmla="*/ 5336118 w 12233785"/>
              <a:gd name="connsiteY891" fmla="*/ 63845 h 949779"/>
              <a:gd name="connsiteX892" fmla="*/ 5353282 w 12233785"/>
              <a:gd name="connsiteY892" fmla="*/ 62106 h 949779"/>
              <a:gd name="connsiteX893" fmla="*/ 5356248 w 12233785"/>
              <a:gd name="connsiteY893" fmla="*/ 62024 h 949779"/>
              <a:gd name="connsiteX894" fmla="*/ 10703883 w 12233785"/>
              <a:gd name="connsiteY894" fmla="*/ 62024 h 949779"/>
              <a:gd name="connsiteX895" fmla="*/ 10717006 w 12233785"/>
              <a:gd name="connsiteY895" fmla="*/ 67649 h 949779"/>
              <a:gd name="connsiteX896" fmla="*/ 10717072 w 12233785"/>
              <a:gd name="connsiteY896" fmla="*/ 67651 h 949779"/>
              <a:gd name="connsiteX897" fmla="*/ 10718082 w 12233785"/>
              <a:gd name="connsiteY897" fmla="*/ 67651 h 949779"/>
              <a:gd name="connsiteX898" fmla="*/ 10718208 w 12233785"/>
              <a:gd name="connsiteY898" fmla="*/ 68085 h 949779"/>
              <a:gd name="connsiteX899" fmla="*/ 10718334 w 12233785"/>
              <a:gd name="connsiteY899" fmla="*/ 68085 h 949779"/>
              <a:gd name="connsiteX900" fmla="*/ 10718341 w 12233785"/>
              <a:gd name="connsiteY900" fmla="*/ 68088 h 949779"/>
              <a:gd name="connsiteX901" fmla="*/ 10735750 w 12233785"/>
              <a:gd name="connsiteY901" fmla="*/ 68520 h 949779"/>
              <a:gd name="connsiteX902" fmla="*/ 10738211 w 12233785"/>
              <a:gd name="connsiteY902" fmla="*/ 69227 h 949779"/>
              <a:gd name="connsiteX903" fmla="*/ 10740545 w 12233785"/>
              <a:gd name="connsiteY903" fmla="*/ 70342 h 949779"/>
              <a:gd name="connsiteX904" fmla="*/ 10737326 w 12233785"/>
              <a:gd name="connsiteY904" fmla="*/ 72325 h 949779"/>
              <a:gd name="connsiteX905" fmla="*/ 10733856 w 12233785"/>
              <a:gd name="connsiteY905" fmla="*/ 73603 h 949779"/>
              <a:gd name="connsiteX906" fmla="*/ 10729935 w 12233785"/>
              <a:gd name="connsiteY906" fmla="*/ 73761 h 949779"/>
              <a:gd name="connsiteX907" fmla="*/ 10729944 w 12233785"/>
              <a:gd name="connsiteY907" fmla="*/ 73766 h 949779"/>
              <a:gd name="connsiteX908" fmla="*/ 10729817 w 12233785"/>
              <a:gd name="connsiteY908" fmla="*/ 73766 h 949779"/>
              <a:gd name="connsiteX909" fmla="*/ 10729935 w 12233785"/>
              <a:gd name="connsiteY909" fmla="*/ 73761 h 949779"/>
              <a:gd name="connsiteX910" fmla="*/ 10718341 w 12233785"/>
              <a:gd name="connsiteY910" fmla="*/ 68088 h 949779"/>
              <a:gd name="connsiteX911" fmla="*/ 10718208 w 12233785"/>
              <a:gd name="connsiteY911" fmla="*/ 68085 h 949779"/>
              <a:gd name="connsiteX912" fmla="*/ 10717324 w 12233785"/>
              <a:gd name="connsiteY912" fmla="*/ 68085 h 949779"/>
              <a:gd name="connsiteX913" fmla="*/ 10717072 w 12233785"/>
              <a:gd name="connsiteY913" fmla="*/ 67651 h 949779"/>
              <a:gd name="connsiteX914" fmla="*/ 10717008 w 12233785"/>
              <a:gd name="connsiteY914" fmla="*/ 67651 h 949779"/>
              <a:gd name="connsiteX915" fmla="*/ 10717006 w 12233785"/>
              <a:gd name="connsiteY915" fmla="*/ 67649 h 949779"/>
              <a:gd name="connsiteX916" fmla="*/ 10687855 w 12233785"/>
              <a:gd name="connsiteY916" fmla="*/ 67215 h 949779"/>
              <a:gd name="connsiteX917" fmla="*/ 10683060 w 12233785"/>
              <a:gd name="connsiteY917" fmla="*/ 65476 h 949779"/>
              <a:gd name="connsiteX918" fmla="*/ 10683754 w 12233785"/>
              <a:gd name="connsiteY918" fmla="*/ 63845 h 949779"/>
              <a:gd name="connsiteX919" fmla="*/ 10700918 w 12233785"/>
              <a:gd name="connsiteY919" fmla="*/ 62106 h 949779"/>
              <a:gd name="connsiteX920" fmla="*/ 10703883 w 12233785"/>
              <a:gd name="connsiteY920" fmla="*/ 62024 h 949779"/>
              <a:gd name="connsiteX921" fmla="*/ 1964338 w 12233785"/>
              <a:gd name="connsiteY921" fmla="*/ 55230 h 949779"/>
              <a:gd name="connsiteX922" fmla="*/ 1964338 w 12233785"/>
              <a:gd name="connsiteY922" fmla="*/ 56041 h 949779"/>
              <a:gd name="connsiteX923" fmla="*/ 1964465 w 12233785"/>
              <a:gd name="connsiteY923" fmla="*/ 56072 h 949779"/>
              <a:gd name="connsiteX924" fmla="*/ 1964470 w 12233785"/>
              <a:gd name="connsiteY924" fmla="*/ 56109 h 949779"/>
              <a:gd name="connsiteX925" fmla="*/ 1978790 w 12233785"/>
              <a:gd name="connsiteY925" fmla="*/ 60122 h 949779"/>
              <a:gd name="connsiteX926" fmla="*/ 1975256 w 12233785"/>
              <a:gd name="connsiteY926" fmla="*/ 71347 h 949779"/>
              <a:gd name="connsiteX927" fmla="*/ 1969636 w 12233785"/>
              <a:gd name="connsiteY927" fmla="*/ 72704 h 949779"/>
              <a:gd name="connsiteX928" fmla="*/ 1969639 w 12233785"/>
              <a:gd name="connsiteY928" fmla="*/ 72706 h 949779"/>
              <a:gd name="connsiteX929" fmla="*/ 1969514 w 12233785"/>
              <a:gd name="connsiteY929" fmla="*/ 72733 h 949779"/>
              <a:gd name="connsiteX930" fmla="*/ 1969636 w 12233785"/>
              <a:gd name="connsiteY930" fmla="*/ 72704 h 949779"/>
              <a:gd name="connsiteX931" fmla="*/ 1966422 w 12233785"/>
              <a:gd name="connsiteY931" fmla="*/ 70423 h 949779"/>
              <a:gd name="connsiteX932" fmla="*/ 1964470 w 12233785"/>
              <a:gd name="connsiteY932" fmla="*/ 56109 h 949779"/>
              <a:gd name="connsiteX933" fmla="*/ 1964338 w 12233785"/>
              <a:gd name="connsiteY933" fmla="*/ 56072 h 949779"/>
              <a:gd name="connsiteX934" fmla="*/ 1964338 w 12233785"/>
              <a:gd name="connsiteY934" fmla="*/ 56041 h 949779"/>
              <a:gd name="connsiteX935" fmla="*/ 1963266 w 12233785"/>
              <a:gd name="connsiteY935" fmla="*/ 55773 h 949779"/>
              <a:gd name="connsiteX936" fmla="*/ 1963013 w 12233785"/>
              <a:gd name="connsiteY936" fmla="*/ 55230 h 949779"/>
              <a:gd name="connsiteX937" fmla="*/ 5970281 w 12233785"/>
              <a:gd name="connsiteY937" fmla="*/ 55230 h 949779"/>
              <a:gd name="connsiteX938" fmla="*/ 5970281 w 12233785"/>
              <a:gd name="connsiteY938" fmla="*/ 56041 h 949779"/>
              <a:gd name="connsiteX939" fmla="*/ 5970407 w 12233785"/>
              <a:gd name="connsiteY939" fmla="*/ 56072 h 949779"/>
              <a:gd name="connsiteX940" fmla="*/ 5970412 w 12233785"/>
              <a:gd name="connsiteY940" fmla="*/ 56109 h 949779"/>
              <a:gd name="connsiteX941" fmla="*/ 5984732 w 12233785"/>
              <a:gd name="connsiteY941" fmla="*/ 60122 h 949779"/>
              <a:gd name="connsiteX942" fmla="*/ 5981198 w 12233785"/>
              <a:gd name="connsiteY942" fmla="*/ 71347 h 949779"/>
              <a:gd name="connsiteX943" fmla="*/ 5975578 w 12233785"/>
              <a:gd name="connsiteY943" fmla="*/ 72704 h 949779"/>
              <a:gd name="connsiteX944" fmla="*/ 5975581 w 12233785"/>
              <a:gd name="connsiteY944" fmla="*/ 72706 h 949779"/>
              <a:gd name="connsiteX945" fmla="*/ 5975456 w 12233785"/>
              <a:gd name="connsiteY945" fmla="*/ 72733 h 949779"/>
              <a:gd name="connsiteX946" fmla="*/ 5975578 w 12233785"/>
              <a:gd name="connsiteY946" fmla="*/ 72704 h 949779"/>
              <a:gd name="connsiteX947" fmla="*/ 5972364 w 12233785"/>
              <a:gd name="connsiteY947" fmla="*/ 70423 h 949779"/>
              <a:gd name="connsiteX948" fmla="*/ 5970412 w 12233785"/>
              <a:gd name="connsiteY948" fmla="*/ 56109 h 949779"/>
              <a:gd name="connsiteX949" fmla="*/ 5970281 w 12233785"/>
              <a:gd name="connsiteY949" fmla="*/ 56072 h 949779"/>
              <a:gd name="connsiteX950" fmla="*/ 5970281 w 12233785"/>
              <a:gd name="connsiteY950" fmla="*/ 56041 h 949779"/>
              <a:gd name="connsiteX951" fmla="*/ 5969209 w 12233785"/>
              <a:gd name="connsiteY951" fmla="*/ 55773 h 949779"/>
              <a:gd name="connsiteX952" fmla="*/ 5968956 w 12233785"/>
              <a:gd name="connsiteY952" fmla="*/ 55230 h 949779"/>
              <a:gd name="connsiteX953" fmla="*/ 2498432 w 12233785"/>
              <a:gd name="connsiteY953" fmla="*/ 50391 h 949779"/>
              <a:gd name="connsiteX954" fmla="*/ 2503165 w 12233785"/>
              <a:gd name="connsiteY954" fmla="*/ 52212 h 949779"/>
              <a:gd name="connsiteX955" fmla="*/ 2498936 w 12233785"/>
              <a:gd name="connsiteY955" fmla="*/ 54115 h 949779"/>
              <a:gd name="connsiteX956" fmla="*/ 2498936 w 12233785"/>
              <a:gd name="connsiteY956" fmla="*/ 54142 h 949779"/>
              <a:gd name="connsiteX957" fmla="*/ 2494204 w 12233785"/>
              <a:gd name="connsiteY957" fmla="*/ 52511 h 949779"/>
              <a:gd name="connsiteX958" fmla="*/ 6504374 w 12233785"/>
              <a:gd name="connsiteY958" fmla="*/ 50391 h 949779"/>
              <a:gd name="connsiteX959" fmla="*/ 6509107 w 12233785"/>
              <a:gd name="connsiteY959" fmla="*/ 52212 h 949779"/>
              <a:gd name="connsiteX960" fmla="*/ 6504878 w 12233785"/>
              <a:gd name="connsiteY960" fmla="*/ 54115 h 949779"/>
              <a:gd name="connsiteX961" fmla="*/ 6504878 w 12233785"/>
              <a:gd name="connsiteY961" fmla="*/ 54142 h 949779"/>
              <a:gd name="connsiteX962" fmla="*/ 6500146 w 12233785"/>
              <a:gd name="connsiteY962" fmla="*/ 52511 h 949779"/>
              <a:gd name="connsiteX963" fmla="*/ 8971802 w 12233785"/>
              <a:gd name="connsiteY963" fmla="*/ 50391 h 949779"/>
              <a:gd name="connsiteX964" fmla="*/ 8976536 w 12233785"/>
              <a:gd name="connsiteY964" fmla="*/ 52212 h 949779"/>
              <a:gd name="connsiteX965" fmla="*/ 8972307 w 12233785"/>
              <a:gd name="connsiteY965" fmla="*/ 54115 h 949779"/>
              <a:gd name="connsiteX966" fmla="*/ 8972307 w 12233785"/>
              <a:gd name="connsiteY966" fmla="*/ 54142 h 949779"/>
              <a:gd name="connsiteX967" fmla="*/ 8967574 w 12233785"/>
              <a:gd name="connsiteY967" fmla="*/ 52511 h 949779"/>
              <a:gd name="connsiteX968" fmla="*/ 2434510 w 12233785"/>
              <a:gd name="connsiteY968" fmla="*/ 50364 h 949779"/>
              <a:gd name="connsiteX969" fmla="*/ 2439242 w 12233785"/>
              <a:gd name="connsiteY969" fmla="*/ 55066 h 949779"/>
              <a:gd name="connsiteX970" fmla="*/ 2433816 w 12233785"/>
              <a:gd name="connsiteY970" fmla="*/ 59931 h 949779"/>
              <a:gd name="connsiteX971" fmla="*/ 2402455 w 12233785"/>
              <a:gd name="connsiteY971" fmla="*/ 61426 h 949779"/>
              <a:gd name="connsiteX972" fmla="*/ 2402455 w 12233785"/>
              <a:gd name="connsiteY972" fmla="*/ 61344 h 949779"/>
              <a:gd name="connsiteX973" fmla="*/ 2402455 w 12233785"/>
              <a:gd name="connsiteY973" fmla="*/ 61045 h 949779"/>
              <a:gd name="connsiteX974" fmla="*/ 2384029 w 12233785"/>
              <a:gd name="connsiteY974" fmla="*/ 61426 h 949779"/>
              <a:gd name="connsiteX975" fmla="*/ 2383209 w 12233785"/>
              <a:gd name="connsiteY975" fmla="*/ 61426 h 949779"/>
              <a:gd name="connsiteX976" fmla="*/ 2370777 w 12233785"/>
              <a:gd name="connsiteY976" fmla="*/ 60692 h 949779"/>
              <a:gd name="connsiteX977" fmla="*/ 2365603 w 12233785"/>
              <a:gd name="connsiteY977" fmla="*/ 58899 h 949779"/>
              <a:gd name="connsiteX978" fmla="*/ 2373680 w 12233785"/>
              <a:gd name="connsiteY978" fmla="*/ 55610 h 949779"/>
              <a:gd name="connsiteX979" fmla="*/ 2380621 w 12233785"/>
              <a:gd name="connsiteY979" fmla="*/ 55474 h 949779"/>
              <a:gd name="connsiteX980" fmla="*/ 2391854 w 12233785"/>
              <a:gd name="connsiteY980" fmla="*/ 55691 h 949779"/>
              <a:gd name="connsiteX981" fmla="*/ 2403085 w 12233785"/>
              <a:gd name="connsiteY981" fmla="*/ 55909 h 949779"/>
              <a:gd name="connsiteX982" fmla="*/ 2434510 w 12233785"/>
              <a:gd name="connsiteY982" fmla="*/ 50364 h 949779"/>
              <a:gd name="connsiteX983" fmla="*/ 6440452 w 12233785"/>
              <a:gd name="connsiteY983" fmla="*/ 50364 h 949779"/>
              <a:gd name="connsiteX984" fmla="*/ 6445184 w 12233785"/>
              <a:gd name="connsiteY984" fmla="*/ 55066 h 949779"/>
              <a:gd name="connsiteX985" fmla="*/ 6439758 w 12233785"/>
              <a:gd name="connsiteY985" fmla="*/ 59931 h 949779"/>
              <a:gd name="connsiteX986" fmla="*/ 6408397 w 12233785"/>
              <a:gd name="connsiteY986" fmla="*/ 61426 h 949779"/>
              <a:gd name="connsiteX987" fmla="*/ 6408397 w 12233785"/>
              <a:gd name="connsiteY987" fmla="*/ 61344 h 949779"/>
              <a:gd name="connsiteX988" fmla="*/ 6408397 w 12233785"/>
              <a:gd name="connsiteY988" fmla="*/ 61045 h 949779"/>
              <a:gd name="connsiteX989" fmla="*/ 6389971 w 12233785"/>
              <a:gd name="connsiteY989" fmla="*/ 61426 h 949779"/>
              <a:gd name="connsiteX990" fmla="*/ 6389151 w 12233785"/>
              <a:gd name="connsiteY990" fmla="*/ 61426 h 949779"/>
              <a:gd name="connsiteX991" fmla="*/ 6376719 w 12233785"/>
              <a:gd name="connsiteY991" fmla="*/ 60692 h 949779"/>
              <a:gd name="connsiteX992" fmla="*/ 6371545 w 12233785"/>
              <a:gd name="connsiteY992" fmla="*/ 58899 h 949779"/>
              <a:gd name="connsiteX993" fmla="*/ 6379622 w 12233785"/>
              <a:gd name="connsiteY993" fmla="*/ 55610 h 949779"/>
              <a:gd name="connsiteX994" fmla="*/ 6386563 w 12233785"/>
              <a:gd name="connsiteY994" fmla="*/ 55474 h 949779"/>
              <a:gd name="connsiteX995" fmla="*/ 6397796 w 12233785"/>
              <a:gd name="connsiteY995" fmla="*/ 55691 h 949779"/>
              <a:gd name="connsiteX996" fmla="*/ 6409027 w 12233785"/>
              <a:gd name="connsiteY996" fmla="*/ 55909 h 949779"/>
              <a:gd name="connsiteX997" fmla="*/ 6440452 w 12233785"/>
              <a:gd name="connsiteY997" fmla="*/ 50364 h 949779"/>
              <a:gd name="connsiteX998" fmla="*/ 8907881 w 12233785"/>
              <a:gd name="connsiteY998" fmla="*/ 50364 h 949779"/>
              <a:gd name="connsiteX999" fmla="*/ 8912613 w 12233785"/>
              <a:gd name="connsiteY999" fmla="*/ 55066 h 949779"/>
              <a:gd name="connsiteX1000" fmla="*/ 8907187 w 12233785"/>
              <a:gd name="connsiteY1000" fmla="*/ 59931 h 949779"/>
              <a:gd name="connsiteX1001" fmla="*/ 8875825 w 12233785"/>
              <a:gd name="connsiteY1001" fmla="*/ 61426 h 949779"/>
              <a:gd name="connsiteX1002" fmla="*/ 8875825 w 12233785"/>
              <a:gd name="connsiteY1002" fmla="*/ 61344 h 949779"/>
              <a:gd name="connsiteX1003" fmla="*/ 8875825 w 12233785"/>
              <a:gd name="connsiteY1003" fmla="*/ 61045 h 949779"/>
              <a:gd name="connsiteX1004" fmla="*/ 8857400 w 12233785"/>
              <a:gd name="connsiteY1004" fmla="*/ 61426 h 949779"/>
              <a:gd name="connsiteX1005" fmla="*/ 8856579 w 12233785"/>
              <a:gd name="connsiteY1005" fmla="*/ 61426 h 949779"/>
              <a:gd name="connsiteX1006" fmla="*/ 8844148 w 12233785"/>
              <a:gd name="connsiteY1006" fmla="*/ 60692 h 949779"/>
              <a:gd name="connsiteX1007" fmla="*/ 8838973 w 12233785"/>
              <a:gd name="connsiteY1007" fmla="*/ 58899 h 949779"/>
              <a:gd name="connsiteX1008" fmla="*/ 8847050 w 12233785"/>
              <a:gd name="connsiteY1008" fmla="*/ 55610 h 949779"/>
              <a:gd name="connsiteX1009" fmla="*/ 8853991 w 12233785"/>
              <a:gd name="connsiteY1009" fmla="*/ 55474 h 949779"/>
              <a:gd name="connsiteX1010" fmla="*/ 8865224 w 12233785"/>
              <a:gd name="connsiteY1010" fmla="*/ 55691 h 949779"/>
              <a:gd name="connsiteX1011" fmla="*/ 8876456 w 12233785"/>
              <a:gd name="connsiteY1011" fmla="*/ 55909 h 949779"/>
              <a:gd name="connsiteX1012" fmla="*/ 8907881 w 12233785"/>
              <a:gd name="connsiteY1012" fmla="*/ 50364 h 949779"/>
              <a:gd name="connsiteX1013" fmla="*/ 2773746 w 12233785"/>
              <a:gd name="connsiteY1013" fmla="*/ 49658 h 949779"/>
              <a:gd name="connsiteX1014" fmla="*/ 2778773 w 12233785"/>
              <a:gd name="connsiteY1014" fmla="*/ 50510 h 949779"/>
              <a:gd name="connsiteX1015" fmla="*/ 2768570 w 12233785"/>
              <a:gd name="connsiteY1015" fmla="*/ 52294 h 949779"/>
              <a:gd name="connsiteX1016" fmla="*/ 2778765 w 12233785"/>
              <a:gd name="connsiteY1016" fmla="*/ 54812 h 949779"/>
              <a:gd name="connsiteX1017" fmla="*/ 2777090 w 12233785"/>
              <a:gd name="connsiteY1017" fmla="*/ 55311 h 949779"/>
              <a:gd name="connsiteX1018" fmla="*/ 2777153 w 12233785"/>
              <a:gd name="connsiteY1018" fmla="*/ 55284 h 949779"/>
              <a:gd name="connsiteX1019" fmla="*/ 2768950 w 12233785"/>
              <a:gd name="connsiteY1019" fmla="*/ 54224 h 949779"/>
              <a:gd name="connsiteX1020" fmla="*/ 2764532 w 12233785"/>
              <a:gd name="connsiteY1020" fmla="*/ 52403 h 949779"/>
              <a:gd name="connsiteX1021" fmla="*/ 6779688 w 12233785"/>
              <a:gd name="connsiteY1021" fmla="*/ 49658 h 949779"/>
              <a:gd name="connsiteX1022" fmla="*/ 6790099 w 12233785"/>
              <a:gd name="connsiteY1022" fmla="*/ 51424 h 949779"/>
              <a:gd name="connsiteX1023" fmla="*/ 6789973 w 12233785"/>
              <a:gd name="connsiteY1023" fmla="*/ 53245 h 949779"/>
              <a:gd name="connsiteX1024" fmla="*/ 6783031 w 12233785"/>
              <a:gd name="connsiteY1024" fmla="*/ 55311 h 949779"/>
              <a:gd name="connsiteX1025" fmla="*/ 6783095 w 12233785"/>
              <a:gd name="connsiteY1025" fmla="*/ 55284 h 949779"/>
              <a:gd name="connsiteX1026" fmla="*/ 6774892 w 12233785"/>
              <a:gd name="connsiteY1026" fmla="*/ 54224 h 949779"/>
              <a:gd name="connsiteX1027" fmla="*/ 6770475 w 12233785"/>
              <a:gd name="connsiteY1027" fmla="*/ 52403 h 949779"/>
              <a:gd name="connsiteX1028" fmla="*/ 9247116 w 12233785"/>
              <a:gd name="connsiteY1028" fmla="*/ 49658 h 949779"/>
              <a:gd name="connsiteX1029" fmla="*/ 9257528 w 12233785"/>
              <a:gd name="connsiteY1029" fmla="*/ 51424 h 949779"/>
              <a:gd name="connsiteX1030" fmla="*/ 9257401 w 12233785"/>
              <a:gd name="connsiteY1030" fmla="*/ 53245 h 949779"/>
              <a:gd name="connsiteX1031" fmla="*/ 9250460 w 12233785"/>
              <a:gd name="connsiteY1031" fmla="*/ 55311 h 949779"/>
              <a:gd name="connsiteX1032" fmla="*/ 9250523 w 12233785"/>
              <a:gd name="connsiteY1032" fmla="*/ 55284 h 949779"/>
              <a:gd name="connsiteX1033" fmla="*/ 9242320 w 12233785"/>
              <a:gd name="connsiteY1033" fmla="*/ 54224 h 949779"/>
              <a:gd name="connsiteX1034" fmla="*/ 9237903 w 12233785"/>
              <a:gd name="connsiteY1034" fmla="*/ 52403 h 949779"/>
              <a:gd name="connsiteX1035" fmla="*/ 1949574 w 12233785"/>
              <a:gd name="connsiteY1035" fmla="*/ 49413 h 949779"/>
              <a:gd name="connsiteX1036" fmla="*/ 1962951 w 12233785"/>
              <a:gd name="connsiteY1036" fmla="*/ 55230 h 949779"/>
              <a:gd name="connsiteX1037" fmla="*/ 1962383 w 12233785"/>
              <a:gd name="connsiteY1037" fmla="*/ 55230 h 949779"/>
              <a:gd name="connsiteX1038" fmla="*/ 1956578 w 12233785"/>
              <a:gd name="connsiteY1038" fmla="*/ 55392 h 949779"/>
              <a:gd name="connsiteX1039" fmla="*/ 1950836 w 12233785"/>
              <a:gd name="connsiteY1039" fmla="*/ 55583 h 949779"/>
              <a:gd name="connsiteX1040" fmla="*/ 1938657 w 12233785"/>
              <a:gd name="connsiteY1040" fmla="*/ 49603 h 949779"/>
              <a:gd name="connsiteX1041" fmla="*/ 1939855 w 12233785"/>
              <a:gd name="connsiteY1041" fmla="*/ 49603 h 949779"/>
              <a:gd name="connsiteX1042" fmla="*/ 1944652 w 12233785"/>
              <a:gd name="connsiteY1042" fmla="*/ 49522 h 949779"/>
              <a:gd name="connsiteX1043" fmla="*/ 1949574 w 12233785"/>
              <a:gd name="connsiteY1043" fmla="*/ 49413 h 949779"/>
              <a:gd name="connsiteX1044" fmla="*/ 5955516 w 12233785"/>
              <a:gd name="connsiteY1044" fmla="*/ 49413 h 949779"/>
              <a:gd name="connsiteX1045" fmla="*/ 5968893 w 12233785"/>
              <a:gd name="connsiteY1045" fmla="*/ 55230 h 949779"/>
              <a:gd name="connsiteX1046" fmla="*/ 5968325 w 12233785"/>
              <a:gd name="connsiteY1046" fmla="*/ 55230 h 949779"/>
              <a:gd name="connsiteX1047" fmla="*/ 5962520 w 12233785"/>
              <a:gd name="connsiteY1047" fmla="*/ 55392 h 949779"/>
              <a:gd name="connsiteX1048" fmla="*/ 5956778 w 12233785"/>
              <a:gd name="connsiteY1048" fmla="*/ 55583 h 949779"/>
              <a:gd name="connsiteX1049" fmla="*/ 5944599 w 12233785"/>
              <a:gd name="connsiteY1049" fmla="*/ 49603 h 949779"/>
              <a:gd name="connsiteX1050" fmla="*/ 5945797 w 12233785"/>
              <a:gd name="connsiteY1050" fmla="*/ 49603 h 949779"/>
              <a:gd name="connsiteX1051" fmla="*/ 5950594 w 12233785"/>
              <a:gd name="connsiteY1051" fmla="*/ 49522 h 949779"/>
              <a:gd name="connsiteX1052" fmla="*/ 5955516 w 12233785"/>
              <a:gd name="connsiteY1052" fmla="*/ 49413 h 949779"/>
              <a:gd name="connsiteX1053" fmla="*/ 1938404 w 12233785"/>
              <a:gd name="connsiteY1053" fmla="*/ 49060 h 949779"/>
              <a:gd name="connsiteX1054" fmla="*/ 1938584 w 12233785"/>
              <a:gd name="connsiteY1054" fmla="*/ 49576 h 949779"/>
              <a:gd name="connsiteX1055" fmla="*/ 1938593 w 12233785"/>
              <a:gd name="connsiteY1055" fmla="*/ 49576 h 949779"/>
              <a:gd name="connsiteX1056" fmla="*/ 1938593 w 12233785"/>
              <a:gd name="connsiteY1056" fmla="*/ 49603 h 949779"/>
              <a:gd name="connsiteX1057" fmla="*/ 1938584 w 12233785"/>
              <a:gd name="connsiteY1057" fmla="*/ 49576 h 949779"/>
              <a:gd name="connsiteX1058" fmla="*/ 1937331 w 12233785"/>
              <a:gd name="connsiteY1058" fmla="*/ 49576 h 949779"/>
              <a:gd name="connsiteX1059" fmla="*/ 5944346 w 12233785"/>
              <a:gd name="connsiteY1059" fmla="*/ 49060 h 949779"/>
              <a:gd name="connsiteX1060" fmla="*/ 5944526 w 12233785"/>
              <a:gd name="connsiteY1060" fmla="*/ 49576 h 949779"/>
              <a:gd name="connsiteX1061" fmla="*/ 5944535 w 12233785"/>
              <a:gd name="connsiteY1061" fmla="*/ 49576 h 949779"/>
              <a:gd name="connsiteX1062" fmla="*/ 5944535 w 12233785"/>
              <a:gd name="connsiteY1062" fmla="*/ 49603 h 949779"/>
              <a:gd name="connsiteX1063" fmla="*/ 5944526 w 12233785"/>
              <a:gd name="connsiteY1063" fmla="*/ 49576 h 949779"/>
              <a:gd name="connsiteX1064" fmla="*/ 5943273 w 12233785"/>
              <a:gd name="connsiteY1064" fmla="*/ 49576 h 949779"/>
              <a:gd name="connsiteX1065" fmla="*/ 2870858 w 12233785"/>
              <a:gd name="connsiteY1065" fmla="*/ 44630 h 949779"/>
              <a:gd name="connsiteX1066" fmla="*/ 2875024 w 12233785"/>
              <a:gd name="connsiteY1066" fmla="*/ 47075 h 949779"/>
              <a:gd name="connsiteX1067" fmla="*/ 2871088 w 12233785"/>
              <a:gd name="connsiteY1067" fmla="*/ 47883 h 949779"/>
              <a:gd name="connsiteX1068" fmla="*/ 2871112 w 12233785"/>
              <a:gd name="connsiteY1068" fmla="*/ 47891 h 949779"/>
              <a:gd name="connsiteX1069" fmla="*/ 2871048 w 12233785"/>
              <a:gd name="connsiteY1069" fmla="*/ 47891 h 949779"/>
              <a:gd name="connsiteX1070" fmla="*/ 2871088 w 12233785"/>
              <a:gd name="connsiteY1070" fmla="*/ 47883 h 949779"/>
              <a:gd name="connsiteX1071" fmla="*/ 2866883 w 12233785"/>
              <a:gd name="connsiteY1071" fmla="*/ 46342 h 949779"/>
              <a:gd name="connsiteX1072" fmla="*/ 6876801 w 12233785"/>
              <a:gd name="connsiteY1072" fmla="*/ 44630 h 949779"/>
              <a:gd name="connsiteX1073" fmla="*/ 6880966 w 12233785"/>
              <a:gd name="connsiteY1073" fmla="*/ 47075 h 949779"/>
              <a:gd name="connsiteX1074" fmla="*/ 6877031 w 12233785"/>
              <a:gd name="connsiteY1074" fmla="*/ 47883 h 949779"/>
              <a:gd name="connsiteX1075" fmla="*/ 6877053 w 12233785"/>
              <a:gd name="connsiteY1075" fmla="*/ 47891 h 949779"/>
              <a:gd name="connsiteX1076" fmla="*/ 6876990 w 12233785"/>
              <a:gd name="connsiteY1076" fmla="*/ 47891 h 949779"/>
              <a:gd name="connsiteX1077" fmla="*/ 6877031 w 12233785"/>
              <a:gd name="connsiteY1077" fmla="*/ 47883 h 949779"/>
              <a:gd name="connsiteX1078" fmla="*/ 6872825 w 12233785"/>
              <a:gd name="connsiteY1078" fmla="*/ 46342 h 949779"/>
              <a:gd name="connsiteX1079" fmla="*/ 9344229 w 12233785"/>
              <a:gd name="connsiteY1079" fmla="*/ 44630 h 949779"/>
              <a:gd name="connsiteX1080" fmla="*/ 9348394 w 12233785"/>
              <a:gd name="connsiteY1080" fmla="*/ 47075 h 949779"/>
              <a:gd name="connsiteX1081" fmla="*/ 9344459 w 12233785"/>
              <a:gd name="connsiteY1081" fmla="*/ 47883 h 949779"/>
              <a:gd name="connsiteX1082" fmla="*/ 9344482 w 12233785"/>
              <a:gd name="connsiteY1082" fmla="*/ 47891 h 949779"/>
              <a:gd name="connsiteX1083" fmla="*/ 9344419 w 12233785"/>
              <a:gd name="connsiteY1083" fmla="*/ 47891 h 949779"/>
              <a:gd name="connsiteX1084" fmla="*/ 9344459 w 12233785"/>
              <a:gd name="connsiteY1084" fmla="*/ 47883 h 949779"/>
              <a:gd name="connsiteX1085" fmla="*/ 9340253 w 12233785"/>
              <a:gd name="connsiteY1085" fmla="*/ 46342 h 949779"/>
              <a:gd name="connsiteX1086" fmla="*/ 2983495 w 12233785"/>
              <a:gd name="connsiteY1086" fmla="*/ 43787 h 949779"/>
              <a:gd name="connsiteX1087" fmla="*/ 2991131 w 12233785"/>
              <a:gd name="connsiteY1087" fmla="*/ 46804 h 949779"/>
              <a:gd name="connsiteX1088" fmla="*/ 2980466 w 12233785"/>
              <a:gd name="connsiteY1088" fmla="*/ 48597 h 949779"/>
              <a:gd name="connsiteX1089" fmla="*/ 2980214 w 12233785"/>
              <a:gd name="connsiteY1089" fmla="*/ 48597 h 949779"/>
              <a:gd name="connsiteX1090" fmla="*/ 2972390 w 12233785"/>
              <a:gd name="connsiteY1090" fmla="*/ 45771 h 949779"/>
              <a:gd name="connsiteX1091" fmla="*/ 2983117 w 12233785"/>
              <a:gd name="connsiteY1091" fmla="*/ 43787 h 949779"/>
              <a:gd name="connsiteX1092" fmla="*/ 2983495 w 12233785"/>
              <a:gd name="connsiteY1092" fmla="*/ 43787 h 949779"/>
              <a:gd name="connsiteX1093" fmla="*/ 4109230 w 12233785"/>
              <a:gd name="connsiteY1093" fmla="*/ 43787 h 949779"/>
              <a:gd name="connsiteX1094" fmla="*/ 4116866 w 12233785"/>
              <a:gd name="connsiteY1094" fmla="*/ 46804 h 949779"/>
              <a:gd name="connsiteX1095" fmla="*/ 4116298 w 12233785"/>
              <a:gd name="connsiteY1095" fmla="*/ 46899 h 949779"/>
              <a:gd name="connsiteX1096" fmla="*/ 4113837 w 12233785"/>
              <a:gd name="connsiteY1096" fmla="*/ 46342 h 949779"/>
              <a:gd name="connsiteX1097" fmla="*/ 4106266 w 12233785"/>
              <a:gd name="connsiteY1097" fmla="*/ 44711 h 949779"/>
              <a:gd name="connsiteX1098" fmla="*/ 4099965 w 12233785"/>
              <a:gd name="connsiteY1098" fmla="*/ 46435 h 949779"/>
              <a:gd name="connsiteX1099" fmla="*/ 4098125 w 12233785"/>
              <a:gd name="connsiteY1099" fmla="*/ 45771 h 949779"/>
              <a:gd name="connsiteX1100" fmla="*/ 4108852 w 12233785"/>
              <a:gd name="connsiteY1100" fmla="*/ 43787 h 949779"/>
              <a:gd name="connsiteX1101" fmla="*/ 4109230 w 12233785"/>
              <a:gd name="connsiteY1101" fmla="*/ 43787 h 949779"/>
              <a:gd name="connsiteX1102" fmla="*/ 6989437 w 12233785"/>
              <a:gd name="connsiteY1102" fmla="*/ 43787 h 949779"/>
              <a:gd name="connsiteX1103" fmla="*/ 6997073 w 12233785"/>
              <a:gd name="connsiteY1103" fmla="*/ 46804 h 949779"/>
              <a:gd name="connsiteX1104" fmla="*/ 6986409 w 12233785"/>
              <a:gd name="connsiteY1104" fmla="*/ 48597 h 949779"/>
              <a:gd name="connsiteX1105" fmla="*/ 6986157 w 12233785"/>
              <a:gd name="connsiteY1105" fmla="*/ 48597 h 949779"/>
              <a:gd name="connsiteX1106" fmla="*/ 6978332 w 12233785"/>
              <a:gd name="connsiteY1106" fmla="*/ 45771 h 949779"/>
              <a:gd name="connsiteX1107" fmla="*/ 6989059 w 12233785"/>
              <a:gd name="connsiteY1107" fmla="*/ 43787 h 949779"/>
              <a:gd name="connsiteX1108" fmla="*/ 6989437 w 12233785"/>
              <a:gd name="connsiteY1108" fmla="*/ 43787 h 949779"/>
              <a:gd name="connsiteX1109" fmla="*/ 9456866 w 12233785"/>
              <a:gd name="connsiteY1109" fmla="*/ 43787 h 949779"/>
              <a:gd name="connsiteX1110" fmla="*/ 9464501 w 12233785"/>
              <a:gd name="connsiteY1110" fmla="*/ 46804 h 949779"/>
              <a:gd name="connsiteX1111" fmla="*/ 9453837 w 12233785"/>
              <a:gd name="connsiteY1111" fmla="*/ 48597 h 949779"/>
              <a:gd name="connsiteX1112" fmla="*/ 9453585 w 12233785"/>
              <a:gd name="connsiteY1112" fmla="*/ 48597 h 949779"/>
              <a:gd name="connsiteX1113" fmla="*/ 9445760 w 12233785"/>
              <a:gd name="connsiteY1113" fmla="*/ 45771 h 949779"/>
              <a:gd name="connsiteX1114" fmla="*/ 9456487 w 12233785"/>
              <a:gd name="connsiteY1114" fmla="*/ 43787 h 949779"/>
              <a:gd name="connsiteX1115" fmla="*/ 9456866 w 12233785"/>
              <a:gd name="connsiteY1115" fmla="*/ 43787 h 949779"/>
              <a:gd name="connsiteX1116" fmla="*/ 2665211 w 12233785"/>
              <a:gd name="connsiteY1116" fmla="*/ 11660 h 949779"/>
              <a:gd name="connsiteX1117" fmla="*/ 2692912 w 12233785"/>
              <a:gd name="connsiteY1117" fmla="*/ 14188 h 949779"/>
              <a:gd name="connsiteX1118" fmla="*/ 2693417 w 12233785"/>
              <a:gd name="connsiteY1118" fmla="*/ 16335 h 949779"/>
              <a:gd name="connsiteX1119" fmla="*/ 2677515 w 12233785"/>
              <a:gd name="connsiteY1119" fmla="*/ 22668 h 949779"/>
              <a:gd name="connsiteX1120" fmla="*/ 2677578 w 12233785"/>
              <a:gd name="connsiteY1120" fmla="*/ 22641 h 949779"/>
              <a:gd name="connsiteX1121" fmla="*/ 2675874 w 12233785"/>
              <a:gd name="connsiteY1121" fmla="*/ 22369 h 949779"/>
              <a:gd name="connsiteX1122" fmla="*/ 2640979 w 12233785"/>
              <a:gd name="connsiteY1122" fmla="*/ 17286 h 949779"/>
              <a:gd name="connsiteX1123" fmla="*/ 2638392 w 12233785"/>
              <a:gd name="connsiteY1123" fmla="*/ 16526 h 949779"/>
              <a:gd name="connsiteX1124" fmla="*/ 2635931 w 12233785"/>
              <a:gd name="connsiteY1124" fmla="*/ 15547 h 949779"/>
              <a:gd name="connsiteX1125" fmla="*/ 2637445 w 12233785"/>
              <a:gd name="connsiteY1125" fmla="*/ 14487 h 949779"/>
              <a:gd name="connsiteX1126" fmla="*/ 2639212 w 12233785"/>
              <a:gd name="connsiteY1126" fmla="*/ 13726 h 949779"/>
              <a:gd name="connsiteX1127" fmla="*/ 2665211 w 12233785"/>
              <a:gd name="connsiteY1127" fmla="*/ 11660 h 949779"/>
              <a:gd name="connsiteX1128" fmla="*/ 3790946 w 12233785"/>
              <a:gd name="connsiteY1128" fmla="*/ 11660 h 949779"/>
              <a:gd name="connsiteX1129" fmla="*/ 3818647 w 12233785"/>
              <a:gd name="connsiteY1129" fmla="*/ 14188 h 949779"/>
              <a:gd name="connsiteX1130" fmla="*/ 3819152 w 12233785"/>
              <a:gd name="connsiteY1130" fmla="*/ 16335 h 949779"/>
              <a:gd name="connsiteX1131" fmla="*/ 3803250 w 12233785"/>
              <a:gd name="connsiteY1131" fmla="*/ 22668 h 949779"/>
              <a:gd name="connsiteX1132" fmla="*/ 3803313 w 12233785"/>
              <a:gd name="connsiteY1132" fmla="*/ 22641 h 949779"/>
              <a:gd name="connsiteX1133" fmla="*/ 3801609 w 12233785"/>
              <a:gd name="connsiteY1133" fmla="*/ 22369 h 949779"/>
              <a:gd name="connsiteX1134" fmla="*/ 3766714 w 12233785"/>
              <a:gd name="connsiteY1134" fmla="*/ 17286 h 949779"/>
              <a:gd name="connsiteX1135" fmla="*/ 3764127 w 12233785"/>
              <a:gd name="connsiteY1135" fmla="*/ 16526 h 949779"/>
              <a:gd name="connsiteX1136" fmla="*/ 3761666 w 12233785"/>
              <a:gd name="connsiteY1136" fmla="*/ 15547 h 949779"/>
              <a:gd name="connsiteX1137" fmla="*/ 3763180 w 12233785"/>
              <a:gd name="connsiteY1137" fmla="*/ 14487 h 949779"/>
              <a:gd name="connsiteX1138" fmla="*/ 3764947 w 12233785"/>
              <a:gd name="connsiteY1138" fmla="*/ 13726 h 949779"/>
              <a:gd name="connsiteX1139" fmla="*/ 3790946 w 12233785"/>
              <a:gd name="connsiteY1139" fmla="*/ 11660 h 949779"/>
              <a:gd name="connsiteX1140" fmla="*/ 6671153 w 12233785"/>
              <a:gd name="connsiteY1140" fmla="*/ 11660 h 949779"/>
              <a:gd name="connsiteX1141" fmla="*/ 6698854 w 12233785"/>
              <a:gd name="connsiteY1141" fmla="*/ 14188 h 949779"/>
              <a:gd name="connsiteX1142" fmla="*/ 6699359 w 12233785"/>
              <a:gd name="connsiteY1142" fmla="*/ 16335 h 949779"/>
              <a:gd name="connsiteX1143" fmla="*/ 6683457 w 12233785"/>
              <a:gd name="connsiteY1143" fmla="*/ 22668 h 949779"/>
              <a:gd name="connsiteX1144" fmla="*/ 6683520 w 12233785"/>
              <a:gd name="connsiteY1144" fmla="*/ 22641 h 949779"/>
              <a:gd name="connsiteX1145" fmla="*/ 6681816 w 12233785"/>
              <a:gd name="connsiteY1145" fmla="*/ 22369 h 949779"/>
              <a:gd name="connsiteX1146" fmla="*/ 6646921 w 12233785"/>
              <a:gd name="connsiteY1146" fmla="*/ 17286 h 949779"/>
              <a:gd name="connsiteX1147" fmla="*/ 6644334 w 12233785"/>
              <a:gd name="connsiteY1147" fmla="*/ 16526 h 949779"/>
              <a:gd name="connsiteX1148" fmla="*/ 6641873 w 12233785"/>
              <a:gd name="connsiteY1148" fmla="*/ 15547 h 949779"/>
              <a:gd name="connsiteX1149" fmla="*/ 6643387 w 12233785"/>
              <a:gd name="connsiteY1149" fmla="*/ 14487 h 949779"/>
              <a:gd name="connsiteX1150" fmla="*/ 6645154 w 12233785"/>
              <a:gd name="connsiteY1150" fmla="*/ 13726 h 949779"/>
              <a:gd name="connsiteX1151" fmla="*/ 6671153 w 12233785"/>
              <a:gd name="connsiteY1151" fmla="*/ 11660 h 949779"/>
              <a:gd name="connsiteX1152" fmla="*/ 9138582 w 12233785"/>
              <a:gd name="connsiteY1152" fmla="*/ 11660 h 949779"/>
              <a:gd name="connsiteX1153" fmla="*/ 9166282 w 12233785"/>
              <a:gd name="connsiteY1153" fmla="*/ 14188 h 949779"/>
              <a:gd name="connsiteX1154" fmla="*/ 9166788 w 12233785"/>
              <a:gd name="connsiteY1154" fmla="*/ 16335 h 949779"/>
              <a:gd name="connsiteX1155" fmla="*/ 9150886 w 12233785"/>
              <a:gd name="connsiteY1155" fmla="*/ 22668 h 949779"/>
              <a:gd name="connsiteX1156" fmla="*/ 9150949 w 12233785"/>
              <a:gd name="connsiteY1156" fmla="*/ 22641 h 949779"/>
              <a:gd name="connsiteX1157" fmla="*/ 9149245 w 12233785"/>
              <a:gd name="connsiteY1157" fmla="*/ 22369 h 949779"/>
              <a:gd name="connsiteX1158" fmla="*/ 9114349 w 12233785"/>
              <a:gd name="connsiteY1158" fmla="*/ 17286 h 949779"/>
              <a:gd name="connsiteX1159" fmla="*/ 9111763 w 12233785"/>
              <a:gd name="connsiteY1159" fmla="*/ 16526 h 949779"/>
              <a:gd name="connsiteX1160" fmla="*/ 9109302 w 12233785"/>
              <a:gd name="connsiteY1160" fmla="*/ 15547 h 949779"/>
              <a:gd name="connsiteX1161" fmla="*/ 9110816 w 12233785"/>
              <a:gd name="connsiteY1161" fmla="*/ 14487 h 949779"/>
              <a:gd name="connsiteX1162" fmla="*/ 9112583 w 12233785"/>
              <a:gd name="connsiteY1162" fmla="*/ 13726 h 949779"/>
              <a:gd name="connsiteX1163" fmla="*/ 9138582 w 12233785"/>
              <a:gd name="connsiteY1163" fmla="*/ 11660 h 949779"/>
              <a:gd name="connsiteX1164" fmla="*/ 2735695 w 12233785"/>
              <a:gd name="connsiteY1164" fmla="*/ 6360 h 949779"/>
              <a:gd name="connsiteX1165" fmla="*/ 2744781 w 12233785"/>
              <a:gd name="connsiteY1165" fmla="*/ 8263 h 949779"/>
              <a:gd name="connsiteX1166" fmla="*/ 2737020 w 12233785"/>
              <a:gd name="connsiteY1166" fmla="*/ 11959 h 949779"/>
              <a:gd name="connsiteX1167" fmla="*/ 2736957 w 12233785"/>
              <a:gd name="connsiteY1167" fmla="*/ 11987 h 949779"/>
              <a:gd name="connsiteX1168" fmla="*/ 2734748 w 12233785"/>
              <a:gd name="connsiteY1168" fmla="*/ 11878 h 949779"/>
              <a:gd name="connsiteX1169" fmla="*/ 2725914 w 12233785"/>
              <a:gd name="connsiteY1169" fmla="*/ 9214 h 949779"/>
              <a:gd name="connsiteX1170" fmla="*/ 2730331 w 12233785"/>
              <a:gd name="connsiteY1170" fmla="*/ 7475 h 949779"/>
              <a:gd name="connsiteX1171" fmla="*/ 2734875 w 12233785"/>
              <a:gd name="connsiteY1171" fmla="*/ 6360 h 949779"/>
              <a:gd name="connsiteX1172" fmla="*/ 2735695 w 12233785"/>
              <a:gd name="connsiteY1172" fmla="*/ 6360 h 949779"/>
              <a:gd name="connsiteX1173" fmla="*/ 3861430 w 12233785"/>
              <a:gd name="connsiteY1173" fmla="*/ 6360 h 949779"/>
              <a:gd name="connsiteX1174" fmla="*/ 3870516 w 12233785"/>
              <a:gd name="connsiteY1174" fmla="*/ 8263 h 949779"/>
              <a:gd name="connsiteX1175" fmla="*/ 3862755 w 12233785"/>
              <a:gd name="connsiteY1175" fmla="*/ 11959 h 949779"/>
              <a:gd name="connsiteX1176" fmla="*/ 3862692 w 12233785"/>
              <a:gd name="connsiteY1176" fmla="*/ 11987 h 949779"/>
              <a:gd name="connsiteX1177" fmla="*/ 3860483 w 12233785"/>
              <a:gd name="connsiteY1177" fmla="*/ 11878 h 949779"/>
              <a:gd name="connsiteX1178" fmla="*/ 3851649 w 12233785"/>
              <a:gd name="connsiteY1178" fmla="*/ 9214 h 949779"/>
              <a:gd name="connsiteX1179" fmla="*/ 3856066 w 12233785"/>
              <a:gd name="connsiteY1179" fmla="*/ 7475 h 949779"/>
              <a:gd name="connsiteX1180" fmla="*/ 3860610 w 12233785"/>
              <a:gd name="connsiteY1180" fmla="*/ 6360 h 949779"/>
              <a:gd name="connsiteX1181" fmla="*/ 3861430 w 12233785"/>
              <a:gd name="connsiteY1181" fmla="*/ 6360 h 949779"/>
              <a:gd name="connsiteX1182" fmla="*/ 6741637 w 12233785"/>
              <a:gd name="connsiteY1182" fmla="*/ 6360 h 949779"/>
              <a:gd name="connsiteX1183" fmla="*/ 6750723 w 12233785"/>
              <a:gd name="connsiteY1183" fmla="*/ 8263 h 949779"/>
              <a:gd name="connsiteX1184" fmla="*/ 6742962 w 12233785"/>
              <a:gd name="connsiteY1184" fmla="*/ 11959 h 949779"/>
              <a:gd name="connsiteX1185" fmla="*/ 6742899 w 12233785"/>
              <a:gd name="connsiteY1185" fmla="*/ 11987 h 949779"/>
              <a:gd name="connsiteX1186" fmla="*/ 6740690 w 12233785"/>
              <a:gd name="connsiteY1186" fmla="*/ 11878 h 949779"/>
              <a:gd name="connsiteX1187" fmla="*/ 6731856 w 12233785"/>
              <a:gd name="connsiteY1187" fmla="*/ 9214 h 949779"/>
              <a:gd name="connsiteX1188" fmla="*/ 6736273 w 12233785"/>
              <a:gd name="connsiteY1188" fmla="*/ 7475 h 949779"/>
              <a:gd name="connsiteX1189" fmla="*/ 6740817 w 12233785"/>
              <a:gd name="connsiteY1189" fmla="*/ 6360 h 949779"/>
              <a:gd name="connsiteX1190" fmla="*/ 6741637 w 12233785"/>
              <a:gd name="connsiteY1190" fmla="*/ 6360 h 949779"/>
              <a:gd name="connsiteX1191" fmla="*/ 9209065 w 12233785"/>
              <a:gd name="connsiteY1191" fmla="*/ 6360 h 949779"/>
              <a:gd name="connsiteX1192" fmla="*/ 9218152 w 12233785"/>
              <a:gd name="connsiteY1192" fmla="*/ 8263 h 949779"/>
              <a:gd name="connsiteX1193" fmla="*/ 9210390 w 12233785"/>
              <a:gd name="connsiteY1193" fmla="*/ 11959 h 949779"/>
              <a:gd name="connsiteX1194" fmla="*/ 9210327 w 12233785"/>
              <a:gd name="connsiteY1194" fmla="*/ 11987 h 949779"/>
              <a:gd name="connsiteX1195" fmla="*/ 9208119 w 12233785"/>
              <a:gd name="connsiteY1195" fmla="*/ 11878 h 949779"/>
              <a:gd name="connsiteX1196" fmla="*/ 9199284 w 12233785"/>
              <a:gd name="connsiteY1196" fmla="*/ 9214 h 949779"/>
              <a:gd name="connsiteX1197" fmla="*/ 9203702 w 12233785"/>
              <a:gd name="connsiteY1197" fmla="*/ 7475 h 949779"/>
              <a:gd name="connsiteX1198" fmla="*/ 9208245 w 12233785"/>
              <a:gd name="connsiteY1198" fmla="*/ 6360 h 949779"/>
              <a:gd name="connsiteX1199" fmla="*/ 9209065 w 12233785"/>
              <a:gd name="connsiteY1199" fmla="*/ 6360 h 949779"/>
              <a:gd name="connsiteX1200" fmla="*/ 9220235 w 12233785"/>
              <a:gd name="connsiteY1200" fmla="*/ 0 h 949779"/>
              <a:gd name="connsiteX1201" fmla="*/ 9220929 w 12233785"/>
              <a:gd name="connsiteY1201" fmla="*/ 245 h 949779"/>
              <a:gd name="connsiteX1202" fmla="*/ 9211590 w 12233785"/>
              <a:gd name="connsiteY1202" fmla="*/ 353 h 949779"/>
              <a:gd name="connsiteX1203" fmla="*/ 9204901 w 12233785"/>
              <a:gd name="connsiteY1203" fmla="*/ 435 h 949779"/>
              <a:gd name="connsiteX1204" fmla="*/ 9196761 w 12233785"/>
              <a:gd name="connsiteY1204" fmla="*/ 381 h 949779"/>
              <a:gd name="connsiteX1205" fmla="*/ 9188557 w 12233785"/>
              <a:gd name="connsiteY1205" fmla="*/ 326 h 949779"/>
              <a:gd name="connsiteX1206" fmla="*/ 9149750 w 12233785"/>
              <a:gd name="connsiteY1206" fmla="*/ 4838 h 949779"/>
              <a:gd name="connsiteX1207" fmla="*/ 9133091 w 12233785"/>
              <a:gd name="connsiteY1207" fmla="*/ 6605 h 949779"/>
              <a:gd name="connsiteX1208" fmla="*/ 9105830 w 12233785"/>
              <a:gd name="connsiteY1208" fmla="*/ 5817 h 949779"/>
              <a:gd name="connsiteX1209" fmla="*/ 9104064 w 12233785"/>
              <a:gd name="connsiteY1209" fmla="*/ 5817 h 949779"/>
              <a:gd name="connsiteX1210" fmla="*/ 9093210 w 12233785"/>
              <a:gd name="connsiteY1210" fmla="*/ 17232 h 949779"/>
              <a:gd name="connsiteX1211" fmla="*/ 9083808 w 12233785"/>
              <a:gd name="connsiteY1211" fmla="*/ 24163 h 949779"/>
              <a:gd name="connsiteX1212" fmla="*/ 9077498 w 12233785"/>
              <a:gd name="connsiteY1212" fmla="*/ 24462 h 949779"/>
              <a:gd name="connsiteX1213" fmla="*/ 9073145 w 12233785"/>
              <a:gd name="connsiteY1213" fmla="*/ 24870 h 949779"/>
              <a:gd name="connsiteX1214" fmla="*/ 9061155 w 12233785"/>
              <a:gd name="connsiteY1214" fmla="*/ 22614 h 949779"/>
              <a:gd name="connsiteX1215" fmla="*/ 9049733 w 12233785"/>
              <a:gd name="connsiteY1215" fmla="*/ 20358 h 949779"/>
              <a:gd name="connsiteX1216" fmla="*/ 9043676 w 12233785"/>
              <a:gd name="connsiteY1216" fmla="*/ 21364 h 949779"/>
              <a:gd name="connsiteX1217" fmla="*/ 9020517 w 12233785"/>
              <a:gd name="connsiteY1217" fmla="*/ 24299 h 949779"/>
              <a:gd name="connsiteX1218" fmla="*/ 9016984 w 12233785"/>
              <a:gd name="connsiteY1218" fmla="*/ 24299 h 949779"/>
              <a:gd name="connsiteX1219" fmla="*/ 9013450 w 12233785"/>
              <a:gd name="connsiteY1219" fmla="*/ 24299 h 949779"/>
              <a:gd name="connsiteX1220" fmla="*/ 9006887 w 12233785"/>
              <a:gd name="connsiteY1220" fmla="*/ 24408 h 949779"/>
              <a:gd name="connsiteX1221" fmla="*/ 8974832 w 12233785"/>
              <a:gd name="connsiteY1221" fmla="*/ 24843 h 949779"/>
              <a:gd name="connsiteX1222" fmla="*/ 8973002 w 12233785"/>
              <a:gd name="connsiteY1222" fmla="*/ 24843 h 949779"/>
              <a:gd name="connsiteX1223" fmla="*/ 8961959 w 12233785"/>
              <a:gd name="connsiteY1223" fmla="*/ 24761 h 949779"/>
              <a:gd name="connsiteX1224" fmla="*/ 8950790 w 12233785"/>
              <a:gd name="connsiteY1224" fmla="*/ 24679 h 949779"/>
              <a:gd name="connsiteX1225" fmla="*/ 8936465 w 12233785"/>
              <a:gd name="connsiteY1225" fmla="*/ 25006 h 949779"/>
              <a:gd name="connsiteX1226" fmla="*/ 8933247 w 12233785"/>
              <a:gd name="connsiteY1226" fmla="*/ 31311 h 949779"/>
              <a:gd name="connsiteX1227" fmla="*/ 8936718 w 12233785"/>
              <a:gd name="connsiteY1227" fmla="*/ 32860 h 949779"/>
              <a:gd name="connsiteX1228" fmla="*/ 8938170 w 12233785"/>
              <a:gd name="connsiteY1228" fmla="*/ 32670 h 949779"/>
              <a:gd name="connsiteX1229" fmla="*/ 8938800 w 12233785"/>
              <a:gd name="connsiteY1229" fmla="*/ 32480 h 949779"/>
              <a:gd name="connsiteX1230" fmla="*/ 8936908 w 12233785"/>
              <a:gd name="connsiteY1230" fmla="*/ 33866 h 949779"/>
              <a:gd name="connsiteX1231" fmla="*/ 8918609 w 12233785"/>
              <a:gd name="connsiteY1231" fmla="*/ 37019 h 949779"/>
              <a:gd name="connsiteX1232" fmla="*/ 8903653 w 12233785"/>
              <a:gd name="connsiteY1232" fmla="*/ 34165 h 949779"/>
              <a:gd name="connsiteX1233" fmla="*/ 8910216 w 12233785"/>
              <a:gd name="connsiteY1233" fmla="*/ 26636 h 949779"/>
              <a:gd name="connsiteX1234" fmla="*/ 8866296 w 12233785"/>
              <a:gd name="connsiteY1234" fmla="*/ 18673 h 949779"/>
              <a:gd name="connsiteX1235" fmla="*/ 8863332 w 12233785"/>
              <a:gd name="connsiteY1235" fmla="*/ 18727 h 949779"/>
              <a:gd name="connsiteX1236" fmla="*/ 8857147 w 12233785"/>
              <a:gd name="connsiteY1236" fmla="*/ 25848 h 949779"/>
              <a:gd name="connsiteX1237" fmla="*/ 8853802 w 12233785"/>
              <a:gd name="connsiteY1237" fmla="*/ 30089 h 949779"/>
              <a:gd name="connsiteX1238" fmla="*/ 8838406 w 12233785"/>
              <a:gd name="connsiteY1238" fmla="*/ 30741 h 949779"/>
              <a:gd name="connsiteX1239" fmla="*/ 8834873 w 12233785"/>
              <a:gd name="connsiteY1239" fmla="*/ 30741 h 949779"/>
              <a:gd name="connsiteX1240" fmla="*/ 8802753 w 12233785"/>
              <a:gd name="connsiteY1240" fmla="*/ 30496 h 949779"/>
              <a:gd name="connsiteX1241" fmla="*/ 8797011 w 12233785"/>
              <a:gd name="connsiteY1241" fmla="*/ 30550 h 949779"/>
              <a:gd name="connsiteX1242" fmla="*/ 8784832 w 12233785"/>
              <a:gd name="connsiteY1242" fmla="*/ 30985 h 949779"/>
              <a:gd name="connsiteX1243" fmla="*/ 8765586 w 12233785"/>
              <a:gd name="connsiteY1243" fmla="*/ 42020 h 949779"/>
              <a:gd name="connsiteX1244" fmla="*/ 8731511 w 12233785"/>
              <a:gd name="connsiteY1244" fmla="*/ 36693 h 949779"/>
              <a:gd name="connsiteX1245" fmla="*/ 8720721 w 12233785"/>
              <a:gd name="connsiteY1245" fmla="*/ 36829 h 949779"/>
              <a:gd name="connsiteX1246" fmla="*/ 8709931 w 12233785"/>
              <a:gd name="connsiteY1246" fmla="*/ 36965 h 949779"/>
              <a:gd name="connsiteX1247" fmla="*/ 8681345 w 12233785"/>
              <a:gd name="connsiteY1247" fmla="*/ 33812 h 949779"/>
              <a:gd name="connsiteX1248" fmla="*/ 8655600 w 12233785"/>
              <a:gd name="connsiteY1248" fmla="*/ 30170 h 949779"/>
              <a:gd name="connsiteX1249" fmla="*/ 8627962 w 12233785"/>
              <a:gd name="connsiteY1249" fmla="*/ 34519 h 949779"/>
              <a:gd name="connsiteX1250" fmla="*/ 8618244 w 12233785"/>
              <a:gd name="connsiteY1250" fmla="*/ 36530 h 949779"/>
              <a:gd name="connsiteX1251" fmla="*/ 8616919 w 12233785"/>
              <a:gd name="connsiteY1251" fmla="*/ 36367 h 949779"/>
              <a:gd name="connsiteX1252" fmla="*/ 8598935 w 12233785"/>
              <a:gd name="connsiteY1252" fmla="*/ 33512 h 949779"/>
              <a:gd name="connsiteX1253" fmla="*/ 8567447 w 12233785"/>
              <a:gd name="connsiteY1253" fmla="*/ 39574 h 949779"/>
              <a:gd name="connsiteX1254" fmla="*/ 8540756 w 12233785"/>
              <a:gd name="connsiteY1254" fmla="*/ 43488 h 949779"/>
              <a:gd name="connsiteX1255" fmla="*/ 8514252 w 12233785"/>
              <a:gd name="connsiteY1255" fmla="*/ 40090 h 949779"/>
              <a:gd name="connsiteX1256" fmla="*/ 8499487 w 12233785"/>
              <a:gd name="connsiteY1256" fmla="*/ 37182 h 949779"/>
              <a:gd name="connsiteX1257" fmla="*/ 8491788 w 12233785"/>
              <a:gd name="connsiteY1257" fmla="*/ 38759 h 949779"/>
              <a:gd name="connsiteX1258" fmla="*/ 8481502 w 12233785"/>
              <a:gd name="connsiteY1258" fmla="*/ 41177 h 949779"/>
              <a:gd name="connsiteX1259" fmla="*/ 8471469 w 12233785"/>
              <a:gd name="connsiteY1259" fmla="*/ 37970 h 949779"/>
              <a:gd name="connsiteX1260" fmla="*/ 8456198 w 12233785"/>
              <a:gd name="connsiteY1260" fmla="*/ 32888 h 949779"/>
              <a:gd name="connsiteX1261" fmla="*/ 8441243 w 12233785"/>
              <a:gd name="connsiteY1261" fmla="*/ 36774 h 949779"/>
              <a:gd name="connsiteX1262" fmla="*/ 8435249 w 12233785"/>
              <a:gd name="connsiteY1262" fmla="*/ 37508 h 949779"/>
              <a:gd name="connsiteX1263" fmla="*/ 8428875 w 12233785"/>
              <a:gd name="connsiteY1263" fmla="*/ 37318 h 949779"/>
              <a:gd name="connsiteX1264" fmla="*/ 8426415 w 12233785"/>
              <a:gd name="connsiteY1264" fmla="*/ 37264 h 949779"/>
              <a:gd name="connsiteX1265" fmla="*/ 8410576 w 12233785"/>
              <a:gd name="connsiteY1265" fmla="*/ 48896 h 949779"/>
              <a:gd name="connsiteX1266" fmla="*/ 8378078 w 12233785"/>
              <a:gd name="connsiteY1266" fmla="*/ 42455 h 949779"/>
              <a:gd name="connsiteX1267" fmla="*/ 8370884 w 12233785"/>
              <a:gd name="connsiteY1267" fmla="*/ 43108 h 949779"/>
              <a:gd name="connsiteX1268" fmla="*/ 8364408 w 12233785"/>
              <a:gd name="connsiteY1268" fmla="*/ 45442 h 949779"/>
              <a:gd name="connsiteX1269" fmla="*/ 8359756 w 12233785"/>
              <a:gd name="connsiteY1269" fmla="*/ 44684 h 949779"/>
              <a:gd name="connsiteX1270" fmla="*/ 8348208 w 12233785"/>
              <a:gd name="connsiteY1270" fmla="*/ 43678 h 949779"/>
              <a:gd name="connsiteX1271" fmla="*/ 8329593 w 12233785"/>
              <a:gd name="connsiteY1271" fmla="*/ 48271 h 949779"/>
              <a:gd name="connsiteX1272" fmla="*/ 8303216 w 12233785"/>
              <a:gd name="connsiteY1272" fmla="*/ 45417 h 949779"/>
              <a:gd name="connsiteX1273" fmla="*/ 8275388 w 12233785"/>
              <a:gd name="connsiteY1273" fmla="*/ 49848 h 949779"/>
              <a:gd name="connsiteX1274" fmla="*/ 8271726 w 12233785"/>
              <a:gd name="connsiteY1274" fmla="*/ 49250 h 949779"/>
              <a:gd name="connsiteX1275" fmla="*/ 8270679 w 12233785"/>
              <a:gd name="connsiteY1275" fmla="*/ 48136 h 949779"/>
              <a:gd name="connsiteX1276" fmla="*/ 8283616 w 12233785"/>
              <a:gd name="connsiteY1276" fmla="*/ 43216 h 949779"/>
              <a:gd name="connsiteX1277" fmla="*/ 8315039 w 12233785"/>
              <a:gd name="connsiteY1277" fmla="*/ 41667 h 949779"/>
              <a:gd name="connsiteX1278" fmla="*/ 8319835 w 12233785"/>
              <a:gd name="connsiteY1278" fmla="*/ 36720 h 949779"/>
              <a:gd name="connsiteX1279" fmla="*/ 8313841 w 12233785"/>
              <a:gd name="connsiteY1279" fmla="*/ 32045 h 949779"/>
              <a:gd name="connsiteX1280" fmla="*/ 8291882 w 12233785"/>
              <a:gd name="connsiteY1280" fmla="*/ 30768 h 949779"/>
              <a:gd name="connsiteX1281" fmla="*/ 8235090 w 12233785"/>
              <a:gd name="connsiteY1281" fmla="*/ 38514 h 949779"/>
              <a:gd name="connsiteX1282" fmla="*/ 8234006 w 12233785"/>
              <a:gd name="connsiteY1282" fmla="*/ 43231 h 949779"/>
              <a:gd name="connsiteX1283" fmla="*/ 8231532 w 12233785"/>
              <a:gd name="connsiteY1283" fmla="*/ 42863 h 949779"/>
              <a:gd name="connsiteX1284" fmla="*/ 8208500 w 12233785"/>
              <a:gd name="connsiteY1284" fmla="*/ 46423 h 949779"/>
              <a:gd name="connsiteX1285" fmla="*/ 8193132 w 12233785"/>
              <a:gd name="connsiteY1285" fmla="*/ 50123 h 949779"/>
              <a:gd name="connsiteX1286" fmla="*/ 8177793 w 12233785"/>
              <a:gd name="connsiteY1286" fmla="*/ 42211 h 949779"/>
              <a:gd name="connsiteX1287" fmla="*/ 8168707 w 12233785"/>
              <a:gd name="connsiteY1287" fmla="*/ 37073 h 949779"/>
              <a:gd name="connsiteX1288" fmla="*/ 8153499 w 12233785"/>
              <a:gd name="connsiteY1288" fmla="*/ 44167 h 949779"/>
              <a:gd name="connsiteX1289" fmla="*/ 8145400 w 12233785"/>
              <a:gd name="connsiteY1289" fmla="*/ 47117 h 949779"/>
              <a:gd name="connsiteX1290" fmla="*/ 8139088 w 12233785"/>
              <a:gd name="connsiteY1290" fmla="*/ 45091 h 949779"/>
              <a:gd name="connsiteX1291" fmla="*/ 8131263 w 12233785"/>
              <a:gd name="connsiteY1291" fmla="*/ 47021 h 949779"/>
              <a:gd name="connsiteX1292" fmla="*/ 8126973 w 12233785"/>
              <a:gd name="connsiteY1292" fmla="*/ 47972 h 949779"/>
              <a:gd name="connsiteX1293" fmla="*/ 8119779 w 12233785"/>
              <a:gd name="connsiteY1293" fmla="*/ 46342 h 949779"/>
              <a:gd name="connsiteX1294" fmla="*/ 8112207 w 12233785"/>
              <a:gd name="connsiteY1294" fmla="*/ 44711 h 949779"/>
              <a:gd name="connsiteX1295" fmla="*/ 8105455 w 12233785"/>
              <a:gd name="connsiteY1295" fmla="*/ 46559 h 949779"/>
              <a:gd name="connsiteX1296" fmla="*/ 8095611 w 12233785"/>
              <a:gd name="connsiteY1296" fmla="*/ 48951 h 949779"/>
              <a:gd name="connsiteX1297" fmla="*/ 8077122 w 12233785"/>
              <a:gd name="connsiteY1297" fmla="*/ 45037 h 949779"/>
              <a:gd name="connsiteX1298" fmla="*/ 8069234 w 12233785"/>
              <a:gd name="connsiteY1298" fmla="*/ 47646 h 949779"/>
              <a:gd name="connsiteX1299" fmla="*/ 8069234 w 12233785"/>
              <a:gd name="connsiteY1299" fmla="*/ 50636 h 949779"/>
              <a:gd name="connsiteX1300" fmla="*/ 8065007 w 12233785"/>
              <a:gd name="connsiteY1300" fmla="*/ 58980 h 949779"/>
              <a:gd name="connsiteX1301" fmla="*/ 8060716 w 12233785"/>
              <a:gd name="connsiteY1301" fmla="*/ 59496 h 949779"/>
              <a:gd name="connsiteX1302" fmla="*/ 8046644 w 12233785"/>
              <a:gd name="connsiteY1302" fmla="*/ 53490 h 949779"/>
              <a:gd name="connsiteX1303" fmla="*/ 8036991 w 12233785"/>
              <a:gd name="connsiteY1303" fmla="*/ 50908 h 949779"/>
              <a:gd name="connsiteX1304" fmla="*/ 8025758 w 12233785"/>
              <a:gd name="connsiteY1304" fmla="*/ 52865 h 949779"/>
              <a:gd name="connsiteX1305" fmla="*/ 8021972 w 12233785"/>
              <a:gd name="connsiteY1305" fmla="*/ 53327 h 949779"/>
              <a:gd name="connsiteX1306" fmla="*/ 8008720 w 12233785"/>
              <a:gd name="connsiteY1306" fmla="*/ 46505 h 949779"/>
              <a:gd name="connsiteX1307" fmla="*/ 8021783 w 12233785"/>
              <a:gd name="connsiteY1307" fmla="*/ 42699 h 949779"/>
              <a:gd name="connsiteX1308" fmla="*/ 8026325 w 12233785"/>
              <a:gd name="connsiteY1308" fmla="*/ 40634 h 949779"/>
              <a:gd name="connsiteX1309" fmla="*/ 8024496 w 12233785"/>
              <a:gd name="connsiteY1309" fmla="*/ 38759 h 949779"/>
              <a:gd name="connsiteX1310" fmla="*/ 8019195 w 12233785"/>
              <a:gd name="connsiteY1310" fmla="*/ 37318 h 949779"/>
              <a:gd name="connsiteX1311" fmla="*/ 8009478 w 12233785"/>
              <a:gd name="connsiteY1311" fmla="*/ 37644 h 949779"/>
              <a:gd name="connsiteX1312" fmla="*/ 7971427 w 12233785"/>
              <a:gd name="connsiteY1312" fmla="*/ 34138 h 949779"/>
              <a:gd name="connsiteX1313" fmla="*/ 7933314 w 12233785"/>
              <a:gd name="connsiteY1313" fmla="*/ 30632 h 949779"/>
              <a:gd name="connsiteX1314" fmla="*/ 7932178 w 12233785"/>
              <a:gd name="connsiteY1314" fmla="*/ 30632 h 949779"/>
              <a:gd name="connsiteX1315" fmla="*/ 7921892 w 12233785"/>
              <a:gd name="connsiteY1315" fmla="*/ 30659 h 949779"/>
              <a:gd name="connsiteX1316" fmla="*/ 7908389 w 12233785"/>
              <a:gd name="connsiteY1316" fmla="*/ 30632 h 949779"/>
              <a:gd name="connsiteX1317" fmla="*/ 7894884 w 12233785"/>
              <a:gd name="connsiteY1317" fmla="*/ 30604 h 949779"/>
              <a:gd name="connsiteX1318" fmla="*/ 7874377 w 12233785"/>
              <a:gd name="connsiteY1318" fmla="*/ 30768 h 949779"/>
              <a:gd name="connsiteX1319" fmla="*/ 7850462 w 12233785"/>
              <a:gd name="connsiteY1319" fmla="*/ 33540 h 949779"/>
              <a:gd name="connsiteX1320" fmla="*/ 7825662 w 12233785"/>
              <a:gd name="connsiteY1320" fmla="*/ 36829 h 949779"/>
              <a:gd name="connsiteX1321" fmla="*/ 7812474 w 12233785"/>
              <a:gd name="connsiteY1321" fmla="*/ 36448 h 949779"/>
              <a:gd name="connsiteX1322" fmla="*/ 7799223 w 12233785"/>
              <a:gd name="connsiteY1322" fmla="*/ 36068 h 949779"/>
              <a:gd name="connsiteX1323" fmla="*/ 7794427 w 12233785"/>
              <a:gd name="connsiteY1323" fmla="*/ 36149 h 949779"/>
              <a:gd name="connsiteX1324" fmla="*/ 7739970 w 12233785"/>
              <a:gd name="connsiteY1324" fmla="*/ 29572 h 949779"/>
              <a:gd name="connsiteX1325" fmla="*/ 7727665 w 12233785"/>
              <a:gd name="connsiteY1325" fmla="*/ 26283 h 949779"/>
              <a:gd name="connsiteX1326" fmla="*/ 7721923 w 12233785"/>
              <a:gd name="connsiteY1326" fmla="*/ 29599 h 949779"/>
              <a:gd name="connsiteX1327" fmla="*/ 7728297 w 12233785"/>
              <a:gd name="connsiteY1327" fmla="*/ 37481 h 949779"/>
              <a:gd name="connsiteX1328" fmla="*/ 7726971 w 12233785"/>
              <a:gd name="connsiteY1328" fmla="*/ 41884 h 949779"/>
              <a:gd name="connsiteX1329" fmla="*/ 7697314 w 12233785"/>
              <a:gd name="connsiteY1329" fmla="*/ 43080 h 949779"/>
              <a:gd name="connsiteX1330" fmla="*/ 7682863 w 12233785"/>
              <a:gd name="connsiteY1330" fmla="*/ 42319 h 949779"/>
              <a:gd name="connsiteX1331" fmla="*/ 7660651 w 12233785"/>
              <a:gd name="connsiteY1331" fmla="*/ 40498 h 949779"/>
              <a:gd name="connsiteX1332" fmla="*/ 7643550 w 12233785"/>
              <a:gd name="connsiteY1332" fmla="*/ 42373 h 949779"/>
              <a:gd name="connsiteX1333" fmla="*/ 7640584 w 12233785"/>
              <a:gd name="connsiteY1333" fmla="*/ 42699 h 949779"/>
              <a:gd name="connsiteX1334" fmla="*/ 7631371 w 12233785"/>
              <a:gd name="connsiteY1334" fmla="*/ 40933 h 949779"/>
              <a:gd name="connsiteX1335" fmla="*/ 7620897 w 12233785"/>
              <a:gd name="connsiteY1335" fmla="*/ 39166 h 949779"/>
              <a:gd name="connsiteX1336" fmla="*/ 7610863 w 12233785"/>
              <a:gd name="connsiteY1336" fmla="*/ 41259 h 949779"/>
              <a:gd name="connsiteX1337" fmla="*/ 7599948 w 12233785"/>
              <a:gd name="connsiteY1337" fmla="*/ 43108 h 949779"/>
              <a:gd name="connsiteX1338" fmla="*/ 7575338 w 12233785"/>
              <a:gd name="connsiteY1338" fmla="*/ 38677 h 949779"/>
              <a:gd name="connsiteX1339" fmla="*/ 7566693 w 12233785"/>
              <a:gd name="connsiteY1339" fmla="*/ 37726 h 949779"/>
              <a:gd name="connsiteX1340" fmla="*/ 7558048 w 12233785"/>
              <a:gd name="connsiteY1340" fmla="*/ 38759 h 949779"/>
              <a:gd name="connsiteX1341" fmla="*/ 7521322 w 12233785"/>
              <a:gd name="connsiteY1341" fmla="*/ 42645 h 949779"/>
              <a:gd name="connsiteX1342" fmla="*/ 7513182 w 12233785"/>
              <a:gd name="connsiteY1342" fmla="*/ 42836 h 949779"/>
              <a:gd name="connsiteX1343" fmla="*/ 7473681 w 12233785"/>
              <a:gd name="connsiteY1343" fmla="*/ 27914 h 949779"/>
              <a:gd name="connsiteX1344" fmla="*/ 7469830 w 12233785"/>
              <a:gd name="connsiteY1344" fmla="*/ 25467 h 949779"/>
              <a:gd name="connsiteX1345" fmla="*/ 7464026 w 12233785"/>
              <a:gd name="connsiteY1345" fmla="*/ 30143 h 949779"/>
              <a:gd name="connsiteX1346" fmla="*/ 7468507 w 12233785"/>
              <a:gd name="connsiteY1346" fmla="*/ 41830 h 949779"/>
              <a:gd name="connsiteX1347" fmla="*/ 7472860 w 12233785"/>
              <a:gd name="connsiteY1347" fmla="*/ 46668 h 949779"/>
              <a:gd name="connsiteX1348" fmla="*/ 7464973 w 12233785"/>
              <a:gd name="connsiteY1348" fmla="*/ 48543 h 949779"/>
              <a:gd name="connsiteX1349" fmla="*/ 7455570 w 12233785"/>
              <a:gd name="connsiteY1349" fmla="*/ 47428 h 949779"/>
              <a:gd name="connsiteX1350" fmla="*/ 7432476 w 12233785"/>
              <a:gd name="connsiteY1350" fmla="*/ 43216 h 949779"/>
              <a:gd name="connsiteX1351" fmla="*/ 7358709 w 12233785"/>
              <a:gd name="connsiteY1351" fmla="*/ 37318 h 949779"/>
              <a:gd name="connsiteX1352" fmla="*/ 7346341 w 12233785"/>
              <a:gd name="connsiteY1352" fmla="*/ 36041 h 949779"/>
              <a:gd name="connsiteX1353" fmla="*/ 7321920 w 12233785"/>
              <a:gd name="connsiteY1353" fmla="*/ 37019 h 949779"/>
              <a:gd name="connsiteX1354" fmla="*/ 7310941 w 12233785"/>
              <a:gd name="connsiteY1354" fmla="*/ 42672 h 949779"/>
              <a:gd name="connsiteX1355" fmla="*/ 7290433 w 12233785"/>
              <a:gd name="connsiteY1355" fmla="*/ 42890 h 949779"/>
              <a:gd name="connsiteX1356" fmla="*/ 7283491 w 12233785"/>
              <a:gd name="connsiteY1356" fmla="*/ 42890 h 949779"/>
              <a:gd name="connsiteX1357" fmla="*/ 7276361 w 12233785"/>
              <a:gd name="connsiteY1357" fmla="*/ 42890 h 949779"/>
              <a:gd name="connsiteX1358" fmla="*/ 7259576 w 12233785"/>
              <a:gd name="connsiteY1358" fmla="*/ 43025 h 949779"/>
              <a:gd name="connsiteX1359" fmla="*/ 7197800 w 12233785"/>
              <a:gd name="connsiteY1359" fmla="*/ 47428 h 949779"/>
              <a:gd name="connsiteX1360" fmla="*/ 7172874 w 12233785"/>
              <a:gd name="connsiteY1360" fmla="*/ 49848 h 949779"/>
              <a:gd name="connsiteX1361" fmla="*/ 7131290 w 12233785"/>
              <a:gd name="connsiteY1361" fmla="*/ 43189 h 949779"/>
              <a:gd name="connsiteX1362" fmla="*/ 7109331 w 12233785"/>
              <a:gd name="connsiteY1362" fmla="*/ 38433 h 949779"/>
              <a:gd name="connsiteX1363" fmla="*/ 7092861 w 12233785"/>
              <a:gd name="connsiteY1363" fmla="*/ 42672 h 949779"/>
              <a:gd name="connsiteX1364" fmla="*/ 7085605 w 12233785"/>
              <a:gd name="connsiteY1364" fmla="*/ 43596 h 949779"/>
              <a:gd name="connsiteX1365" fmla="*/ 7069198 w 12233785"/>
              <a:gd name="connsiteY1365" fmla="*/ 41368 h 949779"/>
              <a:gd name="connsiteX1366" fmla="*/ 7051781 w 12233785"/>
              <a:gd name="connsiteY1366" fmla="*/ 37399 h 949779"/>
              <a:gd name="connsiteX1367" fmla="*/ 7026731 w 12233785"/>
              <a:gd name="connsiteY1367" fmla="*/ 45200 h 949779"/>
              <a:gd name="connsiteX1368" fmla="*/ 7018591 w 12233785"/>
              <a:gd name="connsiteY1368" fmla="*/ 47510 h 949779"/>
              <a:gd name="connsiteX1369" fmla="*/ 7011587 w 12233785"/>
              <a:gd name="connsiteY1369" fmla="*/ 42020 h 949779"/>
              <a:gd name="connsiteX1370" fmla="*/ 7004645 w 12233785"/>
              <a:gd name="connsiteY1370" fmla="*/ 37644 h 949779"/>
              <a:gd name="connsiteX1371" fmla="*/ 7004519 w 12233785"/>
              <a:gd name="connsiteY1371" fmla="*/ 37644 h 949779"/>
              <a:gd name="connsiteX1372" fmla="*/ 6999219 w 12233785"/>
              <a:gd name="connsiteY1372" fmla="*/ 37808 h 949779"/>
              <a:gd name="connsiteX1373" fmla="*/ 6966469 w 12233785"/>
              <a:gd name="connsiteY1373" fmla="*/ 25413 h 949779"/>
              <a:gd name="connsiteX1374" fmla="*/ 6944257 w 12233785"/>
              <a:gd name="connsiteY1374" fmla="*/ 20113 h 949779"/>
              <a:gd name="connsiteX1375" fmla="*/ 6926714 w 12233785"/>
              <a:gd name="connsiteY1375" fmla="*/ 18075 h 949779"/>
              <a:gd name="connsiteX1376" fmla="*/ 6904124 w 12233785"/>
              <a:gd name="connsiteY1376" fmla="*/ 23212 h 949779"/>
              <a:gd name="connsiteX1377" fmla="*/ 6889422 w 12233785"/>
              <a:gd name="connsiteY1377" fmla="*/ 28267 h 949779"/>
              <a:gd name="connsiteX1378" fmla="*/ 6871563 w 12233785"/>
              <a:gd name="connsiteY1378" fmla="*/ 20792 h 949779"/>
              <a:gd name="connsiteX1379" fmla="*/ 6870049 w 12233785"/>
              <a:gd name="connsiteY1379" fmla="*/ 18211 h 949779"/>
              <a:gd name="connsiteX1380" fmla="*/ 6837614 w 12233785"/>
              <a:gd name="connsiteY1380" fmla="*/ 10763 h 949779"/>
              <a:gd name="connsiteX1381" fmla="*/ 6815340 w 12233785"/>
              <a:gd name="connsiteY1381" fmla="*/ 6523 h 949779"/>
              <a:gd name="connsiteX1382" fmla="*/ 6806000 w 12233785"/>
              <a:gd name="connsiteY1382" fmla="*/ 19596 h 949779"/>
              <a:gd name="connsiteX1383" fmla="*/ 6805370 w 12233785"/>
              <a:gd name="connsiteY1383" fmla="*/ 25740 h 949779"/>
              <a:gd name="connsiteX1384" fmla="*/ 6802025 w 12233785"/>
              <a:gd name="connsiteY1384" fmla="*/ 28158 h 949779"/>
              <a:gd name="connsiteX1385" fmla="*/ 6792181 w 12233785"/>
              <a:gd name="connsiteY1385" fmla="*/ 26392 h 949779"/>
              <a:gd name="connsiteX1386" fmla="*/ 6780192 w 12233785"/>
              <a:gd name="connsiteY1386" fmla="*/ 15982 h 949779"/>
              <a:gd name="connsiteX1387" fmla="*/ 6774197 w 12233785"/>
              <a:gd name="connsiteY1387" fmla="*/ 1848 h 949779"/>
              <a:gd name="connsiteX1388" fmla="*/ 6752807 w 12233785"/>
              <a:gd name="connsiteY1388" fmla="*/ 0 h 949779"/>
              <a:gd name="connsiteX1389" fmla="*/ 6753500 w 12233785"/>
              <a:gd name="connsiteY1389" fmla="*/ 245 h 949779"/>
              <a:gd name="connsiteX1390" fmla="*/ 6744161 w 12233785"/>
              <a:gd name="connsiteY1390" fmla="*/ 353 h 949779"/>
              <a:gd name="connsiteX1391" fmla="*/ 6737472 w 12233785"/>
              <a:gd name="connsiteY1391" fmla="*/ 435 h 949779"/>
              <a:gd name="connsiteX1392" fmla="*/ 6729333 w 12233785"/>
              <a:gd name="connsiteY1392" fmla="*/ 381 h 949779"/>
              <a:gd name="connsiteX1393" fmla="*/ 6721129 w 12233785"/>
              <a:gd name="connsiteY1393" fmla="*/ 326 h 949779"/>
              <a:gd name="connsiteX1394" fmla="*/ 6682321 w 12233785"/>
              <a:gd name="connsiteY1394" fmla="*/ 4838 h 949779"/>
              <a:gd name="connsiteX1395" fmla="*/ 6665662 w 12233785"/>
              <a:gd name="connsiteY1395" fmla="*/ 6605 h 949779"/>
              <a:gd name="connsiteX1396" fmla="*/ 6638402 w 12233785"/>
              <a:gd name="connsiteY1396" fmla="*/ 5817 h 949779"/>
              <a:gd name="connsiteX1397" fmla="*/ 6636635 w 12233785"/>
              <a:gd name="connsiteY1397" fmla="*/ 5817 h 949779"/>
              <a:gd name="connsiteX1398" fmla="*/ 6625782 w 12233785"/>
              <a:gd name="connsiteY1398" fmla="*/ 17232 h 949779"/>
              <a:gd name="connsiteX1399" fmla="*/ 6616380 w 12233785"/>
              <a:gd name="connsiteY1399" fmla="*/ 24163 h 949779"/>
              <a:gd name="connsiteX1400" fmla="*/ 6610069 w 12233785"/>
              <a:gd name="connsiteY1400" fmla="*/ 24462 h 949779"/>
              <a:gd name="connsiteX1401" fmla="*/ 6605716 w 12233785"/>
              <a:gd name="connsiteY1401" fmla="*/ 24870 h 949779"/>
              <a:gd name="connsiteX1402" fmla="*/ 6593727 w 12233785"/>
              <a:gd name="connsiteY1402" fmla="*/ 22614 h 949779"/>
              <a:gd name="connsiteX1403" fmla="*/ 6582305 w 12233785"/>
              <a:gd name="connsiteY1403" fmla="*/ 20358 h 949779"/>
              <a:gd name="connsiteX1404" fmla="*/ 6576247 w 12233785"/>
              <a:gd name="connsiteY1404" fmla="*/ 21364 h 949779"/>
              <a:gd name="connsiteX1405" fmla="*/ 6553089 w 12233785"/>
              <a:gd name="connsiteY1405" fmla="*/ 24299 h 949779"/>
              <a:gd name="connsiteX1406" fmla="*/ 6549555 w 12233785"/>
              <a:gd name="connsiteY1406" fmla="*/ 24299 h 949779"/>
              <a:gd name="connsiteX1407" fmla="*/ 6546021 w 12233785"/>
              <a:gd name="connsiteY1407" fmla="*/ 24299 h 949779"/>
              <a:gd name="connsiteX1408" fmla="*/ 6539459 w 12233785"/>
              <a:gd name="connsiteY1408" fmla="*/ 24408 h 949779"/>
              <a:gd name="connsiteX1409" fmla="*/ 6507403 w 12233785"/>
              <a:gd name="connsiteY1409" fmla="*/ 24843 h 949779"/>
              <a:gd name="connsiteX1410" fmla="*/ 6505573 w 12233785"/>
              <a:gd name="connsiteY1410" fmla="*/ 24843 h 949779"/>
              <a:gd name="connsiteX1411" fmla="*/ 6494530 w 12233785"/>
              <a:gd name="connsiteY1411" fmla="*/ 24761 h 949779"/>
              <a:gd name="connsiteX1412" fmla="*/ 6483362 w 12233785"/>
              <a:gd name="connsiteY1412" fmla="*/ 24679 h 949779"/>
              <a:gd name="connsiteX1413" fmla="*/ 6469037 w 12233785"/>
              <a:gd name="connsiteY1413" fmla="*/ 25006 h 949779"/>
              <a:gd name="connsiteX1414" fmla="*/ 6465819 w 12233785"/>
              <a:gd name="connsiteY1414" fmla="*/ 31311 h 949779"/>
              <a:gd name="connsiteX1415" fmla="*/ 6469290 w 12233785"/>
              <a:gd name="connsiteY1415" fmla="*/ 32860 h 949779"/>
              <a:gd name="connsiteX1416" fmla="*/ 6470741 w 12233785"/>
              <a:gd name="connsiteY1416" fmla="*/ 32670 h 949779"/>
              <a:gd name="connsiteX1417" fmla="*/ 6471372 w 12233785"/>
              <a:gd name="connsiteY1417" fmla="*/ 32480 h 949779"/>
              <a:gd name="connsiteX1418" fmla="*/ 6469479 w 12233785"/>
              <a:gd name="connsiteY1418" fmla="*/ 33866 h 949779"/>
              <a:gd name="connsiteX1419" fmla="*/ 6451180 w 12233785"/>
              <a:gd name="connsiteY1419" fmla="*/ 37019 h 949779"/>
              <a:gd name="connsiteX1420" fmla="*/ 6436225 w 12233785"/>
              <a:gd name="connsiteY1420" fmla="*/ 34165 h 949779"/>
              <a:gd name="connsiteX1421" fmla="*/ 6442787 w 12233785"/>
              <a:gd name="connsiteY1421" fmla="*/ 26636 h 949779"/>
              <a:gd name="connsiteX1422" fmla="*/ 6398868 w 12233785"/>
              <a:gd name="connsiteY1422" fmla="*/ 18673 h 949779"/>
              <a:gd name="connsiteX1423" fmla="*/ 6395903 w 12233785"/>
              <a:gd name="connsiteY1423" fmla="*/ 18727 h 949779"/>
              <a:gd name="connsiteX1424" fmla="*/ 6389718 w 12233785"/>
              <a:gd name="connsiteY1424" fmla="*/ 25848 h 949779"/>
              <a:gd name="connsiteX1425" fmla="*/ 6386374 w 12233785"/>
              <a:gd name="connsiteY1425" fmla="*/ 30089 h 949779"/>
              <a:gd name="connsiteX1426" fmla="*/ 6370977 w 12233785"/>
              <a:gd name="connsiteY1426" fmla="*/ 30741 h 949779"/>
              <a:gd name="connsiteX1427" fmla="*/ 6367444 w 12233785"/>
              <a:gd name="connsiteY1427" fmla="*/ 30741 h 949779"/>
              <a:gd name="connsiteX1428" fmla="*/ 6335325 w 12233785"/>
              <a:gd name="connsiteY1428" fmla="*/ 30496 h 949779"/>
              <a:gd name="connsiteX1429" fmla="*/ 6329582 w 12233785"/>
              <a:gd name="connsiteY1429" fmla="*/ 30550 h 949779"/>
              <a:gd name="connsiteX1430" fmla="*/ 6317404 w 12233785"/>
              <a:gd name="connsiteY1430" fmla="*/ 30985 h 949779"/>
              <a:gd name="connsiteX1431" fmla="*/ 6298158 w 12233785"/>
              <a:gd name="connsiteY1431" fmla="*/ 42020 h 949779"/>
              <a:gd name="connsiteX1432" fmla="*/ 6264083 w 12233785"/>
              <a:gd name="connsiteY1432" fmla="*/ 36693 h 949779"/>
              <a:gd name="connsiteX1433" fmla="*/ 6253293 w 12233785"/>
              <a:gd name="connsiteY1433" fmla="*/ 36829 h 949779"/>
              <a:gd name="connsiteX1434" fmla="*/ 6242502 w 12233785"/>
              <a:gd name="connsiteY1434" fmla="*/ 36965 h 949779"/>
              <a:gd name="connsiteX1435" fmla="*/ 6213917 w 12233785"/>
              <a:gd name="connsiteY1435" fmla="*/ 33812 h 949779"/>
              <a:gd name="connsiteX1436" fmla="*/ 6188171 w 12233785"/>
              <a:gd name="connsiteY1436" fmla="*/ 30170 h 949779"/>
              <a:gd name="connsiteX1437" fmla="*/ 6160533 w 12233785"/>
              <a:gd name="connsiteY1437" fmla="*/ 34519 h 949779"/>
              <a:gd name="connsiteX1438" fmla="*/ 6150815 w 12233785"/>
              <a:gd name="connsiteY1438" fmla="*/ 36530 h 949779"/>
              <a:gd name="connsiteX1439" fmla="*/ 6149490 w 12233785"/>
              <a:gd name="connsiteY1439" fmla="*/ 36367 h 949779"/>
              <a:gd name="connsiteX1440" fmla="*/ 6131506 w 12233785"/>
              <a:gd name="connsiteY1440" fmla="*/ 33512 h 949779"/>
              <a:gd name="connsiteX1441" fmla="*/ 6100018 w 12233785"/>
              <a:gd name="connsiteY1441" fmla="*/ 39574 h 949779"/>
              <a:gd name="connsiteX1442" fmla="*/ 6073327 w 12233785"/>
              <a:gd name="connsiteY1442" fmla="*/ 43488 h 949779"/>
              <a:gd name="connsiteX1443" fmla="*/ 6046824 w 12233785"/>
              <a:gd name="connsiteY1443" fmla="*/ 40090 h 949779"/>
              <a:gd name="connsiteX1444" fmla="*/ 6032058 w 12233785"/>
              <a:gd name="connsiteY1444" fmla="*/ 37182 h 949779"/>
              <a:gd name="connsiteX1445" fmla="*/ 6024360 w 12233785"/>
              <a:gd name="connsiteY1445" fmla="*/ 38759 h 949779"/>
              <a:gd name="connsiteX1446" fmla="*/ 6014074 w 12233785"/>
              <a:gd name="connsiteY1446" fmla="*/ 41177 h 949779"/>
              <a:gd name="connsiteX1447" fmla="*/ 6004041 w 12233785"/>
              <a:gd name="connsiteY1447" fmla="*/ 37970 h 949779"/>
              <a:gd name="connsiteX1448" fmla="*/ 5988770 w 12233785"/>
              <a:gd name="connsiteY1448" fmla="*/ 32888 h 949779"/>
              <a:gd name="connsiteX1449" fmla="*/ 5973815 w 12233785"/>
              <a:gd name="connsiteY1449" fmla="*/ 36774 h 949779"/>
              <a:gd name="connsiteX1450" fmla="*/ 5967821 w 12233785"/>
              <a:gd name="connsiteY1450" fmla="*/ 37508 h 949779"/>
              <a:gd name="connsiteX1451" fmla="*/ 5961447 w 12233785"/>
              <a:gd name="connsiteY1451" fmla="*/ 37318 h 949779"/>
              <a:gd name="connsiteX1452" fmla="*/ 5958987 w 12233785"/>
              <a:gd name="connsiteY1452" fmla="*/ 37264 h 949779"/>
              <a:gd name="connsiteX1453" fmla="*/ 5943148 w 12233785"/>
              <a:gd name="connsiteY1453" fmla="*/ 48896 h 949779"/>
              <a:gd name="connsiteX1454" fmla="*/ 5910650 w 12233785"/>
              <a:gd name="connsiteY1454" fmla="*/ 42455 h 949779"/>
              <a:gd name="connsiteX1455" fmla="*/ 5903456 w 12233785"/>
              <a:gd name="connsiteY1455" fmla="*/ 43108 h 949779"/>
              <a:gd name="connsiteX1456" fmla="*/ 5894559 w 12233785"/>
              <a:gd name="connsiteY1456" fmla="*/ 46314 h 949779"/>
              <a:gd name="connsiteX1457" fmla="*/ 5897903 w 12233785"/>
              <a:gd name="connsiteY1457" fmla="*/ 48788 h 949779"/>
              <a:gd name="connsiteX1458" fmla="*/ 5912417 w 12233785"/>
              <a:gd name="connsiteY1458" fmla="*/ 54523 h 949779"/>
              <a:gd name="connsiteX1459" fmla="*/ 5936017 w 12233785"/>
              <a:gd name="connsiteY1459" fmla="*/ 67215 h 949779"/>
              <a:gd name="connsiteX1460" fmla="*/ 5939488 w 12233785"/>
              <a:gd name="connsiteY1460" fmla="*/ 72190 h 949779"/>
              <a:gd name="connsiteX1461" fmla="*/ 5929518 w 12233785"/>
              <a:gd name="connsiteY1461" fmla="*/ 73576 h 949779"/>
              <a:gd name="connsiteX1462" fmla="*/ 5928003 w 12233785"/>
              <a:gd name="connsiteY1462" fmla="*/ 73385 h 949779"/>
              <a:gd name="connsiteX1463" fmla="*/ 5882065 w 12233785"/>
              <a:gd name="connsiteY1463" fmla="*/ 67841 h 949779"/>
              <a:gd name="connsiteX1464" fmla="*/ 5879289 w 12233785"/>
              <a:gd name="connsiteY1464" fmla="*/ 67841 h 949779"/>
              <a:gd name="connsiteX1465" fmla="*/ 5876196 w 12233785"/>
              <a:gd name="connsiteY1465" fmla="*/ 67841 h 949779"/>
              <a:gd name="connsiteX1466" fmla="*/ 5867110 w 12233785"/>
              <a:gd name="connsiteY1466" fmla="*/ 67759 h 949779"/>
              <a:gd name="connsiteX1467" fmla="*/ 5810634 w 12233785"/>
              <a:gd name="connsiteY1467" fmla="*/ 55990 h 949779"/>
              <a:gd name="connsiteX1468" fmla="*/ 5803251 w 12233785"/>
              <a:gd name="connsiteY1468" fmla="*/ 48136 h 949779"/>
              <a:gd name="connsiteX1469" fmla="*/ 5816187 w 12233785"/>
              <a:gd name="connsiteY1469" fmla="*/ 43216 h 949779"/>
              <a:gd name="connsiteX1470" fmla="*/ 5847611 w 12233785"/>
              <a:gd name="connsiteY1470" fmla="*/ 41667 h 949779"/>
              <a:gd name="connsiteX1471" fmla="*/ 5852407 w 12233785"/>
              <a:gd name="connsiteY1471" fmla="*/ 36720 h 949779"/>
              <a:gd name="connsiteX1472" fmla="*/ 5846412 w 12233785"/>
              <a:gd name="connsiteY1472" fmla="*/ 32045 h 949779"/>
              <a:gd name="connsiteX1473" fmla="*/ 5824453 w 12233785"/>
              <a:gd name="connsiteY1473" fmla="*/ 30768 h 949779"/>
              <a:gd name="connsiteX1474" fmla="*/ 5767662 w 12233785"/>
              <a:gd name="connsiteY1474" fmla="*/ 38514 h 949779"/>
              <a:gd name="connsiteX1475" fmla="*/ 5765832 w 12233785"/>
              <a:gd name="connsiteY1475" fmla="*/ 46478 h 949779"/>
              <a:gd name="connsiteX1476" fmla="*/ 5777000 w 12233785"/>
              <a:gd name="connsiteY1476" fmla="*/ 49114 h 949779"/>
              <a:gd name="connsiteX1477" fmla="*/ 5787413 w 12233785"/>
              <a:gd name="connsiteY1477" fmla="*/ 58137 h 949779"/>
              <a:gd name="connsiteX1478" fmla="*/ 5772457 w 12233785"/>
              <a:gd name="connsiteY1478" fmla="*/ 61481 h 949779"/>
              <a:gd name="connsiteX1479" fmla="*/ 5770690 w 12233785"/>
              <a:gd name="connsiteY1479" fmla="*/ 61372 h 949779"/>
              <a:gd name="connsiteX1480" fmla="*/ 5710365 w 12233785"/>
              <a:gd name="connsiteY1480" fmla="*/ 42211 h 949779"/>
              <a:gd name="connsiteX1481" fmla="*/ 5701279 w 12233785"/>
              <a:gd name="connsiteY1481" fmla="*/ 37073 h 949779"/>
              <a:gd name="connsiteX1482" fmla="*/ 5686071 w 12233785"/>
              <a:gd name="connsiteY1482" fmla="*/ 44167 h 949779"/>
              <a:gd name="connsiteX1483" fmla="*/ 5672188 w 12233785"/>
              <a:gd name="connsiteY1483" fmla="*/ 49222 h 949779"/>
              <a:gd name="connsiteX1484" fmla="*/ 5668970 w 12233785"/>
              <a:gd name="connsiteY1484" fmla="*/ 49250 h 949779"/>
              <a:gd name="connsiteX1485" fmla="*/ 5667582 w 12233785"/>
              <a:gd name="connsiteY1485" fmla="*/ 49250 h 949779"/>
              <a:gd name="connsiteX1486" fmla="*/ 5666194 w 12233785"/>
              <a:gd name="connsiteY1486" fmla="*/ 49250 h 949779"/>
              <a:gd name="connsiteX1487" fmla="*/ 5648778 w 12233785"/>
              <a:gd name="connsiteY1487" fmla="*/ 52294 h 949779"/>
              <a:gd name="connsiteX1488" fmla="*/ 5670674 w 12233785"/>
              <a:gd name="connsiteY1488" fmla="*/ 57703 h 949779"/>
              <a:gd name="connsiteX1489" fmla="*/ 5693076 w 12233785"/>
              <a:gd name="connsiteY1489" fmla="*/ 62976 h 949779"/>
              <a:gd name="connsiteX1490" fmla="*/ 5690993 w 12233785"/>
              <a:gd name="connsiteY1490" fmla="*/ 67297 h 949779"/>
              <a:gd name="connsiteX1491" fmla="*/ 5662281 w 12233785"/>
              <a:gd name="connsiteY1491" fmla="*/ 73168 h 949779"/>
              <a:gd name="connsiteX1492" fmla="*/ 5658622 w 12233785"/>
              <a:gd name="connsiteY1492" fmla="*/ 73440 h 949779"/>
              <a:gd name="connsiteX1493" fmla="*/ 5648084 w 12233785"/>
              <a:gd name="connsiteY1493" fmla="*/ 68955 h 949779"/>
              <a:gd name="connsiteX1494" fmla="*/ 5635211 w 12233785"/>
              <a:gd name="connsiteY1494" fmla="*/ 61698 h 949779"/>
              <a:gd name="connsiteX1495" fmla="*/ 5626061 w 12233785"/>
              <a:gd name="connsiteY1495" fmla="*/ 63437 h 949779"/>
              <a:gd name="connsiteX1496" fmla="*/ 5616900 w 12233785"/>
              <a:gd name="connsiteY1496" fmla="*/ 65603 h 949779"/>
              <a:gd name="connsiteX1497" fmla="*/ 5614019 w 12233785"/>
              <a:gd name="connsiteY1497" fmla="*/ 61562 h 949779"/>
              <a:gd name="connsiteX1498" fmla="*/ 5607772 w 12233785"/>
              <a:gd name="connsiteY1498" fmla="*/ 56833 h 949779"/>
              <a:gd name="connsiteX1499" fmla="*/ 5597550 w 12233785"/>
              <a:gd name="connsiteY1499" fmla="*/ 59442 h 949779"/>
              <a:gd name="connsiteX1500" fmla="*/ 5593826 w 12233785"/>
              <a:gd name="connsiteY1500" fmla="*/ 60068 h 949779"/>
              <a:gd name="connsiteX1501" fmla="*/ 5588841 w 12233785"/>
              <a:gd name="connsiteY1501" fmla="*/ 57404 h 949779"/>
              <a:gd name="connsiteX1502" fmla="*/ 5567324 w 12233785"/>
              <a:gd name="connsiteY1502" fmla="*/ 48923 h 949779"/>
              <a:gd name="connsiteX1503" fmla="*/ 5566882 w 12233785"/>
              <a:gd name="connsiteY1503" fmla="*/ 48923 h 949779"/>
              <a:gd name="connsiteX1504" fmla="*/ 5558110 w 12233785"/>
              <a:gd name="connsiteY1504" fmla="*/ 48923 h 949779"/>
              <a:gd name="connsiteX1505" fmla="*/ 5546626 w 12233785"/>
              <a:gd name="connsiteY1505" fmla="*/ 48923 h 949779"/>
              <a:gd name="connsiteX1506" fmla="*/ 5534700 w 12233785"/>
              <a:gd name="connsiteY1506" fmla="*/ 48923 h 949779"/>
              <a:gd name="connsiteX1507" fmla="*/ 5515453 w 12233785"/>
              <a:gd name="connsiteY1507" fmla="*/ 49033 h 949779"/>
              <a:gd name="connsiteX1508" fmla="*/ 5506745 w 12233785"/>
              <a:gd name="connsiteY1508" fmla="*/ 49114 h 949779"/>
              <a:gd name="connsiteX1509" fmla="*/ 5479549 w 12233785"/>
              <a:gd name="connsiteY1509" fmla="*/ 44684 h 949779"/>
              <a:gd name="connsiteX1510" fmla="*/ 5468002 w 12233785"/>
              <a:gd name="connsiteY1510" fmla="*/ 43678 h 949779"/>
              <a:gd name="connsiteX1511" fmla="*/ 5449386 w 12233785"/>
              <a:gd name="connsiteY1511" fmla="*/ 48271 h 949779"/>
              <a:gd name="connsiteX1512" fmla="*/ 5423009 w 12233785"/>
              <a:gd name="connsiteY1512" fmla="*/ 45417 h 949779"/>
              <a:gd name="connsiteX1513" fmla="*/ 5395182 w 12233785"/>
              <a:gd name="connsiteY1513" fmla="*/ 49848 h 949779"/>
              <a:gd name="connsiteX1514" fmla="*/ 5363757 w 12233785"/>
              <a:gd name="connsiteY1514" fmla="*/ 44711 h 949779"/>
              <a:gd name="connsiteX1515" fmla="*/ 5351325 w 12233785"/>
              <a:gd name="connsiteY1515" fmla="*/ 42863 h 949779"/>
              <a:gd name="connsiteX1516" fmla="*/ 5328294 w 12233785"/>
              <a:gd name="connsiteY1516" fmla="*/ 46423 h 949779"/>
              <a:gd name="connsiteX1517" fmla="*/ 5304630 w 12233785"/>
              <a:gd name="connsiteY1517" fmla="*/ 57105 h 949779"/>
              <a:gd name="connsiteX1518" fmla="*/ 5303810 w 12233785"/>
              <a:gd name="connsiteY1518" fmla="*/ 63220 h 949779"/>
              <a:gd name="connsiteX1519" fmla="*/ 5295354 w 12233785"/>
              <a:gd name="connsiteY1519" fmla="*/ 66944 h 949779"/>
              <a:gd name="connsiteX1520" fmla="*/ 5291631 w 12233785"/>
              <a:gd name="connsiteY1520" fmla="*/ 67161 h 949779"/>
              <a:gd name="connsiteX1521" fmla="*/ 5280336 w 12233785"/>
              <a:gd name="connsiteY1521" fmla="*/ 63275 h 949779"/>
              <a:gd name="connsiteX1522" fmla="*/ 5271250 w 12233785"/>
              <a:gd name="connsiteY1522" fmla="*/ 49060 h 949779"/>
              <a:gd name="connsiteX1523" fmla="*/ 5258881 w 12233785"/>
              <a:gd name="connsiteY1523" fmla="*/ 45091 h 949779"/>
              <a:gd name="connsiteX1524" fmla="*/ 5251057 w 12233785"/>
              <a:gd name="connsiteY1524" fmla="*/ 47021 h 949779"/>
              <a:gd name="connsiteX1525" fmla="*/ 5246766 w 12233785"/>
              <a:gd name="connsiteY1525" fmla="*/ 47972 h 949779"/>
              <a:gd name="connsiteX1526" fmla="*/ 5239572 w 12233785"/>
              <a:gd name="connsiteY1526" fmla="*/ 46342 h 949779"/>
              <a:gd name="connsiteX1527" fmla="*/ 5232001 w 12233785"/>
              <a:gd name="connsiteY1527" fmla="*/ 44711 h 949779"/>
              <a:gd name="connsiteX1528" fmla="*/ 5225248 w 12233785"/>
              <a:gd name="connsiteY1528" fmla="*/ 46559 h 949779"/>
              <a:gd name="connsiteX1529" fmla="*/ 5215405 w 12233785"/>
              <a:gd name="connsiteY1529" fmla="*/ 48951 h 949779"/>
              <a:gd name="connsiteX1530" fmla="*/ 5196916 w 12233785"/>
              <a:gd name="connsiteY1530" fmla="*/ 45037 h 949779"/>
              <a:gd name="connsiteX1531" fmla="*/ 5189028 w 12233785"/>
              <a:gd name="connsiteY1531" fmla="*/ 47646 h 949779"/>
              <a:gd name="connsiteX1532" fmla="*/ 5189028 w 12233785"/>
              <a:gd name="connsiteY1532" fmla="*/ 50636 h 949779"/>
              <a:gd name="connsiteX1533" fmla="*/ 5184800 w 12233785"/>
              <a:gd name="connsiteY1533" fmla="*/ 58980 h 949779"/>
              <a:gd name="connsiteX1534" fmla="*/ 5180509 w 12233785"/>
              <a:gd name="connsiteY1534" fmla="*/ 59496 h 949779"/>
              <a:gd name="connsiteX1535" fmla="*/ 5166438 w 12233785"/>
              <a:gd name="connsiteY1535" fmla="*/ 53490 h 949779"/>
              <a:gd name="connsiteX1536" fmla="*/ 5156784 w 12233785"/>
              <a:gd name="connsiteY1536" fmla="*/ 50908 h 949779"/>
              <a:gd name="connsiteX1537" fmla="*/ 5145551 w 12233785"/>
              <a:gd name="connsiteY1537" fmla="*/ 52865 h 949779"/>
              <a:gd name="connsiteX1538" fmla="*/ 5141765 w 12233785"/>
              <a:gd name="connsiteY1538" fmla="*/ 53327 h 949779"/>
              <a:gd name="connsiteX1539" fmla="*/ 5128514 w 12233785"/>
              <a:gd name="connsiteY1539" fmla="*/ 46505 h 949779"/>
              <a:gd name="connsiteX1540" fmla="*/ 5141576 w 12233785"/>
              <a:gd name="connsiteY1540" fmla="*/ 42699 h 949779"/>
              <a:gd name="connsiteX1541" fmla="*/ 5146118 w 12233785"/>
              <a:gd name="connsiteY1541" fmla="*/ 40634 h 949779"/>
              <a:gd name="connsiteX1542" fmla="*/ 5144289 w 12233785"/>
              <a:gd name="connsiteY1542" fmla="*/ 38759 h 949779"/>
              <a:gd name="connsiteX1543" fmla="*/ 5138988 w 12233785"/>
              <a:gd name="connsiteY1543" fmla="*/ 37318 h 949779"/>
              <a:gd name="connsiteX1544" fmla="*/ 5129271 w 12233785"/>
              <a:gd name="connsiteY1544" fmla="*/ 37644 h 949779"/>
              <a:gd name="connsiteX1545" fmla="*/ 5091221 w 12233785"/>
              <a:gd name="connsiteY1545" fmla="*/ 34138 h 949779"/>
              <a:gd name="connsiteX1546" fmla="*/ 5053107 w 12233785"/>
              <a:gd name="connsiteY1546" fmla="*/ 30632 h 949779"/>
              <a:gd name="connsiteX1547" fmla="*/ 5051971 w 12233785"/>
              <a:gd name="connsiteY1547" fmla="*/ 30632 h 949779"/>
              <a:gd name="connsiteX1548" fmla="*/ 5041686 w 12233785"/>
              <a:gd name="connsiteY1548" fmla="*/ 30659 h 949779"/>
              <a:gd name="connsiteX1549" fmla="*/ 5028182 w 12233785"/>
              <a:gd name="connsiteY1549" fmla="*/ 30632 h 949779"/>
              <a:gd name="connsiteX1550" fmla="*/ 5014677 w 12233785"/>
              <a:gd name="connsiteY1550" fmla="*/ 30604 h 949779"/>
              <a:gd name="connsiteX1551" fmla="*/ 4994170 w 12233785"/>
              <a:gd name="connsiteY1551" fmla="*/ 30768 h 949779"/>
              <a:gd name="connsiteX1552" fmla="*/ 4970255 w 12233785"/>
              <a:gd name="connsiteY1552" fmla="*/ 33540 h 949779"/>
              <a:gd name="connsiteX1553" fmla="*/ 4945455 w 12233785"/>
              <a:gd name="connsiteY1553" fmla="*/ 36829 h 949779"/>
              <a:gd name="connsiteX1554" fmla="*/ 4932267 w 12233785"/>
              <a:gd name="connsiteY1554" fmla="*/ 36448 h 949779"/>
              <a:gd name="connsiteX1555" fmla="*/ 4919016 w 12233785"/>
              <a:gd name="connsiteY1555" fmla="*/ 36068 h 949779"/>
              <a:gd name="connsiteX1556" fmla="*/ 4914220 w 12233785"/>
              <a:gd name="connsiteY1556" fmla="*/ 36149 h 949779"/>
              <a:gd name="connsiteX1557" fmla="*/ 4859763 w 12233785"/>
              <a:gd name="connsiteY1557" fmla="*/ 29572 h 949779"/>
              <a:gd name="connsiteX1558" fmla="*/ 4847458 w 12233785"/>
              <a:gd name="connsiteY1558" fmla="*/ 26283 h 949779"/>
              <a:gd name="connsiteX1559" fmla="*/ 4841716 w 12233785"/>
              <a:gd name="connsiteY1559" fmla="*/ 29599 h 949779"/>
              <a:gd name="connsiteX1560" fmla="*/ 4848090 w 12233785"/>
              <a:gd name="connsiteY1560" fmla="*/ 37481 h 949779"/>
              <a:gd name="connsiteX1561" fmla="*/ 4846764 w 12233785"/>
              <a:gd name="connsiteY1561" fmla="*/ 41884 h 949779"/>
              <a:gd name="connsiteX1562" fmla="*/ 4817107 w 12233785"/>
              <a:gd name="connsiteY1562" fmla="*/ 43080 h 949779"/>
              <a:gd name="connsiteX1563" fmla="*/ 4802656 w 12233785"/>
              <a:gd name="connsiteY1563" fmla="*/ 42319 h 949779"/>
              <a:gd name="connsiteX1564" fmla="*/ 4780444 w 12233785"/>
              <a:gd name="connsiteY1564" fmla="*/ 40498 h 949779"/>
              <a:gd name="connsiteX1565" fmla="*/ 4763343 w 12233785"/>
              <a:gd name="connsiteY1565" fmla="*/ 42373 h 949779"/>
              <a:gd name="connsiteX1566" fmla="*/ 4760377 w 12233785"/>
              <a:gd name="connsiteY1566" fmla="*/ 42699 h 949779"/>
              <a:gd name="connsiteX1567" fmla="*/ 4751164 w 12233785"/>
              <a:gd name="connsiteY1567" fmla="*/ 40933 h 949779"/>
              <a:gd name="connsiteX1568" fmla="*/ 4740690 w 12233785"/>
              <a:gd name="connsiteY1568" fmla="*/ 39166 h 949779"/>
              <a:gd name="connsiteX1569" fmla="*/ 4730656 w 12233785"/>
              <a:gd name="connsiteY1569" fmla="*/ 41259 h 949779"/>
              <a:gd name="connsiteX1570" fmla="*/ 4719741 w 12233785"/>
              <a:gd name="connsiteY1570" fmla="*/ 43108 h 949779"/>
              <a:gd name="connsiteX1571" fmla="*/ 4695131 w 12233785"/>
              <a:gd name="connsiteY1571" fmla="*/ 38677 h 949779"/>
              <a:gd name="connsiteX1572" fmla="*/ 4686486 w 12233785"/>
              <a:gd name="connsiteY1572" fmla="*/ 37726 h 949779"/>
              <a:gd name="connsiteX1573" fmla="*/ 4677841 w 12233785"/>
              <a:gd name="connsiteY1573" fmla="*/ 38759 h 949779"/>
              <a:gd name="connsiteX1574" fmla="*/ 4641115 w 12233785"/>
              <a:gd name="connsiteY1574" fmla="*/ 42645 h 949779"/>
              <a:gd name="connsiteX1575" fmla="*/ 4632975 w 12233785"/>
              <a:gd name="connsiteY1575" fmla="*/ 42836 h 949779"/>
              <a:gd name="connsiteX1576" fmla="*/ 4593474 w 12233785"/>
              <a:gd name="connsiteY1576" fmla="*/ 27914 h 949779"/>
              <a:gd name="connsiteX1577" fmla="*/ 4589624 w 12233785"/>
              <a:gd name="connsiteY1577" fmla="*/ 25467 h 949779"/>
              <a:gd name="connsiteX1578" fmla="*/ 4583819 w 12233785"/>
              <a:gd name="connsiteY1578" fmla="*/ 30143 h 949779"/>
              <a:gd name="connsiteX1579" fmla="*/ 4588300 w 12233785"/>
              <a:gd name="connsiteY1579" fmla="*/ 41830 h 949779"/>
              <a:gd name="connsiteX1580" fmla="*/ 4592653 w 12233785"/>
              <a:gd name="connsiteY1580" fmla="*/ 46668 h 949779"/>
              <a:gd name="connsiteX1581" fmla="*/ 4584766 w 12233785"/>
              <a:gd name="connsiteY1581" fmla="*/ 48543 h 949779"/>
              <a:gd name="connsiteX1582" fmla="*/ 4575363 w 12233785"/>
              <a:gd name="connsiteY1582" fmla="*/ 47428 h 949779"/>
              <a:gd name="connsiteX1583" fmla="*/ 4552269 w 12233785"/>
              <a:gd name="connsiteY1583" fmla="*/ 43216 h 949779"/>
              <a:gd name="connsiteX1584" fmla="*/ 4478502 w 12233785"/>
              <a:gd name="connsiteY1584" fmla="*/ 37318 h 949779"/>
              <a:gd name="connsiteX1585" fmla="*/ 4466134 w 12233785"/>
              <a:gd name="connsiteY1585" fmla="*/ 36041 h 949779"/>
              <a:gd name="connsiteX1586" fmla="*/ 4441713 w 12233785"/>
              <a:gd name="connsiteY1586" fmla="*/ 37019 h 949779"/>
              <a:gd name="connsiteX1587" fmla="*/ 4430734 w 12233785"/>
              <a:gd name="connsiteY1587" fmla="*/ 42672 h 949779"/>
              <a:gd name="connsiteX1588" fmla="*/ 4410226 w 12233785"/>
              <a:gd name="connsiteY1588" fmla="*/ 42890 h 949779"/>
              <a:gd name="connsiteX1589" fmla="*/ 4403284 w 12233785"/>
              <a:gd name="connsiteY1589" fmla="*/ 42890 h 949779"/>
              <a:gd name="connsiteX1590" fmla="*/ 4396154 w 12233785"/>
              <a:gd name="connsiteY1590" fmla="*/ 42890 h 949779"/>
              <a:gd name="connsiteX1591" fmla="*/ 4379369 w 12233785"/>
              <a:gd name="connsiteY1591" fmla="*/ 43025 h 949779"/>
              <a:gd name="connsiteX1592" fmla="*/ 4354510 w 12233785"/>
              <a:gd name="connsiteY1592" fmla="*/ 44797 h 949779"/>
              <a:gd name="connsiteX1593" fmla="*/ 4353814 w 12233785"/>
              <a:gd name="connsiteY1593" fmla="*/ 44684 h 949779"/>
              <a:gd name="connsiteX1594" fmla="*/ 4342267 w 12233785"/>
              <a:gd name="connsiteY1594" fmla="*/ 43678 h 949779"/>
              <a:gd name="connsiteX1595" fmla="*/ 4330916 w 12233785"/>
              <a:gd name="connsiteY1595" fmla="*/ 46479 h 949779"/>
              <a:gd name="connsiteX1596" fmla="*/ 4317593 w 12233785"/>
              <a:gd name="connsiteY1596" fmla="*/ 47428 h 949779"/>
              <a:gd name="connsiteX1597" fmla="*/ 4316681 w 12233785"/>
              <a:gd name="connsiteY1597" fmla="*/ 47517 h 949779"/>
              <a:gd name="connsiteX1598" fmla="*/ 4297274 w 12233785"/>
              <a:gd name="connsiteY1598" fmla="*/ 45417 h 949779"/>
              <a:gd name="connsiteX1599" fmla="*/ 4281090 w 12233785"/>
              <a:gd name="connsiteY1599" fmla="*/ 47994 h 949779"/>
              <a:gd name="connsiteX1600" fmla="*/ 4251083 w 12233785"/>
              <a:gd name="connsiteY1600" fmla="*/ 43189 h 949779"/>
              <a:gd name="connsiteX1601" fmla="*/ 4229124 w 12233785"/>
              <a:gd name="connsiteY1601" fmla="*/ 38433 h 949779"/>
              <a:gd name="connsiteX1602" fmla="*/ 4212654 w 12233785"/>
              <a:gd name="connsiteY1602" fmla="*/ 42672 h 949779"/>
              <a:gd name="connsiteX1603" fmla="*/ 4205398 w 12233785"/>
              <a:gd name="connsiteY1603" fmla="*/ 43596 h 949779"/>
              <a:gd name="connsiteX1604" fmla="*/ 4188991 w 12233785"/>
              <a:gd name="connsiteY1604" fmla="*/ 41368 h 949779"/>
              <a:gd name="connsiteX1605" fmla="*/ 4171575 w 12233785"/>
              <a:gd name="connsiteY1605" fmla="*/ 37399 h 949779"/>
              <a:gd name="connsiteX1606" fmla="*/ 4146524 w 12233785"/>
              <a:gd name="connsiteY1606" fmla="*/ 45200 h 949779"/>
              <a:gd name="connsiteX1607" fmla="*/ 4139606 w 12233785"/>
              <a:gd name="connsiteY1607" fmla="*/ 47164 h 949779"/>
              <a:gd name="connsiteX1608" fmla="*/ 4136789 w 12233785"/>
              <a:gd name="connsiteY1608" fmla="*/ 46260 h 949779"/>
              <a:gd name="connsiteX1609" fmla="*/ 4131380 w 12233785"/>
              <a:gd name="connsiteY1609" fmla="*/ 42020 h 949779"/>
              <a:gd name="connsiteX1610" fmla="*/ 4124438 w 12233785"/>
              <a:gd name="connsiteY1610" fmla="*/ 37644 h 949779"/>
              <a:gd name="connsiteX1611" fmla="*/ 4124312 w 12233785"/>
              <a:gd name="connsiteY1611" fmla="*/ 37644 h 949779"/>
              <a:gd name="connsiteX1612" fmla="*/ 4119012 w 12233785"/>
              <a:gd name="connsiteY1612" fmla="*/ 37808 h 949779"/>
              <a:gd name="connsiteX1613" fmla="*/ 4086262 w 12233785"/>
              <a:gd name="connsiteY1613" fmla="*/ 25413 h 949779"/>
              <a:gd name="connsiteX1614" fmla="*/ 4064050 w 12233785"/>
              <a:gd name="connsiteY1614" fmla="*/ 20113 h 949779"/>
              <a:gd name="connsiteX1615" fmla="*/ 4046507 w 12233785"/>
              <a:gd name="connsiteY1615" fmla="*/ 18075 h 949779"/>
              <a:gd name="connsiteX1616" fmla="*/ 4023917 w 12233785"/>
              <a:gd name="connsiteY1616" fmla="*/ 23212 h 949779"/>
              <a:gd name="connsiteX1617" fmla="*/ 4009215 w 12233785"/>
              <a:gd name="connsiteY1617" fmla="*/ 28267 h 949779"/>
              <a:gd name="connsiteX1618" fmla="*/ 3991356 w 12233785"/>
              <a:gd name="connsiteY1618" fmla="*/ 20792 h 949779"/>
              <a:gd name="connsiteX1619" fmla="*/ 3989842 w 12233785"/>
              <a:gd name="connsiteY1619" fmla="*/ 18211 h 949779"/>
              <a:gd name="connsiteX1620" fmla="*/ 3957408 w 12233785"/>
              <a:gd name="connsiteY1620" fmla="*/ 10763 h 949779"/>
              <a:gd name="connsiteX1621" fmla="*/ 3935133 w 12233785"/>
              <a:gd name="connsiteY1621" fmla="*/ 6523 h 949779"/>
              <a:gd name="connsiteX1622" fmla="*/ 3925793 w 12233785"/>
              <a:gd name="connsiteY1622" fmla="*/ 19596 h 949779"/>
              <a:gd name="connsiteX1623" fmla="*/ 3925163 w 12233785"/>
              <a:gd name="connsiteY1623" fmla="*/ 25740 h 949779"/>
              <a:gd name="connsiteX1624" fmla="*/ 3921818 w 12233785"/>
              <a:gd name="connsiteY1624" fmla="*/ 28158 h 949779"/>
              <a:gd name="connsiteX1625" fmla="*/ 3911974 w 12233785"/>
              <a:gd name="connsiteY1625" fmla="*/ 26392 h 949779"/>
              <a:gd name="connsiteX1626" fmla="*/ 3899985 w 12233785"/>
              <a:gd name="connsiteY1626" fmla="*/ 15982 h 949779"/>
              <a:gd name="connsiteX1627" fmla="*/ 3893990 w 12233785"/>
              <a:gd name="connsiteY1627" fmla="*/ 1848 h 949779"/>
              <a:gd name="connsiteX1628" fmla="*/ 3872600 w 12233785"/>
              <a:gd name="connsiteY1628" fmla="*/ 0 h 949779"/>
              <a:gd name="connsiteX1629" fmla="*/ 3873293 w 12233785"/>
              <a:gd name="connsiteY1629" fmla="*/ 245 h 949779"/>
              <a:gd name="connsiteX1630" fmla="*/ 3863954 w 12233785"/>
              <a:gd name="connsiteY1630" fmla="*/ 353 h 949779"/>
              <a:gd name="connsiteX1631" fmla="*/ 3857266 w 12233785"/>
              <a:gd name="connsiteY1631" fmla="*/ 435 h 949779"/>
              <a:gd name="connsiteX1632" fmla="*/ 3849126 w 12233785"/>
              <a:gd name="connsiteY1632" fmla="*/ 381 h 949779"/>
              <a:gd name="connsiteX1633" fmla="*/ 3840922 w 12233785"/>
              <a:gd name="connsiteY1633" fmla="*/ 326 h 949779"/>
              <a:gd name="connsiteX1634" fmla="*/ 3802114 w 12233785"/>
              <a:gd name="connsiteY1634" fmla="*/ 4838 h 949779"/>
              <a:gd name="connsiteX1635" fmla="*/ 3785455 w 12233785"/>
              <a:gd name="connsiteY1635" fmla="*/ 6605 h 949779"/>
              <a:gd name="connsiteX1636" fmla="*/ 3758195 w 12233785"/>
              <a:gd name="connsiteY1636" fmla="*/ 5817 h 949779"/>
              <a:gd name="connsiteX1637" fmla="*/ 3756428 w 12233785"/>
              <a:gd name="connsiteY1637" fmla="*/ 5817 h 949779"/>
              <a:gd name="connsiteX1638" fmla="*/ 3745574 w 12233785"/>
              <a:gd name="connsiteY1638" fmla="*/ 17232 h 949779"/>
              <a:gd name="connsiteX1639" fmla="*/ 3736173 w 12233785"/>
              <a:gd name="connsiteY1639" fmla="*/ 24163 h 949779"/>
              <a:gd name="connsiteX1640" fmla="*/ 3729862 w 12233785"/>
              <a:gd name="connsiteY1640" fmla="*/ 24462 h 949779"/>
              <a:gd name="connsiteX1641" fmla="*/ 3725509 w 12233785"/>
              <a:gd name="connsiteY1641" fmla="*/ 24870 h 949779"/>
              <a:gd name="connsiteX1642" fmla="*/ 3713520 w 12233785"/>
              <a:gd name="connsiteY1642" fmla="*/ 22614 h 949779"/>
              <a:gd name="connsiteX1643" fmla="*/ 3702098 w 12233785"/>
              <a:gd name="connsiteY1643" fmla="*/ 20358 h 949779"/>
              <a:gd name="connsiteX1644" fmla="*/ 3696040 w 12233785"/>
              <a:gd name="connsiteY1644" fmla="*/ 21364 h 949779"/>
              <a:gd name="connsiteX1645" fmla="*/ 3672882 w 12233785"/>
              <a:gd name="connsiteY1645" fmla="*/ 24299 h 949779"/>
              <a:gd name="connsiteX1646" fmla="*/ 3669348 w 12233785"/>
              <a:gd name="connsiteY1646" fmla="*/ 24299 h 949779"/>
              <a:gd name="connsiteX1647" fmla="*/ 3665814 w 12233785"/>
              <a:gd name="connsiteY1647" fmla="*/ 24299 h 949779"/>
              <a:gd name="connsiteX1648" fmla="*/ 3659252 w 12233785"/>
              <a:gd name="connsiteY1648" fmla="*/ 24408 h 949779"/>
              <a:gd name="connsiteX1649" fmla="*/ 3627196 w 12233785"/>
              <a:gd name="connsiteY1649" fmla="*/ 24843 h 949779"/>
              <a:gd name="connsiteX1650" fmla="*/ 3625366 w 12233785"/>
              <a:gd name="connsiteY1650" fmla="*/ 24843 h 949779"/>
              <a:gd name="connsiteX1651" fmla="*/ 3614323 w 12233785"/>
              <a:gd name="connsiteY1651" fmla="*/ 24761 h 949779"/>
              <a:gd name="connsiteX1652" fmla="*/ 3603154 w 12233785"/>
              <a:gd name="connsiteY1652" fmla="*/ 24679 h 949779"/>
              <a:gd name="connsiteX1653" fmla="*/ 3588830 w 12233785"/>
              <a:gd name="connsiteY1653" fmla="*/ 25006 h 949779"/>
              <a:gd name="connsiteX1654" fmla="*/ 3585612 w 12233785"/>
              <a:gd name="connsiteY1654" fmla="*/ 31311 h 949779"/>
              <a:gd name="connsiteX1655" fmla="*/ 3589083 w 12233785"/>
              <a:gd name="connsiteY1655" fmla="*/ 32860 h 949779"/>
              <a:gd name="connsiteX1656" fmla="*/ 3590534 w 12233785"/>
              <a:gd name="connsiteY1656" fmla="*/ 32670 h 949779"/>
              <a:gd name="connsiteX1657" fmla="*/ 3591165 w 12233785"/>
              <a:gd name="connsiteY1657" fmla="*/ 32480 h 949779"/>
              <a:gd name="connsiteX1658" fmla="*/ 3589272 w 12233785"/>
              <a:gd name="connsiteY1658" fmla="*/ 33866 h 949779"/>
              <a:gd name="connsiteX1659" fmla="*/ 3570973 w 12233785"/>
              <a:gd name="connsiteY1659" fmla="*/ 37019 h 949779"/>
              <a:gd name="connsiteX1660" fmla="*/ 3556018 w 12233785"/>
              <a:gd name="connsiteY1660" fmla="*/ 34165 h 949779"/>
              <a:gd name="connsiteX1661" fmla="*/ 3562580 w 12233785"/>
              <a:gd name="connsiteY1661" fmla="*/ 26636 h 949779"/>
              <a:gd name="connsiteX1662" fmla="*/ 3518661 w 12233785"/>
              <a:gd name="connsiteY1662" fmla="*/ 18673 h 949779"/>
              <a:gd name="connsiteX1663" fmla="*/ 3515696 w 12233785"/>
              <a:gd name="connsiteY1663" fmla="*/ 18727 h 949779"/>
              <a:gd name="connsiteX1664" fmla="*/ 3509511 w 12233785"/>
              <a:gd name="connsiteY1664" fmla="*/ 25848 h 949779"/>
              <a:gd name="connsiteX1665" fmla="*/ 3506167 w 12233785"/>
              <a:gd name="connsiteY1665" fmla="*/ 30089 h 949779"/>
              <a:gd name="connsiteX1666" fmla="*/ 3490770 w 12233785"/>
              <a:gd name="connsiteY1666" fmla="*/ 30741 h 949779"/>
              <a:gd name="connsiteX1667" fmla="*/ 3487237 w 12233785"/>
              <a:gd name="connsiteY1667" fmla="*/ 30741 h 949779"/>
              <a:gd name="connsiteX1668" fmla="*/ 3471035 w 12233785"/>
              <a:gd name="connsiteY1668" fmla="*/ 30617 h 949779"/>
              <a:gd name="connsiteX1669" fmla="*/ 3467739 w 12233785"/>
              <a:gd name="connsiteY1669" fmla="*/ 27914 h 949779"/>
              <a:gd name="connsiteX1670" fmla="*/ 3463888 w 12233785"/>
              <a:gd name="connsiteY1670" fmla="*/ 25467 h 949779"/>
              <a:gd name="connsiteX1671" fmla="*/ 3458084 w 12233785"/>
              <a:gd name="connsiteY1671" fmla="*/ 30143 h 949779"/>
              <a:gd name="connsiteX1672" fmla="*/ 3458228 w 12233785"/>
              <a:gd name="connsiteY1672" fmla="*/ 30520 h 949779"/>
              <a:gd name="connsiteX1673" fmla="*/ 3455118 w 12233785"/>
              <a:gd name="connsiteY1673" fmla="*/ 30496 h 949779"/>
              <a:gd name="connsiteX1674" fmla="*/ 3449375 w 12233785"/>
              <a:gd name="connsiteY1674" fmla="*/ 30550 h 949779"/>
              <a:gd name="connsiteX1675" fmla="*/ 3437197 w 12233785"/>
              <a:gd name="connsiteY1675" fmla="*/ 30985 h 949779"/>
              <a:gd name="connsiteX1676" fmla="*/ 3417950 w 12233785"/>
              <a:gd name="connsiteY1676" fmla="*/ 42020 h 949779"/>
              <a:gd name="connsiteX1677" fmla="*/ 3383876 w 12233785"/>
              <a:gd name="connsiteY1677" fmla="*/ 36693 h 949779"/>
              <a:gd name="connsiteX1678" fmla="*/ 3373086 w 12233785"/>
              <a:gd name="connsiteY1678" fmla="*/ 36829 h 949779"/>
              <a:gd name="connsiteX1679" fmla="*/ 3362295 w 12233785"/>
              <a:gd name="connsiteY1679" fmla="*/ 36965 h 949779"/>
              <a:gd name="connsiteX1680" fmla="*/ 3333710 w 12233785"/>
              <a:gd name="connsiteY1680" fmla="*/ 33812 h 949779"/>
              <a:gd name="connsiteX1681" fmla="*/ 3307964 w 12233785"/>
              <a:gd name="connsiteY1681" fmla="*/ 30170 h 949779"/>
              <a:gd name="connsiteX1682" fmla="*/ 3280326 w 12233785"/>
              <a:gd name="connsiteY1682" fmla="*/ 34519 h 949779"/>
              <a:gd name="connsiteX1683" fmla="*/ 3270608 w 12233785"/>
              <a:gd name="connsiteY1683" fmla="*/ 36530 h 949779"/>
              <a:gd name="connsiteX1684" fmla="*/ 3269283 w 12233785"/>
              <a:gd name="connsiteY1684" fmla="*/ 36367 h 949779"/>
              <a:gd name="connsiteX1685" fmla="*/ 3251299 w 12233785"/>
              <a:gd name="connsiteY1685" fmla="*/ 33512 h 949779"/>
              <a:gd name="connsiteX1686" fmla="*/ 3219811 w 12233785"/>
              <a:gd name="connsiteY1686" fmla="*/ 39574 h 949779"/>
              <a:gd name="connsiteX1687" fmla="*/ 3193120 w 12233785"/>
              <a:gd name="connsiteY1687" fmla="*/ 43488 h 949779"/>
              <a:gd name="connsiteX1688" fmla="*/ 3166616 w 12233785"/>
              <a:gd name="connsiteY1688" fmla="*/ 40090 h 949779"/>
              <a:gd name="connsiteX1689" fmla="*/ 3151851 w 12233785"/>
              <a:gd name="connsiteY1689" fmla="*/ 37182 h 949779"/>
              <a:gd name="connsiteX1690" fmla="*/ 3144153 w 12233785"/>
              <a:gd name="connsiteY1690" fmla="*/ 38759 h 949779"/>
              <a:gd name="connsiteX1691" fmla="*/ 3133866 w 12233785"/>
              <a:gd name="connsiteY1691" fmla="*/ 41177 h 949779"/>
              <a:gd name="connsiteX1692" fmla="*/ 3123833 w 12233785"/>
              <a:gd name="connsiteY1692" fmla="*/ 37970 h 949779"/>
              <a:gd name="connsiteX1693" fmla="*/ 3108563 w 12233785"/>
              <a:gd name="connsiteY1693" fmla="*/ 32888 h 949779"/>
              <a:gd name="connsiteX1694" fmla="*/ 3093607 w 12233785"/>
              <a:gd name="connsiteY1694" fmla="*/ 36774 h 949779"/>
              <a:gd name="connsiteX1695" fmla="*/ 3087614 w 12233785"/>
              <a:gd name="connsiteY1695" fmla="*/ 37508 h 949779"/>
              <a:gd name="connsiteX1696" fmla="*/ 3081240 w 12233785"/>
              <a:gd name="connsiteY1696" fmla="*/ 37318 h 949779"/>
              <a:gd name="connsiteX1697" fmla="*/ 3078780 w 12233785"/>
              <a:gd name="connsiteY1697" fmla="*/ 37264 h 949779"/>
              <a:gd name="connsiteX1698" fmla="*/ 3064826 w 12233785"/>
              <a:gd name="connsiteY1698" fmla="*/ 41001 h 949779"/>
              <a:gd name="connsiteX1699" fmla="*/ 3064692 w 12233785"/>
              <a:gd name="connsiteY1699" fmla="*/ 41563 h 949779"/>
              <a:gd name="connsiteX1700" fmla="*/ 3063256 w 12233785"/>
              <a:gd name="connsiteY1700" fmla="*/ 41368 h 949779"/>
              <a:gd name="connsiteX1701" fmla="*/ 3045840 w 12233785"/>
              <a:gd name="connsiteY1701" fmla="*/ 37399 h 949779"/>
              <a:gd name="connsiteX1702" fmla="*/ 3029258 w 12233785"/>
              <a:gd name="connsiteY1702" fmla="*/ 42563 h 949779"/>
              <a:gd name="connsiteX1703" fmla="*/ 3023249 w 12233785"/>
              <a:gd name="connsiteY1703" fmla="*/ 43108 h 949779"/>
              <a:gd name="connsiteX1704" fmla="*/ 3014352 w 12233785"/>
              <a:gd name="connsiteY1704" fmla="*/ 46314 h 949779"/>
              <a:gd name="connsiteX1705" fmla="*/ 3015048 w 12233785"/>
              <a:gd name="connsiteY1705" fmla="*/ 46829 h 949779"/>
              <a:gd name="connsiteX1706" fmla="*/ 3012649 w 12233785"/>
              <a:gd name="connsiteY1706" fmla="*/ 47510 h 949779"/>
              <a:gd name="connsiteX1707" fmla="*/ 3005645 w 12233785"/>
              <a:gd name="connsiteY1707" fmla="*/ 42020 h 949779"/>
              <a:gd name="connsiteX1708" fmla="*/ 2998702 w 12233785"/>
              <a:gd name="connsiteY1708" fmla="*/ 37644 h 949779"/>
              <a:gd name="connsiteX1709" fmla="*/ 2998577 w 12233785"/>
              <a:gd name="connsiteY1709" fmla="*/ 37644 h 949779"/>
              <a:gd name="connsiteX1710" fmla="*/ 2993276 w 12233785"/>
              <a:gd name="connsiteY1710" fmla="*/ 37808 h 949779"/>
              <a:gd name="connsiteX1711" fmla="*/ 2960526 w 12233785"/>
              <a:gd name="connsiteY1711" fmla="*/ 25413 h 949779"/>
              <a:gd name="connsiteX1712" fmla="*/ 2938315 w 12233785"/>
              <a:gd name="connsiteY1712" fmla="*/ 20113 h 949779"/>
              <a:gd name="connsiteX1713" fmla="*/ 2920772 w 12233785"/>
              <a:gd name="connsiteY1713" fmla="*/ 18075 h 949779"/>
              <a:gd name="connsiteX1714" fmla="*/ 2898182 w 12233785"/>
              <a:gd name="connsiteY1714" fmla="*/ 23212 h 949779"/>
              <a:gd name="connsiteX1715" fmla="*/ 2883480 w 12233785"/>
              <a:gd name="connsiteY1715" fmla="*/ 28267 h 949779"/>
              <a:gd name="connsiteX1716" fmla="*/ 2865621 w 12233785"/>
              <a:gd name="connsiteY1716" fmla="*/ 20792 h 949779"/>
              <a:gd name="connsiteX1717" fmla="*/ 2864107 w 12233785"/>
              <a:gd name="connsiteY1717" fmla="*/ 18211 h 949779"/>
              <a:gd name="connsiteX1718" fmla="*/ 2831672 w 12233785"/>
              <a:gd name="connsiteY1718" fmla="*/ 10763 h 949779"/>
              <a:gd name="connsiteX1719" fmla="*/ 2809398 w 12233785"/>
              <a:gd name="connsiteY1719" fmla="*/ 6523 h 949779"/>
              <a:gd name="connsiteX1720" fmla="*/ 2800058 w 12233785"/>
              <a:gd name="connsiteY1720" fmla="*/ 19596 h 949779"/>
              <a:gd name="connsiteX1721" fmla="*/ 2799428 w 12233785"/>
              <a:gd name="connsiteY1721" fmla="*/ 25740 h 949779"/>
              <a:gd name="connsiteX1722" fmla="*/ 2796082 w 12233785"/>
              <a:gd name="connsiteY1722" fmla="*/ 28158 h 949779"/>
              <a:gd name="connsiteX1723" fmla="*/ 2786239 w 12233785"/>
              <a:gd name="connsiteY1723" fmla="*/ 26392 h 949779"/>
              <a:gd name="connsiteX1724" fmla="*/ 2774250 w 12233785"/>
              <a:gd name="connsiteY1724" fmla="*/ 15982 h 949779"/>
              <a:gd name="connsiteX1725" fmla="*/ 2768255 w 12233785"/>
              <a:gd name="connsiteY1725" fmla="*/ 1848 h 949779"/>
              <a:gd name="connsiteX1726" fmla="*/ 2746864 w 12233785"/>
              <a:gd name="connsiteY1726" fmla="*/ 0 h 949779"/>
              <a:gd name="connsiteX1727" fmla="*/ 2747558 w 12233785"/>
              <a:gd name="connsiteY1727" fmla="*/ 245 h 949779"/>
              <a:gd name="connsiteX1728" fmla="*/ 2738219 w 12233785"/>
              <a:gd name="connsiteY1728" fmla="*/ 353 h 949779"/>
              <a:gd name="connsiteX1729" fmla="*/ 2731530 w 12233785"/>
              <a:gd name="connsiteY1729" fmla="*/ 435 h 949779"/>
              <a:gd name="connsiteX1730" fmla="*/ 2723391 w 12233785"/>
              <a:gd name="connsiteY1730" fmla="*/ 381 h 949779"/>
              <a:gd name="connsiteX1731" fmla="*/ 2715187 w 12233785"/>
              <a:gd name="connsiteY1731" fmla="*/ 326 h 949779"/>
              <a:gd name="connsiteX1732" fmla="*/ 2676379 w 12233785"/>
              <a:gd name="connsiteY1732" fmla="*/ 4838 h 949779"/>
              <a:gd name="connsiteX1733" fmla="*/ 2659720 w 12233785"/>
              <a:gd name="connsiteY1733" fmla="*/ 6605 h 949779"/>
              <a:gd name="connsiteX1734" fmla="*/ 2632460 w 12233785"/>
              <a:gd name="connsiteY1734" fmla="*/ 5817 h 949779"/>
              <a:gd name="connsiteX1735" fmla="*/ 2630693 w 12233785"/>
              <a:gd name="connsiteY1735" fmla="*/ 5817 h 949779"/>
              <a:gd name="connsiteX1736" fmla="*/ 2619840 w 12233785"/>
              <a:gd name="connsiteY1736" fmla="*/ 17232 h 949779"/>
              <a:gd name="connsiteX1737" fmla="*/ 2610438 w 12233785"/>
              <a:gd name="connsiteY1737" fmla="*/ 24163 h 949779"/>
              <a:gd name="connsiteX1738" fmla="*/ 2604127 w 12233785"/>
              <a:gd name="connsiteY1738" fmla="*/ 24462 h 949779"/>
              <a:gd name="connsiteX1739" fmla="*/ 2599774 w 12233785"/>
              <a:gd name="connsiteY1739" fmla="*/ 24870 h 949779"/>
              <a:gd name="connsiteX1740" fmla="*/ 2587784 w 12233785"/>
              <a:gd name="connsiteY1740" fmla="*/ 22614 h 949779"/>
              <a:gd name="connsiteX1741" fmla="*/ 2576363 w 12233785"/>
              <a:gd name="connsiteY1741" fmla="*/ 20358 h 949779"/>
              <a:gd name="connsiteX1742" fmla="*/ 2570305 w 12233785"/>
              <a:gd name="connsiteY1742" fmla="*/ 21364 h 949779"/>
              <a:gd name="connsiteX1743" fmla="*/ 2547147 w 12233785"/>
              <a:gd name="connsiteY1743" fmla="*/ 24299 h 949779"/>
              <a:gd name="connsiteX1744" fmla="*/ 2543613 w 12233785"/>
              <a:gd name="connsiteY1744" fmla="*/ 24299 h 949779"/>
              <a:gd name="connsiteX1745" fmla="*/ 2540079 w 12233785"/>
              <a:gd name="connsiteY1745" fmla="*/ 24299 h 949779"/>
              <a:gd name="connsiteX1746" fmla="*/ 2533516 w 12233785"/>
              <a:gd name="connsiteY1746" fmla="*/ 24408 h 949779"/>
              <a:gd name="connsiteX1747" fmla="*/ 2501462 w 12233785"/>
              <a:gd name="connsiteY1747" fmla="*/ 24843 h 949779"/>
              <a:gd name="connsiteX1748" fmla="*/ 2499631 w 12233785"/>
              <a:gd name="connsiteY1748" fmla="*/ 24843 h 949779"/>
              <a:gd name="connsiteX1749" fmla="*/ 2488588 w 12233785"/>
              <a:gd name="connsiteY1749" fmla="*/ 24761 h 949779"/>
              <a:gd name="connsiteX1750" fmla="*/ 2477420 w 12233785"/>
              <a:gd name="connsiteY1750" fmla="*/ 24679 h 949779"/>
              <a:gd name="connsiteX1751" fmla="*/ 2463095 w 12233785"/>
              <a:gd name="connsiteY1751" fmla="*/ 25006 h 949779"/>
              <a:gd name="connsiteX1752" fmla="*/ 2459877 w 12233785"/>
              <a:gd name="connsiteY1752" fmla="*/ 31311 h 949779"/>
              <a:gd name="connsiteX1753" fmla="*/ 2463348 w 12233785"/>
              <a:gd name="connsiteY1753" fmla="*/ 32860 h 949779"/>
              <a:gd name="connsiteX1754" fmla="*/ 2464799 w 12233785"/>
              <a:gd name="connsiteY1754" fmla="*/ 32670 h 949779"/>
              <a:gd name="connsiteX1755" fmla="*/ 2465430 w 12233785"/>
              <a:gd name="connsiteY1755" fmla="*/ 32480 h 949779"/>
              <a:gd name="connsiteX1756" fmla="*/ 2463537 w 12233785"/>
              <a:gd name="connsiteY1756" fmla="*/ 33866 h 949779"/>
              <a:gd name="connsiteX1757" fmla="*/ 2445238 w 12233785"/>
              <a:gd name="connsiteY1757" fmla="*/ 37019 h 949779"/>
              <a:gd name="connsiteX1758" fmla="*/ 2430282 w 12233785"/>
              <a:gd name="connsiteY1758" fmla="*/ 34165 h 949779"/>
              <a:gd name="connsiteX1759" fmla="*/ 2436845 w 12233785"/>
              <a:gd name="connsiteY1759" fmla="*/ 26636 h 949779"/>
              <a:gd name="connsiteX1760" fmla="*/ 2392926 w 12233785"/>
              <a:gd name="connsiteY1760" fmla="*/ 18673 h 949779"/>
              <a:gd name="connsiteX1761" fmla="*/ 2389961 w 12233785"/>
              <a:gd name="connsiteY1761" fmla="*/ 18727 h 949779"/>
              <a:gd name="connsiteX1762" fmla="*/ 2383776 w 12233785"/>
              <a:gd name="connsiteY1762" fmla="*/ 25848 h 949779"/>
              <a:gd name="connsiteX1763" fmla="*/ 2380432 w 12233785"/>
              <a:gd name="connsiteY1763" fmla="*/ 30089 h 949779"/>
              <a:gd name="connsiteX1764" fmla="*/ 2365035 w 12233785"/>
              <a:gd name="connsiteY1764" fmla="*/ 30741 h 949779"/>
              <a:gd name="connsiteX1765" fmla="*/ 2361502 w 12233785"/>
              <a:gd name="connsiteY1765" fmla="*/ 30741 h 949779"/>
              <a:gd name="connsiteX1766" fmla="*/ 2329383 w 12233785"/>
              <a:gd name="connsiteY1766" fmla="*/ 30496 h 949779"/>
              <a:gd name="connsiteX1767" fmla="*/ 2323640 w 12233785"/>
              <a:gd name="connsiteY1767" fmla="*/ 30550 h 949779"/>
              <a:gd name="connsiteX1768" fmla="*/ 2311462 w 12233785"/>
              <a:gd name="connsiteY1768" fmla="*/ 30985 h 949779"/>
              <a:gd name="connsiteX1769" fmla="*/ 2292216 w 12233785"/>
              <a:gd name="connsiteY1769" fmla="*/ 42020 h 949779"/>
              <a:gd name="connsiteX1770" fmla="*/ 2258140 w 12233785"/>
              <a:gd name="connsiteY1770" fmla="*/ 36693 h 949779"/>
              <a:gd name="connsiteX1771" fmla="*/ 2247350 w 12233785"/>
              <a:gd name="connsiteY1771" fmla="*/ 36829 h 949779"/>
              <a:gd name="connsiteX1772" fmla="*/ 2236560 w 12233785"/>
              <a:gd name="connsiteY1772" fmla="*/ 36965 h 949779"/>
              <a:gd name="connsiteX1773" fmla="*/ 2207975 w 12233785"/>
              <a:gd name="connsiteY1773" fmla="*/ 33812 h 949779"/>
              <a:gd name="connsiteX1774" fmla="*/ 2182229 w 12233785"/>
              <a:gd name="connsiteY1774" fmla="*/ 30170 h 949779"/>
              <a:gd name="connsiteX1775" fmla="*/ 2154591 w 12233785"/>
              <a:gd name="connsiteY1775" fmla="*/ 34519 h 949779"/>
              <a:gd name="connsiteX1776" fmla="*/ 2144873 w 12233785"/>
              <a:gd name="connsiteY1776" fmla="*/ 36530 h 949779"/>
              <a:gd name="connsiteX1777" fmla="*/ 2143548 w 12233785"/>
              <a:gd name="connsiteY1777" fmla="*/ 36367 h 949779"/>
              <a:gd name="connsiteX1778" fmla="*/ 2125564 w 12233785"/>
              <a:gd name="connsiteY1778" fmla="*/ 33512 h 949779"/>
              <a:gd name="connsiteX1779" fmla="*/ 2094076 w 12233785"/>
              <a:gd name="connsiteY1779" fmla="*/ 39574 h 949779"/>
              <a:gd name="connsiteX1780" fmla="*/ 2067385 w 12233785"/>
              <a:gd name="connsiteY1780" fmla="*/ 43488 h 949779"/>
              <a:gd name="connsiteX1781" fmla="*/ 2040881 w 12233785"/>
              <a:gd name="connsiteY1781" fmla="*/ 40090 h 949779"/>
              <a:gd name="connsiteX1782" fmla="*/ 2026116 w 12233785"/>
              <a:gd name="connsiteY1782" fmla="*/ 37182 h 949779"/>
              <a:gd name="connsiteX1783" fmla="*/ 2018418 w 12233785"/>
              <a:gd name="connsiteY1783" fmla="*/ 38759 h 949779"/>
              <a:gd name="connsiteX1784" fmla="*/ 2008132 w 12233785"/>
              <a:gd name="connsiteY1784" fmla="*/ 41177 h 949779"/>
              <a:gd name="connsiteX1785" fmla="*/ 1998098 w 12233785"/>
              <a:gd name="connsiteY1785" fmla="*/ 37970 h 949779"/>
              <a:gd name="connsiteX1786" fmla="*/ 1982828 w 12233785"/>
              <a:gd name="connsiteY1786" fmla="*/ 32888 h 949779"/>
              <a:gd name="connsiteX1787" fmla="*/ 1967872 w 12233785"/>
              <a:gd name="connsiteY1787" fmla="*/ 36774 h 949779"/>
              <a:gd name="connsiteX1788" fmla="*/ 1961879 w 12233785"/>
              <a:gd name="connsiteY1788" fmla="*/ 37508 h 949779"/>
              <a:gd name="connsiteX1789" fmla="*/ 1955505 w 12233785"/>
              <a:gd name="connsiteY1789" fmla="*/ 37318 h 949779"/>
              <a:gd name="connsiteX1790" fmla="*/ 1953044 w 12233785"/>
              <a:gd name="connsiteY1790" fmla="*/ 37264 h 949779"/>
              <a:gd name="connsiteX1791" fmla="*/ 1937206 w 12233785"/>
              <a:gd name="connsiteY1791" fmla="*/ 48896 h 949779"/>
              <a:gd name="connsiteX1792" fmla="*/ 1904708 w 12233785"/>
              <a:gd name="connsiteY1792" fmla="*/ 42455 h 949779"/>
              <a:gd name="connsiteX1793" fmla="*/ 1897514 w 12233785"/>
              <a:gd name="connsiteY1793" fmla="*/ 43108 h 949779"/>
              <a:gd name="connsiteX1794" fmla="*/ 1888617 w 12233785"/>
              <a:gd name="connsiteY1794" fmla="*/ 46314 h 949779"/>
              <a:gd name="connsiteX1795" fmla="*/ 1891961 w 12233785"/>
              <a:gd name="connsiteY1795" fmla="*/ 48788 h 949779"/>
              <a:gd name="connsiteX1796" fmla="*/ 1906475 w 12233785"/>
              <a:gd name="connsiteY1796" fmla="*/ 54523 h 949779"/>
              <a:gd name="connsiteX1797" fmla="*/ 1930075 w 12233785"/>
              <a:gd name="connsiteY1797" fmla="*/ 67215 h 949779"/>
              <a:gd name="connsiteX1798" fmla="*/ 1933545 w 12233785"/>
              <a:gd name="connsiteY1798" fmla="*/ 72190 h 949779"/>
              <a:gd name="connsiteX1799" fmla="*/ 1923575 w 12233785"/>
              <a:gd name="connsiteY1799" fmla="*/ 73576 h 949779"/>
              <a:gd name="connsiteX1800" fmla="*/ 1922060 w 12233785"/>
              <a:gd name="connsiteY1800" fmla="*/ 73385 h 949779"/>
              <a:gd name="connsiteX1801" fmla="*/ 1876123 w 12233785"/>
              <a:gd name="connsiteY1801" fmla="*/ 67841 h 949779"/>
              <a:gd name="connsiteX1802" fmla="*/ 1873346 w 12233785"/>
              <a:gd name="connsiteY1802" fmla="*/ 67841 h 949779"/>
              <a:gd name="connsiteX1803" fmla="*/ 1870254 w 12233785"/>
              <a:gd name="connsiteY1803" fmla="*/ 67841 h 949779"/>
              <a:gd name="connsiteX1804" fmla="*/ 1861168 w 12233785"/>
              <a:gd name="connsiteY1804" fmla="*/ 67759 h 949779"/>
              <a:gd name="connsiteX1805" fmla="*/ 1804692 w 12233785"/>
              <a:gd name="connsiteY1805" fmla="*/ 55990 h 949779"/>
              <a:gd name="connsiteX1806" fmla="*/ 1797308 w 12233785"/>
              <a:gd name="connsiteY1806" fmla="*/ 48136 h 949779"/>
              <a:gd name="connsiteX1807" fmla="*/ 1810245 w 12233785"/>
              <a:gd name="connsiteY1807" fmla="*/ 43216 h 949779"/>
              <a:gd name="connsiteX1808" fmla="*/ 1841669 w 12233785"/>
              <a:gd name="connsiteY1808" fmla="*/ 41667 h 949779"/>
              <a:gd name="connsiteX1809" fmla="*/ 1846464 w 12233785"/>
              <a:gd name="connsiteY1809" fmla="*/ 36720 h 949779"/>
              <a:gd name="connsiteX1810" fmla="*/ 1840470 w 12233785"/>
              <a:gd name="connsiteY1810" fmla="*/ 32045 h 949779"/>
              <a:gd name="connsiteX1811" fmla="*/ 1818511 w 12233785"/>
              <a:gd name="connsiteY1811" fmla="*/ 30768 h 949779"/>
              <a:gd name="connsiteX1812" fmla="*/ 1761720 w 12233785"/>
              <a:gd name="connsiteY1812" fmla="*/ 38514 h 949779"/>
              <a:gd name="connsiteX1813" fmla="*/ 1759889 w 12233785"/>
              <a:gd name="connsiteY1813" fmla="*/ 46478 h 949779"/>
              <a:gd name="connsiteX1814" fmla="*/ 1771058 w 12233785"/>
              <a:gd name="connsiteY1814" fmla="*/ 49114 h 949779"/>
              <a:gd name="connsiteX1815" fmla="*/ 1781471 w 12233785"/>
              <a:gd name="connsiteY1815" fmla="*/ 58137 h 949779"/>
              <a:gd name="connsiteX1816" fmla="*/ 1766515 w 12233785"/>
              <a:gd name="connsiteY1816" fmla="*/ 61481 h 949779"/>
              <a:gd name="connsiteX1817" fmla="*/ 1764747 w 12233785"/>
              <a:gd name="connsiteY1817" fmla="*/ 61372 h 949779"/>
              <a:gd name="connsiteX1818" fmla="*/ 1704423 w 12233785"/>
              <a:gd name="connsiteY1818" fmla="*/ 42211 h 949779"/>
              <a:gd name="connsiteX1819" fmla="*/ 1695336 w 12233785"/>
              <a:gd name="connsiteY1819" fmla="*/ 37073 h 949779"/>
              <a:gd name="connsiteX1820" fmla="*/ 1680129 w 12233785"/>
              <a:gd name="connsiteY1820" fmla="*/ 44167 h 949779"/>
              <a:gd name="connsiteX1821" fmla="*/ 1666246 w 12233785"/>
              <a:gd name="connsiteY1821" fmla="*/ 49222 h 949779"/>
              <a:gd name="connsiteX1822" fmla="*/ 1663028 w 12233785"/>
              <a:gd name="connsiteY1822" fmla="*/ 49250 h 949779"/>
              <a:gd name="connsiteX1823" fmla="*/ 1661640 w 12233785"/>
              <a:gd name="connsiteY1823" fmla="*/ 49250 h 949779"/>
              <a:gd name="connsiteX1824" fmla="*/ 1660251 w 12233785"/>
              <a:gd name="connsiteY1824" fmla="*/ 49250 h 949779"/>
              <a:gd name="connsiteX1825" fmla="*/ 1642836 w 12233785"/>
              <a:gd name="connsiteY1825" fmla="*/ 52294 h 949779"/>
              <a:gd name="connsiteX1826" fmla="*/ 1664732 w 12233785"/>
              <a:gd name="connsiteY1826" fmla="*/ 57703 h 949779"/>
              <a:gd name="connsiteX1827" fmla="*/ 1687133 w 12233785"/>
              <a:gd name="connsiteY1827" fmla="*/ 62976 h 949779"/>
              <a:gd name="connsiteX1828" fmla="*/ 1685051 w 12233785"/>
              <a:gd name="connsiteY1828" fmla="*/ 67297 h 949779"/>
              <a:gd name="connsiteX1829" fmla="*/ 1656339 w 12233785"/>
              <a:gd name="connsiteY1829" fmla="*/ 73168 h 949779"/>
              <a:gd name="connsiteX1830" fmla="*/ 1652680 w 12233785"/>
              <a:gd name="connsiteY1830" fmla="*/ 73440 h 949779"/>
              <a:gd name="connsiteX1831" fmla="*/ 1642142 w 12233785"/>
              <a:gd name="connsiteY1831" fmla="*/ 68955 h 949779"/>
              <a:gd name="connsiteX1832" fmla="*/ 1629268 w 12233785"/>
              <a:gd name="connsiteY1832" fmla="*/ 61698 h 949779"/>
              <a:gd name="connsiteX1833" fmla="*/ 1620119 w 12233785"/>
              <a:gd name="connsiteY1833" fmla="*/ 63437 h 949779"/>
              <a:gd name="connsiteX1834" fmla="*/ 1545722 w 12233785"/>
              <a:gd name="connsiteY1834" fmla="*/ 74255 h 949779"/>
              <a:gd name="connsiteX1835" fmla="*/ 1523384 w 12233785"/>
              <a:gd name="connsiteY1835" fmla="*/ 73711 h 949779"/>
              <a:gd name="connsiteX1836" fmla="*/ 1512152 w 12233785"/>
              <a:gd name="connsiteY1836" fmla="*/ 67922 h 949779"/>
              <a:gd name="connsiteX1837" fmla="*/ 1488994 w 12233785"/>
              <a:gd name="connsiteY1837" fmla="*/ 65286 h 949779"/>
              <a:gd name="connsiteX1838" fmla="*/ 1473534 w 12233785"/>
              <a:gd name="connsiteY1838" fmla="*/ 62133 h 949779"/>
              <a:gd name="connsiteX1839" fmla="*/ 1472335 w 12233785"/>
              <a:gd name="connsiteY1839" fmla="*/ 62296 h 949779"/>
              <a:gd name="connsiteX1840" fmla="*/ 1417752 w 12233785"/>
              <a:gd name="connsiteY1840" fmla="*/ 68249 h 949779"/>
              <a:gd name="connsiteX1841" fmla="*/ 1396865 w 12233785"/>
              <a:gd name="connsiteY1841" fmla="*/ 79066 h 949779"/>
              <a:gd name="connsiteX1842" fmla="*/ 1373392 w 12233785"/>
              <a:gd name="connsiteY1842" fmla="*/ 86649 h 949779"/>
              <a:gd name="connsiteX1843" fmla="*/ 1367271 w 12233785"/>
              <a:gd name="connsiteY1843" fmla="*/ 85970 h 949779"/>
              <a:gd name="connsiteX1844" fmla="*/ 1342597 w 12233785"/>
              <a:gd name="connsiteY1844" fmla="*/ 81077 h 949779"/>
              <a:gd name="connsiteX1845" fmla="*/ 1327768 w 12233785"/>
              <a:gd name="connsiteY1845" fmla="*/ 84529 h 949779"/>
              <a:gd name="connsiteX1846" fmla="*/ 1301203 w 12233785"/>
              <a:gd name="connsiteY1846" fmla="*/ 85508 h 949779"/>
              <a:gd name="connsiteX1847" fmla="*/ 1274700 w 12233785"/>
              <a:gd name="connsiteY1847" fmla="*/ 86486 h 949779"/>
              <a:gd name="connsiteX1848" fmla="*/ 1234756 w 12233785"/>
              <a:gd name="connsiteY1848" fmla="*/ 81159 h 949779"/>
              <a:gd name="connsiteX1849" fmla="*/ 1222766 w 12233785"/>
              <a:gd name="connsiteY1849" fmla="*/ 81349 h 949779"/>
              <a:gd name="connsiteX1850" fmla="*/ 1210904 w 12233785"/>
              <a:gd name="connsiteY1850" fmla="*/ 84285 h 949779"/>
              <a:gd name="connsiteX1851" fmla="*/ 1192037 w 12233785"/>
              <a:gd name="connsiteY1851" fmla="*/ 78033 h 949779"/>
              <a:gd name="connsiteX1852" fmla="*/ 1184464 w 12233785"/>
              <a:gd name="connsiteY1852" fmla="*/ 75968 h 949779"/>
              <a:gd name="connsiteX1853" fmla="*/ 1177838 w 12233785"/>
              <a:gd name="connsiteY1853" fmla="*/ 78196 h 949779"/>
              <a:gd name="connsiteX1854" fmla="*/ 1159035 w 12233785"/>
              <a:gd name="connsiteY1854" fmla="*/ 86568 h 949779"/>
              <a:gd name="connsiteX1855" fmla="*/ 1144331 w 12233785"/>
              <a:gd name="connsiteY1855" fmla="*/ 84258 h 949779"/>
              <a:gd name="connsiteX1856" fmla="*/ 1132784 w 12233785"/>
              <a:gd name="connsiteY1856" fmla="*/ 82436 h 949779"/>
              <a:gd name="connsiteX1857" fmla="*/ 1123634 w 12233785"/>
              <a:gd name="connsiteY1857" fmla="*/ 88226 h 949779"/>
              <a:gd name="connsiteX1858" fmla="*/ 1113853 w 12233785"/>
              <a:gd name="connsiteY1858" fmla="*/ 92003 h 949779"/>
              <a:gd name="connsiteX1859" fmla="*/ 1103190 w 12233785"/>
              <a:gd name="connsiteY1859" fmla="*/ 89911 h 949779"/>
              <a:gd name="connsiteX1860" fmla="*/ 1087603 w 12233785"/>
              <a:gd name="connsiteY1860" fmla="*/ 86513 h 949779"/>
              <a:gd name="connsiteX1861" fmla="*/ 1074919 w 12233785"/>
              <a:gd name="connsiteY1861" fmla="*/ 89122 h 949779"/>
              <a:gd name="connsiteX1862" fmla="*/ 1065076 w 12233785"/>
              <a:gd name="connsiteY1862" fmla="*/ 90590 h 949779"/>
              <a:gd name="connsiteX1863" fmla="*/ 1029991 w 12233785"/>
              <a:gd name="connsiteY1863" fmla="*/ 86106 h 949779"/>
              <a:gd name="connsiteX1864" fmla="*/ 991057 w 12233785"/>
              <a:gd name="connsiteY1864" fmla="*/ 87492 h 949779"/>
              <a:gd name="connsiteX1865" fmla="*/ 985946 w 12233785"/>
              <a:gd name="connsiteY1865" fmla="*/ 89313 h 949779"/>
              <a:gd name="connsiteX1866" fmla="*/ 990363 w 12233785"/>
              <a:gd name="connsiteY1866" fmla="*/ 91215 h 949779"/>
              <a:gd name="connsiteX1867" fmla="*/ 1040592 w 12233785"/>
              <a:gd name="connsiteY1867" fmla="*/ 92901 h 949779"/>
              <a:gd name="connsiteX1868" fmla="*/ 1045451 w 12233785"/>
              <a:gd name="connsiteY1868" fmla="*/ 94830 h 949779"/>
              <a:gd name="connsiteX1869" fmla="*/ 1038637 w 12233785"/>
              <a:gd name="connsiteY1869" fmla="*/ 98336 h 949779"/>
              <a:gd name="connsiteX1870" fmla="*/ 971307 w 12233785"/>
              <a:gd name="connsiteY1870" fmla="*/ 104343 h 949779"/>
              <a:gd name="connsiteX1871" fmla="*/ 963986 w 12233785"/>
              <a:gd name="connsiteY1871" fmla="*/ 105295 h 949779"/>
              <a:gd name="connsiteX1872" fmla="*/ 942153 w 12233785"/>
              <a:gd name="connsiteY1872" fmla="*/ 100484 h 949779"/>
              <a:gd name="connsiteX1873" fmla="*/ 932499 w 12233785"/>
              <a:gd name="connsiteY1873" fmla="*/ 98608 h 949779"/>
              <a:gd name="connsiteX1874" fmla="*/ 915146 w 12233785"/>
              <a:gd name="connsiteY1874" fmla="*/ 103854 h 949779"/>
              <a:gd name="connsiteX1875" fmla="*/ 913380 w 12233785"/>
              <a:gd name="connsiteY1875" fmla="*/ 111464 h 949779"/>
              <a:gd name="connsiteX1876" fmla="*/ 942848 w 12233785"/>
              <a:gd name="connsiteY1876" fmla="*/ 124075 h 949779"/>
              <a:gd name="connsiteX1877" fmla="*/ 968215 w 12233785"/>
              <a:gd name="connsiteY1877" fmla="*/ 120651 h 949779"/>
              <a:gd name="connsiteX1878" fmla="*/ 1008348 w 12233785"/>
              <a:gd name="connsiteY1878" fmla="*/ 116873 h 949779"/>
              <a:gd name="connsiteX1879" fmla="*/ 1017560 w 12233785"/>
              <a:gd name="connsiteY1879" fmla="*/ 116981 h 949779"/>
              <a:gd name="connsiteX1880" fmla="*/ 1037800 w 12233785"/>
              <a:gd name="connsiteY1880" fmla="*/ 120393 h 949779"/>
              <a:gd name="connsiteX1881" fmla="*/ 1040225 w 12233785"/>
              <a:gd name="connsiteY1881" fmla="*/ 122638 h 949779"/>
              <a:gd name="connsiteX1882" fmla="*/ 972771 w 12233785"/>
              <a:gd name="connsiteY1882" fmla="*/ 124959 h 949779"/>
              <a:gd name="connsiteX1883" fmla="*/ 576198 w 12233785"/>
              <a:gd name="connsiteY1883" fmla="*/ 153930 h 949779"/>
              <a:gd name="connsiteX1884" fmla="*/ 574847 w 12233785"/>
              <a:gd name="connsiteY1884" fmla="*/ 171547 h 949779"/>
              <a:gd name="connsiteX1885" fmla="*/ 499367 w 12233785"/>
              <a:gd name="connsiteY1885" fmla="*/ 178599 h 949779"/>
              <a:gd name="connsiteX1886" fmla="*/ 503312 w 12233785"/>
              <a:gd name="connsiteY1886" fmla="*/ 169716 h 949779"/>
              <a:gd name="connsiteX1887" fmla="*/ 469327 w 12233785"/>
              <a:gd name="connsiteY1887" fmla="*/ 176322 h 949779"/>
              <a:gd name="connsiteX1888" fmla="*/ 486617 w 12233785"/>
              <a:gd name="connsiteY1888" fmla="*/ 192802 h 949779"/>
              <a:gd name="connsiteX1889" fmla="*/ 468949 w 12233785"/>
              <a:gd name="connsiteY1889" fmla="*/ 204283 h 949779"/>
              <a:gd name="connsiteX1890" fmla="*/ 441232 w 12233785"/>
              <a:gd name="connsiteY1890" fmla="*/ 183745 h 949779"/>
              <a:gd name="connsiteX1891" fmla="*/ 453661 w 12233785"/>
              <a:gd name="connsiteY1891" fmla="*/ 182293 h 949779"/>
              <a:gd name="connsiteX1892" fmla="*/ 443204 w 12233785"/>
              <a:gd name="connsiteY1892" fmla="*/ 173884 h 949779"/>
              <a:gd name="connsiteX1893" fmla="*/ 393739 w 12233785"/>
              <a:gd name="connsiteY1893" fmla="*/ 189907 h 949779"/>
              <a:gd name="connsiteX1894" fmla="*/ 395036 w 12233785"/>
              <a:gd name="connsiteY1894" fmla="*/ 200992 h 949779"/>
              <a:gd name="connsiteX1895" fmla="*/ 411299 w 12233785"/>
              <a:gd name="connsiteY1895" fmla="*/ 195573 h 949779"/>
              <a:gd name="connsiteX1896" fmla="*/ 456144 w 12233785"/>
              <a:gd name="connsiteY1896" fmla="*/ 218461 h 949779"/>
              <a:gd name="connsiteX1897" fmla="*/ 464254 w 12233785"/>
              <a:gd name="connsiteY1897" fmla="*/ 226828 h 949779"/>
              <a:gd name="connsiteX1898" fmla="*/ 470152 w 12233785"/>
              <a:gd name="connsiteY1898" fmla="*/ 228944 h 949779"/>
              <a:gd name="connsiteX1899" fmla="*/ 420302 w 12233785"/>
              <a:gd name="connsiteY1899" fmla="*/ 229017 h 949779"/>
              <a:gd name="connsiteX1900" fmla="*/ 409322 w 12233785"/>
              <a:gd name="connsiteY1900" fmla="*/ 232794 h 949779"/>
              <a:gd name="connsiteX1901" fmla="*/ 398405 w 12233785"/>
              <a:gd name="connsiteY1901" fmla="*/ 240948 h 949779"/>
              <a:gd name="connsiteX1902" fmla="*/ 386227 w 12233785"/>
              <a:gd name="connsiteY1902" fmla="*/ 242117 h 949779"/>
              <a:gd name="connsiteX1903" fmla="*/ 381369 w 12233785"/>
              <a:gd name="connsiteY1903" fmla="*/ 244101 h 949779"/>
              <a:gd name="connsiteX1904" fmla="*/ 385912 w 12233785"/>
              <a:gd name="connsiteY1904" fmla="*/ 246085 h 949779"/>
              <a:gd name="connsiteX1905" fmla="*/ 426233 w 12233785"/>
              <a:gd name="connsiteY1905" fmla="*/ 251793 h 949779"/>
              <a:gd name="connsiteX1906" fmla="*/ 433995 w 12233785"/>
              <a:gd name="connsiteY1906" fmla="*/ 249047 h 949779"/>
              <a:gd name="connsiteX1907" fmla="*/ 442514 w 12233785"/>
              <a:gd name="connsiteY1907" fmla="*/ 250325 h 949779"/>
              <a:gd name="connsiteX1908" fmla="*/ 451033 w 12233785"/>
              <a:gd name="connsiteY1908" fmla="*/ 251602 h 949779"/>
              <a:gd name="connsiteX1909" fmla="*/ 457343 w 12233785"/>
              <a:gd name="connsiteY1909" fmla="*/ 249944 h 949779"/>
              <a:gd name="connsiteX1910" fmla="*/ 471245 w 12233785"/>
              <a:gd name="connsiteY1910" fmla="*/ 251467 h 949779"/>
              <a:gd name="connsiteX1911" fmla="*/ 470610 w 12233785"/>
              <a:gd name="connsiteY1911" fmla="*/ 254151 h 949779"/>
              <a:gd name="connsiteX1912" fmla="*/ 458684 w 12233785"/>
              <a:gd name="connsiteY1912" fmla="*/ 261887 h 949779"/>
              <a:gd name="connsiteX1913" fmla="*/ 473461 w 12233785"/>
              <a:gd name="connsiteY1913" fmla="*/ 271657 h 949779"/>
              <a:gd name="connsiteX1914" fmla="*/ 440936 w 12233785"/>
              <a:gd name="connsiteY1914" fmla="*/ 272613 h 949779"/>
              <a:gd name="connsiteX1915" fmla="*/ 387237 w 12233785"/>
              <a:gd name="connsiteY1915" fmla="*/ 267856 h 949779"/>
              <a:gd name="connsiteX1916" fmla="*/ 321232 w 12233785"/>
              <a:gd name="connsiteY1916" fmla="*/ 260382 h 949779"/>
              <a:gd name="connsiteX1917" fmla="*/ 310379 w 12233785"/>
              <a:gd name="connsiteY1917" fmla="*/ 263616 h 949779"/>
              <a:gd name="connsiteX1918" fmla="*/ 298894 w 12233785"/>
              <a:gd name="connsiteY1918" fmla="*/ 261904 h 949779"/>
              <a:gd name="connsiteX1919" fmla="*/ 287914 w 12233785"/>
              <a:gd name="connsiteY1919" fmla="*/ 260191 h 949779"/>
              <a:gd name="connsiteX1920" fmla="*/ 282551 w 12233785"/>
              <a:gd name="connsiteY1920" fmla="*/ 261061 h 949779"/>
              <a:gd name="connsiteX1921" fmla="*/ 248854 w 12233785"/>
              <a:gd name="connsiteY1921" fmla="*/ 266469 h 949779"/>
              <a:gd name="connsiteX1922" fmla="*/ 247151 w 12233785"/>
              <a:gd name="connsiteY1922" fmla="*/ 266469 h 949779"/>
              <a:gd name="connsiteX1923" fmla="*/ 238695 w 12233785"/>
              <a:gd name="connsiteY1923" fmla="*/ 270057 h 949779"/>
              <a:gd name="connsiteX1924" fmla="*/ 245384 w 12233785"/>
              <a:gd name="connsiteY1924" fmla="*/ 277804 h 949779"/>
              <a:gd name="connsiteX1925" fmla="*/ 262376 w 12233785"/>
              <a:gd name="connsiteY1925" fmla="*/ 281052 h 949779"/>
              <a:gd name="connsiteX1926" fmla="*/ 235273 w 12233785"/>
              <a:gd name="connsiteY1926" fmla="*/ 279529 h 949779"/>
              <a:gd name="connsiteX1927" fmla="*/ 211737 w 12233785"/>
              <a:gd name="connsiteY1927" fmla="*/ 275615 h 949779"/>
              <a:gd name="connsiteX1928" fmla="*/ 207635 w 12233785"/>
              <a:gd name="connsiteY1928" fmla="*/ 275371 h 949779"/>
              <a:gd name="connsiteX1929" fmla="*/ 192616 w 12233785"/>
              <a:gd name="connsiteY1929" fmla="*/ 281078 h 949779"/>
              <a:gd name="connsiteX1930" fmla="*/ 191417 w 12233785"/>
              <a:gd name="connsiteY1930" fmla="*/ 296516 h 949779"/>
              <a:gd name="connsiteX1931" fmla="*/ 210095 w 12233785"/>
              <a:gd name="connsiteY1931" fmla="*/ 306627 h 949779"/>
              <a:gd name="connsiteX1932" fmla="*/ 213124 w 12233785"/>
              <a:gd name="connsiteY1932" fmla="*/ 310704 h 949779"/>
              <a:gd name="connsiteX1933" fmla="*/ 186748 w 12233785"/>
              <a:gd name="connsiteY1933" fmla="*/ 318341 h 949779"/>
              <a:gd name="connsiteX1934" fmla="*/ 173938 w 12233785"/>
              <a:gd name="connsiteY1934" fmla="*/ 322309 h 949779"/>
              <a:gd name="connsiteX1935" fmla="*/ 156080 w 12233785"/>
              <a:gd name="connsiteY1935" fmla="*/ 318803 h 949779"/>
              <a:gd name="connsiteX1936" fmla="*/ 152168 w 12233785"/>
              <a:gd name="connsiteY1936" fmla="*/ 318368 h 949779"/>
              <a:gd name="connsiteX1937" fmla="*/ 145164 w 12233785"/>
              <a:gd name="connsiteY1937" fmla="*/ 323016 h 949779"/>
              <a:gd name="connsiteX1938" fmla="*/ 146741 w 12233785"/>
              <a:gd name="connsiteY1938" fmla="*/ 330355 h 949779"/>
              <a:gd name="connsiteX1939" fmla="*/ 63006 w 12233785"/>
              <a:gd name="connsiteY1939" fmla="*/ 342341 h 949779"/>
              <a:gd name="connsiteX1940" fmla="*/ 61301 w 12233785"/>
              <a:gd name="connsiteY1940" fmla="*/ 342559 h 949779"/>
              <a:gd name="connsiteX1941" fmla="*/ 52530 w 12233785"/>
              <a:gd name="connsiteY1941" fmla="*/ 340982 h 949779"/>
              <a:gd name="connsiteX1942" fmla="*/ 43065 w 12233785"/>
              <a:gd name="connsiteY1942" fmla="*/ 339406 h 949779"/>
              <a:gd name="connsiteX1943" fmla="*/ 41425 w 12233785"/>
              <a:gd name="connsiteY1943" fmla="*/ 339514 h 949779"/>
              <a:gd name="connsiteX1944" fmla="*/ 8359 w 12233785"/>
              <a:gd name="connsiteY1944" fmla="*/ 348048 h 949779"/>
              <a:gd name="connsiteX1945" fmla="*/ 9495 w 12233785"/>
              <a:gd name="connsiteY1945" fmla="*/ 363622 h 949779"/>
              <a:gd name="connsiteX1946" fmla="*/ 60923 w 12233785"/>
              <a:gd name="connsiteY1946" fmla="*/ 374087 h 949779"/>
              <a:gd name="connsiteX1947" fmla="*/ 86100 w 12233785"/>
              <a:gd name="connsiteY1947" fmla="*/ 374902 h 949779"/>
              <a:gd name="connsiteX1948" fmla="*/ 99100 w 12233785"/>
              <a:gd name="connsiteY1948" fmla="*/ 373788 h 949779"/>
              <a:gd name="connsiteX1949" fmla="*/ 164852 w 12233785"/>
              <a:gd name="connsiteY1949" fmla="*/ 364601 h 949779"/>
              <a:gd name="connsiteX1950" fmla="*/ 212683 w 12233785"/>
              <a:gd name="connsiteY1950" fmla="*/ 357208 h 949779"/>
              <a:gd name="connsiteX1951" fmla="*/ 228016 w 12233785"/>
              <a:gd name="connsiteY1951" fmla="*/ 355061 h 949779"/>
              <a:gd name="connsiteX1952" fmla="*/ 258621 w 12233785"/>
              <a:gd name="connsiteY1952" fmla="*/ 371015 h 949779"/>
              <a:gd name="connsiteX1953" fmla="*/ 283231 w 12233785"/>
              <a:gd name="connsiteY1953" fmla="*/ 379251 h 949779"/>
              <a:gd name="connsiteX1954" fmla="*/ 293769 w 12233785"/>
              <a:gd name="connsiteY1954" fmla="*/ 378272 h 949779"/>
              <a:gd name="connsiteX1955" fmla="*/ 310805 w 12233785"/>
              <a:gd name="connsiteY1955" fmla="*/ 374684 h 949779"/>
              <a:gd name="connsiteX1956" fmla="*/ 397129 w 12233785"/>
              <a:gd name="connsiteY1956" fmla="*/ 374196 h 949779"/>
              <a:gd name="connsiteX1957" fmla="*/ 403034 w 12233785"/>
              <a:gd name="connsiteY1957" fmla="*/ 374229 h 949779"/>
              <a:gd name="connsiteX1958" fmla="*/ 418850 w 12233785"/>
              <a:gd name="connsiteY1958" fmla="*/ 376574 h 949779"/>
              <a:gd name="connsiteX1959" fmla="*/ 423331 w 12233785"/>
              <a:gd name="connsiteY1959" fmla="*/ 377064 h 949779"/>
              <a:gd name="connsiteX1960" fmla="*/ 440649 w 12233785"/>
              <a:gd name="connsiteY1960" fmla="*/ 374438 h 949779"/>
              <a:gd name="connsiteX1961" fmla="*/ 445844 w 12233785"/>
              <a:gd name="connsiteY1961" fmla="*/ 374467 h 949779"/>
              <a:gd name="connsiteX1962" fmla="*/ 486986 w 12233785"/>
              <a:gd name="connsiteY1962" fmla="*/ 381290 h 949779"/>
              <a:gd name="connsiteX1963" fmla="*/ 493549 w 12233785"/>
              <a:gd name="connsiteY1963" fmla="*/ 380881 h 949779"/>
              <a:gd name="connsiteX1964" fmla="*/ 509955 w 12233785"/>
              <a:gd name="connsiteY1964" fmla="*/ 393439 h 949779"/>
              <a:gd name="connsiteX1965" fmla="*/ 525646 w 12233785"/>
              <a:gd name="connsiteY1965" fmla="*/ 398527 h 949779"/>
              <a:gd name="connsiteX1966" fmla="*/ 512872 w 12233785"/>
              <a:gd name="connsiteY1966" fmla="*/ 402966 h 949779"/>
              <a:gd name="connsiteX1967" fmla="*/ 502272 w 12233785"/>
              <a:gd name="connsiteY1967" fmla="*/ 405901 h 949779"/>
              <a:gd name="connsiteX1968" fmla="*/ 486433 w 12233785"/>
              <a:gd name="connsiteY1968" fmla="*/ 403265 h 949779"/>
              <a:gd name="connsiteX1969" fmla="*/ 472235 w 12233785"/>
              <a:gd name="connsiteY1969" fmla="*/ 401879 h 949779"/>
              <a:gd name="connsiteX1970" fmla="*/ 455828 w 12233785"/>
              <a:gd name="connsiteY1970" fmla="*/ 408076 h 949779"/>
              <a:gd name="connsiteX1971" fmla="*/ 450591 w 12233785"/>
              <a:gd name="connsiteY1971" fmla="*/ 408891 h 949779"/>
              <a:gd name="connsiteX1972" fmla="*/ 447289 w 12233785"/>
              <a:gd name="connsiteY1972" fmla="*/ 413202 h 949779"/>
              <a:gd name="connsiteX1973" fmla="*/ 433721 w 12233785"/>
              <a:gd name="connsiteY1973" fmla="*/ 411908 h 949779"/>
              <a:gd name="connsiteX1974" fmla="*/ 442410 w 12233785"/>
              <a:gd name="connsiteY1974" fmla="*/ 399146 h 949779"/>
              <a:gd name="connsiteX1975" fmla="*/ 398345 w 12233785"/>
              <a:gd name="connsiteY1975" fmla="*/ 405635 h 949779"/>
              <a:gd name="connsiteX1976" fmla="*/ 393362 w 12233785"/>
              <a:gd name="connsiteY1976" fmla="*/ 414976 h 949779"/>
              <a:gd name="connsiteX1977" fmla="*/ 394279 w 12233785"/>
              <a:gd name="connsiteY1977" fmla="*/ 430639 h 949779"/>
              <a:gd name="connsiteX1978" fmla="*/ 340736 w 12233785"/>
              <a:gd name="connsiteY1978" fmla="*/ 433237 h 949779"/>
              <a:gd name="connsiteX1979" fmla="*/ 332523 w 12233785"/>
              <a:gd name="connsiteY1979" fmla="*/ 426581 h 949779"/>
              <a:gd name="connsiteX1980" fmla="*/ 311276 w 12233785"/>
              <a:gd name="connsiteY1980" fmla="*/ 433299 h 949779"/>
              <a:gd name="connsiteX1981" fmla="*/ 329066 w 12233785"/>
              <a:gd name="connsiteY1981" fmla="*/ 437518 h 949779"/>
              <a:gd name="connsiteX1982" fmla="*/ 339698 w 12233785"/>
              <a:gd name="connsiteY1982" fmla="*/ 445563 h 949779"/>
              <a:gd name="connsiteX1983" fmla="*/ 366886 w 12233785"/>
              <a:gd name="connsiteY1983" fmla="*/ 444347 h 949779"/>
              <a:gd name="connsiteX1984" fmla="*/ 368033 w 12233785"/>
              <a:gd name="connsiteY1984" fmla="*/ 445648 h 949779"/>
              <a:gd name="connsiteX1985" fmla="*/ 339944 w 12233785"/>
              <a:gd name="connsiteY1985" fmla="*/ 445749 h 949779"/>
              <a:gd name="connsiteX1986" fmla="*/ 339698 w 12233785"/>
              <a:gd name="connsiteY1986" fmla="*/ 445563 h 949779"/>
              <a:gd name="connsiteX1987" fmla="*/ 339223 w 12233785"/>
              <a:gd name="connsiteY1987" fmla="*/ 445584 h 949779"/>
              <a:gd name="connsiteX1988" fmla="*/ 339653 w 12233785"/>
              <a:gd name="connsiteY1988" fmla="*/ 445750 h 949779"/>
              <a:gd name="connsiteX1989" fmla="*/ 295487 w 12233785"/>
              <a:gd name="connsiteY1989" fmla="*/ 445910 h 949779"/>
              <a:gd name="connsiteX1990" fmla="*/ 293972 w 12233785"/>
              <a:gd name="connsiteY1990" fmla="*/ 445910 h 949779"/>
              <a:gd name="connsiteX1991" fmla="*/ 279080 w 12233785"/>
              <a:gd name="connsiteY1991" fmla="*/ 445611 h 949779"/>
              <a:gd name="connsiteX1992" fmla="*/ 263999 w 12233785"/>
              <a:gd name="connsiteY1992" fmla="*/ 445312 h 949779"/>
              <a:gd name="connsiteX1993" fmla="*/ 227400 w 12233785"/>
              <a:gd name="connsiteY1993" fmla="*/ 450883 h 949779"/>
              <a:gd name="connsiteX1994" fmla="*/ 222478 w 12233785"/>
              <a:gd name="connsiteY1994" fmla="*/ 451455 h 949779"/>
              <a:gd name="connsiteX1995" fmla="*/ 220207 w 12233785"/>
              <a:gd name="connsiteY1995" fmla="*/ 451427 h 949779"/>
              <a:gd name="connsiteX1996" fmla="*/ 217872 w 12233785"/>
              <a:gd name="connsiteY1996" fmla="*/ 451400 h 949779"/>
              <a:gd name="connsiteX1997" fmla="*/ 214843 w 12233785"/>
              <a:gd name="connsiteY1997" fmla="*/ 451509 h 949779"/>
              <a:gd name="connsiteX1998" fmla="*/ 201023 w 12233785"/>
              <a:gd name="connsiteY1998" fmla="*/ 452052 h 949779"/>
              <a:gd name="connsiteX1999" fmla="*/ 193451 w 12233785"/>
              <a:gd name="connsiteY1999" fmla="*/ 451998 h 949779"/>
              <a:gd name="connsiteX2000" fmla="*/ 185815 w 12233785"/>
              <a:gd name="connsiteY2000" fmla="*/ 451917 h 949779"/>
              <a:gd name="connsiteX2001" fmla="*/ 158493 w 12233785"/>
              <a:gd name="connsiteY2001" fmla="*/ 454961 h 949779"/>
              <a:gd name="connsiteX2002" fmla="*/ 132242 w 12233785"/>
              <a:gd name="connsiteY2002" fmla="*/ 457760 h 949779"/>
              <a:gd name="connsiteX2003" fmla="*/ 126563 w 12233785"/>
              <a:gd name="connsiteY2003" fmla="*/ 457733 h 949779"/>
              <a:gd name="connsiteX2004" fmla="*/ 120757 w 12233785"/>
              <a:gd name="connsiteY2004" fmla="*/ 457706 h 949779"/>
              <a:gd name="connsiteX2005" fmla="*/ 102648 w 12233785"/>
              <a:gd name="connsiteY2005" fmla="*/ 458739 h 949779"/>
              <a:gd name="connsiteX2006" fmla="*/ 97663 w 12233785"/>
              <a:gd name="connsiteY2006" fmla="*/ 460668 h 949779"/>
              <a:gd name="connsiteX2007" fmla="*/ 106308 w 12233785"/>
              <a:gd name="connsiteY2007" fmla="*/ 463930 h 949779"/>
              <a:gd name="connsiteX2008" fmla="*/ 113753 w 12233785"/>
              <a:gd name="connsiteY2008" fmla="*/ 464093 h 949779"/>
              <a:gd name="connsiteX2009" fmla="*/ 118802 w 12233785"/>
              <a:gd name="connsiteY2009" fmla="*/ 464066 h 949779"/>
              <a:gd name="connsiteX2010" fmla="*/ 123976 w 12233785"/>
              <a:gd name="connsiteY2010" fmla="*/ 464039 h 949779"/>
              <a:gd name="connsiteX2011" fmla="*/ 138111 w 12233785"/>
              <a:gd name="connsiteY2011" fmla="*/ 464936 h 949779"/>
              <a:gd name="connsiteX2012" fmla="*/ 155274 w 12233785"/>
              <a:gd name="connsiteY2012" fmla="*/ 467980 h 949779"/>
              <a:gd name="connsiteX2013" fmla="*/ 165244 w 12233785"/>
              <a:gd name="connsiteY2013" fmla="*/ 465479 h 949779"/>
              <a:gd name="connsiteX2014" fmla="*/ 204115 w 12233785"/>
              <a:gd name="connsiteY2014" fmla="*/ 474965 h 949779"/>
              <a:gd name="connsiteX2015" fmla="*/ 204746 w 12233785"/>
              <a:gd name="connsiteY2015" fmla="*/ 475019 h 949779"/>
              <a:gd name="connsiteX2016" fmla="*/ 214211 w 12233785"/>
              <a:gd name="connsiteY2016" fmla="*/ 472111 h 949779"/>
              <a:gd name="connsiteX2017" fmla="*/ 230934 w 12233785"/>
              <a:gd name="connsiteY2017" fmla="*/ 469991 h 949779"/>
              <a:gd name="connsiteX2018" fmla="*/ 237433 w 12233785"/>
              <a:gd name="connsiteY2018" fmla="*/ 470100 h 949779"/>
              <a:gd name="connsiteX2019" fmla="*/ 243932 w 12233785"/>
              <a:gd name="connsiteY2019" fmla="*/ 470209 h 949779"/>
              <a:gd name="connsiteX2020" fmla="*/ 259047 w 12233785"/>
              <a:gd name="connsiteY2020" fmla="*/ 467800 h 949779"/>
              <a:gd name="connsiteX2021" fmla="*/ 259267 w 12233785"/>
              <a:gd name="connsiteY2021" fmla="*/ 469963 h 949779"/>
              <a:gd name="connsiteX2022" fmla="*/ 270168 w 12233785"/>
              <a:gd name="connsiteY2022" fmla="*/ 473075 h 949779"/>
              <a:gd name="connsiteX2023" fmla="*/ 276037 w 12233785"/>
              <a:gd name="connsiteY2023" fmla="*/ 474054 h 949779"/>
              <a:gd name="connsiteX2024" fmla="*/ 280517 w 12233785"/>
              <a:gd name="connsiteY2024" fmla="*/ 476201 h 949779"/>
              <a:gd name="connsiteX2025" fmla="*/ 276920 w 12233785"/>
              <a:gd name="connsiteY2025" fmla="*/ 478022 h 949779"/>
              <a:gd name="connsiteX2026" fmla="*/ 226501 w 12233785"/>
              <a:gd name="connsiteY2026" fmla="*/ 479979 h 949779"/>
              <a:gd name="connsiteX2027" fmla="*/ 211799 w 12233785"/>
              <a:gd name="connsiteY2027" fmla="*/ 484056 h 949779"/>
              <a:gd name="connsiteX2028" fmla="*/ 205489 w 12233785"/>
              <a:gd name="connsiteY2028" fmla="*/ 482588 h 949779"/>
              <a:gd name="connsiteX2029" fmla="*/ 186558 w 12233785"/>
              <a:gd name="connsiteY2029" fmla="*/ 479571 h 949779"/>
              <a:gd name="connsiteX2030" fmla="*/ 180059 w 12233785"/>
              <a:gd name="connsiteY2030" fmla="*/ 479680 h 949779"/>
              <a:gd name="connsiteX2031" fmla="*/ 173560 w 12233785"/>
              <a:gd name="connsiteY2031" fmla="*/ 479788 h 949779"/>
              <a:gd name="connsiteX2032" fmla="*/ 156837 w 12233785"/>
              <a:gd name="connsiteY2032" fmla="*/ 477668 h 949779"/>
              <a:gd name="connsiteX2033" fmla="*/ 147372 w 12233785"/>
              <a:gd name="connsiteY2033" fmla="*/ 474760 h 949779"/>
              <a:gd name="connsiteX2034" fmla="*/ 146741 w 12233785"/>
              <a:gd name="connsiteY2034" fmla="*/ 474815 h 949779"/>
              <a:gd name="connsiteX2035" fmla="*/ 107870 w 12233785"/>
              <a:gd name="connsiteY2035" fmla="*/ 484300 h 949779"/>
              <a:gd name="connsiteX2036" fmla="*/ 97900 w 12233785"/>
              <a:gd name="connsiteY2036" fmla="*/ 481800 h 949779"/>
              <a:gd name="connsiteX2037" fmla="*/ 80737 w 12233785"/>
              <a:gd name="connsiteY2037" fmla="*/ 484844 h 949779"/>
              <a:gd name="connsiteX2038" fmla="*/ 66602 w 12233785"/>
              <a:gd name="connsiteY2038" fmla="*/ 485741 h 949779"/>
              <a:gd name="connsiteX2039" fmla="*/ 61428 w 12233785"/>
              <a:gd name="connsiteY2039" fmla="*/ 485713 h 949779"/>
              <a:gd name="connsiteX2040" fmla="*/ 56379 w 12233785"/>
              <a:gd name="connsiteY2040" fmla="*/ 485686 h 949779"/>
              <a:gd name="connsiteX2041" fmla="*/ 48934 w 12233785"/>
              <a:gd name="connsiteY2041" fmla="*/ 485850 h 949779"/>
              <a:gd name="connsiteX2042" fmla="*/ 40289 w 12233785"/>
              <a:gd name="connsiteY2042" fmla="*/ 489111 h 949779"/>
              <a:gd name="connsiteX2043" fmla="*/ 45274 w 12233785"/>
              <a:gd name="connsiteY2043" fmla="*/ 491041 h 949779"/>
              <a:gd name="connsiteX2044" fmla="*/ 63383 w 12233785"/>
              <a:gd name="connsiteY2044" fmla="*/ 492074 h 949779"/>
              <a:gd name="connsiteX2045" fmla="*/ 69189 w 12233785"/>
              <a:gd name="connsiteY2045" fmla="*/ 492047 h 949779"/>
              <a:gd name="connsiteX2046" fmla="*/ 74868 w 12233785"/>
              <a:gd name="connsiteY2046" fmla="*/ 492019 h 949779"/>
              <a:gd name="connsiteX2047" fmla="*/ 101119 w 12233785"/>
              <a:gd name="connsiteY2047" fmla="*/ 494819 h 949779"/>
              <a:gd name="connsiteX2048" fmla="*/ 128441 w 12233785"/>
              <a:gd name="connsiteY2048" fmla="*/ 497863 h 949779"/>
              <a:gd name="connsiteX2049" fmla="*/ 136077 w 12233785"/>
              <a:gd name="connsiteY2049" fmla="*/ 497781 h 949779"/>
              <a:gd name="connsiteX2050" fmla="*/ 143649 w 12233785"/>
              <a:gd name="connsiteY2050" fmla="*/ 497727 h 949779"/>
              <a:gd name="connsiteX2051" fmla="*/ 157469 w 12233785"/>
              <a:gd name="connsiteY2051" fmla="*/ 498271 h 949779"/>
              <a:gd name="connsiteX2052" fmla="*/ 160498 w 12233785"/>
              <a:gd name="connsiteY2052" fmla="*/ 498379 h 949779"/>
              <a:gd name="connsiteX2053" fmla="*/ 162833 w 12233785"/>
              <a:gd name="connsiteY2053" fmla="*/ 498352 h 949779"/>
              <a:gd name="connsiteX2054" fmla="*/ 165104 w 12233785"/>
              <a:gd name="connsiteY2054" fmla="*/ 498325 h 949779"/>
              <a:gd name="connsiteX2055" fmla="*/ 170026 w 12233785"/>
              <a:gd name="connsiteY2055" fmla="*/ 498896 h 949779"/>
              <a:gd name="connsiteX2056" fmla="*/ 206626 w 12233785"/>
              <a:gd name="connsiteY2056" fmla="*/ 504468 h 949779"/>
              <a:gd name="connsiteX2057" fmla="*/ 221706 w 12233785"/>
              <a:gd name="connsiteY2057" fmla="*/ 504169 h 949779"/>
              <a:gd name="connsiteX2058" fmla="*/ 236598 w 12233785"/>
              <a:gd name="connsiteY2058" fmla="*/ 503870 h 949779"/>
              <a:gd name="connsiteX2059" fmla="*/ 238113 w 12233785"/>
              <a:gd name="connsiteY2059" fmla="*/ 503870 h 949779"/>
              <a:gd name="connsiteX2060" fmla="*/ 376409 w 12233785"/>
              <a:gd name="connsiteY2060" fmla="*/ 504370 h 949779"/>
              <a:gd name="connsiteX2061" fmla="*/ 374721 w 12233785"/>
              <a:gd name="connsiteY2061" fmla="*/ 505340 h 949779"/>
              <a:gd name="connsiteX2062" fmla="*/ 408760 w 12233785"/>
              <a:gd name="connsiteY2062" fmla="*/ 506649 h 949779"/>
              <a:gd name="connsiteX2063" fmla="*/ 421923 w 12233785"/>
              <a:gd name="connsiteY2063" fmla="*/ 504535 h 949779"/>
              <a:gd name="connsiteX2064" fmla="*/ 444659 w 12233785"/>
              <a:gd name="connsiteY2064" fmla="*/ 504617 h 949779"/>
              <a:gd name="connsiteX2065" fmla="*/ 466086 w 12233785"/>
              <a:gd name="connsiteY2065" fmla="*/ 515758 h 949779"/>
              <a:gd name="connsiteX2066" fmla="*/ 465816 w 12233785"/>
              <a:gd name="connsiteY2066" fmla="*/ 516129 h 949779"/>
              <a:gd name="connsiteX2067" fmla="*/ 466173 w 12233785"/>
              <a:gd name="connsiteY2067" fmla="*/ 516125 h 949779"/>
              <a:gd name="connsiteX2068" fmla="*/ 462691 w 12233785"/>
              <a:gd name="connsiteY2068" fmla="*/ 521482 h 949779"/>
              <a:gd name="connsiteX2069" fmla="*/ 447422 w 12233785"/>
              <a:gd name="connsiteY2069" fmla="*/ 529011 h 949779"/>
              <a:gd name="connsiteX2070" fmla="*/ 395993 w 12233785"/>
              <a:gd name="connsiteY2070" fmla="*/ 529582 h 949779"/>
              <a:gd name="connsiteX2071" fmla="*/ 387159 w 12233785"/>
              <a:gd name="connsiteY2071" fmla="*/ 532979 h 949779"/>
              <a:gd name="connsiteX2072" fmla="*/ 393217 w 12233785"/>
              <a:gd name="connsiteY2072" fmla="*/ 540889 h 949779"/>
              <a:gd name="connsiteX2073" fmla="*/ 398455 w 12233785"/>
              <a:gd name="connsiteY2073" fmla="*/ 541704 h 949779"/>
              <a:gd name="connsiteX2074" fmla="*/ 414861 w 12233785"/>
              <a:gd name="connsiteY2074" fmla="*/ 547901 h 949779"/>
              <a:gd name="connsiteX2075" fmla="*/ 429059 w 12233785"/>
              <a:gd name="connsiteY2075" fmla="*/ 546515 h 949779"/>
              <a:gd name="connsiteX2076" fmla="*/ 444898 w 12233785"/>
              <a:gd name="connsiteY2076" fmla="*/ 543878 h 949779"/>
              <a:gd name="connsiteX2077" fmla="*/ 455498 w 12233785"/>
              <a:gd name="connsiteY2077" fmla="*/ 546814 h 949779"/>
              <a:gd name="connsiteX2078" fmla="*/ 475754 w 12233785"/>
              <a:gd name="connsiteY2078" fmla="*/ 553853 h 949779"/>
              <a:gd name="connsiteX2079" fmla="*/ 475754 w 12233785"/>
              <a:gd name="connsiteY2079" fmla="*/ 560050 h 949779"/>
              <a:gd name="connsiteX2080" fmla="*/ 455435 w 12233785"/>
              <a:gd name="connsiteY2080" fmla="*/ 567008 h 949779"/>
              <a:gd name="connsiteX2081" fmla="*/ 425722 w 12233785"/>
              <a:gd name="connsiteY2081" fmla="*/ 575421 h 949779"/>
              <a:gd name="connsiteX2082" fmla="*/ 382174 w 12233785"/>
              <a:gd name="connsiteY2082" fmla="*/ 575174 h 949779"/>
              <a:gd name="connsiteX2083" fmla="*/ 365957 w 12233785"/>
              <a:gd name="connsiteY2083" fmla="*/ 572716 h 949779"/>
              <a:gd name="connsiteX2084" fmla="*/ 361476 w 12233785"/>
              <a:gd name="connsiteY2084" fmla="*/ 573205 h 949779"/>
              <a:gd name="connsiteX2085" fmla="*/ 360144 w 12233785"/>
              <a:gd name="connsiteY2085" fmla="*/ 573403 h 949779"/>
              <a:gd name="connsiteX2086" fmla="*/ 351143 w 12233785"/>
              <a:gd name="connsiteY2086" fmla="*/ 571508 h 949779"/>
              <a:gd name="connsiteX2087" fmla="*/ 340605 w 12233785"/>
              <a:gd name="connsiteY2087" fmla="*/ 570529 h 949779"/>
              <a:gd name="connsiteX2088" fmla="*/ 315995 w 12233785"/>
              <a:gd name="connsiteY2088" fmla="*/ 578764 h 949779"/>
              <a:gd name="connsiteX2089" fmla="*/ 315401 w 12233785"/>
              <a:gd name="connsiteY2089" fmla="*/ 579285 h 949779"/>
              <a:gd name="connsiteX2090" fmla="*/ 301088 w 12233785"/>
              <a:gd name="connsiteY2090" fmla="*/ 580734 h 949779"/>
              <a:gd name="connsiteX2091" fmla="*/ 297365 w 12233785"/>
              <a:gd name="connsiteY2091" fmla="*/ 585898 h 949779"/>
              <a:gd name="connsiteX2092" fmla="*/ 303160 w 12233785"/>
              <a:gd name="connsiteY2092" fmla="*/ 590008 h 949779"/>
              <a:gd name="connsiteX2093" fmla="*/ 302421 w 12233785"/>
              <a:gd name="connsiteY2093" fmla="*/ 590655 h 949779"/>
              <a:gd name="connsiteX2094" fmla="*/ 285390 w 12233785"/>
              <a:gd name="connsiteY2094" fmla="*/ 594718 h 949779"/>
              <a:gd name="connsiteX2095" fmla="*/ 270057 w 12233785"/>
              <a:gd name="connsiteY2095" fmla="*/ 592572 h 949779"/>
              <a:gd name="connsiteX2096" fmla="*/ 222226 w 12233785"/>
              <a:gd name="connsiteY2096" fmla="*/ 585179 h 949779"/>
              <a:gd name="connsiteX2097" fmla="*/ 156474 w 12233785"/>
              <a:gd name="connsiteY2097" fmla="*/ 575992 h 949779"/>
              <a:gd name="connsiteX2098" fmla="*/ 143474 w 12233785"/>
              <a:gd name="connsiteY2098" fmla="*/ 574877 h 949779"/>
              <a:gd name="connsiteX2099" fmla="*/ 118297 w 12233785"/>
              <a:gd name="connsiteY2099" fmla="*/ 575693 h 949779"/>
              <a:gd name="connsiteX2100" fmla="*/ 66869 w 12233785"/>
              <a:gd name="connsiteY2100" fmla="*/ 586157 h 949779"/>
              <a:gd name="connsiteX2101" fmla="*/ 65733 w 12233785"/>
              <a:gd name="connsiteY2101" fmla="*/ 601731 h 949779"/>
              <a:gd name="connsiteX2102" fmla="*/ 98799 w 12233785"/>
              <a:gd name="connsiteY2102" fmla="*/ 610266 h 949779"/>
              <a:gd name="connsiteX2103" fmla="*/ 100439 w 12233785"/>
              <a:gd name="connsiteY2103" fmla="*/ 610374 h 949779"/>
              <a:gd name="connsiteX2104" fmla="*/ 109904 w 12233785"/>
              <a:gd name="connsiteY2104" fmla="*/ 608798 h 949779"/>
              <a:gd name="connsiteX2105" fmla="*/ 118675 w 12233785"/>
              <a:gd name="connsiteY2105" fmla="*/ 607221 h 949779"/>
              <a:gd name="connsiteX2106" fmla="*/ 120380 w 12233785"/>
              <a:gd name="connsiteY2106" fmla="*/ 607438 h 949779"/>
              <a:gd name="connsiteX2107" fmla="*/ 204115 w 12233785"/>
              <a:gd name="connsiteY2107" fmla="*/ 619425 h 949779"/>
              <a:gd name="connsiteX2108" fmla="*/ 202538 w 12233785"/>
              <a:gd name="connsiteY2108" fmla="*/ 626763 h 949779"/>
              <a:gd name="connsiteX2109" fmla="*/ 209542 w 12233785"/>
              <a:gd name="connsiteY2109" fmla="*/ 631411 h 949779"/>
              <a:gd name="connsiteX2110" fmla="*/ 213454 w 12233785"/>
              <a:gd name="connsiteY2110" fmla="*/ 630977 h 949779"/>
              <a:gd name="connsiteX2111" fmla="*/ 231312 w 12233785"/>
              <a:gd name="connsiteY2111" fmla="*/ 627470 h 949779"/>
              <a:gd name="connsiteX2112" fmla="*/ 244122 w 12233785"/>
              <a:gd name="connsiteY2112" fmla="*/ 631438 h 949779"/>
              <a:gd name="connsiteX2113" fmla="*/ 270498 w 12233785"/>
              <a:gd name="connsiteY2113" fmla="*/ 639076 h 949779"/>
              <a:gd name="connsiteX2114" fmla="*/ 267469 w 12233785"/>
              <a:gd name="connsiteY2114" fmla="*/ 643153 h 949779"/>
              <a:gd name="connsiteX2115" fmla="*/ 248791 w 12233785"/>
              <a:gd name="connsiteY2115" fmla="*/ 653264 h 949779"/>
              <a:gd name="connsiteX2116" fmla="*/ 249734 w 12233785"/>
              <a:gd name="connsiteY2116" fmla="*/ 665400 h 949779"/>
              <a:gd name="connsiteX2117" fmla="*/ 245307 w 12233785"/>
              <a:gd name="connsiteY2117" fmla="*/ 665317 h 949779"/>
              <a:gd name="connsiteX2118" fmla="*/ 188010 w 12233785"/>
              <a:gd name="connsiteY2118" fmla="*/ 671976 h 949779"/>
              <a:gd name="connsiteX2119" fmla="*/ 181321 w 12233785"/>
              <a:gd name="connsiteY2119" fmla="*/ 679722 h 949779"/>
              <a:gd name="connsiteX2120" fmla="*/ 189777 w 12233785"/>
              <a:gd name="connsiteY2120" fmla="*/ 683310 h 949779"/>
              <a:gd name="connsiteX2121" fmla="*/ 191481 w 12233785"/>
              <a:gd name="connsiteY2121" fmla="*/ 683310 h 949779"/>
              <a:gd name="connsiteX2122" fmla="*/ 225177 w 12233785"/>
              <a:gd name="connsiteY2122" fmla="*/ 688719 h 949779"/>
              <a:gd name="connsiteX2123" fmla="*/ 230540 w 12233785"/>
              <a:gd name="connsiteY2123" fmla="*/ 689588 h 949779"/>
              <a:gd name="connsiteX2124" fmla="*/ 241520 w 12233785"/>
              <a:gd name="connsiteY2124" fmla="*/ 687876 h 949779"/>
              <a:gd name="connsiteX2125" fmla="*/ 253005 w 12233785"/>
              <a:gd name="connsiteY2125" fmla="*/ 686164 h 949779"/>
              <a:gd name="connsiteX2126" fmla="*/ 263858 w 12233785"/>
              <a:gd name="connsiteY2126" fmla="*/ 689398 h 949779"/>
              <a:gd name="connsiteX2127" fmla="*/ 329863 w 12233785"/>
              <a:gd name="connsiteY2127" fmla="*/ 681923 h 949779"/>
              <a:gd name="connsiteX2128" fmla="*/ 383562 w 12233785"/>
              <a:gd name="connsiteY2128" fmla="*/ 677167 h 949779"/>
              <a:gd name="connsiteX2129" fmla="*/ 442751 w 12233785"/>
              <a:gd name="connsiteY2129" fmla="*/ 678907 h 949779"/>
              <a:gd name="connsiteX2130" fmla="*/ 449946 w 12233785"/>
              <a:gd name="connsiteY2130" fmla="*/ 686517 h 949779"/>
              <a:gd name="connsiteX2131" fmla="*/ 445402 w 12233785"/>
              <a:gd name="connsiteY2131" fmla="*/ 694861 h 949779"/>
              <a:gd name="connsiteX2132" fmla="*/ 399969 w 12233785"/>
              <a:gd name="connsiteY2132" fmla="*/ 699835 h 949779"/>
              <a:gd name="connsiteX2133" fmla="*/ 393659 w 12233785"/>
              <a:gd name="connsiteY2133" fmla="*/ 698177 h 949779"/>
              <a:gd name="connsiteX2134" fmla="*/ 385140 w 12233785"/>
              <a:gd name="connsiteY2134" fmla="*/ 699454 h 949779"/>
              <a:gd name="connsiteX2135" fmla="*/ 376621 w 12233785"/>
              <a:gd name="connsiteY2135" fmla="*/ 700732 h 949779"/>
              <a:gd name="connsiteX2136" fmla="*/ 368859 w 12233785"/>
              <a:gd name="connsiteY2136" fmla="*/ 697987 h 949779"/>
              <a:gd name="connsiteX2137" fmla="*/ 328538 w 12233785"/>
              <a:gd name="connsiteY2137" fmla="*/ 703695 h 949779"/>
              <a:gd name="connsiteX2138" fmla="*/ 323995 w 12233785"/>
              <a:gd name="connsiteY2138" fmla="*/ 705679 h 949779"/>
              <a:gd name="connsiteX2139" fmla="*/ 328853 w 12233785"/>
              <a:gd name="connsiteY2139" fmla="*/ 707663 h 949779"/>
              <a:gd name="connsiteX2140" fmla="*/ 341031 w 12233785"/>
              <a:gd name="connsiteY2140" fmla="*/ 708832 h 949779"/>
              <a:gd name="connsiteX2141" fmla="*/ 351948 w 12233785"/>
              <a:gd name="connsiteY2141" fmla="*/ 716986 h 949779"/>
              <a:gd name="connsiteX2142" fmla="*/ 362928 w 12233785"/>
              <a:gd name="connsiteY2142" fmla="*/ 720763 h 949779"/>
              <a:gd name="connsiteX2143" fmla="*/ 496072 w 12233785"/>
              <a:gd name="connsiteY2143" fmla="*/ 720957 h 949779"/>
              <a:gd name="connsiteX2144" fmla="*/ 490237 w 12233785"/>
              <a:gd name="connsiteY2144" fmla="*/ 725065 h 949779"/>
              <a:gd name="connsiteX2145" fmla="*/ 495423 w 12233785"/>
              <a:gd name="connsiteY2145" fmla="*/ 731944 h 949779"/>
              <a:gd name="connsiteX2146" fmla="*/ 469813 w 12233785"/>
              <a:gd name="connsiteY2146" fmla="*/ 734146 h 949779"/>
              <a:gd name="connsiteX2147" fmla="*/ 554640 w 12233785"/>
              <a:gd name="connsiteY2147" fmla="*/ 747162 h 949779"/>
              <a:gd name="connsiteX2148" fmla="*/ 494127 w 12233785"/>
              <a:gd name="connsiteY2148" fmla="*/ 764705 h 949779"/>
              <a:gd name="connsiteX2149" fmla="*/ 494537 w 12233785"/>
              <a:gd name="connsiteY2149" fmla="*/ 764961 h 949779"/>
              <a:gd name="connsiteX2150" fmla="*/ 494776 w 12233785"/>
              <a:gd name="connsiteY2150" fmla="*/ 764729 h 949779"/>
              <a:gd name="connsiteX2151" fmla="*/ 495316 w 12233785"/>
              <a:gd name="connsiteY2151" fmla="*/ 765447 h 949779"/>
              <a:gd name="connsiteX2152" fmla="*/ 494537 w 12233785"/>
              <a:gd name="connsiteY2152" fmla="*/ 764961 h 949779"/>
              <a:gd name="connsiteX2153" fmla="*/ 486914 w 12233785"/>
              <a:gd name="connsiteY2153" fmla="*/ 772348 h 949779"/>
              <a:gd name="connsiteX2154" fmla="*/ 500836 w 12233785"/>
              <a:gd name="connsiteY2154" fmla="*/ 779213 h 949779"/>
              <a:gd name="connsiteX2155" fmla="*/ 500826 w 12233785"/>
              <a:gd name="connsiteY2155" fmla="*/ 779180 h 949779"/>
              <a:gd name="connsiteX2156" fmla="*/ 502679 w 12233785"/>
              <a:gd name="connsiteY2156" fmla="*/ 778832 h 949779"/>
              <a:gd name="connsiteX2157" fmla="*/ 510768 w 12233785"/>
              <a:gd name="connsiteY2157" fmla="*/ 774528 h 949779"/>
              <a:gd name="connsiteX2158" fmla="*/ 513740 w 12233785"/>
              <a:gd name="connsiteY2158" fmla="*/ 776756 h 949779"/>
              <a:gd name="connsiteX2159" fmla="*/ 502679 w 12233785"/>
              <a:gd name="connsiteY2159" fmla="*/ 778832 h 949779"/>
              <a:gd name="connsiteX2160" fmla="*/ 501422 w 12233785"/>
              <a:gd name="connsiteY2160" fmla="*/ 779501 h 949779"/>
              <a:gd name="connsiteX2161" fmla="*/ 500836 w 12233785"/>
              <a:gd name="connsiteY2161" fmla="*/ 779213 h 949779"/>
              <a:gd name="connsiteX2162" fmla="*/ 503149 w 12233785"/>
              <a:gd name="connsiteY2162" fmla="*/ 786724 h 949779"/>
              <a:gd name="connsiteX2163" fmla="*/ 480187 w 12233785"/>
              <a:gd name="connsiteY2163" fmla="*/ 794398 h 949779"/>
              <a:gd name="connsiteX2164" fmla="*/ 563934 w 12233785"/>
              <a:gd name="connsiteY2164" fmla="*/ 810209 h 949779"/>
              <a:gd name="connsiteX2165" fmla="*/ 506715 w 12233785"/>
              <a:gd name="connsiteY2165" fmla="*/ 820354 h 949779"/>
              <a:gd name="connsiteX2166" fmla="*/ 524113 w 12233785"/>
              <a:gd name="connsiteY2166" fmla="*/ 827233 h 949779"/>
              <a:gd name="connsiteX2167" fmla="*/ 683610 w 12233785"/>
              <a:gd name="connsiteY2167" fmla="*/ 838169 h 949779"/>
              <a:gd name="connsiteX2168" fmla="*/ 677180 w 12233785"/>
              <a:gd name="connsiteY2168" fmla="*/ 845271 h 949779"/>
              <a:gd name="connsiteX2169" fmla="*/ 753632 w 12233785"/>
              <a:gd name="connsiteY2169" fmla="*/ 838961 h 949779"/>
              <a:gd name="connsiteX2170" fmla="*/ 797005 w 12233785"/>
              <a:gd name="connsiteY2170" fmla="*/ 841646 h 949779"/>
              <a:gd name="connsiteX2171" fmla="*/ 856776 w 12233785"/>
              <a:gd name="connsiteY2171" fmla="*/ 841632 h 949779"/>
              <a:gd name="connsiteX2172" fmla="*/ 857772 w 12233785"/>
              <a:gd name="connsiteY2172" fmla="*/ 845926 h 949779"/>
              <a:gd name="connsiteX2173" fmla="*/ 875125 w 12233785"/>
              <a:gd name="connsiteY2173" fmla="*/ 851172 h 949779"/>
              <a:gd name="connsiteX2174" fmla="*/ 884779 w 12233785"/>
              <a:gd name="connsiteY2174" fmla="*/ 849296 h 949779"/>
              <a:gd name="connsiteX2175" fmla="*/ 906612 w 12233785"/>
              <a:gd name="connsiteY2175" fmla="*/ 844485 h 949779"/>
              <a:gd name="connsiteX2176" fmla="*/ 913933 w 12233785"/>
              <a:gd name="connsiteY2176" fmla="*/ 845437 h 949779"/>
              <a:gd name="connsiteX2177" fmla="*/ 981263 w 12233785"/>
              <a:gd name="connsiteY2177" fmla="*/ 851443 h 949779"/>
              <a:gd name="connsiteX2178" fmla="*/ 988077 w 12233785"/>
              <a:gd name="connsiteY2178" fmla="*/ 854950 h 949779"/>
              <a:gd name="connsiteX2179" fmla="*/ 983218 w 12233785"/>
              <a:gd name="connsiteY2179" fmla="*/ 856879 h 949779"/>
              <a:gd name="connsiteX2180" fmla="*/ 932989 w 12233785"/>
              <a:gd name="connsiteY2180" fmla="*/ 858564 h 949779"/>
              <a:gd name="connsiteX2181" fmla="*/ 928572 w 12233785"/>
              <a:gd name="connsiteY2181" fmla="*/ 860467 h 949779"/>
              <a:gd name="connsiteX2182" fmla="*/ 933683 w 12233785"/>
              <a:gd name="connsiteY2182" fmla="*/ 862288 h 949779"/>
              <a:gd name="connsiteX2183" fmla="*/ 972617 w 12233785"/>
              <a:gd name="connsiteY2183" fmla="*/ 863674 h 949779"/>
              <a:gd name="connsiteX2184" fmla="*/ 1007702 w 12233785"/>
              <a:gd name="connsiteY2184" fmla="*/ 859190 h 949779"/>
              <a:gd name="connsiteX2185" fmla="*/ 1017545 w 12233785"/>
              <a:gd name="connsiteY2185" fmla="*/ 860657 h 949779"/>
              <a:gd name="connsiteX2186" fmla="*/ 1030229 w 12233785"/>
              <a:gd name="connsiteY2186" fmla="*/ 863267 h 949779"/>
              <a:gd name="connsiteX2187" fmla="*/ 1045816 w 12233785"/>
              <a:gd name="connsiteY2187" fmla="*/ 859869 h 949779"/>
              <a:gd name="connsiteX2188" fmla="*/ 1056479 w 12233785"/>
              <a:gd name="connsiteY2188" fmla="*/ 857776 h 949779"/>
              <a:gd name="connsiteX2189" fmla="*/ 1066260 w 12233785"/>
              <a:gd name="connsiteY2189" fmla="*/ 861554 h 949779"/>
              <a:gd name="connsiteX2190" fmla="*/ 1075410 w 12233785"/>
              <a:gd name="connsiteY2190" fmla="*/ 867344 h 949779"/>
              <a:gd name="connsiteX2191" fmla="*/ 1086957 w 12233785"/>
              <a:gd name="connsiteY2191" fmla="*/ 865522 h 949779"/>
              <a:gd name="connsiteX2192" fmla="*/ 1101661 w 12233785"/>
              <a:gd name="connsiteY2192" fmla="*/ 863212 h 949779"/>
              <a:gd name="connsiteX2193" fmla="*/ 1120464 w 12233785"/>
              <a:gd name="connsiteY2193" fmla="*/ 871584 h 949779"/>
              <a:gd name="connsiteX2194" fmla="*/ 1127090 w 12233785"/>
              <a:gd name="connsiteY2194" fmla="*/ 873812 h 949779"/>
              <a:gd name="connsiteX2195" fmla="*/ 1134663 w 12233785"/>
              <a:gd name="connsiteY2195" fmla="*/ 871746 h 949779"/>
              <a:gd name="connsiteX2196" fmla="*/ 1153530 w 12233785"/>
              <a:gd name="connsiteY2196" fmla="*/ 865495 h 949779"/>
              <a:gd name="connsiteX2197" fmla="*/ 1165394 w 12233785"/>
              <a:gd name="connsiteY2197" fmla="*/ 868430 h 949779"/>
              <a:gd name="connsiteX2198" fmla="*/ 1177382 w 12233785"/>
              <a:gd name="connsiteY2198" fmla="*/ 868621 h 949779"/>
              <a:gd name="connsiteX2199" fmla="*/ 1217326 w 12233785"/>
              <a:gd name="connsiteY2199" fmla="*/ 863293 h 949779"/>
              <a:gd name="connsiteX2200" fmla="*/ 1243829 w 12233785"/>
              <a:gd name="connsiteY2200" fmla="*/ 864272 h 949779"/>
              <a:gd name="connsiteX2201" fmla="*/ 1270394 w 12233785"/>
              <a:gd name="connsiteY2201" fmla="*/ 865251 h 949779"/>
              <a:gd name="connsiteX2202" fmla="*/ 1285223 w 12233785"/>
              <a:gd name="connsiteY2202" fmla="*/ 868702 h 949779"/>
              <a:gd name="connsiteX2203" fmla="*/ 1309897 w 12233785"/>
              <a:gd name="connsiteY2203" fmla="*/ 863810 h 949779"/>
              <a:gd name="connsiteX2204" fmla="*/ 1316018 w 12233785"/>
              <a:gd name="connsiteY2204" fmla="*/ 863130 h 949779"/>
              <a:gd name="connsiteX2205" fmla="*/ 1339491 w 12233785"/>
              <a:gd name="connsiteY2205" fmla="*/ 870714 h 949779"/>
              <a:gd name="connsiteX2206" fmla="*/ 1360378 w 12233785"/>
              <a:gd name="connsiteY2206" fmla="*/ 881531 h 949779"/>
              <a:gd name="connsiteX2207" fmla="*/ 1414961 w 12233785"/>
              <a:gd name="connsiteY2207" fmla="*/ 887484 h 949779"/>
              <a:gd name="connsiteX2208" fmla="*/ 1416160 w 12233785"/>
              <a:gd name="connsiteY2208" fmla="*/ 887646 h 949779"/>
              <a:gd name="connsiteX2209" fmla="*/ 1431620 w 12233785"/>
              <a:gd name="connsiteY2209" fmla="*/ 884494 h 949779"/>
              <a:gd name="connsiteX2210" fmla="*/ 1454778 w 12233785"/>
              <a:gd name="connsiteY2210" fmla="*/ 881858 h 949779"/>
              <a:gd name="connsiteX2211" fmla="*/ 1466010 w 12233785"/>
              <a:gd name="connsiteY2211" fmla="*/ 876068 h 949779"/>
              <a:gd name="connsiteX2212" fmla="*/ 1488348 w 12233785"/>
              <a:gd name="connsiteY2212" fmla="*/ 875524 h 949779"/>
              <a:gd name="connsiteX2213" fmla="*/ 1562745 w 12233785"/>
              <a:gd name="connsiteY2213" fmla="*/ 886342 h 949779"/>
              <a:gd name="connsiteX2214" fmla="*/ 1571894 w 12233785"/>
              <a:gd name="connsiteY2214" fmla="*/ 888082 h 949779"/>
              <a:gd name="connsiteX2215" fmla="*/ 1584768 w 12233785"/>
              <a:gd name="connsiteY2215" fmla="*/ 880824 h 949779"/>
              <a:gd name="connsiteX2216" fmla="*/ 1595306 w 12233785"/>
              <a:gd name="connsiteY2216" fmla="*/ 876340 h 949779"/>
              <a:gd name="connsiteX2217" fmla="*/ 1598965 w 12233785"/>
              <a:gd name="connsiteY2217" fmla="*/ 876612 h 949779"/>
              <a:gd name="connsiteX2218" fmla="*/ 1627677 w 12233785"/>
              <a:gd name="connsiteY2218" fmla="*/ 882483 h 949779"/>
              <a:gd name="connsiteX2219" fmla="*/ 1629759 w 12233785"/>
              <a:gd name="connsiteY2219" fmla="*/ 886804 h 949779"/>
              <a:gd name="connsiteX2220" fmla="*/ 1607358 w 12233785"/>
              <a:gd name="connsiteY2220" fmla="*/ 892077 h 949779"/>
              <a:gd name="connsiteX2221" fmla="*/ 1585462 w 12233785"/>
              <a:gd name="connsiteY2221" fmla="*/ 897485 h 949779"/>
              <a:gd name="connsiteX2222" fmla="*/ 1602878 w 12233785"/>
              <a:gd name="connsiteY2222" fmla="*/ 900530 h 949779"/>
              <a:gd name="connsiteX2223" fmla="*/ 1604266 w 12233785"/>
              <a:gd name="connsiteY2223" fmla="*/ 900530 h 949779"/>
              <a:gd name="connsiteX2224" fmla="*/ 1605654 w 12233785"/>
              <a:gd name="connsiteY2224" fmla="*/ 900530 h 949779"/>
              <a:gd name="connsiteX2225" fmla="*/ 1608872 w 12233785"/>
              <a:gd name="connsiteY2225" fmla="*/ 900557 h 949779"/>
              <a:gd name="connsiteX2226" fmla="*/ 1622755 w 12233785"/>
              <a:gd name="connsiteY2226" fmla="*/ 905613 h 949779"/>
              <a:gd name="connsiteX2227" fmla="*/ 1637962 w 12233785"/>
              <a:gd name="connsiteY2227" fmla="*/ 912706 h 949779"/>
              <a:gd name="connsiteX2228" fmla="*/ 1647049 w 12233785"/>
              <a:gd name="connsiteY2228" fmla="*/ 907569 h 949779"/>
              <a:gd name="connsiteX2229" fmla="*/ 1707373 w 12233785"/>
              <a:gd name="connsiteY2229" fmla="*/ 888408 h 949779"/>
              <a:gd name="connsiteX2230" fmla="*/ 1709141 w 12233785"/>
              <a:gd name="connsiteY2230" fmla="*/ 888299 h 949779"/>
              <a:gd name="connsiteX2231" fmla="*/ 1724097 w 12233785"/>
              <a:gd name="connsiteY2231" fmla="*/ 891642 h 949779"/>
              <a:gd name="connsiteX2232" fmla="*/ 1713684 w 12233785"/>
              <a:gd name="connsiteY2232" fmla="*/ 900665 h 949779"/>
              <a:gd name="connsiteX2233" fmla="*/ 1702515 w 12233785"/>
              <a:gd name="connsiteY2233" fmla="*/ 903302 h 949779"/>
              <a:gd name="connsiteX2234" fmla="*/ 1704346 w 12233785"/>
              <a:gd name="connsiteY2234" fmla="*/ 911266 h 949779"/>
              <a:gd name="connsiteX2235" fmla="*/ 1761137 w 12233785"/>
              <a:gd name="connsiteY2235" fmla="*/ 919012 h 949779"/>
              <a:gd name="connsiteX2236" fmla="*/ 1783096 w 12233785"/>
              <a:gd name="connsiteY2236" fmla="*/ 917735 h 949779"/>
              <a:gd name="connsiteX2237" fmla="*/ 1789090 w 12233785"/>
              <a:gd name="connsiteY2237" fmla="*/ 913059 h 949779"/>
              <a:gd name="connsiteX2238" fmla="*/ 1784295 w 12233785"/>
              <a:gd name="connsiteY2238" fmla="*/ 908113 h 949779"/>
              <a:gd name="connsiteX2239" fmla="*/ 1752871 w 12233785"/>
              <a:gd name="connsiteY2239" fmla="*/ 906563 h 949779"/>
              <a:gd name="connsiteX2240" fmla="*/ 1739934 w 12233785"/>
              <a:gd name="connsiteY2240" fmla="*/ 901644 h 949779"/>
              <a:gd name="connsiteX2241" fmla="*/ 1747317 w 12233785"/>
              <a:gd name="connsiteY2241" fmla="*/ 893789 h 949779"/>
              <a:gd name="connsiteX2242" fmla="*/ 1803794 w 12233785"/>
              <a:gd name="connsiteY2242" fmla="*/ 882020 h 949779"/>
              <a:gd name="connsiteX2243" fmla="*/ 1812880 w 12233785"/>
              <a:gd name="connsiteY2243" fmla="*/ 881939 h 949779"/>
              <a:gd name="connsiteX2244" fmla="*/ 1815972 w 12233785"/>
              <a:gd name="connsiteY2244" fmla="*/ 881939 h 949779"/>
              <a:gd name="connsiteX2245" fmla="*/ 1818749 w 12233785"/>
              <a:gd name="connsiteY2245" fmla="*/ 881939 h 949779"/>
              <a:gd name="connsiteX2246" fmla="*/ 1864688 w 12233785"/>
              <a:gd name="connsiteY2246" fmla="*/ 876394 h 949779"/>
              <a:gd name="connsiteX2247" fmla="*/ 1866201 w 12233785"/>
              <a:gd name="connsiteY2247" fmla="*/ 876204 h 949779"/>
              <a:gd name="connsiteX2248" fmla="*/ 1876171 w 12233785"/>
              <a:gd name="connsiteY2248" fmla="*/ 877590 h 949779"/>
              <a:gd name="connsiteX2249" fmla="*/ 1872701 w 12233785"/>
              <a:gd name="connsiteY2249" fmla="*/ 882564 h 949779"/>
              <a:gd name="connsiteX2250" fmla="*/ 1849101 w 12233785"/>
              <a:gd name="connsiteY2250" fmla="*/ 895257 h 949779"/>
              <a:gd name="connsiteX2251" fmla="*/ 1834587 w 12233785"/>
              <a:gd name="connsiteY2251" fmla="*/ 900991 h 949779"/>
              <a:gd name="connsiteX2252" fmla="*/ 1831243 w 12233785"/>
              <a:gd name="connsiteY2252" fmla="*/ 903465 h 949779"/>
              <a:gd name="connsiteX2253" fmla="*/ 1840140 w 12233785"/>
              <a:gd name="connsiteY2253" fmla="*/ 906672 h 949779"/>
              <a:gd name="connsiteX2254" fmla="*/ 1847334 w 12233785"/>
              <a:gd name="connsiteY2254" fmla="*/ 907325 h 949779"/>
              <a:gd name="connsiteX2255" fmla="*/ 1879832 w 12233785"/>
              <a:gd name="connsiteY2255" fmla="*/ 900883 h 949779"/>
              <a:gd name="connsiteX2256" fmla="*/ 1895670 w 12233785"/>
              <a:gd name="connsiteY2256" fmla="*/ 912516 h 949779"/>
              <a:gd name="connsiteX2257" fmla="*/ 1898131 w 12233785"/>
              <a:gd name="connsiteY2257" fmla="*/ 912462 h 949779"/>
              <a:gd name="connsiteX2258" fmla="*/ 1904504 w 12233785"/>
              <a:gd name="connsiteY2258" fmla="*/ 912271 h 949779"/>
              <a:gd name="connsiteX2259" fmla="*/ 1910498 w 12233785"/>
              <a:gd name="connsiteY2259" fmla="*/ 913005 h 949779"/>
              <a:gd name="connsiteX2260" fmla="*/ 1925455 w 12233785"/>
              <a:gd name="connsiteY2260" fmla="*/ 916892 h 949779"/>
              <a:gd name="connsiteX2261" fmla="*/ 1940724 w 12233785"/>
              <a:gd name="connsiteY2261" fmla="*/ 911810 h 949779"/>
              <a:gd name="connsiteX2262" fmla="*/ 1950758 w 12233785"/>
              <a:gd name="connsiteY2262" fmla="*/ 908602 h 949779"/>
              <a:gd name="connsiteX2263" fmla="*/ 1961044 w 12233785"/>
              <a:gd name="connsiteY2263" fmla="*/ 911021 h 949779"/>
              <a:gd name="connsiteX2264" fmla="*/ 1968742 w 12233785"/>
              <a:gd name="connsiteY2264" fmla="*/ 912597 h 949779"/>
              <a:gd name="connsiteX2265" fmla="*/ 1983507 w 12233785"/>
              <a:gd name="connsiteY2265" fmla="*/ 909690 h 949779"/>
              <a:gd name="connsiteX2266" fmla="*/ 2010011 w 12233785"/>
              <a:gd name="connsiteY2266" fmla="*/ 906292 h 949779"/>
              <a:gd name="connsiteX2267" fmla="*/ 2036702 w 12233785"/>
              <a:gd name="connsiteY2267" fmla="*/ 910205 h 949779"/>
              <a:gd name="connsiteX2268" fmla="*/ 2068190 w 12233785"/>
              <a:gd name="connsiteY2268" fmla="*/ 916267 h 949779"/>
              <a:gd name="connsiteX2269" fmla="*/ 2086174 w 12233785"/>
              <a:gd name="connsiteY2269" fmla="*/ 913412 h 949779"/>
              <a:gd name="connsiteX2270" fmla="*/ 2087499 w 12233785"/>
              <a:gd name="connsiteY2270" fmla="*/ 913250 h 949779"/>
              <a:gd name="connsiteX2271" fmla="*/ 2097217 w 12233785"/>
              <a:gd name="connsiteY2271" fmla="*/ 915261 h 949779"/>
              <a:gd name="connsiteX2272" fmla="*/ 2124855 w 12233785"/>
              <a:gd name="connsiteY2272" fmla="*/ 919610 h 949779"/>
              <a:gd name="connsiteX2273" fmla="*/ 2150601 w 12233785"/>
              <a:gd name="connsiteY2273" fmla="*/ 915968 h 949779"/>
              <a:gd name="connsiteX2274" fmla="*/ 2179186 w 12233785"/>
              <a:gd name="connsiteY2274" fmla="*/ 912815 h 949779"/>
              <a:gd name="connsiteX2275" fmla="*/ 2189976 w 12233785"/>
              <a:gd name="connsiteY2275" fmla="*/ 912951 h 949779"/>
              <a:gd name="connsiteX2276" fmla="*/ 2200766 w 12233785"/>
              <a:gd name="connsiteY2276" fmla="*/ 913086 h 949779"/>
              <a:gd name="connsiteX2277" fmla="*/ 2234842 w 12233785"/>
              <a:gd name="connsiteY2277" fmla="*/ 907759 h 949779"/>
              <a:gd name="connsiteX2278" fmla="*/ 2254088 w 12233785"/>
              <a:gd name="connsiteY2278" fmla="*/ 918794 h 949779"/>
              <a:gd name="connsiteX2279" fmla="*/ 2266266 w 12233785"/>
              <a:gd name="connsiteY2279" fmla="*/ 919230 h 949779"/>
              <a:gd name="connsiteX2280" fmla="*/ 2272009 w 12233785"/>
              <a:gd name="connsiteY2280" fmla="*/ 919283 h 949779"/>
              <a:gd name="connsiteX2281" fmla="*/ 2304128 w 12233785"/>
              <a:gd name="connsiteY2281" fmla="*/ 919039 h 949779"/>
              <a:gd name="connsiteX2282" fmla="*/ 2307661 w 12233785"/>
              <a:gd name="connsiteY2282" fmla="*/ 919039 h 949779"/>
              <a:gd name="connsiteX2283" fmla="*/ 2323058 w 12233785"/>
              <a:gd name="connsiteY2283" fmla="*/ 919691 h 949779"/>
              <a:gd name="connsiteX2284" fmla="*/ 2326402 w 12233785"/>
              <a:gd name="connsiteY2284" fmla="*/ 923932 h 949779"/>
              <a:gd name="connsiteX2285" fmla="*/ 2332587 w 12233785"/>
              <a:gd name="connsiteY2285" fmla="*/ 931053 h 949779"/>
              <a:gd name="connsiteX2286" fmla="*/ 2335552 w 12233785"/>
              <a:gd name="connsiteY2286" fmla="*/ 931107 h 949779"/>
              <a:gd name="connsiteX2287" fmla="*/ 2379471 w 12233785"/>
              <a:gd name="connsiteY2287" fmla="*/ 923143 h 949779"/>
              <a:gd name="connsiteX2288" fmla="*/ 2372908 w 12233785"/>
              <a:gd name="connsiteY2288" fmla="*/ 915615 h 949779"/>
              <a:gd name="connsiteX2289" fmla="*/ 2387864 w 12233785"/>
              <a:gd name="connsiteY2289" fmla="*/ 912760 h 949779"/>
              <a:gd name="connsiteX2290" fmla="*/ 2406164 w 12233785"/>
              <a:gd name="connsiteY2290" fmla="*/ 915914 h 949779"/>
              <a:gd name="connsiteX2291" fmla="*/ 2408056 w 12233785"/>
              <a:gd name="connsiteY2291" fmla="*/ 917299 h 949779"/>
              <a:gd name="connsiteX2292" fmla="*/ 2407425 w 12233785"/>
              <a:gd name="connsiteY2292" fmla="*/ 917109 h 949779"/>
              <a:gd name="connsiteX2293" fmla="*/ 2405974 w 12233785"/>
              <a:gd name="connsiteY2293" fmla="*/ 916919 h 949779"/>
              <a:gd name="connsiteX2294" fmla="*/ 2402503 w 12233785"/>
              <a:gd name="connsiteY2294" fmla="*/ 918468 h 949779"/>
              <a:gd name="connsiteX2295" fmla="*/ 2405721 w 12233785"/>
              <a:gd name="connsiteY2295" fmla="*/ 924774 h 949779"/>
              <a:gd name="connsiteX2296" fmla="*/ 2420046 w 12233785"/>
              <a:gd name="connsiteY2296" fmla="*/ 925100 h 949779"/>
              <a:gd name="connsiteX2297" fmla="*/ 2431214 w 12233785"/>
              <a:gd name="connsiteY2297" fmla="*/ 925018 h 949779"/>
              <a:gd name="connsiteX2298" fmla="*/ 2442257 w 12233785"/>
              <a:gd name="connsiteY2298" fmla="*/ 924937 h 949779"/>
              <a:gd name="connsiteX2299" fmla="*/ 2444088 w 12233785"/>
              <a:gd name="connsiteY2299" fmla="*/ 924937 h 949779"/>
              <a:gd name="connsiteX2300" fmla="*/ 2476142 w 12233785"/>
              <a:gd name="connsiteY2300" fmla="*/ 925372 h 949779"/>
              <a:gd name="connsiteX2301" fmla="*/ 2482705 w 12233785"/>
              <a:gd name="connsiteY2301" fmla="*/ 925481 h 949779"/>
              <a:gd name="connsiteX2302" fmla="*/ 2486239 w 12233785"/>
              <a:gd name="connsiteY2302" fmla="*/ 925481 h 949779"/>
              <a:gd name="connsiteX2303" fmla="*/ 2489773 w 12233785"/>
              <a:gd name="connsiteY2303" fmla="*/ 925481 h 949779"/>
              <a:gd name="connsiteX2304" fmla="*/ 2512931 w 12233785"/>
              <a:gd name="connsiteY2304" fmla="*/ 928416 h 949779"/>
              <a:gd name="connsiteX2305" fmla="*/ 2518989 w 12233785"/>
              <a:gd name="connsiteY2305" fmla="*/ 929422 h 949779"/>
              <a:gd name="connsiteX2306" fmla="*/ 2530410 w 12233785"/>
              <a:gd name="connsiteY2306" fmla="*/ 927166 h 949779"/>
              <a:gd name="connsiteX2307" fmla="*/ 2542400 w 12233785"/>
              <a:gd name="connsiteY2307" fmla="*/ 924910 h 949779"/>
              <a:gd name="connsiteX2308" fmla="*/ 2546753 w 12233785"/>
              <a:gd name="connsiteY2308" fmla="*/ 925317 h 949779"/>
              <a:gd name="connsiteX2309" fmla="*/ 2553064 w 12233785"/>
              <a:gd name="connsiteY2309" fmla="*/ 925616 h 949779"/>
              <a:gd name="connsiteX2310" fmla="*/ 2562466 w 12233785"/>
              <a:gd name="connsiteY2310" fmla="*/ 932547 h 949779"/>
              <a:gd name="connsiteX2311" fmla="*/ 2573319 w 12233785"/>
              <a:gd name="connsiteY2311" fmla="*/ 943963 h 949779"/>
              <a:gd name="connsiteX2312" fmla="*/ 2575086 w 12233785"/>
              <a:gd name="connsiteY2312" fmla="*/ 943963 h 949779"/>
              <a:gd name="connsiteX2313" fmla="*/ 2602346 w 12233785"/>
              <a:gd name="connsiteY2313" fmla="*/ 943175 h 949779"/>
              <a:gd name="connsiteX2314" fmla="*/ 2619005 w 12233785"/>
              <a:gd name="connsiteY2314" fmla="*/ 944941 h 949779"/>
              <a:gd name="connsiteX2315" fmla="*/ 2657813 w 12233785"/>
              <a:gd name="connsiteY2315" fmla="*/ 949453 h 949779"/>
              <a:gd name="connsiteX2316" fmla="*/ 2666017 w 12233785"/>
              <a:gd name="connsiteY2316" fmla="*/ 949399 h 949779"/>
              <a:gd name="connsiteX2317" fmla="*/ 2674156 w 12233785"/>
              <a:gd name="connsiteY2317" fmla="*/ 949345 h 949779"/>
              <a:gd name="connsiteX2318" fmla="*/ 2680845 w 12233785"/>
              <a:gd name="connsiteY2318" fmla="*/ 949426 h 949779"/>
              <a:gd name="connsiteX2319" fmla="*/ 2690184 w 12233785"/>
              <a:gd name="connsiteY2319" fmla="*/ 949535 h 949779"/>
              <a:gd name="connsiteX2320" fmla="*/ 2689490 w 12233785"/>
              <a:gd name="connsiteY2320" fmla="*/ 949779 h 949779"/>
              <a:gd name="connsiteX2321" fmla="*/ 2710881 w 12233785"/>
              <a:gd name="connsiteY2321" fmla="*/ 947931 h 949779"/>
              <a:gd name="connsiteX2322" fmla="*/ 2716876 w 12233785"/>
              <a:gd name="connsiteY2322" fmla="*/ 933798 h 949779"/>
              <a:gd name="connsiteX2323" fmla="*/ 2728865 w 12233785"/>
              <a:gd name="connsiteY2323" fmla="*/ 923388 h 949779"/>
              <a:gd name="connsiteX2324" fmla="*/ 2738708 w 12233785"/>
              <a:gd name="connsiteY2324" fmla="*/ 921621 h 949779"/>
              <a:gd name="connsiteX2325" fmla="*/ 2742054 w 12233785"/>
              <a:gd name="connsiteY2325" fmla="*/ 924040 h 949779"/>
              <a:gd name="connsiteX2326" fmla="*/ 2742684 w 12233785"/>
              <a:gd name="connsiteY2326" fmla="*/ 930183 h 949779"/>
              <a:gd name="connsiteX2327" fmla="*/ 2752024 w 12233785"/>
              <a:gd name="connsiteY2327" fmla="*/ 943256 h 949779"/>
              <a:gd name="connsiteX2328" fmla="*/ 2774298 w 12233785"/>
              <a:gd name="connsiteY2328" fmla="*/ 939016 h 949779"/>
              <a:gd name="connsiteX2329" fmla="*/ 2806733 w 12233785"/>
              <a:gd name="connsiteY2329" fmla="*/ 931569 h 949779"/>
              <a:gd name="connsiteX2330" fmla="*/ 2808247 w 12233785"/>
              <a:gd name="connsiteY2330" fmla="*/ 928987 h 949779"/>
              <a:gd name="connsiteX2331" fmla="*/ 2826106 w 12233785"/>
              <a:gd name="connsiteY2331" fmla="*/ 921513 h 949779"/>
              <a:gd name="connsiteX2332" fmla="*/ 2840808 w 12233785"/>
              <a:gd name="connsiteY2332" fmla="*/ 926568 h 949779"/>
              <a:gd name="connsiteX2333" fmla="*/ 2863398 w 12233785"/>
              <a:gd name="connsiteY2333" fmla="*/ 931705 h 949779"/>
              <a:gd name="connsiteX2334" fmla="*/ 2880941 w 12233785"/>
              <a:gd name="connsiteY2334" fmla="*/ 929666 h 949779"/>
              <a:gd name="connsiteX2335" fmla="*/ 2903152 w 12233785"/>
              <a:gd name="connsiteY2335" fmla="*/ 924366 h 949779"/>
              <a:gd name="connsiteX2336" fmla="*/ 2935902 w 12233785"/>
              <a:gd name="connsiteY2336" fmla="*/ 911972 h 949779"/>
              <a:gd name="connsiteX2337" fmla="*/ 2941203 w 12233785"/>
              <a:gd name="connsiteY2337" fmla="*/ 912136 h 949779"/>
              <a:gd name="connsiteX2338" fmla="*/ 2941328 w 12233785"/>
              <a:gd name="connsiteY2338" fmla="*/ 912136 h 949779"/>
              <a:gd name="connsiteX2339" fmla="*/ 2948271 w 12233785"/>
              <a:gd name="connsiteY2339" fmla="*/ 907759 h 949779"/>
              <a:gd name="connsiteX2340" fmla="*/ 2955275 w 12233785"/>
              <a:gd name="connsiteY2340" fmla="*/ 902269 h 949779"/>
              <a:gd name="connsiteX2341" fmla="*/ 2957674 w 12233785"/>
              <a:gd name="connsiteY2341" fmla="*/ 902950 h 949779"/>
              <a:gd name="connsiteX2342" fmla="*/ 2956978 w 12233785"/>
              <a:gd name="connsiteY2342" fmla="*/ 903465 h 949779"/>
              <a:gd name="connsiteX2343" fmla="*/ 2965875 w 12233785"/>
              <a:gd name="connsiteY2343" fmla="*/ 906672 h 949779"/>
              <a:gd name="connsiteX2344" fmla="*/ 2971887 w 12233785"/>
              <a:gd name="connsiteY2344" fmla="*/ 907217 h 949779"/>
              <a:gd name="connsiteX2345" fmla="*/ 2988466 w 12233785"/>
              <a:gd name="connsiteY2345" fmla="*/ 912380 h 949779"/>
              <a:gd name="connsiteX2346" fmla="*/ 3005882 w 12233785"/>
              <a:gd name="connsiteY2346" fmla="*/ 908412 h 949779"/>
              <a:gd name="connsiteX2347" fmla="*/ 3007318 w 12233785"/>
              <a:gd name="connsiteY2347" fmla="*/ 908217 h 949779"/>
              <a:gd name="connsiteX2348" fmla="*/ 3007452 w 12233785"/>
              <a:gd name="connsiteY2348" fmla="*/ 908779 h 949779"/>
              <a:gd name="connsiteX2349" fmla="*/ 3021406 w 12233785"/>
              <a:gd name="connsiteY2349" fmla="*/ 912516 h 949779"/>
              <a:gd name="connsiteX2350" fmla="*/ 3023866 w 12233785"/>
              <a:gd name="connsiteY2350" fmla="*/ 912462 h 949779"/>
              <a:gd name="connsiteX2351" fmla="*/ 3030239 w 12233785"/>
              <a:gd name="connsiteY2351" fmla="*/ 912271 h 949779"/>
              <a:gd name="connsiteX2352" fmla="*/ 3036233 w 12233785"/>
              <a:gd name="connsiteY2352" fmla="*/ 913005 h 949779"/>
              <a:gd name="connsiteX2353" fmla="*/ 3051190 w 12233785"/>
              <a:gd name="connsiteY2353" fmla="*/ 916892 h 949779"/>
              <a:gd name="connsiteX2354" fmla="*/ 3066459 w 12233785"/>
              <a:gd name="connsiteY2354" fmla="*/ 911810 h 949779"/>
              <a:gd name="connsiteX2355" fmla="*/ 3076492 w 12233785"/>
              <a:gd name="connsiteY2355" fmla="*/ 908602 h 949779"/>
              <a:gd name="connsiteX2356" fmla="*/ 3086779 w 12233785"/>
              <a:gd name="connsiteY2356" fmla="*/ 911021 h 949779"/>
              <a:gd name="connsiteX2357" fmla="*/ 3094477 w 12233785"/>
              <a:gd name="connsiteY2357" fmla="*/ 912597 h 949779"/>
              <a:gd name="connsiteX2358" fmla="*/ 3109242 w 12233785"/>
              <a:gd name="connsiteY2358" fmla="*/ 909690 h 949779"/>
              <a:gd name="connsiteX2359" fmla="*/ 3135746 w 12233785"/>
              <a:gd name="connsiteY2359" fmla="*/ 906292 h 949779"/>
              <a:gd name="connsiteX2360" fmla="*/ 3162437 w 12233785"/>
              <a:gd name="connsiteY2360" fmla="*/ 910205 h 949779"/>
              <a:gd name="connsiteX2361" fmla="*/ 3193925 w 12233785"/>
              <a:gd name="connsiteY2361" fmla="*/ 916267 h 949779"/>
              <a:gd name="connsiteX2362" fmla="*/ 3211909 w 12233785"/>
              <a:gd name="connsiteY2362" fmla="*/ 913412 h 949779"/>
              <a:gd name="connsiteX2363" fmla="*/ 3213234 w 12233785"/>
              <a:gd name="connsiteY2363" fmla="*/ 913250 h 949779"/>
              <a:gd name="connsiteX2364" fmla="*/ 3222952 w 12233785"/>
              <a:gd name="connsiteY2364" fmla="*/ 915261 h 949779"/>
              <a:gd name="connsiteX2365" fmla="*/ 3250590 w 12233785"/>
              <a:gd name="connsiteY2365" fmla="*/ 919610 h 949779"/>
              <a:gd name="connsiteX2366" fmla="*/ 3276336 w 12233785"/>
              <a:gd name="connsiteY2366" fmla="*/ 915968 h 949779"/>
              <a:gd name="connsiteX2367" fmla="*/ 3304921 w 12233785"/>
              <a:gd name="connsiteY2367" fmla="*/ 912815 h 949779"/>
              <a:gd name="connsiteX2368" fmla="*/ 3315712 w 12233785"/>
              <a:gd name="connsiteY2368" fmla="*/ 912951 h 949779"/>
              <a:gd name="connsiteX2369" fmla="*/ 3326502 w 12233785"/>
              <a:gd name="connsiteY2369" fmla="*/ 913086 h 949779"/>
              <a:gd name="connsiteX2370" fmla="*/ 3360576 w 12233785"/>
              <a:gd name="connsiteY2370" fmla="*/ 907759 h 949779"/>
              <a:gd name="connsiteX2371" fmla="*/ 3379823 w 12233785"/>
              <a:gd name="connsiteY2371" fmla="*/ 918794 h 949779"/>
              <a:gd name="connsiteX2372" fmla="*/ 3392001 w 12233785"/>
              <a:gd name="connsiteY2372" fmla="*/ 919230 h 949779"/>
              <a:gd name="connsiteX2373" fmla="*/ 3397744 w 12233785"/>
              <a:gd name="connsiteY2373" fmla="*/ 919283 h 949779"/>
              <a:gd name="connsiteX2374" fmla="*/ 3400855 w 12233785"/>
              <a:gd name="connsiteY2374" fmla="*/ 919259 h 949779"/>
              <a:gd name="connsiteX2375" fmla="*/ 3400710 w 12233785"/>
              <a:gd name="connsiteY2375" fmla="*/ 919637 h 949779"/>
              <a:gd name="connsiteX2376" fmla="*/ 3406515 w 12233785"/>
              <a:gd name="connsiteY2376" fmla="*/ 924312 h 949779"/>
              <a:gd name="connsiteX2377" fmla="*/ 3410365 w 12233785"/>
              <a:gd name="connsiteY2377" fmla="*/ 921866 h 949779"/>
              <a:gd name="connsiteX2378" fmla="*/ 3413661 w 12233785"/>
              <a:gd name="connsiteY2378" fmla="*/ 919162 h 949779"/>
              <a:gd name="connsiteX2379" fmla="*/ 3429863 w 12233785"/>
              <a:gd name="connsiteY2379" fmla="*/ 919039 h 949779"/>
              <a:gd name="connsiteX2380" fmla="*/ 3433396 w 12233785"/>
              <a:gd name="connsiteY2380" fmla="*/ 919039 h 949779"/>
              <a:gd name="connsiteX2381" fmla="*/ 3448793 w 12233785"/>
              <a:gd name="connsiteY2381" fmla="*/ 919691 h 949779"/>
              <a:gd name="connsiteX2382" fmla="*/ 3452137 w 12233785"/>
              <a:gd name="connsiteY2382" fmla="*/ 923932 h 949779"/>
              <a:gd name="connsiteX2383" fmla="*/ 3458322 w 12233785"/>
              <a:gd name="connsiteY2383" fmla="*/ 931053 h 949779"/>
              <a:gd name="connsiteX2384" fmla="*/ 3461287 w 12233785"/>
              <a:gd name="connsiteY2384" fmla="*/ 931107 h 949779"/>
              <a:gd name="connsiteX2385" fmla="*/ 3505206 w 12233785"/>
              <a:gd name="connsiteY2385" fmla="*/ 923143 h 949779"/>
              <a:gd name="connsiteX2386" fmla="*/ 3498644 w 12233785"/>
              <a:gd name="connsiteY2386" fmla="*/ 915615 h 949779"/>
              <a:gd name="connsiteX2387" fmla="*/ 3513599 w 12233785"/>
              <a:gd name="connsiteY2387" fmla="*/ 912760 h 949779"/>
              <a:gd name="connsiteX2388" fmla="*/ 3531898 w 12233785"/>
              <a:gd name="connsiteY2388" fmla="*/ 915914 h 949779"/>
              <a:gd name="connsiteX2389" fmla="*/ 3533791 w 12233785"/>
              <a:gd name="connsiteY2389" fmla="*/ 917299 h 949779"/>
              <a:gd name="connsiteX2390" fmla="*/ 3533160 w 12233785"/>
              <a:gd name="connsiteY2390" fmla="*/ 917109 h 949779"/>
              <a:gd name="connsiteX2391" fmla="*/ 3531709 w 12233785"/>
              <a:gd name="connsiteY2391" fmla="*/ 916919 h 949779"/>
              <a:gd name="connsiteX2392" fmla="*/ 3528238 w 12233785"/>
              <a:gd name="connsiteY2392" fmla="*/ 918468 h 949779"/>
              <a:gd name="connsiteX2393" fmla="*/ 3531456 w 12233785"/>
              <a:gd name="connsiteY2393" fmla="*/ 924774 h 949779"/>
              <a:gd name="connsiteX2394" fmla="*/ 3545780 w 12233785"/>
              <a:gd name="connsiteY2394" fmla="*/ 925100 h 949779"/>
              <a:gd name="connsiteX2395" fmla="*/ 3556949 w 12233785"/>
              <a:gd name="connsiteY2395" fmla="*/ 925018 h 949779"/>
              <a:gd name="connsiteX2396" fmla="*/ 3567992 w 12233785"/>
              <a:gd name="connsiteY2396" fmla="*/ 924937 h 949779"/>
              <a:gd name="connsiteX2397" fmla="*/ 3569822 w 12233785"/>
              <a:gd name="connsiteY2397" fmla="*/ 924937 h 949779"/>
              <a:gd name="connsiteX2398" fmla="*/ 3601878 w 12233785"/>
              <a:gd name="connsiteY2398" fmla="*/ 925372 h 949779"/>
              <a:gd name="connsiteX2399" fmla="*/ 3608440 w 12233785"/>
              <a:gd name="connsiteY2399" fmla="*/ 925481 h 949779"/>
              <a:gd name="connsiteX2400" fmla="*/ 3611974 w 12233785"/>
              <a:gd name="connsiteY2400" fmla="*/ 925481 h 949779"/>
              <a:gd name="connsiteX2401" fmla="*/ 3615508 w 12233785"/>
              <a:gd name="connsiteY2401" fmla="*/ 925481 h 949779"/>
              <a:gd name="connsiteX2402" fmla="*/ 3638666 w 12233785"/>
              <a:gd name="connsiteY2402" fmla="*/ 928416 h 949779"/>
              <a:gd name="connsiteX2403" fmla="*/ 3644724 w 12233785"/>
              <a:gd name="connsiteY2403" fmla="*/ 929422 h 949779"/>
              <a:gd name="connsiteX2404" fmla="*/ 3656146 w 12233785"/>
              <a:gd name="connsiteY2404" fmla="*/ 927166 h 949779"/>
              <a:gd name="connsiteX2405" fmla="*/ 3668135 w 12233785"/>
              <a:gd name="connsiteY2405" fmla="*/ 924910 h 949779"/>
              <a:gd name="connsiteX2406" fmla="*/ 3672488 w 12233785"/>
              <a:gd name="connsiteY2406" fmla="*/ 925317 h 949779"/>
              <a:gd name="connsiteX2407" fmla="*/ 3678799 w 12233785"/>
              <a:gd name="connsiteY2407" fmla="*/ 925616 h 949779"/>
              <a:gd name="connsiteX2408" fmla="*/ 3688200 w 12233785"/>
              <a:gd name="connsiteY2408" fmla="*/ 932547 h 949779"/>
              <a:gd name="connsiteX2409" fmla="*/ 3699054 w 12233785"/>
              <a:gd name="connsiteY2409" fmla="*/ 943963 h 949779"/>
              <a:gd name="connsiteX2410" fmla="*/ 3700821 w 12233785"/>
              <a:gd name="connsiteY2410" fmla="*/ 943963 h 949779"/>
              <a:gd name="connsiteX2411" fmla="*/ 3728081 w 12233785"/>
              <a:gd name="connsiteY2411" fmla="*/ 943175 h 949779"/>
              <a:gd name="connsiteX2412" fmla="*/ 3744740 w 12233785"/>
              <a:gd name="connsiteY2412" fmla="*/ 944941 h 949779"/>
              <a:gd name="connsiteX2413" fmla="*/ 3783548 w 12233785"/>
              <a:gd name="connsiteY2413" fmla="*/ 949453 h 949779"/>
              <a:gd name="connsiteX2414" fmla="*/ 3791752 w 12233785"/>
              <a:gd name="connsiteY2414" fmla="*/ 949399 h 949779"/>
              <a:gd name="connsiteX2415" fmla="*/ 3799892 w 12233785"/>
              <a:gd name="connsiteY2415" fmla="*/ 949345 h 949779"/>
              <a:gd name="connsiteX2416" fmla="*/ 3806580 w 12233785"/>
              <a:gd name="connsiteY2416" fmla="*/ 949426 h 949779"/>
              <a:gd name="connsiteX2417" fmla="*/ 3815919 w 12233785"/>
              <a:gd name="connsiteY2417" fmla="*/ 949535 h 949779"/>
              <a:gd name="connsiteX2418" fmla="*/ 3815226 w 12233785"/>
              <a:gd name="connsiteY2418" fmla="*/ 949779 h 949779"/>
              <a:gd name="connsiteX2419" fmla="*/ 3836616 w 12233785"/>
              <a:gd name="connsiteY2419" fmla="*/ 947931 h 949779"/>
              <a:gd name="connsiteX2420" fmla="*/ 3842611 w 12233785"/>
              <a:gd name="connsiteY2420" fmla="*/ 933798 h 949779"/>
              <a:gd name="connsiteX2421" fmla="*/ 3854600 w 12233785"/>
              <a:gd name="connsiteY2421" fmla="*/ 923388 h 949779"/>
              <a:gd name="connsiteX2422" fmla="*/ 3864444 w 12233785"/>
              <a:gd name="connsiteY2422" fmla="*/ 921621 h 949779"/>
              <a:gd name="connsiteX2423" fmla="*/ 3867789 w 12233785"/>
              <a:gd name="connsiteY2423" fmla="*/ 924040 h 949779"/>
              <a:gd name="connsiteX2424" fmla="*/ 3868419 w 12233785"/>
              <a:gd name="connsiteY2424" fmla="*/ 930183 h 949779"/>
              <a:gd name="connsiteX2425" fmla="*/ 3877759 w 12233785"/>
              <a:gd name="connsiteY2425" fmla="*/ 943256 h 949779"/>
              <a:gd name="connsiteX2426" fmla="*/ 3900034 w 12233785"/>
              <a:gd name="connsiteY2426" fmla="*/ 939016 h 949779"/>
              <a:gd name="connsiteX2427" fmla="*/ 3932468 w 12233785"/>
              <a:gd name="connsiteY2427" fmla="*/ 931569 h 949779"/>
              <a:gd name="connsiteX2428" fmla="*/ 3933982 w 12233785"/>
              <a:gd name="connsiteY2428" fmla="*/ 928987 h 949779"/>
              <a:gd name="connsiteX2429" fmla="*/ 3951841 w 12233785"/>
              <a:gd name="connsiteY2429" fmla="*/ 921513 h 949779"/>
              <a:gd name="connsiteX2430" fmla="*/ 3966543 w 12233785"/>
              <a:gd name="connsiteY2430" fmla="*/ 926568 h 949779"/>
              <a:gd name="connsiteX2431" fmla="*/ 3989134 w 12233785"/>
              <a:gd name="connsiteY2431" fmla="*/ 931705 h 949779"/>
              <a:gd name="connsiteX2432" fmla="*/ 4006676 w 12233785"/>
              <a:gd name="connsiteY2432" fmla="*/ 929666 h 949779"/>
              <a:gd name="connsiteX2433" fmla="*/ 4028888 w 12233785"/>
              <a:gd name="connsiteY2433" fmla="*/ 924366 h 949779"/>
              <a:gd name="connsiteX2434" fmla="*/ 4061638 w 12233785"/>
              <a:gd name="connsiteY2434" fmla="*/ 911972 h 949779"/>
              <a:gd name="connsiteX2435" fmla="*/ 4066938 w 12233785"/>
              <a:gd name="connsiteY2435" fmla="*/ 912136 h 949779"/>
              <a:gd name="connsiteX2436" fmla="*/ 4067064 w 12233785"/>
              <a:gd name="connsiteY2436" fmla="*/ 912136 h 949779"/>
              <a:gd name="connsiteX2437" fmla="*/ 4074006 w 12233785"/>
              <a:gd name="connsiteY2437" fmla="*/ 907759 h 949779"/>
              <a:gd name="connsiteX2438" fmla="*/ 4079416 w 12233785"/>
              <a:gd name="connsiteY2438" fmla="*/ 903519 h 949779"/>
              <a:gd name="connsiteX2439" fmla="*/ 4082231 w 12233785"/>
              <a:gd name="connsiteY2439" fmla="*/ 902616 h 949779"/>
              <a:gd name="connsiteX2440" fmla="*/ 4089150 w 12233785"/>
              <a:gd name="connsiteY2440" fmla="*/ 904579 h 949779"/>
              <a:gd name="connsiteX2441" fmla="*/ 4114201 w 12233785"/>
              <a:gd name="connsiteY2441" fmla="*/ 912380 h 949779"/>
              <a:gd name="connsiteX2442" fmla="*/ 4131617 w 12233785"/>
              <a:gd name="connsiteY2442" fmla="*/ 908412 h 949779"/>
              <a:gd name="connsiteX2443" fmla="*/ 4148024 w 12233785"/>
              <a:gd name="connsiteY2443" fmla="*/ 906183 h 949779"/>
              <a:gd name="connsiteX2444" fmla="*/ 4155280 w 12233785"/>
              <a:gd name="connsiteY2444" fmla="*/ 907107 h 949779"/>
              <a:gd name="connsiteX2445" fmla="*/ 4171750 w 12233785"/>
              <a:gd name="connsiteY2445" fmla="*/ 911347 h 949779"/>
              <a:gd name="connsiteX2446" fmla="*/ 4193709 w 12233785"/>
              <a:gd name="connsiteY2446" fmla="*/ 906591 h 949779"/>
              <a:gd name="connsiteX2447" fmla="*/ 4223718 w 12233785"/>
              <a:gd name="connsiteY2447" fmla="*/ 901785 h 949779"/>
              <a:gd name="connsiteX2448" fmla="*/ 4239900 w 12233785"/>
              <a:gd name="connsiteY2448" fmla="*/ 904362 h 949779"/>
              <a:gd name="connsiteX2449" fmla="*/ 4259306 w 12233785"/>
              <a:gd name="connsiteY2449" fmla="*/ 902262 h 949779"/>
              <a:gd name="connsiteX2450" fmla="*/ 4260219 w 12233785"/>
              <a:gd name="connsiteY2450" fmla="*/ 902351 h 949779"/>
              <a:gd name="connsiteX2451" fmla="*/ 4273540 w 12233785"/>
              <a:gd name="connsiteY2451" fmla="*/ 903300 h 949779"/>
              <a:gd name="connsiteX2452" fmla="*/ 4284893 w 12233785"/>
              <a:gd name="connsiteY2452" fmla="*/ 906102 h 949779"/>
              <a:gd name="connsiteX2453" fmla="*/ 4296440 w 12233785"/>
              <a:gd name="connsiteY2453" fmla="*/ 905096 h 949779"/>
              <a:gd name="connsiteX2454" fmla="*/ 4297140 w 12233785"/>
              <a:gd name="connsiteY2454" fmla="*/ 904982 h 949779"/>
              <a:gd name="connsiteX2455" fmla="*/ 4321995 w 12233785"/>
              <a:gd name="connsiteY2455" fmla="*/ 906754 h 949779"/>
              <a:gd name="connsiteX2456" fmla="*/ 4338780 w 12233785"/>
              <a:gd name="connsiteY2456" fmla="*/ 906889 h 949779"/>
              <a:gd name="connsiteX2457" fmla="*/ 4345910 w 12233785"/>
              <a:gd name="connsiteY2457" fmla="*/ 906889 h 949779"/>
              <a:gd name="connsiteX2458" fmla="*/ 4352852 w 12233785"/>
              <a:gd name="connsiteY2458" fmla="*/ 906889 h 949779"/>
              <a:gd name="connsiteX2459" fmla="*/ 4373360 w 12233785"/>
              <a:gd name="connsiteY2459" fmla="*/ 907107 h 949779"/>
              <a:gd name="connsiteX2460" fmla="*/ 4384339 w 12233785"/>
              <a:gd name="connsiteY2460" fmla="*/ 912760 h 949779"/>
              <a:gd name="connsiteX2461" fmla="*/ 4408760 w 12233785"/>
              <a:gd name="connsiteY2461" fmla="*/ 913739 h 949779"/>
              <a:gd name="connsiteX2462" fmla="*/ 4421128 w 12233785"/>
              <a:gd name="connsiteY2462" fmla="*/ 912462 h 949779"/>
              <a:gd name="connsiteX2463" fmla="*/ 4494895 w 12233785"/>
              <a:gd name="connsiteY2463" fmla="*/ 906563 h 949779"/>
              <a:gd name="connsiteX2464" fmla="*/ 4517989 w 12233785"/>
              <a:gd name="connsiteY2464" fmla="*/ 902351 h 949779"/>
              <a:gd name="connsiteX2465" fmla="*/ 4527392 w 12233785"/>
              <a:gd name="connsiteY2465" fmla="*/ 901236 h 949779"/>
              <a:gd name="connsiteX2466" fmla="*/ 4535279 w 12233785"/>
              <a:gd name="connsiteY2466" fmla="*/ 903112 h 949779"/>
              <a:gd name="connsiteX2467" fmla="*/ 4530926 w 12233785"/>
              <a:gd name="connsiteY2467" fmla="*/ 907950 h 949779"/>
              <a:gd name="connsiteX2468" fmla="*/ 4526445 w 12233785"/>
              <a:gd name="connsiteY2468" fmla="*/ 919637 h 949779"/>
              <a:gd name="connsiteX2469" fmla="*/ 4532250 w 12233785"/>
              <a:gd name="connsiteY2469" fmla="*/ 924312 h 949779"/>
              <a:gd name="connsiteX2470" fmla="*/ 4536100 w 12233785"/>
              <a:gd name="connsiteY2470" fmla="*/ 921866 h 949779"/>
              <a:gd name="connsiteX2471" fmla="*/ 4575601 w 12233785"/>
              <a:gd name="connsiteY2471" fmla="*/ 906944 h 949779"/>
              <a:gd name="connsiteX2472" fmla="*/ 4583741 w 12233785"/>
              <a:gd name="connsiteY2472" fmla="*/ 907135 h 949779"/>
              <a:gd name="connsiteX2473" fmla="*/ 4620467 w 12233785"/>
              <a:gd name="connsiteY2473" fmla="*/ 911021 h 949779"/>
              <a:gd name="connsiteX2474" fmla="*/ 4629112 w 12233785"/>
              <a:gd name="connsiteY2474" fmla="*/ 912054 h 949779"/>
              <a:gd name="connsiteX2475" fmla="*/ 4637757 w 12233785"/>
              <a:gd name="connsiteY2475" fmla="*/ 911102 h 949779"/>
              <a:gd name="connsiteX2476" fmla="*/ 4662367 w 12233785"/>
              <a:gd name="connsiteY2476" fmla="*/ 906672 h 949779"/>
              <a:gd name="connsiteX2477" fmla="*/ 4673282 w 12233785"/>
              <a:gd name="connsiteY2477" fmla="*/ 908521 h 949779"/>
              <a:gd name="connsiteX2478" fmla="*/ 4683317 w 12233785"/>
              <a:gd name="connsiteY2478" fmla="*/ 910614 h 949779"/>
              <a:gd name="connsiteX2479" fmla="*/ 4693790 w 12233785"/>
              <a:gd name="connsiteY2479" fmla="*/ 908847 h 949779"/>
              <a:gd name="connsiteX2480" fmla="*/ 4703003 w 12233785"/>
              <a:gd name="connsiteY2480" fmla="*/ 907080 h 949779"/>
              <a:gd name="connsiteX2481" fmla="*/ 4705969 w 12233785"/>
              <a:gd name="connsiteY2481" fmla="*/ 907406 h 949779"/>
              <a:gd name="connsiteX2482" fmla="*/ 4723070 w 12233785"/>
              <a:gd name="connsiteY2482" fmla="*/ 909281 h 949779"/>
              <a:gd name="connsiteX2483" fmla="*/ 4745282 w 12233785"/>
              <a:gd name="connsiteY2483" fmla="*/ 907461 h 949779"/>
              <a:gd name="connsiteX2484" fmla="*/ 4759733 w 12233785"/>
              <a:gd name="connsiteY2484" fmla="*/ 906700 h 949779"/>
              <a:gd name="connsiteX2485" fmla="*/ 4789390 w 12233785"/>
              <a:gd name="connsiteY2485" fmla="*/ 907896 h 949779"/>
              <a:gd name="connsiteX2486" fmla="*/ 4790716 w 12233785"/>
              <a:gd name="connsiteY2486" fmla="*/ 912298 h 949779"/>
              <a:gd name="connsiteX2487" fmla="*/ 4784342 w 12233785"/>
              <a:gd name="connsiteY2487" fmla="*/ 920181 h 949779"/>
              <a:gd name="connsiteX2488" fmla="*/ 4790084 w 12233785"/>
              <a:gd name="connsiteY2488" fmla="*/ 923496 h 949779"/>
              <a:gd name="connsiteX2489" fmla="*/ 4802389 w 12233785"/>
              <a:gd name="connsiteY2489" fmla="*/ 920208 h 949779"/>
              <a:gd name="connsiteX2490" fmla="*/ 4856846 w 12233785"/>
              <a:gd name="connsiteY2490" fmla="*/ 913630 h 949779"/>
              <a:gd name="connsiteX2491" fmla="*/ 4861642 w 12233785"/>
              <a:gd name="connsiteY2491" fmla="*/ 913712 h 949779"/>
              <a:gd name="connsiteX2492" fmla="*/ 4874893 w 12233785"/>
              <a:gd name="connsiteY2492" fmla="*/ 913332 h 949779"/>
              <a:gd name="connsiteX2493" fmla="*/ 4888081 w 12233785"/>
              <a:gd name="connsiteY2493" fmla="*/ 912951 h 949779"/>
              <a:gd name="connsiteX2494" fmla="*/ 4912881 w 12233785"/>
              <a:gd name="connsiteY2494" fmla="*/ 916240 h 949779"/>
              <a:gd name="connsiteX2495" fmla="*/ 4936796 w 12233785"/>
              <a:gd name="connsiteY2495" fmla="*/ 919012 h 949779"/>
              <a:gd name="connsiteX2496" fmla="*/ 4957303 w 12233785"/>
              <a:gd name="connsiteY2496" fmla="*/ 919175 h 949779"/>
              <a:gd name="connsiteX2497" fmla="*/ 4970808 w 12233785"/>
              <a:gd name="connsiteY2497" fmla="*/ 919148 h 949779"/>
              <a:gd name="connsiteX2498" fmla="*/ 4984312 w 12233785"/>
              <a:gd name="connsiteY2498" fmla="*/ 919121 h 949779"/>
              <a:gd name="connsiteX2499" fmla="*/ 4994597 w 12233785"/>
              <a:gd name="connsiteY2499" fmla="*/ 919148 h 949779"/>
              <a:gd name="connsiteX2500" fmla="*/ 4995733 w 12233785"/>
              <a:gd name="connsiteY2500" fmla="*/ 919148 h 949779"/>
              <a:gd name="connsiteX2501" fmla="*/ 5033847 w 12233785"/>
              <a:gd name="connsiteY2501" fmla="*/ 915642 h 949779"/>
              <a:gd name="connsiteX2502" fmla="*/ 5071897 w 12233785"/>
              <a:gd name="connsiteY2502" fmla="*/ 912136 h 949779"/>
              <a:gd name="connsiteX2503" fmla="*/ 5081614 w 12233785"/>
              <a:gd name="connsiteY2503" fmla="*/ 912462 h 949779"/>
              <a:gd name="connsiteX2504" fmla="*/ 5086915 w 12233785"/>
              <a:gd name="connsiteY2504" fmla="*/ 911021 h 949779"/>
              <a:gd name="connsiteX2505" fmla="*/ 5088744 w 12233785"/>
              <a:gd name="connsiteY2505" fmla="*/ 909146 h 949779"/>
              <a:gd name="connsiteX2506" fmla="*/ 5084202 w 12233785"/>
              <a:gd name="connsiteY2506" fmla="*/ 907080 h 949779"/>
              <a:gd name="connsiteX2507" fmla="*/ 5071140 w 12233785"/>
              <a:gd name="connsiteY2507" fmla="*/ 903275 h 949779"/>
              <a:gd name="connsiteX2508" fmla="*/ 5084391 w 12233785"/>
              <a:gd name="connsiteY2508" fmla="*/ 896453 h 949779"/>
              <a:gd name="connsiteX2509" fmla="*/ 5088177 w 12233785"/>
              <a:gd name="connsiteY2509" fmla="*/ 896915 h 949779"/>
              <a:gd name="connsiteX2510" fmla="*/ 5099410 w 12233785"/>
              <a:gd name="connsiteY2510" fmla="*/ 898872 h 949779"/>
              <a:gd name="connsiteX2511" fmla="*/ 5109064 w 12233785"/>
              <a:gd name="connsiteY2511" fmla="*/ 896289 h 949779"/>
              <a:gd name="connsiteX2512" fmla="*/ 5123136 w 12233785"/>
              <a:gd name="connsiteY2512" fmla="*/ 890283 h 949779"/>
              <a:gd name="connsiteX2513" fmla="*/ 5127426 w 12233785"/>
              <a:gd name="connsiteY2513" fmla="*/ 890799 h 949779"/>
              <a:gd name="connsiteX2514" fmla="*/ 5131654 w 12233785"/>
              <a:gd name="connsiteY2514" fmla="*/ 899143 h 949779"/>
              <a:gd name="connsiteX2515" fmla="*/ 5131654 w 12233785"/>
              <a:gd name="connsiteY2515" fmla="*/ 902133 h 949779"/>
              <a:gd name="connsiteX2516" fmla="*/ 5139542 w 12233785"/>
              <a:gd name="connsiteY2516" fmla="*/ 904743 h 949779"/>
              <a:gd name="connsiteX2517" fmla="*/ 5158031 w 12233785"/>
              <a:gd name="connsiteY2517" fmla="*/ 900829 h 949779"/>
              <a:gd name="connsiteX2518" fmla="*/ 5167874 w 12233785"/>
              <a:gd name="connsiteY2518" fmla="*/ 903221 h 949779"/>
              <a:gd name="connsiteX2519" fmla="*/ 5174627 w 12233785"/>
              <a:gd name="connsiteY2519" fmla="*/ 905069 h 949779"/>
              <a:gd name="connsiteX2520" fmla="*/ 5182198 w 12233785"/>
              <a:gd name="connsiteY2520" fmla="*/ 903438 h 949779"/>
              <a:gd name="connsiteX2521" fmla="*/ 5189392 w 12233785"/>
              <a:gd name="connsiteY2521" fmla="*/ 901807 h 949779"/>
              <a:gd name="connsiteX2522" fmla="*/ 5193683 w 12233785"/>
              <a:gd name="connsiteY2522" fmla="*/ 902758 h 949779"/>
              <a:gd name="connsiteX2523" fmla="*/ 5201507 w 12233785"/>
              <a:gd name="connsiteY2523" fmla="*/ 904688 h 949779"/>
              <a:gd name="connsiteX2524" fmla="*/ 5213876 w 12233785"/>
              <a:gd name="connsiteY2524" fmla="*/ 900720 h 949779"/>
              <a:gd name="connsiteX2525" fmla="*/ 5222962 w 12233785"/>
              <a:gd name="connsiteY2525" fmla="*/ 886505 h 949779"/>
              <a:gd name="connsiteX2526" fmla="*/ 5234257 w 12233785"/>
              <a:gd name="connsiteY2526" fmla="*/ 882618 h 949779"/>
              <a:gd name="connsiteX2527" fmla="*/ 5237980 w 12233785"/>
              <a:gd name="connsiteY2527" fmla="*/ 882836 h 949779"/>
              <a:gd name="connsiteX2528" fmla="*/ 5246436 w 12233785"/>
              <a:gd name="connsiteY2528" fmla="*/ 886559 h 949779"/>
              <a:gd name="connsiteX2529" fmla="*/ 5247256 w 12233785"/>
              <a:gd name="connsiteY2529" fmla="*/ 892675 h 949779"/>
              <a:gd name="connsiteX2530" fmla="*/ 5270919 w 12233785"/>
              <a:gd name="connsiteY2530" fmla="*/ 903356 h 949779"/>
              <a:gd name="connsiteX2531" fmla="*/ 5293951 w 12233785"/>
              <a:gd name="connsiteY2531" fmla="*/ 906917 h 949779"/>
              <a:gd name="connsiteX2532" fmla="*/ 5306383 w 12233785"/>
              <a:gd name="connsiteY2532" fmla="*/ 905069 h 949779"/>
              <a:gd name="connsiteX2533" fmla="*/ 5337808 w 12233785"/>
              <a:gd name="connsiteY2533" fmla="*/ 899932 h 949779"/>
              <a:gd name="connsiteX2534" fmla="*/ 5365635 w 12233785"/>
              <a:gd name="connsiteY2534" fmla="*/ 904362 h 949779"/>
              <a:gd name="connsiteX2535" fmla="*/ 5392012 w 12233785"/>
              <a:gd name="connsiteY2535" fmla="*/ 901508 h 949779"/>
              <a:gd name="connsiteX2536" fmla="*/ 5410628 w 12233785"/>
              <a:gd name="connsiteY2536" fmla="*/ 906102 h 949779"/>
              <a:gd name="connsiteX2537" fmla="*/ 5422175 w 12233785"/>
              <a:gd name="connsiteY2537" fmla="*/ 905096 h 949779"/>
              <a:gd name="connsiteX2538" fmla="*/ 5449371 w 12233785"/>
              <a:gd name="connsiteY2538" fmla="*/ 900665 h 949779"/>
              <a:gd name="connsiteX2539" fmla="*/ 5458079 w 12233785"/>
              <a:gd name="connsiteY2539" fmla="*/ 900747 h 949779"/>
              <a:gd name="connsiteX2540" fmla="*/ 5477326 w 12233785"/>
              <a:gd name="connsiteY2540" fmla="*/ 900856 h 949779"/>
              <a:gd name="connsiteX2541" fmla="*/ 5489252 w 12233785"/>
              <a:gd name="connsiteY2541" fmla="*/ 900856 h 949779"/>
              <a:gd name="connsiteX2542" fmla="*/ 5500736 w 12233785"/>
              <a:gd name="connsiteY2542" fmla="*/ 900856 h 949779"/>
              <a:gd name="connsiteX2543" fmla="*/ 5509508 w 12233785"/>
              <a:gd name="connsiteY2543" fmla="*/ 900856 h 949779"/>
              <a:gd name="connsiteX2544" fmla="*/ 5509950 w 12233785"/>
              <a:gd name="connsiteY2544" fmla="*/ 900856 h 949779"/>
              <a:gd name="connsiteX2545" fmla="*/ 5531467 w 12233785"/>
              <a:gd name="connsiteY2545" fmla="*/ 892376 h 949779"/>
              <a:gd name="connsiteX2546" fmla="*/ 5536452 w 12233785"/>
              <a:gd name="connsiteY2546" fmla="*/ 889712 h 949779"/>
              <a:gd name="connsiteX2547" fmla="*/ 5540176 w 12233785"/>
              <a:gd name="connsiteY2547" fmla="*/ 890337 h 949779"/>
              <a:gd name="connsiteX2548" fmla="*/ 5550398 w 12233785"/>
              <a:gd name="connsiteY2548" fmla="*/ 892946 h 949779"/>
              <a:gd name="connsiteX2549" fmla="*/ 5556645 w 12233785"/>
              <a:gd name="connsiteY2549" fmla="*/ 888217 h 949779"/>
              <a:gd name="connsiteX2550" fmla="*/ 5559527 w 12233785"/>
              <a:gd name="connsiteY2550" fmla="*/ 884176 h 949779"/>
              <a:gd name="connsiteX2551" fmla="*/ 5568687 w 12233785"/>
              <a:gd name="connsiteY2551" fmla="*/ 886342 h 949779"/>
              <a:gd name="connsiteX2552" fmla="*/ 5577837 w 12233785"/>
              <a:gd name="connsiteY2552" fmla="*/ 888082 h 949779"/>
              <a:gd name="connsiteX2553" fmla="*/ 5590710 w 12233785"/>
              <a:gd name="connsiteY2553" fmla="*/ 880824 h 949779"/>
              <a:gd name="connsiteX2554" fmla="*/ 5601248 w 12233785"/>
              <a:gd name="connsiteY2554" fmla="*/ 876340 h 949779"/>
              <a:gd name="connsiteX2555" fmla="*/ 5604907 w 12233785"/>
              <a:gd name="connsiteY2555" fmla="*/ 876612 h 949779"/>
              <a:gd name="connsiteX2556" fmla="*/ 5633619 w 12233785"/>
              <a:gd name="connsiteY2556" fmla="*/ 882483 h 949779"/>
              <a:gd name="connsiteX2557" fmla="*/ 5635702 w 12233785"/>
              <a:gd name="connsiteY2557" fmla="*/ 886804 h 949779"/>
              <a:gd name="connsiteX2558" fmla="*/ 5613300 w 12233785"/>
              <a:gd name="connsiteY2558" fmla="*/ 892077 h 949779"/>
              <a:gd name="connsiteX2559" fmla="*/ 5591404 w 12233785"/>
              <a:gd name="connsiteY2559" fmla="*/ 897485 h 949779"/>
              <a:gd name="connsiteX2560" fmla="*/ 5608820 w 12233785"/>
              <a:gd name="connsiteY2560" fmla="*/ 900530 h 949779"/>
              <a:gd name="connsiteX2561" fmla="*/ 5610208 w 12233785"/>
              <a:gd name="connsiteY2561" fmla="*/ 900530 h 949779"/>
              <a:gd name="connsiteX2562" fmla="*/ 5611596 w 12233785"/>
              <a:gd name="connsiteY2562" fmla="*/ 900530 h 949779"/>
              <a:gd name="connsiteX2563" fmla="*/ 5614814 w 12233785"/>
              <a:gd name="connsiteY2563" fmla="*/ 900557 h 949779"/>
              <a:gd name="connsiteX2564" fmla="*/ 5628697 w 12233785"/>
              <a:gd name="connsiteY2564" fmla="*/ 905613 h 949779"/>
              <a:gd name="connsiteX2565" fmla="*/ 5643905 w 12233785"/>
              <a:gd name="connsiteY2565" fmla="*/ 912706 h 949779"/>
              <a:gd name="connsiteX2566" fmla="*/ 5652991 w 12233785"/>
              <a:gd name="connsiteY2566" fmla="*/ 907569 h 949779"/>
              <a:gd name="connsiteX2567" fmla="*/ 5713316 w 12233785"/>
              <a:gd name="connsiteY2567" fmla="*/ 888408 h 949779"/>
              <a:gd name="connsiteX2568" fmla="*/ 5715083 w 12233785"/>
              <a:gd name="connsiteY2568" fmla="*/ 888299 h 949779"/>
              <a:gd name="connsiteX2569" fmla="*/ 5730039 w 12233785"/>
              <a:gd name="connsiteY2569" fmla="*/ 891642 h 949779"/>
              <a:gd name="connsiteX2570" fmla="*/ 5719626 w 12233785"/>
              <a:gd name="connsiteY2570" fmla="*/ 900665 h 949779"/>
              <a:gd name="connsiteX2571" fmla="*/ 5708458 w 12233785"/>
              <a:gd name="connsiteY2571" fmla="*/ 903302 h 949779"/>
              <a:gd name="connsiteX2572" fmla="*/ 5710288 w 12233785"/>
              <a:gd name="connsiteY2572" fmla="*/ 911266 h 949779"/>
              <a:gd name="connsiteX2573" fmla="*/ 5767079 w 12233785"/>
              <a:gd name="connsiteY2573" fmla="*/ 919012 h 949779"/>
              <a:gd name="connsiteX2574" fmla="*/ 5789038 w 12233785"/>
              <a:gd name="connsiteY2574" fmla="*/ 917735 h 949779"/>
              <a:gd name="connsiteX2575" fmla="*/ 5795033 w 12233785"/>
              <a:gd name="connsiteY2575" fmla="*/ 913059 h 949779"/>
              <a:gd name="connsiteX2576" fmla="*/ 5790237 w 12233785"/>
              <a:gd name="connsiteY2576" fmla="*/ 908113 h 949779"/>
              <a:gd name="connsiteX2577" fmla="*/ 5758813 w 12233785"/>
              <a:gd name="connsiteY2577" fmla="*/ 906563 h 949779"/>
              <a:gd name="connsiteX2578" fmla="*/ 5745877 w 12233785"/>
              <a:gd name="connsiteY2578" fmla="*/ 901644 h 949779"/>
              <a:gd name="connsiteX2579" fmla="*/ 5753260 w 12233785"/>
              <a:gd name="connsiteY2579" fmla="*/ 893789 h 949779"/>
              <a:gd name="connsiteX2580" fmla="*/ 5809736 w 12233785"/>
              <a:gd name="connsiteY2580" fmla="*/ 882020 h 949779"/>
              <a:gd name="connsiteX2581" fmla="*/ 5818822 w 12233785"/>
              <a:gd name="connsiteY2581" fmla="*/ 881939 h 949779"/>
              <a:gd name="connsiteX2582" fmla="*/ 5821915 w 12233785"/>
              <a:gd name="connsiteY2582" fmla="*/ 881939 h 949779"/>
              <a:gd name="connsiteX2583" fmla="*/ 5824691 w 12233785"/>
              <a:gd name="connsiteY2583" fmla="*/ 881939 h 949779"/>
              <a:gd name="connsiteX2584" fmla="*/ 5870630 w 12233785"/>
              <a:gd name="connsiteY2584" fmla="*/ 876394 h 949779"/>
              <a:gd name="connsiteX2585" fmla="*/ 5872144 w 12233785"/>
              <a:gd name="connsiteY2585" fmla="*/ 876204 h 949779"/>
              <a:gd name="connsiteX2586" fmla="*/ 5882114 w 12233785"/>
              <a:gd name="connsiteY2586" fmla="*/ 877590 h 949779"/>
              <a:gd name="connsiteX2587" fmla="*/ 5878643 w 12233785"/>
              <a:gd name="connsiteY2587" fmla="*/ 882564 h 949779"/>
              <a:gd name="connsiteX2588" fmla="*/ 5855043 w 12233785"/>
              <a:gd name="connsiteY2588" fmla="*/ 895257 h 949779"/>
              <a:gd name="connsiteX2589" fmla="*/ 5840529 w 12233785"/>
              <a:gd name="connsiteY2589" fmla="*/ 900991 h 949779"/>
              <a:gd name="connsiteX2590" fmla="*/ 5837185 w 12233785"/>
              <a:gd name="connsiteY2590" fmla="*/ 903465 h 949779"/>
              <a:gd name="connsiteX2591" fmla="*/ 5846082 w 12233785"/>
              <a:gd name="connsiteY2591" fmla="*/ 906672 h 949779"/>
              <a:gd name="connsiteX2592" fmla="*/ 5853276 w 12233785"/>
              <a:gd name="connsiteY2592" fmla="*/ 907325 h 949779"/>
              <a:gd name="connsiteX2593" fmla="*/ 5885774 w 12233785"/>
              <a:gd name="connsiteY2593" fmla="*/ 900883 h 949779"/>
              <a:gd name="connsiteX2594" fmla="*/ 5901613 w 12233785"/>
              <a:gd name="connsiteY2594" fmla="*/ 912516 h 949779"/>
              <a:gd name="connsiteX2595" fmla="*/ 5904073 w 12233785"/>
              <a:gd name="connsiteY2595" fmla="*/ 912462 h 949779"/>
              <a:gd name="connsiteX2596" fmla="*/ 5910446 w 12233785"/>
              <a:gd name="connsiteY2596" fmla="*/ 912271 h 949779"/>
              <a:gd name="connsiteX2597" fmla="*/ 5916441 w 12233785"/>
              <a:gd name="connsiteY2597" fmla="*/ 913005 h 949779"/>
              <a:gd name="connsiteX2598" fmla="*/ 5931397 w 12233785"/>
              <a:gd name="connsiteY2598" fmla="*/ 916892 h 949779"/>
              <a:gd name="connsiteX2599" fmla="*/ 5946667 w 12233785"/>
              <a:gd name="connsiteY2599" fmla="*/ 911810 h 949779"/>
              <a:gd name="connsiteX2600" fmla="*/ 5956700 w 12233785"/>
              <a:gd name="connsiteY2600" fmla="*/ 908602 h 949779"/>
              <a:gd name="connsiteX2601" fmla="*/ 5966986 w 12233785"/>
              <a:gd name="connsiteY2601" fmla="*/ 911021 h 949779"/>
              <a:gd name="connsiteX2602" fmla="*/ 5974684 w 12233785"/>
              <a:gd name="connsiteY2602" fmla="*/ 912597 h 949779"/>
              <a:gd name="connsiteX2603" fmla="*/ 5989450 w 12233785"/>
              <a:gd name="connsiteY2603" fmla="*/ 909690 h 949779"/>
              <a:gd name="connsiteX2604" fmla="*/ 6015953 w 12233785"/>
              <a:gd name="connsiteY2604" fmla="*/ 906292 h 949779"/>
              <a:gd name="connsiteX2605" fmla="*/ 6042644 w 12233785"/>
              <a:gd name="connsiteY2605" fmla="*/ 910205 h 949779"/>
              <a:gd name="connsiteX2606" fmla="*/ 6074132 w 12233785"/>
              <a:gd name="connsiteY2606" fmla="*/ 916267 h 949779"/>
              <a:gd name="connsiteX2607" fmla="*/ 6092116 w 12233785"/>
              <a:gd name="connsiteY2607" fmla="*/ 913412 h 949779"/>
              <a:gd name="connsiteX2608" fmla="*/ 6093442 w 12233785"/>
              <a:gd name="connsiteY2608" fmla="*/ 913250 h 949779"/>
              <a:gd name="connsiteX2609" fmla="*/ 6103159 w 12233785"/>
              <a:gd name="connsiteY2609" fmla="*/ 915261 h 949779"/>
              <a:gd name="connsiteX2610" fmla="*/ 6130797 w 12233785"/>
              <a:gd name="connsiteY2610" fmla="*/ 919610 h 949779"/>
              <a:gd name="connsiteX2611" fmla="*/ 6156543 w 12233785"/>
              <a:gd name="connsiteY2611" fmla="*/ 915968 h 949779"/>
              <a:gd name="connsiteX2612" fmla="*/ 6185128 w 12233785"/>
              <a:gd name="connsiteY2612" fmla="*/ 912815 h 949779"/>
              <a:gd name="connsiteX2613" fmla="*/ 6195919 w 12233785"/>
              <a:gd name="connsiteY2613" fmla="*/ 912951 h 949779"/>
              <a:gd name="connsiteX2614" fmla="*/ 6206708 w 12233785"/>
              <a:gd name="connsiteY2614" fmla="*/ 913086 h 949779"/>
              <a:gd name="connsiteX2615" fmla="*/ 6240784 w 12233785"/>
              <a:gd name="connsiteY2615" fmla="*/ 907759 h 949779"/>
              <a:gd name="connsiteX2616" fmla="*/ 6260030 w 12233785"/>
              <a:gd name="connsiteY2616" fmla="*/ 918794 h 949779"/>
              <a:gd name="connsiteX2617" fmla="*/ 6272208 w 12233785"/>
              <a:gd name="connsiteY2617" fmla="*/ 919230 h 949779"/>
              <a:gd name="connsiteX2618" fmla="*/ 6277951 w 12233785"/>
              <a:gd name="connsiteY2618" fmla="*/ 919283 h 949779"/>
              <a:gd name="connsiteX2619" fmla="*/ 6310070 w 12233785"/>
              <a:gd name="connsiteY2619" fmla="*/ 919039 h 949779"/>
              <a:gd name="connsiteX2620" fmla="*/ 6313603 w 12233785"/>
              <a:gd name="connsiteY2620" fmla="*/ 919039 h 949779"/>
              <a:gd name="connsiteX2621" fmla="*/ 6329000 w 12233785"/>
              <a:gd name="connsiteY2621" fmla="*/ 919691 h 949779"/>
              <a:gd name="connsiteX2622" fmla="*/ 6332344 w 12233785"/>
              <a:gd name="connsiteY2622" fmla="*/ 923932 h 949779"/>
              <a:gd name="connsiteX2623" fmla="*/ 6338529 w 12233785"/>
              <a:gd name="connsiteY2623" fmla="*/ 931053 h 949779"/>
              <a:gd name="connsiteX2624" fmla="*/ 6341494 w 12233785"/>
              <a:gd name="connsiteY2624" fmla="*/ 931107 h 949779"/>
              <a:gd name="connsiteX2625" fmla="*/ 6385413 w 12233785"/>
              <a:gd name="connsiteY2625" fmla="*/ 923143 h 949779"/>
              <a:gd name="connsiteX2626" fmla="*/ 6378850 w 12233785"/>
              <a:gd name="connsiteY2626" fmla="*/ 915615 h 949779"/>
              <a:gd name="connsiteX2627" fmla="*/ 6393806 w 12233785"/>
              <a:gd name="connsiteY2627" fmla="*/ 912760 h 949779"/>
              <a:gd name="connsiteX2628" fmla="*/ 6412105 w 12233785"/>
              <a:gd name="connsiteY2628" fmla="*/ 915914 h 949779"/>
              <a:gd name="connsiteX2629" fmla="*/ 6413998 w 12233785"/>
              <a:gd name="connsiteY2629" fmla="*/ 917299 h 949779"/>
              <a:gd name="connsiteX2630" fmla="*/ 6413367 w 12233785"/>
              <a:gd name="connsiteY2630" fmla="*/ 917109 h 949779"/>
              <a:gd name="connsiteX2631" fmla="*/ 6411916 w 12233785"/>
              <a:gd name="connsiteY2631" fmla="*/ 916919 h 949779"/>
              <a:gd name="connsiteX2632" fmla="*/ 6408445 w 12233785"/>
              <a:gd name="connsiteY2632" fmla="*/ 918468 h 949779"/>
              <a:gd name="connsiteX2633" fmla="*/ 6411663 w 12233785"/>
              <a:gd name="connsiteY2633" fmla="*/ 924774 h 949779"/>
              <a:gd name="connsiteX2634" fmla="*/ 6425988 w 12233785"/>
              <a:gd name="connsiteY2634" fmla="*/ 925100 h 949779"/>
              <a:gd name="connsiteX2635" fmla="*/ 6437156 w 12233785"/>
              <a:gd name="connsiteY2635" fmla="*/ 925018 h 949779"/>
              <a:gd name="connsiteX2636" fmla="*/ 6448199 w 12233785"/>
              <a:gd name="connsiteY2636" fmla="*/ 924937 h 949779"/>
              <a:gd name="connsiteX2637" fmla="*/ 6450030 w 12233785"/>
              <a:gd name="connsiteY2637" fmla="*/ 924937 h 949779"/>
              <a:gd name="connsiteX2638" fmla="*/ 6482085 w 12233785"/>
              <a:gd name="connsiteY2638" fmla="*/ 925372 h 949779"/>
              <a:gd name="connsiteX2639" fmla="*/ 6488647 w 12233785"/>
              <a:gd name="connsiteY2639" fmla="*/ 925481 h 949779"/>
              <a:gd name="connsiteX2640" fmla="*/ 6492181 w 12233785"/>
              <a:gd name="connsiteY2640" fmla="*/ 925481 h 949779"/>
              <a:gd name="connsiteX2641" fmla="*/ 6495715 w 12233785"/>
              <a:gd name="connsiteY2641" fmla="*/ 925481 h 949779"/>
              <a:gd name="connsiteX2642" fmla="*/ 6518873 w 12233785"/>
              <a:gd name="connsiteY2642" fmla="*/ 928416 h 949779"/>
              <a:gd name="connsiteX2643" fmla="*/ 6524931 w 12233785"/>
              <a:gd name="connsiteY2643" fmla="*/ 929422 h 949779"/>
              <a:gd name="connsiteX2644" fmla="*/ 6536353 w 12233785"/>
              <a:gd name="connsiteY2644" fmla="*/ 927166 h 949779"/>
              <a:gd name="connsiteX2645" fmla="*/ 6548342 w 12233785"/>
              <a:gd name="connsiteY2645" fmla="*/ 924910 h 949779"/>
              <a:gd name="connsiteX2646" fmla="*/ 6552695 w 12233785"/>
              <a:gd name="connsiteY2646" fmla="*/ 925317 h 949779"/>
              <a:gd name="connsiteX2647" fmla="*/ 6559006 w 12233785"/>
              <a:gd name="connsiteY2647" fmla="*/ 925616 h 949779"/>
              <a:gd name="connsiteX2648" fmla="*/ 6568407 w 12233785"/>
              <a:gd name="connsiteY2648" fmla="*/ 932547 h 949779"/>
              <a:gd name="connsiteX2649" fmla="*/ 6579261 w 12233785"/>
              <a:gd name="connsiteY2649" fmla="*/ 943963 h 949779"/>
              <a:gd name="connsiteX2650" fmla="*/ 6581028 w 12233785"/>
              <a:gd name="connsiteY2650" fmla="*/ 943963 h 949779"/>
              <a:gd name="connsiteX2651" fmla="*/ 6608288 w 12233785"/>
              <a:gd name="connsiteY2651" fmla="*/ 943175 h 949779"/>
              <a:gd name="connsiteX2652" fmla="*/ 6624947 w 12233785"/>
              <a:gd name="connsiteY2652" fmla="*/ 944941 h 949779"/>
              <a:gd name="connsiteX2653" fmla="*/ 6663755 w 12233785"/>
              <a:gd name="connsiteY2653" fmla="*/ 949453 h 949779"/>
              <a:gd name="connsiteX2654" fmla="*/ 6671959 w 12233785"/>
              <a:gd name="connsiteY2654" fmla="*/ 949399 h 949779"/>
              <a:gd name="connsiteX2655" fmla="*/ 6680099 w 12233785"/>
              <a:gd name="connsiteY2655" fmla="*/ 949345 h 949779"/>
              <a:gd name="connsiteX2656" fmla="*/ 6686787 w 12233785"/>
              <a:gd name="connsiteY2656" fmla="*/ 949426 h 949779"/>
              <a:gd name="connsiteX2657" fmla="*/ 6696126 w 12233785"/>
              <a:gd name="connsiteY2657" fmla="*/ 949535 h 949779"/>
              <a:gd name="connsiteX2658" fmla="*/ 6695433 w 12233785"/>
              <a:gd name="connsiteY2658" fmla="*/ 949779 h 949779"/>
              <a:gd name="connsiteX2659" fmla="*/ 6716823 w 12233785"/>
              <a:gd name="connsiteY2659" fmla="*/ 947931 h 949779"/>
              <a:gd name="connsiteX2660" fmla="*/ 6722818 w 12233785"/>
              <a:gd name="connsiteY2660" fmla="*/ 933798 h 949779"/>
              <a:gd name="connsiteX2661" fmla="*/ 6734807 w 12233785"/>
              <a:gd name="connsiteY2661" fmla="*/ 923388 h 949779"/>
              <a:gd name="connsiteX2662" fmla="*/ 6744651 w 12233785"/>
              <a:gd name="connsiteY2662" fmla="*/ 921621 h 949779"/>
              <a:gd name="connsiteX2663" fmla="*/ 6747996 w 12233785"/>
              <a:gd name="connsiteY2663" fmla="*/ 924040 h 949779"/>
              <a:gd name="connsiteX2664" fmla="*/ 6748626 w 12233785"/>
              <a:gd name="connsiteY2664" fmla="*/ 930183 h 949779"/>
              <a:gd name="connsiteX2665" fmla="*/ 6757966 w 12233785"/>
              <a:gd name="connsiteY2665" fmla="*/ 943256 h 949779"/>
              <a:gd name="connsiteX2666" fmla="*/ 6780241 w 12233785"/>
              <a:gd name="connsiteY2666" fmla="*/ 939016 h 949779"/>
              <a:gd name="connsiteX2667" fmla="*/ 6812675 w 12233785"/>
              <a:gd name="connsiteY2667" fmla="*/ 931569 h 949779"/>
              <a:gd name="connsiteX2668" fmla="*/ 6814189 w 12233785"/>
              <a:gd name="connsiteY2668" fmla="*/ 928987 h 949779"/>
              <a:gd name="connsiteX2669" fmla="*/ 6832048 w 12233785"/>
              <a:gd name="connsiteY2669" fmla="*/ 921513 h 949779"/>
              <a:gd name="connsiteX2670" fmla="*/ 6846750 w 12233785"/>
              <a:gd name="connsiteY2670" fmla="*/ 926568 h 949779"/>
              <a:gd name="connsiteX2671" fmla="*/ 6869341 w 12233785"/>
              <a:gd name="connsiteY2671" fmla="*/ 931705 h 949779"/>
              <a:gd name="connsiteX2672" fmla="*/ 6886883 w 12233785"/>
              <a:gd name="connsiteY2672" fmla="*/ 929666 h 949779"/>
              <a:gd name="connsiteX2673" fmla="*/ 6909094 w 12233785"/>
              <a:gd name="connsiteY2673" fmla="*/ 924366 h 949779"/>
              <a:gd name="connsiteX2674" fmla="*/ 6941845 w 12233785"/>
              <a:gd name="connsiteY2674" fmla="*/ 911972 h 949779"/>
              <a:gd name="connsiteX2675" fmla="*/ 6947145 w 12233785"/>
              <a:gd name="connsiteY2675" fmla="*/ 912136 h 949779"/>
              <a:gd name="connsiteX2676" fmla="*/ 6947271 w 12233785"/>
              <a:gd name="connsiteY2676" fmla="*/ 912136 h 949779"/>
              <a:gd name="connsiteX2677" fmla="*/ 6954213 w 12233785"/>
              <a:gd name="connsiteY2677" fmla="*/ 907759 h 949779"/>
              <a:gd name="connsiteX2678" fmla="*/ 6961217 w 12233785"/>
              <a:gd name="connsiteY2678" fmla="*/ 902269 h 949779"/>
              <a:gd name="connsiteX2679" fmla="*/ 6969357 w 12233785"/>
              <a:gd name="connsiteY2679" fmla="*/ 904579 h 949779"/>
              <a:gd name="connsiteX2680" fmla="*/ 6994408 w 12233785"/>
              <a:gd name="connsiteY2680" fmla="*/ 912380 h 949779"/>
              <a:gd name="connsiteX2681" fmla="*/ 7011823 w 12233785"/>
              <a:gd name="connsiteY2681" fmla="*/ 908412 h 949779"/>
              <a:gd name="connsiteX2682" fmla="*/ 7028231 w 12233785"/>
              <a:gd name="connsiteY2682" fmla="*/ 906183 h 949779"/>
              <a:gd name="connsiteX2683" fmla="*/ 7035487 w 12233785"/>
              <a:gd name="connsiteY2683" fmla="*/ 907107 h 949779"/>
              <a:gd name="connsiteX2684" fmla="*/ 7051957 w 12233785"/>
              <a:gd name="connsiteY2684" fmla="*/ 911347 h 949779"/>
              <a:gd name="connsiteX2685" fmla="*/ 7073916 w 12233785"/>
              <a:gd name="connsiteY2685" fmla="*/ 906591 h 949779"/>
              <a:gd name="connsiteX2686" fmla="*/ 7115500 w 12233785"/>
              <a:gd name="connsiteY2686" fmla="*/ 899932 h 949779"/>
              <a:gd name="connsiteX2687" fmla="*/ 7140426 w 12233785"/>
              <a:gd name="connsiteY2687" fmla="*/ 902351 h 949779"/>
              <a:gd name="connsiteX2688" fmla="*/ 7202202 w 12233785"/>
              <a:gd name="connsiteY2688" fmla="*/ 906754 h 949779"/>
              <a:gd name="connsiteX2689" fmla="*/ 7218987 w 12233785"/>
              <a:gd name="connsiteY2689" fmla="*/ 906889 h 949779"/>
              <a:gd name="connsiteX2690" fmla="*/ 7226117 w 12233785"/>
              <a:gd name="connsiteY2690" fmla="*/ 906889 h 949779"/>
              <a:gd name="connsiteX2691" fmla="*/ 7233059 w 12233785"/>
              <a:gd name="connsiteY2691" fmla="*/ 906889 h 949779"/>
              <a:gd name="connsiteX2692" fmla="*/ 7253567 w 12233785"/>
              <a:gd name="connsiteY2692" fmla="*/ 907107 h 949779"/>
              <a:gd name="connsiteX2693" fmla="*/ 7264546 w 12233785"/>
              <a:gd name="connsiteY2693" fmla="*/ 912760 h 949779"/>
              <a:gd name="connsiteX2694" fmla="*/ 7288967 w 12233785"/>
              <a:gd name="connsiteY2694" fmla="*/ 913739 h 949779"/>
              <a:gd name="connsiteX2695" fmla="*/ 7301335 w 12233785"/>
              <a:gd name="connsiteY2695" fmla="*/ 912462 h 949779"/>
              <a:gd name="connsiteX2696" fmla="*/ 7375102 w 12233785"/>
              <a:gd name="connsiteY2696" fmla="*/ 906563 h 949779"/>
              <a:gd name="connsiteX2697" fmla="*/ 7398196 w 12233785"/>
              <a:gd name="connsiteY2697" fmla="*/ 902351 h 949779"/>
              <a:gd name="connsiteX2698" fmla="*/ 7407599 w 12233785"/>
              <a:gd name="connsiteY2698" fmla="*/ 901236 h 949779"/>
              <a:gd name="connsiteX2699" fmla="*/ 7415485 w 12233785"/>
              <a:gd name="connsiteY2699" fmla="*/ 903112 h 949779"/>
              <a:gd name="connsiteX2700" fmla="*/ 7411133 w 12233785"/>
              <a:gd name="connsiteY2700" fmla="*/ 907950 h 949779"/>
              <a:gd name="connsiteX2701" fmla="*/ 7406652 w 12233785"/>
              <a:gd name="connsiteY2701" fmla="*/ 919637 h 949779"/>
              <a:gd name="connsiteX2702" fmla="*/ 7412457 w 12233785"/>
              <a:gd name="connsiteY2702" fmla="*/ 924312 h 949779"/>
              <a:gd name="connsiteX2703" fmla="*/ 7416307 w 12233785"/>
              <a:gd name="connsiteY2703" fmla="*/ 921866 h 949779"/>
              <a:gd name="connsiteX2704" fmla="*/ 7455808 w 12233785"/>
              <a:gd name="connsiteY2704" fmla="*/ 906944 h 949779"/>
              <a:gd name="connsiteX2705" fmla="*/ 7463948 w 12233785"/>
              <a:gd name="connsiteY2705" fmla="*/ 907135 h 949779"/>
              <a:gd name="connsiteX2706" fmla="*/ 7500674 w 12233785"/>
              <a:gd name="connsiteY2706" fmla="*/ 911021 h 949779"/>
              <a:gd name="connsiteX2707" fmla="*/ 7509319 w 12233785"/>
              <a:gd name="connsiteY2707" fmla="*/ 912054 h 949779"/>
              <a:gd name="connsiteX2708" fmla="*/ 7517964 w 12233785"/>
              <a:gd name="connsiteY2708" fmla="*/ 911102 h 949779"/>
              <a:gd name="connsiteX2709" fmla="*/ 7542574 w 12233785"/>
              <a:gd name="connsiteY2709" fmla="*/ 906672 h 949779"/>
              <a:gd name="connsiteX2710" fmla="*/ 7553489 w 12233785"/>
              <a:gd name="connsiteY2710" fmla="*/ 908521 h 949779"/>
              <a:gd name="connsiteX2711" fmla="*/ 7563524 w 12233785"/>
              <a:gd name="connsiteY2711" fmla="*/ 910614 h 949779"/>
              <a:gd name="connsiteX2712" fmla="*/ 7573997 w 12233785"/>
              <a:gd name="connsiteY2712" fmla="*/ 908847 h 949779"/>
              <a:gd name="connsiteX2713" fmla="*/ 7583210 w 12233785"/>
              <a:gd name="connsiteY2713" fmla="*/ 907080 h 949779"/>
              <a:gd name="connsiteX2714" fmla="*/ 7586176 w 12233785"/>
              <a:gd name="connsiteY2714" fmla="*/ 907406 h 949779"/>
              <a:gd name="connsiteX2715" fmla="*/ 7603277 w 12233785"/>
              <a:gd name="connsiteY2715" fmla="*/ 909281 h 949779"/>
              <a:gd name="connsiteX2716" fmla="*/ 7625489 w 12233785"/>
              <a:gd name="connsiteY2716" fmla="*/ 907461 h 949779"/>
              <a:gd name="connsiteX2717" fmla="*/ 7639940 w 12233785"/>
              <a:gd name="connsiteY2717" fmla="*/ 906700 h 949779"/>
              <a:gd name="connsiteX2718" fmla="*/ 7669597 w 12233785"/>
              <a:gd name="connsiteY2718" fmla="*/ 907896 h 949779"/>
              <a:gd name="connsiteX2719" fmla="*/ 7670923 w 12233785"/>
              <a:gd name="connsiteY2719" fmla="*/ 912298 h 949779"/>
              <a:gd name="connsiteX2720" fmla="*/ 7664549 w 12233785"/>
              <a:gd name="connsiteY2720" fmla="*/ 920181 h 949779"/>
              <a:gd name="connsiteX2721" fmla="*/ 7670291 w 12233785"/>
              <a:gd name="connsiteY2721" fmla="*/ 923496 h 949779"/>
              <a:gd name="connsiteX2722" fmla="*/ 7682596 w 12233785"/>
              <a:gd name="connsiteY2722" fmla="*/ 920208 h 949779"/>
              <a:gd name="connsiteX2723" fmla="*/ 7737053 w 12233785"/>
              <a:gd name="connsiteY2723" fmla="*/ 913630 h 949779"/>
              <a:gd name="connsiteX2724" fmla="*/ 7741849 w 12233785"/>
              <a:gd name="connsiteY2724" fmla="*/ 913712 h 949779"/>
              <a:gd name="connsiteX2725" fmla="*/ 7755100 w 12233785"/>
              <a:gd name="connsiteY2725" fmla="*/ 913332 h 949779"/>
              <a:gd name="connsiteX2726" fmla="*/ 7768288 w 12233785"/>
              <a:gd name="connsiteY2726" fmla="*/ 912951 h 949779"/>
              <a:gd name="connsiteX2727" fmla="*/ 7793087 w 12233785"/>
              <a:gd name="connsiteY2727" fmla="*/ 916240 h 949779"/>
              <a:gd name="connsiteX2728" fmla="*/ 7817003 w 12233785"/>
              <a:gd name="connsiteY2728" fmla="*/ 919012 h 949779"/>
              <a:gd name="connsiteX2729" fmla="*/ 7837510 w 12233785"/>
              <a:gd name="connsiteY2729" fmla="*/ 919175 h 949779"/>
              <a:gd name="connsiteX2730" fmla="*/ 7851015 w 12233785"/>
              <a:gd name="connsiteY2730" fmla="*/ 919148 h 949779"/>
              <a:gd name="connsiteX2731" fmla="*/ 7864519 w 12233785"/>
              <a:gd name="connsiteY2731" fmla="*/ 919121 h 949779"/>
              <a:gd name="connsiteX2732" fmla="*/ 7874803 w 12233785"/>
              <a:gd name="connsiteY2732" fmla="*/ 919148 h 949779"/>
              <a:gd name="connsiteX2733" fmla="*/ 7875940 w 12233785"/>
              <a:gd name="connsiteY2733" fmla="*/ 919148 h 949779"/>
              <a:gd name="connsiteX2734" fmla="*/ 7914054 w 12233785"/>
              <a:gd name="connsiteY2734" fmla="*/ 915642 h 949779"/>
              <a:gd name="connsiteX2735" fmla="*/ 7952104 w 12233785"/>
              <a:gd name="connsiteY2735" fmla="*/ 912136 h 949779"/>
              <a:gd name="connsiteX2736" fmla="*/ 7961821 w 12233785"/>
              <a:gd name="connsiteY2736" fmla="*/ 912462 h 949779"/>
              <a:gd name="connsiteX2737" fmla="*/ 7967122 w 12233785"/>
              <a:gd name="connsiteY2737" fmla="*/ 911021 h 949779"/>
              <a:gd name="connsiteX2738" fmla="*/ 7968951 w 12233785"/>
              <a:gd name="connsiteY2738" fmla="*/ 909146 h 949779"/>
              <a:gd name="connsiteX2739" fmla="*/ 7964408 w 12233785"/>
              <a:gd name="connsiteY2739" fmla="*/ 907080 h 949779"/>
              <a:gd name="connsiteX2740" fmla="*/ 7951346 w 12233785"/>
              <a:gd name="connsiteY2740" fmla="*/ 903275 h 949779"/>
              <a:gd name="connsiteX2741" fmla="*/ 7964598 w 12233785"/>
              <a:gd name="connsiteY2741" fmla="*/ 896453 h 949779"/>
              <a:gd name="connsiteX2742" fmla="*/ 7968384 w 12233785"/>
              <a:gd name="connsiteY2742" fmla="*/ 896915 h 949779"/>
              <a:gd name="connsiteX2743" fmla="*/ 7979617 w 12233785"/>
              <a:gd name="connsiteY2743" fmla="*/ 898872 h 949779"/>
              <a:gd name="connsiteX2744" fmla="*/ 7989271 w 12233785"/>
              <a:gd name="connsiteY2744" fmla="*/ 896289 h 949779"/>
              <a:gd name="connsiteX2745" fmla="*/ 8003343 w 12233785"/>
              <a:gd name="connsiteY2745" fmla="*/ 890283 h 949779"/>
              <a:gd name="connsiteX2746" fmla="*/ 8007633 w 12233785"/>
              <a:gd name="connsiteY2746" fmla="*/ 890799 h 949779"/>
              <a:gd name="connsiteX2747" fmla="*/ 8011861 w 12233785"/>
              <a:gd name="connsiteY2747" fmla="*/ 899143 h 949779"/>
              <a:gd name="connsiteX2748" fmla="*/ 8011861 w 12233785"/>
              <a:gd name="connsiteY2748" fmla="*/ 902133 h 949779"/>
              <a:gd name="connsiteX2749" fmla="*/ 8019749 w 12233785"/>
              <a:gd name="connsiteY2749" fmla="*/ 904743 h 949779"/>
              <a:gd name="connsiteX2750" fmla="*/ 8038238 w 12233785"/>
              <a:gd name="connsiteY2750" fmla="*/ 900829 h 949779"/>
              <a:gd name="connsiteX2751" fmla="*/ 8048081 w 12233785"/>
              <a:gd name="connsiteY2751" fmla="*/ 903221 h 949779"/>
              <a:gd name="connsiteX2752" fmla="*/ 8054833 w 12233785"/>
              <a:gd name="connsiteY2752" fmla="*/ 905069 h 949779"/>
              <a:gd name="connsiteX2753" fmla="*/ 8062405 w 12233785"/>
              <a:gd name="connsiteY2753" fmla="*/ 903438 h 949779"/>
              <a:gd name="connsiteX2754" fmla="*/ 8069599 w 12233785"/>
              <a:gd name="connsiteY2754" fmla="*/ 901807 h 949779"/>
              <a:gd name="connsiteX2755" fmla="*/ 8073889 w 12233785"/>
              <a:gd name="connsiteY2755" fmla="*/ 902758 h 949779"/>
              <a:gd name="connsiteX2756" fmla="*/ 8081714 w 12233785"/>
              <a:gd name="connsiteY2756" fmla="*/ 904688 h 949779"/>
              <a:gd name="connsiteX2757" fmla="*/ 8088026 w 12233785"/>
              <a:gd name="connsiteY2757" fmla="*/ 902663 h 949779"/>
              <a:gd name="connsiteX2758" fmla="*/ 8096126 w 12233785"/>
              <a:gd name="connsiteY2758" fmla="*/ 905613 h 949779"/>
              <a:gd name="connsiteX2759" fmla="*/ 8111333 w 12233785"/>
              <a:gd name="connsiteY2759" fmla="*/ 912706 h 949779"/>
              <a:gd name="connsiteX2760" fmla="*/ 8120419 w 12233785"/>
              <a:gd name="connsiteY2760" fmla="*/ 907569 h 949779"/>
              <a:gd name="connsiteX2761" fmla="*/ 8135758 w 12233785"/>
              <a:gd name="connsiteY2761" fmla="*/ 899657 h 949779"/>
              <a:gd name="connsiteX2762" fmla="*/ 8151126 w 12233785"/>
              <a:gd name="connsiteY2762" fmla="*/ 903356 h 949779"/>
              <a:gd name="connsiteX2763" fmla="*/ 8174158 w 12233785"/>
              <a:gd name="connsiteY2763" fmla="*/ 906917 h 949779"/>
              <a:gd name="connsiteX2764" fmla="*/ 8176632 w 12233785"/>
              <a:gd name="connsiteY2764" fmla="*/ 906549 h 949779"/>
              <a:gd name="connsiteX2765" fmla="*/ 8177716 w 12233785"/>
              <a:gd name="connsiteY2765" fmla="*/ 911266 h 949779"/>
              <a:gd name="connsiteX2766" fmla="*/ 8234508 w 12233785"/>
              <a:gd name="connsiteY2766" fmla="*/ 919012 h 949779"/>
              <a:gd name="connsiteX2767" fmla="*/ 8256467 w 12233785"/>
              <a:gd name="connsiteY2767" fmla="*/ 917735 h 949779"/>
              <a:gd name="connsiteX2768" fmla="*/ 8262461 w 12233785"/>
              <a:gd name="connsiteY2768" fmla="*/ 913059 h 949779"/>
              <a:gd name="connsiteX2769" fmla="*/ 8257665 w 12233785"/>
              <a:gd name="connsiteY2769" fmla="*/ 908113 h 949779"/>
              <a:gd name="connsiteX2770" fmla="*/ 8226242 w 12233785"/>
              <a:gd name="connsiteY2770" fmla="*/ 906563 h 949779"/>
              <a:gd name="connsiteX2771" fmla="*/ 8213305 w 12233785"/>
              <a:gd name="connsiteY2771" fmla="*/ 901644 h 949779"/>
              <a:gd name="connsiteX2772" fmla="*/ 8214352 w 12233785"/>
              <a:gd name="connsiteY2772" fmla="*/ 900530 h 949779"/>
              <a:gd name="connsiteX2773" fmla="*/ 8218014 w 12233785"/>
              <a:gd name="connsiteY2773" fmla="*/ 899932 h 949779"/>
              <a:gd name="connsiteX2774" fmla="*/ 8245842 w 12233785"/>
              <a:gd name="connsiteY2774" fmla="*/ 904362 h 949779"/>
              <a:gd name="connsiteX2775" fmla="*/ 8272219 w 12233785"/>
              <a:gd name="connsiteY2775" fmla="*/ 901508 h 949779"/>
              <a:gd name="connsiteX2776" fmla="*/ 8290834 w 12233785"/>
              <a:gd name="connsiteY2776" fmla="*/ 906102 h 949779"/>
              <a:gd name="connsiteX2777" fmla="*/ 8302382 w 12233785"/>
              <a:gd name="connsiteY2777" fmla="*/ 905096 h 949779"/>
              <a:gd name="connsiteX2778" fmla="*/ 8307035 w 12233785"/>
              <a:gd name="connsiteY2778" fmla="*/ 904338 h 949779"/>
              <a:gd name="connsiteX2779" fmla="*/ 8313510 w 12233785"/>
              <a:gd name="connsiteY2779" fmla="*/ 906672 h 949779"/>
              <a:gd name="connsiteX2780" fmla="*/ 8320704 w 12233785"/>
              <a:gd name="connsiteY2780" fmla="*/ 907325 h 949779"/>
              <a:gd name="connsiteX2781" fmla="*/ 8353202 w 12233785"/>
              <a:gd name="connsiteY2781" fmla="*/ 900883 h 949779"/>
              <a:gd name="connsiteX2782" fmla="*/ 8369041 w 12233785"/>
              <a:gd name="connsiteY2782" fmla="*/ 912516 h 949779"/>
              <a:gd name="connsiteX2783" fmla="*/ 8371501 w 12233785"/>
              <a:gd name="connsiteY2783" fmla="*/ 912462 h 949779"/>
              <a:gd name="connsiteX2784" fmla="*/ 8377875 w 12233785"/>
              <a:gd name="connsiteY2784" fmla="*/ 912271 h 949779"/>
              <a:gd name="connsiteX2785" fmla="*/ 8383869 w 12233785"/>
              <a:gd name="connsiteY2785" fmla="*/ 913005 h 949779"/>
              <a:gd name="connsiteX2786" fmla="*/ 8398825 w 12233785"/>
              <a:gd name="connsiteY2786" fmla="*/ 916892 h 949779"/>
              <a:gd name="connsiteX2787" fmla="*/ 8414095 w 12233785"/>
              <a:gd name="connsiteY2787" fmla="*/ 911810 h 949779"/>
              <a:gd name="connsiteX2788" fmla="*/ 8424128 w 12233785"/>
              <a:gd name="connsiteY2788" fmla="*/ 908602 h 949779"/>
              <a:gd name="connsiteX2789" fmla="*/ 8434414 w 12233785"/>
              <a:gd name="connsiteY2789" fmla="*/ 911021 h 949779"/>
              <a:gd name="connsiteX2790" fmla="*/ 8442112 w 12233785"/>
              <a:gd name="connsiteY2790" fmla="*/ 912597 h 949779"/>
              <a:gd name="connsiteX2791" fmla="*/ 8456878 w 12233785"/>
              <a:gd name="connsiteY2791" fmla="*/ 909690 h 949779"/>
              <a:gd name="connsiteX2792" fmla="*/ 8483381 w 12233785"/>
              <a:gd name="connsiteY2792" fmla="*/ 906292 h 949779"/>
              <a:gd name="connsiteX2793" fmla="*/ 8510072 w 12233785"/>
              <a:gd name="connsiteY2793" fmla="*/ 910205 h 949779"/>
              <a:gd name="connsiteX2794" fmla="*/ 8541561 w 12233785"/>
              <a:gd name="connsiteY2794" fmla="*/ 916267 h 949779"/>
              <a:gd name="connsiteX2795" fmla="*/ 8559544 w 12233785"/>
              <a:gd name="connsiteY2795" fmla="*/ 913412 h 949779"/>
              <a:gd name="connsiteX2796" fmla="*/ 8560870 w 12233785"/>
              <a:gd name="connsiteY2796" fmla="*/ 913250 h 949779"/>
              <a:gd name="connsiteX2797" fmla="*/ 8570588 w 12233785"/>
              <a:gd name="connsiteY2797" fmla="*/ 915261 h 949779"/>
              <a:gd name="connsiteX2798" fmla="*/ 8598226 w 12233785"/>
              <a:gd name="connsiteY2798" fmla="*/ 919610 h 949779"/>
              <a:gd name="connsiteX2799" fmla="*/ 8623971 w 12233785"/>
              <a:gd name="connsiteY2799" fmla="*/ 915968 h 949779"/>
              <a:gd name="connsiteX2800" fmla="*/ 8652557 w 12233785"/>
              <a:gd name="connsiteY2800" fmla="*/ 912815 h 949779"/>
              <a:gd name="connsiteX2801" fmla="*/ 8663347 w 12233785"/>
              <a:gd name="connsiteY2801" fmla="*/ 912951 h 949779"/>
              <a:gd name="connsiteX2802" fmla="*/ 8674137 w 12233785"/>
              <a:gd name="connsiteY2802" fmla="*/ 913086 h 949779"/>
              <a:gd name="connsiteX2803" fmla="*/ 8708212 w 12233785"/>
              <a:gd name="connsiteY2803" fmla="*/ 907759 h 949779"/>
              <a:gd name="connsiteX2804" fmla="*/ 8727458 w 12233785"/>
              <a:gd name="connsiteY2804" fmla="*/ 918794 h 949779"/>
              <a:gd name="connsiteX2805" fmla="*/ 8739637 w 12233785"/>
              <a:gd name="connsiteY2805" fmla="*/ 919230 h 949779"/>
              <a:gd name="connsiteX2806" fmla="*/ 8745379 w 12233785"/>
              <a:gd name="connsiteY2806" fmla="*/ 919283 h 949779"/>
              <a:gd name="connsiteX2807" fmla="*/ 8777499 w 12233785"/>
              <a:gd name="connsiteY2807" fmla="*/ 919039 h 949779"/>
              <a:gd name="connsiteX2808" fmla="*/ 8781032 w 12233785"/>
              <a:gd name="connsiteY2808" fmla="*/ 919039 h 949779"/>
              <a:gd name="connsiteX2809" fmla="*/ 8796428 w 12233785"/>
              <a:gd name="connsiteY2809" fmla="*/ 919691 h 949779"/>
              <a:gd name="connsiteX2810" fmla="*/ 8799773 w 12233785"/>
              <a:gd name="connsiteY2810" fmla="*/ 923932 h 949779"/>
              <a:gd name="connsiteX2811" fmla="*/ 8805958 w 12233785"/>
              <a:gd name="connsiteY2811" fmla="*/ 931053 h 949779"/>
              <a:gd name="connsiteX2812" fmla="*/ 8808923 w 12233785"/>
              <a:gd name="connsiteY2812" fmla="*/ 931107 h 949779"/>
              <a:gd name="connsiteX2813" fmla="*/ 8852842 w 12233785"/>
              <a:gd name="connsiteY2813" fmla="*/ 923143 h 949779"/>
              <a:gd name="connsiteX2814" fmla="*/ 8846279 w 12233785"/>
              <a:gd name="connsiteY2814" fmla="*/ 915615 h 949779"/>
              <a:gd name="connsiteX2815" fmla="*/ 8861235 w 12233785"/>
              <a:gd name="connsiteY2815" fmla="*/ 912760 h 949779"/>
              <a:gd name="connsiteX2816" fmla="*/ 8879534 w 12233785"/>
              <a:gd name="connsiteY2816" fmla="*/ 915914 h 949779"/>
              <a:gd name="connsiteX2817" fmla="*/ 8881426 w 12233785"/>
              <a:gd name="connsiteY2817" fmla="*/ 917299 h 949779"/>
              <a:gd name="connsiteX2818" fmla="*/ 8880796 w 12233785"/>
              <a:gd name="connsiteY2818" fmla="*/ 917109 h 949779"/>
              <a:gd name="connsiteX2819" fmla="*/ 8879344 w 12233785"/>
              <a:gd name="connsiteY2819" fmla="*/ 916919 h 949779"/>
              <a:gd name="connsiteX2820" fmla="*/ 8875874 w 12233785"/>
              <a:gd name="connsiteY2820" fmla="*/ 918468 h 949779"/>
              <a:gd name="connsiteX2821" fmla="*/ 8879091 w 12233785"/>
              <a:gd name="connsiteY2821" fmla="*/ 924774 h 949779"/>
              <a:gd name="connsiteX2822" fmla="*/ 8893416 w 12233785"/>
              <a:gd name="connsiteY2822" fmla="*/ 925100 h 949779"/>
              <a:gd name="connsiteX2823" fmla="*/ 8904585 w 12233785"/>
              <a:gd name="connsiteY2823" fmla="*/ 925018 h 949779"/>
              <a:gd name="connsiteX2824" fmla="*/ 8915628 w 12233785"/>
              <a:gd name="connsiteY2824" fmla="*/ 924937 h 949779"/>
              <a:gd name="connsiteX2825" fmla="*/ 8917458 w 12233785"/>
              <a:gd name="connsiteY2825" fmla="*/ 924937 h 949779"/>
              <a:gd name="connsiteX2826" fmla="*/ 8949513 w 12233785"/>
              <a:gd name="connsiteY2826" fmla="*/ 925372 h 949779"/>
              <a:gd name="connsiteX2827" fmla="*/ 8956076 w 12233785"/>
              <a:gd name="connsiteY2827" fmla="*/ 925481 h 949779"/>
              <a:gd name="connsiteX2828" fmla="*/ 8959609 w 12233785"/>
              <a:gd name="connsiteY2828" fmla="*/ 925481 h 949779"/>
              <a:gd name="connsiteX2829" fmla="*/ 8963143 w 12233785"/>
              <a:gd name="connsiteY2829" fmla="*/ 925481 h 949779"/>
              <a:gd name="connsiteX2830" fmla="*/ 8986302 w 12233785"/>
              <a:gd name="connsiteY2830" fmla="*/ 928416 h 949779"/>
              <a:gd name="connsiteX2831" fmla="*/ 8992359 w 12233785"/>
              <a:gd name="connsiteY2831" fmla="*/ 929422 h 949779"/>
              <a:gd name="connsiteX2832" fmla="*/ 9003781 w 12233785"/>
              <a:gd name="connsiteY2832" fmla="*/ 927166 h 949779"/>
              <a:gd name="connsiteX2833" fmla="*/ 9015771 w 12233785"/>
              <a:gd name="connsiteY2833" fmla="*/ 924910 h 949779"/>
              <a:gd name="connsiteX2834" fmla="*/ 9020124 w 12233785"/>
              <a:gd name="connsiteY2834" fmla="*/ 925317 h 949779"/>
              <a:gd name="connsiteX2835" fmla="*/ 9026434 w 12233785"/>
              <a:gd name="connsiteY2835" fmla="*/ 925616 h 949779"/>
              <a:gd name="connsiteX2836" fmla="*/ 9035836 w 12233785"/>
              <a:gd name="connsiteY2836" fmla="*/ 932547 h 949779"/>
              <a:gd name="connsiteX2837" fmla="*/ 9046689 w 12233785"/>
              <a:gd name="connsiteY2837" fmla="*/ 943963 h 949779"/>
              <a:gd name="connsiteX2838" fmla="*/ 9048456 w 12233785"/>
              <a:gd name="connsiteY2838" fmla="*/ 943963 h 949779"/>
              <a:gd name="connsiteX2839" fmla="*/ 9075717 w 12233785"/>
              <a:gd name="connsiteY2839" fmla="*/ 943175 h 949779"/>
              <a:gd name="connsiteX2840" fmla="*/ 9092376 w 12233785"/>
              <a:gd name="connsiteY2840" fmla="*/ 944941 h 949779"/>
              <a:gd name="connsiteX2841" fmla="*/ 9131184 w 12233785"/>
              <a:gd name="connsiteY2841" fmla="*/ 949453 h 949779"/>
              <a:gd name="connsiteX2842" fmla="*/ 9139387 w 12233785"/>
              <a:gd name="connsiteY2842" fmla="*/ 949399 h 949779"/>
              <a:gd name="connsiteX2843" fmla="*/ 9147527 w 12233785"/>
              <a:gd name="connsiteY2843" fmla="*/ 949345 h 949779"/>
              <a:gd name="connsiteX2844" fmla="*/ 9154215 w 12233785"/>
              <a:gd name="connsiteY2844" fmla="*/ 949426 h 949779"/>
              <a:gd name="connsiteX2845" fmla="*/ 9163555 w 12233785"/>
              <a:gd name="connsiteY2845" fmla="*/ 949535 h 949779"/>
              <a:gd name="connsiteX2846" fmla="*/ 9162861 w 12233785"/>
              <a:gd name="connsiteY2846" fmla="*/ 949779 h 949779"/>
              <a:gd name="connsiteX2847" fmla="*/ 9184252 w 12233785"/>
              <a:gd name="connsiteY2847" fmla="*/ 947931 h 949779"/>
              <a:gd name="connsiteX2848" fmla="*/ 9190247 w 12233785"/>
              <a:gd name="connsiteY2848" fmla="*/ 933798 h 949779"/>
              <a:gd name="connsiteX2849" fmla="*/ 9202236 w 12233785"/>
              <a:gd name="connsiteY2849" fmla="*/ 923388 h 949779"/>
              <a:gd name="connsiteX2850" fmla="*/ 9212079 w 12233785"/>
              <a:gd name="connsiteY2850" fmla="*/ 921621 h 949779"/>
              <a:gd name="connsiteX2851" fmla="*/ 9215425 w 12233785"/>
              <a:gd name="connsiteY2851" fmla="*/ 924040 h 949779"/>
              <a:gd name="connsiteX2852" fmla="*/ 9216054 w 12233785"/>
              <a:gd name="connsiteY2852" fmla="*/ 930183 h 949779"/>
              <a:gd name="connsiteX2853" fmla="*/ 9225394 w 12233785"/>
              <a:gd name="connsiteY2853" fmla="*/ 943256 h 949779"/>
              <a:gd name="connsiteX2854" fmla="*/ 9247669 w 12233785"/>
              <a:gd name="connsiteY2854" fmla="*/ 939016 h 949779"/>
              <a:gd name="connsiteX2855" fmla="*/ 9280104 w 12233785"/>
              <a:gd name="connsiteY2855" fmla="*/ 931569 h 949779"/>
              <a:gd name="connsiteX2856" fmla="*/ 9281618 w 12233785"/>
              <a:gd name="connsiteY2856" fmla="*/ 928987 h 949779"/>
              <a:gd name="connsiteX2857" fmla="*/ 9299476 w 12233785"/>
              <a:gd name="connsiteY2857" fmla="*/ 921513 h 949779"/>
              <a:gd name="connsiteX2858" fmla="*/ 9314179 w 12233785"/>
              <a:gd name="connsiteY2858" fmla="*/ 926568 h 949779"/>
              <a:gd name="connsiteX2859" fmla="*/ 9336769 w 12233785"/>
              <a:gd name="connsiteY2859" fmla="*/ 931705 h 949779"/>
              <a:gd name="connsiteX2860" fmla="*/ 9354311 w 12233785"/>
              <a:gd name="connsiteY2860" fmla="*/ 929666 h 949779"/>
              <a:gd name="connsiteX2861" fmla="*/ 9376523 w 12233785"/>
              <a:gd name="connsiteY2861" fmla="*/ 924366 h 949779"/>
              <a:gd name="connsiteX2862" fmla="*/ 9409273 w 12233785"/>
              <a:gd name="connsiteY2862" fmla="*/ 911972 h 949779"/>
              <a:gd name="connsiteX2863" fmla="*/ 9414574 w 12233785"/>
              <a:gd name="connsiteY2863" fmla="*/ 912136 h 949779"/>
              <a:gd name="connsiteX2864" fmla="*/ 9414699 w 12233785"/>
              <a:gd name="connsiteY2864" fmla="*/ 912136 h 949779"/>
              <a:gd name="connsiteX2865" fmla="*/ 9421641 w 12233785"/>
              <a:gd name="connsiteY2865" fmla="*/ 907759 h 949779"/>
              <a:gd name="connsiteX2866" fmla="*/ 9428645 w 12233785"/>
              <a:gd name="connsiteY2866" fmla="*/ 902269 h 949779"/>
              <a:gd name="connsiteX2867" fmla="*/ 9436785 w 12233785"/>
              <a:gd name="connsiteY2867" fmla="*/ 904579 h 949779"/>
              <a:gd name="connsiteX2868" fmla="*/ 9461836 w 12233785"/>
              <a:gd name="connsiteY2868" fmla="*/ 912380 h 949779"/>
              <a:gd name="connsiteX2869" fmla="*/ 9479252 w 12233785"/>
              <a:gd name="connsiteY2869" fmla="*/ 908412 h 949779"/>
              <a:gd name="connsiteX2870" fmla="*/ 9495659 w 12233785"/>
              <a:gd name="connsiteY2870" fmla="*/ 906183 h 949779"/>
              <a:gd name="connsiteX2871" fmla="*/ 9502916 w 12233785"/>
              <a:gd name="connsiteY2871" fmla="*/ 907107 h 949779"/>
              <a:gd name="connsiteX2872" fmla="*/ 9519386 w 12233785"/>
              <a:gd name="connsiteY2872" fmla="*/ 911347 h 949779"/>
              <a:gd name="connsiteX2873" fmla="*/ 9541344 w 12233785"/>
              <a:gd name="connsiteY2873" fmla="*/ 906591 h 949779"/>
              <a:gd name="connsiteX2874" fmla="*/ 9582929 w 12233785"/>
              <a:gd name="connsiteY2874" fmla="*/ 899932 h 949779"/>
              <a:gd name="connsiteX2875" fmla="*/ 9607854 w 12233785"/>
              <a:gd name="connsiteY2875" fmla="*/ 902351 h 949779"/>
              <a:gd name="connsiteX2876" fmla="*/ 9669630 w 12233785"/>
              <a:gd name="connsiteY2876" fmla="*/ 906754 h 949779"/>
              <a:gd name="connsiteX2877" fmla="*/ 9686416 w 12233785"/>
              <a:gd name="connsiteY2877" fmla="*/ 906889 h 949779"/>
              <a:gd name="connsiteX2878" fmla="*/ 9693546 w 12233785"/>
              <a:gd name="connsiteY2878" fmla="*/ 906889 h 949779"/>
              <a:gd name="connsiteX2879" fmla="*/ 9700488 w 12233785"/>
              <a:gd name="connsiteY2879" fmla="*/ 906889 h 949779"/>
              <a:gd name="connsiteX2880" fmla="*/ 9720996 w 12233785"/>
              <a:gd name="connsiteY2880" fmla="*/ 907107 h 949779"/>
              <a:gd name="connsiteX2881" fmla="*/ 9731975 w 12233785"/>
              <a:gd name="connsiteY2881" fmla="*/ 912760 h 949779"/>
              <a:gd name="connsiteX2882" fmla="*/ 9756395 w 12233785"/>
              <a:gd name="connsiteY2882" fmla="*/ 913739 h 949779"/>
              <a:gd name="connsiteX2883" fmla="*/ 9768763 w 12233785"/>
              <a:gd name="connsiteY2883" fmla="*/ 912462 h 949779"/>
              <a:gd name="connsiteX2884" fmla="*/ 9842530 w 12233785"/>
              <a:gd name="connsiteY2884" fmla="*/ 906563 h 949779"/>
              <a:gd name="connsiteX2885" fmla="*/ 9865625 w 12233785"/>
              <a:gd name="connsiteY2885" fmla="*/ 902351 h 949779"/>
              <a:gd name="connsiteX2886" fmla="*/ 9875027 w 12233785"/>
              <a:gd name="connsiteY2886" fmla="*/ 901236 h 949779"/>
              <a:gd name="connsiteX2887" fmla="*/ 9882914 w 12233785"/>
              <a:gd name="connsiteY2887" fmla="*/ 903112 h 949779"/>
              <a:gd name="connsiteX2888" fmla="*/ 9878561 w 12233785"/>
              <a:gd name="connsiteY2888" fmla="*/ 907950 h 949779"/>
              <a:gd name="connsiteX2889" fmla="*/ 9874080 w 12233785"/>
              <a:gd name="connsiteY2889" fmla="*/ 919637 h 949779"/>
              <a:gd name="connsiteX2890" fmla="*/ 9879886 w 12233785"/>
              <a:gd name="connsiteY2890" fmla="*/ 924312 h 949779"/>
              <a:gd name="connsiteX2891" fmla="*/ 9883735 w 12233785"/>
              <a:gd name="connsiteY2891" fmla="*/ 921866 h 949779"/>
              <a:gd name="connsiteX2892" fmla="*/ 9923237 w 12233785"/>
              <a:gd name="connsiteY2892" fmla="*/ 906944 h 949779"/>
              <a:gd name="connsiteX2893" fmla="*/ 9931376 w 12233785"/>
              <a:gd name="connsiteY2893" fmla="*/ 907135 h 949779"/>
              <a:gd name="connsiteX2894" fmla="*/ 9968103 w 12233785"/>
              <a:gd name="connsiteY2894" fmla="*/ 911021 h 949779"/>
              <a:gd name="connsiteX2895" fmla="*/ 9976747 w 12233785"/>
              <a:gd name="connsiteY2895" fmla="*/ 912054 h 949779"/>
              <a:gd name="connsiteX2896" fmla="*/ 9985392 w 12233785"/>
              <a:gd name="connsiteY2896" fmla="*/ 911102 h 949779"/>
              <a:gd name="connsiteX2897" fmla="*/ 10010002 w 12233785"/>
              <a:gd name="connsiteY2897" fmla="*/ 906672 h 949779"/>
              <a:gd name="connsiteX2898" fmla="*/ 10020918 w 12233785"/>
              <a:gd name="connsiteY2898" fmla="*/ 908521 h 949779"/>
              <a:gd name="connsiteX2899" fmla="*/ 10030952 w 12233785"/>
              <a:gd name="connsiteY2899" fmla="*/ 910614 h 949779"/>
              <a:gd name="connsiteX2900" fmla="*/ 10041426 w 12233785"/>
              <a:gd name="connsiteY2900" fmla="*/ 908847 h 949779"/>
              <a:gd name="connsiteX2901" fmla="*/ 10050639 w 12233785"/>
              <a:gd name="connsiteY2901" fmla="*/ 907080 h 949779"/>
              <a:gd name="connsiteX2902" fmla="*/ 10053604 w 12233785"/>
              <a:gd name="connsiteY2902" fmla="*/ 907406 h 949779"/>
              <a:gd name="connsiteX2903" fmla="*/ 10070705 w 12233785"/>
              <a:gd name="connsiteY2903" fmla="*/ 909281 h 949779"/>
              <a:gd name="connsiteX2904" fmla="*/ 10092918 w 12233785"/>
              <a:gd name="connsiteY2904" fmla="*/ 907461 h 949779"/>
              <a:gd name="connsiteX2905" fmla="*/ 10107368 w 12233785"/>
              <a:gd name="connsiteY2905" fmla="*/ 906700 h 949779"/>
              <a:gd name="connsiteX2906" fmla="*/ 10137025 w 12233785"/>
              <a:gd name="connsiteY2906" fmla="*/ 907896 h 949779"/>
              <a:gd name="connsiteX2907" fmla="*/ 10138351 w 12233785"/>
              <a:gd name="connsiteY2907" fmla="*/ 912298 h 949779"/>
              <a:gd name="connsiteX2908" fmla="*/ 10131977 w 12233785"/>
              <a:gd name="connsiteY2908" fmla="*/ 920181 h 949779"/>
              <a:gd name="connsiteX2909" fmla="*/ 10137720 w 12233785"/>
              <a:gd name="connsiteY2909" fmla="*/ 923496 h 949779"/>
              <a:gd name="connsiteX2910" fmla="*/ 10150025 w 12233785"/>
              <a:gd name="connsiteY2910" fmla="*/ 920208 h 949779"/>
              <a:gd name="connsiteX2911" fmla="*/ 10204481 w 12233785"/>
              <a:gd name="connsiteY2911" fmla="*/ 913630 h 949779"/>
              <a:gd name="connsiteX2912" fmla="*/ 10209277 w 12233785"/>
              <a:gd name="connsiteY2912" fmla="*/ 913712 h 949779"/>
              <a:gd name="connsiteX2913" fmla="*/ 10222529 w 12233785"/>
              <a:gd name="connsiteY2913" fmla="*/ 913332 h 949779"/>
              <a:gd name="connsiteX2914" fmla="*/ 10235716 w 12233785"/>
              <a:gd name="connsiteY2914" fmla="*/ 912951 h 949779"/>
              <a:gd name="connsiteX2915" fmla="*/ 10260516 w 12233785"/>
              <a:gd name="connsiteY2915" fmla="*/ 916240 h 949779"/>
              <a:gd name="connsiteX2916" fmla="*/ 10284431 w 12233785"/>
              <a:gd name="connsiteY2916" fmla="*/ 919012 h 949779"/>
              <a:gd name="connsiteX2917" fmla="*/ 10304939 w 12233785"/>
              <a:gd name="connsiteY2917" fmla="*/ 919175 h 949779"/>
              <a:gd name="connsiteX2918" fmla="*/ 10318443 w 12233785"/>
              <a:gd name="connsiteY2918" fmla="*/ 919148 h 949779"/>
              <a:gd name="connsiteX2919" fmla="*/ 10331947 w 12233785"/>
              <a:gd name="connsiteY2919" fmla="*/ 919121 h 949779"/>
              <a:gd name="connsiteX2920" fmla="*/ 10342232 w 12233785"/>
              <a:gd name="connsiteY2920" fmla="*/ 919148 h 949779"/>
              <a:gd name="connsiteX2921" fmla="*/ 10343368 w 12233785"/>
              <a:gd name="connsiteY2921" fmla="*/ 919148 h 949779"/>
              <a:gd name="connsiteX2922" fmla="*/ 10381482 w 12233785"/>
              <a:gd name="connsiteY2922" fmla="*/ 915642 h 949779"/>
              <a:gd name="connsiteX2923" fmla="*/ 10419533 w 12233785"/>
              <a:gd name="connsiteY2923" fmla="*/ 912136 h 949779"/>
              <a:gd name="connsiteX2924" fmla="*/ 10429250 w 12233785"/>
              <a:gd name="connsiteY2924" fmla="*/ 912462 h 949779"/>
              <a:gd name="connsiteX2925" fmla="*/ 10434550 w 12233785"/>
              <a:gd name="connsiteY2925" fmla="*/ 911021 h 949779"/>
              <a:gd name="connsiteX2926" fmla="*/ 10436380 w 12233785"/>
              <a:gd name="connsiteY2926" fmla="*/ 909146 h 949779"/>
              <a:gd name="connsiteX2927" fmla="*/ 10431837 w 12233785"/>
              <a:gd name="connsiteY2927" fmla="*/ 907080 h 949779"/>
              <a:gd name="connsiteX2928" fmla="*/ 10418775 w 12233785"/>
              <a:gd name="connsiteY2928" fmla="*/ 903275 h 949779"/>
              <a:gd name="connsiteX2929" fmla="*/ 10432027 w 12233785"/>
              <a:gd name="connsiteY2929" fmla="*/ 896453 h 949779"/>
              <a:gd name="connsiteX2930" fmla="*/ 10435813 w 12233785"/>
              <a:gd name="connsiteY2930" fmla="*/ 896915 h 949779"/>
              <a:gd name="connsiteX2931" fmla="*/ 10447045 w 12233785"/>
              <a:gd name="connsiteY2931" fmla="*/ 898872 h 949779"/>
              <a:gd name="connsiteX2932" fmla="*/ 10456699 w 12233785"/>
              <a:gd name="connsiteY2932" fmla="*/ 896289 h 949779"/>
              <a:gd name="connsiteX2933" fmla="*/ 10470771 w 12233785"/>
              <a:gd name="connsiteY2933" fmla="*/ 890283 h 949779"/>
              <a:gd name="connsiteX2934" fmla="*/ 10475062 w 12233785"/>
              <a:gd name="connsiteY2934" fmla="*/ 890799 h 949779"/>
              <a:gd name="connsiteX2935" fmla="*/ 10479289 w 12233785"/>
              <a:gd name="connsiteY2935" fmla="*/ 899143 h 949779"/>
              <a:gd name="connsiteX2936" fmla="*/ 10479289 w 12233785"/>
              <a:gd name="connsiteY2936" fmla="*/ 902133 h 949779"/>
              <a:gd name="connsiteX2937" fmla="*/ 10487177 w 12233785"/>
              <a:gd name="connsiteY2937" fmla="*/ 904743 h 949779"/>
              <a:gd name="connsiteX2938" fmla="*/ 10505666 w 12233785"/>
              <a:gd name="connsiteY2938" fmla="*/ 900829 h 949779"/>
              <a:gd name="connsiteX2939" fmla="*/ 10515509 w 12233785"/>
              <a:gd name="connsiteY2939" fmla="*/ 903221 h 949779"/>
              <a:gd name="connsiteX2940" fmla="*/ 10522262 w 12233785"/>
              <a:gd name="connsiteY2940" fmla="*/ 905069 h 949779"/>
              <a:gd name="connsiteX2941" fmla="*/ 10529834 w 12233785"/>
              <a:gd name="connsiteY2941" fmla="*/ 903438 h 949779"/>
              <a:gd name="connsiteX2942" fmla="*/ 10537028 w 12233785"/>
              <a:gd name="connsiteY2942" fmla="*/ 901807 h 949779"/>
              <a:gd name="connsiteX2943" fmla="*/ 10541318 w 12233785"/>
              <a:gd name="connsiteY2943" fmla="*/ 902758 h 949779"/>
              <a:gd name="connsiteX2944" fmla="*/ 10549143 w 12233785"/>
              <a:gd name="connsiteY2944" fmla="*/ 904688 h 949779"/>
              <a:gd name="connsiteX2945" fmla="*/ 10561511 w 12233785"/>
              <a:gd name="connsiteY2945" fmla="*/ 900720 h 949779"/>
              <a:gd name="connsiteX2946" fmla="*/ 10570598 w 12233785"/>
              <a:gd name="connsiteY2946" fmla="*/ 886505 h 949779"/>
              <a:gd name="connsiteX2947" fmla="*/ 10581893 w 12233785"/>
              <a:gd name="connsiteY2947" fmla="*/ 882618 h 949779"/>
              <a:gd name="connsiteX2948" fmla="*/ 10585615 w 12233785"/>
              <a:gd name="connsiteY2948" fmla="*/ 882836 h 949779"/>
              <a:gd name="connsiteX2949" fmla="*/ 10594071 w 12233785"/>
              <a:gd name="connsiteY2949" fmla="*/ 886559 h 949779"/>
              <a:gd name="connsiteX2950" fmla="*/ 10594892 w 12233785"/>
              <a:gd name="connsiteY2950" fmla="*/ 892675 h 949779"/>
              <a:gd name="connsiteX2951" fmla="*/ 10618555 w 12233785"/>
              <a:gd name="connsiteY2951" fmla="*/ 903356 h 949779"/>
              <a:gd name="connsiteX2952" fmla="*/ 10641587 w 12233785"/>
              <a:gd name="connsiteY2952" fmla="*/ 906917 h 949779"/>
              <a:gd name="connsiteX2953" fmla="*/ 10654018 w 12233785"/>
              <a:gd name="connsiteY2953" fmla="*/ 905069 h 949779"/>
              <a:gd name="connsiteX2954" fmla="*/ 10685443 w 12233785"/>
              <a:gd name="connsiteY2954" fmla="*/ 899932 h 949779"/>
              <a:gd name="connsiteX2955" fmla="*/ 10713271 w 12233785"/>
              <a:gd name="connsiteY2955" fmla="*/ 904362 h 949779"/>
              <a:gd name="connsiteX2956" fmla="*/ 10739648 w 12233785"/>
              <a:gd name="connsiteY2956" fmla="*/ 901508 h 949779"/>
              <a:gd name="connsiteX2957" fmla="*/ 10758263 w 12233785"/>
              <a:gd name="connsiteY2957" fmla="*/ 906102 h 949779"/>
              <a:gd name="connsiteX2958" fmla="*/ 10769810 w 12233785"/>
              <a:gd name="connsiteY2958" fmla="*/ 905096 h 949779"/>
              <a:gd name="connsiteX2959" fmla="*/ 10797007 w 12233785"/>
              <a:gd name="connsiteY2959" fmla="*/ 900665 h 949779"/>
              <a:gd name="connsiteX2960" fmla="*/ 10805715 w 12233785"/>
              <a:gd name="connsiteY2960" fmla="*/ 900747 h 949779"/>
              <a:gd name="connsiteX2961" fmla="*/ 10824962 w 12233785"/>
              <a:gd name="connsiteY2961" fmla="*/ 900856 h 949779"/>
              <a:gd name="connsiteX2962" fmla="*/ 10836887 w 12233785"/>
              <a:gd name="connsiteY2962" fmla="*/ 900856 h 949779"/>
              <a:gd name="connsiteX2963" fmla="*/ 10848371 w 12233785"/>
              <a:gd name="connsiteY2963" fmla="*/ 900856 h 949779"/>
              <a:gd name="connsiteX2964" fmla="*/ 10857143 w 12233785"/>
              <a:gd name="connsiteY2964" fmla="*/ 900856 h 949779"/>
              <a:gd name="connsiteX2965" fmla="*/ 10857585 w 12233785"/>
              <a:gd name="connsiteY2965" fmla="*/ 900856 h 949779"/>
              <a:gd name="connsiteX2966" fmla="*/ 10879102 w 12233785"/>
              <a:gd name="connsiteY2966" fmla="*/ 892376 h 949779"/>
              <a:gd name="connsiteX2967" fmla="*/ 10884088 w 12233785"/>
              <a:gd name="connsiteY2967" fmla="*/ 889712 h 949779"/>
              <a:gd name="connsiteX2968" fmla="*/ 10887811 w 12233785"/>
              <a:gd name="connsiteY2968" fmla="*/ 890337 h 949779"/>
              <a:gd name="connsiteX2969" fmla="*/ 10898033 w 12233785"/>
              <a:gd name="connsiteY2969" fmla="*/ 892946 h 949779"/>
              <a:gd name="connsiteX2970" fmla="*/ 10904280 w 12233785"/>
              <a:gd name="connsiteY2970" fmla="*/ 888217 h 949779"/>
              <a:gd name="connsiteX2971" fmla="*/ 10918352 w 12233785"/>
              <a:gd name="connsiteY2971" fmla="*/ 868485 h 949779"/>
              <a:gd name="connsiteX2972" fmla="*/ 10929142 w 12233785"/>
              <a:gd name="connsiteY2972" fmla="*/ 863810 h 949779"/>
              <a:gd name="connsiteX2973" fmla="*/ 10937535 w 12233785"/>
              <a:gd name="connsiteY2973" fmla="*/ 864788 h 949779"/>
              <a:gd name="connsiteX2974" fmla="*/ 10955203 w 12233785"/>
              <a:gd name="connsiteY2974" fmla="*/ 869681 h 949779"/>
              <a:gd name="connsiteX2975" fmla="*/ 10959621 w 12233785"/>
              <a:gd name="connsiteY2975" fmla="*/ 868947 h 949779"/>
              <a:gd name="connsiteX2976" fmla="*/ 11000700 w 12233785"/>
              <a:gd name="connsiteY2976" fmla="*/ 862098 h 949779"/>
              <a:gd name="connsiteX2977" fmla="*/ 11004739 w 12233785"/>
              <a:gd name="connsiteY2977" fmla="*/ 860168 h 949779"/>
              <a:gd name="connsiteX2978" fmla="*/ 10993884 w 12233785"/>
              <a:gd name="connsiteY2978" fmla="*/ 857205 h 949779"/>
              <a:gd name="connsiteX2979" fmla="*/ 10984672 w 12233785"/>
              <a:gd name="connsiteY2979" fmla="*/ 854188 h 949779"/>
              <a:gd name="connsiteX2980" fmla="*/ 11010543 w 12233785"/>
              <a:gd name="connsiteY2980" fmla="*/ 845491 h 949779"/>
              <a:gd name="connsiteX2981" fmla="*/ 11014456 w 12233785"/>
              <a:gd name="connsiteY2981" fmla="*/ 845953 h 949779"/>
              <a:gd name="connsiteX2982" fmla="*/ 11033070 w 12233785"/>
              <a:gd name="connsiteY2982" fmla="*/ 856634 h 949779"/>
              <a:gd name="connsiteX2983" fmla="*/ 11054084 w 12233785"/>
              <a:gd name="connsiteY2983" fmla="*/ 851933 h 949779"/>
              <a:gd name="connsiteX2984" fmla="*/ 11058879 w 12233785"/>
              <a:gd name="connsiteY2984" fmla="*/ 851634 h 949779"/>
              <a:gd name="connsiteX2985" fmla="*/ 11071563 w 12233785"/>
              <a:gd name="connsiteY2985" fmla="*/ 856906 h 949779"/>
              <a:gd name="connsiteX2986" fmla="*/ 11125325 w 12233785"/>
              <a:gd name="connsiteY2986" fmla="*/ 843507 h 949779"/>
              <a:gd name="connsiteX2987" fmla="*/ 11137946 w 12233785"/>
              <a:gd name="connsiteY2987" fmla="*/ 844567 h 949779"/>
              <a:gd name="connsiteX2988" fmla="*/ 11197136 w 12233785"/>
              <a:gd name="connsiteY2988" fmla="*/ 836359 h 949779"/>
              <a:gd name="connsiteX2989" fmla="*/ 11258596 w 12233785"/>
              <a:gd name="connsiteY2989" fmla="*/ 821193 h 949779"/>
              <a:gd name="connsiteX2990" fmla="*/ 11280555 w 12233785"/>
              <a:gd name="connsiteY2990" fmla="*/ 815512 h 949779"/>
              <a:gd name="connsiteX2991" fmla="*/ 11285414 w 12233785"/>
              <a:gd name="connsiteY2991" fmla="*/ 814724 h 949779"/>
              <a:gd name="connsiteX2992" fmla="*/ 11290526 w 12233785"/>
              <a:gd name="connsiteY2992" fmla="*/ 816626 h 949779"/>
              <a:gd name="connsiteX2993" fmla="*/ 11347443 w 12233785"/>
              <a:gd name="connsiteY2993" fmla="*/ 836766 h 949779"/>
              <a:gd name="connsiteX2994" fmla="*/ 11360380 w 12233785"/>
              <a:gd name="connsiteY2994" fmla="*/ 839049 h 949779"/>
              <a:gd name="connsiteX2995" fmla="*/ 11375587 w 12233785"/>
              <a:gd name="connsiteY2995" fmla="*/ 836331 h 949779"/>
              <a:gd name="connsiteX2996" fmla="*/ 11413638 w 12233785"/>
              <a:gd name="connsiteY2996" fmla="*/ 824427 h 949779"/>
              <a:gd name="connsiteX2997" fmla="*/ 11416792 w 12233785"/>
              <a:gd name="connsiteY2997" fmla="*/ 816626 h 949779"/>
              <a:gd name="connsiteX2998" fmla="*/ 11369340 w 12233785"/>
              <a:gd name="connsiteY2998" fmla="*/ 800291 h 949779"/>
              <a:gd name="connsiteX2999" fmla="*/ 11362840 w 12233785"/>
              <a:gd name="connsiteY2999" fmla="*/ 800644 h 949779"/>
              <a:gd name="connsiteX3000" fmla="*/ 11361389 w 12233785"/>
              <a:gd name="connsiteY3000" fmla="*/ 800726 h 949779"/>
              <a:gd name="connsiteX3001" fmla="*/ 11361291 w 12233785"/>
              <a:gd name="connsiteY3001" fmla="*/ 800520 h 949779"/>
              <a:gd name="connsiteX3002" fmla="*/ 11373526 w 12233785"/>
              <a:gd name="connsiteY3002" fmla="*/ 800089 h 949779"/>
              <a:gd name="connsiteX3003" fmla="*/ 11373566 w 12233785"/>
              <a:gd name="connsiteY3003" fmla="*/ 799730 h 949779"/>
              <a:gd name="connsiteX3004" fmla="*/ 11372609 w 12233785"/>
              <a:gd name="connsiteY3004" fmla="*/ 799692 h 949779"/>
              <a:gd name="connsiteX3005" fmla="*/ 11373618 w 12233785"/>
              <a:gd name="connsiteY3005" fmla="*/ 799260 h 949779"/>
              <a:gd name="connsiteX3006" fmla="*/ 11374584 w 12233785"/>
              <a:gd name="connsiteY3006" fmla="*/ 790558 h 949779"/>
              <a:gd name="connsiteX3007" fmla="*/ 11386200 w 12233785"/>
              <a:gd name="connsiteY3007" fmla="*/ 793871 h 949779"/>
              <a:gd name="connsiteX3008" fmla="*/ 11373618 w 12233785"/>
              <a:gd name="connsiteY3008" fmla="*/ 799260 h 949779"/>
              <a:gd name="connsiteX3009" fmla="*/ 11373566 w 12233785"/>
              <a:gd name="connsiteY3009" fmla="*/ 799730 h 949779"/>
              <a:gd name="connsiteX3010" fmla="*/ 11444670 w 12233785"/>
              <a:gd name="connsiteY3010" fmla="*/ 802495 h 949779"/>
              <a:gd name="connsiteX3011" fmla="*/ 11573457 w 12233785"/>
              <a:gd name="connsiteY3011" fmla="*/ 802461 h 949779"/>
              <a:gd name="connsiteX3012" fmla="*/ 11667014 w 12233785"/>
              <a:gd name="connsiteY3012" fmla="*/ 801533 h 949779"/>
              <a:gd name="connsiteX3013" fmla="*/ 11681378 w 12233785"/>
              <a:gd name="connsiteY3013" fmla="*/ 808010 h 949779"/>
              <a:gd name="connsiteX3014" fmla="*/ 11682956 w 12233785"/>
              <a:gd name="connsiteY3014" fmla="*/ 808010 h 949779"/>
              <a:gd name="connsiteX3015" fmla="*/ 11708702 w 12233785"/>
              <a:gd name="connsiteY3015" fmla="*/ 801351 h 949779"/>
              <a:gd name="connsiteX3016" fmla="*/ 11709026 w 12233785"/>
              <a:gd name="connsiteY3016" fmla="*/ 801074 h 949779"/>
              <a:gd name="connsiteX3017" fmla="*/ 11737810 w 12233785"/>
              <a:gd name="connsiteY3017" fmla="*/ 800687 h 949779"/>
              <a:gd name="connsiteX3018" fmla="*/ 11754004 w 12233785"/>
              <a:gd name="connsiteY3018" fmla="*/ 800460 h 949779"/>
              <a:gd name="connsiteX3019" fmla="*/ 11759345 w 12233785"/>
              <a:gd name="connsiteY3019" fmla="*/ 798388 h 949779"/>
              <a:gd name="connsiteX3020" fmla="*/ 11765366 w 12233785"/>
              <a:gd name="connsiteY3020" fmla="*/ 800644 h 949779"/>
              <a:gd name="connsiteX3021" fmla="*/ 11769342 w 12233785"/>
              <a:gd name="connsiteY3021" fmla="*/ 800970 h 949779"/>
              <a:gd name="connsiteX3022" fmla="*/ 11779186 w 12233785"/>
              <a:gd name="connsiteY3022" fmla="*/ 796595 h 949779"/>
              <a:gd name="connsiteX3023" fmla="*/ 11779757 w 12233785"/>
              <a:gd name="connsiteY3023" fmla="*/ 794813 h 949779"/>
              <a:gd name="connsiteX3024" fmla="*/ 11787065 w 12233785"/>
              <a:gd name="connsiteY3024" fmla="*/ 797017 h 949779"/>
              <a:gd name="connsiteX3025" fmla="*/ 11799174 w 12233785"/>
              <a:gd name="connsiteY3025" fmla="*/ 799247 h 949779"/>
              <a:gd name="connsiteX3026" fmla="*/ 11909071 w 12233785"/>
              <a:gd name="connsiteY3026" fmla="*/ 776433 h 949779"/>
              <a:gd name="connsiteX3027" fmla="*/ 11937373 w 12233785"/>
              <a:gd name="connsiteY3027" fmla="*/ 776433 h 949779"/>
              <a:gd name="connsiteX3028" fmla="*/ 11938391 w 12233785"/>
              <a:gd name="connsiteY3028" fmla="*/ 776536 h 949779"/>
              <a:gd name="connsiteX3029" fmla="*/ 11939196 w 12233785"/>
              <a:gd name="connsiteY3029" fmla="*/ 776433 h 949779"/>
              <a:gd name="connsiteX3030" fmla="*/ 11987631 w 12233785"/>
              <a:gd name="connsiteY3030" fmla="*/ 776433 h 949779"/>
              <a:gd name="connsiteX3031" fmla="*/ 12001669 w 12233785"/>
              <a:gd name="connsiteY3031" fmla="*/ 768886 h 949779"/>
              <a:gd name="connsiteX3032" fmla="*/ 12013057 w 12233785"/>
              <a:gd name="connsiteY3032" fmla="*/ 773940 h 949779"/>
              <a:gd name="connsiteX3033" fmla="*/ 12026734 w 12233785"/>
              <a:gd name="connsiteY3033" fmla="*/ 776210 h 949779"/>
              <a:gd name="connsiteX3034" fmla="*/ 12047874 w 12233785"/>
              <a:gd name="connsiteY3034" fmla="*/ 771046 h 949779"/>
              <a:gd name="connsiteX3035" fmla="*/ 12075701 w 12233785"/>
              <a:gd name="connsiteY3035" fmla="*/ 764387 h 949779"/>
              <a:gd name="connsiteX3036" fmla="*/ 12102583 w 12233785"/>
              <a:gd name="connsiteY3036" fmla="*/ 745823 h 949779"/>
              <a:gd name="connsiteX3037" fmla="*/ 12110722 w 12233785"/>
              <a:gd name="connsiteY3037" fmla="*/ 725384 h 949779"/>
              <a:gd name="connsiteX3038" fmla="*/ 12102961 w 12233785"/>
              <a:gd name="connsiteY3038" fmla="*/ 718780 h 949779"/>
              <a:gd name="connsiteX3039" fmla="*/ 12096019 w 12233785"/>
              <a:gd name="connsiteY3039" fmla="*/ 716795 h 949779"/>
              <a:gd name="connsiteX3040" fmla="*/ 12087816 w 12233785"/>
              <a:gd name="connsiteY3040" fmla="*/ 718834 h 949779"/>
              <a:gd name="connsiteX3041" fmla="*/ 12075890 w 12233785"/>
              <a:gd name="connsiteY3041" fmla="*/ 729298 h 949779"/>
              <a:gd name="connsiteX3042" fmla="*/ 12071978 w 12233785"/>
              <a:gd name="connsiteY3042" fmla="*/ 731445 h 949779"/>
              <a:gd name="connsiteX3043" fmla="*/ 12064532 w 12233785"/>
              <a:gd name="connsiteY3043" fmla="*/ 728238 h 949779"/>
              <a:gd name="connsiteX3044" fmla="*/ 12093117 w 12233785"/>
              <a:gd name="connsiteY3044" fmla="*/ 702173 h 949779"/>
              <a:gd name="connsiteX3045" fmla="*/ 12130915 w 12233785"/>
              <a:gd name="connsiteY3045" fmla="*/ 691274 h 949779"/>
              <a:gd name="connsiteX3046" fmla="*/ 12137856 w 12233785"/>
              <a:gd name="connsiteY3046" fmla="*/ 686490 h 949779"/>
              <a:gd name="connsiteX3047" fmla="*/ 12126435 w 12233785"/>
              <a:gd name="connsiteY3047" fmla="*/ 684397 h 949779"/>
              <a:gd name="connsiteX3048" fmla="*/ 12094379 w 12233785"/>
              <a:gd name="connsiteY3048" fmla="*/ 684071 h 949779"/>
              <a:gd name="connsiteX3049" fmla="*/ 12076142 w 12233785"/>
              <a:gd name="connsiteY3049" fmla="*/ 671595 h 949779"/>
              <a:gd name="connsiteX3050" fmla="*/ 12066930 w 12233785"/>
              <a:gd name="connsiteY3050" fmla="*/ 668986 h 949779"/>
              <a:gd name="connsiteX3051" fmla="*/ 12062196 w 12233785"/>
              <a:gd name="connsiteY3051" fmla="*/ 657380 h 949779"/>
              <a:gd name="connsiteX3052" fmla="*/ 12065290 w 12233785"/>
              <a:gd name="connsiteY3052" fmla="*/ 642622 h 949779"/>
              <a:gd name="connsiteX3053" fmla="*/ 12087690 w 12233785"/>
              <a:gd name="connsiteY3053" fmla="*/ 631831 h 949779"/>
              <a:gd name="connsiteX3054" fmla="*/ 12086417 w 12233785"/>
              <a:gd name="connsiteY3054" fmla="*/ 628751 h 949779"/>
              <a:gd name="connsiteX3055" fmla="*/ 12087423 w 12233785"/>
              <a:gd name="connsiteY3055" fmla="*/ 628366 h 949779"/>
              <a:gd name="connsiteX3056" fmla="*/ 12096243 w 12233785"/>
              <a:gd name="connsiteY3056" fmla="*/ 622114 h 949779"/>
              <a:gd name="connsiteX3057" fmla="*/ 12102771 w 12233785"/>
              <a:gd name="connsiteY3057" fmla="*/ 621612 h 949779"/>
              <a:gd name="connsiteX3058" fmla="*/ 12124984 w 12233785"/>
              <a:gd name="connsiteY3058" fmla="*/ 616393 h 949779"/>
              <a:gd name="connsiteX3059" fmla="*/ 12167072 w 12233785"/>
              <a:gd name="connsiteY3059" fmla="*/ 608593 h 949779"/>
              <a:gd name="connsiteX3060" fmla="*/ 12171552 w 12233785"/>
              <a:gd name="connsiteY3060" fmla="*/ 608729 h 949779"/>
              <a:gd name="connsiteX3061" fmla="*/ 12176411 w 12233785"/>
              <a:gd name="connsiteY3061" fmla="*/ 606854 h 949779"/>
              <a:gd name="connsiteX3062" fmla="*/ 12168460 w 12233785"/>
              <a:gd name="connsiteY3062" fmla="*/ 603565 h 949779"/>
              <a:gd name="connsiteX3063" fmla="*/ 12085734 w 12233785"/>
              <a:gd name="connsiteY3063" fmla="*/ 603076 h 949779"/>
              <a:gd name="connsiteX3064" fmla="*/ 12080559 w 12233785"/>
              <a:gd name="connsiteY3064" fmla="*/ 599461 h 949779"/>
              <a:gd name="connsiteX3065" fmla="*/ 12098039 w 12233785"/>
              <a:gd name="connsiteY3065" fmla="*/ 588803 h 949779"/>
              <a:gd name="connsiteX3066" fmla="*/ 12098445 w 12233785"/>
              <a:gd name="connsiteY3066" fmla="*/ 588752 h 949779"/>
              <a:gd name="connsiteX3067" fmla="*/ 12097959 w 12233785"/>
              <a:gd name="connsiteY3067" fmla="*/ 589148 h 949779"/>
              <a:gd name="connsiteX3068" fmla="*/ 12104982 w 12233785"/>
              <a:gd name="connsiteY3068" fmla="*/ 589148 h 949779"/>
              <a:gd name="connsiteX3069" fmla="*/ 12104497 w 12233785"/>
              <a:gd name="connsiteY3069" fmla="*/ 588752 h 949779"/>
              <a:gd name="connsiteX3070" fmla="*/ 12149126 w 12233785"/>
              <a:gd name="connsiteY3070" fmla="*/ 584124 h 949779"/>
              <a:gd name="connsiteX3071" fmla="*/ 12128486 w 12233785"/>
              <a:gd name="connsiteY3071" fmla="*/ 581749 h 949779"/>
              <a:gd name="connsiteX3072" fmla="*/ 12125730 w 12233785"/>
              <a:gd name="connsiteY3072" fmla="*/ 579225 h 949779"/>
              <a:gd name="connsiteX3073" fmla="*/ 12127774 w 12233785"/>
              <a:gd name="connsiteY3073" fmla="*/ 578735 h 949779"/>
              <a:gd name="connsiteX3074" fmla="*/ 12133375 w 12233785"/>
              <a:gd name="connsiteY3074" fmla="*/ 578858 h 949779"/>
              <a:gd name="connsiteX3075" fmla="*/ 12145869 w 12233785"/>
              <a:gd name="connsiteY3075" fmla="*/ 577907 h 949779"/>
              <a:gd name="connsiteX3076" fmla="*/ 12145603 w 12233785"/>
              <a:gd name="connsiteY3076" fmla="*/ 574460 h 949779"/>
              <a:gd name="connsiteX3077" fmla="*/ 12147504 w 12233785"/>
              <a:gd name="connsiteY3077" fmla="*/ 574005 h 949779"/>
              <a:gd name="connsiteX3078" fmla="*/ 12145513 w 12233785"/>
              <a:gd name="connsiteY3078" fmla="*/ 573289 h 949779"/>
              <a:gd name="connsiteX3079" fmla="*/ 12145365 w 12233785"/>
              <a:gd name="connsiteY3079" fmla="*/ 571384 h 949779"/>
              <a:gd name="connsiteX3080" fmla="*/ 12140633 w 12233785"/>
              <a:gd name="connsiteY3080" fmla="*/ 566193 h 949779"/>
              <a:gd name="connsiteX3081" fmla="*/ 12121702 w 12233785"/>
              <a:gd name="connsiteY3081" fmla="*/ 561219 h 949779"/>
              <a:gd name="connsiteX3082" fmla="*/ 12101762 w 12233785"/>
              <a:gd name="connsiteY3082" fmla="*/ 547901 h 949779"/>
              <a:gd name="connsiteX3083" fmla="*/ 12096335 w 12233785"/>
              <a:gd name="connsiteY3083" fmla="*/ 547711 h 949779"/>
              <a:gd name="connsiteX3084" fmla="*/ 12091824 w 12233785"/>
              <a:gd name="connsiteY3084" fmla="*/ 548388 h 949779"/>
              <a:gd name="connsiteX3085" fmla="*/ 12097702 w 12233785"/>
              <a:gd name="connsiteY3085" fmla="*/ 545262 h 949779"/>
              <a:gd name="connsiteX3086" fmla="*/ 12136968 w 12233785"/>
              <a:gd name="connsiteY3086" fmla="*/ 545425 h 949779"/>
              <a:gd name="connsiteX3087" fmla="*/ 12176410 w 12233785"/>
              <a:gd name="connsiteY3087" fmla="*/ 529590 h 949779"/>
              <a:gd name="connsiteX3088" fmla="*/ 12120281 w 12233785"/>
              <a:gd name="connsiteY3088" fmla="*/ 520614 h 949779"/>
              <a:gd name="connsiteX3089" fmla="*/ 12117313 w 12233785"/>
              <a:gd name="connsiteY3089" fmla="*/ 520128 h 949779"/>
              <a:gd name="connsiteX3090" fmla="*/ 12125084 w 12233785"/>
              <a:gd name="connsiteY3090" fmla="*/ 518687 h 949779"/>
              <a:gd name="connsiteX3091" fmla="*/ 12133453 w 12233785"/>
              <a:gd name="connsiteY3091" fmla="*/ 508097 h 949779"/>
              <a:gd name="connsiteX3092" fmla="*/ 12116290 w 12233785"/>
              <a:gd name="connsiteY3092" fmla="*/ 495540 h 949779"/>
              <a:gd name="connsiteX3093" fmla="*/ 12077545 w 12233785"/>
              <a:gd name="connsiteY3093" fmla="*/ 488718 h 949779"/>
              <a:gd name="connsiteX3094" fmla="*/ 12074706 w 12233785"/>
              <a:gd name="connsiteY3094" fmla="*/ 488799 h 949779"/>
              <a:gd name="connsiteX3095" fmla="*/ 12064530 w 12233785"/>
              <a:gd name="connsiteY3095" fmla="*/ 489067 h 949779"/>
              <a:gd name="connsiteX3096" fmla="*/ 12081048 w 12233785"/>
              <a:gd name="connsiteY3096" fmla="*/ 484209 h 949779"/>
              <a:gd name="connsiteX3097" fmla="*/ 12041336 w 12233785"/>
              <a:gd name="connsiteY3097" fmla="*/ 461519 h 949779"/>
              <a:gd name="connsiteX3098" fmla="*/ 12101163 w 12233785"/>
              <a:gd name="connsiteY3098" fmla="*/ 454351 h 949779"/>
              <a:gd name="connsiteX3099" fmla="*/ 12120700 w 12233785"/>
              <a:gd name="connsiteY3099" fmla="*/ 454320 h 949779"/>
              <a:gd name="connsiteX3100" fmla="*/ 12117464 w 12233785"/>
              <a:gd name="connsiteY3100" fmla="*/ 444545 h 949779"/>
              <a:gd name="connsiteX3101" fmla="*/ 12097743 w 12233785"/>
              <a:gd name="connsiteY3101" fmla="*/ 440982 h 949779"/>
              <a:gd name="connsiteX3102" fmla="*/ 12098066 w 12233785"/>
              <a:gd name="connsiteY3102" fmla="*/ 422177 h 949779"/>
              <a:gd name="connsiteX3103" fmla="*/ 12098878 w 12233785"/>
              <a:gd name="connsiteY3103" fmla="*/ 422548 h 949779"/>
              <a:gd name="connsiteX3104" fmla="*/ 12094106 w 12233785"/>
              <a:gd name="connsiteY3104" fmla="*/ 419412 h 949779"/>
              <a:gd name="connsiteX3105" fmla="*/ 12093312 w 12233785"/>
              <a:gd name="connsiteY3105" fmla="*/ 419479 h 949779"/>
              <a:gd name="connsiteX3106" fmla="*/ 12092394 w 12233785"/>
              <a:gd name="connsiteY3106" fmla="*/ 418960 h 949779"/>
              <a:gd name="connsiteX3107" fmla="*/ 12093908 w 12233785"/>
              <a:gd name="connsiteY3107" fmla="*/ 419282 h 949779"/>
              <a:gd name="connsiteX3108" fmla="*/ 12094106 w 12233785"/>
              <a:gd name="connsiteY3108" fmla="*/ 419412 h 949779"/>
              <a:gd name="connsiteX3109" fmla="*/ 12098243 w 12233785"/>
              <a:gd name="connsiteY3109" fmla="*/ 419061 h 949779"/>
              <a:gd name="connsiteX3110" fmla="*/ 12095745 w 12233785"/>
              <a:gd name="connsiteY3110" fmla="*/ 411562 h 949779"/>
              <a:gd name="connsiteX3111" fmla="*/ 12064407 w 12233785"/>
              <a:gd name="connsiteY3111" fmla="*/ 405029 h 949779"/>
              <a:gd name="connsiteX3112" fmla="*/ 12019265 w 12233785"/>
              <a:gd name="connsiteY3112" fmla="*/ 405045 h 949779"/>
              <a:gd name="connsiteX3113" fmla="*/ 11992611 w 12233785"/>
              <a:gd name="connsiteY3113" fmla="*/ 403299 h 949779"/>
              <a:gd name="connsiteX3114" fmla="*/ 11996964 w 12233785"/>
              <a:gd name="connsiteY3114" fmla="*/ 402368 h 949779"/>
              <a:gd name="connsiteX3115" fmla="*/ 12028011 w 12233785"/>
              <a:gd name="connsiteY3115" fmla="*/ 401797 h 949779"/>
              <a:gd name="connsiteX3116" fmla="*/ 12035393 w 12233785"/>
              <a:gd name="connsiteY3116" fmla="*/ 401906 h 949779"/>
              <a:gd name="connsiteX3117" fmla="*/ 12038106 w 12233785"/>
              <a:gd name="connsiteY3117" fmla="*/ 401960 h 949779"/>
              <a:gd name="connsiteX3118" fmla="*/ 12063284 w 12233785"/>
              <a:gd name="connsiteY3118" fmla="*/ 396062 h 949779"/>
              <a:gd name="connsiteX3119" fmla="*/ 12087200 w 12233785"/>
              <a:gd name="connsiteY3119" fmla="*/ 389757 h 949779"/>
              <a:gd name="connsiteX3120" fmla="*/ 12108402 w 12233785"/>
              <a:gd name="connsiteY3120" fmla="*/ 392502 h 949779"/>
              <a:gd name="connsiteX3121" fmla="*/ 12153709 w 12233785"/>
              <a:gd name="connsiteY3121" fmla="*/ 402069 h 949779"/>
              <a:gd name="connsiteX3122" fmla="*/ 12159136 w 12233785"/>
              <a:gd name="connsiteY3122" fmla="*/ 401879 h 949779"/>
              <a:gd name="connsiteX3123" fmla="*/ 12179076 w 12233785"/>
              <a:gd name="connsiteY3123" fmla="*/ 388561 h 949779"/>
              <a:gd name="connsiteX3124" fmla="*/ 12198007 w 12233785"/>
              <a:gd name="connsiteY3124" fmla="*/ 383587 h 949779"/>
              <a:gd name="connsiteX3125" fmla="*/ 12202739 w 12233785"/>
              <a:gd name="connsiteY3125" fmla="*/ 378395 h 949779"/>
              <a:gd name="connsiteX3126" fmla="*/ 12203243 w 12233785"/>
              <a:gd name="connsiteY3126" fmla="*/ 371872 h 949779"/>
              <a:gd name="connsiteX3127" fmla="*/ 12190749 w 12233785"/>
              <a:gd name="connsiteY3127" fmla="*/ 370921 h 949779"/>
              <a:gd name="connsiteX3128" fmla="*/ 12184566 w 12233785"/>
              <a:gd name="connsiteY3128" fmla="*/ 371057 h 949779"/>
              <a:gd name="connsiteX3129" fmla="*/ 12179644 w 12233785"/>
              <a:gd name="connsiteY3129" fmla="*/ 371166 h 949779"/>
              <a:gd name="connsiteX3130" fmla="*/ 12157369 w 12233785"/>
              <a:gd name="connsiteY3130" fmla="*/ 362169 h 949779"/>
              <a:gd name="connsiteX3131" fmla="*/ 12137933 w 12233785"/>
              <a:gd name="connsiteY3131" fmla="*/ 350319 h 949779"/>
              <a:gd name="connsiteX3132" fmla="*/ 12143109 w 12233785"/>
              <a:gd name="connsiteY3132" fmla="*/ 346704 h 949779"/>
              <a:gd name="connsiteX3133" fmla="*/ 12225834 w 12233785"/>
              <a:gd name="connsiteY3133" fmla="*/ 346215 h 949779"/>
              <a:gd name="connsiteX3134" fmla="*/ 12233785 w 12233785"/>
              <a:gd name="connsiteY3134" fmla="*/ 342926 h 949779"/>
              <a:gd name="connsiteX3135" fmla="*/ 12228926 w 12233785"/>
              <a:gd name="connsiteY3135" fmla="*/ 341051 h 949779"/>
              <a:gd name="connsiteX3136" fmla="*/ 12224446 w 12233785"/>
              <a:gd name="connsiteY3136" fmla="*/ 341187 h 949779"/>
              <a:gd name="connsiteX3137" fmla="*/ 12182357 w 12233785"/>
              <a:gd name="connsiteY3137" fmla="*/ 333386 h 949779"/>
              <a:gd name="connsiteX3138" fmla="*/ 12160145 w 12233785"/>
              <a:gd name="connsiteY3138" fmla="*/ 328168 h 949779"/>
              <a:gd name="connsiteX3139" fmla="*/ 12145064 w 12233785"/>
              <a:gd name="connsiteY3139" fmla="*/ 317948 h 949779"/>
              <a:gd name="connsiteX3140" fmla="*/ 12122663 w 12233785"/>
              <a:gd name="connsiteY3140" fmla="*/ 307158 h 949779"/>
              <a:gd name="connsiteX3141" fmla="*/ 12119570 w 12233785"/>
              <a:gd name="connsiteY3141" fmla="*/ 292400 h 949779"/>
              <a:gd name="connsiteX3142" fmla="*/ 12124304 w 12233785"/>
              <a:gd name="connsiteY3142" fmla="*/ 280794 h 949779"/>
              <a:gd name="connsiteX3143" fmla="*/ 12133516 w 12233785"/>
              <a:gd name="connsiteY3143" fmla="*/ 278184 h 949779"/>
              <a:gd name="connsiteX3144" fmla="*/ 12151753 w 12233785"/>
              <a:gd name="connsiteY3144" fmla="*/ 265709 h 949779"/>
              <a:gd name="connsiteX3145" fmla="*/ 12183808 w 12233785"/>
              <a:gd name="connsiteY3145" fmla="*/ 265383 h 949779"/>
              <a:gd name="connsiteX3146" fmla="*/ 12195230 w 12233785"/>
              <a:gd name="connsiteY3146" fmla="*/ 263290 h 949779"/>
              <a:gd name="connsiteX3147" fmla="*/ 12188289 w 12233785"/>
              <a:gd name="connsiteY3147" fmla="*/ 258506 h 949779"/>
              <a:gd name="connsiteX3148" fmla="*/ 12150491 w 12233785"/>
              <a:gd name="connsiteY3148" fmla="*/ 247607 h 949779"/>
              <a:gd name="connsiteX3149" fmla="*/ 12121906 w 12233785"/>
              <a:gd name="connsiteY3149" fmla="*/ 221542 h 949779"/>
              <a:gd name="connsiteX3150" fmla="*/ 12129352 w 12233785"/>
              <a:gd name="connsiteY3150" fmla="*/ 218335 h 949779"/>
              <a:gd name="connsiteX3151" fmla="*/ 12133264 w 12233785"/>
              <a:gd name="connsiteY3151" fmla="*/ 220482 h 949779"/>
              <a:gd name="connsiteX3152" fmla="*/ 12145190 w 12233785"/>
              <a:gd name="connsiteY3152" fmla="*/ 230946 h 949779"/>
              <a:gd name="connsiteX3153" fmla="*/ 12153393 w 12233785"/>
              <a:gd name="connsiteY3153" fmla="*/ 232984 h 949779"/>
              <a:gd name="connsiteX3154" fmla="*/ 12160335 w 12233785"/>
              <a:gd name="connsiteY3154" fmla="*/ 231000 h 949779"/>
              <a:gd name="connsiteX3155" fmla="*/ 12168096 w 12233785"/>
              <a:gd name="connsiteY3155" fmla="*/ 224396 h 949779"/>
              <a:gd name="connsiteX3156" fmla="*/ 12159956 w 12233785"/>
              <a:gd name="connsiteY3156" fmla="*/ 203956 h 949779"/>
              <a:gd name="connsiteX3157" fmla="*/ 12133075 w 12233785"/>
              <a:gd name="connsiteY3157" fmla="*/ 185392 h 949779"/>
              <a:gd name="connsiteX3158" fmla="*/ 12105248 w 12233785"/>
              <a:gd name="connsiteY3158" fmla="*/ 178734 h 949779"/>
              <a:gd name="connsiteX3159" fmla="*/ 12084108 w 12233785"/>
              <a:gd name="connsiteY3159" fmla="*/ 173569 h 949779"/>
              <a:gd name="connsiteX3160" fmla="*/ 12070431 w 12233785"/>
              <a:gd name="connsiteY3160" fmla="*/ 175839 h 949779"/>
              <a:gd name="connsiteX3161" fmla="*/ 12060060 w 12233785"/>
              <a:gd name="connsiteY3161" fmla="*/ 180441 h 949779"/>
              <a:gd name="connsiteX3162" fmla="*/ 12054573 w 12233785"/>
              <a:gd name="connsiteY3162" fmla="*/ 179737 h 949779"/>
              <a:gd name="connsiteX3163" fmla="*/ 12060085 w 12233785"/>
              <a:gd name="connsiteY3163" fmla="*/ 168825 h 949779"/>
              <a:gd name="connsiteX3164" fmla="*/ 12045983 w 12233785"/>
              <a:gd name="connsiteY3164" fmla="*/ 166128 h 949779"/>
              <a:gd name="connsiteX3165" fmla="*/ 12046307 w 12233785"/>
              <a:gd name="connsiteY3165" fmla="*/ 164767 h 949779"/>
              <a:gd name="connsiteX3166" fmla="*/ 12102552 w 12233785"/>
              <a:gd name="connsiteY3166" fmla="*/ 166524 h 949779"/>
              <a:gd name="connsiteX3167" fmla="*/ 11968990 w 12233785"/>
              <a:gd name="connsiteY3167" fmla="*/ 146060 h 949779"/>
              <a:gd name="connsiteX3168" fmla="*/ 12041822 w 12233785"/>
              <a:gd name="connsiteY3168" fmla="*/ 147545 h 949779"/>
              <a:gd name="connsiteX3169" fmla="*/ 12047171 w 12233785"/>
              <a:gd name="connsiteY3169" fmla="*/ 146085 h 949779"/>
              <a:gd name="connsiteX3170" fmla="*/ 12020966 w 12233785"/>
              <a:gd name="connsiteY3170" fmla="*/ 143042 h 949779"/>
              <a:gd name="connsiteX3171" fmla="*/ 12023074 w 12233785"/>
              <a:gd name="connsiteY3171" fmla="*/ 132724 h 949779"/>
              <a:gd name="connsiteX3172" fmla="*/ 11967423 w 12233785"/>
              <a:gd name="connsiteY3172" fmla="*/ 132724 h 949779"/>
              <a:gd name="connsiteX3173" fmla="*/ 11980715 w 12233785"/>
              <a:gd name="connsiteY3173" fmla="*/ 118967 h 949779"/>
              <a:gd name="connsiteX3174" fmla="*/ 11823758 w 12233785"/>
              <a:gd name="connsiteY3174" fmla="*/ 109638 h 949779"/>
              <a:gd name="connsiteX3175" fmla="*/ 11763460 w 12233785"/>
              <a:gd name="connsiteY3175" fmla="*/ 108128 h 949779"/>
              <a:gd name="connsiteX3176" fmla="*/ 11149558 w 12233785"/>
              <a:gd name="connsiteY3176" fmla="*/ 93274 h 949779"/>
              <a:gd name="connsiteX3177" fmla="*/ 11129716 w 12233785"/>
              <a:gd name="connsiteY3177" fmla="*/ 93120 h 949779"/>
              <a:gd name="connsiteX3178" fmla="*/ 11128937 w 12233785"/>
              <a:gd name="connsiteY3178" fmla="*/ 92873 h 949779"/>
              <a:gd name="connsiteX3179" fmla="*/ 11128366 w 12233785"/>
              <a:gd name="connsiteY3179" fmla="*/ 93110 h 949779"/>
              <a:gd name="connsiteX3180" fmla="*/ 11051484 w 12233785"/>
              <a:gd name="connsiteY3180" fmla="*/ 92513 h 949779"/>
              <a:gd name="connsiteX3181" fmla="*/ 11062113 w 12233785"/>
              <a:gd name="connsiteY3181" fmla="*/ 89612 h 949779"/>
              <a:gd name="connsiteX3182" fmla="*/ 11058074 w 12233785"/>
              <a:gd name="connsiteY3182" fmla="*/ 87681 h 949779"/>
              <a:gd name="connsiteX3183" fmla="*/ 11016995 w 12233785"/>
              <a:gd name="connsiteY3183" fmla="*/ 80833 h 949779"/>
              <a:gd name="connsiteX3184" fmla="*/ 11012577 w 12233785"/>
              <a:gd name="connsiteY3184" fmla="*/ 80099 h 949779"/>
              <a:gd name="connsiteX3185" fmla="*/ 10994909 w 12233785"/>
              <a:gd name="connsiteY3185" fmla="*/ 84991 h 949779"/>
              <a:gd name="connsiteX3186" fmla="*/ 10986516 w 12233785"/>
              <a:gd name="connsiteY3186" fmla="*/ 85970 h 949779"/>
              <a:gd name="connsiteX3187" fmla="*/ 10975726 w 12233785"/>
              <a:gd name="connsiteY3187" fmla="*/ 81295 h 949779"/>
              <a:gd name="connsiteX3188" fmla="*/ 10961654 w 12233785"/>
              <a:gd name="connsiteY3188" fmla="*/ 61562 h 949779"/>
              <a:gd name="connsiteX3189" fmla="*/ 10955407 w 12233785"/>
              <a:gd name="connsiteY3189" fmla="*/ 56833 h 949779"/>
              <a:gd name="connsiteX3190" fmla="*/ 10945185 w 12233785"/>
              <a:gd name="connsiteY3190" fmla="*/ 59442 h 949779"/>
              <a:gd name="connsiteX3191" fmla="*/ 10941462 w 12233785"/>
              <a:gd name="connsiteY3191" fmla="*/ 60068 h 949779"/>
              <a:gd name="connsiteX3192" fmla="*/ 10936476 w 12233785"/>
              <a:gd name="connsiteY3192" fmla="*/ 57404 h 949779"/>
              <a:gd name="connsiteX3193" fmla="*/ 10914959 w 12233785"/>
              <a:gd name="connsiteY3193" fmla="*/ 48923 h 949779"/>
              <a:gd name="connsiteX3194" fmla="*/ 10914517 w 12233785"/>
              <a:gd name="connsiteY3194" fmla="*/ 48923 h 949779"/>
              <a:gd name="connsiteX3195" fmla="*/ 10905745 w 12233785"/>
              <a:gd name="connsiteY3195" fmla="*/ 48923 h 949779"/>
              <a:gd name="connsiteX3196" fmla="*/ 10894261 w 12233785"/>
              <a:gd name="connsiteY3196" fmla="*/ 48923 h 949779"/>
              <a:gd name="connsiteX3197" fmla="*/ 10882336 w 12233785"/>
              <a:gd name="connsiteY3197" fmla="*/ 48923 h 949779"/>
              <a:gd name="connsiteX3198" fmla="*/ 10863089 w 12233785"/>
              <a:gd name="connsiteY3198" fmla="*/ 49033 h 949779"/>
              <a:gd name="connsiteX3199" fmla="*/ 10854381 w 12233785"/>
              <a:gd name="connsiteY3199" fmla="*/ 49114 h 949779"/>
              <a:gd name="connsiteX3200" fmla="*/ 10827185 w 12233785"/>
              <a:gd name="connsiteY3200" fmla="*/ 44684 h 949779"/>
              <a:gd name="connsiteX3201" fmla="*/ 10815637 w 12233785"/>
              <a:gd name="connsiteY3201" fmla="*/ 43678 h 949779"/>
              <a:gd name="connsiteX3202" fmla="*/ 10797021 w 12233785"/>
              <a:gd name="connsiteY3202" fmla="*/ 48271 h 949779"/>
              <a:gd name="connsiteX3203" fmla="*/ 10770644 w 12233785"/>
              <a:gd name="connsiteY3203" fmla="*/ 45417 h 949779"/>
              <a:gd name="connsiteX3204" fmla="*/ 10742817 w 12233785"/>
              <a:gd name="connsiteY3204" fmla="*/ 49848 h 949779"/>
              <a:gd name="connsiteX3205" fmla="*/ 10711393 w 12233785"/>
              <a:gd name="connsiteY3205" fmla="*/ 44711 h 949779"/>
              <a:gd name="connsiteX3206" fmla="*/ 10698961 w 12233785"/>
              <a:gd name="connsiteY3206" fmla="*/ 42863 h 949779"/>
              <a:gd name="connsiteX3207" fmla="*/ 10675929 w 12233785"/>
              <a:gd name="connsiteY3207" fmla="*/ 46423 h 949779"/>
              <a:gd name="connsiteX3208" fmla="*/ 10652266 w 12233785"/>
              <a:gd name="connsiteY3208" fmla="*/ 57105 h 949779"/>
              <a:gd name="connsiteX3209" fmla="*/ 10651445 w 12233785"/>
              <a:gd name="connsiteY3209" fmla="*/ 63220 h 949779"/>
              <a:gd name="connsiteX3210" fmla="*/ 10642989 w 12233785"/>
              <a:gd name="connsiteY3210" fmla="*/ 66944 h 949779"/>
              <a:gd name="connsiteX3211" fmla="*/ 10639267 w 12233785"/>
              <a:gd name="connsiteY3211" fmla="*/ 67161 h 949779"/>
              <a:gd name="connsiteX3212" fmla="*/ 10627972 w 12233785"/>
              <a:gd name="connsiteY3212" fmla="*/ 63275 h 949779"/>
              <a:gd name="connsiteX3213" fmla="*/ 10618885 w 12233785"/>
              <a:gd name="connsiteY3213" fmla="*/ 49060 h 949779"/>
              <a:gd name="connsiteX3214" fmla="*/ 10606517 w 12233785"/>
              <a:gd name="connsiteY3214" fmla="*/ 45091 h 949779"/>
              <a:gd name="connsiteX3215" fmla="*/ 10598692 w 12233785"/>
              <a:gd name="connsiteY3215" fmla="*/ 47021 h 949779"/>
              <a:gd name="connsiteX3216" fmla="*/ 10594402 w 12233785"/>
              <a:gd name="connsiteY3216" fmla="*/ 47972 h 949779"/>
              <a:gd name="connsiteX3217" fmla="*/ 10587208 w 12233785"/>
              <a:gd name="connsiteY3217" fmla="*/ 46342 h 949779"/>
              <a:gd name="connsiteX3218" fmla="*/ 10579636 w 12233785"/>
              <a:gd name="connsiteY3218" fmla="*/ 44711 h 949779"/>
              <a:gd name="connsiteX3219" fmla="*/ 10572884 w 12233785"/>
              <a:gd name="connsiteY3219" fmla="*/ 46559 h 949779"/>
              <a:gd name="connsiteX3220" fmla="*/ 10563040 w 12233785"/>
              <a:gd name="connsiteY3220" fmla="*/ 48951 h 949779"/>
              <a:gd name="connsiteX3221" fmla="*/ 10544551 w 12233785"/>
              <a:gd name="connsiteY3221" fmla="*/ 45037 h 949779"/>
              <a:gd name="connsiteX3222" fmla="*/ 10536663 w 12233785"/>
              <a:gd name="connsiteY3222" fmla="*/ 47646 h 949779"/>
              <a:gd name="connsiteX3223" fmla="*/ 10536663 w 12233785"/>
              <a:gd name="connsiteY3223" fmla="*/ 50636 h 949779"/>
              <a:gd name="connsiteX3224" fmla="*/ 10532436 w 12233785"/>
              <a:gd name="connsiteY3224" fmla="*/ 58980 h 949779"/>
              <a:gd name="connsiteX3225" fmla="*/ 10528145 w 12233785"/>
              <a:gd name="connsiteY3225" fmla="*/ 59496 h 949779"/>
              <a:gd name="connsiteX3226" fmla="*/ 10514073 w 12233785"/>
              <a:gd name="connsiteY3226" fmla="*/ 53490 h 949779"/>
              <a:gd name="connsiteX3227" fmla="*/ 10504419 w 12233785"/>
              <a:gd name="connsiteY3227" fmla="*/ 50908 h 949779"/>
              <a:gd name="connsiteX3228" fmla="*/ 10493187 w 12233785"/>
              <a:gd name="connsiteY3228" fmla="*/ 52865 h 949779"/>
              <a:gd name="connsiteX3229" fmla="*/ 10489401 w 12233785"/>
              <a:gd name="connsiteY3229" fmla="*/ 53327 h 949779"/>
              <a:gd name="connsiteX3230" fmla="*/ 10476149 w 12233785"/>
              <a:gd name="connsiteY3230" fmla="*/ 46505 h 949779"/>
              <a:gd name="connsiteX3231" fmla="*/ 10489211 w 12233785"/>
              <a:gd name="connsiteY3231" fmla="*/ 42699 h 949779"/>
              <a:gd name="connsiteX3232" fmla="*/ 10493754 w 12233785"/>
              <a:gd name="connsiteY3232" fmla="*/ 40634 h 949779"/>
              <a:gd name="connsiteX3233" fmla="*/ 10491925 w 12233785"/>
              <a:gd name="connsiteY3233" fmla="*/ 38759 h 949779"/>
              <a:gd name="connsiteX3234" fmla="*/ 10486624 w 12233785"/>
              <a:gd name="connsiteY3234" fmla="*/ 37318 h 949779"/>
              <a:gd name="connsiteX3235" fmla="*/ 10476907 w 12233785"/>
              <a:gd name="connsiteY3235" fmla="*/ 37644 h 949779"/>
              <a:gd name="connsiteX3236" fmla="*/ 10438856 w 12233785"/>
              <a:gd name="connsiteY3236" fmla="*/ 34138 h 949779"/>
              <a:gd name="connsiteX3237" fmla="*/ 10400743 w 12233785"/>
              <a:gd name="connsiteY3237" fmla="*/ 30632 h 949779"/>
              <a:gd name="connsiteX3238" fmla="*/ 10399606 w 12233785"/>
              <a:gd name="connsiteY3238" fmla="*/ 30632 h 949779"/>
              <a:gd name="connsiteX3239" fmla="*/ 10389321 w 12233785"/>
              <a:gd name="connsiteY3239" fmla="*/ 30659 h 949779"/>
              <a:gd name="connsiteX3240" fmla="*/ 10375817 w 12233785"/>
              <a:gd name="connsiteY3240" fmla="*/ 30632 h 949779"/>
              <a:gd name="connsiteX3241" fmla="*/ 10362313 w 12233785"/>
              <a:gd name="connsiteY3241" fmla="*/ 30604 h 949779"/>
              <a:gd name="connsiteX3242" fmla="*/ 10341806 w 12233785"/>
              <a:gd name="connsiteY3242" fmla="*/ 30768 h 949779"/>
              <a:gd name="connsiteX3243" fmla="*/ 10317890 w 12233785"/>
              <a:gd name="connsiteY3243" fmla="*/ 33540 h 949779"/>
              <a:gd name="connsiteX3244" fmla="*/ 10293090 w 12233785"/>
              <a:gd name="connsiteY3244" fmla="*/ 36829 h 949779"/>
              <a:gd name="connsiteX3245" fmla="*/ 10279903 w 12233785"/>
              <a:gd name="connsiteY3245" fmla="*/ 36448 h 949779"/>
              <a:gd name="connsiteX3246" fmla="*/ 10266651 w 12233785"/>
              <a:gd name="connsiteY3246" fmla="*/ 36068 h 949779"/>
              <a:gd name="connsiteX3247" fmla="*/ 10261855 w 12233785"/>
              <a:gd name="connsiteY3247" fmla="*/ 36149 h 949779"/>
              <a:gd name="connsiteX3248" fmla="*/ 10207399 w 12233785"/>
              <a:gd name="connsiteY3248" fmla="*/ 29572 h 949779"/>
              <a:gd name="connsiteX3249" fmla="*/ 10195094 w 12233785"/>
              <a:gd name="connsiteY3249" fmla="*/ 26283 h 949779"/>
              <a:gd name="connsiteX3250" fmla="*/ 10189351 w 12233785"/>
              <a:gd name="connsiteY3250" fmla="*/ 29599 h 949779"/>
              <a:gd name="connsiteX3251" fmla="*/ 10195725 w 12233785"/>
              <a:gd name="connsiteY3251" fmla="*/ 37481 h 949779"/>
              <a:gd name="connsiteX3252" fmla="*/ 10194399 w 12233785"/>
              <a:gd name="connsiteY3252" fmla="*/ 41884 h 949779"/>
              <a:gd name="connsiteX3253" fmla="*/ 10164742 w 12233785"/>
              <a:gd name="connsiteY3253" fmla="*/ 43080 h 949779"/>
              <a:gd name="connsiteX3254" fmla="*/ 10150292 w 12233785"/>
              <a:gd name="connsiteY3254" fmla="*/ 42319 h 949779"/>
              <a:gd name="connsiteX3255" fmla="*/ 10128079 w 12233785"/>
              <a:gd name="connsiteY3255" fmla="*/ 40498 h 949779"/>
              <a:gd name="connsiteX3256" fmla="*/ 10110978 w 12233785"/>
              <a:gd name="connsiteY3256" fmla="*/ 42373 h 949779"/>
              <a:gd name="connsiteX3257" fmla="*/ 10108013 w 12233785"/>
              <a:gd name="connsiteY3257" fmla="*/ 42699 h 949779"/>
              <a:gd name="connsiteX3258" fmla="*/ 10098800 w 12233785"/>
              <a:gd name="connsiteY3258" fmla="*/ 40933 h 949779"/>
              <a:gd name="connsiteX3259" fmla="*/ 10088326 w 12233785"/>
              <a:gd name="connsiteY3259" fmla="*/ 39166 h 949779"/>
              <a:gd name="connsiteX3260" fmla="*/ 10078292 w 12233785"/>
              <a:gd name="connsiteY3260" fmla="*/ 41259 h 949779"/>
              <a:gd name="connsiteX3261" fmla="*/ 10067376 w 12233785"/>
              <a:gd name="connsiteY3261" fmla="*/ 43108 h 949779"/>
              <a:gd name="connsiteX3262" fmla="*/ 10042766 w 12233785"/>
              <a:gd name="connsiteY3262" fmla="*/ 38677 h 949779"/>
              <a:gd name="connsiteX3263" fmla="*/ 10034121 w 12233785"/>
              <a:gd name="connsiteY3263" fmla="*/ 37726 h 949779"/>
              <a:gd name="connsiteX3264" fmla="*/ 10025476 w 12233785"/>
              <a:gd name="connsiteY3264" fmla="*/ 38759 h 949779"/>
              <a:gd name="connsiteX3265" fmla="*/ 9988750 w 12233785"/>
              <a:gd name="connsiteY3265" fmla="*/ 42645 h 949779"/>
              <a:gd name="connsiteX3266" fmla="*/ 9980610 w 12233785"/>
              <a:gd name="connsiteY3266" fmla="*/ 42836 h 949779"/>
              <a:gd name="connsiteX3267" fmla="*/ 9941109 w 12233785"/>
              <a:gd name="connsiteY3267" fmla="*/ 27914 h 949779"/>
              <a:gd name="connsiteX3268" fmla="*/ 9937259 w 12233785"/>
              <a:gd name="connsiteY3268" fmla="*/ 25467 h 949779"/>
              <a:gd name="connsiteX3269" fmla="*/ 9931454 w 12233785"/>
              <a:gd name="connsiteY3269" fmla="*/ 30143 h 949779"/>
              <a:gd name="connsiteX3270" fmla="*/ 9935935 w 12233785"/>
              <a:gd name="connsiteY3270" fmla="*/ 41830 h 949779"/>
              <a:gd name="connsiteX3271" fmla="*/ 9940288 w 12233785"/>
              <a:gd name="connsiteY3271" fmla="*/ 46668 h 949779"/>
              <a:gd name="connsiteX3272" fmla="*/ 9932401 w 12233785"/>
              <a:gd name="connsiteY3272" fmla="*/ 48543 h 949779"/>
              <a:gd name="connsiteX3273" fmla="*/ 9922999 w 12233785"/>
              <a:gd name="connsiteY3273" fmla="*/ 47428 h 949779"/>
              <a:gd name="connsiteX3274" fmla="*/ 9899904 w 12233785"/>
              <a:gd name="connsiteY3274" fmla="*/ 43216 h 949779"/>
              <a:gd name="connsiteX3275" fmla="*/ 9826137 w 12233785"/>
              <a:gd name="connsiteY3275" fmla="*/ 37318 h 949779"/>
              <a:gd name="connsiteX3276" fmla="*/ 9813769 w 12233785"/>
              <a:gd name="connsiteY3276" fmla="*/ 36041 h 949779"/>
              <a:gd name="connsiteX3277" fmla="*/ 9789349 w 12233785"/>
              <a:gd name="connsiteY3277" fmla="*/ 37019 h 949779"/>
              <a:gd name="connsiteX3278" fmla="*/ 9778370 w 12233785"/>
              <a:gd name="connsiteY3278" fmla="*/ 42672 h 949779"/>
              <a:gd name="connsiteX3279" fmla="*/ 9757862 w 12233785"/>
              <a:gd name="connsiteY3279" fmla="*/ 42890 h 949779"/>
              <a:gd name="connsiteX3280" fmla="*/ 9750920 w 12233785"/>
              <a:gd name="connsiteY3280" fmla="*/ 42890 h 949779"/>
              <a:gd name="connsiteX3281" fmla="*/ 9743790 w 12233785"/>
              <a:gd name="connsiteY3281" fmla="*/ 42890 h 949779"/>
              <a:gd name="connsiteX3282" fmla="*/ 9727004 w 12233785"/>
              <a:gd name="connsiteY3282" fmla="*/ 43025 h 949779"/>
              <a:gd name="connsiteX3283" fmla="*/ 9665228 w 12233785"/>
              <a:gd name="connsiteY3283" fmla="*/ 47428 h 949779"/>
              <a:gd name="connsiteX3284" fmla="*/ 9640303 w 12233785"/>
              <a:gd name="connsiteY3284" fmla="*/ 49848 h 949779"/>
              <a:gd name="connsiteX3285" fmla="*/ 9598718 w 12233785"/>
              <a:gd name="connsiteY3285" fmla="*/ 43189 h 949779"/>
              <a:gd name="connsiteX3286" fmla="*/ 9576760 w 12233785"/>
              <a:gd name="connsiteY3286" fmla="*/ 38433 h 949779"/>
              <a:gd name="connsiteX3287" fmla="*/ 9560290 w 12233785"/>
              <a:gd name="connsiteY3287" fmla="*/ 42672 h 949779"/>
              <a:gd name="connsiteX3288" fmla="*/ 9553033 w 12233785"/>
              <a:gd name="connsiteY3288" fmla="*/ 43596 h 949779"/>
              <a:gd name="connsiteX3289" fmla="*/ 9536626 w 12233785"/>
              <a:gd name="connsiteY3289" fmla="*/ 41368 h 949779"/>
              <a:gd name="connsiteX3290" fmla="*/ 9519210 w 12233785"/>
              <a:gd name="connsiteY3290" fmla="*/ 37399 h 949779"/>
              <a:gd name="connsiteX3291" fmla="*/ 9494159 w 12233785"/>
              <a:gd name="connsiteY3291" fmla="*/ 45200 h 949779"/>
              <a:gd name="connsiteX3292" fmla="*/ 9486020 w 12233785"/>
              <a:gd name="connsiteY3292" fmla="*/ 47510 h 949779"/>
              <a:gd name="connsiteX3293" fmla="*/ 9479015 w 12233785"/>
              <a:gd name="connsiteY3293" fmla="*/ 42020 h 949779"/>
              <a:gd name="connsiteX3294" fmla="*/ 9472073 w 12233785"/>
              <a:gd name="connsiteY3294" fmla="*/ 37644 h 949779"/>
              <a:gd name="connsiteX3295" fmla="*/ 9471947 w 12233785"/>
              <a:gd name="connsiteY3295" fmla="*/ 37644 h 949779"/>
              <a:gd name="connsiteX3296" fmla="*/ 9466647 w 12233785"/>
              <a:gd name="connsiteY3296" fmla="*/ 37808 h 949779"/>
              <a:gd name="connsiteX3297" fmla="*/ 9433897 w 12233785"/>
              <a:gd name="connsiteY3297" fmla="*/ 25413 h 949779"/>
              <a:gd name="connsiteX3298" fmla="*/ 9411685 w 12233785"/>
              <a:gd name="connsiteY3298" fmla="*/ 20113 h 949779"/>
              <a:gd name="connsiteX3299" fmla="*/ 9394143 w 12233785"/>
              <a:gd name="connsiteY3299" fmla="*/ 18075 h 949779"/>
              <a:gd name="connsiteX3300" fmla="*/ 9371553 w 12233785"/>
              <a:gd name="connsiteY3300" fmla="*/ 23212 h 949779"/>
              <a:gd name="connsiteX3301" fmla="*/ 9356850 w 12233785"/>
              <a:gd name="connsiteY3301" fmla="*/ 28267 h 949779"/>
              <a:gd name="connsiteX3302" fmla="*/ 9338992 w 12233785"/>
              <a:gd name="connsiteY3302" fmla="*/ 20792 h 949779"/>
              <a:gd name="connsiteX3303" fmla="*/ 9337478 w 12233785"/>
              <a:gd name="connsiteY3303" fmla="*/ 18211 h 949779"/>
              <a:gd name="connsiteX3304" fmla="*/ 9305043 w 12233785"/>
              <a:gd name="connsiteY3304" fmla="*/ 10763 h 949779"/>
              <a:gd name="connsiteX3305" fmla="*/ 9282768 w 12233785"/>
              <a:gd name="connsiteY3305" fmla="*/ 6523 h 949779"/>
              <a:gd name="connsiteX3306" fmla="*/ 9273429 w 12233785"/>
              <a:gd name="connsiteY3306" fmla="*/ 19596 h 949779"/>
              <a:gd name="connsiteX3307" fmla="*/ 9272799 w 12233785"/>
              <a:gd name="connsiteY3307" fmla="*/ 25740 h 949779"/>
              <a:gd name="connsiteX3308" fmla="*/ 9269453 w 12233785"/>
              <a:gd name="connsiteY3308" fmla="*/ 28158 h 949779"/>
              <a:gd name="connsiteX3309" fmla="*/ 9259610 w 12233785"/>
              <a:gd name="connsiteY3309" fmla="*/ 26392 h 949779"/>
              <a:gd name="connsiteX3310" fmla="*/ 9247621 w 12233785"/>
              <a:gd name="connsiteY3310" fmla="*/ 15982 h 949779"/>
              <a:gd name="connsiteX3311" fmla="*/ 9241626 w 12233785"/>
              <a:gd name="connsiteY3311" fmla="*/ 1848 h 949779"/>
              <a:gd name="connsiteX3312" fmla="*/ 9220235 w 12233785"/>
              <a:gd name="connsiteY3312" fmla="*/ 0 h 949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Lst>
            <a:rect l="l" t="t" r="r" b="b"/>
            <a:pathLst>
              <a:path w="12233785" h="949779">
                <a:moveTo>
                  <a:pt x="2679583" y="937793"/>
                </a:moveTo>
                <a:lnTo>
                  <a:pt x="2679646" y="937821"/>
                </a:lnTo>
                <a:cubicBezTo>
                  <a:pt x="2685577" y="937821"/>
                  <a:pt x="2690248" y="940022"/>
                  <a:pt x="2687407" y="941517"/>
                </a:cubicBezTo>
                <a:cubicBezTo>
                  <a:pt x="2685325" y="942577"/>
                  <a:pt x="2681413" y="943419"/>
                  <a:pt x="2678321" y="943419"/>
                </a:cubicBezTo>
                <a:cubicBezTo>
                  <a:pt x="2678068" y="943419"/>
                  <a:pt x="2677753" y="943419"/>
                  <a:pt x="2677501" y="943419"/>
                </a:cubicBezTo>
                <a:lnTo>
                  <a:pt x="2672957" y="942305"/>
                </a:lnTo>
                <a:lnTo>
                  <a:pt x="2668540" y="940565"/>
                </a:lnTo>
                <a:cubicBezTo>
                  <a:pt x="2671505" y="939642"/>
                  <a:pt x="2674219" y="938228"/>
                  <a:pt x="2677374" y="937902"/>
                </a:cubicBezTo>
                <a:cubicBezTo>
                  <a:pt x="2678132" y="937821"/>
                  <a:pt x="2678889" y="937793"/>
                  <a:pt x="2679583" y="937793"/>
                </a:cubicBezTo>
                <a:close/>
                <a:moveTo>
                  <a:pt x="3805318" y="937793"/>
                </a:moveTo>
                <a:lnTo>
                  <a:pt x="3805381" y="937821"/>
                </a:lnTo>
                <a:cubicBezTo>
                  <a:pt x="3811312" y="937821"/>
                  <a:pt x="3815982" y="940022"/>
                  <a:pt x="3813142" y="941517"/>
                </a:cubicBezTo>
                <a:cubicBezTo>
                  <a:pt x="3811060" y="942577"/>
                  <a:pt x="3807148" y="943419"/>
                  <a:pt x="3804056" y="943419"/>
                </a:cubicBezTo>
                <a:cubicBezTo>
                  <a:pt x="3803803" y="943419"/>
                  <a:pt x="3803488" y="943419"/>
                  <a:pt x="3803236" y="943419"/>
                </a:cubicBezTo>
                <a:lnTo>
                  <a:pt x="3798692" y="942305"/>
                </a:lnTo>
                <a:lnTo>
                  <a:pt x="3794275" y="940565"/>
                </a:lnTo>
                <a:cubicBezTo>
                  <a:pt x="3797240" y="939642"/>
                  <a:pt x="3799954" y="938228"/>
                  <a:pt x="3803109" y="937902"/>
                </a:cubicBezTo>
                <a:cubicBezTo>
                  <a:pt x="3803867" y="937821"/>
                  <a:pt x="3804624" y="937793"/>
                  <a:pt x="3805318" y="937793"/>
                </a:cubicBezTo>
                <a:close/>
                <a:moveTo>
                  <a:pt x="6685525" y="937793"/>
                </a:moveTo>
                <a:lnTo>
                  <a:pt x="6685588" y="937821"/>
                </a:lnTo>
                <a:cubicBezTo>
                  <a:pt x="6691519" y="937821"/>
                  <a:pt x="6696190" y="940022"/>
                  <a:pt x="6693349" y="941517"/>
                </a:cubicBezTo>
                <a:cubicBezTo>
                  <a:pt x="6691267" y="942577"/>
                  <a:pt x="6687355" y="943419"/>
                  <a:pt x="6684263" y="943419"/>
                </a:cubicBezTo>
                <a:cubicBezTo>
                  <a:pt x="6684010" y="943419"/>
                  <a:pt x="6683695" y="943419"/>
                  <a:pt x="6683443" y="943419"/>
                </a:cubicBezTo>
                <a:lnTo>
                  <a:pt x="6678899" y="942305"/>
                </a:lnTo>
                <a:lnTo>
                  <a:pt x="6674482" y="940565"/>
                </a:lnTo>
                <a:cubicBezTo>
                  <a:pt x="6677447" y="939642"/>
                  <a:pt x="6680161" y="938228"/>
                  <a:pt x="6683316" y="937902"/>
                </a:cubicBezTo>
                <a:cubicBezTo>
                  <a:pt x="6684074" y="937821"/>
                  <a:pt x="6684831" y="937793"/>
                  <a:pt x="6685525" y="937793"/>
                </a:cubicBezTo>
                <a:close/>
                <a:moveTo>
                  <a:pt x="9152953" y="937793"/>
                </a:moveTo>
                <a:lnTo>
                  <a:pt x="9153017" y="937821"/>
                </a:lnTo>
                <a:cubicBezTo>
                  <a:pt x="9158948" y="937821"/>
                  <a:pt x="9163618" y="940022"/>
                  <a:pt x="9160778" y="941517"/>
                </a:cubicBezTo>
                <a:cubicBezTo>
                  <a:pt x="9158696" y="942577"/>
                  <a:pt x="9154784" y="943419"/>
                  <a:pt x="9151691" y="943419"/>
                </a:cubicBezTo>
                <a:cubicBezTo>
                  <a:pt x="9151438" y="943419"/>
                  <a:pt x="9151123" y="943419"/>
                  <a:pt x="9150871" y="943419"/>
                </a:cubicBezTo>
                <a:lnTo>
                  <a:pt x="9146328" y="942305"/>
                </a:lnTo>
                <a:lnTo>
                  <a:pt x="9141910" y="940565"/>
                </a:lnTo>
                <a:cubicBezTo>
                  <a:pt x="9144876" y="939642"/>
                  <a:pt x="9147589" y="938228"/>
                  <a:pt x="9150745" y="937902"/>
                </a:cubicBezTo>
                <a:cubicBezTo>
                  <a:pt x="9151503" y="937821"/>
                  <a:pt x="9152259" y="937793"/>
                  <a:pt x="9152953" y="937793"/>
                </a:cubicBezTo>
                <a:close/>
                <a:moveTo>
                  <a:pt x="2620141" y="927111"/>
                </a:moveTo>
                <a:cubicBezTo>
                  <a:pt x="2625000" y="927111"/>
                  <a:pt x="2635411" y="931134"/>
                  <a:pt x="2636043" y="933445"/>
                </a:cubicBezTo>
                <a:lnTo>
                  <a:pt x="2635538" y="935592"/>
                </a:lnTo>
                <a:cubicBezTo>
                  <a:pt x="2626325" y="937304"/>
                  <a:pt x="2617112" y="938120"/>
                  <a:pt x="2607837" y="938120"/>
                </a:cubicBezTo>
                <a:cubicBezTo>
                  <a:pt x="2599191" y="938120"/>
                  <a:pt x="2590547" y="937412"/>
                  <a:pt x="2581838" y="936054"/>
                </a:cubicBezTo>
                <a:lnTo>
                  <a:pt x="2580071" y="935293"/>
                </a:lnTo>
                <a:lnTo>
                  <a:pt x="2578558" y="934233"/>
                </a:lnTo>
                <a:lnTo>
                  <a:pt x="2581018" y="933254"/>
                </a:lnTo>
                <a:lnTo>
                  <a:pt x="2583605" y="932493"/>
                </a:lnTo>
                <a:cubicBezTo>
                  <a:pt x="2595027" y="930617"/>
                  <a:pt x="2608278" y="931950"/>
                  <a:pt x="2618500" y="927410"/>
                </a:cubicBezTo>
                <a:cubicBezTo>
                  <a:pt x="2618942" y="927220"/>
                  <a:pt x="2619510" y="927139"/>
                  <a:pt x="2620204" y="927139"/>
                </a:cubicBezTo>
                <a:close/>
                <a:moveTo>
                  <a:pt x="3745876" y="927111"/>
                </a:moveTo>
                <a:cubicBezTo>
                  <a:pt x="3750735" y="927111"/>
                  <a:pt x="3761146" y="931134"/>
                  <a:pt x="3761778" y="933445"/>
                </a:cubicBezTo>
                <a:lnTo>
                  <a:pt x="3761273" y="935592"/>
                </a:lnTo>
                <a:cubicBezTo>
                  <a:pt x="3752060" y="937304"/>
                  <a:pt x="3742847" y="938120"/>
                  <a:pt x="3733572" y="938120"/>
                </a:cubicBezTo>
                <a:cubicBezTo>
                  <a:pt x="3724926" y="938120"/>
                  <a:pt x="3716282" y="937412"/>
                  <a:pt x="3707573" y="936054"/>
                </a:cubicBezTo>
                <a:lnTo>
                  <a:pt x="3705806" y="935293"/>
                </a:lnTo>
                <a:lnTo>
                  <a:pt x="3704292" y="934233"/>
                </a:lnTo>
                <a:lnTo>
                  <a:pt x="3706753" y="933254"/>
                </a:lnTo>
                <a:lnTo>
                  <a:pt x="3709340" y="932493"/>
                </a:lnTo>
                <a:cubicBezTo>
                  <a:pt x="3720762" y="930617"/>
                  <a:pt x="3734014" y="931950"/>
                  <a:pt x="3744235" y="927410"/>
                </a:cubicBezTo>
                <a:cubicBezTo>
                  <a:pt x="3744677" y="927220"/>
                  <a:pt x="3745245" y="927139"/>
                  <a:pt x="3745939" y="927139"/>
                </a:cubicBezTo>
                <a:close/>
                <a:moveTo>
                  <a:pt x="6626083" y="927111"/>
                </a:moveTo>
                <a:cubicBezTo>
                  <a:pt x="6630942" y="927111"/>
                  <a:pt x="6641353" y="931134"/>
                  <a:pt x="6641985" y="933445"/>
                </a:cubicBezTo>
                <a:lnTo>
                  <a:pt x="6641480" y="935592"/>
                </a:lnTo>
                <a:cubicBezTo>
                  <a:pt x="6632267" y="937304"/>
                  <a:pt x="6623054" y="938120"/>
                  <a:pt x="6613779" y="938120"/>
                </a:cubicBezTo>
                <a:cubicBezTo>
                  <a:pt x="6605133" y="938120"/>
                  <a:pt x="6596489" y="937412"/>
                  <a:pt x="6587780" y="936054"/>
                </a:cubicBezTo>
                <a:lnTo>
                  <a:pt x="6586013" y="935293"/>
                </a:lnTo>
                <a:lnTo>
                  <a:pt x="6584500" y="934233"/>
                </a:lnTo>
                <a:lnTo>
                  <a:pt x="6586960" y="933254"/>
                </a:lnTo>
                <a:lnTo>
                  <a:pt x="6589547" y="932493"/>
                </a:lnTo>
                <a:cubicBezTo>
                  <a:pt x="6600969" y="930617"/>
                  <a:pt x="6614221" y="931950"/>
                  <a:pt x="6624442" y="927410"/>
                </a:cubicBezTo>
                <a:cubicBezTo>
                  <a:pt x="6624884" y="927220"/>
                  <a:pt x="6625452" y="927139"/>
                  <a:pt x="6626146" y="927139"/>
                </a:cubicBezTo>
                <a:close/>
                <a:moveTo>
                  <a:pt x="9093512" y="927111"/>
                </a:moveTo>
                <a:cubicBezTo>
                  <a:pt x="9098370" y="927111"/>
                  <a:pt x="9108782" y="931134"/>
                  <a:pt x="9109413" y="933445"/>
                </a:cubicBezTo>
                <a:lnTo>
                  <a:pt x="9108908" y="935592"/>
                </a:lnTo>
                <a:cubicBezTo>
                  <a:pt x="9099695" y="937304"/>
                  <a:pt x="9090482" y="938120"/>
                  <a:pt x="9081207" y="938120"/>
                </a:cubicBezTo>
                <a:cubicBezTo>
                  <a:pt x="9072562" y="938120"/>
                  <a:pt x="9063918" y="937412"/>
                  <a:pt x="9055209" y="936054"/>
                </a:cubicBezTo>
                <a:lnTo>
                  <a:pt x="9053442" y="935293"/>
                </a:lnTo>
                <a:lnTo>
                  <a:pt x="9051928" y="934233"/>
                </a:lnTo>
                <a:lnTo>
                  <a:pt x="9054389" y="933254"/>
                </a:lnTo>
                <a:lnTo>
                  <a:pt x="9056976" y="932493"/>
                </a:lnTo>
                <a:cubicBezTo>
                  <a:pt x="9068397" y="930617"/>
                  <a:pt x="9081649" y="931950"/>
                  <a:pt x="9091871" y="927410"/>
                </a:cubicBezTo>
                <a:cubicBezTo>
                  <a:pt x="9092312" y="927220"/>
                  <a:pt x="9092881" y="927139"/>
                  <a:pt x="9093574" y="927139"/>
                </a:cubicBezTo>
                <a:close/>
                <a:moveTo>
                  <a:pt x="4058924" y="902880"/>
                </a:moveTo>
                <a:lnTo>
                  <a:pt x="4059492" y="902976"/>
                </a:lnTo>
                <a:lnTo>
                  <a:pt x="4051856" y="905993"/>
                </a:lnTo>
                <a:cubicBezTo>
                  <a:pt x="4051856" y="905993"/>
                  <a:pt x="4051604" y="905993"/>
                  <a:pt x="4051478" y="905993"/>
                </a:cubicBezTo>
                <a:cubicBezTo>
                  <a:pt x="4048134" y="905993"/>
                  <a:pt x="4044600" y="904770"/>
                  <a:pt x="4040751" y="904009"/>
                </a:cubicBezTo>
                <a:lnTo>
                  <a:pt x="4042591" y="903344"/>
                </a:lnTo>
                <a:lnTo>
                  <a:pt x="4048892" y="905069"/>
                </a:lnTo>
                <a:cubicBezTo>
                  <a:pt x="4051604" y="905069"/>
                  <a:pt x="4054066" y="904253"/>
                  <a:pt x="4056463" y="903438"/>
                </a:cubicBezTo>
                <a:close/>
                <a:moveTo>
                  <a:pt x="2813738" y="901888"/>
                </a:moveTo>
                <a:lnTo>
                  <a:pt x="2813714" y="901897"/>
                </a:lnTo>
                <a:lnTo>
                  <a:pt x="2817650" y="902704"/>
                </a:lnTo>
                <a:lnTo>
                  <a:pt x="2813486" y="905150"/>
                </a:lnTo>
                <a:lnTo>
                  <a:pt x="2809509" y="903438"/>
                </a:lnTo>
                <a:lnTo>
                  <a:pt x="2813714" y="901897"/>
                </a:lnTo>
                <a:lnTo>
                  <a:pt x="2813674" y="901888"/>
                </a:lnTo>
                <a:close/>
                <a:moveTo>
                  <a:pt x="6819680" y="901888"/>
                </a:moveTo>
                <a:lnTo>
                  <a:pt x="6819657" y="901897"/>
                </a:lnTo>
                <a:lnTo>
                  <a:pt x="6823592" y="902704"/>
                </a:lnTo>
                <a:lnTo>
                  <a:pt x="6819427" y="905150"/>
                </a:lnTo>
                <a:lnTo>
                  <a:pt x="6815451" y="903438"/>
                </a:lnTo>
                <a:lnTo>
                  <a:pt x="6819657" y="901897"/>
                </a:lnTo>
                <a:lnTo>
                  <a:pt x="6819616" y="901888"/>
                </a:lnTo>
                <a:close/>
                <a:moveTo>
                  <a:pt x="9287108" y="901888"/>
                </a:moveTo>
                <a:lnTo>
                  <a:pt x="9287085" y="901897"/>
                </a:lnTo>
                <a:lnTo>
                  <a:pt x="9291020" y="902704"/>
                </a:lnTo>
                <a:lnTo>
                  <a:pt x="9286856" y="905150"/>
                </a:lnTo>
                <a:lnTo>
                  <a:pt x="9282880" y="903438"/>
                </a:lnTo>
                <a:lnTo>
                  <a:pt x="9287085" y="901897"/>
                </a:lnTo>
                <a:lnTo>
                  <a:pt x="9287045" y="901888"/>
                </a:lnTo>
                <a:close/>
                <a:moveTo>
                  <a:pt x="2923092" y="901182"/>
                </a:moveTo>
                <a:cubicBezTo>
                  <a:pt x="2926563" y="901182"/>
                  <a:pt x="2930160" y="902351"/>
                  <a:pt x="2933757" y="902976"/>
                </a:cubicBezTo>
                <a:lnTo>
                  <a:pt x="2926121" y="905993"/>
                </a:lnTo>
                <a:cubicBezTo>
                  <a:pt x="2926121" y="905993"/>
                  <a:pt x="2925869" y="905993"/>
                  <a:pt x="2925743" y="905993"/>
                </a:cubicBezTo>
                <a:cubicBezTo>
                  <a:pt x="2922399" y="905993"/>
                  <a:pt x="2918865" y="904770"/>
                  <a:pt x="2915016" y="904009"/>
                </a:cubicBezTo>
                <a:lnTo>
                  <a:pt x="2922840" y="901182"/>
                </a:lnTo>
                <a:close/>
                <a:moveTo>
                  <a:pt x="6929034" y="901182"/>
                </a:moveTo>
                <a:cubicBezTo>
                  <a:pt x="6932505" y="901182"/>
                  <a:pt x="6936102" y="902351"/>
                  <a:pt x="6939699" y="902976"/>
                </a:cubicBezTo>
                <a:lnTo>
                  <a:pt x="6932063" y="905993"/>
                </a:lnTo>
                <a:cubicBezTo>
                  <a:pt x="6932063" y="905993"/>
                  <a:pt x="6931811" y="905993"/>
                  <a:pt x="6931685" y="905993"/>
                </a:cubicBezTo>
                <a:cubicBezTo>
                  <a:pt x="6928341" y="905993"/>
                  <a:pt x="6924807" y="904770"/>
                  <a:pt x="6920958" y="904009"/>
                </a:cubicBezTo>
                <a:lnTo>
                  <a:pt x="6928783" y="901182"/>
                </a:lnTo>
                <a:close/>
                <a:moveTo>
                  <a:pt x="9396463" y="901182"/>
                </a:moveTo>
                <a:cubicBezTo>
                  <a:pt x="9399933" y="901182"/>
                  <a:pt x="9403531" y="902351"/>
                  <a:pt x="9407127" y="902976"/>
                </a:cubicBezTo>
                <a:lnTo>
                  <a:pt x="9399492" y="905993"/>
                </a:lnTo>
                <a:cubicBezTo>
                  <a:pt x="9399492" y="905993"/>
                  <a:pt x="9399240" y="905993"/>
                  <a:pt x="9399113" y="905993"/>
                </a:cubicBezTo>
                <a:cubicBezTo>
                  <a:pt x="9395769" y="905993"/>
                  <a:pt x="9392236" y="904770"/>
                  <a:pt x="9388387" y="904009"/>
                </a:cubicBezTo>
                <a:lnTo>
                  <a:pt x="9396211" y="901182"/>
                </a:lnTo>
                <a:close/>
                <a:moveTo>
                  <a:pt x="1881219" y="900176"/>
                </a:moveTo>
                <a:lnTo>
                  <a:pt x="1881219" y="900204"/>
                </a:lnTo>
                <a:lnTo>
                  <a:pt x="1881210" y="900204"/>
                </a:lnTo>
                <a:lnTo>
                  <a:pt x="1881030" y="900720"/>
                </a:lnTo>
                <a:lnTo>
                  <a:pt x="1879957" y="900204"/>
                </a:lnTo>
                <a:lnTo>
                  <a:pt x="1881210" y="900204"/>
                </a:lnTo>
                <a:close/>
                <a:moveTo>
                  <a:pt x="5887161" y="900176"/>
                </a:moveTo>
                <a:lnTo>
                  <a:pt x="5887161" y="900204"/>
                </a:lnTo>
                <a:lnTo>
                  <a:pt x="5887152" y="900204"/>
                </a:lnTo>
                <a:lnTo>
                  <a:pt x="5886973" y="900720"/>
                </a:lnTo>
                <a:lnTo>
                  <a:pt x="5885899" y="900204"/>
                </a:lnTo>
                <a:lnTo>
                  <a:pt x="5887152" y="900204"/>
                </a:lnTo>
                <a:close/>
                <a:moveTo>
                  <a:pt x="2441562" y="895637"/>
                </a:moveTo>
                <a:lnTo>
                  <a:pt x="2441562" y="895664"/>
                </a:lnTo>
                <a:lnTo>
                  <a:pt x="2445791" y="897568"/>
                </a:lnTo>
                <a:lnTo>
                  <a:pt x="2441058" y="899388"/>
                </a:lnTo>
                <a:lnTo>
                  <a:pt x="2436830" y="897269"/>
                </a:lnTo>
                <a:close/>
                <a:moveTo>
                  <a:pt x="6447505" y="895637"/>
                </a:moveTo>
                <a:lnTo>
                  <a:pt x="6447505" y="895664"/>
                </a:lnTo>
                <a:lnTo>
                  <a:pt x="6451733" y="897568"/>
                </a:lnTo>
                <a:lnTo>
                  <a:pt x="6447000" y="899388"/>
                </a:lnTo>
                <a:lnTo>
                  <a:pt x="6442772" y="897269"/>
                </a:lnTo>
                <a:close/>
                <a:moveTo>
                  <a:pt x="8914933" y="895637"/>
                </a:moveTo>
                <a:lnTo>
                  <a:pt x="8914933" y="895664"/>
                </a:lnTo>
                <a:lnTo>
                  <a:pt x="8919161" y="897568"/>
                </a:lnTo>
                <a:lnTo>
                  <a:pt x="8914428" y="899388"/>
                </a:lnTo>
                <a:lnTo>
                  <a:pt x="8910201" y="897269"/>
                </a:lnTo>
                <a:close/>
                <a:moveTo>
                  <a:pt x="2719716" y="894468"/>
                </a:moveTo>
                <a:lnTo>
                  <a:pt x="2721392" y="894967"/>
                </a:lnTo>
                <a:lnTo>
                  <a:pt x="2711196" y="897485"/>
                </a:lnTo>
                <a:lnTo>
                  <a:pt x="2721400" y="899269"/>
                </a:lnTo>
                <a:lnTo>
                  <a:pt x="2716372" y="900122"/>
                </a:lnTo>
                <a:lnTo>
                  <a:pt x="2707158" y="897377"/>
                </a:lnTo>
                <a:lnTo>
                  <a:pt x="2711576" y="895556"/>
                </a:lnTo>
                <a:cubicBezTo>
                  <a:pt x="2714289" y="895039"/>
                  <a:pt x="2717128" y="894496"/>
                  <a:pt x="2719779" y="894496"/>
                </a:cubicBezTo>
                <a:close/>
                <a:moveTo>
                  <a:pt x="6725657" y="894468"/>
                </a:moveTo>
                <a:cubicBezTo>
                  <a:pt x="6728181" y="894468"/>
                  <a:pt x="6730580" y="894985"/>
                  <a:pt x="6732598" y="896534"/>
                </a:cubicBezTo>
                <a:lnTo>
                  <a:pt x="6732725" y="898355"/>
                </a:lnTo>
                <a:cubicBezTo>
                  <a:pt x="6729381" y="899062"/>
                  <a:pt x="6725784" y="899551"/>
                  <a:pt x="6722314" y="900122"/>
                </a:cubicBezTo>
                <a:lnTo>
                  <a:pt x="6713101" y="897377"/>
                </a:lnTo>
                <a:lnTo>
                  <a:pt x="6717518" y="895556"/>
                </a:lnTo>
                <a:cubicBezTo>
                  <a:pt x="6720231" y="895039"/>
                  <a:pt x="6723070" y="894496"/>
                  <a:pt x="6725721" y="894496"/>
                </a:cubicBezTo>
                <a:close/>
                <a:moveTo>
                  <a:pt x="9193086" y="894468"/>
                </a:moveTo>
                <a:cubicBezTo>
                  <a:pt x="9195610" y="894468"/>
                  <a:pt x="9198008" y="894985"/>
                  <a:pt x="9200027" y="896534"/>
                </a:cubicBezTo>
                <a:lnTo>
                  <a:pt x="9200154" y="898355"/>
                </a:lnTo>
                <a:cubicBezTo>
                  <a:pt x="9196810" y="899062"/>
                  <a:pt x="9193212" y="899551"/>
                  <a:pt x="9189742" y="900122"/>
                </a:cubicBezTo>
                <a:lnTo>
                  <a:pt x="9180529" y="897377"/>
                </a:lnTo>
                <a:lnTo>
                  <a:pt x="9184946" y="895556"/>
                </a:lnTo>
                <a:cubicBezTo>
                  <a:pt x="9187660" y="895039"/>
                  <a:pt x="9190499" y="894496"/>
                  <a:pt x="9193149" y="894496"/>
                </a:cubicBezTo>
                <a:close/>
                <a:moveTo>
                  <a:pt x="1893462" y="894197"/>
                </a:moveTo>
                <a:cubicBezTo>
                  <a:pt x="1895291" y="894197"/>
                  <a:pt x="1897248" y="894279"/>
                  <a:pt x="1899204" y="894387"/>
                </a:cubicBezTo>
                <a:cubicBezTo>
                  <a:pt x="1901160" y="894468"/>
                  <a:pt x="1903116" y="894550"/>
                  <a:pt x="1905009" y="894550"/>
                </a:cubicBezTo>
                <a:lnTo>
                  <a:pt x="1905577" y="894550"/>
                </a:lnTo>
                <a:cubicBezTo>
                  <a:pt x="1904315" y="899551"/>
                  <a:pt x="1898635" y="900366"/>
                  <a:pt x="1892200" y="900366"/>
                </a:cubicBezTo>
                <a:cubicBezTo>
                  <a:pt x="1890622" y="900366"/>
                  <a:pt x="1888981" y="900312"/>
                  <a:pt x="1887278" y="900258"/>
                </a:cubicBezTo>
                <a:cubicBezTo>
                  <a:pt x="1885636" y="900204"/>
                  <a:pt x="1884059" y="900176"/>
                  <a:pt x="1882481" y="900176"/>
                </a:cubicBezTo>
                <a:cubicBezTo>
                  <a:pt x="1882104" y="900176"/>
                  <a:pt x="1881661" y="900176"/>
                  <a:pt x="1881283" y="900176"/>
                </a:cubicBezTo>
                <a:cubicBezTo>
                  <a:pt x="1882166" y="895148"/>
                  <a:pt x="1887341" y="894197"/>
                  <a:pt x="1893462" y="894197"/>
                </a:cubicBezTo>
                <a:close/>
                <a:moveTo>
                  <a:pt x="5899404" y="894197"/>
                </a:moveTo>
                <a:cubicBezTo>
                  <a:pt x="5901233" y="894197"/>
                  <a:pt x="5903190" y="894279"/>
                  <a:pt x="5905146" y="894387"/>
                </a:cubicBezTo>
                <a:cubicBezTo>
                  <a:pt x="5907102" y="894468"/>
                  <a:pt x="5909058" y="894550"/>
                  <a:pt x="5910951" y="894550"/>
                </a:cubicBezTo>
                <a:lnTo>
                  <a:pt x="5911519" y="894550"/>
                </a:lnTo>
                <a:cubicBezTo>
                  <a:pt x="5910257" y="899551"/>
                  <a:pt x="5904577" y="900366"/>
                  <a:pt x="5898142" y="900366"/>
                </a:cubicBezTo>
                <a:cubicBezTo>
                  <a:pt x="5896564" y="900366"/>
                  <a:pt x="5894924" y="900312"/>
                  <a:pt x="5893220" y="900258"/>
                </a:cubicBezTo>
                <a:cubicBezTo>
                  <a:pt x="5891578" y="900204"/>
                  <a:pt x="5890001" y="900176"/>
                  <a:pt x="5888423" y="900176"/>
                </a:cubicBezTo>
                <a:cubicBezTo>
                  <a:pt x="5888046" y="900176"/>
                  <a:pt x="5887603" y="900176"/>
                  <a:pt x="5887226" y="900176"/>
                </a:cubicBezTo>
                <a:cubicBezTo>
                  <a:pt x="5888108" y="895148"/>
                  <a:pt x="5893283" y="894197"/>
                  <a:pt x="5899404" y="894197"/>
                </a:cubicBezTo>
                <a:close/>
                <a:moveTo>
                  <a:pt x="2345081" y="888353"/>
                </a:moveTo>
                <a:cubicBezTo>
                  <a:pt x="2355555" y="888788"/>
                  <a:pt x="2366157" y="888897"/>
                  <a:pt x="2376442" y="889848"/>
                </a:cubicBezTo>
                <a:cubicBezTo>
                  <a:pt x="2378903" y="890065"/>
                  <a:pt x="2381616" y="892973"/>
                  <a:pt x="2381868" y="894713"/>
                </a:cubicBezTo>
                <a:cubicBezTo>
                  <a:pt x="2382058" y="896235"/>
                  <a:pt x="2378840" y="897839"/>
                  <a:pt x="2377136" y="899416"/>
                </a:cubicBezTo>
                <a:cubicBezTo>
                  <a:pt x="2367671" y="894795"/>
                  <a:pt x="2356881" y="893871"/>
                  <a:pt x="2345712" y="893871"/>
                </a:cubicBezTo>
                <a:cubicBezTo>
                  <a:pt x="2341989" y="893871"/>
                  <a:pt x="2338265" y="893980"/>
                  <a:pt x="2334480" y="894088"/>
                </a:cubicBezTo>
                <a:cubicBezTo>
                  <a:pt x="2330756" y="894197"/>
                  <a:pt x="2326970" y="894306"/>
                  <a:pt x="2323247" y="894306"/>
                </a:cubicBezTo>
                <a:cubicBezTo>
                  <a:pt x="2320912" y="894306"/>
                  <a:pt x="2318578" y="894251"/>
                  <a:pt x="2316306" y="894170"/>
                </a:cubicBezTo>
                <a:lnTo>
                  <a:pt x="2308229" y="890881"/>
                </a:lnTo>
                <a:lnTo>
                  <a:pt x="2313403" y="889087"/>
                </a:lnTo>
                <a:cubicBezTo>
                  <a:pt x="2317442" y="888625"/>
                  <a:pt x="2321670" y="888353"/>
                  <a:pt x="2325835" y="888353"/>
                </a:cubicBezTo>
                <a:lnTo>
                  <a:pt x="2326655" y="888353"/>
                </a:lnTo>
                <a:cubicBezTo>
                  <a:pt x="2332776" y="888353"/>
                  <a:pt x="2338960" y="888598"/>
                  <a:pt x="2345081" y="888734"/>
                </a:cubicBezTo>
                <a:lnTo>
                  <a:pt x="2345081" y="888435"/>
                </a:lnTo>
                <a:close/>
                <a:moveTo>
                  <a:pt x="6351023" y="888353"/>
                </a:moveTo>
                <a:cubicBezTo>
                  <a:pt x="6361497" y="888788"/>
                  <a:pt x="6372099" y="888897"/>
                  <a:pt x="6382384" y="889848"/>
                </a:cubicBezTo>
                <a:cubicBezTo>
                  <a:pt x="6384845" y="890065"/>
                  <a:pt x="6387558" y="892973"/>
                  <a:pt x="6387811" y="894713"/>
                </a:cubicBezTo>
                <a:cubicBezTo>
                  <a:pt x="6388000" y="896235"/>
                  <a:pt x="6384782" y="897839"/>
                  <a:pt x="6383078" y="899416"/>
                </a:cubicBezTo>
                <a:cubicBezTo>
                  <a:pt x="6373613" y="894795"/>
                  <a:pt x="6362823" y="893871"/>
                  <a:pt x="6351654" y="893871"/>
                </a:cubicBezTo>
                <a:cubicBezTo>
                  <a:pt x="6347931" y="893871"/>
                  <a:pt x="6344207" y="893980"/>
                  <a:pt x="6340422" y="894088"/>
                </a:cubicBezTo>
                <a:cubicBezTo>
                  <a:pt x="6336698" y="894197"/>
                  <a:pt x="6332912" y="894306"/>
                  <a:pt x="6329189" y="894306"/>
                </a:cubicBezTo>
                <a:cubicBezTo>
                  <a:pt x="6326855" y="894306"/>
                  <a:pt x="6324520" y="894251"/>
                  <a:pt x="6322248" y="894170"/>
                </a:cubicBezTo>
                <a:lnTo>
                  <a:pt x="6314171" y="890881"/>
                </a:lnTo>
                <a:lnTo>
                  <a:pt x="6319345" y="889087"/>
                </a:lnTo>
                <a:cubicBezTo>
                  <a:pt x="6323384" y="888625"/>
                  <a:pt x="6327612" y="888353"/>
                  <a:pt x="6331777" y="888353"/>
                </a:cubicBezTo>
                <a:lnTo>
                  <a:pt x="6332597" y="888353"/>
                </a:lnTo>
                <a:cubicBezTo>
                  <a:pt x="6338718" y="888353"/>
                  <a:pt x="6344902" y="888598"/>
                  <a:pt x="6351023" y="888734"/>
                </a:cubicBezTo>
                <a:lnTo>
                  <a:pt x="6351023" y="888435"/>
                </a:lnTo>
                <a:close/>
                <a:moveTo>
                  <a:pt x="8818452" y="888353"/>
                </a:moveTo>
                <a:cubicBezTo>
                  <a:pt x="8828925" y="888788"/>
                  <a:pt x="8839528" y="888897"/>
                  <a:pt x="8849813" y="889848"/>
                </a:cubicBezTo>
                <a:cubicBezTo>
                  <a:pt x="8852274" y="890065"/>
                  <a:pt x="8854987" y="892973"/>
                  <a:pt x="8855239" y="894713"/>
                </a:cubicBezTo>
                <a:cubicBezTo>
                  <a:pt x="8855429" y="896235"/>
                  <a:pt x="8852210" y="897839"/>
                  <a:pt x="8850506" y="899416"/>
                </a:cubicBezTo>
                <a:cubicBezTo>
                  <a:pt x="8841041" y="894795"/>
                  <a:pt x="8830252" y="893871"/>
                  <a:pt x="8819082" y="893871"/>
                </a:cubicBezTo>
                <a:cubicBezTo>
                  <a:pt x="8815359" y="893871"/>
                  <a:pt x="8811636" y="893980"/>
                  <a:pt x="8807850" y="894088"/>
                </a:cubicBezTo>
                <a:cubicBezTo>
                  <a:pt x="8804127" y="894197"/>
                  <a:pt x="8800341" y="894306"/>
                  <a:pt x="8796617" y="894306"/>
                </a:cubicBezTo>
                <a:cubicBezTo>
                  <a:pt x="8794283" y="894306"/>
                  <a:pt x="8791948" y="894251"/>
                  <a:pt x="8789676" y="894170"/>
                </a:cubicBezTo>
                <a:lnTo>
                  <a:pt x="8781599" y="890881"/>
                </a:lnTo>
                <a:lnTo>
                  <a:pt x="8786774" y="889087"/>
                </a:lnTo>
                <a:cubicBezTo>
                  <a:pt x="8790813" y="888625"/>
                  <a:pt x="8795040" y="888353"/>
                  <a:pt x="8799205" y="888353"/>
                </a:cubicBezTo>
                <a:lnTo>
                  <a:pt x="8800025" y="888353"/>
                </a:lnTo>
                <a:cubicBezTo>
                  <a:pt x="8806146" y="888353"/>
                  <a:pt x="8812330" y="888598"/>
                  <a:pt x="8818452" y="888734"/>
                </a:cubicBezTo>
                <a:lnTo>
                  <a:pt x="8818452" y="888435"/>
                </a:lnTo>
                <a:close/>
                <a:moveTo>
                  <a:pt x="8103065" y="886668"/>
                </a:moveTo>
                <a:lnTo>
                  <a:pt x="8103130" y="886804"/>
                </a:lnTo>
                <a:lnTo>
                  <a:pt x="8102950" y="886846"/>
                </a:lnTo>
                <a:close/>
                <a:moveTo>
                  <a:pt x="8391520" y="879282"/>
                </a:moveTo>
                <a:lnTo>
                  <a:pt x="8391794" y="880153"/>
                </a:lnTo>
                <a:lnTo>
                  <a:pt x="8390913" y="879900"/>
                </a:lnTo>
                <a:close/>
                <a:moveTo>
                  <a:pt x="5355653" y="877516"/>
                </a:moveTo>
                <a:lnTo>
                  <a:pt x="5357613" y="878254"/>
                </a:lnTo>
                <a:lnTo>
                  <a:pt x="5357370" y="880716"/>
                </a:lnTo>
                <a:lnTo>
                  <a:pt x="5353015" y="878704"/>
                </a:lnTo>
                <a:close/>
                <a:moveTo>
                  <a:pt x="1912140" y="877046"/>
                </a:moveTo>
                <a:lnTo>
                  <a:pt x="1912265" y="877074"/>
                </a:lnTo>
                <a:lnTo>
                  <a:pt x="1912262" y="877076"/>
                </a:lnTo>
                <a:lnTo>
                  <a:pt x="1917882" y="878433"/>
                </a:lnTo>
                <a:cubicBezTo>
                  <a:pt x="1931323" y="883434"/>
                  <a:pt x="1932333" y="885037"/>
                  <a:pt x="1921416" y="889658"/>
                </a:cubicBezTo>
                <a:lnTo>
                  <a:pt x="1907096" y="893671"/>
                </a:lnTo>
                <a:lnTo>
                  <a:pt x="1907091" y="893708"/>
                </a:lnTo>
                <a:lnTo>
                  <a:pt x="1906965" y="893739"/>
                </a:lnTo>
                <a:lnTo>
                  <a:pt x="1906965" y="894550"/>
                </a:lnTo>
                <a:lnTo>
                  <a:pt x="1905639" y="894550"/>
                </a:lnTo>
                <a:lnTo>
                  <a:pt x="1905892" y="894007"/>
                </a:lnTo>
                <a:lnTo>
                  <a:pt x="1906965" y="893739"/>
                </a:lnTo>
                <a:lnTo>
                  <a:pt x="1906965" y="893708"/>
                </a:lnTo>
                <a:lnTo>
                  <a:pt x="1907096" y="893671"/>
                </a:lnTo>
                <a:lnTo>
                  <a:pt x="1909048" y="879357"/>
                </a:lnTo>
                <a:lnTo>
                  <a:pt x="1912262" y="877076"/>
                </a:lnTo>
                <a:close/>
                <a:moveTo>
                  <a:pt x="5918082" y="877046"/>
                </a:moveTo>
                <a:lnTo>
                  <a:pt x="5918207" y="877074"/>
                </a:lnTo>
                <a:lnTo>
                  <a:pt x="5918204" y="877076"/>
                </a:lnTo>
                <a:lnTo>
                  <a:pt x="5923824" y="878433"/>
                </a:lnTo>
                <a:cubicBezTo>
                  <a:pt x="5937265" y="883434"/>
                  <a:pt x="5938275" y="885037"/>
                  <a:pt x="5927358" y="889658"/>
                </a:cubicBezTo>
                <a:lnTo>
                  <a:pt x="5913038" y="893671"/>
                </a:lnTo>
                <a:lnTo>
                  <a:pt x="5913033" y="893708"/>
                </a:lnTo>
                <a:lnTo>
                  <a:pt x="5912907" y="893739"/>
                </a:lnTo>
                <a:lnTo>
                  <a:pt x="5912907" y="894550"/>
                </a:lnTo>
                <a:lnTo>
                  <a:pt x="5911582" y="894550"/>
                </a:lnTo>
                <a:lnTo>
                  <a:pt x="5911835" y="894007"/>
                </a:lnTo>
                <a:lnTo>
                  <a:pt x="5912907" y="893739"/>
                </a:lnTo>
                <a:lnTo>
                  <a:pt x="5912907" y="893708"/>
                </a:lnTo>
                <a:lnTo>
                  <a:pt x="5913038" y="893671"/>
                </a:lnTo>
                <a:lnTo>
                  <a:pt x="5914990" y="879357"/>
                </a:lnTo>
                <a:lnTo>
                  <a:pt x="5918204" y="877076"/>
                </a:lnTo>
                <a:close/>
                <a:moveTo>
                  <a:pt x="2003132" y="876938"/>
                </a:moveTo>
                <a:cubicBezTo>
                  <a:pt x="2009379" y="878405"/>
                  <a:pt x="2009064" y="879846"/>
                  <a:pt x="2002754" y="880851"/>
                </a:cubicBezTo>
                <a:lnTo>
                  <a:pt x="1998273" y="878759"/>
                </a:lnTo>
                <a:lnTo>
                  <a:pt x="2001050" y="877536"/>
                </a:lnTo>
                <a:close/>
                <a:moveTo>
                  <a:pt x="6009074" y="876938"/>
                </a:moveTo>
                <a:cubicBezTo>
                  <a:pt x="6015322" y="878405"/>
                  <a:pt x="6015006" y="879846"/>
                  <a:pt x="6008696" y="880851"/>
                </a:cubicBezTo>
                <a:lnTo>
                  <a:pt x="6004215" y="878759"/>
                </a:lnTo>
                <a:lnTo>
                  <a:pt x="6006992" y="877536"/>
                </a:lnTo>
                <a:close/>
                <a:moveTo>
                  <a:pt x="8476503" y="876938"/>
                </a:moveTo>
                <a:cubicBezTo>
                  <a:pt x="8482750" y="878405"/>
                  <a:pt x="8482434" y="879846"/>
                  <a:pt x="8476124" y="880851"/>
                </a:cubicBezTo>
                <a:lnTo>
                  <a:pt x="8471643" y="878759"/>
                </a:lnTo>
                <a:lnTo>
                  <a:pt x="8474421" y="877536"/>
                </a:lnTo>
                <a:close/>
                <a:moveTo>
                  <a:pt x="10705383" y="876883"/>
                </a:moveTo>
                <a:cubicBezTo>
                  <a:pt x="10711442" y="878351"/>
                  <a:pt x="10711125" y="879765"/>
                  <a:pt x="10705005" y="880716"/>
                </a:cubicBezTo>
                <a:lnTo>
                  <a:pt x="10700651" y="878704"/>
                </a:lnTo>
                <a:lnTo>
                  <a:pt x="10703364" y="877482"/>
                </a:lnTo>
                <a:close/>
                <a:moveTo>
                  <a:pt x="10756432" y="876883"/>
                </a:moveTo>
                <a:lnTo>
                  <a:pt x="10759776" y="877753"/>
                </a:lnTo>
                <a:lnTo>
                  <a:pt x="10756054" y="880471"/>
                </a:lnTo>
                <a:lnTo>
                  <a:pt x="10752836" y="878596"/>
                </a:lnTo>
                <a:close/>
                <a:moveTo>
                  <a:pt x="5470425" y="876856"/>
                </a:moveTo>
                <a:lnTo>
                  <a:pt x="5474423" y="877318"/>
                </a:lnTo>
                <a:cubicBezTo>
                  <a:pt x="5476757" y="877835"/>
                  <a:pt x="5477642" y="879873"/>
                  <a:pt x="5478904" y="881504"/>
                </a:cubicBezTo>
                <a:lnTo>
                  <a:pt x="5480859" y="881504"/>
                </a:lnTo>
                <a:cubicBezTo>
                  <a:pt x="5480859" y="881504"/>
                  <a:pt x="5481553" y="882265"/>
                  <a:pt x="5481553" y="882265"/>
                </a:cubicBezTo>
                <a:cubicBezTo>
                  <a:pt x="5486097" y="882373"/>
                  <a:pt x="5490387" y="882672"/>
                  <a:pt x="5489442" y="886016"/>
                </a:cubicBezTo>
                <a:lnTo>
                  <a:pt x="5485340" y="886288"/>
                </a:lnTo>
                <a:lnTo>
                  <a:pt x="5481553" y="882265"/>
                </a:lnTo>
                <a:lnTo>
                  <a:pt x="5479471" y="882211"/>
                </a:lnTo>
                <a:lnTo>
                  <a:pt x="5478904" y="881504"/>
                </a:lnTo>
                <a:cubicBezTo>
                  <a:pt x="5477767" y="881449"/>
                  <a:pt x="5476632" y="881422"/>
                  <a:pt x="5475495" y="881422"/>
                </a:cubicBezTo>
                <a:lnTo>
                  <a:pt x="5475495" y="881449"/>
                </a:lnTo>
                <a:cubicBezTo>
                  <a:pt x="5464390" y="881449"/>
                  <a:pt x="5455303" y="884086"/>
                  <a:pt x="5446279" y="887266"/>
                </a:cubicBezTo>
                <a:lnTo>
                  <a:pt x="5434795" y="886369"/>
                </a:lnTo>
                <a:lnTo>
                  <a:pt x="5435954" y="884822"/>
                </a:lnTo>
                <a:lnTo>
                  <a:pt x="5437562" y="884494"/>
                </a:lnTo>
                <a:cubicBezTo>
                  <a:pt x="5445197" y="883434"/>
                  <a:pt x="5453021" y="882700"/>
                  <a:pt x="5460720" y="881858"/>
                </a:cubicBezTo>
                <a:close/>
                <a:moveTo>
                  <a:pt x="5513846" y="876704"/>
                </a:moveTo>
                <a:lnTo>
                  <a:pt x="5527335" y="877518"/>
                </a:lnTo>
                <a:lnTo>
                  <a:pt x="5518594" y="881341"/>
                </a:lnTo>
                <a:cubicBezTo>
                  <a:pt x="5517585" y="881341"/>
                  <a:pt x="5516512" y="881341"/>
                  <a:pt x="5515439" y="881260"/>
                </a:cubicBezTo>
                <a:lnTo>
                  <a:pt x="5510707" y="879900"/>
                </a:lnTo>
                <a:close/>
                <a:moveTo>
                  <a:pt x="8445106" y="876642"/>
                </a:moveTo>
                <a:lnTo>
                  <a:pt x="8452587" y="878134"/>
                </a:lnTo>
                <a:cubicBezTo>
                  <a:pt x="8453660" y="881885"/>
                  <a:pt x="8446718" y="881205"/>
                  <a:pt x="8442049" y="881667"/>
                </a:cubicBezTo>
                <a:lnTo>
                  <a:pt x="8441621" y="881529"/>
                </a:lnTo>
                <a:close/>
                <a:moveTo>
                  <a:pt x="1969814" y="876259"/>
                </a:moveTo>
                <a:cubicBezTo>
                  <a:pt x="1973222" y="876259"/>
                  <a:pt x="1978964" y="877291"/>
                  <a:pt x="1979217" y="878134"/>
                </a:cubicBezTo>
                <a:cubicBezTo>
                  <a:pt x="1980290" y="881885"/>
                  <a:pt x="1973348" y="881205"/>
                  <a:pt x="1968678" y="881667"/>
                </a:cubicBezTo>
                <a:lnTo>
                  <a:pt x="1959592" y="878731"/>
                </a:lnTo>
                <a:cubicBezTo>
                  <a:pt x="1962874" y="877862"/>
                  <a:pt x="1966028" y="876367"/>
                  <a:pt x="1969373" y="876259"/>
                </a:cubicBezTo>
                <a:cubicBezTo>
                  <a:pt x="1969499" y="876259"/>
                  <a:pt x="1969688" y="876259"/>
                  <a:pt x="1969814" y="876259"/>
                </a:cubicBezTo>
                <a:close/>
                <a:moveTo>
                  <a:pt x="5975756" y="876259"/>
                </a:moveTo>
                <a:cubicBezTo>
                  <a:pt x="5979164" y="876259"/>
                  <a:pt x="5984906" y="877291"/>
                  <a:pt x="5985159" y="878134"/>
                </a:cubicBezTo>
                <a:cubicBezTo>
                  <a:pt x="5986232" y="881885"/>
                  <a:pt x="5979290" y="881205"/>
                  <a:pt x="5974621" y="881667"/>
                </a:cubicBezTo>
                <a:lnTo>
                  <a:pt x="5965534" y="878731"/>
                </a:lnTo>
                <a:cubicBezTo>
                  <a:pt x="5968816" y="877862"/>
                  <a:pt x="5971970" y="876367"/>
                  <a:pt x="5975315" y="876259"/>
                </a:cubicBezTo>
                <a:cubicBezTo>
                  <a:pt x="5975441" y="876259"/>
                  <a:pt x="5975631" y="876259"/>
                  <a:pt x="5975756" y="876259"/>
                </a:cubicBezTo>
                <a:close/>
                <a:moveTo>
                  <a:pt x="8339572" y="876204"/>
                </a:moveTo>
                <a:cubicBezTo>
                  <a:pt x="8342159" y="876204"/>
                  <a:pt x="8346388" y="877237"/>
                  <a:pt x="8349542" y="877590"/>
                </a:cubicBezTo>
                <a:cubicBezTo>
                  <a:pt x="8348407" y="879248"/>
                  <a:pt x="8348091" y="881178"/>
                  <a:pt x="8346071" y="882564"/>
                </a:cubicBezTo>
                <a:lnTo>
                  <a:pt x="8345132" y="883554"/>
                </a:lnTo>
                <a:lnTo>
                  <a:pt x="8326486" y="887266"/>
                </a:lnTo>
                <a:lnTo>
                  <a:pt x="8315002" y="886369"/>
                </a:lnTo>
                <a:lnTo>
                  <a:pt x="8319504" y="880357"/>
                </a:lnTo>
                <a:lnTo>
                  <a:pt x="8338058" y="876394"/>
                </a:lnTo>
                <a:cubicBezTo>
                  <a:pt x="8338436" y="876259"/>
                  <a:pt x="8339005" y="876204"/>
                  <a:pt x="8339572" y="876204"/>
                </a:cubicBezTo>
                <a:close/>
                <a:moveTo>
                  <a:pt x="5324934" y="876014"/>
                </a:moveTo>
                <a:lnTo>
                  <a:pt x="5324925" y="876018"/>
                </a:lnTo>
                <a:lnTo>
                  <a:pt x="5328847" y="876177"/>
                </a:lnTo>
                <a:lnTo>
                  <a:pt x="5332317" y="877455"/>
                </a:lnTo>
                <a:lnTo>
                  <a:pt x="5335536" y="879438"/>
                </a:lnTo>
                <a:lnTo>
                  <a:pt x="5333202" y="880552"/>
                </a:lnTo>
                <a:lnTo>
                  <a:pt x="5330740" y="881260"/>
                </a:lnTo>
                <a:lnTo>
                  <a:pt x="5313331" y="881691"/>
                </a:lnTo>
                <a:lnTo>
                  <a:pt x="5313324" y="881694"/>
                </a:lnTo>
                <a:lnTo>
                  <a:pt x="5313199" y="881694"/>
                </a:lnTo>
                <a:lnTo>
                  <a:pt x="5313072" y="882129"/>
                </a:lnTo>
                <a:lnTo>
                  <a:pt x="5312062" y="882129"/>
                </a:lnTo>
                <a:lnTo>
                  <a:pt x="5311997" y="882130"/>
                </a:lnTo>
                <a:lnTo>
                  <a:pt x="5298874" y="887755"/>
                </a:lnTo>
                <a:cubicBezTo>
                  <a:pt x="5297927" y="887755"/>
                  <a:pt x="5296918" y="887728"/>
                  <a:pt x="5295908" y="887674"/>
                </a:cubicBezTo>
                <a:cubicBezTo>
                  <a:pt x="5290102" y="887348"/>
                  <a:pt x="5284360" y="886614"/>
                  <a:pt x="5278744" y="885934"/>
                </a:cubicBezTo>
                <a:lnTo>
                  <a:pt x="5278050" y="884304"/>
                </a:lnTo>
                <a:lnTo>
                  <a:pt x="5282846" y="882564"/>
                </a:lnTo>
                <a:lnTo>
                  <a:pt x="5311997" y="882130"/>
                </a:lnTo>
                <a:lnTo>
                  <a:pt x="5311999" y="882129"/>
                </a:lnTo>
                <a:lnTo>
                  <a:pt x="5312062" y="882129"/>
                </a:lnTo>
                <a:lnTo>
                  <a:pt x="5312314" y="881694"/>
                </a:lnTo>
                <a:lnTo>
                  <a:pt x="5313199" y="881694"/>
                </a:lnTo>
                <a:lnTo>
                  <a:pt x="5313331" y="881691"/>
                </a:lnTo>
                <a:lnTo>
                  <a:pt x="5324925" y="876018"/>
                </a:lnTo>
                <a:lnTo>
                  <a:pt x="5324808" y="876014"/>
                </a:lnTo>
                <a:close/>
                <a:moveTo>
                  <a:pt x="10672570" y="876014"/>
                </a:moveTo>
                <a:lnTo>
                  <a:pt x="10672561" y="876018"/>
                </a:lnTo>
                <a:lnTo>
                  <a:pt x="10676482" y="876177"/>
                </a:lnTo>
                <a:lnTo>
                  <a:pt x="10679953" y="877455"/>
                </a:lnTo>
                <a:lnTo>
                  <a:pt x="10683171" y="879438"/>
                </a:lnTo>
                <a:lnTo>
                  <a:pt x="10680837" y="880552"/>
                </a:lnTo>
                <a:lnTo>
                  <a:pt x="10678376" y="881260"/>
                </a:lnTo>
                <a:lnTo>
                  <a:pt x="10660967" y="881691"/>
                </a:lnTo>
                <a:lnTo>
                  <a:pt x="10660959" y="881694"/>
                </a:lnTo>
                <a:lnTo>
                  <a:pt x="10660834" y="881694"/>
                </a:lnTo>
                <a:lnTo>
                  <a:pt x="10660708" y="882129"/>
                </a:lnTo>
                <a:lnTo>
                  <a:pt x="10659698" y="882129"/>
                </a:lnTo>
                <a:lnTo>
                  <a:pt x="10659632" y="882130"/>
                </a:lnTo>
                <a:lnTo>
                  <a:pt x="10646509" y="887755"/>
                </a:lnTo>
                <a:cubicBezTo>
                  <a:pt x="10645562" y="887755"/>
                  <a:pt x="10644553" y="887728"/>
                  <a:pt x="10643543" y="887674"/>
                </a:cubicBezTo>
                <a:cubicBezTo>
                  <a:pt x="10637738" y="887348"/>
                  <a:pt x="10631995" y="886614"/>
                  <a:pt x="10626379" y="885934"/>
                </a:cubicBezTo>
                <a:lnTo>
                  <a:pt x="10625686" y="884304"/>
                </a:lnTo>
                <a:lnTo>
                  <a:pt x="10630481" y="882564"/>
                </a:lnTo>
                <a:lnTo>
                  <a:pt x="10659632" y="882130"/>
                </a:lnTo>
                <a:lnTo>
                  <a:pt x="10659634" y="882129"/>
                </a:lnTo>
                <a:lnTo>
                  <a:pt x="10659698" y="882129"/>
                </a:lnTo>
                <a:lnTo>
                  <a:pt x="10659950" y="881694"/>
                </a:lnTo>
                <a:lnTo>
                  <a:pt x="10660834" y="881694"/>
                </a:lnTo>
                <a:lnTo>
                  <a:pt x="10660967" y="881691"/>
                </a:lnTo>
                <a:lnTo>
                  <a:pt x="10672561" y="876018"/>
                </a:lnTo>
                <a:lnTo>
                  <a:pt x="10672443" y="876014"/>
                </a:lnTo>
                <a:close/>
                <a:moveTo>
                  <a:pt x="10806788" y="875551"/>
                </a:moveTo>
                <a:cubicBezTo>
                  <a:pt x="10811772" y="875551"/>
                  <a:pt x="10816948" y="876204"/>
                  <a:pt x="10822059" y="877318"/>
                </a:cubicBezTo>
                <a:cubicBezTo>
                  <a:pt x="10824393" y="877835"/>
                  <a:pt x="10825277" y="879873"/>
                  <a:pt x="10826539" y="881504"/>
                </a:cubicBezTo>
                <a:lnTo>
                  <a:pt x="10828495" y="881504"/>
                </a:lnTo>
                <a:cubicBezTo>
                  <a:pt x="10828495" y="881504"/>
                  <a:pt x="10829188" y="882265"/>
                  <a:pt x="10829188" y="882265"/>
                </a:cubicBezTo>
                <a:cubicBezTo>
                  <a:pt x="10833732" y="882373"/>
                  <a:pt x="10838023" y="882672"/>
                  <a:pt x="10837077" y="886016"/>
                </a:cubicBezTo>
                <a:lnTo>
                  <a:pt x="10832975" y="886288"/>
                </a:lnTo>
                <a:lnTo>
                  <a:pt x="10829188" y="882265"/>
                </a:lnTo>
                <a:lnTo>
                  <a:pt x="10827106" y="882211"/>
                </a:lnTo>
                <a:lnTo>
                  <a:pt x="10826539" y="881504"/>
                </a:lnTo>
                <a:cubicBezTo>
                  <a:pt x="10825403" y="881449"/>
                  <a:pt x="10824267" y="881422"/>
                  <a:pt x="10823131" y="881422"/>
                </a:cubicBezTo>
                <a:lnTo>
                  <a:pt x="10823131" y="881449"/>
                </a:lnTo>
                <a:cubicBezTo>
                  <a:pt x="10812025" y="881449"/>
                  <a:pt x="10802939" y="884086"/>
                  <a:pt x="10793915" y="887266"/>
                </a:cubicBezTo>
                <a:lnTo>
                  <a:pt x="10782431" y="886369"/>
                </a:lnTo>
                <a:cubicBezTo>
                  <a:pt x="10776499" y="883270"/>
                  <a:pt x="10783819" y="881395"/>
                  <a:pt x="10787479" y="879629"/>
                </a:cubicBezTo>
                <a:cubicBezTo>
                  <a:pt x="10793347" y="876775"/>
                  <a:pt x="10799909" y="875551"/>
                  <a:pt x="10806788" y="875551"/>
                </a:cubicBezTo>
                <a:close/>
                <a:moveTo>
                  <a:pt x="10886360" y="870741"/>
                </a:moveTo>
                <a:cubicBezTo>
                  <a:pt x="10888694" y="870741"/>
                  <a:pt x="10890335" y="871991"/>
                  <a:pt x="10888631" y="873323"/>
                </a:cubicBezTo>
                <a:cubicBezTo>
                  <a:pt x="10887306" y="874383"/>
                  <a:pt x="10883456" y="874736"/>
                  <a:pt x="10880238" y="875252"/>
                </a:cubicBezTo>
                <a:lnTo>
                  <a:pt x="10879797" y="875905"/>
                </a:lnTo>
                <a:lnTo>
                  <a:pt x="10878672" y="875905"/>
                </a:lnTo>
                <a:lnTo>
                  <a:pt x="10878660" y="875932"/>
                </a:lnTo>
                <a:lnTo>
                  <a:pt x="10878594" y="875934"/>
                </a:lnTo>
                <a:lnTo>
                  <a:pt x="10866230" y="881341"/>
                </a:lnTo>
                <a:cubicBezTo>
                  <a:pt x="10865220" y="881341"/>
                  <a:pt x="10864147" y="881341"/>
                  <a:pt x="10863074" y="881260"/>
                </a:cubicBezTo>
                <a:lnTo>
                  <a:pt x="10858342" y="879900"/>
                </a:lnTo>
                <a:lnTo>
                  <a:pt x="10861813" y="876367"/>
                </a:lnTo>
                <a:lnTo>
                  <a:pt x="10878594" y="875934"/>
                </a:lnTo>
                <a:lnTo>
                  <a:pt x="10878660" y="875905"/>
                </a:lnTo>
                <a:lnTo>
                  <a:pt x="10878672" y="875905"/>
                </a:lnTo>
                <a:lnTo>
                  <a:pt x="10878850" y="875470"/>
                </a:lnTo>
                <a:lnTo>
                  <a:pt x="10880238" y="875252"/>
                </a:lnTo>
                <a:cubicBezTo>
                  <a:pt x="10881249" y="873703"/>
                  <a:pt x="10881816" y="871882"/>
                  <a:pt x="10884024" y="871121"/>
                </a:cubicBezTo>
                <a:cubicBezTo>
                  <a:pt x="10884782" y="870849"/>
                  <a:pt x="10885602" y="870741"/>
                  <a:pt x="10886296" y="870741"/>
                </a:cubicBezTo>
                <a:close/>
                <a:moveTo>
                  <a:pt x="1390036" y="864163"/>
                </a:moveTo>
                <a:cubicBezTo>
                  <a:pt x="1390729" y="864163"/>
                  <a:pt x="1391424" y="864163"/>
                  <a:pt x="1392118" y="864218"/>
                </a:cubicBezTo>
                <a:cubicBezTo>
                  <a:pt x="1398554" y="864544"/>
                  <a:pt x="1403224" y="865414"/>
                  <a:pt x="1403161" y="869192"/>
                </a:cubicBezTo>
                <a:cubicBezTo>
                  <a:pt x="1403161" y="872507"/>
                  <a:pt x="1397797" y="875144"/>
                  <a:pt x="1391298" y="875144"/>
                </a:cubicBezTo>
                <a:cubicBezTo>
                  <a:pt x="1390036" y="875144"/>
                  <a:pt x="1388774" y="875035"/>
                  <a:pt x="1387448" y="874845"/>
                </a:cubicBezTo>
                <a:cubicBezTo>
                  <a:pt x="1381391" y="873867"/>
                  <a:pt x="1378236" y="871665"/>
                  <a:pt x="1379624" y="868131"/>
                </a:cubicBezTo>
                <a:cubicBezTo>
                  <a:pt x="1380949" y="865495"/>
                  <a:pt x="1384356" y="864163"/>
                  <a:pt x="1390036" y="864163"/>
                </a:cubicBezTo>
                <a:close/>
                <a:moveTo>
                  <a:pt x="11343279" y="813772"/>
                </a:moveTo>
                <a:lnTo>
                  <a:pt x="11343328" y="813801"/>
                </a:lnTo>
                <a:lnTo>
                  <a:pt x="11361389" y="814288"/>
                </a:lnTo>
                <a:lnTo>
                  <a:pt x="11365553" y="816218"/>
                </a:lnTo>
                <a:lnTo>
                  <a:pt x="11358613" y="819643"/>
                </a:lnTo>
                <a:cubicBezTo>
                  <a:pt x="11356909" y="819833"/>
                  <a:pt x="11355331" y="819942"/>
                  <a:pt x="11353879" y="819942"/>
                </a:cubicBezTo>
                <a:lnTo>
                  <a:pt x="11343328" y="813801"/>
                </a:lnTo>
                <a:lnTo>
                  <a:pt x="11343279" y="813800"/>
                </a:lnTo>
                <a:close/>
                <a:moveTo>
                  <a:pt x="11336085" y="808717"/>
                </a:moveTo>
                <a:cubicBezTo>
                  <a:pt x="11336780" y="808717"/>
                  <a:pt x="11337536" y="808825"/>
                  <a:pt x="11338294" y="809043"/>
                </a:cubicBezTo>
                <a:cubicBezTo>
                  <a:pt x="11340881" y="809831"/>
                  <a:pt x="11341512" y="812060"/>
                  <a:pt x="11342964" y="813690"/>
                </a:cubicBezTo>
                <a:lnTo>
                  <a:pt x="11343153" y="813690"/>
                </a:lnTo>
                <a:cubicBezTo>
                  <a:pt x="11343153" y="813690"/>
                  <a:pt x="11343153" y="813800"/>
                  <a:pt x="11343153" y="813800"/>
                </a:cubicBezTo>
                <a:lnTo>
                  <a:pt x="11343026" y="813800"/>
                </a:lnTo>
                <a:cubicBezTo>
                  <a:pt x="11343026" y="813800"/>
                  <a:pt x="11342964" y="813690"/>
                  <a:pt x="11342964" y="813690"/>
                </a:cubicBezTo>
                <a:cubicBezTo>
                  <a:pt x="11339619" y="812984"/>
                  <a:pt x="11334887" y="812631"/>
                  <a:pt x="11333372" y="811408"/>
                </a:cubicBezTo>
                <a:cubicBezTo>
                  <a:pt x="11331732" y="810022"/>
                  <a:pt x="11333498" y="808717"/>
                  <a:pt x="11336022" y="808717"/>
                </a:cubicBezTo>
                <a:close/>
                <a:moveTo>
                  <a:pt x="11437714" y="793358"/>
                </a:moveTo>
                <a:lnTo>
                  <a:pt x="11443225" y="795313"/>
                </a:lnTo>
                <a:lnTo>
                  <a:pt x="11439766" y="797441"/>
                </a:lnTo>
                <a:lnTo>
                  <a:pt x="11435769" y="795758"/>
                </a:lnTo>
                <a:lnTo>
                  <a:pt x="11435715" y="795758"/>
                </a:lnTo>
                <a:cubicBezTo>
                  <a:pt x="11436363" y="794967"/>
                  <a:pt x="11437066" y="794150"/>
                  <a:pt x="11437714" y="793358"/>
                </a:cubicBezTo>
                <a:close/>
                <a:moveTo>
                  <a:pt x="11267628" y="787617"/>
                </a:moveTo>
                <a:lnTo>
                  <a:pt x="11268927" y="790405"/>
                </a:lnTo>
                <a:lnTo>
                  <a:pt x="11263012" y="789198"/>
                </a:lnTo>
                <a:lnTo>
                  <a:pt x="11262603" y="788731"/>
                </a:lnTo>
                <a:lnTo>
                  <a:pt x="11262549" y="788731"/>
                </a:lnTo>
                <a:close/>
                <a:moveTo>
                  <a:pt x="11531834" y="787320"/>
                </a:moveTo>
                <a:cubicBezTo>
                  <a:pt x="11535940" y="790067"/>
                  <a:pt x="11535886" y="788929"/>
                  <a:pt x="11532050" y="791676"/>
                </a:cubicBezTo>
                <a:cubicBezTo>
                  <a:pt x="11527458" y="790117"/>
                  <a:pt x="11526810" y="791255"/>
                  <a:pt x="11531834" y="787320"/>
                </a:cubicBezTo>
                <a:close/>
                <a:moveTo>
                  <a:pt x="11918157" y="734959"/>
                </a:moveTo>
                <a:lnTo>
                  <a:pt x="11919418" y="735719"/>
                </a:lnTo>
                <a:lnTo>
                  <a:pt x="11920165" y="736568"/>
                </a:lnTo>
                <a:lnTo>
                  <a:pt x="11916495" y="738322"/>
                </a:lnTo>
                <a:lnTo>
                  <a:pt x="11912457" y="736174"/>
                </a:lnTo>
                <a:lnTo>
                  <a:pt x="11914127" y="735494"/>
                </a:lnTo>
                <a:close/>
                <a:moveTo>
                  <a:pt x="12007109" y="715708"/>
                </a:moveTo>
                <a:lnTo>
                  <a:pt x="12007067" y="715739"/>
                </a:lnTo>
                <a:lnTo>
                  <a:pt x="12012284" y="723128"/>
                </a:lnTo>
                <a:lnTo>
                  <a:pt x="12004584" y="725058"/>
                </a:lnTo>
                <a:cubicBezTo>
                  <a:pt x="12003260" y="723400"/>
                  <a:pt x="12000610" y="721688"/>
                  <a:pt x="12001052" y="720138"/>
                </a:cubicBezTo>
                <a:lnTo>
                  <a:pt x="12007067" y="715739"/>
                </a:lnTo>
                <a:lnTo>
                  <a:pt x="12007047" y="715708"/>
                </a:lnTo>
                <a:close/>
                <a:moveTo>
                  <a:pt x="442121" y="704266"/>
                </a:moveTo>
                <a:lnTo>
                  <a:pt x="449314" y="705434"/>
                </a:lnTo>
                <a:lnTo>
                  <a:pt x="445275" y="707011"/>
                </a:lnTo>
                <a:lnTo>
                  <a:pt x="441742" y="706141"/>
                </a:lnTo>
                <a:close/>
                <a:moveTo>
                  <a:pt x="483326" y="690893"/>
                </a:moveTo>
                <a:lnTo>
                  <a:pt x="487743" y="693068"/>
                </a:lnTo>
                <a:cubicBezTo>
                  <a:pt x="488784" y="695595"/>
                  <a:pt x="490267" y="697810"/>
                  <a:pt x="492965" y="699394"/>
                </a:cubicBezTo>
                <a:lnTo>
                  <a:pt x="497156" y="700242"/>
                </a:lnTo>
                <a:lnTo>
                  <a:pt x="488021" y="701608"/>
                </a:lnTo>
                <a:lnTo>
                  <a:pt x="500396" y="708284"/>
                </a:lnTo>
                <a:lnTo>
                  <a:pt x="494747" y="708260"/>
                </a:lnTo>
                <a:cubicBezTo>
                  <a:pt x="478404" y="708098"/>
                  <a:pt x="471841" y="701602"/>
                  <a:pt x="479162" y="693068"/>
                </a:cubicBezTo>
                <a:close/>
                <a:moveTo>
                  <a:pt x="336881" y="612847"/>
                </a:moveTo>
                <a:cubicBezTo>
                  <a:pt x="346914" y="612847"/>
                  <a:pt x="354360" y="616924"/>
                  <a:pt x="352215" y="622089"/>
                </a:cubicBezTo>
                <a:cubicBezTo>
                  <a:pt x="350258" y="626736"/>
                  <a:pt x="346157" y="631166"/>
                  <a:pt x="343065" y="635678"/>
                </a:cubicBezTo>
                <a:lnTo>
                  <a:pt x="354653" y="640991"/>
                </a:lnTo>
                <a:lnTo>
                  <a:pt x="345890" y="640991"/>
                </a:lnTo>
                <a:cubicBezTo>
                  <a:pt x="338508" y="640991"/>
                  <a:pt x="333333" y="645394"/>
                  <a:pt x="333902" y="650151"/>
                </a:cubicBezTo>
                <a:cubicBezTo>
                  <a:pt x="334406" y="654445"/>
                  <a:pt x="336046" y="658332"/>
                  <a:pt x="346837" y="659174"/>
                </a:cubicBezTo>
                <a:cubicBezTo>
                  <a:pt x="353967" y="659745"/>
                  <a:pt x="357438" y="661593"/>
                  <a:pt x="358574" y="665181"/>
                </a:cubicBezTo>
                <a:cubicBezTo>
                  <a:pt x="359709" y="668850"/>
                  <a:pt x="356050" y="671323"/>
                  <a:pt x="345260" y="671323"/>
                </a:cubicBezTo>
                <a:cubicBezTo>
                  <a:pt x="344060" y="671323"/>
                  <a:pt x="342798" y="671296"/>
                  <a:pt x="341411" y="671242"/>
                </a:cubicBezTo>
                <a:cubicBezTo>
                  <a:pt x="339391" y="671161"/>
                  <a:pt x="337309" y="671107"/>
                  <a:pt x="335289" y="671107"/>
                </a:cubicBezTo>
                <a:cubicBezTo>
                  <a:pt x="330493" y="671107"/>
                  <a:pt x="325572" y="671323"/>
                  <a:pt x="320713" y="671514"/>
                </a:cubicBezTo>
                <a:cubicBezTo>
                  <a:pt x="315791" y="671731"/>
                  <a:pt x="310870" y="671921"/>
                  <a:pt x="306074" y="671921"/>
                </a:cubicBezTo>
                <a:lnTo>
                  <a:pt x="289674" y="670745"/>
                </a:lnTo>
                <a:lnTo>
                  <a:pt x="292647" y="670251"/>
                </a:lnTo>
                <a:cubicBezTo>
                  <a:pt x="305078" y="669164"/>
                  <a:pt x="318014" y="669327"/>
                  <a:pt x="330382" y="668131"/>
                </a:cubicBezTo>
                <a:cubicBezTo>
                  <a:pt x="336629" y="667533"/>
                  <a:pt x="341109" y="664326"/>
                  <a:pt x="338900" y="661118"/>
                </a:cubicBezTo>
                <a:cubicBezTo>
                  <a:pt x="335682" y="656444"/>
                  <a:pt x="331075" y="651959"/>
                  <a:pt x="326280" y="647584"/>
                </a:cubicBezTo>
                <a:cubicBezTo>
                  <a:pt x="324513" y="645925"/>
                  <a:pt x="322620" y="645354"/>
                  <a:pt x="320727" y="645354"/>
                </a:cubicBezTo>
                <a:cubicBezTo>
                  <a:pt x="317510" y="645354"/>
                  <a:pt x="314228" y="647040"/>
                  <a:pt x="311452" y="647882"/>
                </a:cubicBezTo>
                <a:cubicBezTo>
                  <a:pt x="309685" y="648453"/>
                  <a:pt x="308044" y="648752"/>
                  <a:pt x="306656" y="648752"/>
                </a:cubicBezTo>
                <a:cubicBezTo>
                  <a:pt x="304573" y="648752"/>
                  <a:pt x="303058" y="648045"/>
                  <a:pt x="302239" y="646333"/>
                </a:cubicBezTo>
                <a:cubicBezTo>
                  <a:pt x="300914" y="643533"/>
                  <a:pt x="300914" y="640598"/>
                  <a:pt x="300472" y="637717"/>
                </a:cubicBezTo>
                <a:cubicBezTo>
                  <a:pt x="284507" y="636929"/>
                  <a:pt x="290691" y="624562"/>
                  <a:pt x="272328" y="624562"/>
                </a:cubicBezTo>
                <a:cubicBezTo>
                  <a:pt x="272076" y="624562"/>
                  <a:pt x="271886" y="624562"/>
                  <a:pt x="271634" y="624562"/>
                </a:cubicBezTo>
                <a:cubicBezTo>
                  <a:pt x="271508" y="624562"/>
                  <a:pt x="271445" y="624562"/>
                  <a:pt x="271381" y="624562"/>
                </a:cubicBezTo>
                <a:cubicBezTo>
                  <a:pt x="266459" y="624562"/>
                  <a:pt x="265009" y="622116"/>
                  <a:pt x="267596" y="620757"/>
                </a:cubicBezTo>
                <a:lnTo>
                  <a:pt x="272518" y="619017"/>
                </a:lnTo>
                <a:cubicBezTo>
                  <a:pt x="274600" y="619126"/>
                  <a:pt x="276682" y="619180"/>
                  <a:pt x="278702" y="619180"/>
                </a:cubicBezTo>
                <a:cubicBezTo>
                  <a:pt x="297947" y="619180"/>
                  <a:pt x="315174" y="614533"/>
                  <a:pt x="333664" y="612983"/>
                </a:cubicBezTo>
                <a:cubicBezTo>
                  <a:pt x="334736" y="612902"/>
                  <a:pt x="335809" y="612847"/>
                  <a:pt x="336881" y="612847"/>
                </a:cubicBezTo>
                <a:close/>
                <a:moveTo>
                  <a:pt x="11937025" y="609892"/>
                </a:moveTo>
                <a:cubicBezTo>
                  <a:pt x="11944433" y="609908"/>
                  <a:pt x="11948296" y="611751"/>
                  <a:pt x="11951537" y="615376"/>
                </a:cubicBezTo>
                <a:lnTo>
                  <a:pt x="11901236" y="615376"/>
                </a:lnTo>
                <a:cubicBezTo>
                  <a:pt x="11918661" y="611689"/>
                  <a:pt x="11929616" y="609877"/>
                  <a:pt x="11937025" y="609892"/>
                </a:cubicBezTo>
                <a:close/>
                <a:moveTo>
                  <a:pt x="12039543" y="597993"/>
                </a:moveTo>
                <a:lnTo>
                  <a:pt x="12039607" y="598020"/>
                </a:lnTo>
                <a:cubicBezTo>
                  <a:pt x="12040553" y="598020"/>
                  <a:pt x="12041563" y="598047"/>
                  <a:pt x="12042572" y="598128"/>
                </a:cubicBezTo>
                <a:cubicBezTo>
                  <a:pt x="12045728" y="598346"/>
                  <a:pt x="12049829" y="599977"/>
                  <a:pt x="12050838" y="601390"/>
                </a:cubicBezTo>
                <a:cubicBezTo>
                  <a:pt x="12051911" y="602939"/>
                  <a:pt x="12051280" y="605630"/>
                  <a:pt x="12049071" y="606745"/>
                </a:cubicBezTo>
                <a:lnTo>
                  <a:pt x="12035848" y="609247"/>
                </a:lnTo>
                <a:lnTo>
                  <a:pt x="12020696" y="604315"/>
                </a:lnTo>
                <a:lnTo>
                  <a:pt x="12020904" y="603442"/>
                </a:lnTo>
                <a:lnTo>
                  <a:pt x="12027136" y="600235"/>
                </a:lnTo>
                <a:cubicBezTo>
                  <a:pt x="12030631" y="598896"/>
                  <a:pt x="12034622" y="597993"/>
                  <a:pt x="12039543" y="597993"/>
                </a:cubicBezTo>
                <a:close/>
                <a:moveTo>
                  <a:pt x="404322" y="537110"/>
                </a:moveTo>
                <a:lnTo>
                  <a:pt x="408298" y="537355"/>
                </a:lnTo>
                <a:cubicBezTo>
                  <a:pt x="409497" y="540671"/>
                  <a:pt x="405080" y="540997"/>
                  <a:pt x="400537" y="541160"/>
                </a:cubicBezTo>
                <a:lnTo>
                  <a:pt x="399969" y="541758"/>
                </a:lnTo>
                <a:lnTo>
                  <a:pt x="398833" y="541242"/>
                </a:lnTo>
                <a:lnTo>
                  <a:pt x="400473" y="541160"/>
                </a:lnTo>
                <a:lnTo>
                  <a:pt x="404260" y="537110"/>
                </a:lnTo>
                <a:close/>
                <a:moveTo>
                  <a:pt x="12033447" y="468992"/>
                </a:moveTo>
                <a:lnTo>
                  <a:pt x="12032259" y="472357"/>
                </a:lnTo>
                <a:lnTo>
                  <a:pt x="12032259" y="472382"/>
                </a:lnTo>
                <a:lnTo>
                  <a:pt x="12020751" y="471342"/>
                </a:lnTo>
                <a:cubicBezTo>
                  <a:pt x="12021993" y="468448"/>
                  <a:pt x="12019075" y="468992"/>
                  <a:pt x="12033447" y="468992"/>
                </a:cubicBezTo>
                <a:close/>
                <a:moveTo>
                  <a:pt x="11951836" y="461862"/>
                </a:moveTo>
                <a:cubicBezTo>
                  <a:pt x="11961115" y="461810"/>
                  <a:pt x="11970395" y="462559"/>
                  <a:pt x="11979688" y="463598"/>
                </a:cubicBezTo>
                <a:cubicBezTo>
                  <a:pt x="11970584" y="466617"/>
                  <a:pt x="11961318" y="467414"/>
                  <a:pt x="11951998" y="467226"/>
                </a:cubicBezTo>
                <a:lnTo>
                  <a:pt x="11929471" y="465383"/>
                </a:lnTo>
                <a:lnTo>
                  <a:pt x="11948286" y="462254"/>
                </a:lnTo>
                <a:close/>
                <a:moveTo>
                  <a:pt x="12121408" y="454319"/>
                </a:moveTo>
                <a:lnTo>
                  <a:pt x="12120700" y="454320"/>
                </a:lnTo>
                <a:lnTo>
                  <a:pt x="12120814" y="454665"/>
                </a:lnTo>
                <a:close/>
                <a:moveTo>
                  <a:pt x="310912" y="433213"/>
                </a:moveTo>
                <a:lnTo>
                  <a:pt x="310533" y="433534"/>
                </a:lnTo>
                <a:lnTo>
                  <a:pt x="311276" y="433299"/>
                </a:lnTo>
                <a:close/>
                <a:moveTo>
                  <a:pt x="476342" y="420453"/>
                </a:moveTo>
                <a:lnTo>
                  <a:pt x="498233" y="420696"/>
                </a:lnTo>
                <a:lnTo>
                  <a:pt x="498233" y="426012"/>
                </a:lnTo>
                <a:lnTo>
                  <a:pt x="474460" y="421212"/>
                </a:lnTo>
                <a:close/>
                <a:moveTo>
                  <a:pt x="12099148" y="418985"/>
                </a:moveTo>
                <a:lnTo>
                  <a:pt x="12098243" y="419061"/>
                </a:lnTo>
                <a:lnTo>
                  <a:pt x="12098283" y="419183"/>
                </a:lnTo>
                <a:close/>
                <a:moveTo>
                  <a:pt x="457343" y="408021"/>
                </a:moveTo>
                <a:lnTo>
                  <a:pt x="457911" y="408619"/>
                </a:lnTo>
                <a:cubicBezTo>
                  <a:pt x="462454" y="408782"/>
                  <a:pt x="466871" y="409109"/>
                  <a:pt x="465672" y="412424"/>
                </a:cubicBezTo>
                <a:lnTo>
                  <a:pt x="461696" y="412669"/>
                </a:lnTo>
                <a:lnTo>
                  <a:pt x="461634" y="412669"/>
                </a:lnTo>
                <a:lnTo>
                  <a:pt x="457847" y="408619"/>
                </a:lnTo>
                <a:lnTo>
                  <a:pt x="456207" y="408538"/>
                </a:lnTo>
                <a:close/>
                <a:moveTo>
                  <a:pt x="442583" y="398893"/>
                </a:moveTo>
                <a:lnTo>
                  <a:pt x="442410" y="399146"/>
                </a:lnTo>
                <a:lnTo>
                  <a:pt x="443123" y="399041"/>
                </a:lnTo>
                <a:close/>
                <a:moveTo>
                  <a:pt x="12090040" y="372226"/>
                </a:moveTo>
                <a:lnTo>
                  <a:pt x="12094015" y="373748"/>
                </a:lnTo>
                <a:lnTo>
                  <a:pt x="12088524" y="375650"/>
                </a:lnTo>
                <a:lnTo>
                  <a:pt x="12086442" y="373965"/>
                </a:lnTo>
                <a:close/>
                <a:moveTo>
                  <a:pt x="11942570" y="359642"/>
                </a:moveTo>
                <a:cubicBezTo>
                  <a:pt x="11943012" y="359642"/>
                  <a:pt x="11943391" y="359669"/>
                  <a:pt x="11943770" y="359669"/>
                </a:cubicBezTo>
                <a:lnTo>
                  <a:pt x="11944067" y="359832"/>
                </a:lnTo>
                <a:lnTo>
                  <a:pt x="11940821" y="359822"/>
                </a:lnTo>
                <a:close/>
                <a:moveTo>
                  <a:pt x="11833476" y="350317"/>
                </a:moveTo>
                <a:cubicBezTo>
                  <a:pt x="11842706" y="350239"/>
                  <a:pt x="11856546" y="350446"/>
                  <a:pt x="11878220" y="350821"/>
                </a:cubicBezTo>
                <a:lnTo>
                  <a:pt x="11915306" y="351429"/>
                </a:lnTo>
                <a:lnTo>
                  <a:pt x="11896886" y="359071"/>
                </a:lnTo>
                <a:cubicBezTo>
                  <a:pt x="11896381" y="359071"/>
                  <a:pt x="11895812" y="359071"/>
                  <a:pt x="11895307" y="359071"/>
                </a:cubicBezTo>
                <a:cubicBezTo>
                  <a:pt x="11876251" y="358690"/>
                  <a:pt x="11856942" y="359424"/>
                  <a:pt x="11840536" y="352983"/>
                </a:cubicBezTo>
                <a:lnTo>
                  <a:pt x="11831794" y="350635"/>
                </a:lnTo>
                <a:close/>
                <a:moveTo>
                  <a:pt x="12090355" y="339991"/>
                </a:moveTo>
                <a:cubicBezTo>
                  <a:pt x="12096223" y="339991"/>
                  <a:pt x="12101776" y="340671"/>
                  <a:pt x="12106445" y="343035"/>
                </a:cubicBezTo>
                <a:cubicBezTo>
                  <a:pt x="12108654" y="344150"/>
                  <a:pt x="12109285" y="346840"/>
                  <a:pt x="12108212" y="348389"/>
                </a:cubicBezTo>
                <a:cubicBezTo>
                  <a:pt x="12107203" y="349803"/>
                  <a:pt x="12103102" y="351433"/>
                  <a:pt x="12099946" y="351651"/>
                </a:cubicBezTo>
                <a:cubicBezTo>
                  <a:pt x="12098937" y="351732"/>
                  <a:pt x="12097927" y="351759"/>
                  <a:pt x="12096981" y="351759"/>
                </a:cubicBezTo>
                <a:lnTo>
                  <a:pt x="12096917" y="351787"/>
                </a:lnTo>
                <a:lnTo>
                  <a:pt x="12085575" y="349737"/>
                </a:lnTo>
                <a:lnTo>
                  <a:pt x="12086018" y="349628"/>
                </a:lnTo>
                <a:lnTo>
                  <a:pt x="12082822" y="348676"/>
                </a:lnTo>
                <a:lnTo>
                  <a:pt x="12075084" y="344693"/>
                </a:lnTo>
                <a:lnTo>
                  <a:pt x="12073255" y="342383"/>
                </a:lnTo>
                <a:lnTo>
                  <a:pt x="12078113" y="340616"/>
                </a:lnTo>
                <a:cubicBezTo>
                  <a:pt x="12082152" y="340317"/>
                  <a:pt x="12086317" y="339991"/>
                  <a:pt x="12090355" y="339991"/>
                </a:cubicBezTo>
                <a:close/>
                <a:moveTo>
                  <a:pt x="12013619" y="339360"/>
                </a:moveTo>
                <a:cubicBezTo>
                  <a:pt x="12014970" y="338642"/>
                  <a:pt x="12013942" y="338146"/>
                  <a:pt x="12019075" y="339730"/>
                </a:cubicBezTo>
                <a:lnTo>
                  <a:pt x="12017617" y="340571"/>
                </a:lnTo>
                <a:lnTo>
                  <a:pt x="12017563" y="340571"/>
                </a:lnTo>
                <a:cubicBezTo>
                  <a:pt x="12016266" y="340176"/>
                  <a:pt x="12014916" y="339755"/>
                  <a:pt x="12013619" y="339360"/>
                </a:cubicBezTo>
                <a:close/>
                <a:moveTo>
                  <a:pt x="12035331" y="322487"/>
                </a:moveTo>
                <a:cubicBezTo>
                  <a:pt x="12040505" y="322487"/>
                  <a:pt x="12045868" y="322786"/>
                  <a:pt x="12051043" y="322922"/>
                </a:cubicBezTo>
                <a:lnTo>
                  <a:pt x="12056216" y="324689"/>
                </a:lnTo>
                <a:lnTo>
                  <a:pt x="12051925" y="326700"/>
                </a:lnTo>
                <a:lnTo>
                  <a:pt x="12048844" y="327408"/>
                </a:lnTo>
                <a:lnTo>
                  <a:pt x="12046901" y="323919"/>
                </a:lnTo>
                <a:cubicBezTo>
                  <a:pt x="12039121" y="323968"/>
                  <a:pt x="12032205" y="324414"/>
                  <a:pt x="12026194" y="325620"/>
                </a:cubicBezTo>
                <a:lnTo>
                  <a:pt x="12011664" y="331580"/>
                </a:lnTo>
                <a:lnTo>
                  <a:pt x="12012982" y="331785"/>
                </a:lnTo>
                <a:lnTo>
                  <a:pt x="12035743" y="330669"/>
                </a:lnTo>
                <a:lnTo>
                  <a:pt x="12035327" y="331511"/>
                </a:lnTo>
                <a:lnTo>
                  <a:pt x="12024465" y="333572"/>
                </a:lnTo>
                <a:lnTo>
                  <a:pt x="12012982" y="331785"/>
                </a:lnTo>
                <a:lnTo>
                  <a:pt x="12010917" y="331887"/>
                </a:lnTo>
                <a:lnTo>
                  <a:pt x="12011664" y="331580"/>
                </a:lnTo>
                <a:lnTo>
                  <a:pt x="12011565" y="331565"/>
                </a:lnTo>
                <a:lnTo>
                  <a:pt x="11984779" y="327040"/>
                </a:lnTo>
                <a:lnTo>
                  <a:pt x="11985102" y="326913"/>
                </a:lnTo>
                <a:lnTo>
                  <a:pt x="11983878" y="323160"/>
                </a:lnTo>
                <a:lnTo>
                  <a:pt x="12001129" y="323574"/>
                </a:lnTo>
                <a:lnTo>
                  <a:pt x="12001254" y="323411"/>
                </a:lnTo>
                <a:cubicBezTo>
                  <a:pt x="12012551" y="323411"/>
                  <a:pt x="12022646" y="323248"/>
                  <a:pt x="12026370" y="322868"/>
                </a:cubicBezTo>
                <a:cubicBezTo>
                  <a:pt x="12029272" y="322596"/>
                  <a:pt x="12032302" y="322487"/>
                  <a:pt x="12035331" y="322487"/>
                </a:cubicBezTo>
                <a:close/>
                <a:moveTo>
                  <a:pt x="12105436" y="321672"/>
                </a:moveTo>
                <a:cubicBezTo>
                  <a:pt x="12107013" y="321672"/>
                  <a:pt x="12108591" y="321726"/>
                  <a:pt x="12110105" y="321889"/>
                </a:cubicBezTo>
                <a:cubicBezTo>
                  <a:pt x="12113766" y="322324"/>
                  <a:pt x="12116983" y="323601"/>
                  <a:pt x="12120391" y="324498"/>
                </a:cubicBezTo>
                <a:cubicBezTo>
                  <a:pt x="12117362" y="325504"/>
                  <a:pt x="12114523" y="327216"/>
                  <a:pt x="12111305" y="327379"/>
                </a:cubicBezTo>
                <a:cubicBezTo>
                  <a:pt x="12101272" y="327842"/>
                  <a:pt x="12090734" y="327135"/>
                  <a:pt x="12082783" y="331103"/>
                </a:cubicBezTo>
                <a:cubicBezTo>
                  <a:pt x="12080638" y="332163"/>
                  <a:pt x="12078681" y="332734"/>
                  <a:pt x="12077040" y="332734"/>
                </a:cubicBezTo>
                <a:cubicBezTo>
                  <a:pt x="12075653" y="332734"/>
                  <a:pt x="12074453" y="332326"/>
                  <a:pt x="12073697" y="331402"/>
                </a:cubicBezTo>
                <a:cubicBezTo>
                  <a:pt x="12072245" y="329744"/>
                  <a:pt x="12070983" y="327570"/>
                  <a:pt x="12071993" y="325966"/>
                </a:cubicBezTo>
                <a:cubicBezTo>
                  <a:pt x="12072939" y="324390"/>
                  <a:pt x="12076535" y="322432"/>
                  <a:pt x="12079627" y="322106"/>
                </a:cubicBezTo>
                <a:cubicBezTo>
                  <a:pt x="12082026" y="321862"/>
                  <a:pt x="12084550" y="321780"/>
                  <a:pt x="12087074" y="321780"/>
                </a:cubicBezTo>
                <a:cubicBezTo>
                  <a:pt x="12090671" y="321780"/>
                  <a:pt x="12094330" y="321944"/>
                  <a:pt x="12097927" y="321944"/>
                </a:cubicBezTo>
                <a:lnTo>
                  <a:pt x="12097927" y="321807"/>
                </a:lnTo>
                <a:cubicBezTo>
                  <a:pt x="12100387" y="321807"/>
                  <a:pt x="12102976" y="321672"/>
                  <a:pt x="12105436" y="321672"/>
                </a:cubicBezTo>
                <a:close/>
                <a:moveTo>
                  <a:pt x="402634" y="278456"/>
                </a:moveTo>
                <a:lnTo>
                  <a:pt x="405305" y="279689"/>
                </a:lnTo>
                <a:lnTo>
                  <a:pt x="404638" y="279801"/>
                </a:lnTo>
                <a:lnTo>
                  <a:pt x="400329" y="278505"/>
                </a:lnTo>
                <a:close/>
                <a:moveTo>
                  <a:pt x="363448" y="277858"/>
                </a:moveTo>
                <a:lnTo>
                  <a:pt x="364856" y="277898"/>
                </a:lnTo>
                <a:lnTo>
                  <a:pt x="367085" y="281697"/>
                </a:lnTo>
                <a:cubicBezTo>
                  <a:pt x="369664" y="283300"/>
                  <a:pt x="371574" y="284951"/>
                  <a:pt x="365641" y="286378"/>
                </a:cubicBezTo>
                <a:cubicBezTo>
                  <a:pt x="358574" y="288091"/>
                  <a:pt x="346900" y="286324"/>
                  <a:pt x="341473" y="288525"/>
                </a:cubicBezTo>
                <a:cubicBezTo>
                  <a:pt x="321912" y="296489"/>
                  <a:pt x="304117" y="305485"/>
                  <a:pt x="285691" y="314101"/>
                </a:cubicBezTo>
                <a:cubicBezTo>
                  <a:pt x="288783" y="318613"/>
                  <a:pt x="292884" y="323043"/>
                  <a:pt x="294841" y="327691"/>
                </a:cubicBezTo>
                <a:cubicBezTo>
                  <a:pt x="296986" y="332855"/>
                  <a:pt x="289540" y="336932"/>
                  <a:pt x="279507" y="336932"/>
                </a:cubicBezTo>
                <a:cubicBezTo>
                  <a:pt x="278435" y="336932"/>
                  <a:pt x="277362" y="336878"/>
                  <a:pt x="276290" y="336796"/>
                </a:cubicBezTo>
                <a:cubicBezTo>
                  <a:pt x="257800" y="335247"/>
                  <a:pt x="240573" y="330599"/>
                  <a:pt x="221328" y="330599"/>
                </a:cubicBezTo>
                <a:cubicBezTo>
                  <a:pt x="219308" y="330599"/>
                  <a:pt x="217226" y="330654"/>
                  <a:pt x="215144" y="330762"/>
                </a:cubicBezTo>
                <a:lnTo>
                  <a:pt x="210222" y="329023"/>
                </a:lnTo>
                <a:cubicBezTo>
                  <a:pt x="207635" y="327664"/>
                  <a:pt x="209085" y="325217"/>
                  <a:pt x="214007" y="325217"/>
                </a:cubicBezTo>
                <a:cubicBezTo>
                  <a:pt x="214071" y="325217"/>
                  <a:pt x="214134" y="325217"/>
                  <a:pt x="214260" y="325217"/>
                </a:cubicBezTo>
                <a:cubicBezTo>
                  <a:pt x="214512" y="325217"/>
                  <a:pt x="214702" y="325217"/>
                  <a:pt x="214954" y="325217"/>
                </a:cubicBezTo>
                <a:cubicBezTo>
                  <a:pt x="233317" y="325217"/>
                  <a:pt x="227133" y="312851"/>
                  <a:pt x="243098" y="312063"/>
                </a:cubicBezTo>
                <a:cubicBezTo>
                  <a:pt x="243540" y="309182"/>
                  <a:pt x="243540" y="306246"/>
                  <a:pt x="244865" y="303447"/>
                </a:cubicBezTo>
                <a:cubicBezTo>
                  <a:pt x="245684" y="301735"/>
                  <a:pt x="247199" y="301028"/>
                  <a:pt x="249282" y="301028"/>
                </a:cubicBezTo>
                <a:cubicBezTo>
                  <a:pt x="250670" y="301028"/>
                  <a:pt x="252311" y="301327"/>
                  <a:pt x="254078" y="301897"/>
                </a:cubicBezTo>
                <a:cubicBezTo>
                  <a:pt x="256854" y="302740"/>
                  <a:pt x="260136" y="304425"/>
                  <a:pt x="263353" y="304425"/>
                </a:cubicBezTo>
                <a:cubicBezTo>
                  <a:pt x="265246" y="304425"/>
                  <a:pt x="267139" y="303855"/>
                  <a:pt x="268906" y="302196"/>
                </a:cubicBezTo>
                <a:cubicBezTo>
                  <a:pt x="273702" y="297821"/>
                  <a:pt x="278308" y="293336"/>
                  <a:pt x="281526" y="288661"/>
                </a:cubicBezTo>
                <a:lnTo>
                  <a:pt x="274927" y="283229"/>
                </a:lnTo>
                <a:lnTo>
                  <a:pt x="302681" y="284463"/>
                </a:lnTo>
                <a:cubicBezTo>
                  <a:pt x="312272" y="284463"/>
                  <a:pt x="321989" y="284164"/>
                  <a:pt x="331707" y="283919"/>
                </a:cubicBezTo>
                <a:cubicBezTo>
                  <a:pt x="341236" y="279000"/>
                  <a:pt x="352152" y="277858"/>
                  <a:pt x="363448" y="277858"/>
                </a:cubicBezTo>
                <a:close/>
                <a:moveTo>
                  <a:pt x="12061958" y="224722"/>
                </a:moveTo>
                <a:lnTo>
                  <a:pt x="12069658" y="226652"/>
                </a:lnTo>
                <a:lnTo>
                  <a:pt x="12064441" y="234041"/>
                </a:lnTo>
                <a:lnTo>
                  <a:pt x="12064483" y="234072"/>
                </a:lnTo>
                <a:lnTo>
                  <a:pt x="12064421" y="234072"/>
                </a:lnTo>
                <a:lnTo>
                  <a:pt x="12064441" y="234041"/>
                </a:lnTo>
                <a:lnTo>
                  <a:pt x="12058426" y="229641"/>
                </a:lnTo>
                <a:cubicBezTo>
                  <a:pt x="12057984" y="228092"/>
                  <a:pt x="12060635" y="226380"/>
                  <a:pt x="12061958" y="224722"/>
                </a:cubicBezTo>
                <a:close/>
                <a:moveTo>
                  <a:pt x="506229" y="223657"/>
                </a:moveTo>
                <a:cubicBezTo>
                  <a:pt x="513685" y="223657"/>
                  <a:pt x="521196" y="224895"/>
                  <a:pt x="528652" y="225661"/>
                </a:cubicBezTo>
                <a:lnTo>
                  <a:pt x="527181" y="228860"/>
                </a:lnTo>
                <a:lnTo>
                  <a:pt x="501368" y="228898"/>
                </a:lnTo>
                <a:lnTo>
                  <a:pt x="499523" y="227789"/>
                </a:lnTo>
                <a:cubicBezTo>
                  <a:pt x="500422" y="225748"/>
                  <a:pt x="503501" y="223657"/>
                  <a:pt x="506229" y="223657"/>
                </a:cubicBezTo>
                <a:close/>
                <a:moveTo>
                  <a:pt x="11972448" y="214577"/>
                </a:moveTo>
                <a:lnTo>
                  <a:pt x="11972379" y="214643"/>
                </a:lnTo>
                <a:lnTo>
                  <a:pt x="11972292" y="214608"/>
                </a:lnTo>
                <a:close/>
                <a:moveTo>
                  <a:pt x="11973869" y="211458"/>
                </a:moveTo>
                <a:lnTo>
                  <a:pt x="11977908" y="213388"/>
                </a:lnTo>
                <a:lnTo>
                  <a:pt x="11974437" y="215481"/>
                </a:lnTo>
                <a:lnTo>
                  <a:pt x="11972856" y="214837"/>
                </a:lnTo>
                <a:lnTo>
                  <a:pt x="11972988" y="214848"/>
                </a:lnTo>
                <a:lnTo>
                  <a:pt x="11970170" y="213424"/>
                </a:lnTo>
                <a:close/>
                <a:moveTo>
                  <a:pt x="454577" y="182186"/>
                </a:moveTo>
                <a:lnTo>
                  <a:pt x="453661" y="182293"/>
                </a:lnTo>
                <a:lnTo>
                  <a:pt x="453928" y="182508"/>
                </a:lnTo>
                <a:close/>
                <a:moveTo>
                  <a:pt x="821524" y="177088"/>
                </a:moveTo>
                <a:cubicBezTo>
                  <a:pt x="895538" y="176016"/>
                  <a:pt x="859018" y="187791"/>
                  <a:pt x="851643" y="187902"/>
                </a:cubicBezTo>
                <a:cubicBezTo>
                  <a:pt x="734532" y="189610"/>
                  <a:pt x="740114" y="189745"/>
                  <a:pt x="723898" y="189705"/>
                </a:cubicBezTo>
                <a:lnTo>
                  <a:pt x="695105" y="189659"/>
                </a:lnTo>
                <a:lnTo>
                  <a:pt x="695064" y="189684"/>
                </a:lnTo>
                <a:lnTo>
                  <a:pt x="695064" y="189659"/>
                </a:lnTo>
                <a:lnTo>
                  <a:pt x="695105" y="189659"/>
                </a:lnTo>
                <a:lnTo>
                  <a:pt x="705492" y="183350"/>
                </a:lnTo>
                <a:cubicBezTo>
                  <a:pt x="759900" y="179230"/>
                  <a:pt x="796853" y="177445"/>
                  <a:pt x="821524" y="177088"/>
                </a:cubicBezTo>
                <a:close/>
                <a:moveTo>
                  <a:pt x="442636" y="173427"/>
                </a:moveTo>
                <a:lnTo>
                  <a:pt x="443204" y="173884"/>
                </a:lnTo>
                <a:lnTo>
                  <a:pt x="443393" y="173824"/>
                </a:lnTo>
                <a:close/>
                <a:moveTo>
                  <a:pt x="709166" y="169171"/>
                </a:moveTo>
                <a:cubicBezTo>
                  <a:pt x="710570" y="169616"/>
                  <a:pt x="711976" y="170038"/>
                  <a:pt x="713326" y="170483"/>
                </a:cubicBezTo>
                <a:cubicBezTo>
                  <a:pt x="710976" y="171584"/>
                  <a:pt x="709247" y="172264"/>
                  <a:pt x="708450" y="172165"/>
                </a:cubicBezTo>
                <a:cubicBezTo>
                  <a:pt x="707653" y="172067"/>
                  <a:pt x="707788" y="171188"/>
                  <a:pt x="709166" y="169171"/>
                </a:cubicBezTo>
                <a:close/>
                <a:moveTo>
                  <a:pt x="12013977" y="165976"/>
                </a:moveTo>
                <a:cubicBezTo>
                  <a:pt x="12017941" y="166852"/>
                  <a:pt x="12020156" y="168899"/>
                  <a:pt x="12020642" y="172908"/>
                </a:cubicBezTo>
                <a:lnTo>
                  <a:pt x="11996815" y="166079"/>
                </a:lnTo>
                <a:cubicBezTo>
                  <a:pt x="12004299" y="165398"/>
                  <a:pt x="12010012" y="165101"/>
                  <a:pt x="12013977" y="165976"/>
                </a:cubicBezTo>
                <a:close/>
                <a:moveTo>
                  <a:pt x="780809" y="155538"/>
                </a:moveTo>
                <a:lnTo>
                  <a:pt x="781404" y="158680"/>
                </a:lnTo>
                <a:lnTo>
                  <a:pt x="764547" y="160239"/>
                </a:lnTo>
                <a:lnTo>
                  <a:pt x="763195" y="155538"/>
                </a:lnTo>
                <a:lnTo>
                  <a:pt x="763250" y="155538"/>
                </a:lnTo>
                <a:close/>
                <a:moveTo>
                  <a:pt x="824304" y="153707"/>
                </a:moveTo>
                <a:lnTo>
                  <a:pt x="824357" y="153731"/>
                </a:lnTo>
                <a:lnTo>
                  <a:pt x="832462" y="156750"/>
                </a:lnTo>
                <a:cubicBezTo>
                  <a:pt x="830246" y="157789"/>
                  <a:pt x="828303" y="159249"/>
                  <a:pt x="825708" y="159670"/>
                </a:cubicBezTo>
                <a:cubicBezTo>
                  <a:pt x="824411" y="159868"/>
                  <a:pt x="820522" y="158185"/>
                  <a:pt x="820359" y="157245"/>
                </a:cubicBezTo>
                <a:cubicBezTo>
                  <a:pt x="820144" y="156156"/>
                  <a:pt x="822791" y="154944"/>
                  <a:pt x="824304" y="153707"/>
                </a:cubicBezTo>
                <a:close/>
                <a:moveTo>
                  <a:pt x="11835354" y="146436"/>
                </a:moveTo>
                <a:cubicBezTo>
                  <a:pt x="11851359" y="143531"/>
                  <a:pt x="11879462" y="147762"/>
                  <a:pt x="11893401" y="152271"/>
                </a:cubicBezTo>
                <a:cubicBezTo>
                  <a:pt x="11883352" y="154399"/>
                  <a:pt x="11864888" y="156335"/>
                  <a:pt x="11849536" y="156734"/>
                </a:cubicBezTo>
                <a:lnTo>
                  <a:pt x="11836934" y="154352"/>
                </a:lnTo>
                <a:lnTo>
                  <a:pt x="11836560" y="153185"/>
                </a:lnTo>
                <a:lnTo>
                  <a:pt x="11828800" y="149736"/>
                </a:lnTo>
                <a:close/>
                <a:moveTo>
                  <a:pt x="754929" y="145220"/>
                </a:moveTo>
                <a:lnTo>
                  <a:pt x="754716" y="146070"/>
                </a:lnTo>
                <a:lnTo>
                  <a:pt x="754766" y="146085"/>
                </a:lnTo>
                <a:lnTo>
                  <a:pt x="754712" y="146085"/>
                </a:lnTo>
                <a:lnTo>
                  <a:pt x="754716" y="146070"/>
                </a:lnTo>
                <a:lnTo>
                  <a:pt x="753092" y="145566"/>
                </a:lnTo>
                <a:close/>
                <a:moveTo>
                  <a:pt x="975852" y="139525"/>
                </a:moveTo>
                <a:lnTo>
                  <a:pt x="980850" y="139756"/>
                </a:lnTo>
                <a:lnTo>
                  <a:pt x="978753" y="140030"/>
                </a:lnTo>
                <a:cubicBezTo>
                  <a:pt x="978626" y="140084"/>
                  <a:pt x="978374" y="140111"/>
                  <a:pt x="978122" y="140111"/>
                </a:cubicBezTo>
                <a:close/>
                <a:moveTo>
                  <a:pt x="1448672" y="74635"/>
                </a:moveTo>
                <a:cubicBezTo>
                  <a:pt x="1455171" y="74635"/>
                  <a:pt x="1460535" y="77272"/>
                  <a:pt x="1460535" y="80588"/>
                </a:cubicBezTo>
                <a:cubicBezTo>
                  <a:pt x="1460598" y="84366"/>
                  <a:pt x="1455928" y="85236"/>
                  <a:pt x="1449492" y="85562"/>
                </a:cubicBezTo>
                <a:cubicBezTo>
                  <a:pt x="1448798" y="85616"/>
                  <a:pt x="1448103" y="85616"/>
                  <a:pt x="1447410" y="85616"/>
                </a:cubicBezTo>
                <a:cubicBezTo>
                  <a:pt x="1441730" y="85616"/>
                  <a:pt x="1438323" y="84285"/>
                  <a:pt x="1436998" y="81648"/>
                </a:cubicBezTo>
                <a:cubicBezTo>
                  <a:pt x="1435610" y="78115"/>
                  <a:pt x="1438765" y="75913"/>
                  <a:pt x="1444822" y="74934"/>
                </a:cubicBezTo>
                <a:cubicBezTo>
                  <a:pt x="1446148" y="74744"/>
                  <a:pt x="1447410" y="74635"/>
                  <a:pt x="1448672" y="74635"/>
                </a:cubicBezTo>
                <a:close/>
                <a:moveTo>
                  <a:pt x="8449168" y="69626"/>
                </a:moveTo>
                <a:lnTo>
                  <a:pt x="8448894" y="70497"/>
                </a:lnTo>
                <a:lnTo>
                  <a:pt x="8448287" y="69879"/>
                </a:lnTo>
                <a:close/>
                <a:moveTo>
                  <a:pt x="10813428" y="69308"/>
                </a:moveTo>
                <a:lnTo>
                  <a:pt x="10817150" y="72026"/>
                </a:lnTo>
                <a:lnTo>
                  <a:pt x="10813806" y="72896"/>
                </a:lnTo>
                <a:lnTo>
                  <a:pt x="10810210" y="71184"/>
                </a:lnTo>
                <a:close/>
                <a:moveTo>
                  <a:pt x="5414744" y="69064"/>
                </a:moveTo>
                <a:lnTo>
                  <a:pt x="5414987" y="71526"/>
                </a:lnTo>
                <a:lnTo>
                  <a:pt x="5413027" y="72264"/>
                </a:lnTo>
                <a:lnTo>
                  <a:pt x="5410389" y="71075"/>
                </a:lnTo>
                <a:close/>
                <a:moveTo>
                  <a:pt x="10762379" y="69064"/>
                </a:moveTo>
                <a:cubicBezTo>
                  <a:pt x="10768499" y="70015"/>
                  <a:pt x="10768815" y="71428"/>
                  <a:pt x="10762757" y="72896"/>
                </a:cubicBezTo>
                <a:lnTo>
                  <a:pt x="10760738" y="72298"/>
                </a:lnTo>
                <a:lnTo>
                  <a:pt x="10758025" y="71075"/>
                </a:lnTo>
                <a:close/>
                <a:moveTo>
                  <a:pt x="2060128" y="68928"/>
                </a:moveTo>
                <a:cubicBezTo>
                  <a:pt x="2066438" y="69933"/>
                  <a:pt x="2066753" y="71374"/>
                  <a:pt x="2060506" y="72842"/>
                </a:cubicBezTo>
                <a:lnTo>
                  <a:pt x="2058424" y="72244"/>
                </a:lnTo>
                <a:lnTo>
                  <a:pt x="2055647" y="71021"/>
                </a:lnTo>
                <a:close/>
                <a:moveTo>
                  <a:pt x="6066070" y="68928"/>
                </a:moveTo>
                <a:cubicBezTo>
                  <a:pt x="6072380" y="69933"/>
                  <a:pt x="6072696" y="71374"/>
                  <a:pt x="6066448" y="72842"/>
                </a:cubicBezTo>
                <a:lnTo>
                  <a:pt x="6064366" y="72244"/>
                </a:lnTo>
                <a:lnTo>
                  <a:pt x="6061589" y="71021"/>
                </a:lnTo>
                <a:close/>
                <a:moveTo>
                  <a:pt x="8533498" y="68928"/>
                </a:moveTo>
                <a:cubicBezTo>
                  <a:pt x="8539808" y="69933"/>
                  <a:pt x="8540124" y="71374"/>
                  <a:pt x="8533877" y="72842"/>
                </a:cubicBezTo>
                <a:lnTo>
                  <a:pt x="8531794" y="72244"/>
                </a:lnTo>
                <a:lnTo>
                  <a:pt x="8529018" y="71021"/>
                </a:lnTo>
                <a:close/>
                <a:moveTo>
                  <a:pt x="5575968" y="68439"/>
                </a:moveTo>
                <a:lnTo>
                  <a:pt x="5584708" y="72261"/>
                </a:lnTo>
                <a:lnTo>
                  <a:pt x="5571220" y="73075"/>
                </a:lnTo>
                <a:lnTo>
                  <a:pt x="5568081" y="69879"/>
                </a:lnTo>
                <a:lnTo>
                  <a:pt x="5572813" y="68520"/>
                </a:lnTo>
                <a:cubicBezTo>
                  <a:pt x="5573886" y="68439"/>
                  <a:pt x="5574959" y="68439"/>
                  <a:pt x="5575968" y="68439"/>
                </a:cubicBezTo>
                <a:close/>
                <a:moveTo>
                  <a:pt x="10923603" y="68439"/>
                </a:moveTo>
                <a:lnTo>
                  <a:pt x="10935968" y="73846"/>
                </a:lnTo>
                <a:lnTo>
                  <a:pt x="10936034" y="73847"/>
                </a:lnTo>
                <a:lnTo>
                  <a:pt x="10936045" y="73875"/>
                </a:lnTo>
                <a:lnTo>
                  <a:pt x="10937171" y="73875"/>
                </a:lnTo>
                <a:lnTo>
                  <a:pt x="10937612" y="74527"/>
                </a:lnTo>
                <a:cubicBezTo>
                  <a:pt x="10940830" y="75043"/>
                  <a:pt x="10944680" y="75397"/>
                  <a:pt x="10946005" y="76456"/>
                </a:cubicBezTo>
                <a:cubicBezTo>
                  <a:pt x="10947709" y="77789"/>
                  <a:pt x="10946067" y="79039"/>
                  <a:pt x="10943734" y="79039"/>
                </a:cubicBezTo>
                <a:lnTo>
                  <a:pt x="10943670" y="79039"/>
                </a:lnTo>
                <a:cubicBezTo>
                  <a:pt x="10942976" y="79039"/>
                  <a:pt x="10942156" y="78930"/>
                  <a:pt x="10941398" y="78659"/>
                </a:cubicBezTo>
                <a:cubicBezTo>
                  <a:pt x="10939190" y="77897"/>
                  <a:pt x="10938623" y="76076"/>
                  <a:pt x="10937612" y="74527"/>
                </a:cubicBezTo>
                <a:lnTo>
                  <a:pt x="10936224" y="74310"/>
                </a:lnTo>
                <a:lnTo>
                  <a:pt x="10936045" y="73875"/>
                </a:lnTo>
                <a:lnTo>
                  <a:pt x="10936034" y="73875"/>
                </a:lnTo>
                <a:lnTo>
                  <a:pt x="10935968" y="73846"/>
                </a:lnTo>
                <a:lnTo>
                  <a:pt x="10919187" y="73412"/>
                </a:lnTo>
                <a:lnTo>
                  <a:pt x="10915716" y="69879"/>
                </a:lnTo>
                <a:lnTo>
                  <a:pt x="10920448" y="68520"/>
                </a:lnTo>
                <a:cubicBezTo>
                  <a:pt x="10921521" y="68439"/>
                  <a:pt x="10922594" y="68439"/>
                  <a:pt x="10923603" y="68439"/>
                </a:cubicBezTo>
                <a:close/>
                <a:moveTo>
                  <a:pt x="2026052" y="68113"/>
                </a:moveTo>
                <a:cubicBezTo>
                  <a:pt x="2030722" y="68575"/>
                  <a:pt x="2037664" y="67895"/>
                  <a:pt x="2036591" y="71646"/>
                </a:cubicBezTo>
                <a:cubicBezTo>
                  <a:pt x="2036338" y="72489"/>
                  <a:pt x="2030596" y="73521"/>
                  <a:pt x="2027188" y="73521"/>
                </a:cubicBezTo>
                <a:cubicBezTo>
                  <a:pt x="2027062" y="73521"/>
                  <a:pt x="2026873" y="73521"/>
                  <a:pt x="2026747" y="73521"/>
                </a:cubicBezTo>
                <a:cubicBezTo>
                  <a:pt x="2023402" y="73412"/>
                  <a:pt x="2020248" y="71917"/>
                  <a:pt x="2016966" y="71048"/>
                </a:cubicBezTo>
                <a:close/>
                <a:moveTo>
                  <a:pt x="6031995" y="68113"/>
                </a:moveTo>
                <a:cubicBezTo>
                  <a:pt x="6036664" y="68575"/>
                  <a:pt x="6043606" y="67895"/>
                  <a:pt x="6042533" y="71646"/>
                </a:cubicBezTo>
                <a:cubicBezTo>
                  <a:pt x="6042280" y="72489"/>
                  <a:pt x="6036538" y="73521"/>
                  <a:pt x="6033130" y="73521"/>
                </a:cubicBezTo>
                <a:cubicBezTo>
                  <a:pt x="6033005" y="73521"/>
                  <a:pt x="6032815" y="73521"/>
                  <a:pt x="6032689" y="73521"/>
                </a:cubicBezTo>
                <a:cubicBezTo>
                  <a:pt x="6029344" y="73412"/>
                  <a:pt x="6026190" y="71917"/>
                  <a:pt x="6022908" y="71048"/>
                </a:cubicBezTo>
                <a:close/>
                <a:moveTo>
                  <a:pt x="8499423" y="68113"/>
                </a:moveTo>
                <a:cubicBezTo>
                  <a:pt x="8504092" y="68575"/>
                  <a:pt x="8511035" y="67895"/>
                  <a:pt x="8509961" y="71646"/>
                </a:cubicBezTo>
                <a:lnTo>
                  <a:pt x="8502480" y="73138"/>
                </a:lnTo>
                <a:lnTo>
                  <a:pt x="8498995" y="68251"/>
                </a:lnTo>
                <a:close/>
                <a:moveTo>
                  <a:pt x="8160325" y="62933"/>
                </a:moveTo>
                <a:lnTo>
                  <a:pt x="8160504" y="62976"/>
                </a:lnTo>
                <a:lnTo>
                  <a:pt x="8160438" y="63112"/>
                </a:lnTo>
                <a:close/>
                <a:moveTo>
                  <a:pt x="5503653" y="62513"/>
                </a:moveTo>
                <a:cubicBezTo>
                  <a:pt x="5512677" y="65693"/>
                  <a:pt x="5521764" y="68330"/>
                  <a:pt x="5532869" y="68330"/>
                </a:cubicBezTo>
                <a:lnTo>
                  <a:pt x="5532869" y="68357"/>
                </a:lnTo>
                <a:cubicBezTo>
                  <a:pt x="5534006" y="68357"/>
                  <a:pt x="5535141" y="68330"/>
                  <a:pt x="5536278" y="68276"/>
                </a:cubicBezTo>
                <a:lnTo>
                  <a:pt x="5536845" y="67569"/>
                </a:lnTo>
                <a:lnTo>
                  <a:pt x="5538927" y="67514"/>
                </a:lnTo>
                <a:lnTo>
                  <a:pt x="5542714" y="63492"/>
                </a:lnTo>
                <a:lnTo>
                  <a:pt x="5546816" y="63764"/>
                </a:lnTo>
                <a:cubicBezTo>
                  <a:pt x="5547761" y="67107"/>
                  <a:pt x="5543471" y="67406"/>
                  <a:pt x="5538927" y="67514"/>
                </a:cubicBezTo>
                <a:cubicBezTo>
                  <a:pt x="5538927" y="67514"/>
                  <a:pt x="5538233" y="68276"/>
                  <a:pt x="5538233" y="68276"/>
                </a:cubicBezTo>
                <a:lnTo>
                  <a:pt x="5536278" y="68276"/>
                </a:lnTo>
                <a:cubicBezTo>
                  <a:pt x="5535016" y="69906"/>
                  <a:pt x="5534131" y="71945"/>
                  <a:pt x="5531797" y="72462"/>
                </a:cubicBezTo>
                <a:lnTo>
                  <a:pt x="5527799" y="72924"/>
                </a:lnTo>
                <a:lnTo>
                  <a:pt x="5518094" y="67922"/>
                </a:lnTo>
                <a:cubicBezTo>
                  <a:pt x="5510395" y="67080"/>
                  <a:pt x="5502571" y="66346"/>
                  <a:pt x="5494936" y="65286"/>
                </a:cubicBezTo>
                <a:lnTo>
                  <a:pt x="5493328" y="64958"/>
                </a:lnTo>
                <a:lnTo>
                  <a:pt x="5492169" y="63410"/>
                </a:lnTo>
                <a:close/>
                <a:moveTo>
                  <a:pt x="8383860" y="62513"/>
                </a:moveTo>
                <a:lnTo>
                  <a:pt x="8402506" y="66226"/>
                </a:lnTo>
                <a:lnTo>
                  <a:pt x="8403445" y="67215"/>
                </a:lnTo>
                <a:cubicBezTo>
                  <a:pt x="8405465" y="68602"/>
                  <a:pt x="8405781" y="70531"/>
                  <a:pt x="8406916" y="72190"/>
                </a:cubicBezTo>
                <a:cubicBezTo>
                  <a:pt x="8403760" y="72543"/>
                  <a:pt x="8399533" y="73576"/>
                  <a:pt x="8396946" y="73576"/>
                </a:cubicBezTo>
                <a:cubicBezTo>
                  <a:pt x="8396378" y="73576"/>
                  <a:pt x="8395809" y="73521"/>
                  <a:pt x="8395431" y="73385"/>
                </a:cubicBezTo>
                <a:lnTo>
                  <a:pt x="8376878" y="69423"/>
                </a:lnTo>
                <a:lnTo>
                  <a:pt x="8372376" y="63410"/>
                </a:lnTo>
                <a:close/>
                <a:moveTo>
                  <a:pt x="10851289" y="62513"/>
                </a:moveTo>
                <a:cubicBezTo>
                  <a:pt x="10860312" y="65693"/>
                  <a:pt x="10869399" y="68330"/>
                  <a:pt x="10880505" y="68330"/>
                </a:cubicBezTo>
                <a:lnTo>
                  <a:pt x="10880505" y="68357"/>
                </a:lnTo>
                <a:cubicBezTo>
                  <a:pt x="10881641" y="68357"/>
                  <a:pt x="10882776" y="68330"/>
                  <a:pt x="10883913" y="68276"/>
                </a:cubicBezTo>
                <a:lnTo>
                  <a:pt x="10884480" y="67569"/>
                </a:lnTo>
                <a:lnTo>
                  <a:pt x="10886562" y="67514"/>
                </a:lnTo>
                <a:lnTo>
                  <a:pt x="10890349" y="63492"/>
                </a:lnTo>
                <a:lnTo>
                  <a:pt x="10894451" y="63764"/>
                </a:lnTo>
                <a:cubicBezTo>
                  <a:pt x="10895397" y="67107"/>
                  <a:pt x="10891106" y="67406"/>
                  <a:pt x="10886562" y="67514"/>
                </a:cubicBezTo>
                <a:cubicBezTo>
                  <a:pt x="10886562" y="67514"/>
                  <a:pt x="10885869" y="68276"/>
                  <a:pt x="10885869" y="68276"/>
                </a:cubicBezTo>
                <a:lnTo>
                  <a:pt x="10883913" y="68276"/>
                </a:lnTo>
                <a:cubicBezTo>
                  <a:pt x="10882651" y="69906"/>
                  <a:pt x="10881767" y="71945"/>
                  <a:pt x="10879433" y="72462"/>
                </a:cubicBezTo>
                <a:cubicBezTo>
                  <a:pt x="10874322" y="73576"/>
                  <a:pt x="10869146" y="74228"/>
                  <a:pt x="10864162" y="74228"/>
                </a:cubicBezTo>
                <a:cubicBezTo>
                  <a:pt x="10857283" y="74228"/>
                  <a:pt x="10850721" y="73005"/>
                  <a:pt x="10844853" y="70151"/>
                </a:cubicBezTo>
                <a:cubicBezTo>
                  <a:pt x="10841193" y="68384"/>
                  <a:pt x="10833873" y="66509"/>
                  <a:pt x="10839805" y="63410"/>
                </a:cubicBezTo>
                <a:close/>
                <a:moveTo>
                  <a:pt x="5356248" y="62024"/>
                </a:moveTo>
                <a:lnTo>
                  <a:pt x="5369371" y="67649"/>
                </a:lnTo>
                <a:lnTo>
                  <a:pt x="5369436" y="67651"/>
                </a:lnTo>
                <a:lnTo>
                  <a:pt x="5370446" y="67651"/>
                </a:lnTo>
                <a:lnTo>
                  <a:pt x="5370573" y="68085"/>
                </a:lnTo>
                <a:lnTo>
                  <a:pt x="5370698" y="68085"/>
                </a:lnTo>
                <a:lnTo>
                  <a:pt x="5370705" y="68088"/>
                </a:lnTo>
                <a:lnTo>
                  <a:pt x="5388114" y="68520"/>
                </a:lnTo>
                <a:lnTo>
                  <a:pt x="5390576" y="69227"/>
                </a:lnTo>
                <a:lnTo>
                  <a:pt x="5392910" y="70342"/>
                </a:lnTo>
                <a:lnTo>
                  <a:pt x="5389691" y="72325"/>
                </a:lnTo>
                <a:lnTo>
                  <a:pt x="5386221" y="73603"/>
                </a:lnTo>
                <a:lnTo>
                  <a:pt x="5382299" y="73761"/>
                </a:lnTo>
                <a:lnTo>
                  <a:pt x="5382308" y="73766"/>
                </a:lnTo>
                <a:lnTo>
                  <a:pt x="5382182" y="73766"/>
                </a:lnTo>
                <a:lnTo>
                  <a:pt x="5382299" y="73761"/>
                </a:lnTo>
                <a:lnTo>
                  <a:pt x="5370705" y="68088"/>
                </a:lnTo>
                <a:lnTo>
                  <a:pt x="5370573" y="68085"/>
                </a:lnTo>
                <a:lnTo>
                  <a:pt x="5369688" y="68085"/>
                </a:lnTo>
                <a:lnTo>
                  <a:pt x="5369436" y="67651"/>
                </a:lnTo>
                <a:lnTo>
                  <a:pt x="5369373" y="67651"/>
                </a:lnTo>
                <a:lnTo>
                  <a:pt x="5369371" y="67649"/>
                </a:lnTo>
                <a:lnTo>
                  <a:pt x="5340220" y="67215"/>
                </a:lnTo>
                <a:lnTo>
                  <a:pt x="5335424" y="65476"/>
                </a:lnTo>
                <a:lnTo>
                  <a:pt x="5336118" y="63845"/>
                </a:lnTo>
                <a:cubicBezTo>
                  <a:pt x="5341734" y="63166"/>
                  <a:pt x="5347476" y="62432"/>
                  <a:pt x="5353282" y="62106"/>
                </a:cubicBezTo>
                <a:cubicBezTo>
                  <a:pt x="5354292" y="62052"/>
                  <a:pt x="5355301" y="62024"/>
                  <a:pt x="5356248" y="62024"/>
                </a:cubicBezTo>
                <a:close/>
                <a:moveTo>
                  <a:pt x="10703883" y="62024"/>
                </a:moveTo>
                <a:lnTo>
                  <a:pt x="10717006" y="67649"/>
                </a:lnTo>
                <a:lnTo>
                  <a:pt x="10717072" y="67651"/>
                </a:lnTo>
                <a:lnTo>
                  <a:pt x="10718082" y="67651"/>
                </a:lnTo>
                <a:lnTo>
                  <a:pt x="10718208" y="68085"/>
                </a:lnTo>
                <a:lnTo>
                  <a:pt x="10718334" y="68085"/>
                </a:lnTo>
                <a:lnTo>
                  <a:pt x="10718341" y="68088"/>
                </a:lnTo>
                <a:lnTo>
                  <a:pt x="10735750" y="68520"/>
                </a:lnTo>
                <a:lnTo>
                  <a:pt x="10738211" y="69227"/>
                </a:lnTo>
                <a:lnTo>
                  <a:pt x="10740545" y="70342"/>
                </a:lnTo>
                <a:lnTo>
                  <a:pt x="10737326" y="72325"/>
                </a:lnTo>
                <a:lnTo>
                  <a:pt x="10733856" y="73603"/>
                </a:lnTo>
                <a:lnTo>
                  <a:pt x="10729935" y="73761"/>
                </a:lnTo>
                <a:lnTo>
                  <a:pt x="10729944" y="73766"/>
                </a:lnTo>
                <a:lnTo>
                  <a:pt x="10729817" y="73766"/>
                </a:lnTo>
                <a:lnTo>
                  <a:pt x="10729935" y="73761"/>
                </a:lnTo>
                <a:lnTo>
                  <a:pt x="10718341" y="68088"/>
                </a:lnTo>
                <a:lnTo>
                  <a:pt x="10718208" y="68085"/>
                </a:lnTo>
                <a:lnTo>
                  <a:pt x="10717324" y="68085"/>
                </a:lnTo>
                <a:lnTo>
                  <a:pt x="10717072" y="67651"/>
                </a:lnTo>
                <a:lnTo>
                  <a:pt x="10717008" y="67651"/>
                </a:lnTo>
                <a:lnTo>
                  <a:pt x="10717006" y="67649"/>
                </a:lnTo>
                <a:lnTo>
                  <a:pt x="10687855" y="67215"/>
                </a:lnTo>
                <a:lnTo>
                  <a:pt x="10683060" y="65476"/>
                </a:lnTo>
                <a:lnTo>
                  <a:pt x="10683754" y="63845"/>
                </a:lnTo>
                <a:cubicBezTo>
                  <a:pt x="10689370" y="63166"/>
                  <a:pt x="10695112" y="62432"/>
                  <a:pt x="10700918" y="62106"/>
                </a:cubicBezTo>
                <a:cubicBezTo>
                  <a:pt x="10701928" y="62052"/>
                  <a:pt x="10702936" y="62024"/>
                  <a:pt x="10703883" y="62024"/>
                </a:cubicBezTo>
                <a:close/>
                <a:moveTo>
                  <a:pt x="1964338" y="55230"/>
                </a:moveTo>
                <a:lnTo>
                  <a:pt x="1964338" y="56041"/>
                </a:lnTo>
                <a:lnTo>
                  <a:pt x="1964465" y="56072"/>
                </a:lnTo>
                <a:lnTo>
                  <a:pt x="1964470" y="56109"/>
                </a:lnTo>
                <a:lnTo>
                  <a:pt x="1978790" y="60122"/>
                </a:lnTo>
                <a:cubicBezTo>
                  <a:pt x="1989706" y="64743"/>
                  <a:pt x="1988697" y="66346"/>
                  <a:pt x="1975256" y="71347"/>
                </a:cubicBezTo>
                <a:lnTo>
                  <a:pt x="1969636" y="72704"/>
                </a:lnTo>
                <a:lnTo>
                  <a:pt x="1969639" y="72706"/>
                </a:lnTo>
                <a:lnTo>
                  <a:pt x="1969514" y="72733"/>
                </a:lnTo>
                <a:lnTo>
                  <a:pt x="1969636" y="72704"/>
                </a:lnTo>
                <a:lnTo>
                  <a:pt x="1966422" y="70423"/>
                </a:lnTo>
                <a:lnTo>
                  <a:pt x="1964470" y="56109"/>
                </a:lnTo>
                <a:lnTo>
                  <a:pt x="1964338" y="56072"/>
                </a:lnTo>
                <a:lnTo>
                  <a:pt x="1964338" y="56041"/>
                </a:lnTo>
                <a:lnTo>
                  <a:pt x="1963266" y="55773"/>
                </a:lnTo>
                <a:lnTo>
                  <a:pt x="1963013" y="55230"/>
                </a:lnTo>
                <a:close/>
                <a:moveTo>
                  <a:pt x="5970281" y="55230"/>
                </a:moveTo>
                <a:lnTo>
                  <a:pt x="5970281" y="56041"/>
                </a:lnTo>
                <a:lnTo>
                  <a:pt x="5970407" y="56072"/>
                </a:lnTo>
                <a:lnTo>
                  <a:pt x="5970412" y="56109"/>
                </a:lnTo>
                <a:lnTo>
                  <a:pt x="5984732" y="60122"/>
                </a:lnTo>
                <a:cubicBezTo>
                  <a:pt x="5995648" y="64743"/>
                  <a:pt x="5994639" y="66346"/>
                  <a:pt x="5981198" y="71347"/>
                </a:cubicBezTo>
                <a:lnTo>
                  <a:pt x="5975578" y="72704"/>
                </a:lnTo>
                <a:lnTo>
                  <a:pt x="5975581" y="72706"/>
                </a:lnTo>
                <a:lnTo>
                  <a:pt x="5975456" y="72733"/>
                </a:lnTo>
                <a:lnTo>
                  <a:pt x="5975578" y="72704"/>
                </a:lnTo>
                <a:lnTo>
                  <a:pt x="5972364" y="70423"/>
                </a:lnTo>
                <a:lnTo>
                  <a:pt x="5970412" y="56109"/>
                </a:lnTo>
                <a:lnTo>
                  <a:pt x="5970281" y="56072"/>
                </a:lnTo>
                <a:lnTo>
                  <a:pt x="5970281" y="56041"/>
                </a:lnTo>
                <a:lnTo>
                  <a:pt x="5969209" y="55773"/>
                </a:lnTo>
                <a:lnTo>
                  <a:pt x="5968956" y="55230"/>
                </a:lnTo>
                <a:close/>
                <a:moveTo>
                  <a:pt x="2498432" y="50391"/>
                </a:moveTo>
                <a:lnTo>
                  <a:pt x="2503165" y="52212"/>
                </a:lnTo>
                <a:lnTo>
                  <a:pt x="2498936" y="54115"/>
                </a:lnTo>
                <a:lnTo>
                  <a:pt x="2498936" y="54142"/>
                </a:lnTo>
                <a:lnTo>
                  <a:pt x="2494204" y="52511"/>
                </a:lnTo>
                <a:close/>
                <a:moveTo>
                  <a:pt x="6504374" y="50391"/>
                </a:moveTo>
                <a:lnTo>
                  <a:pt x="6509107" y="52212"/>
                </a:lnTo>
                <a:lnTo>
                  <a:pt x="6504878" y="54115"/>
                </a:lnTo>
                <a:lnTo>
                  <a:pt x="6504878" y="54142"/>
                </a:lnTo>
                <a:lnTo>
                  <a:pt x="6500146" y="52511"/>
                </a:lnTo>
                <a:close/>
                <a:moveTo>
                  <a:pt x="8971802" y="50391"/>
                </a:moveTo>
                <a:lnTo>
                  <a:pt x="8976536" y="52212"/>
                </a:lnTo>
                <a:lnTo>
                  <a:pt x="8972307" y="54115"/>
                </a:lnTo>
                <a:lnTo>
                  <a:pt x="8972307" y="54142"/>
                </a:lnTo>
                <a:lnTo>
                  <a:pt x="8967574" y="52511"/>
                </a:lnTo>
                <a:close/>
                <a:moveTo>
                  <a:pt x="2434510" y="50364"/>
                </a:moveTo>
                <a:cubicBezTo>
                  <a:pt x="2436214" y="51941"/>
                  <a:pt x="2439432" y="53545"/>
                  <a:pt x="2439242" y="55066"/>
                </a:cubicBezTo>
                <a:cubicBezTo>
                  <a:pt x="2438990" y="56806"/>
                  <a:pt x="2436277" y="59714"/>
                  <a:pt x="2433816" y="59931"/>
                </a:cubicBezTo>
                <a:cubicBezTo>
                  <a:pt x="2423531" y="60883"/>
                  <a:pt x="2412929" y="60991"/>
                  <a:pt x="2402455" y="61426"/>
                </a:cubicBezTo>
                <a:lnTo>
                  <a:pt x="2402455" y="61344"/>
                </a:lnTo>
                <a:lnTo>
                  <a:pt x="2402455" y="61045"/>
                </a:lnTo>
                <a:cubicBezTo>
                  <a:pt x="2396334" y="61182"/>
                  <a:pt x="2390150" y="61426"/>
                  <a:pt x="2384029" y="61426"/>
                </a:cubicBezTo>
                <a:lnTo>
                  <a:pt x="2383209" y="61426"/>
                </a:lnTo>
                <a:cubicBezTo>
                  <a:pt x="2379044" y="61426"/>
                  <a:pt x="2374816" y="61155"/>
                  <a:pt x="2370777" y="60692"/>
                </a:cubicBezTo>
                <a:lnTo>
                  <a:pt x="2365603" y="58899"/>
                </a:lnTo>
                <a:lnTo>
                  <a:pt x="2373680" y="55610"/>
                </a:lnTo>
                <a:cubicBezTo>
                  <a:pt x="2375952" y="55529"/>
                  <a:pt x="2378286" y="55474"/>
                  <a:pt x="2380621" y="55474"/>
                </a:cubicBezTo>
                <a:cubicBezTo>
                  <a:pt x="2384344" y="55474"/>
                  <a:pt x="2388130" y="55583"/>
                  <a:pt x="2391854" y="55691"/>
                </a:cubicBezTo>
                <a:cubicBezTo>
                  <a:pt x="2395639" y="55800"/>
                  <a:pt x="2399363" y="55909"/>
                  <a:pt x="2403085" y="55909"/>
                </a:cubicBezTo>
                <a:cubicBezTo>
                  <a:pt x="2414255" y="55909"/>
                  <a:pt x="2425045" y="54985"/>
                  <a:pt x="2434510" y="50364"/>
                </a:cubicBezTo>
                <a:close/>
                <a:moveTo>
                  <a:pt x="6440452" y="50364"/>
                </a:moveTo>
                <a:cubicBezTo>
                  <a:pt x="6442156" y="51941"/>
                  <a:pt x="6445374" y="53545"/>
                  <a:pt x="6445184" y="55066"/>
                </a:cubicBezTo>
                <a:cubicBezTo>
                  <a:pt x="6444933" y="56806"/>
                  <a:pt x="6442219" y="59714"/>
                  <a:pt x="6439758" y="59931"/>
                </a:cubicBezTo>
                <a:cubicBezTo>
                  <a:pt x="6429473" y="60883"/>
                  <a:pt x="6418871" y="60991"/>
                  <a:pt x="6408397" y="61426"/>
                </a:cubicBezTo>
                <a:lnTo>
                  <a:pt x="6408397" y="61344"/>
                </a:lnTo>
                <a:lnTo>
                  <a:pt x="6408397" y="61045"/>
                </a:lnTo>
                <a:cubicBezTo>
                  <a:pt x="6402276" y="61182"/>
                  <a:pt x="6396092" y="61426"/>
                  <a:pt x="6389971" y="61426"/>
                </a:cubicBezTo>
                <a:lnTo>
                  <a:pt x="6389151" y="61426"/>
                </a:lnTo>
                <a:cubicBezTo>
                  <a:pt x="6384986" y="61426"/>
                  <a:pt x="6380758" y="61155"/>
                  <a:pt x="6376719" y="60692"/>
                </a:cubicBezTo>
                <a:lnTo>
                  <a:pt x="6371545" y="58899"/>
                </a:lnTo>
                <a:lnTo>
                  <a:pt x="6379622" y="55610"/>
                </a:lnTo>
                <a:cubicBezTo>
                  <a:pt x="6381893" y="55529"/>
                  <a:pt x="6384229" y="55474"/>
                  <a:pt x="6386563" y="55474"/>
                </a:cubicBezTo>
                <a:cubicBezTo>
                  <a:pt x="6390286" y="55474"/>
                  <a:pt x="6394072" y="55583"/>
                  <a:pt x="6397796" y="55691"/>
                </a:cubicBezTo>
                <a:cubicBezTo>
                  <a:pt x="6401581" y="55800"/>
                  <a:pt x="6405305" y="55909"/>
                  <a:pt x="6409027" y="55909"/>
                </a:cubicBezTo>
                <a:cubicBezTo>
                  <a:pt x="6420197" y="55909"/>
                  <a:pt x="6430987" y="54985"/>
                  <a:pt x="6440452" y="50364"/>
                </a:cubicBezTo>
                <a:close/>
                <a:moveTo>
                  <a:pt x="8907881" y="50364"/>
                </a:moveTo>
                <a:cubicBezTo>
                  <a:pt x="8909585" y="51941"/>
                  <a:pt x="8912803" y="53545"/>
                  <a:pt x="8912613" y="55066"/>
                </a:cubicBezTo>
                <a:cubicBezTo>
                  <a:pt x="8912361" y="56806"/>
                  <a:pt x="8909648" y="59714"/>
                  <a:pt x="8907187" y="59931"/>
                </a:cubicBezTo>
                <a:cubicBezTo>
                  <a:pt x="8896902" y="60883"/>
                  <a:pt x="8886299" y="60991"/>
                  <a:pt x="8875825" y="61426"/>
                </a:cubicBezTo>
                <a:lnTo>
                  <a:pt x="8875825" y="61344"/>
                </a:lnTo>
                <a:lnTo>
                  <a:pt x="8875825" y="61045"/>
                </a:lnTo>
                <a:cubicBezTo>
                  <a:pt x="8869704" y="61182"/>
                  <a:pt x="8863520" y="61426"/>
                  <a:pt x="8857400" y="61426"/>
                </a:cubicBezTo>
                <a:lnTo>
                  <a:pt x="8856579" y="61426"/>
                </a:lnTo>
                <a:cubicBezTo>
                  <a:pt x="8852414" y="61426"/>
                  <a:pt x="8848187" y="61155"/>
                  <a:pt x="8844148" y="60692"/>
                </a:cubicBezTo>
                <a:lnTo>
                  <a:pt x="8838973" y="58899"/>
                </a:lnTo>
                <a:lnTo>
                  <a:pt x="8847050" y="55610"/>
                </a:lnTo>
                <a:cubicBezTo>
                  <a:pt x="8849322" y="55529"/>
                  <a:pt x="8851657" y="55474"/>
                  <a:pt x="8853991" y="55474"/>
                </a:cubicBezTo>
                <a:cubicBezTo>
                  <a:pt x="8857715" y="55474"/>
                  <a:pt x="8861500" y="55583"/>
                  <a:pt x="8865224" y="55691"/>
                </a:cubicBezTo>
                <a:cubicBezTo>
                  <a:pt x="8869010" y="55800"/>
                  <a:pt x="8872733" y="55909"/>
                  <a:pt x="8876456" y="55909"/>
                </a:cubicBezTo>
                <a:cubicBezTo>
                  <a:pt x="8887626" y="55909"/>
                  <a:pt x="8898416" y="54985"/>
                  <a:pt x="8907881" y="50364"/>
                </a:cubicBezTo>
                <a:close/>
                <a:moveTo>
                  <a:pt x="2773746" y="49658"/>
                </a:moveTo>
                <a:lnTo>
                  <a:pt x="2778773" y="50510"/>
                </a:lnTo>
                <a:lnTo>
                  <a:pt x="2768570" y="52294"/>
                </a:lnTo>
                <a:lnTo>
                  <a:pt x="2778765" y="54812"/>
                </a:lnTo>
                <a:lnTo>
                  <a:pt x="2777090" y="55311"/>
                </a:lnTo>
                <a:lnTo>
                  <a:pt x="2777153" y="55284"/>
                </a:lnTo>
                <a:cubicBezTo>
                  <a:pt x="2774502" y="55284"/>
                  <a:pt x="2771663" y="54740"/>
                  <a:pt x="2768950" y="54224"/>
                </a:cubicBezTo>
                <a:lnTo>
                  <a:pt x="2764532" y="52403"/>
                </a:lnTo>
                <a:close/>
                <a:moveTo>
                  <a:pt x="6779688" y="49658"/>
                </a:moveTo>
                <a:cubicBezTo>
                  <a:pt x="6783158" y="50229"/>
                  <a:pt x="6786755" y="50717"/>
                  <a:pt x="6790099" y="51424"/>
                </a:cubicBezTo>
                <a:lnTo>
                  <a:pt x="6789973" y="53245"/>
                </a:lnTo>
                <a:cubicBezTo>
                  <a:pt x="6787954" y="54794"/>
                  <a:pt x="6785555" y="55311"/>
                  <a:pt x="6783031" y="55311"/>
                </a:cubicBezTo>
                <a:lnTo>
                  <a:pt x="6783095" y="55284"/>
                </a:lnTo>
                <a:cubicBezTo>
                  <a:pt x="6780444" y="55284"/>
                  <a:pt x="6777605" y="54740"/>
                  <a:pt x="6774892" y="54224"/>
                </a:cubicBezTo>
                <a:lnTo>
                  <a:pt x="6770475" y="52403"/>
                </a:lnTo>
                <a:close/>
                <a:moveTo>
                  <a:pt x="9247116" y="49658"/>
                </a:moveTo>
                <a:cubicBezTo>
                  <a:pt x="9250587" y="50229"/>
                  <a:pt x="9254183" y="50717"/>
                  <a:pt x="9257528" y="51424"/>
                </a:cubicBezTo>
                <a:lnTo>
                  <a:pt x="9257401" y="53245"/>
                </a:lnTo>
                <a:cubicBezTo>
                  <a:pt x="9255383" y="54794"/>
                  <a:pt x="9252984" y="55311"/>
                  <a:pt x="9250460" y="55311"/>
                </a:cubicBezTo>
                <a:lnTo>
                  <a:pt x="9250523" y="55284"/>
                </a:lnTo>
                <a:cubicBezTo>
                  <a:pt x="9247873" y="55284"/>
                  <a:pt x="9245034" y="54740"/>
                  <a:pt x="9242320" y="54224"/>
                </a:cubicBezTo>
                <a:lnTo>
                  <a:pt x="9237903" y="52403"/>
                </a:lnTo>
                <a:close/>
                <a:moveTo>
                  <a:pt x="1949574" y="49413"/>
                </a:moveTo>
                <a:cubicBezTo>
                  <a:pt x="1956009" y="49413"/>
                  <a:pt x="1961689" y="50229"/>
                  <a:pt x="1962951" y="55230"/>
                </a:cubicBezTo>
                <a:lnTo>
                  <a:pt x="1962383" y="55230"/>
                </a:lnTo>
                <a:cubicBezTo>
                  <a:pt x="1960490" y="55230"/>
                  <a:pt x="1958534" y="55311"/>
                  <a:pt x="1956578" y="55392"/>
                </a:cubicBezTo>
                <a:cubicBezTo>
                  <a:pt x="1954622" y="55501"/>
                  <a:pt x="1952665" y="55583"/>
                  <a:pt x="1950836" y="55583"/>
                </a:cubicBezTo>
                <a:cubicBezTo>
                  <a:pt x="1944715" y="55583"/>
                  <a:pt x="1939540" y="54632"/>
                  <a:pt x="1938657" y="49603"/>
                </a:cubicBezTo>
                <a:cubicBezTo>
                  <a:pt x="1939035" y="49603"/>
                  <a:pt x="1939478" y="49603"/>
                  <a:pt x="1939855" y="49603"/>
                </a:cubicBezTo>
                <a:cubicBezTo>
                  <a:pt x="1941433" y="49603"/>
                  <a:pt x="1943010" y="49576"/>
                  <a:pt x="1944652" y="49522"/>
                </a:cubicBezTo>
                <a:cubicBezTo>
                  <a:pt x="1946355" y="49467"/>
                  <a:pt x="1947996" y="49413"/>
                  <a:pt x="1949574" y="49413"/>
                </a:cubicBezTo>
                <a:close/>
                <a:moveTo>
                  <a:pt x="5955516" y="49413"/>
                </a:moveTo>
                <a:cubicBezTo>
                  <a:pt x="5961951" y="49413"/>
                  <a:pt x="5967631" y="50229"/>
                  <a:pt x="5968893" y="55230"/>
                </a:cubicBezTo>
                <a:lnTo>
                  <a:pt x="5968325" y="55230"/>
                </a:lnTo>
                <a:cubicBezTo>
                  <a:pt x="5966432" y="55230"/>
                  <a:pt x="5964476" y="55311"/>
                  <a:pt x="5962520" y="55392"/>
                </a:cubicBezTo>
                <a:cubicBezTo>
                  <a:pt x="5960564" y="55501"/>
                  <a:pt x="5958607" y="55583"/>
                  <a:pt x="5956778" y="55583"/>
                </a:cubicBezTo>
                <a:cubicBezTo>
                  <a:pt x="5950657" y="55583"/>
                  <a:pt x="5945482" y="54632"/>
                  <a:pt x="5944599" y="49603"/>
                </a:cubicBezTo>
                <a:cubicBezTo>
                  <a:pt x="5944977" y="49603"/>
                  <a:pt x="5945420" y="49603"/>
                  <a:pt x="5945797" y="49603"/>
                </a:cubicBezTo>
                <a:cubicBezTo>
                  <a:pt x="5947375" y="49603"/>
                  <a:pt x="5948952" y="49576"/>
                  <a:pt x="5950594" y="49522"/>
                </a:cubicBezTo>
                <a:cubicBezTo>
                  <a:pt x="5952298" y="49467"/>
                  <a:pt x="5953938" y="49413"/>
                  <a:pt x="5955516" y="49413"/>
                </a:cubicBezTo>
                <a:close/>
                <a:moveTo>
                  <a:pt x="1938404" y="49060"/>
                </a:moveTo>
                <a:lnTo>
                  <a:pt x="1938584" y="49576"/>
                </a:lnTo>
                <a:lnTo>
                  <a:pt x="1938593" y="49576"/>
                </a:lnTo>
                <a:lnTo>
                  <a:pt x="1938593" y="49603"/>
                </a:lnTo>
                <a:lnTo>
                  <a:pt x="1938584" y="49576"/>
                </a:lnTo>
                <a:lnTo>
                  <a:pt x="1937331" y="49576"/>
                </a:lnTo>
                <a:close/>
                <a:moveTo>
                  <a:pt x="5944346" y="49060"/>
                </a:moveTo>
                <a:lnTo>
                  <a:pt x="5944526" y="49576"/>
                </a:lnTo>
                <a:lnTo>
                  <a:pt x="5944535" y="49576"/>
                </a:lnTo>
                <a:lnTo>
                  <a:pt x="5944535" y="49603"/>
                </a:lnTo>
                <a:lnTo>
                  <a:pt x="5944526" y="49576"/>
                </a:lnTo>
                <a:lnTo>
                  <a:pt x="5943273" y="49576"/>
                </a:lnTo>
                <a:close/>
                <a:moveTo>
                  <a:pt x="2870858" y="44630"/>
                </a:moveTo>
                <a:lnTo>
                  <a:pt x="2875024" y="47075"/>
                </a:lnTo>
                <a:lnTo>
                  <a:pt x="2871088" y="47883"/>
                </a:lnTo>
                <a:lnTo>
                  <a:pt x="2871112" y="47891"/>
                </a:lnTo>
                <a:lnTo>
                  <a:pt x="2871048" y="47891"/>
                </a:lnTo>
                <a:lnTo>
                  <a:pt x="2871088" y="47883"/>
                </a:lnTo>
                <a:lnTo>
                  <a:pt x="2866883" y="46342"/>
                </a:lnTo>
                <a:close/>
                <a:moveTo>
                  <a:pt x="6876801" y="44630"/>
                </a:moveTo>
                <a:lnTo>
                  <a:pt x="6880966" y="47075"/>
                </a:lnTo>
                <a:lnTo>
                  <a:pt x="6877031" y="47883"/>
                </a:lnTo>
                <a:lnTo>
                  <a:pt x="6877053" y="47891"/>
                </a:lnTo>
                <a:lnTo>
                  <a:pt x="6876990" y="47891"/>
                </a:lnTo>
                <a:lnTo>
                  <a:pt x="6877031" y="47883"/>
                </a:lnTo>
                <a:lnTo>
                  <a:pt x="6872825" y="46342"/>
                </a:lnTo>
                <a:close/>
                <a:moveTo>
                  <a:pt x="9344229" y="44630"/>
                </a:moveTo>
                <a:lnTo>
                  <a:pt x="9348394" y="47075"/>
                </a:lnTo>
                <a:lnTo>
                  <a:pt x="9344459" y="47883"/>
                </a:lnTo>
                <a:lnTo>
                  <a:pt x="9344482" y="47891"/>
                </a:lnTo>
                <a:lnTo>
                  <a:pt x="9344419" y="47891"/>
                </a:lnTo>
                <a:lnTo>
                  <a:pt x="9344459" y="47883"/>
                </a:lnTo>
                <a:lnTo>
                  <a:pt x="9340253" y="46342"/>
                </a:lnTo>
                <a:close/>
                <a:moveTo>
                  <a:pt x="2983495" y="43787"/>
                </a:moveTo>
                <a:lnTo>
                  <a:pt x="2991131" y="46804"/>
                </a:lnTo>
                <a:cubicBezTo>
                  <a:pt x="2987534" y="47428"/>
                  <a:pt x="2983937" y="48597"/>
                  <a:pt x="2980466" y="48597"/>
                </a:cubicBezTo>
                <a:lnTo>
                  <a:pt x="2980214" y="48597"/>
                </a:lnTo>
                <a:lnTo>
                  <a:pt x="2972390" y="45771"/>
                </a:lnTo>
                <a:cubicBezTo>
                  <a:pt x="2976239" y="45010"/>
                  <a:pt x="2979773" y="43787"/>
                  <a:pt x="2983117" y="43787"/>
                </a:cubicBezTo>
                <a:cubicBezTo>
                  <a:pt x="2983243" y="43787"/>
                  <a:pt x="2983495" y="43787"/>
                  <a:pt x="2983495" y="43787"/>
                </a:cubicBezTo>
                <a:close/>
                <a:moveTo>
                  <a:pt x="4109230" y="43787"/>
                </a:moveTo>
                <a:lnTo>
                  <a:pt x="4116866" y="46804"/>
                </a:lnTo>
                <a:lnTo>
                  <a:pt x="4116298" y="46899"/>
                </a:lnTo>
                <a:lnTo>
                  <a:pt x="4113837" y="46342"/>
                </a:lnTo>
                <a:cubicBezTo>
                  <a:pt x="4111440" y="45526"/>
                  <a:pt x="4108978" y="44711"/>
                  <a:pt x="4106266" y="44711"/>
                </a:cubicBezTo>
                <a:lnTo>
                  <a:pt x="4099965" y="46435"/>
                </a:lnTo>
                <a:lnTo>
                  <a:pt x="4098125" y="45771"/>
                </a:lnTo>
                <a:cubicBezTo>
                  <a:pt x="4101974" y="45010"/>
                  <a:pt x="4105508" y="43787"/>
                  <a:pt x="4108852" y="43787"/>
                </a:cubicBezTo>
                <a:cubicBezTo>
                  <a:pt x="4108978" y="43787"/>
                  <a:pt x="4109230" y="43787"/>
                  <a:pt x="4109230" y="43787"/>
                </a:cubicBezTo>
                <a:close/>
                <a:moveTo>
                  <a:pt x="6989437" y="43787"/>
                </a:moveTo>
                <a:lnTo>
                  <a:pt x="6997073" y="46804"/>
                </a:lnTo>
                <a:cubicBezTo>
                  <a:pt x="6993476" y="47428"/>
                  <a:pt x="6989879" y="48597"/>
                  <a:pt x="6986409" y="48597"/>
                </a:cubicBezTo>
                <a:lnTo>
                  <a:pt x="6986157" y="48597"/>
                </a:lnTo>
                <a:lnTo>
                  <a:pt x="6978332" y="45771"/>
                </a:lnTo>
                <a:cubicBezTo>
                  <a:pt x="6982181" y="45010"/>
                  <a:pt x="6985715" y="43787"/>
                  <a:pt x="6989059" y="43787"/>
                </a:cubicBezTo>
                <a:cubicBezTo>
                  <a:pt x="6989185" y="43787"/>
                  <a:pt x="6989437" y="43787"/>
                  <a:pt x="6989437" y="43787"/>
                </a:cubicBezTo>
                <a:close/>
                <a:moveTo>
                  <a:pt x="9456866" y="43787"/>
                </a:moveTo>
                <a:lnTo>
                  <a:pt x="9464501" y="46804"/>
                </a:lnTo>
                <a:cubicBezTo>
                  <a:pt x="9460904" y="47428"/>
                  <a:pt x="9457308" y="48597"/>
                  <a:pt x="9453837" y="48597"/>
                </a:cubicBezTo>
                <a:lnTo>
                  <a:pt x="9453585" y="48597"/>
                </a:lnTo>
                <a:lnTo>
                  <a:pt x="9445760" y="45771"/>
                </a:lnTo>
                <a:cubicBezTo>
                  <a:pt x="9449610" y="45010"/>
                  <a:pt x="9453143" y="43787"/>
                  <a:pt x="9456487" y="43787"/>
                </a:cubicBezTo>
                <a:cubicBezTo>
                  <a:pt x="9456614" y="43787"/>
                  <a:pt x="9456866" y="43787"/>
                  <a:pt x="9456866" y="43787"/>
                </a:cubicBezTo>
                <a:close/>
                <a:moveTo>
                  <a:pt x="2665211" y="11660"/>
                </a:moveTo>
                <a:cubicBezTo>
                  <a:pt x="2674486" y="11660"/>
                  <a:pt x="2683699" y="12476"/>
                  <a:pt x="2692912" y="14188"/>
                </a:cubicBezTo>
                <a:lnTo>
                  <a:pt x="2693417" y="16335"/>
                </a:lnTo>
                <a:cubicBezTo>
                  <a:pt x="2692785" y="18646"/>
                  <a:pt x="2682374" y="22668"/>
                  <a:pt x="2677515" y="22668"/>
                </a:cubicBezTo>
                <a:lnTo>
                  <a:pt x="2677578" y="22641"/>
                </a:lnTo>
                <a:cubicBezTo>
                  <a:pt x="2676884" y="22641"/>
                  <a:pt x="2676316" y="22559"/>
                  <a:pt x="2675874" y="22369"/>
                </a:cubicBezTo>
                <a:cubicBezTo>
                  <a:pt x="2665652" y="17830"/>
                  <a:pt x="2652401" y="19162"/>
                  <a:pt x="2640979" y="17286"/>
                </a:cubicBezTo>
                <a:lnTo>
                  <a:pt x="2638392" y="16526"/>
                </a:lnTo>
                <a:lnTo>
                  <a:pt x="2635931" y="15547"/>
                </a:lnTo>
                <a:lnTo>
                  <a:pt x="2637445" y="14487"/>
                </a:lnTo>
                <a:lnTo>
                  <a:pt x="2639212" y="13726"/>
                </a:lnTo>
                <a:cubicBezTo>
                  <a:pt x="2647920" y="12367"/>
                  <a:pt x="2656566" y="11660"/>
                  <a:pt x="2665211" y="11660"/>
                </a:cubicBezTo>
                <a:close/>
                <a:moveTo>
                  <a:pt x="3790946" y="11660"/>
                </a:moveTo>
                <a:cubicBezTo>
                  <a:pt x="3800221" y="11660"/>
                  <a:pt x="3809434" y="12476"/>
                  <a:pt x="3818647" y="14188"/>
                </a:cubicBezTo>
                <a:lnTo>
                  <a:pt x="3819152" y="16335"/>
                </a:lnTo>
                <a:cubicBezTo>
                  <a:pt x="3818520" y="18646"/>
                  <a:pt x="3808109" y="22668"/>
                  <a:pt x="3803250" y="22668"/>
                </a:cubicBezTo>
                <a:lnTo>
                  <a:pt x="3803313" y="22641"/>
                </a:lnTo>
                <a:cubicBezTo>
                  <a:pt x="3802619" y="22641"/>
                  <a:pt x="3802051" y="22559"/>
                  <a:pt x="3801609" y="22369"/>
                </a:cubicBezTo>
                <a:cubicBezTo>
                  <a:pt x="3791388" y="17830"/>
                  <a:pt x="3778136" y="19162"/>
                  <a:pt x="3766714" y="17286"/>
                </a:cubicBezTo>
                <a:lnTo>
                  <a:pt x="3764127" y="16526"/>
                </a:lnTo>
                <a:lnTo>
                  <a:pt x="3761666" y="15547"/>
                </a:lnTo>
                <a:lnTo>
                  <a:pt x="3763180" y="14487"/>
                </a:lnTo>
                <a:lnTo>
                  <a:pt x="3764947" y="13726"/>
                </a:lnTo>
                <a:cubicBezTo>
                  <a:pt x="3773655" y="12367"/>
                  <a:pt x="3782301" y="11660"/>
                  <a:pt x="3790946" y="11660"/>
                </a:cubicBezTo>
                <a:close/>
                <a:moveTo>
                  <a:pt x="6671153" y="11660"/>
                </a:moveTo>
                <a:cubicBezTo>
                  <a:pt x="6680428" y="11660"/>
                  <a:pt x="6689641" y="12476"/>
                  <a:pt x="6698854" y="14188"/>
                </a:cubicBezTo>
                <a:lnTo>
                  <a:pt x="6699359" y="16335"/>
                </a:lnTo>
                <a:cubicBezTo>
                  <a:pt x="6698727" y="18646"/>
                  <a:pt x="6688316" y="22668"/>
                  <a:pt x="6683457" y="22668"/>
                </a:cubicBezTo>
                <a:lnTo>
                  <a:pt x="6683520" y="22641"/>
                </a:lnTo>
                <a:cubicBezTo>
                  <a:pt x="6682826" y="22641"/>
                  <a:pt x="6682258" y="22559"/>
                  <a:pt x="6681816" y="22369"/>
                </a:cubicBezTo>
                <a:cubicBezTo>
                  <a:pt x="6671595" y="17830"/>
                  <a:pt x="6658343" y="19162"/>
                  <a:pt x="6646921" y="17286"/>
                </a:cubicBezTo>
                <a:lnTo>
                  <a:pt x="6644334" y="16526"/>
                </a:lnTo>
                <a:lnTo>
                  <a:pt x="6641873" y="15547"/>
                </a:lnTo>
                <a:lnTo>
                  <a:pt x="6643387" y="14487"/>
                </a:lnTo>
                <a:lnTo>
                  <a:pt x="6645154" y="13726"/>
                </a:lnTo>
                <a:cubicBezTo>
                  <a:pt x="6653862" y="12367"/>
                  <a:pt x="6662508" y="11660"/>
                  <a:pt x="6671153" y="11660"/>
                </a:cubicBezTo>
                <a:close/>
                <a:moveTo>
                  <a:pt x="9138582" y="11660"/>
                </a:moveTo>
                <a:cubicBezTo>
                  <a:pt x="9147857" y="11660"/>
                  <a:pt x="9157069" y="12476"/>
                  <a:pt x="9166282" y="14188"/>
                </a:cubicBezTo>
                <a:lnTo>
                  <a:pt x="9166788" y="16335"/>
                </a:lnTo>
                <a:cubicBezTo>
                  <a:pt x="9166156" y="18646"/>
                  <a:pt x="9155744" y="22668"/>
                  <a:pt x="9150886" y="22668"/>
                </a:cubicBezTo>
                <a:lnTo>
                  <a:pt x="9150949" y="22641"/>
                </a:lnTo>
                <a:cubicBezTo>
                  <a:pt x="9150255" y="22641"/>
                  <a:pt x="9149686" y="22559"/>
                  <a:pt x="9149245" y="22369"/>
                </a:cubicBezTo>
                <a:cubicBezTo>
                  <a:pt x="9139023" y="17830"/>
                  <a:pt x="9125771" y="19162"/>
                  <a:pt x="9114349" y="17286"/>
                </a:cubicBezTo>
                <a:lnTo>
                  <a:pt x="9111763" y="16526"/>
                </a:lnTo>
                <a:lnTo>
                  <a:pt x="9109302" y="15547"/>
                </a:lnTo>
                <a:lnTo>
                  <a:pt x="9110816" y="14487"/>
                </a:lnTo>
                <a:lnTo>
                  <a:pt x="9112583" y="13726"/>
                </a:lnTo>
                <a:cubicBezTo>
                  <a:pt x="9121291" y="12367"/>
                  <a:pt x="9129936" y="11660"/>
                  <a:pt x="9138582" y="11660"/>
                </a:cubicBezTo>
                <a:close/>
                <a:moveTo>
                  <a:pt x="2735695" y="6360"/>
                </a:moveTo>
                <a:cubicBezTo>
                  <a:pt x="2738787" y="6360"/>
                  <a:pt x="2742699" y="7203"/>
                  <a:pt x="2744781" y="8263"/>
                </a:cubicBezTo>
                <a:cubicBezTo>
                  <a:pt x="2747620" y="9758"/>
                  <a:pt x="2742951" y="11959"/>
                  <a:pt x="2737020" y="11959"/>
                </a:cubicBezTo>
                <a:lnTo>
                  <a:pt x="2736957" y="11987"/>
                </a:lnTo>
                <a:cubicBezTo>
                  <a:pt x="2736263" y="11987"/>
                  <a:pt x="2735506" y="11959"/>
                  <a:pt x="2734748" y="11878"/>
                </a:cubicBezTo>
                <a:cubicBezTo>
                  <a:pt x="2731593" y="11551"/>
                  <a:pt x="2728880" y="10138"/>
                  <a:pt x="2725914" y="9214"/>
                </a:cubicBezTo>
                <a:lnTo>
                  <a:pt x="2730331" y="7475"/>
                </a:lnTo>
                <a:lnTo>
                  <a:pt x="2734875" y="6360"/>
                </a:lnTo>
                <a:cubicBezTo>
                  <a:pt x="2735126" y="6360"/>
                  <a:pt x="2735442" y="6360"/>
                  <a:pt x="2735695" y="6360"/>
                </a:cubicBezTo>
                <a:close/>
                <a:moveTo>
                  <a:pt x="3861430" y="6360"/>
                </a:moveTo>
                <a:cubicBezTo>
                  <a:pt x="3864522" y="6360"/>
                  <a:pt x="3868434" y="7203"/>
                  <a:pt x="3870516" y="8263"/>
                </a:cubicBezTo>
                <a:cubicBezTo>
                  <a:pt x="3873356" y="9758"/>
                  <a:pt x="3868686" y="11959"/>
                  <a:pt x="3862755" y="11959"/>
                </a:cubicBezTo>
                <a:lnTo>
                  <a:pt x="3862692" y="11987"/>
                </a:lnTo>
                <a:cubicBezTo>
                  <a:pt x="3861998" y="11987"/>
                  <a:pt x="3861241" y="11959"/>
                  <a:pt x="3860483" y="11878"/>
                </a:cubicBezTo>
                <a:cubicBezTo>
                  <a:pt x="3857328" y="11551"/>
                  <a:pt x="3854615" y="10138"/>
                  <a:pt x="3851649" y="9214"/>
                </a:cubicBezTo>
                <a:lnTo>
                  <a:pt x="3856066" y="7475"/>
                </a:lnTo>
                <a:lnTo>
                  <a:pt x="3860610" y="6360"/>
                </a:lnTo>
                <a:cubicBezTo>
                  <a:pt x="3860862" y="6360"/>
                  <a:pt x="3861177" y="6360"/>
                  <a:pt x="3861430" y="6360"/>
                </a:cubicBezTo>
                <a:close/>
                <a:moveTo>
                  <a:pt x="6741637" y="6360"/>
                </a:moveTo>
                <a:cubicBezTo>
                  <a:pt x="6744729" y="6360"/>
                  <a:pt x="6748641" y="7203"/>
                  <a:pt x="6750723" y="8263"/>
                </a:cubicBezTo>
                <a:cubicBezTo>
                  <a:pt x="6753563" y="9758"/>
                  <a:pt x="6748893" y="11959"/>
                  <a:pt x="6742962" y="11959"/>
                </a:cubicBezTo>
                <a:lnTo>
                  <a:pt x="6742899" y="11987"/>
                </a:lnTo>
                <a:cubicBezTo>
                  <a:pt x="6742205" y="11987"/>
                  <a:pt x="6741448" y="11959"/>
                  <a:pt x="6740690" y="11878"/>
                </a:cubicBezTo>
                <a:cubicBezTo>
                  <a:pt x="6737535" y="11551"/>
                  <a:pt x="6734822" y="10138"/>
                  <a:pt x="6731856" y="9214"/>
                </a:cubicBezTo>
                <a:lnTo>
                  <a:pt x="6736273" y="7475"/>
                </a:lnTo>
                <a:lnTo>
                  <a:pt x="6740817" y="6360"/>
                </a:lnTo>
                <a:cubicBezTo>
                  <a:pt x="6741068" y="6360"/>
                  <a:pt x="6741384" y="6360"/>
                  <a:pt x="6741637" y="6360"/>
                </a:cubicBezTo>
                <a:close/>
                <a:moveTo>
                  <a:pt x="9209065" y="6360"/>
                </a:moveTo>
                <a:cubicBezTo>
                  <a:pt x="9212158" y="6360"/>
                  <a:pt x="9216070" y="7203"/>
                  <a:pt x="9218152" y="8263"/>
                </a:cubicBezTo>
                <a:cubicBezTo>
                  <a:pt x="9220991" y="9758"/>
                  <a:pt x="9216322" y="11959"/>
                  <a:pt x="9210390" y="11959"/>
                </a:cubicBezTo>
                <a:lnTo>
                  <a:pt x="9210327" y="11987"/>
                </a:lnTo>
                <a:cubicBezTo>
                  <a:pt x="9209633" y="11987"/>
                  <a:pt x="9208877" y="11959"/>
                  <a:pt x="9208119" y="11878"/>
                </a:cubicBezTo>
                <a:cubicBezTo>
                  <a:pt x="9204963" y="11551"/>
                  <a:pt x="9202251" y="10138"/>
                  <a:pt x="9199284" y="9214"/>
                </a:cubicBezTo>
                <a:lnTo>
                  <a:pt x="9203702" y="7475"/>
                </a:lnTo>
                <a:lnTo>
                  <a:pt x="9208245" y="6360"/>
                </a:lnTo>
                <a:cubicBezTo>
                  <a:pt x="9208497" y="6360"/>
                  <a:pt x="9208812" y="6360"/>
                  <a:pt x="9209065" y="6360"/>
                </a:cubicBezTo>
                <a:close/>
                <a:moveTo>
                  <a:pt x="9220235" y="0"/>
                </a:moveTo>
                <a:lnTo>
                  <a:pt x="9220929" y="245"/>
                </a:lnTo>
                <a:cubicBezTo>
                  <a:pt x="9217773" y="245"/>
                  <a:pt x="9214618" y="299"/>
                  <a:pt x="9211590" y="353"/>
                </a:cubicBezTo>
                <a:cubicBezTo>
                  <a:pt x="9209381" y="435"/>
                  <a:pt x="9207110" y="435"/>
                  <a:pt x="9204901" y="435"/>
                </a:cubicBezTo>
                <a:cubicBezTo>
                  <a:pt x="9202188" y="435"/>
                  <a:pt x="9199474" y="381"/>
                  <a:pt x="9196761" y="381"/>
                </a:cubicBezTo>
                <a:cubicBezTo>
                  <a:pt x="9194048" y="326"/>
                  <a:pt x="9191271" y="326"/>
                  <a:pt x="9188557" y="326"/>
                </a:cubicBezTo>
                <a:cubicBezTo>
                  <a:pt x="9175559" y="326"/>
                  <a:pt x="9162622" y="897"/>
                  <a:pt x="9149750" y="4838"/>
                </a:cubicBezTo>
                <a:cubicBezTo>
                  <a:pt x="9145269" y="6197"/>
                  <a:pt x="9139401" y="6605"/>
                  <a:pt x="9133091" y="6605"/>
                </a:cubicBezTo>
                <a:cubicBezTo>
                  <a:pt x="9124256" y="6605"/>
                  <a:pt x="9114475" y="5817"/>
                  <a:pt x="9105830" y="5817"/>
                </a:cubicBezTo>
                <a:lnTo>
                  <a:pt x="9104064" y="5817"/>
                </a:lnTo>
                <a:cubicBezTo>
                  <a:pt x="9090876" y="5817"/>
                  <a:pt x="9091001" y="6224"/>
                  <a:pt x="9093210" y="17232"/>
                </a:cubicBezTo>
                <a:cubicBezTo>
                  <a:pt x="9093905" y="20684"/>
                  <a:pt x="9089929" y="22885"/>
                  <a:pt x="9083808" y="24163"/>
                </a:cubicBezTo>
                <a:lnTo>
                  <a:pt x="9077498" y="24462"/>
                </a:lnTo>
                <a:cubicBezTo>
                  <a:pt x="9075984" y="24734"/>
                  <a:pt x="9074533" y="24870"/>
                  <a:pt x="9073145" y="24870"/>
                </a:cubicBezTo>
                <a:cubicBezTo>
                  <a:pt x="9068853" y="24870"/>
                  <a:pt x="9064941" y="23728"/>
                  <a:pt x="9061155" y="22614"/>
                </a:cubicBezTo>
                <a:cubicBezTo>
                  <a:pt x="9057306" y="21500"/>
                  <a:pt x="9053646" y="20358"/>
                  <a:pt x="9049733" y="20358"/>
                </a:cubicBezTo>
                <a:cubicBezTo>
                  <a:pt x="9047777" y="20358"/>
                  <a:pt x="9045758" y="20630"/>
                  <a:pt x="9043676" y="21364"/>
                </a:cubicBezTo>
                <a:cubicBezTo>
                  <a:pt x="9036103" y="24000"/>
                  <a:pt x="9028342" y="24299"/>
                  <a:pt x="9020517" y="24299"/>
                </a:cubicBezTo>
                <a:cubicBezTo>
                  <a:pt x="9019319" y="24299"/>
                  <a:pt x="9018183" y="24299"/>
                  <a:pt x="9016984" y="24299"/>
                </a:cubicBezTo>
                <a:cubicBezTo>
                  <a:pt x="9015848" y="24299"/>
                  <a:pt x="9014648" y="24299"/>
                  <a:pt x="9013450" y="24299"/>
                </a:cubicBezTo>
                <a:cubicBezTo>
                  <a:pt x="9011304" y="24299"/>
                  <a:pt x="9009096" y="24326"/>
                  <a:pt x="9006887" y="24408"/>
                </a:cubicBezTo>
                <a:cubicBezTo>
                  <a:pt x="8996223" y="24843"/>
                  <a:pt x="8985496" y="24788"/>
                  <a:pt x="8974832" y="24843"/>
                </a:cubicBezTo>
                <a:cubicBezTo>
                  <a:pt x="8974200" y="24843"/>
                  <a:pt x="8973634" y="24843"/>
                  <a:pt x="8973002" y="24843"/>
                </a:cubicBezTo>
                <a:cubicBezTo>
                  <a:pt x="8969342" y="24843"/>
                  <a:pt x="8965619" y="24815"/>
                  <a:pt x="8961959" y="24761"/>
                </a:cubicBezTo>
                <a:cubicBezTo>
                  <a:pt x="8958236" y="24734"/>
                  <a:pt x="8954513" y="24679"/>
                  <a:pt x="8950790" y="24679"/>
                </a:cubicBezTo>
                <a:cubicBezTo>
                  <a:pt x="8945994" y="24679"/>
                  <a:pt x="8941199" y="24734"/>
                  <a:pt x="8936465" y="25006"/>
                </a:cubicBezTo>
                <a:cubicBezTo>
                  <a:pt x="8928452" y="25440"/>
                  <a:pt x="8930407" y="28267"/>
                  <a:pt x="8933247" y="31311"/>
                </a:cubicBezTo>
                <a:cubicBezTo>
                  <a:pt x="8934383" y="32534"/>
                  <a:pt x="8935645" y="32860"/>
                  <a:pt x="8936718" y="32860"/>
                </a:cubicBezTo>
                <a:cubicBezTo>
                  <a:pt x="8937286" y="32860"/>
                  <a:pt x="8937791" y="32779"/>
                  <a:pt x="8938170" y="32670"/>
                </a:cubicBezTo>
                <a:cubicBezTo>
                  <a:pt x="8938549" y="32561"/>
                  <a:pt x="8938800" y="32480"/>
                  <a:pt x="8938800" y="32480"/>
                </a:cubicBezTo>
                <a:cubicBezTo>
                  <a:pt x="8938864" y="32480"/>
                  <a:pt x="8938358" y="32779"/>
                  <a:pt x="8936908" y="33866"/>
                </a:cubicBezTo>
                <a:cubicBezTo>
                  <a:pt x="8934195" y="35904"/>
                  <a:pt x="8926180" y="37019"/>
                  <a:pt x="8918609" y="37019"/>
                </a:cubicBezTo>
                <a:cubicBezTo>
                  <a:pt x="8911856" y="37019"/>
                  <a:pt x="8905482" y="36122"/>
                  <a:pt x="8903653" y="34165"/>
                </a:cubicBezTo>
                <a:cubicBezTo>
                  <a:pt x="8902075" y="32480"/>
                  <a:pt x="8907818" y="29192"/>
                  <a:pt x="8910216" y="26636"/>
                </a:cubicBezTo>
                <a:cubicBezTo>
                  <a:pt x="8895070" y="24652"/>
                  <a:pt x="8883082" y="18673"/>
                  <a:pt x="8866296" y="18673"/>
                </a:cubicBezTo>
                <a:cubicBezTo>
                  <a:pt x="8865350" y="18673"/>
                  <a:pt x="8864341" y="18700"/>
                  <a:pt x="8863332" y="18727"/>
                </a:cubicBezTo>
                <a:cubicBezTo>
                  <a:pt x="8850395" y="19243"/>
                  <a:pt x="8850017" y="21717"/>
                  <a:pt x="8857147" y="25848"/>
                </a:cubicBezTo>
                <a:cubicBezTo>
                  <a:pt x="8860618" y="27859"/>
                  <a:pt x="8859798" y="29518"/>
                  <a:pt x="8853802" y="30089"/>
                </a:cubicBezTo>
                <a:cubicBezTo>
                  <a:pt x="8848817" y="30577"/>
                  <a:pt x="8843579" y="30741"/>
                  <a:pt x="8838406" y="30741"/>
                </a:cubicBezTo>
                <a:cubicBezTo>
                  <a:pt x="8837207" y="30741"/>
                  <a:pt x="8836070" y="30741"/>
                  <a:pt x="8834873" y="30741"/>
                </a:cubicBezTo>
                <a:cubicBezTo>
                  <a:pt x="8831149" y="30714"/>
                  <a:pt x="8812533" y="30496"/>
                  <a:pt x="8802753" y="30496"/>
                </a:cubicBezTo>
                <a:cubicBezTo>
                  <a:pt x="8799851" y="30496"/>
                  <a:pt x="8797769" y="30496"/>
                  <a:pt x="8797011" y="30550"/>
                </a:cubicBezTo>
                <a:cubicBezTo>
                  <a:pt x="8792973" y="30822"/>
                  <a:pt x="8788871" y="30849"/>
                  <a:pt x="8784832" y="30985"/>
                </a:cubicBezTo>
                <a:cubicBezTo>
                  <a:pt x="8781930" y="36041"/>
                  <a:pt x="8773979" y="39112"/>
                  <a:pt x="8765586" y="42020"/>
                </a:cubicBezTo>
                <a:cubicBezTo>
                  <a:pt x="8755364" y="37535"/>
                  <a:pt x="8743626" y="36693"/>
                  <a:pt x="8731511" y="36693"/>
                </a:cubicBezTo>
                <a:cubicBezTo>
                  <a:pt x="8727914" y="36693"/>
                  <a:pt x="8724318" y="36747"/>
                  <a:pt x="8720721" y="36829"/>
                </a:cubicBezTo>
                <a:cubicBezTo>
                  <a:pt x="8717124" y="36883"/>
                  <a:pt x="8713527" y="36965"/>
                  <a:pt x="8709931" y="36965"/>
                </a:cubicBezTo>
                <a:cubicBezTo>
                  <a:pt x="8700024" y="36965"/>
                  <a:pt x="8690306" y="36421"/>
                  <a:pt x="8681345" y="33812"/>
                </a:cubicBezTo>
                <a:cubicBezTo>
                  <a:pt x="8673206" y="31447"/>
                  <a:pt x="8664435" y="30170"/>
                  <a:pt x="8655600" y="30170"/>
                </a:cubicBezTo>
                <a:cubicBezTo>
                  <a:pt x="8646387" y="30170"/>
                  <a:pt x="8636985" y="31556"/>
                  <a:pt x="8627962" y="34519"/>
                </a:cubicBezTo>
                <a:cubicBezTo>
                  <a:pt x="8625248" y="35388"/>
                  <a:pt x="8620768" y="36530"/>
                  <a:pt x="8618244" y="36530"/>
                </a:cubicBezTo>
                <a:cubicBezTo>
                  <a:pt x="8617675" y="36530"/>
                  <a:pt x="8617234" y="36475"/>
                  <a:pt x="8616919" y="36367"/>
                </a:cubicBezTo>
                <a:cubicBezTo>
                  <a:pt x="8610671" y="34328"/>
                  <a:pt x="8604677" y="33512"/>
                  <a:pt x="8598935" y="33512"/>
                </a:cubicBezTo>
                <a:cubicBezTo>
                  <a:pt x="8587513" y="33512"/>
                  <a:pt x="8577165" y="36666"/>
                  <a:pt x="8567447" y="39574"/>
                </a:cubicBezTo>
                <a:cubicBezTo>
                  <a:pt x="8558360" y="42292"/>
                  <a:pt x="8549652" y="43488"/>
                  <a:pt x="8540756" y="43488"/>
                </a:cubicBezTo>
                <a:cubicBezTo>
                  <a:pt x="8531857" y="43488"/>
                  <a:pt x="8523085" y="42238"/>
                  <a:pt x="8514252" y="40090"/>
                </a:cubicBezTo>
                <a:cubicBezTo>
                  <a:pt x="8509204" y="38867"/>
                  <a:pt x="8504472" y="37182"/>
                  <a:pt x="8499487" y="37182"/>
                </a:cubicBezTo>
                <a:cubicBezTo>
                  <a:pt x="8496963" y="37182"/>
                  <a:pt x="8494438" y="37617"/>
                  <a:pt x="8491788" y="38759"/>
                </a:cubicBezTo>
                <a:cubicBezTo>
                  <a:pt x="8488064" y="40362"/>
                  <a:pt x="8484658" y="41177"/>
                  <a:pt x="8481502" y="41177"/>
                </a:cubicBezTo>
                <a:cubicBezTo>
                  <a:pt x="8477905" y="41177"/>
                  <a:pt x="8474624" y="40118"/>
                  <a:pt x="8471469" y="37970"/>
                </a:cubicBezTo>
                <a:cubicBezTo>
                  <a:pt x="8466548" y="34600"/>
                  <a:pt x="8461562" y="32888"/>
                  <a:pt x="8456198" y="32888"/>
                </a:cubicBezTo>
                <a:cubicBezTo>
                  <a:pt x="8451529" y="32888"/>
                  <a:pt x="8446607" y="34165"/>
                  <a:pt x="8441243" y="36774"/>
                </a:cubicBezTo>
                <a:cubicBezTo>
                  <a:pt x="8440044" y="37345"/>
                  <a:pt x="8437773" y="37508"/>
                  <a:pt x="8435249" y="37508"/>
                </a:cubicBezTo>
                <a:cubicBezTo>
                  <a:pt x="8433103" y="37508"/>
                  <a:pt x="8430769" y="37372"/>
                  <a:pt x="8428875" y="37318"/>
                </a:cubicBezTo>
                <a:cubicBezTo>
                  <a:pt x="8427992" y="37264"/>
                  <a:pt x="8427172" y="37264"/>
                  <a:pt x="8426415" y="37264"/>
                </a:cubicBezTo>
                <a:cubicBezTo>
                  <a:pt x="8409819" y="37264"/>
                  <a:pt x="8411081" y="43352"/>
                  <a:pt x="8410576" y="48896"/>
                </a:cubicBezTo>
                <a:cubicBezTo>
                  <a:pt x="8398966" y="47918"/>
                  <a:pt x="8390194" y="42455"/>
                  <a:pt x="8378078" y="42455"/>
                </a:cubicBezTo>
                <a:cubicBezTo>
                  <a:pt x="8375807" y="42455"/>
                  <a:pt x="8373408" y="42672"/>
                  <a:pt x="8370884" y="43108"/>
                </a:cubicBezTo>
                <a:lnTo>
                  <a:pt x="8364408" y="45442"/>
                </a:lnTo>
                <a:lnTo>
                  <a:pt x="8359756" y="44684"/>
                </a:lnTo>
                <a:lnTo>
                  <a:pt x="8348208" y="43678"/>
                </a:lnTo>
                <a:cubicBezTo>
                  <a:pt x="8342276" y="47184"/>
                  <a:pt x="8335966" y="48271"/>
                  <a:pt x="8329593" y="48271"/>
                </a:cubicBezTo>
                <a:cubicBezTo>
                  <a:pt x="8320885" y="48271"/>
                  <a:pt x="8311987" y="46233"/>
                  <a:pt x="8303216" y="45417"/>
                </a:cubicBezTo>
                <a:cubicBezTo>
                  <a:pt x="8293814" y="48435"/>
                  <a:pt x="8284601" y="49848"/>
                  <a:pt x="8275388" y="49848"/>
                </a:cubicBezTo>
                <a:lnTo>
                  <a:pt x="8271726" y="49250"/>
                </a:lnTo>
                <a:lnTo>
                  <a:pt x="8270679" y="48136"/>
                </a:lnTo>
                <a:cubicBezTo>
                  <a:pt x="8270427" y="44819"/>
                  <a:pt x="8276422" y="43406"/>
                  <a:pt x="8283616" y="43216"/>
                </a:cubicBezTo>
                <a:cubicBezTo>
                  <a:pt x="8294090" y="42944"/>
                  <a:pt x="8304691" y="42482"/>
                  <a:pt x="8315039" y="41667"/>
                </a:cubicBezTo>
                <a:cubicBezTo>
                  <a:pt x="8320151" y="41259"/>
                  <a:pt x="8321918" y="39057"/>
                  <a:pt x="8319835" y="36720"/>
                </a:cubicBezTo>
                <a:cubicBezTo>
                  <a:pt x="8318258" y="35007"/>
                  <a:pt x="8316491" y="32344"/>
                  <a:pt x="8313841" y="32045"/>
                </a:cubicBezTo>
                <a:cubicBezTo>
                  <a:pt x="8306395" y="31175"/>
                  <a:pt x="8299075" y="30768"/>
                  <a:pt x="8291882" y="30768"/>
                </a:cubicBezTo>
                <a:cubicBezTo>
                  <a:pt x="8272068" y="30768"/>
                  <a:pt x="8253263" y="33839"/>
                  <a:pt x="8235090" y="38514"/>
                </a:cubicBezTo>
                <a:lnTo>
                  <a:pt x="8234006" y="43231"/>
                </a:lnTo>
                <a:lnTo>
                  <a:pt x="8231532" y="42863"/>
                </a:lnTo>
                <a:cubicBezTo>
                  <a:pt x="8224024" y="42863"/>
                  <a:pt x="8216514" y="44630"/>
                  <a:pt x="8208500" y="46423"/>
                </a:cubicBezTo>
                <a:lnTo>
                  <a:pt x="8193132" y="50123"/>
                </a:lnTo>
                <a:lnTo>
                  <a:pt x="8177793" y="42211"/>
                </a:lnTo>
                <a:cubicBezTo>
                  <a:pt x="8174701" y="38813"/>
                  <a:pt x="8171989" y="37073"/>
                  <a:pt x="8168707" y="37073"/>
                </a:cubicBezTo>
                <a:cubicBezTo>
                  <a:pt x="8164857" y="37073"/>
                  <a:pt x="8160251" y="39411"/>
                  <a:pt x="8153499" y="44167"/>
                </a:cubicBezTo>
                <a:lnTo>
                  <a:pt x="8145400" y="47117"/>
                </a:lnTo>
                <a:lnTo>
                  <a:pt x="8139088" y="45091"/>
                </a:lnTo>
                <a:cubicBezTo>
                  <a:pt x="8136816" y="45091"/>
                  <a:pt x="8134230" y="45635"/>
                  <a:pt x="8131263" y="47021"/>
                </a:cubicBezTo>
                <a:cubicBezTo>
                  <a:pt x="8129749" y="47701"/>
                  <a:pt x="8128361" y="47972"/>
                  <a:pt x="8126973" y="47972"/>
                </a:cubicBezTo>
                <a:cubicBezTo>
                  <a:pt x="8124511" y="47972"/>
                  <a:pt x="8122177" y="47157"/>
                  <a:pt x="8119779" y="46342"/>
                </a:cubicBezTo>
                <a:cubicBezTo>
                  <a:pt x="8117381" y="45526"/>
                  <a:pt x="8114920" y="44711"/>
                  <a:pt x="8112207" y="44711"/>
                </a:cubicBezTo>
                <a:cubicBezTo>
                  <a:pt x="8110124" y="44711"/>
                  <a:pt x="8107915" y="45200"/>
                  <a:pt x="8105455" y="46559"/>
                </a:cubicBezTo>
                <a:cubicBezTo>
                  <a:pt x="8102363" y="48298"/>
                  <a:pt x="8099019" y="48951"/>
                  <a:pt x="8095611" y="48951"/>
                </a:cubicBezTo>
                <a:cubicBezTo>
                  <a:pt x="8089427" y="48951"/>
                  <a:pt x="8083054" y="46804"/>
                  <a:pt x="8077122" y="45037"/>
                </a:cubicBezTo>
                <a:cubicBezTo>
                  <a:pt x="8077122" y="45037"/>
                  <a:pt x="8069234" y="47646"/>
                  <a:pt x="8069234" y="47646"/>
                </a:cubicBezTo>
                <a:lnTo>
                  <a:pt x="8069234" y="50636"/>
                </a:lnTo>
                <a:cubicBezTo>
                  <a:pt x="8068099" y="53545"/>
                  <a:pt x="8068414" y="58192"/>
                  <a:pt x="8065007" y="58980"/>
                </a:cubicBezTo>
                <a:cubicBezTo>
                  <a:pt x="8063429" y="59333"/>
                  <a:pt x="8062040" y="59496"/>
                  <a:pt x="8060716" y="59496"/>
                </a:cubicBezTo>
                <a:cubicBezTo>
                  <a:pt x="8054280" y="59496"/>
                  <a:pt x="8050746" y="55583"/>
                  <a:pt x="8046644" y="53490"/>
                </a:cubicBezTo>
                <a:cubicBezTo>
                  <a:pt x="8042984" y="51642"/>
                  <a:pt x="8040082" y="50908"/>
                  <a:pt x="8036991" y="50908"/>
                </a:cubicBezTo>
                <a:cubicBezTo>
                  <a:pt x="8033772" y="50908"/>
                  <a:pt x="8030302" y="51724"/>
                  <a:pt x="8025758" y="52865"/>
                </a:cubicBezTo>
                <a:cubicBezTo>
                  <a:pt x="8024496" y="53191"/>
                  <a:pt x="8023234" y="53327"/>
                  <a:pt x="8021972" y="53327"/>
                </a:cubicBezTo>
                <a:cubicBezTo>
                  <a:pt x="8015472" y="53327"/>
                  <a:pt x="8010108" y="49222"/>
                  <a:pt x="8008720" y="46505"/>
                </a:cubicBezTo>
                <a:cubicBezTo>
                  <a:pt x="8007080" y="43324"/>
                  <a:pt x="8016418" y="43434"/>
                  <a:pt x="8021783" y="42699"/>
                </a:cubicBezTo>
                <a:lnTo>
                  <a:pt x="8026325" y="40634"/>
                </a:lnTo>
                <a:lnTo>
                  <a:pt x="8024496" y="38759"/>
                </a:lnTo>
                <a:lnTo>
                  <a:pt x="8019195" y="37318"/>
                </a:lnTo>
                <a:cubicBezTo>
                  <a:pt x="8015914" y="37535"/>
                  <a:pt x="8012696" y="37644"/>
                  <a:pt x="8009478" y="37644"/>
                </a:cubicBezTo>
                <a:cubicBezTo>
                  <a:pt x="7996415" y="37644"/>
                  <a:pt x="7983922" y="35877"/>
                  <a:pt x="7971427" y="34138"/>
                </a:cubicBezTo>
                <a:cubicBezTo>
                  <a:pt x="7958870" y="32371"/>
                  <a:pt x="7946376" y="30632"/>
                  <a:pt x="7933314" y="30632"/>
                </a:cubicBezTo>
                <a:cubicBezTo>
                  <a:pt x="7932935" y="30632"/>
                  <a:pt x="7932557" y="30632"/>
                  <a:pt x="7932178" y="30632"/>
                </a:cubicBezTo>
                <a:cubicBezTo>
                  <a:pt x="7928770" y="30659"/>
                  <a:pt x="7925300" y="30659"/>
                  <a:pt x="7921892" y="30659"/>
                </a:cubicBezTo>
                <a:cubicBezTo>
                  <a:pt x="7917349" y="30659"/>
                  <a:pt x="7912869" y="30632"/>
                  <a:pt x="7908389" y="30632"/>
                </a:cubicBezTo>
                <a:cubicBezTo>
                  <a:pt x="7903908" y="30604"/>
                  <a:pt x="7899365" y="30604"/>
                  <a:pt x="7894884" y="30604"/>
                </a:cubicBezTo>
                <a:cubicBezTo>
                  <a:pt x="7888006" y="30604"/>
                  <a:pt x="7881192" y="30632"/>
                  <a:pt x="7874377" y="30768"/>
                </a:cubicBezTo>
                <a:cubicBezTo>
                  <a:pt x="7866236" y="30931"/>
                  <a:pt x="7856898" y="31447"/>
                  <a:pt x="7850462" y="33540"/>
                </a:cubicBezTo>
                <a:cubicBezTo>
                  <a:pt x="7842321" y="36149"/>
                  <a:pt x="7834055" y="36829"/>
                  <a:pt x="7825662" y="36829"/>
                </a:cubicBezTo>
                <a:cubicBezTo>
                  <a:pt x="7821308" y="36829"/>
                  <a:pt x="7816891" y="36639"/>
                  <a:pt x="7812474" y="36448"/>
                </a:cubicBezTo>
                <a:cubicBezTo>
                  <a:pt x="7807994" y="36258"/>
                  <a:pt x="7803640" y="36068"/>
                  <a:pt x="7799223" y="36068"/>
                </a:cubicBezTo>
                <a:cubicBezTo>
                  <a:pt x="7797582" y="36068"/>
                  <a:pt x="7796004" y="36095"/>
                  <a:pt x="7794427" y="36149"/>
                </a:cubicBezTo>
                <a:cubicBezTo>
                  <a:pt x="7779220" y="28295"/>
                  <a:pt x="7758206" y="31556"/>
                  <a:pt x="7739970" y="29572"/>
                </a:cubicBezTo>
                <a:cubicBezTo>
                  <a:pt x="7735995" y="29137"/>
                  <a:pt x="7731578" y="26283"/>
                  <a:pt x="7727665" y="26283"/>
                </a:cubicBezTo>
                <a:cubicBezTo>
                  <a:pt x="7725582" y="26283"/>
                  <a:pt x="7723627" y="27126"/>
                  <a:pt x="7721923" y="29599"/>
                </a:cubicBezTo>
                <a:cubicBezTo>
                  <a:pt x="7720471" y="31719"/>
                  <a:pt x="7724763" y="35279"/>
                  <a:pt x="7728297" y="37481"/>
                </a:cubicBezTo>
                <a:cubicBezTo>
                  <a:pt x="7732209" y="39873"/>
                  <a:pt x="7732966" y="41640"/>
                  <a:pt x="7726971" y="41884"/>
                </a:cubicBezTo>
                <a:cubicBezTo>
                  <a:pt x="7717190" y="42292"/>
                  <a:pt x="7707094" y="43080"/>
                  <a:pt x="7697314" y="43080"/>
                </a:cubicBezTo>
                <a:cubicBezTo>
                  <a:pt x="7692392" y="43080"/>
                  <a:pt x="7687532" y="42890"/>
                  <a:pt x="7682863" y="42319"/>
                </a:cubicBezTo>
                <a:cubicBezTo>
                  <a:pt x="7674974" y="41368"/>
                  <a:pt x="7667908" y="40498"/>
                  <a:pt x="7660651" y="40498"/>
                </a:cubicBezTo>
                <a:cubicBezTo>
                  <a:pt x="7655161" y="40498"/>
                  <a:pt x="7649609" y="41015"/>
                  <a:pt x="7643550" y="42373"/>
                </a:cubicBezTo>
                <a:cubicBezTo>
                  <a:pt x="7642541" y="42591"/>
                  <a:pt x="7641594" y="42699"/>
                  <a:pt x="7640584" y="42699"/>
                </a:cubicBezTo>
                <a:cubicBezTo>
                  <a:pt x="7637556" y="42699"/>
                  <a:pt x="7634590" y="41803"/>
                  <a:pt x="7631371" y="40933"/>
                </a:cubicBezTo>
                <a:cubicBezTo>
                  <a:pt x="7628153" y="40036"/>
                  <a:pt x="7624747" y="39166"/>
                  <a:pt x="7620897" y="39166"/>
                </a:cubicBezTo>
                <a:cubicBezTo>
                  <a:pt x="7617868" y="39166"/>
                  <a:pt x="7614523" y="39709"/>
                  <a:pt x="7610863" y="41259"/>
                </a:cubicBezTo>
                <a:cubicBezTo>
                  <a:pt x="7607708" y="42564"/>
                  <a:pt x="7603985" y="43108"/>
                  <a:pt x="7599948" y="43108"/>
                </a:cubicBezTo>
                <a:cubicBezTo>
                  <a:pt x="7591996" y="43108"/>
                  <a:pt x="7583035" y="41042"/>
                  <a:pt x="7575338" y="38677"/>
                </a:cubicBezTo>
                <a:cubicBezTo>
                  <a:pt x="7573256" y="38052"/>
                  <a:pt x="7570037" y="37726"/>
                  <a:pt x="7566693" y="37726"/>
                </a:cubicBezTo>
                <a:cubicBezTo>
                  <a:pt x="7563348" y="37726"/>
                  <a:pt x="7560004" y="38052"/>
                  <a:pt x="7558048" y="38759"/>
                </a:cubicBezTo>
                <a:cubicBezTo>
                  <a:pt x="7546563" y="42863"/>
                  <a:pt x="7533942" y="42101"/>
                  <a:pt x="7521322" y="42645"/>
                </a:cubicBezTo>
                <a:cubicBezTo>
                  <a:pt x="7518483" y="42781"/>
                  <a:pt x="7515769" y="42836"/>
                  <a:pt x="7513182" y="42836"/>
                </a:cubicBezTo>
                <a:cubicBezTo>
                  <a:pt x="7493179" y="42836"/>
                  <a:pt x="7478792" y="39003"/>
                  <a:pt x="7473681" y="27914"/>
                </a:cubicBezTo>
                <a:lnTo>
                  <a:pt x="7469830" y="25467"/>
                </a:lnTo>
                <a:cubicBezTo>
                  <a:pt x="7467749" y="27017"/>
                  <a:pt x="7463837" y="28648"/>
                  <a:pt x="7464026" y="30143"/>
                </a:cubicBezTo>
                <a:cubicBezTo>
                  <a:pt x="7464531" y="34084"/>
                  <a:pt x="7466550" y="37970"/>
                  <a:pt x="7468507" y="41830"/>
                </a:cubicBezTo>
                <a:cubicBezTo>
                  <a:pt x="7469390" y="43569"/>
                  <a:pt x="7473933" y="46015"/>
                  <a:pt x="7472860" y="46668"/>
                </a:cubicBezTo>
                <a:cubicBezTo>
                  <a:pt x="7470589" y="48054"/>
                  <a:pt x="7468001" y="48543"/>
                  <a:pt x="7464973" y="48543"/>
                </a:cubicBezTo>
                <a:cubicBezTo>
                  <a:pt x="7461944" y="48543"/>
                  <a:pt x="7458662" y="48027"/>
                  <a:pt x="7455570" y="47428"/>
                </a:cubicBezTo>
                <a:cubicBezTo>
                  <a:pt x="7447872" y="45988"/>
                  <a:pt x="7440363" y="43542"/>
                  <a:pt x="7432476" y="43216"/>
                </a:cubicBezTo>
                <a:cubicBezTo>
                  <a:pt x="7407613" y="42183"/>
                  <a:pt x="7382562" y="44086"/>
                  <a:pt x="7358709" y="37318"/>
                </a:cubicBezTo>
                <a:cubicBezTo>
                  <a:pt x="7355302" y="36340"/>
                  <a:pt x="7351011" y="36041"/>
                  <a:pt x="7346341" y="36041"/>
                </a:cubicBezTo>
                <a:cubicBezTo>
                  <a:pt x="7338643" y="36041"/>
                  <a:pt x="7329809" y="36911"/>
                  <a:pt x="7321920" y="37019"/>
                </a:cubicBezTo>
                <a:cubicBezTo>
                  <a:pt x="7321100" y="40172"/>
                  <a:pt x="7317125" y="42510"/>
                  <a:pt x="7310941" y="42672"/>
                </a:cubicBezTo>
                <a:cubicBezTo>
                  <a:pt x="7304126" y="42863"/>
                  <a:pt x="7297311" y="42890"/>
                  <a:pt x="7290433" y="42890"/>
                </a:cubicBezTo>
                <a:cubicBezTo>
                  <a:pt x="7288162" y="42890"/>
                  <a:pt x="7285826" y="42890"/>
                  <a:pt x="7283491" y="42890"/>
                </a:cubicBezTo>
                <a:cubicBezTo>
                  <a:pt x="7281094" y="42890"/>
                  <a:pt x="7278759" y="42890"/>
                  <a:pt x="7276361" y="42890"/>
                </a:cubicBezTo>
                <a:cubicBezTo>
                  <a:pt x="7270746" y="42890"/>
                  <a:pt x="7265193" y="42917"/>
                  <a:pt x="7259576" y="43025"/>
                </a:cubicBezTo>
                <a:cubicBezTo>
                  <a:pt x="7238752" y="43406"/>
                  <a:pt x="7218938" y="43108"/>
                  <a:pt x="7197800" y="47428"/>
                </a:cubicBezTo>
                <a:cubicBezTo>
                  <a:pt x="7190101" y="49005"/>
                  <a:pt x="7181646" y="49848"/>
                  <a:pt x="7172874" y="49848"/>
                </a:cubicBezTo>
                <a:cubicBezTo>
                  <a:pt x="7159056" y="49848"/>
                  <a:pt x="7144542" y="47755"/>
                  <a:pt x="7131290" y="43189"/>
                </a:cubicBezTo>
                <a:cubicBezTo>
                  <a:pt x="7125612" y="41232"/>
                  <a:pt x="7117786" y="38433"/>
                  <a:pt x="7109331" y="38433"/>
                </a:cubicBezTo>
                <a:cubicBezTo>
                  <a:pt x="7104031" y="38433"/>
                  <a:pt x="7098415" y="39547"/>
                  <a:pt x="7092861" y="42672"/>
                </a:cubicBezTo>
                <a:cubicBezTo>
                  <a:pt x="7091726" y="43297"/>
                  <a:pt x="7088949" y="43596"/>
                  <a:pt x="7085605" y="43596"/>
                </a:cubicBezTo>
                <a:cubicBezTo>
                  <a:pt x="7079799" y="43596"/>
                  <a:pt x="7072416" y="42754"/>
                  <a:pt x="7069198" y="41368"/>
                </a:cubicBezTo>
                <a:cubicBezTo>
                  <a:pt x="7062510" y="38514"/>
                  <a:pt x="7056894" y="37399"/>
                  <a:pt x="7051781" y="37399"/>
                </a:cubicBezTo>
                <a:cubicBezTo>
                  <a:pt x="7042380" y="37399"/>
                  <a:pt x="7034934" y="41259"/>
                  <a:pt x="7026731" y="45200"/>
                </a:cubicBezTo>
                <a:cubicBezTo>
                  <a:pt x="7023449" y="46804"/>
                  <a:pt x="7020737" y="47510"/>
                  <a:pt x="7018591" y="47510"/>
                </a:cubicBezTo>
                <a:cubicBezTo>
                  <a:pt x="7014867" y="47510"/>
                  <a:pt x="7012659" y="45390"/>
                  <a:pt x="7011587" y="42020"/>
                </a:cubicBezTo>
                <a:cubicBezTo>
                  <a:pt x="7011082" y="40389"/>
                  <a:pt x="7006791" y="37644"/>
                  <a:pt x="7004645" y="37644"/>
                </a:cubicBezTo>
                <a:cubicBezTo>
                  <a:pt x="7004582" y="37644"/>
                  <a:pt x="7004519" y="37644"/>
                  <a:pt x="7004519" y="37644"/>
                </a:cubicBezTo>
                <a:cubicBezTo>
                  <a:pt x="7002689" y="37753"/>
                  <a:pt x="7000922" y="37808"/>
                  <a:pt x="6999219" y="37808"/>
                </a:cubicBezTo>
                <a:cubicBezTo>
                  <a:pt x="6982434" y="37808"/>
                  <a:pt x="6974293" y="32426"/>
                  <a:pt x="6966469" y="25413"/>
                </a:cubicBezTo>
                <a:cubicBezTo>
                  <a:pt x="6963250" y="22559"/>
                  <a:pt x="6952018" y="21690"/>
                  <a:pt x="6944257" y="20113"/>
                </a:cubicBezTo>
                <a:cubicBezTo>
                  <a:pt x="6938073" y="18836"/>
                  <a:pt x="6932330" y="18075"/>
                  <a:pt x="6926714" y="18075"/>
                </a:cubicBezTo>
                <a:cubicBezTo>
                  <a:pt x="6919016" y="18075"/>
                  <a:pt x="6911634" y="19516"/>
                  <a:pt x="6904124" y="23212"/>
                </a:cubicBezTo>
                <a:cubicBezTo>
                  <a:pt x="6897308" y="26555"/>
                  <a:pt x="6893271" y="28267"/>
                  <a:pt x="6889422" y="28267"/>
                </a:cubicBezTo>
                <a:cubicBezTo>
                  <a:pt x="6884752" y="28267"/>
                  <a:pt x="6880334" y="25821"/>
                  <a:pt x="6871563" y="20792"/>
                </a:cubicBezTo>
                <a:lnTo>
                  <a:pt x="6870049" y="18211"/>
                </a:lnTo>
                <a:cubicBezTo>
                  <a:pt x="6859258" y="15737"/>
                  <a:pt x="6848343" y="13345"/>
                  <a:pt x="6837614" y="10763"/>
                </a:cubicBezTo>
                <a:cubicBezTo>
                  <a:pt x="6826635" y="8100"/>
                  <a:pt x="6819757" y="6523"/>
                  <a:pt x="6815340" y="6523"/>
                </a:cubicBezTo>
                <a:cubicBezTo>
                  <a:pt x="6808525" y="6523"/>
                  <a:pt x="6807452" y="10302"/>
                  <a:pt x="6806000" y="19596"/>
                </a:cubicBezTo>
                <a:cubicBezTo>
                  <a:pt x="6805685" y="21635"/>
                  <a:pt x="6806000" y="23728"/>
                  <a:pt x="6805370" y="25740"/>
                </a:cubicBezTo>
                <a:lnTo>
                  <a:pt x="6802025" y="28158"/>
                </a:lnTo>
                <a:cubicBezTo>
                  <a:pt x="6798617" y="27887"/>
                  <a:pt x="6794706" y="27452"/>
                  <a:pt x="6792181" y="26392"/>
                </a:cubicBezTo>
                <a:cubicBezTo>
                  <a:pt x="6785619" y="23701"/>
                  <a:pt x="6781770" y="20331"/>
                  <a:pt x="6780192" y="15982"/>
                </a:cubicBezTo>
                <a:cubicBezTo>
                  <a:pt x="6778426" y="11144"/>
                  <a:pt x="6785367" y="4594"/>
                  <a:pt x="6774197" y="1848"/>
                </a:cubicBezTo>
                <a:cubicBezTo>
                  <a:pt x="6768076" y="353"/>
                  <a:pt x="6760441" y="0"/>
                  <a:pt x="6752807" y="0"/>
                </a:cubicBezTo>
                <a:lnTo>
                  <a:pt x="6753500" y="245"/>
                </a:lnTo>
                <a:cubicBezTo>
                  <a:pt x="6750345" y="245"/>
                  <a:pt x="6747189" y="299"/>
                  <a:pt x="6744161" y="353"/>
                </a:cubicBezTo>
                <a:cubicBezTo>
                  <a:pt x="6741953" y="435"/>
                  <a:pt x="6739681" y="435"/>
                  <a:pt x="6737472" y="435"/>
                </a:cubicBezTo>
                <a:cubicBezTo>
                  <a:pt x="6734759" y="435"/>
                  <a:pt x="6732045" y="381"/>
                  <a:pt x="6729333" y="381"/>
                </a:cubicBezTo>
                <a:cubicBezTo>
                  <a:pt x="6726619" y="326"/>
                  <a:pt x="6723842" y="326"/>
                  <a:pt x="6721129" y="326"/>
                </a:cubicBezTo>
                <a:cubicBezTo>
                  <a:pt x="6708130" y="326"/>
                  <a:pt x="6695194" y="897"/>
                  <a:pt x="6682321" y="4838"/>
                </a:cubicBezTo>
                <a:cubicBezTo>
                  <a:pt x="6677841" y="6197"/>
                  <a:pt x="6671972" y="6605"/>
                  <a:pt x="6665662" y="6605"/>
                </a:cubicBezTo>
                <a:cubicBezTo>
                  <a:pt x="6656828" y="6605"/>
                  <a:pt x="6647046" y="5817"/>
                  <a:pt x="6638402" y="5817"/>
                </a:cubicBezTo>
                <a:lnTo>
                  <a:pt x="6636635" y="5817"/>
                </a:lnTo>
                <a:cubicBezTo>
                  <a:pt x="6623448" y="5817"/>
                  <a:pt x="6623573" y="6224"/>
                  <a:pt x="6625782" y="17232"/>
                </a:cubicBezTo>
                <a:cubicBezTo>
                  <a:pt x="6626476" y="20684"/>
                  <a:pt x="6622501" y="22885"/>
                  <a:pt x="6616380" y="24163"/>
                </a:cubicBezTo>
                <a:lnTo>
                  <a:pt x="6610069" y="24462"/>
                </a:lnTo>
                <a:cubicBezTo>
                  <a:pt x="6608555" y="24734"/>
                  <a:pt x="6607104" y="24870"/>
                  <a:pt x="6605716" y="24870"/>
                </a:cubicBezTo>
                <a:cubicBezTo>
                  <a:pt x="6601424" y="24870"/>
                  <a:pt x="6597512" y="23728"/>
                  <a:pt x="6593727" y="22614"/>
                </a:cubicBezTo>
                <a:cubicBezTo>
                  <a:pt x="6589877" y="21500"/>
                  <a:pt x="6586217" y="20358"/>
                  <a:pt x="6582305" y="20358"/>
                </a:cubicBezTo>
                <a:cubicBezTo>
                  <a:pt x="6580348" y="20358"/>
                  <a:pt x="6578329" y="20630"/>
                  <a:pt x="6576247" y="21364"/>
                </a:cubicBezTo>
                <a:cubicBezTo>
                  <a:pt x="6568675" y="24000"/>
                  <a:pt x="6560913" y="24299"/>
                  <a:pt x="6553089" y="24299"/>
                </a:cubicBezTo>
                <a:cubicBezTo>
                  <a:pt x="6551890" y="24299"/>
                  <a:pt x="6550754" y="24299"/>
                  <a:pt x="6549555" y="24299"/>
                </a:cubicBezTo>
                <a:cubicBezTo>
                  <a:pt x="6548420" y="24299"/>
                  <a:pt x="6547220" y="24299"/>
                  <a:pt x="6546021" y="24299"/>
                </a:cubicBezTo>
                <a:cubicBezTo>
                  <a:pt x="6543876" y="24299"/>
                  <a:pt x="6541667" y="24326"/>
                  <a:pt x="6539459" y="24408"/>
                </a:cubicBezTo>
                <a:cubicBezTo>
                  <a:pt x="6528795" y="24843"/>
                  <a:pt x="6518067" y="24788"/>
                  <a:pt x="6507403" y="24843"/>
                </a:cubicBezTo>
                <a:cubicBezTo>
                  <a:pt x="6506772" y="24843"/>
                  <a:pt x="6506205" y="24843"/>
                  <a:pt x="6505573" y="24843"/>
                </a:cubicBezTo>
                <a:cubicBezTo>
                  <a:pt x="6501913" y="24843"/>
                  <a:pt x="6498191" y="24815"/>
                  <a:pt x="6494530" y="24761"/>
                </a:cubicBezTo>
                <a:cubicBezTo>
                  <a:pt x="6490808" y="24734"/>
                  <a:pt x="6487084" y="24679"/>
                  <a:pt x="6483362" y="24679"/>
                </a:cubicBezTo>
                <a:cubicBezTo>
                  <a:pt x="6478566" y="24679"/>
                  <a:pt x="6473770" y="24734"/>
                  <a:pt x="6469037" y="25006"/>
                </a:cubicBezTo>
                <a:cubicBezTo>
                  <a:pt x="6461023" y="25440"/>
                  <a:pt x="6462979" y="28267"/>
                  <a:pt x="6465819" y="31311"/>
                </a:cubicBezTo>
                <a:cubicBezTo>
                  <a:pt x="6466954" y="32534"/>
                  <a:pt x="6468217" y="32860"/>
                  <a:pt x="6469290" y="32860"/>
                </a:cubicBezTo>
                <a:cubicBezTo>
                  <a:pt x="6469858" y="32860"/>
                  <a:pt x="6470362" y="32779"/>
                  <a:pt x="6470741" y="32670"/>
                </a:cubicBezTo>
                <a:cubicBezTo>
                  <a:pt x="6471120" y="32561"/>
                  <a:pt x="6471372" y="32480"/>
                  <a:pt x="6471372" y="32480"/>
                </a:cubicBezTo>
                <a:cubicBezTo>
                  <a:pt x="6471435" y="32480"/>
                  <a:pt x="6470930" y="32779"/>
                  <a:pt x="6469479" y="33866"/>
                </a:cubicBezTo>
                <a:cubicBezTo>
                  <a:pt x="6466766" y="35904"/>
                  <a:pt x="6458752" y="37019"/>
                  <a:pt x="6451180" y="37019"/>
                </a:cubicBezTo>
                <a:cubicBezTo>
                  <a:pt x="6444428" y="37019"/>
                  <a:pt x="6438054" y="36122"/>
                  <a:pt x="6436225" y="34165"/>
                </a:cubicBezTo>
                <a:cubicBezTo>
                  <a:pt x="6434647" y="32480"/>
                  <a:pt x="6440389" y="29192"/>
                  <a:pt x="6442787" y="26636"/>
                </a:cubicBezTo>
                <a:cubicBezTo>
                  <a:pt x="6427642" y="24652"/>
                  <a:pt x="6415653" y="18673"/>
                  <a:pt x="6398868" y="18673"/>
                </a:cubicBezTo>
                <a:cubicBezTo>
                  <a:pt x="6397922" y="18673"/>
                  <a:pt x="6396912" y="18700"/>
                  <a:pt x="6395903" y="18727"/>
                </a:cubicBezTo>
                <a:cubicBezTo>
                  <a:pt x="6382967" y="19243"/>
                  <a:pt x="6382588" y="21717"/>
                  <a:pt x="6389718" y="25848"/>
                </a:cubicBezTo>
                <a:cubicBezTo>
                  <a:pt x="6393190" y="27859"/>
                  <a:pt x="6392369" y="29518"/>
                  <a:pt x="6386374" y="30089"/>
                </a:cubicBezTo>
                <a:cubicBezTo>
                  <a:pt x="6381389" y="30577"/>
                  <a:pt x="6376151" y="30741"/>
                  <a:pt x="6370977" y="30741"/>
                </a:cubicBezTo>
                <a:cubicBezTo>
                  <a:pt x="6369778" y="30741"/>
                  <a:pt x="6368642" y="30741"/>
                  <a:pt x="6367444" y="30741"/>
                </a:cubicBezTo>
                <a:cubicBezTo>
                  <a:pt x="6363721" y="30714"/>
                  <a:pt x="6345105" y="30496"/>
                  <a:pt x="6335325" y="30496"/>
                </a:cubicBezTo>
                <a:cubicBezTo>
                  <a:pt x="6332422" y="30496"/>
                  <a:pt x="6330340" y="30496"/>
                  <a:pt x="6329582" y="30550"/>
                </a:cubicBezTo>
                <a:cubicBezTo>
                  <a:pt x="6325545" y="30822"/>
                  <a:pt x="6321443" y="30849"/>
                  <a:pt x="6317404" y="30985"/>
                </a:cubicBezTo>
                <a:cubicBezTo>
                  <a:pt x="6314501" y="36041"/>
                  <a:pt x="6306550" y="39112"/>
                  <a:pt x="6298158" y="42020"/>
                </a:cubicBezTo>
                <a:cubicBezTo>
                  <a:pt x="6287936" y="37535"/>
                  <a:pt x="6276198" y="36693"/>
                  <a:pt x="6264083" y="36693"/>
                </a:cubicBezTo>
                <a:cubicBezTo>
                  <a:pt x="6260486" y="36693"/>
                  <a:pt x="6256890" y="36747"/>
                  <a:pt x="6253293" y="36829"/>
                </a:cubicBezTo>
                <a:cubicBezTo>
                  <a:pt x="6249695" y="36883"/>
                  <a:pt x="6246098" y="36965"/>
                  <a:pt x="6242502" y="36965"/>
                </a:cubicBezTo>
                <a:cubicBezTo>
                  <a:pt x="6232596" y="36965"/>
                  <a:pt x="6222878" y="36421"/>
                  <a:pt x="6213917" y="33812"/>
                </a:cubicBezTo>
                <a:cubicBezTo>
                  <a:pt x="6205777" y="31447"/>
                  <a:pt x="6197006" y="30170"/>
                  <a:pt x="6188171" y="30170"/>
                </a:cubicBezTo>
                <a:cubicBezTo>
                  <a:pt x="6178958" y="30170"/>
                  <a:pt x="6169557" y="31556"/>
                  <a:pt x="6160533" y="34519"/>
                </a:cubicBezTo>
                <a:cubicBezTo>
                  <a:pt x="6157820" y="35388"/>
                  <a:pt x="6153339" y="36530"/>
                  <a:pt x="6150815" y="36530"/>
                </a:cubicBezTo>
                <a:cubicBezTo>
                  <a:pt x="6150247" y="36530"/>
                  <a:pt x="6149806" y="36475"/>
                  <a:pt x="6149490" y="36367"/>
                </a:cubicBezTo>
                <a:cubicBezTo>
                  <a:pt x="6143243" y="34328"/>
                  <a:pt x="6137249" y="33512"/>
                  <a:pt x="6131506" y="33512"/>
                </a:cubicBezTo>
                <a:cubicBezTo>
                  <a:pt x="6120084" y="33512"/>
                  <a:pt x="6109736" y="36666"/>
                  <a:pt x="6100018" y="39574"/>
                </a:cubicBezTo>
                <a:cubicBezTo>
                  <a:pt x="6090932" y="42292"/>
                  <a:pt x="6082224" y="43488"/>
                  <a:pt x="6073327" y="43488"/>
                </a:cubicBezTo>
                <a:cubicBezTo>
                  <a:pt x="6064429" y="43488"/>
                  <a:pt x="6055657" y="42238"/>
                  <a:pt x="6046824" y="40090"/>
                </a:cubicBezTo>
                <a:cubicBezTo>
                  <a:pt x="6041776" y="38867"/>
                  <a:pt x="6037043" y="37182"/>
                  <a:pt x="6032058" y="37182"/>
                </a:cubicBezTo>
                <a:cubicBezTo>
                  <a:pt x="6029534" y="37182"/>
                  <a:pt x="6027009" y="37617"/>
                  <a:pt x="6024360" y="38759"/>
                </a:cubicBezTo>
                <a:cubicBezTo>
                  <a:pt x="6020636" y="40362"/>
                  <a:pt x="6017229" y="41177"/>
                  <a:pt x="6014074" y="41177"/>
                </a:cubicBezTo>
                <a:cubicBezTo>
                  <a:pt x="6010477" y="41177"/>
                  <a:pt x="6007196" y="40118"/>
                  <a:pt x="6004041" y="37970"/>
                </a:cubicBezTo>
                <a:cubicBezTo>
                  <a:pt x="5999119" y="34600"/>
                  <a:pt x="5994134" y="32888"/>
                  <a:pt x="5988770" y="32888"/>
                </a:cubicBezTo>
                <a:cubicBezTo>
                  <a:pt x="5984101" y="32888"/>
                  <a:pt x="5979178" y="34165"/>
                  <a:pt x="5973815" y="36774"/>
                </a:cubicBezTo>
                <a:cubicBezTo>
                  <a:pt x="5972616" y="37345"/>
                  <a:pt x="5970345" y="37508"/>
                  <a:pt x="5967821" y="37508"/>
                </a:cubicBezTo>
                <a:cubicBezTo>
                  <a:pt x="5965675" y="37508"/>
                  <a:pt x="5963341" y="37372"/>
                  <a:pt x="5961447" y="37318"/>
                </a:cubicBezTo>
                <a:cubicBezTo>
                  <a:pt x="5960564" y="37264"/>
                  <a:pt x="5959744" y="37264"/>
                  <a:pt x="5958987" y="37264"/>
                </a:cubicBezTo>
                <a:cubicBezTo>
                  <a:pt x="5942391" y="37264"/>
                  <a:pt x="5943653" y="43352"/>
                  <a:pt x="5943148" y="48896"/>
                </a:cubicBezTo>
                <a:cubicBezTo>
                  <a:pt x="5931537" y="47918"/>
                  <a:pt x="5922765" y="42455"/>
                  <a:pt x="5910650" y="42455"/>
                </a:cubicBezTo>
                <a:cubicBezTo>
                  <a:pt x="5908378" y="42455"/>
                  <a:pt x="5905980" y="42672"/>
                  <a:pt x="5903456" y="43108"/>
                </a:cubicBezTo>
                <a:cubicBezTo>
                  <a:pt x="5900112" y="43706"/>
                  <a:pt x="5897273" y="45091"/>
                  <a:pt x="5894559" y="46314"/>
                </a:cubicBezTo>
                <a:lnTo>
                  <a:pt x="5897903" y="48788"/>
                </a:lnTo>
                <a:cubicBezTo>
                  <a:pt x="5902573" y="50881"/>
                  <a:pt x="5907431" y="54441"/>
                  <a:pt x="5912417" y="54523"/>
                </a:cubicBezTo>
                <a:cubicBezTo>
                  <a:pt x="5930528" y="54849"/>
                  <a:pt x="5929266" y="62622"/>
                  <a:pt x="5936017" y="67215"/>
                </a:cubicBezTo>
                <a:cubicBezTo>
                  <a:pt x="5938037" y="68602"/>
                  <a:pt x="5938352" y="70531"/>
                  <a:pt x="5939488" y="72190"/>
                </a:cubicBezTo>
                <a:cubicBezTo>
                  <a:pt x="5936332" y="72543"/>
                  <a:pt x="5932105" y="73576"/>
                  <a:pt x="5929518" y="73576"/>
                </a:cubicBezTo>
                <a:cubicBezTo>
                  <a:pt x="5928949" y="73576"/>
                  <a:pt x="5928381" y="73521"/>
                  <a:pt x="5928003" y="73385"/>
                </a:cubicBezTo>
                <a:cubicBezTo>
                  <a:pt x="5913994" y="68113"/>
                  <a:pt x="5898030" y="67841"/>
                  <a:pt x="5882065" y="67841"/>
                </a:cubicBezTo>
                <a:lnTo>
                  <a:pt x="5879289" y="67841"/>
                </a:lnTo>
                <a:cubicBezTo>
                  <a:pt x="5878280" y="67841"/>
                  <a:pt x="5877205" y="67841"/>
                  <a:pt x="5876196" y="67841"/>
                </a:cubicBezTo>
                <a:cubicBezTo>
                  <a:pt x="5873168" y="67841"/>
                  <a:pt x="5870139" y="67814"/>
                  <a:pt x="5867110" y="67759"/>
                </a:cubicBezTo>
                <a:cubicBezTo>
                  <a:pt x="5844709" y="67352"/>
                  <a:pt x="5826220" y="63248"/>
                  <a:pt x="5810634" y="55990"/>
                </a:cubicBezTo>
                <a:cubicBezTo>
                  <a:pt x="5806596" y="54088"/>
                  <a:pt x="5803440" y="50827"/>
                  <a:pt x="5803251" y="48136"/>
                </a:cubicBezTo>
                <a:cubicBezTo>
                  <a:pt x="5802999" y="44819"/>
                  <a:pt x="5808993" y="43406"/>
                  <a:pt x="5816187" y="43216"/>
                </a:cubicBezTo>
                <a:cubicBezTo>
                  <a:pt x="5826661" y="42944"/>
                  <a:pt x="5837262" y="42482"/>
                  <a:pt x="5847611" y="41667"/>
                </a:cubicBezTo>
                <a:cubicBezTo>
                  <a:pt x="5852723" y="41259"/>
                  <a:pt x="5854490" y="39057"/>
                  <a:pt x="5852407" y="36720"/>
                </a:cubicBezTo>
                <a:cubicBezTo>
                  <a:pt x="5850829" y="35007"/>
                  <a:pt x="5849063" y="32344"/>
                  <a:pt x="5846412" y="32045"/>
                </a:cubicBezTo>
                <a:cubicBezTo>
                  <a:pt x="5838966" y="31175"/>
                  <a:pt x="5831647" y="30768"/>
                  <a:pt x="5824453" y="30768"/>
                </a:cubicBezTo>
                <a:cubicBezTo>
                  <a:pt x="5804639" y="30768"/>
                  <a:pt x="5785835" y="33839"/>
                  <a:pt x="5767662" y="38514"/>
                </a:cubicBezTo>
                <a:cubicBezTo>
                  <a:pt x="5763812" y="39492"/>
                  <a:pt x="5762172" y="45146"/>
                  <a:pt x="5765832" y="46478"/>
                </a:cubicBezTo>
                <a:cubicBezTo>
                  <a:pt x="5769050" y="47674"/>
                  <a:pt x="5773403" y="48136"/>
                  <a:pt x="5777000" y="49114"/>
                </a:cubicBezTo>
                <a:cubicBezTo>
                  <a:pt x="5785204" y="51343"/>
                  <a:pt x="5791514" y="56779"/>
                  <a:pt x="5787413" y="58137"/>
                </a:cubicBezTo>
                <a:cubicBezTo>
                  <a:pt x="5782995" y="59551"/>
                  <a:pt x="5776937" y="61481"/>
                  <a:pt x="5772457" y="61481"/>
                </a:cubicBezTo>
                <a:cubicBezTo>
                  <a:pt x="5771826" y="61481"/>
                  <a:pt x="5771259" y="61454"/>
                  <a:pt x="5770690" y="61372"/>
                </a:cubicBezTo>
                <a:cubicBezTo>
                  <a:pt x="5746901" y="57948"/>
                  <a:pt x="5722165" y="55392"/>
                  <a:pt x="5710365" y="42211"/>
                </a:cubicBezTo>
                <a:cubicBezTo>
                  <a:pt x="5707273" y="38813"/>
                  <a:pt x="5704560" y="37073"/>
                  <a:pt x="5701279" y="37073"/>
                </a:cubicBezTo>
                <a:cubicBezTo>
                  <a:pt x="5697429" y="37073"/>
                  <a:pt x="5692823" y="39411"/>
                  <a:pt x="5686071" y="44167"/>
                </a:cubicBezTo>
                <a:cubicBezTo>
                  <a:pt x="5682348" y="46776"/>
                  <a:pt x="5679572" y="49060"/>
                  <a:pt x="5672188" y="49222"/>
                </a:cubicBezTo>
                <a:cubicBezTo>
                  <a:pt x="5671116" y="49250"/>
                  <a:pt x="5670044" y="49250"/>
                  <a:pt x="5668970" y="49250"/>
                </a:cubicBezTo>
                <a:cubicBezTo>
                  <a:pt x="5668529" y="49250"/>
                  <a:pt x="5668024" y="49250"/>
                  <a:pt x="5667582" y="49250"/>
                </a:cubicBezTo>
                <a:lnTo>
                  <a:pt x="5666194" y="49250"/>
                </a:lnTo>
                <a:cubicBezTo>
                  <a:pt x="5659821" y="49250"/>
                  <a:pt x="5653510" y="49413"/>
                  <a:pt x="5648778" y="52294"/>
                </a:cubicBezTo>
                <a:cubicBezTo>
                  <a:pt x="5656098" y="54115"/>
                  <a:pt x="5663355" y="55936"/>
                  <a:pt x="5670674" y="57703"/>
                </a:cubicBezTo>
                <a:cubicBezTo>
                  <a:pt x="5678120" y="59469"/>
                  <a:pt x="5685818" y="61018"/>
                  <a:pt x="5693076" y="62976"/>
                </a:cubicBezTo>
                <a:cubicBezTo>
                  <a:pt x="5697429" y="64145"/>
                  <a:pt x="5696546" y="66047"/>
                  <a:pt x="5690993" y="67297"/>
                </a:cubicBezTo>
                <a:cubicBezTo>
                  <a:pt x="5681591" y="69390"/>
                  <a:pt x="5672126" y="71646"/>
                  <a:pt x="5662281" y="73168"/>
                </a:cubicBezTo>
                <a:cubicBezTo>
                  <a:pt x="5661019" y="73358"/>
                  <a:pt x="5659757" y="73440"/>
                  <a:pt x="5658622" y="73440"/>
                </a:cubicBezTo>
                <a:cubicBezTo>
                  <a:pt x="5653447" y="73440"/>
                  <a:pt x="5649346" y="71646"/>
                  <a:pt x="5648084" y="68955"/>
                </a:cubicBezTo>
                <a:cubicBezTo>
                  <a:pt x="5646065" y="64498"/>
                  <a:pt x="5641458" y="61698"/>
                  <a:pt x="5635211" y="61698"/>
                </a:cubicBezTo>
                <a:cubicBezTo>
                  <a:pt x="5632497" y="61698"/>
                  <a:pt x="5629406" y="62242"/>
                  <a:pt x="5626061" y="63437"/>
                </a:cubicBezTo>
                <a:lnTo>
                  <a:pt x="5616900" y="65603"/>
                </a:lnTo>
                <a:lnTo>
                  <a:pt x="5614019" y="61562"/>
                </a:lnTo>
                <a:cubicBezTo>
                  <a:pt x="5612694" y="58002"/>
                  <a:pt x="5610485" y="56833"/>
                  <a:pt x="5607772" y="56833"/>
                </a:cubicBezTo>
                <a:cubicBezTo>
                  <a:pt x="5604806" y="56833"/>
                  <a:pt x="5601272" y="58220"/>
                  <a:pt x="5597550" y="59442"/>
                </a:cubicBezTo>
                <a:cubicBezTo>
                  <a:pt x="5596287" y="59850"/>
                  <a:pt x="5595025" y="60068"/>
                  <a:pt x="5593826" y="60068"/>
                </a:cubicBezTo>
                <a:cubicBezTo>
                  <a:pt x="5591365" y="60068"/>
                  <a:pt x="5589409" y="59198"/>
                  <a:pt x="5588841" y="57404"/>
                </a:cubicBezTo>
                <a:cubicBezTo>
                  <a:pt x="5586948" y="51153"/>
                  <a:pt x="5579313" y="48923"/>
                  <a:pt x="5567324" y="48923"/>
                </a:cubicBezTo>
                <a:cubicBezTo>
                  <a:pt x="5567197" y="48923"/>
                  <a:pt x="5567008" y="48923"/>
                  <a:pt x="5566882" y="48923"/>
                </a:cubicBezTo>
                <a:cubicBezTo>
                  <a:pt x="5563916" y="48923"/>
                  <a:pt x="5561013" y="48923"/>
                  <a:pt x="5558110" y="48923"/>
                </a:cubicBezTo>
                <a:cubicBezTo>
                  <a:pt x="5554261" y="48923"/>
                  <a:pt x="5550475" y="48923"/>
                  <a:pt x="5546626" y="48923"/>
                </a:cubicBezTo>
                <a:cubicBezTo>
                  <a:pt x="5542650" y="48923"/>
                  <a:pt x="5538676" y="48923"/>
                  <a:pt x="5534700" y="48923"/>
                </a:cubicBezTo>
                <a:cubicBezTo>
                  <a:pt x="5528326" y="48923"/>
                  <a:pt x="5521890" y="48951"/>
                  <a:pt x="5515453" y="49033"/>
                </a:cubicBezTo>
                <a:cubicBezTo>
                  <a:pt x="5512488" y="49060"/>
                  <a:pt x="5509585" y="49114"/>
                  <a:pt x="5506745" y="49114"/>
                </a:cubicBezTo>
                <a:cubicBezTo>
                  <a:pt x="5496965" y="49114"/>
                  <a:pt x="5487626" y="48489"/>
                  <a:pt x="5479549" y="44684"/>
                </a:cubicBezTo>
                <a:lnTo>
                  <a:pt x="5468002" y="43678"/>
                </a:lnTo>
                <a:cubicBezTo>
                  <a:pt x="5462070" y="47184"/>
                  <a:pt x="5455759" y="48271"/>
                  <a:pt x="5449386" y="48271"/>
                </a:cubicBezTo>
                <a:cubicBezTo>
                  <a:pt x="5440678" y="48271"/>
                  <a:pt x="5431781" y="46233"/>
                  <a:pt x="5423009" y="45417"/>
                </a:cubicBezTo>
                <a:cubicBezTo>
                  <a:pt x="5413608" y="48435"/>
                  <a:pt x="5404395" y="49848"/>
                  <a:pt x="5395182" y="49848"/>
                </a:cubicBezTo>
                <a:cubicBezTo>
                  <a:pt x="5384770" y="49848"/>
                  <a:pt x="5374357" y="48027"/>
                  <a:pt x="5363757" y="44711"/>
                </a:cubicBezTo>
                <a:cubicBezTo>
                  <a:pt x="5359529" y="43379"/>
                  <a:pt x="5355427" y="42863"/>
                  <a:pt x="5351325" y="42863"/>
                </a:cubicBezTo>
                <a:cubicBezTo>
                  <a:pt x="5343817" y="42863"/>
                  <a:pt x="5336308" y="44630"/>
                  <a:pt x="5328294" y="46423"/>
                </a:cubicBezTo>
                <a:cubicBezTo>
                  <a:pt x="5306397" y="51343"/>
                  <a:pt x="5305577" y="50582"/>
                  <a:pt x="5304630" y="57105"/>
                </a:cubicBezTo>
                <a:cubicBezTo>
                  <a:pt x="5304315" y="59170"/>
                  <a:pt x="5305388" y="61454"/>
                  <a:pt x="5303810" y="63220"/>
                </a:cubicBezTo>
                <a:cubicBezTo>
                  <a:pt x="5302422" y="64797"/>
                  <a:pt x="5298699" y="66536"/>
                  <a:pt x="5295354" y="66944"/>
                </a:cubicBezTo>
                <a:cubicBezTo>
                  <a:pt x="5294156" y="67080"/>
                  <a:pt x="5292893" y="67161"/>
                  <a:pt x="5291631" y="67161"/>
                </a:cubicBezTo>
                <a:cubicBezTo>
                  <a:pt x="5286331" y="67161"/>
                  <a:pt x="5281408" y="65829"/>
                  <a:pt x="5280336" y="63275"/>
                </a:cubicBezTo>
                <a:cubicBezTo>
                  <a:pt x="5278254" y="58355"/>
                  <a:pt x="5280146" y="53028"/>
                  <a:pt x="5271250" y="49060"/>
                </a:cubicBezTo>
                <a:cubicBezTo>
                  <a:pt x="5267211" y="47266"/>
                  <a:pt x="5263551" y="45091"/>
                  <a:pt x="5258881" y="45091"/>
                </a:cubicBezTo>
                <a:cubicBezTo>
                  <a:pt x="5256610" y="45091"/>
                  <a:pt x="5254023" y="45635"/>
                  <a:pt x="5251057" y="47021"/>
                </a:cubicBezTo>
                <a:cubicBezTo>
                  <a:pt x="5249543" y="47701"/>
                  <a:pt x="5248155" y="47972"/>
                  <a:pt x="5246766" y="47972"/>
                </a:cubicBezTo>
                <a:cubicBezTo>
                  <a:pt x="5244305" y="47972"/>
                  <a:pt x="5241970" y="47157"/>
                  <a:pt x="5239572" y="46342"/>
                </a:cubicBezTo>
                <a:cubicBezTo>
                  <a:pt x="5237175" y="45526"/>
                  <a:pt x="5234713" y="44711"/>
                  <a:pt x="5232001" y="44711"/>
                </a:cubicBezTo>
                <a:cubicBezTo>
                  <a:pt x="5229917" y="44711"/>
                  <a:pt x="5227709" y="45200"/>
                  <a:pt x="5225248" y="46559"/>
                </a:cubicBezTo>
                <a:cubicBezTo>
                  <a:pt x="5222156" y="48298"/>
                  <a:pt x="5218812" y="48951"/>
                  <a:pt x="5215405" y="48951"/>
                </a:cubicBezTo>
                <a:cubicBezTo>
                  <a:pt x="5209221" y="48951"/>
                  <a:pt x="5202848" y="46804"/>
                  <a:pt x="5196916" y="45037"/>
                </a:cubicBezTo>
                <a:cubicBezTo>
                  <a:pt x="5196916" y="45037"/>
                  <a:pt x="5189028" y="47646"/>
                  <a:pt x="5189028" y="47646"/>
                </a:cubicBezTo>
                <a:lnTo>
                  <a:pt x="5189028" y="50636"/>
                </a:lnTo>
                <a:cubicBezTo>
                  <a:pt x="5187892" y="53545"/>
                  <a:pt x="5188208" y="58192"/>
                  <a:pt x="5184800" y="58980"/>
                </a:cubicBezTo>
                <a:cubicBezTo>
                  <a:pt x="5183222" y="59333"/>
                  <a:pt x="5181834" y="59496"/>
                  <a:pt x="5180509" y="59496"/>
                </a:cubicBezTo>
                <a:cubicBezTo>
                  <a:pt x="5174073" y="59496"/>
                  <a:pt x="5170540" y="55583"/>
                  <a:pt x="5166438" y="53490"/>
                </a:cubicBezTo>
                <a:cubicBezTo>
                  <a:pt x="5162777" y="51642"/>
                  <a:pt x="5159875" y="50908"/>
                  <a:pt x="5156784" y="50908"/>
                </a:cubicBezTo>
                <a:cubicBezTo>
                  <a:pt x="5153565" y="50908"/>
                  <a:pt x="5150095" y="51724"/>
                  <a:pt x="5145551" y="52865"/>
                </a:cubicBezTo>
                <a:cubicBezTo>
                  <a:pt x="5144289" y="53191"/>
                  <a:pt x="5143027" y="53327"/>
                  <a:pt x="5141765" y="53327"/>
                </a:cubicBezTo>
                <a:cubicBezTo>
                  <a:pt x="5135265" y="53327"/>
                  <a:pt x="5129902" y="49222"/>
                  <a:pt x="5128514" y="46505"/>
                </a:cubicBezTo>
                <a:cubicBezTo>
                  <a:pt x="5126873" y="43324"/>
                  <a:pt x="5136212" y="43434"/>
                  <a:pt x="5141576" y="42699"/>
                </a:cubicBezTo>
                <a:lnTo>
                  <a:pt x="5146118" y="40634"/>
                </a:lnTo>
                <a:lnTo>
                  <a:pt x="5144289" y="38759"/>
                </a:lnTo>
                <a:lnTo>
                  <a:pt x="5138988" y="37318"/>
                </a:lnTo>
                <a:cubicBezTo>
                  <a:pt x="5135707" y="37535"/>
                  <a:pt x="5132489" y="37644"/>
                  <a:pt x="5129271" y="37644"/>
                </a:cubicBezTo>
                <a:cubicBezTo>
                  <a:pt x="5116208" y="37644"/>
                  <a:pt x="5103715" y="35877"/>
                  <a:pt x="5091221" y="34138"/>
                </a:cubicBezTo>
                <a:cubicBezTo>
                  <a:pt x="5078663" y="32371"/>
                  <a:pt x="5066169" y="30632"/>
                  <a:pt x="5053107" y="30632"/>
                </a:cubicBezTo>
                <a:cubicBezTo>
                  <a:pt x="5052728" y="30632"/>
                  <a:pt x="5052350" y="30632"/>
                  <a:pt x="5051971" y="30632"/>
                </a:cubicBezTo>
                <a:cubicBezTo>
                  <a:pt x="5048563" y="30659"/>
                  <a:pt x="5045093" y="30659"/>
                  <a:pt x="5041686" y="30659"/>
                </a:cubicBezTo>
                <a:cubicBezTo>
                  <a:pt x="5037142" y="30659"/>
                  <a:pt x="5032662" y="30632"/>
                  <a:pt x="5028182" y="30632"/>
                </a:cubicBezTo>
                <a:cubicBezTo>
                  <a:pt x="5023701" y="30604"/>
                  <a:pt x="5019158" y="30604"/>
                  <a:pt x="5014677" y="30604"/>
                </a:cubicBezTo>
                <a:cubicBezTo>
                  <a:pt x="5007799" y="30604"/>
                  <a:pt x="5000985" y="30632"/>
                  <a:pt x="4994170" y="30768"/>
                </a:cubicBezTo>
                <a:cubicBezTo>
                  <a:pt x="4986029" y="30931"/>
                  <a:pt x="4976691" y="31447"/>
                  <a:pt x="4970255" y="33540"/>
                </a:cubicBezTo>
                <a:cubicBezTo>
                  <a:pt x="4962114" y="36149"/>
                  <a:pt x="4953848" y="36829"/>
                  <a:pt x="4945455" y="36829"/>
                </a:cubicBezTo>
                <a:cubicBezTo>
                  <a:pt x="4941101" y="36829"/>
                  <a:pt x="4936684" y="36639"/>
                  <a:pt x="4932267" y="36448"/>
                </a:cubicBezTo>
                <a:cubicBezTo>
                  <a:pt x="4927787" y="36258"/>
                  <a:pt x="4923433" y="36068"/>
                  <a:pt x="4919016" y="36068"/>
                </a:cubicBezTo>
                <a:cubicBezTo>
                  <a:pt x="4917375" y="36068"/>
                  <a:pt x="4915798" y="36095"/>
                  <a:pt x="4914220" y="36149"/>
                </a:cubicBezTo>
                <a:cubicBezTo>
                  <a:pt x="4899013" y="28295"/>
                  <a:pt x="4878000" y="31556"/>
                  <a:pt x="4859763" y="29572"/>
                </a:cubicBezTo>
                <a:cubicBezTo>
                  <a:pt x="4855788" y="29137"/>
                  <a:pt x="4851371" y="26283"/>
                  <a:pt x="4847458" y="26283"/>
                </a:cubicBezTo>
                <a:cubicBezTo>
                  <a:pt x="4845375" y="26283"/>
                  <a:pt x="4843420" y="27126"/>
                  <a:pt x="4841716" y="29599"/>
                </a:cubicBezTo>
                <a:cubicBezTo>
                  <a:pt x="4840264" y="31719"/>
                  <a:pt x="4844556" y="35279"/>
                  <a:pt x="4848090" y="37481"/>
                </a:cubicBezTo>
                <a:cubicBezTo>
                  <a:pt x="4852002" y="39873"/>
                  <a:pt x="4852759" y="41640"/>
                  <a:pt x="4846764" y="41884"/>
                </a:cubicBezTo>
                <a:cubicBezTo>
                  <a:pt x="4836983" y="42292"/>
                  <a:pt x="4826887" y="43080"/>
                  <a:pt x="4817107" y="43080"/>
                </a:cubicBezTo>
                <a:cubicBezTo>
                  <a:pt x="4812185" y="43080"/>
                  <a:pt x="4807326" y="42890"/>
                  <a:pt x="4802656" y="42319"/>
                </a:cubicBezTo>
                <a:cubicBezTo>
                  <a:pt x="4794768" y="41368"/>
                  <a:pt x="4787701" y="40498"/>
                  <a:pt x="4780444" y="40498"/>
                </a:cubicBezTo>
                <a:cubicBezTo>
                  <a:pt x="4774954" y="40498"/>
                  <a:pt x="4769402" y="41015"/>
                  <a:pt x="4763343" y="42373"/>
                </a:cubicBezTo>
                <a:cubicBezTo>
                  <a:pt x="4762334" y="42591"/>
                  <a:pt x="4761387" y="42699"/>
                  <a:pt x="4760377" y="42699"/>
                </a:cubicBezTo>
                <a:cubicBezTo>
                  <a:pt x="4757349" y="42699"/>
                  <a:pt x="4754383" y="41803"/>
                  <a:pt x="4751164" y="40933"/>
                </a:cubicBezTo>
                <a:cubicBezTo>
                  <a:pt x="4747946" y="40036"/>
                  <a:pt x="4744540" y="39166"/>
                  <a:pt x="4740690" y="39166"/>
                </a:cubicBezTo>
                <a:cubicBezTo>
                  <a:pt x="4737662" y="39166"/>
                  <a:pt x="4734317" y="39709"/>
                  <a:pt x="4730656" y="41259"/>
                </a:cubicBezTo>
                <a:cubicBezTo>
                  <a:pt x="4727501" y="42564"/>
                  <a:pt x="4723778" y="43108"/>
                  <a:pt x="4719741" y="43108"/>
                </a:cubicBezTo>
                <a:cubicBezTo>
                  <a:pt x="4711789" y="43108"/>
                  <a:pt x="4702829" y="41042"/>
                  <a:pt x="4695131" y="38677"/>
                </a:cubicBezTo>
                <a:cubicBezTo>
                  <a:pt x="4693049" y="38052"/>
                  <a:pt x="4689830" y="37726"/>
                  <a:pt x="4686486" y="37726"/>
                </a:cubicBezTo>
                <a:cubicBezTo>
                  <a:pt x="4683141" y="37726"/>
                  <a:pt x="4679797" y="38052"/>
                  <a:pt x="4677841" y="38759"/>
                </a:cubicBezTo>
                <a:cubicBezTo>
                  <a:pt x="4666356" y="42863"/>
                  <a:pt x="4653735" y="42101"/>
                  <a:pt x="4641115" y="42645"/>
                </a:cubicBezTo>
                <a:cubicBezTo>
                  <a:pt x="4638276" y="42781"/>
                  <a:pt x="4635562" y="42836"/>
                  <a:pt x="4632975" y="42836"/>
                </a:cubicBezTo>
                <a:cubicBezTo>
                  <a:pt x="4612972" y="42836"/>
                  <a:pt x="4598585" y="39003"/>
                  <a:pt x="4593474" y="27914"/>
                </a:cubicBezTo>
                <a:lnTo>
                  <a:pt x="4589624" y="25467"/>
                </a:lnTo>
                <a:cubicBezTo>
                  <a:pt x="4587542" y="27017"/>
                  <a:pt x="4583630" y="28648"/>
                  <a:pt x="4583819" y="30143"/>
                </a:cubicBezTo>
                <a:cubicBezTo>
                  <a:pt x="4584324" y="34084"/>
                  <a:pt x="4586343" y="37970"/>
                  <a:pt x="4588300" y="41830"/>
                </a:cubicBezTo>
                <a:cubicBezTo>
                  <a:pt x="4589183" y="43569"/>
                  <a:pt x="4593726" y="46015"/>
                  <a:pt x="4592653" y="46668"/>
                </a:cubicBezTo>
                <a:cubicBezTo>
                  <a:pt x="4590382" y="48054"/>
                  <a:pt x="4587795" y="48543"/>
                  <a:pt x="4584766" y="48543"/>
                </a:cubicBezTo>
                <a:cubicBezTo>
                  <a:pt x="4581737" y="48543"/>
                  <a:pt x="4578455" y="48027"/>
                  <a:pt x="4575363" y="47428"/>
                </a:cubicBezTo>
                <a:cubicBezTo>
                  <a:pt x="4567665" y="45988"/>
                  <a:pt x="4560156" y="43542"/>
                  <a:pt x="4552269" y="43216"/>
                </a:cubicBezTo>
                <a:cubicBezTo>
                  <a:pt x="4527406" y="42183"/>
                  <a:pt x="4502355" y="44086"/>
                  <a:pt x="4478502" y="37318"/>
                </a:cubicBezTo>
                <a:cubicBezTo>
                  <a:pt x="4475095" y="36340"/>
                  <a:pt x="4470804" y="36041"/>
                  <a:pt x="4466134" y="36041"/>
                </a:cubicBezTo>
                <a:cubicBezTo>
                  <a:pt x="4458436" y="36041"/>
                  <a:pt x="4449602" y="36911"/>
                  <a:pt x="4441713" y="37019"/>
                </a:cubicBezTo>
                <a:cubicBezTo>
                  <a:pt x="4440893" y="40172"/>
                  <a:pt x="4436918" y="42510"/>
                  <a:pt x="4430734" y="42672"/>
                </a:cubicBezTo>
                <a:cubicBezTo>
                  <a:pt x="4423919" y="42863"/>
                  <a:pt x="4417104" y="42890"/>
                  <a:pt x="4410226" y="42890"/>
                </a:cubicBezTo>
                <a:cubicBezTo>
                  <a:pt x="4407955" y="42890"/>
                  <a:pt x="4405619" y="42890"/>
                  <a:pt x="4403284" y="42890"/>
                </a:cubicBezTo>
                <a:cubicBezTo>
                  <a:pt x="4400887" y="42890"/>
                  <a:pt x="4398552" y="42890"/>
                  <a:pt x="4396154" y="42890"/>
                </a:cubicBezTo>
                <a:cubicBezTo>
                  <a:pt x="4390539" y="42890"/>
                  <a:pt x="4384986" y="42917"/>
                  <a:pt x="4379369" y="43025"/>
                </a:cubicBezTo>
                <a:lnTo>
                  <a:pt x="4354510" y="44797"/>
                </a:lnTo>
                <a:lnTo>
                  <a:pt x="4353814" y="44684"/>
                </a:lnTo>
                <a:lnTo>
                  <a:pt x="4342267" y="43678"/>
                </a:lnTo>
                <a:lnTo>
                  <a:pt x="4330916" y="46479"/>
                </a:lnTo>
                <a:lnTo>
                  <a:pt x="4317593" y="47428"/>
                </a:lnTo>
                <a:lnTo>
                  <a:pt x="4316681" y="47517"/>
                </a:lnTo>
                <a:lnTo>
                  <a:pt x="4297274" y="45417"/>
                </a:lnTo>
                <a:lnTo>
                  <a:pt x="4281090" y="47994"/>
                </a:lnTo>
                <a:lnTo>
                  <a:pt x="4251083" y="43189"/>
                </a:lnTo>
                <a:cubicBezTo>
                  <a:pt x="4245405" y="41232"/>
                  <a:pt x="4237579" y="38433"/>
                  <a:pt x="4229124" y="38433"/>
                </a:cubicBezTo>
                <a:cubicBezTo>
                  <a:pt x="4223824" y="38433"/>
                  <a:pt x="4218208" y="39547"/>
                  <a:pt x="4212654" y="42672"/>
                </a:cubicBezTo>
                <a:cubicBezTo>
                  <a:pt x="4211519" y="43297"/>
                  <a:pt x="4208742" y="43596"/>
                  <a:pt x="4205398" y="43596"/>
                </a:cubicBezTo>
                <a:cubicBezTo>
                  <a:pt x="4199592" y="43596"/>
                  <a:pt x="4192209" y="42754"/>
                  <a:pt x="4188991" y="41368"/>
                </a:cubicBezTo>
                <a:cubicBezTo>
                  <a:pt x="4182303" y="38514"/>
                  <a:pt x="4176687" y="37399"/>
                  <a:pt x="4171575" y="37399"/>
                </a:cubicBezTo>
                <a:cubicBezTo>
                  <a:pt x="4162173" y="37399"/>
                  <a:pt x="4154727" y="41259"/>
                  <a:pt x="4146524" y="45200"/>
                </a:cubicBezTo>
                <a:lnTo>
                  <a:pt x="4139606" y="47164"/>
                </a:lnTo>
                <a:lnTo>
                  <a:pt x="4136789" y="46260"/>
                </a:lnTo>
                <a:lnTo>
                  <a:pt x="4131380" y="42020"/>
                </a:lnTo>
                <a:cubicBezTo>
                  <a:pt x="4130875" y="40389"/>
                  <a:pt x="4126584" y="37644"/>
                  <a:pt x="4124438" y="37644"/>
                </a:cubicBezTo>
                <a:cubicBezTo>
                  <a:pt x="4124375" y="37644"/>
                  <a:pt x="4124312" y="37644"/>
                  <a:pt x="4124312" y="37644"/>
                </a:cubicBezTo>
                <a:cubicBezTo>
                  <a:pt x="4122482" y="37753"/>
                  <a:pt x="4120715" y="37808"/>
                  <a:pt x="4119012" y="37808"/>
                </a:cubicBezTo>
                <a:cubicBezTo>
                  <a:pt x="4102227" y="37808"/>
                  <a:pt x="4094086" y="32426"/>
                  <a:pt x="4086262" y="25413"/>
                </a:cubicBezTo>
                <a:cubicBezTo>
                  <a:pt x="4083043" y="22559"/>
                  <a:pt x="4071811" y="21690"/>
                  <a:pt x="4064050" y="20113"/>
                </a:cubicBezTo>
                <a:cubicBezTo>
                  <a:pt x="4057866" y="18836"/>
                  <a:pt x="4052123" y="18075"/>
                  <a:pt x="4046507" y="18075"/>
                </a:cubicBezTo>
                <a:cubicBezTo>
                  <a:pt x="4038809" y="18075"/>
                  <a:pt x="4031427" y="19516"/>
                  <a:pt x="4023917" y="23212"/>
                </a:cubicBezTo>
                <a:cubicBezTo>
                  <a:pt x="4017102" y="26555"/>
                  <a:pt x="4013064" y="28267"/>
                  <a:pt x="4009215" y="28267"/>
                </a:cubicBezTo>
                <a:cubicBezTo>
                  <a:pt x="4004545" y="28267"/>
                  <a:pt x="4000127" y="25821"/>
                  <a:pt x="3991356" y="20792"/>
                </a:cubicBezTo>
                <a:lnTo>
                  <a:pt x="3989842" y="18211"/>
                </a:lnTo>
                <a:cubicBezTo>
                  <a:pt x="3979051" y="15737"/>
                  <a:pt x="3968136" y="13345"/>
                  <a:pt x="3957408" y="10763"/>
                </a:cubicBezTo>
                <a:cubicBezTo>
                  <a:pt x="3946428" y="8100"/>
                  <a:pt x="3939550" y="6523"/>
                  <a:pt x="3935133" y="6523"/>
                </a:cubicBezTo>
                <a:cubicBezTo>
                  <a:pt x="3928318" y="6523"/>
                  <a:pt x="3927245" y="10302"/>
                  <a:pt x="3925793" y="19596"/>
                </a:cubicBezTo>
                <a:cubicBezTo>
                  <a:pt x="3925478" y="21635"/>
                  <a:pt x="3925793" y="23728"/>
                  <a:pt x="3925163" y="25740"/>
                </a:cubicBezTo>
                <a:lnTo>
                  <a:pt x="3921818" y="28158"/>
                </a:lnTo>
                <a:cubicBezTo>
                  <a:pt x="3918410" y="27887"/>
                  <a:pt x="3914499" y="27452"/>
                  <a:pt x="3911974" y="26392"/>
                </a:cubicBezTo>
                <a:cubicBezTo>
                  <a:pt x="3905413" y="23701"/>
                  <a:pt x="3901563" y="20331"/>
                  <a:pt x="3899985" y="15982"/>
                </a:cubicBezTo>
                <a:cubicBezTo>
                  <a:pt x="3898219" y="11144"/>
                  <a:pt x="3905160" y="4594"/>
                  <a:pt x="3893990" y="1848"/>
                </a:cubicBezTo>
                <a:cubicBezTo>
                  <a:pt x="3887869" y="353"/>
                  <a:pt x="3880234" y="0"/>
                  <a:pt x="3872600" y="0"/>
                </a:cubicBezTo>
                <a:lnTo>
                  <a:pt x="3873293" y="245"/>
                </a:lnTo>
                <a:cubicBezTo>
                  <a:pt x="3870138" y="245"/>
                  <a:pt x="3866983" y="299"/>
                  <a:pt x="3863954" y="353"/>
                </a:cubicBezTo>
                <a:cubicBezTo>
                  <a:pt x="3861746" y="435"/>
                  <a:pt x="3859474" y="435"/>
                  <a:pt x="3857266" y="435"/>
                </a:cubicBezTo>
                <a:cubicBezTo>
                  <a:pt x="3854552" y="435"/>
                  <a:pt x="3851839" y="381"/>
                  <a:pt x="3849126" y="381"/>
                </a:cubicBezTo>
                <a:cubicBezTo>
                  <a:pt x="3846412" y="326"/>
                  <a:pt x="3843635" y="326"/>
                  <a:pt x="3840922" y="326"/>
                </a:cubicBezTo>
                <a:cubicBezTo>
                  <a:pt x="3827923" y="326"/>
                  <a:pt x="3814986" y="897"/>
                  <a:pt x="3802114" y="4838"/>
                </a:cubicBezTo>
                <a:cubicBezTo>
                  <a:pt x="3797634" y="6197"/>
                  <a:pt x="3791765" y="6605"/>
                  <a:pt x="3785455" y="6605"/>
                </a:cubicBezTo>
                <a:cubicBezTo>
                  <a:pt x="3776621" y="6605"/>
                  <a:pt x="3766840" y="5817"/>
                  <a:pt x="3758195" y="5817"/>
                </a:cubicBezTo>
                <a:lnTo>
                  <a:pt x="3756428" y="5817"/>
                </a:lnTo>
                <a:cubicBezTo>
                  <a:pt x="3743240" y="5817"/>
                  <a:pt x="3743366" y="6224"/>
                  <a:pt x="3745574" y="17232"/>
                </a:cubicBezTo>
                <a:cubicBezTo>
                  <a:pt x="3746269" y="20684"/>
                  <a:pt x="3742294" y="22885"/>
                  <a:pt x="3736173" y="24163"/>
                </a:cubicBezTo>
                <a:lnTo>
                  <a:pt x="3729862" y="24462"/>
                </a:lnTo>
                <a:cubicBezTo>
                  <a:pt x="3728348" y="24734"/>
                  <a:pt x="3726897" y="24870"/>
                  <a:pt x="3725509" y="24870"/>
                </a:cubicBezTo>
                <a:cubicBezTo>
                  <a:pt x="3721218" y="24870"/>
                  <a:pt x="3717305" y="23728"/>
                  <a:pt x="3713520" y="22614"/>
                </a:cubicBezTo>
                <a:cubicBezTo>
                  <a:pt x="3709670" y="21500"/>
                  <a:pt x="3706010" y="20358"/>
                  <a:pt x="3702098" y="20358"/>
                </a:cubicBezTo>
                <a:cubicBezTo>
                  <a:pt x="3700141" y="20358"/>
                  <a:pt x="3698122" y="20630"/>
                  <a:pt x="3696040" y="21364"/>
                </a:cubicBezTo>
                <a:cubicBezTo>
                  <a:pt x="3688468" y="24000"/>
                  <a:pt x="3680706" y="24299"/>
                  <a:pt x="3672882" y="24299"/>
                </a:cubicBezTo>
                <a:cubicBezTo>
                  <a:pt x="3671683" y="24299"/>
                  <a:pt x="3670547" y="24299"/>
                  <a:pt x="3669348" y="24299"/>
                </a:cubicBezTo>
                <a:cubicBezTo>
                  <a:pt x="3668212" y="24299"/>
                  <a:pt x="3667013" y="24299"/>
                  <a:pt x="3665814" y="24299"/>
                </a:cubicBezTo>
                <a:cubicBezTo>
                  <a:pt x="3663669" y="24299"/>
                  <a:pt x="3661460" y="24326"/>
                  <a:pt x="3659252" y="24408"/>
                </a:cubicBezTo>
                <a:cubicBezTo>
                  <a:pt x="3648588" y="24843"/>
                  <a:pt x="3637860" y="24788"/>
                  <a:pt x="3627196" y="24843"/>
                </a:cubicBezTo>
                <a:cubicBezTo>
                  <a:pt x="3626565" y="24843"/>
                  <a:pt x="3625998" y="24843"/>
                  <a:pt x="3625366" y="24843"/>
                </a:cubicBezTo>
                <a:cubicBezTo>
                  <a:pt x="3621706" y="24843"/>
                  <a:pt x="3617984" y="24815"/>
                  <a:pt x="3614323" y="24761"/>
                </a:cubicBezTo>
                <a:cubicBezTo>
                  <a:pt x="3610601" y="24734"/>
                  <a:pt x="3606877" y="24679"/>
                  <a:pt x="3603154" y="24679"/>
                </a:cubicBezTo>
                <a:cubicBezTo>
                  <a:pt x="3598359" y="24679"/>
                  <a:pt x="3593563" y="24734"/>
                  <a:pt x="3588830" y="25006"/>
                </a:cubicBezTo>
                <a:cubicBezTo>
                  <a:pt x="3580816" y="25440"/>
                  <a:pt x="3582772" y="28267"/>
                  <a:pt x="3585612" y="31311"/>
                </a:cubicBezTo>
                <a:cubicBezTo>
                  <a:pt x="3586748" y="32534"/>
                  <a:pt x="3588010" y="32860"/>
                  <a:pt x="3589083" y="32860"/>
                </a:cubicBezTo>
                <a:cubicBezTo>
                  <a:pt x="3589651" y="32860"/>
                  <a:pt x="3590155" y="32779"/>
                  <a:pt x="3590534" y="32670"/>
                </a:cubicBezTo>
                <a:cubicBezTo>
                  <a:pt x="3590913" y="32561"/>
                  <a:pt x="3591165" y="32480"/>
                  <a:pt x="3591165" y="32480"/>
                </a:cubicBezTo>
                <a:cubicBezTo>
                  <a:pt x="3591228" y="32480"/>
                  <a:pt x="3590723" y="32779"/>
                  <a:pt x="3589272" y="33866"/>
                </a:cubicBezTo>
                <a:cubicBezTo>
                  <a:pt x="3586559" y="35904"/>
                  <a:pt x="3578544" y="37019"/>
                  <a:pt x="3570973" y="37019"/>
                </a:cubicBezTo>
                <a:cubicBezTo>
                  <a:pt x="3564220" y="37019"/>
                  <a:pt x="3557847" y="36122"/>
                  <a:pt x="3556018" y="34165"/>
                </a:cubicBezTo>
                <a:cubicBezTo>
                  <a:pt x="3554440" y="32480"/>
                  <a:pt x="3560182" y="29192"/>
                  <a:pt x="3562580" y="26636"/>
                </a:cubicBezTo>
                <a:cubicBezTo>
                  <a:pt x="3547435" y="24652"/>
                  <a:pt x="3535446" y="18673"/>
                  <a:pt x="3518661" y="18673"/>
                </a:cubicBezTo>
                <a:cubicBezTo>
                  <a:pt x="3517715" y="18673"/>
                  <a:pt x="3516705" y="18700"/>
                  <a:pt x="3515696" y="18727"/>
                </a:cubicBezTo>
                <a:cubicBezTo>
                  <a:pt x="3502760" y="19243"/>
                  <a:pt x="3502381" y="21717"/>
                  <a:pt x="3509511" y="25848"/>
                </a:cubicBezTo>
                <a:cubicBezTo>
                  <a:pt x="3512982" y="27859"/>
                  <a:pt x="3512162" y="29518"/>
                  <a:pt x="3506167" y="30089"/>
                </a:cubicBezTo>
                <a:cubicBezTo>
                  <a:pt x="3501182" y="30577"/>
                  <a:pt x="3495944" y="30741"/>
                  <a:pt x="3490770" y="30741"/>
                </a:cubicBezTo>
                <a:cubicBezTo>
                  <a:pt x="3489571" y="30741"/>
                  <a:pt x="3488435" y="30741"/>
                  <a:pt x="3487237" y="30741"/>
                </a:cubicBezTo>
                <a:lnTo>
                  <a:pt x="3471035" y="30617"/>
                </a:lnTo>
                <a:lnTo>
                  <a:pt x="3467739" y="27914"/>
                </a:lnTo>
                <a:lnTo>
                  <a:pt x="3463888" y="25467"/>
                </a:lnTo>
                <a:cubicBezTo>
                  <a:pt x="3461806" y="27017"/>
                  <a:pt x="3457895" y="28648"/>
                  <a:pt x="3458084" y="30143"/>
                </a:cubicBezTo>
                <a:lnTo>
                  <a:pt x="3458228" y="30520"/>
                </a:lnTo>
                <a:lnTo>
                  <a:pt x="3455118" y="30496"/>
                </a:lnTo>
                <a:cubicBezTo>
                  <a:pt x="3452215" y="30496"/>
                  <a:pt x="3450133" y="30496"/>
                  <a:pt x="3449375" y="30550"/>
                </a:cubicBezTo>
                <a:cubicBezTo>
                  <a:pt x="3445338" y="30822"/>
                  <a:pt x="3441236" y="30849"/>
                  <a:pt x="3437197" y="30985"/>
                </a:cubicBezTo>
                <a:cubicBezTo>
                  <a:pt x="3434294" y="36041"/>
                  <a:pt x="3426343" y="39112"/>
                  <a:pt x="3417950" y="42020"/>
                </a:cubicBezTo>
                <a:cubicBezTo>
                  <a:pt x="3407729" y="37535"/>
                  <a:pt x="3395991" y="36693"/>
                  <a:pt x="3383876" y="36693"/>
                </a:cubicBezTo>
                <a:cubicBezTo>
                  <a:pt x="3380278" y="36693"/>
                  <a:pt x="3376682" y="36747"/>
                  <a:pt x="3373086" y="36829"/>
                </a:cubicBezTo>
                <a:cubicBezTo>
                  <a:pt x="3369488" y="36883"/>
                  <a:pt x="3365891" y="36965"/>
                  <a:pt x="3362295" y="36965"/>
                </a:cubicBezTo>
                <a:cubicBezTo>
                  <a:pt x="3352388" y="36965"/>
                  <a:pt x="3342671" y="36421"/>
                  <a:pt x="3333710" y="33812"/>
                </a:cubicBezTo>
                <a:cubicBezTo>
                  <a:pt x="3325570" y="31447"/>
                  <a:pt x="3316799" y="30170"/>
                  <a:pt x="3307964" y="30170"/>
                </a:cubicBezTo>
                <a:cubicBezTo>
                  <a:pt x="3298751" y="30170"/>
                  <a:pt x="3289350" y="31556"/>
                  <a:pt x="3280326" y="34519"/>
                </a:cubicBezTo>
                <a:cubicBezTo>
                  <a:pt x="3277613" y="35388"/>
                  <a:pt x="3273132" y="36530"/>
                  <a:pt x="3270608" y="36530"/>
                </a:cubicBezTo>
                <a:cubicBezTo>
                  <a:pt x="3270040" y="36530"/>
                  <a:pt x="3269598" y="36475"/>
                  <a:pt x="3269283" y="36367"/>
                </a:cubicBezTo>
                <a:cubicBezTo>
                  <a:pt x="3263036" y="34328"/>
                  <a:pt x="3257042" y="33512"/>
                  <a:pt x="3251299" y="33512"/>
                </a:cubicBezTo>
                <a:cubicBezTo>
                  <a:pt x="3239877" y="33512"/>
                  <a:pt x="3229529" y="36666"/>
                  <a:pt x="3219811" y="39574"/>
                </a:cubicBezTo>
                <a:cubicBezTo>
                  <a:pt x="3210724" y="42292"/>
                  <a:pt x="3202017" y="43488"/>
                  <a:pt x="3193120" y="43488"/>
                </a:cubicBezTo>
                <a:cubicBezTo>
                  <a:pt x="3184222" y="43488"/>
                  <a:pt x="3175450" y="42238"/>
                  <a:pt x="3166616" y="40090"/>
                </a:cubicBezTo>
                <a:cubicBezTo>
                  <a:pt x="3161569" y="38867"/>
                  <a:pt x="3156836" y="37182"/>
                  <a:pt x="3151851" y="37182"/>
                </a:cubicBezTo>
                <a:cubicBezTo>
                  <a:pt x="3149327" y="37182"/>
                  <a:pt x="3146802" y="37617"/>
                  <a:pt x="3144153" y="38759"/>
                </a:cubicBezTo>
                <a:cubicBezTo>
                  <a:pt x="3140429" y="40362"/>
                  <a:pt x="3137022" y="41177"/>
                  <a:pt x="3133866" y="41177"/>
                </a:cubicBezTo>
                <a:cubicBezTo>
                  <a:pt x="3130270" y="41177"/>
                  <a:pt x="3126989" y="40118"/>
                  <a:pt x="3123833" y="37970"/>
                </a:cubicBezTo>
                <a:cubicBezTo>
                  <a:pt x="3118912" y="34600"/>
                  <a:pt x="3113927" y="32888"/>
                  <a:pt x="3108563" y="32888"/>
                </a:cubicBezTo>
                <a:cubicBezTo>
                  <a:pt x="3103894" y="32888"/>
                  <a:pt x="3098971" y="34165"/>
                  <a:pt x="3093607" y="36774"/>
                </a:cubicBezTo>
                <a:cubicBezTo>
                  <a:pt x="3092409" y="37345"/>
                  <a:pt x="3090138" y="37508"/>
                  <a:pt x="3087614" y="37508"/>
                </a:cubicBezTo>
                <a:cubicBezTo>
                  <a:pt x="3085468" y="37508"/>
                  <a:pt x="3083134" y="37372"/>
                  <a:pt x="3081240" y="37318"/>
                </a:cubicBezTo>
                <a:cubicBezTo>
                  <a:pt x="3080357" y="37264"/>
                  <a:pt x="3079536" y="37264"/>
                  <a:pt x="3078780" y="37264"/>
                </a:cubicBezTo>
                <a:cubicBezTo>
                  <a:pt x="3070482" y="37264"/>
                  <a:pt x="3066649" y="38786"/>
                  <a:pt x="3064826" y="41001"/>
                </a:cubicBezTo>
                <a:lnTo>
                  <a:pt x="3064692" y="41563"/>
                </a:lnTo>
                <a:lnTo>
                  <a:pt x="3063256" y="41368"/>
                </a:lnTo>
                <a:cubicBezTo>
                  <a:pt x="3056568" y="38514"/>
                  <a:pt x="3050952" y="37399"/>
                  <a:pt x="3045840" y="37399"/>
                </a:cubicBezTo>
                <a:lnTo>
                  <a:pt x="3029258" y="42563"/>
                </a:lnTo>
                <a:lnTo>
                  <a:pt x="3023249" y="43108"/>
                </a:lnTo>
                <a:cubicBezTo>
                  <a:pt x="3019905" y="43706"/>
                  <a:pt x="3017066" y="45091"/>
                  <a:pt x="3014352" y="46314"/>
                </a:cubicBezTo>
                <a:lnTo>
                  <a:pt x="3015048" y="46829"/>
                </a:lnTo>
                <a:lnTo>
                  <a:pt x="3012649" y="47510"/>
                </a:lnTo>
                <a:cubicBezTo>
                  <a:pt x="3008926" y="47510"/>
                  <a:pt x="3006717" y="45390"/>
                  <a:pt x="3005645" y="42020"/>
                </a:cubicBezTo>
                <a:cubicBezTo>
                  <a:pt x="3005140" y="40389"/>
                  <a:pt x="3000849" y="37644"/>
                  <a:pt x="2998702" y="37644"/>
                </a:cubicBezTo>
                <a:cubicBezTo>
                  <a:pt x="2998640" y="37644"/>
                  <a:pt x="2998577" y="37644"/>
                  <a:pt x="2998577" y="37644"/>
                </a:cubicBezTo>
                <a:cubicBezTo>
                  <a:pt x="2996747" y="37753"/>
                  <a:pt x="2994980" y="37808"/>
                  <a:pt x="2993276" y="37808"/>
                </a:cubicBezTo>
                <a:cubicBezTo>
                  <a:pt x="2976492" y="37808"/>
                  <a:pt x="2968351" y="32426"/>
                  <a:pt x="2960526" y="25413"/>
                </a:cubicBezTo>
                <a:cubicBezTo>
                  <a:pt x="2957308" y="22559"/>
                  <a:pt x="2946076" y="21690"/>
                  <a:pt x="2938315" y="20113"/>
                </a:cubicBezTo>
                <a:cubicBezTo>
                  <a:pt x="2932131" y="18836"/>
                  <a:pt x="2926388" y="18075"/>
                  <a:pt x="2920772" y="18075"/>
                </a:cubicBezTo>
                <a:cubicBezTo>
                  <a:pt x="2913074" y="18075"/>
                  <a:pt x="2905692" y="19516"/>
                  <a:pt x="2898182" y="23212"/>
                </a:cubicBezTo>
                <a:cubicBezTo>
                  <a:pt x="2891366" y="26555"/>
                  <a:pt x="2887329" y="28267"/>
                  <a:pt x="2883480" y="28267"/>
                </a:cubicBezTo>
                <a:cubicBezTo>
                  <a:pt x="2878810" y="28267"/>
                  <a:pt x="2874392" y="25821"/>
                  <a:pt x="2865621" y="20792"/>
                </a:cubicBezTo>
                <a:lnTo>
                  <a:pt x="2864107" y="18211"/>
                </a:lnTo>
                <a:cubicBezTo>
                  <a:pt x="2853316" y="15737"/>
                  <a:pt x="2842400" y="13345"/>
                  <a:pt x="2831672" y="10763"/>
                </a:cubicBezTo>
                <a:cubicBezTo>
                  <a:pt x="2820693" y="8100"/>
                  <a:pt x="2813815" y="6523"/>
                  <a:pt x="2809398" y="6523"/>
                </a:cubicBezTo>
                <a:cubicBezTo>
                  <a:pt x="2802583" y="6523"/>
                  <a:pt x="2801510" y="10302"/>
                  <a:pt x="2800058" y="19596"/>
                </a:cubicBezTo>
                <a:cubicBezTo>
                  <a:pt x="2799743" y="21635"/>
                  <a:pt x="2800058" y="23728"/>
                  <a:pt x="2799428" y="25740"/>
                </a:cubicBezTo>
                <a:lnTo>
                  <a:pt x="2796082" y="28158"/>
                </a:lnTo>
                <a:cubicBezTo>
                  <a:pt x="2792675" y="27887"/>
                  <a:pt x="2788764" y="27452"/>
                  <a:pt x="2786239" y="26392"/>
                </a:cubicBezTo>
                <a:cubicBezTo>
                  <a:pt x="2779678" y="23701"/>
                  <a:pt x="2775828" y="20331"/>
                  <a:pt x="2774250" y="15982"/>
                </a:cubicBezTo>
                <a:cubicBezTo>
                  <a:pt x="2772484" y="11144"/>
                  <a:pt x="2779424" y="4594"/>
                  <a:pt x="2768255" y="1848"/>
                </a:cubicBezTo>
                <a:cubicBezTo>
                  <a:pt x="2762134" y="353"/>
                  <a:pt x="2754499" y="0"/>
                  <a:pt x="2746864" y="0"/>
                </a:cubicBezTo>
                <a:lnTo>
                  <a:pt x="2747558" y="245"/>
                </a:lnTo>
                <a:cubicBezTo>
                  <a:pt x="2744403" y="245"/>
                  <a:pt x="2741248" y="299"/>
                  <a:pt x="2738219" y="353"/>
                </a:cubicBezTo>
                <a:cubicBezTo>
                  <a:pt x="2736011" y="435"/>
                  <a:pt x="2733739" y="435"/>
                  <a:pt x="2731530" y="435"/>
                </a:cubicBezTo>
                <a:cubicBezTo>
                  <a:pt x="2728817" y="435"/>
                  <a:pt x="2726104" y="381"/>
                  <a:pt x="2723391" y="381"/>
                </a:cubicBezTo>
                <a:cubicBezTo>
                  <a:pt x="2720677" y="326"/>
                  <a:pt x="2717900" y="326"/>
                  <a:pt x="2715187" y="326"/>
                </a:cubicBezTo>
                <a:cubicBezTo>
                  <a:pt x="2702188" y="326"/>
                  <a:pt x="2689252" y="897"/>
                  <a:pt x="2676379" y="4838"/>
                </a:cubicBezTo>
                <a:cubicBezTo>
                  <a:pt x="2671899" y="6197"/>
                  <a:pt x="2666030" y="6605"/>
                  <a:pt x="2659720" y="6605"/>
                </a:cubicBezTo>
                <a:cubicBezTo>
                  <a:pt x="2650886" y="6605"/>
                  <a:pt x="2641104" y="5817"/>
                  <a:pt x="2632460" y="5817"/>
                </a:cubicBezTo>
                <a:lnTo>
                  <a:pt x="2630693" y="5817"/>
                </a:lnTo>
                <a:cubicBezTo>
                  <a:pt x="2617506" y="5817"/>
                  <a:pt x="2617631" y="6224"/>
                  <a:pt x="2619840" y="17232"/>
                </a:cubicBezTo>
                <a:cubicBezTo>
                  <a:pt x="2620534" y="20684"/>
                  <a:pt x="2616559" y="22885"/>
                  <a:pt x="2610438" y="24163"/>
                </a:cubicBezTo>
                <a:lnTo>
                  <a:pt x="2604127" y="24462"/>
                </a:lnTo>
                <a:cubicBezTo>
                  <a:pt x="2602613" y="24734"/>
                  <a:pt x="2601162" y="24870"/>
                  <a:pt x="2599774" y="24870"/>
                </a:cubicBezTo>
                <a:cubicBezTo>
                  <a:pt x="2595482" y="24870"/>
                  <a:pt x="2591570" y="23728"/>
                  <a:pt x="2587784" y="22614"/>
                </a:cubicBezTo>
                <a:cubicBezTo>
                  <a:pt x="2583936" y="21500"/>
                  <a:pt x="2580275" y="20358"/>
                  <a:pt x="2576363" y="20358"/>
                </a:cubicBezTo>
                <a:cubicBezTo>
                  <a:pt x="2574406" y="20358"/>
                  <a:pt x="2572387" y="20630"/>
                  <a:pt x="2570305" y="21364"/>
                </a:cubicBezTo>
                <a:cubicBezTo>
                  <a:pt x="2562732" y="24000"/>
                  <a:pt x="2554971" y="24299"/>
                  <a:pt x="2547147" y="24299"/>
                </a:cubicBezTo>
                <a:cubicBezTo>
                  <a:pt x="2545948" y="24299"/>
                  <a:pt x="2544812" y="24299"/>
                  <a:pt x="2543613" y="24299"/>
                </a:cubicBezTo>
                <a:cubicBezTo>
                  <a:pt x="2542478" y="24299"/>
                  <a:pt x="2541278" y="24299"/>
                  <a:pt x="2540079" y="24299"/>
                </a:cubicBezTo>
                <a:cubicBezTo>
                  <a:pt x="2537934" y="24299"/>
                  <a:pt x="2535725" y="24326"/>
                  <a:pt x="2533516" y="24408"/>
                </a:cubicBezTo>
                <a:cubicBezTo>
                  <a:pt x="2522853" y="24843"/>
                  <a:pt x="2512125" y="24788"/>
                  <a:pt x="2501462" y="24843"/>
                </a:cubicBezTo>
                <a:cubicBezTo>
                  <a:pt x="2500830" y="24843"/>
                  <a:pt x="2500263" y="24843"/>
                  <a:pt x="2499631" y="24843"/>
                </a:cubicBezTo>
                <a:cubicBezTo>
                  <a:pt x="2495971" y="24843"/>
                  <a:pt x="2492248" y="24815"/>
                  <a:pt x="2488588" y="24761"/>
                </a:cubicBezTo>
                <a:cubicBezTo>
                  <a:pt x="2484866" y="24734"/>
                  <a:pt x="2481142" y="24679"/>
                  <a:pt x="2477420" y="24679"/>
                </a:cubicBezTo>
                <a:cubicBezTo>
                  <a:pt x="2472624" y="24679"/>
                  <a:pt x="2467828" y="24734"/>
                  <a:pt x="2463095" y="25006"/>
                </a:cubicBezTo>
                <a:cubicBezTo>
                  <a:pt x="2455081" y="25440"/>
                  <a:pt x="2457037" y="28267"/>
                  <a:pt x="2459877" y="31311"/>
                </a:cubicBezTo>
                <a:cubicBezTo>
                  <a:pt x="2461012" y="32534"/>
                  <a:pt x="2462274" y="32860"/>
                  <a:pt x="2463348" y="32860"/>
                </a:cubicBezTo>
                <a:cubicBezTo>
                  <a:pt x="2463916" y="32860"/>
                  <a:pt x="2464420" y="32779"/>
                  <a:pt x="2464799" y="32670"/>
                </a:cubicBezTo>
                <a:cubicBezTo>
                  <a:pt x="2465178" y="32561"/>
                  <a:pt x="2465430" y="32480"/>
                  <a:pt x="2465430" y="32480"/>
                </a:cubicBezTo>
                <a:cubicBezTo>
                  <a:pt x="2465493" y="32480"/>
                  <a:pt x="2464988" y="32779"/>
                  <a:pt x="2463537" y="33866"/>
                </a:cubicBezTo>
                <a:cubicBezTo>
                  <a:pt x="2460824" y="35904"/>
                  <a:pt x="2452810" y="37019"/>
                  <a:pt x="2445238" y="37019"/>
                </a:cubicBezTo>
                <a:cubicBezTo>
                  <a:pt x="2438486" y="37019"/>
                  <a:pt x="2432112" y="36122"/>
                  <a:pt x="2430282" y="34165"/>
                </a:cubicBezTo>
                <a:cubicBezTo>
                  <a:pt x="2428704" y="32480"/>
                  <a:pt x="2434447" y="29192"/>
                  <a:pt x="2436845" y="26636"/>
                </a:cubicBezTo>
                <a:cubicBezTo>
                  <a:pt x="2421700" y="24652"/>
                  <a:pt x="2409711" y="18673"/>
                  <a:pt x="2392926" y="18673"/>
                </a:cubicBezTo>
                <a:cubicBezTo>
                  <a:pt x="2391980" y="18673"/>
                  <a:pt x="2390970" y="18700"/>
                  <a:pt x="2389961" y="18727"/>
                </a:cubicBezTo>
                <a:cubicBezTo>
                  <a:pt x="2377025" y="19243"/>
                  <a:pt x="2376646" y="21717"/>
                  <a:pt x="2383776" y="25848"/>
                </a:cubicBezTo>
                <a:cubicBezTo>
                  <a:pt x="2387248" y="27859"/>
                  <a:pt x="2386427" y="29518"/>
                  <a:pt x="2380432" y="30089"/>
                </a:cubicBezTo>
                <a:cubicBezTo>
                  <a:pt x="2375446" y="30577"/>
                  <a:pt x="2370209" y="30741"/>
                  <a:pt x="2365035" y="30741"/>
                </a:cubicBezTo>
                <a:cubicBezTo>
                  <a:pt x="2363836" y="30741"/>
                  <a:pt x="2362700" y="30741"/>
                  <a:pt x="2361502" y="30741"/>
                </a:cubicBezTo>
                <a:cubicBezTo>
                  <a:pt x="2357778" y="30714"/>
                  <a:pt x="2339163" y="30496"/>
                  <a:pt x="2329383" y="30496"/>
                </a:cubicBezTo>
                <a:cubicBezTo>
                  <a:pt x="2326480" y="30496"/>
                  <a:pt x="2324398" y="30496"/>
                  <a:pt x="2323640" y="30550"/>
                </a:cubicBezTo>
                <a:cubicBezTo>
                  <a:pt x="2319602" y="30822"/>
                  <a:pt x="2315500" y="30849"/>
                  <a:pt x="2311462" y="30985"/>
                </a:cubicBezTo>
                <a:cubicBezTo>
                  <a:pt x="2308559" y="36041"/>
                  <a:pt x="2300608" y="39112"/>
                  <a:pt x="2292216" y="42020"/>
                </a:cubicBezTo>
                <a:cubicBezTo>
                  <a:pt x="2281994" y="37535"/>
                  <a:pt x="2270256" y="36693"/>
                  <a:pt x="2258140" y="36693"/>
                </a:cubicBezTo>
                <a:cubicBezTo>
                  <a:pt x="2254544" y="36693"/>
                  <a:pt x="2250948" y="36747"/>
                  <a:pt x="2247350" y="36829"/>
                </a:cubicBezTo>
                <a:cubicBezTo>
                  <a:pt x="2243753" y="36883"/>
                  <a:pt x="2240156" y="36965"/>
                  <a:pt x="2236560" y="36965"/>
                </a:cubicBezTo>
                <a:cubicBezTo>
                  <a:pt x="2226654" y="36965"/>
                  <a:pt x="2216936" y="36421"/>
                  <a:pt x="2207975" y="33812"/>
                </a:cubicBezTo>
                <a:cubicBezTo>
                  <a:pt x="2199835" y="31447"/>
                  <a:pt x="2191064" y="30170"/>
                  <a:pt x="2182229" y="30170"/>
                </a:cubicBezTo>
                <a:cubicBezTo>
                  <a:pt x="2173016" y="30170"/>
                  <a:pt x="2163614" y="31556"/>
                  <a:pt x="2154591" y="34519"/>
                </a:cubicBezTo>
                <a:cubicBezTo>
                  <a:pt x="2151878" y="35388"/>
                  <a:pt x="2147397" y="36530"/>
                  <a:pt x="2144873" y="36530"/>
                </a:cubicBezTo>
                <a:cubicBezTo>
                  <a:pt x="2144305" y="36530"/>
                  <a:pt x="2143864" y="36475"/>
                  <a:pt x="2143548" y="36367"/>
                </a:cubicBezTo>
                <a:cubicBezTo>
                  <a:pt x="2137301" y="34328"/>
                  <a:pt x="2131306" y="33512"/>
                  <a:pt x="2125564" y="33512"/>
                </a:cubicBezTo>
                <a:cubicBezTo>
                  <a:pt x="2114142" y="33512"/>
                  <a:pt x="2103794" y="36666"/>
                  <a:pt x="2094076" y="39574"/>
                </a:cubicBezTo>
                <a:cubicBezTo>
                  <a:pt x="2084990" y="42292"/>
                  <a:pt x="2076282" y="43488"/>
                  <a:pt x="2067385" y="43488"/>
                </a:cubicBezTo>
                <a:cubicBezTo>
                  <a:pt x="2058487" y="43488"/>
                  <a:pt x="2049715" y="42238"/>
                  <a:pt x="2040881" y="40090"/>
                </a:cubicBezTo>
                <a:cubicBezTo>
                  <a:pt x="2035834" y="38867"/>
                  <a:pt x="2031101" y="37182"/>
                  <a:pt x="2026116" y="37182"/>
                </a:cubicBezTo>
                <a:cubicBezTo>
                  <a:pt x="2023592" y="37182"/>
                  <a:pt x="2021067" y="37617"/>
                  <a:pt x="2018418" y="38759"/>
                </a:cubicBezTo>
                <a:cubicBezTo>
                  <a:pt x="2014694" y="40362"/>
                  <a:pt x="2011287" y="41177"/>
                  <a:pt x="2008132" y="41177"/>
                </a:cubicBezTo>
                <a:cubicBezTo>
                  <a:pt x="2004534" y="41177"/>
                  <a:pt x="2001254" y="40118"/>
                  <a:pt x="1998098" y="37970"/>
                </a:cubicBezTo>
                <a:cubicBezTo>
                  <a:pt x="1993177" y="34600"/>
                  <a:pt x="1988192" y="32888"/>
                  <a:pt x="1982828" y="32888"/>
                </a:cubicBezTo>
                <a:cubicBezTo>
                  <a:pt x="1978158" y="32888"/>
                  <a:pt x="1973236" y="34165"/>
                  <a:pt x="1967872" y="36774"/>
                </a:cubicBezTo>
                <a:cubicBezTo>
                  <a:pt x="1966674" y="37345"/>
                  <a:pt x="1964403" y="37508"/>
                  <a:pt x="1961879" y="37508"/>
                </a:cubicBezTo>
                <a:cubicBezTo>
                  <a:pt x="1959733" y="37508"/>
                  <a:pt x="1957398" y="37372"/>
                  <a:pt x="1955505" y="37318"/>
                </a:cubicBezTo>
                <a:cubicBezTo>
                  <a:pt x="1954622" y="37264"/>
                  <a:pt x="1953801" y="37264"/>
                  <a:pt x="1953044" y="37264"/>
                </a:cubicBezTo>
                <a:cubicBezTo>
                  <a:pt x="1936449" y="37264"/>
                  <a:pt x="1937711" y="43352"/>
                  <a:pt x="1937206" y="48896"/>
                </a:cubicBezTo>
                <a:cubicBezTo>
                  <a:pt x="1925595" y="47918"/>
                  <a:pt x="1916823" y="42455"/>
                  <a:pt x="1904708" y="42455"/>
                </a:cubicBezTo>
                <a:cubicBezTo>
                  <a:pt x="1902436" y="42455"/>
                  <a:pt x="1900038" y="42672"/>
                  <a:pt x="1897514" y="43108"/>
                </a:cubicBezTo>
                <a:cubicBezTo>
                  <a:pt x="1894170" y="43706"/>
                  <a:pt x="1891330" y="45091"/>
                  <a:pt x="1888617" y="46314"/>
                </a:cubicBezTo>
                <a:lnTo>
                  <a:pt x="1891961" y="48788"/>
                </a:lnTo>
                <a:cubicBezTo>
                  <a:pt x="1896631" y="50881"/>
                  <a:pt x="1901489" y="54441"/>
                  <a:pt x="1906475" y="54523"/>
                </a:cubicBezTo>
                <a:cubicBezTo>
                  <a:pt x="1924585" y="54849"/>
                  <a:pt x="1923323" y="62622"/>
                  <a:pt x="1930075" y="67215"/>
                </a:cubicBezTo>
                <a:cubicBezTo>
                  <a:pt x="1932095" y="68602"/>
                  <a:pt x="1932410" y="70531"/>
                  <a:pt x="1933545" y="72190"/>
                </a:cubicBezTo>
                <a:cubicBezTo>
                  <a:pt x="1930390" y="72543"/>
                  <a:pt x="1926162" y="73576"/>
                  <a:pt x="1923575" y="73576"/>
                </a:cubicBezTo>
                <a:cubicBezTo>
                  <a:pt x="1923007" y="73576"/>
                  <a:pt x="1922439" y="73521"/>
                  <a:pt x="1922060" y="73385"/>
                </a:cubicBezTo>
                <a:cubicBezTo>
                  <a:pt x="1908052" y="68113"/>
                  <a:pt x="1892088" y="67841"/>
                  <a:pt x="1876123" y="67841"/>
                </a:cubicBezTo>
                <a:lnTo>
                  <a:pt x="1873346" y="67841"/>
                </a:lnTo>
                <a:cubicBezTo>
                  <a:pt x="1872337" y="67841"/>
                  <a:pt x="1871263" y="67841"/>
                  <a:pt x="1870254" y="67841"/>
                </a:cubicBezTo>
                <a:cubicBezTo>
                  <a:pt x="1867225" y="67841"/>
                  <a:pt x="1864197" y="67814"/>
                  <a:pt x="1861168" y="67759"/>
                </a:cubicBezTo>
                <a:cubicBezTo>
                  <a:pt x="1838766" y="67352"/>
                  <a:pt x="1820278" y="63248"/>
                  <a:pt x="1804692" y="55990"/>
                </a:cubicBezTo>
                <a:cubicBezTo>
                  <a:pt x="1800654" y="54088"/>
                  <a:pt x="1797498" y="50827"/>
                  <a:pt x="1797308" y="48136"/>
                </a:cubicBezTo>
                <a:cubicBezTo>
                  <a:pt x="1797056" y="44819"/>
                  <a:pt x="1803051" y="43406"/>
                  <a:pt x="1810245" y="43216"/>
                </a:cubicBezTo>
                <a:cubicBezTo>
                  <a:pt x="1820719" y="42944"/>
                  <a:pt x="1831320" y="42482"/>
                  <a:pt x="1841669" y="41667"/>
                </a:cubicBezTo>
                <a:cubicBezTo>
                  <a:pt x="1846781" y="41259"/>
                  <a:pt x="1848548" y="39057"/>
                  <a:pt x="1846464" y="36720"/>
                </a:cubicBezTo>
                <a:cubicBezTo>
                  <a:pt x="1844887" y="35007"/>
                  <a:pt x="1843120" y="32344"/>
                  <a:pt x="1840470" y="32045"/>
                </a:cubicBezTo>
                <a:cubicBezTo>
                  <a:pt x="1833024" y="31175"/>
                  <a:pt x="1825704" y="30768"/>
                  <a:pt x="1818511" y="30768"/>
                </a:cubicBezTo>
                <a:cubicBezTo>
                  <a:pt x="1798697" y="30768"/>
                  <a:pt x="1779892" y="33839"/>
                  <a:pt x="1761720" y="38514"/>
                </a:cubicBezTo>
                <a:cubicBezTo>
                  <a:pt x="1757870" y="39492"/>
                  <a:pt x="1756230" y="45146"/>
                  <a:pt x="1759889" y="46478"/>
                </a:cubicBezTo>
                <a:cubicBezTo>
                  <a:pt x="1763108" y="47674"/>
                  <a:pt x="1767461" y="48136"/>
                  <a:pt x="1771058" y="49114"/>
                </a:cubicBezTo>
                <a:cubicBezTo>
                  <a:pt x="1779262" y="51343"/>
                  <a:pt x="1785572" y="56779"/>
                  <a:pt x="1781471" y="58137"/>
                </a:cubicBezTo>
                <a:cubicBezTo>
                  <a:pt x="1777052" y="59551"/>
                  <a:pt x="1770995" y="61481"/>
                  <a:pt x="1766515" y="61481"/>
                </a:cubicBezTo>
                <a:cubicBezTo>
                  <a:pt x="1765884" y="61481"/>
                  <a:pt x="1765317" y="61454"/>
                  <a:pt x="1764747" y="61372"/>
                </a:cubicBezTo>
                <a:cubicBezTo>
                  <a:pt x="1740958" y="57948"/>
                  <a:pt x="1716223" y="55392"/>
                  <a:pt x="1704423" y="42211"/>
                </a:cubicBezTo>
                <a:cubicBezTo>
                  <a:pt x="1701331" y="38813"/>
                  <a:pt x="1698618" y="37073"/>
                  <a:pt x="1695336" y="37073"/>
                </a:cubicBezTo>
                <a:cubicBezTo>
                  <a:pt x="1691486" y="37073"/>
                  <a:pt x="1686880" y="39411"/>
                  <a:pt x="1680129" y="44167"/>
                </a:cubicBezTo>
                <a:cubicBezTo>
                  <a:pt x="1676406" y="46776"/>
                  <a:pt x="1673630" y="49060"/>
                  <a:pt x="1666246" y="49222"/>
                </a:cubicBezTo>
                <a:cubicBezTo>
                  <a:pt x="1665174" y="49250"/>
                  <a:pt x="1664102" y="49250"/>
                  <a:pt x="1663028" y="49250"/>
                </a:cubicBezTo>
                <a:cubicBezTo>
                  <a:pt x="1662586" y="49250"/>
                  <a:pt x="1662082" y="49250"/>
                  <a:pt x="1661640" y="49250"/>
                </a:cubicBezTo>
                <a:lnTo>
                  <a:pt x="1660251" y="49250"/>
                </a:lnTo>
                <a:cubicBezTo>
                  <a:pt x="1653878" y="49250"/>
                  <a:pt x="1647568" y="49413"/>
                  <a:pt x="1642836" y="52294"/>
                </a:cubicBezTo>
                <a:cubicBezTo>
                  <a:pt x="1650156" y="54115"/>
                  <a:pt x="1657412" y="55936"/>
                  <a:pt x="1664732" y="57703"/>
                </a:cubicBezTo>
                <a:cubicBezTo>
                  <a:pt x="1672178" y="59469"/>
                  <a:pt x="1679876" y="61018"/>
                  <a:pt x="1687133" y="62976"/>
                </a:cubicBezTo>
                <a:cubicBezTo>
                  <a:pt x="1691486" y="64145"/>
                  <a:pt x="1690604" y="66047"/>
                  <a:pt x="1685051" y="67297"/>
                </a:cubicBezTo>
                <a:cubicBezTo>
                  <a:pt x="1675648" y="69390"/>
                  <a:pt x="1666184" y="71646"/>
                  <a:pt x="1656339" y="73168"/>
                </a:cubicBezTo>
                <a:cubicBezTo>
                  <a:pt x="1655077" y="73358"/>
                  <a:pt x="1653815" y="73440"/>
                  <a:pt x="1652680" y="73440"/>
                </a:cubicBezTo>
                <a:cubicBezTo>
                  <a:pt x="1647505" y="73440"/>
                  <a:pt x="1643404" y="71646"/>
                  <a:pt x="1642142" y="68955"/>
                </a:cubicBezTo>
                <a:cubicBezTo>
                  <a:pt x="1640123" y="64498"/>
                  <a:pt x="1635516" y="61698"/>
                  <a:pt x="1629268" y="61698"/>
                </a:cubicBezTo>
                <a:cubicBezTo>
                  <a:pt x="1626555" y="61698"/>
                  <a:pt x="1623464" y="62242"/>
                  <a:pt x="1620119" y="63437"/>
                </a:cubicBezTo>
                <a:cubicBezTo>
                  <a:pt x="1597150" y="71673"/>
                  <a:pt x="1572035" y="74255"/>
                  <a:pt x="1545722" y="74255"/>
                </a:cubicBezTo>
                <a:cubicBezTo>
                  <a:pt x="1538340" y="74255"/>
                  <a:pt x="1530893" y="74038"/>
                  <a:pt x="1523384" y="73711"/>
                </a:cubicBezTo>
                <a:cubicBezTo>
                  <a:pt x="1517137" y="73440"/>
                  <a:pt x="1513161" y="71075"/>
                  <a:pt x="1512152" y="67922"/>
                </a:cubicBezTo>
                <a:cubicBezTo>
                  <a:pt x="1504453" y="67080"/>
                  <a:pt x="1496629" y="66346"/>
                  <a:pt x="1488994" y="65286"/>
                </a:cubicBezTo>
                <a:cubicBezTo>
                  <a:pt x="1483883" y="64552"/>
                  <a:pt x="1476878" y="62133"/>
                  <a:pt x="1473534" y="62133"/>
                </a:cubicBezTo>
                <a:cubicBezTo>
                  <a:pt x="1473092" y="62133"/>
                  <a:pt x="1472650" y="62187"/>
                  <a:pt x="1472335" y="62296"/>
                </a:cubicBezTo>
                <a:cubicBezTo>
                  <a:pt x="1455550" y="68493"/>
                  <a:pt x="1435925" y="66400"/>
                  <a:pt x="1417752" y="68249"/>
                </a:cubicBezTo>
                <a:cubicBezTo>
                  <a:pt x="1409549" y="69091"/>
                  <a:pt x="1403048" y="75043"/>
                  <a:pt x="1396865" y="79066"/>
                </a:cubicBezTo>
                <a:cubicBezTo>
                  <a:pt x="1390113" y="83415"/>
                  <a:pt x="1381468" y="86649"/>
                  <a:pt x="1373392" y="86649"/>
                </a:cubicBezTo>
                <a:cubicBezTo>
                  <a:pt x="1371308" y="86649"/>
                  <a:pt x="1369226" y="86432"/>
                  <a:pt x="1367271" y="85970"/>
                </a:cubicBezTo>
                <a:cubicBezTo>
                  <a:pt x="1358815" y="83986"/>
                  <a:pt x="1350927" y="81077"/>
                  <a:pt x="1342597" y="81077"/>
                </a:cubicBezTo>
                <a:cubicBezTo>
                  <a:pt x="1337865" y="81077"/>
                  <a:pt x="1333006" y="82001"/>
                  <a:pt x="1327768" y="84529"/>
                </a:cubicBezTo>
                <a:cubicBezTo>
                  <a:pt x="1318934" y="84529"/>
                  <a:pt x="1310100" y="85018"/>
                  <a:pt x="1301203" y="85508"/>
                </a:cubicBezTo>
                <a:cubicBezTo>
                  <a:pt x="1292368" y="85997"/>
                  <a:pt x="1283472" y="86486"/>
                  <a:pt x="1274700" y="86486"/>
                </a:cubicBezTo>
                <a:cubicBezTo>
                  <a:pt x="1261133" y="86486"/>
                  <a:pt x="1247755" y="85317"/>
                  <a:pt x="1234756" y="81159"/>
                </a:cubicBezTo>
                <a:lnTo>
                  <a:pt x="1222766" y="81349"/>
                </a:lnTo>
                <a:cubicBezTo>
                  <a:pt x="1218224" y="83469"/>
                  <a:pt x="1214312" y="84285"/>
                  <a:pt x="1210904" y="84285"/>
                </a:cubicBezTo>
                <a:cubicBezTo>
                  <a:pt x="1203584" y="84285"/>
                  <a:pt x="1198221" y="80561"/>
                  <a:pt x="1192037" y="78033"/>
                </a:cubicBezTo>
                <a:cubicBezTo>
                  <a:pt x="1189513" y="76973"/>
                  <a:pt x="1187114" y="75968"/>
                  <a:pt x="1184464" y="75968"/>
                </a:cubicBezTo>
                <a:cubicBezTo>
                  <a:pt x="1182445" y="75968"/>
                  <a:pt x="1180300" y="76566"/>
                  <a:pt x="1177838" y="78196"/>
                </a:cubicBezTo>
                <a:cubicBezTo>
                  <a:pt x="1169068" y="84094"/>
                  <a:pt x="1165281" y="86568"/>
                  <a:pt x="1159035" y="86568"/>
                </a:cubicBezTo>
                <a:cubicBezTo>
                  <a:pt x="1155438" y="86568"/>
                  <a:pt x="1151020" y="85753"/>
                  <a:pt x="1144331" y="84258"/>
                </a:cubicBezTo>
                <a:cubicBezTo>
                  <a:pt x="1139284" y="83116"/>
                  <a:pt x="1135623" y="82436"/>
                  <a:pt x="1132784" y="82436"/>
                </a:cubicBezTo>
                <a:cubicBezTo>
                  <a:pt x="1128430" y="82436"/>
                  <a:pt x="1126095" y="84067"/>
                  <a:pt x="1123634" y="88226"/>
                </a:cubicBezTo>
                <a:cubicBezTo>
                  <a:pt x="1122121" y="90781"/>
                  <a:pt x="1118334" y="92003"/>
                  <a:pt x="1113853" y="92003"/>
                </a:cubicBezTo>
                <a:cubicBezTo>
                  <a:pt x="1110446" y="92003"/>
                  <a:pt x="1106597" y="91269"/>
                  <a:pt x="1103190" y="89911"/>
                </a:cubicBezTo>
                <a:cubicBezTo>
                  <a:pt x="1097952" y="87845"/>
                  <a:pt x="1092904" y="86513"/>
                  <a:pt x="1087603" y="86513"/>
                </a:cubicBezTo>
                <a:cubicBezTo>
                  <a:pt x="1083501" y="86513"/>
                  <a:pt x="1079337" y="87301"/>
                  <a:pt x="1074919" y="89122"/>
                </a:cubicBezTo>
                <a:lnTo>
                  <a:pt x="1065076" y="90590"/>
                </a:lnTo>
                <a:cubicBezTo>
                  <a:pt x="1053718" y="87057"/>
                  <a:pt x="1041918" y="86106"/>
                  <a:pt x="1029991" y="86106"/>
                </a:cubicBezTo>
                <a:cubicBezTo>
                  <a:pt x="1017055" y="86106"/>
                  <a:pt x="1003994" y="87247"/>
                  <a:pt x="991057" y="87492"/>
                </a:cubicBezTo>
                <a:lnTo>
                  <a:pt x="985946" y="89313"/>
                </a:lnTo>
                <a:lnTo>
                  <a:pt x="990363" y="91215"/>
                </a:lnTo>
                <a:cubicBezTo>
                  <a:pt x="1007086" y="91867"/>
                  <a:pt x="1023870" y="92276"/>
                  <a:pt x="1040592" y="92901"/>
                </a:cubicBezTo>
                <a:lnTo>
                  <a:pt x="1045451" y="94830"/>
                </a:lnTo>
                <a:lnTo>
                  <a:pt x="1038637" y="98336"/>
                </a:lnTo>
                <a:cubicBezTo>
                  <a:pt x="1015478" y="98581"/>
                  <a:pt x="992762" y="97983"/>
                  <a:pt x="971307" y="104343"/>
                </a:cubicBezTo>
                <a:cubicBezTo>
                  <a:pt x="969035" y="104996"/>
                  <a:pt x="966573" y="105295"/>
                  <a:pt x="963986" y="105295"/>
                </a:cubicBezTo>
                <a:cubicBezTo>
                  <a:pt x="956793" y="105295"/>
                  <a:pt x="948779" y="103011"/>
                  <a:pt x="942153" y="100484"/>
                </a:cubicBezTo>
                <a:cubicBezTo>
                  <a:pt x="938684" y="99152"/>
                  <a:pt x="935465" y="98608"/>
                  <a:pt x="932499" y="98608"/>
                </a:cubicBezTo>
                <a:cubicBezTo>
                  <a:pt x="925874" y="98608"/>
                  <a:pt x="920383" y="101244"/>
                  <a:pt x="915146" y="103854"/>
                </a:cubicBezTo>
                <a:cubicBezTo>
                  <a:pt x="910540" y="106137"/>
                  <a:pt x="909846" y="108094"/>
                  <a:pt x="913380" y="111464"/>
                </a:cubicBezTo>
                <a:cubicBezTo>
                  <a:pt x="922150" y="119863"/>
                  <a:pt x="929912" y="124075"/>
                  <a:pt x="942848" y="124075"/>
                </a:cubicBezTo>
                <a:cubicBezTo>
                  <a:pt x="949600" y="124075"/>
                  <a:pt x="957740" y="122934"/>
                  <a:pt x="968215" y="120651"/>
                </a:cubicBezTo>
                <a:cubicBezTo>
                  <a:pt x="981970" y="117634"/>
                  <a:pt x="994970" y="116873"/>
                  <a:pt x="1008348" y="116873"/>
                </a:cubicBezTo>
                <a:cubicBezTo>
                  <a:pt x="1011376" y="116873"/>
                  <a:pt x="1014468" y="116927"/>
                  <a:pt x="1017560" y="116981"/>
                </a:cubicBezTo>
                <a:cubicBezTo>
                  <a:pt x="1025700" y="117145"/>
                  <a:pt x="1032594" y="118273"/>
                  <a:pt x="1037800" y="120393"/>
                </a:cubicBezTo>
                <a:lnTo>
                  <a:pt x="1040225" y="122638"/>
                </a:lnTo>
                <a:lnTo>
                  <a:pt x="972771" y="124959"/>
                </a:lnTo>
                <a:cubicBezTo>
                  <a:pt x="778996" y="132731"/>
                  <a:pt x="635624" y="142257"/>
                  <a:pt x="576198" y="153930"/>
                </a:cubicBezTo>
                <a:cubicBezTo>
                  <a:pt x="570471" y="159794"/>
                  <a:pt x="564852" y="165658"/>
                  <a:pt x="574847" y="171547"/>
                </a:cubicBezTo>
                <a:cubicBezTo>
                  <a:pt x="554694" y="178946"/>
                  <a:pt x="521196" y="181890"/>
                  <a:pt x="499367" y="178599"/>
                </a:cubicBezTo>
                <a:cubicBezTo>
                  <a:pt x="500719" y="175580"/>
                  <a:pt x="502016" y="172586"/>
                  <a:pt x="503312" y="169716"/>
                </a:cubicBezTo>
                <a:cubicBezTo>
                  <a:pt x="486455" y="166029"/>
                  <a:pt x="478945" y="171473"/>
                  <a:pt x="469327" y="176322"/>
                </a:cubicBezTo>
                <a:lnTo>
                  <a:pt x="486617" y="192802"/>
                </a:lnTo>
                <a:lnTo>
                  <a:pt x="468949" y="204283"/>
                </a:lnTo>
                <a:lnTo>
                  <a:pt x="441232" y="183745"/>
                </a:lnTo>
                <a:lnTo>
                  <a:pt x="453661" y="182293"/>
                </a:lnTo>
                <a:lnTo>
                  <a:pt x="443204" y="173884"/>
                </a:lnTo>
                <a:lnTo>
                  <a:pt x="393739" y="189907"/>
                </a:lnTo>
                <a:lnTo>
                  <a:pt x="395036" y="200992"/>
                </a:lnTo>
                <a:lnTo>
                  <a:pt x="411299" y="195573"/>
                </a:lnTo>
                <a:cubicBezTo>
                  <a:pt x="447877" y="212349"/>
                  <a:pt x="455981" y="215393"/>
                  <a:pt x="456144" y="218461"/>
                </a:cubicBezTo>
                <a:cubicBezTo>
                  <a:pt x="456360" y="222507"/>
                  <a:pt x="459777" y="224932"/>
                  <a:pt x="464254" y="226828"/>
                </a:cubicBezTo>
                <a:lnTo>
                  <a:pt x="470152" y="228944"/>
                </a:lnTo>
                <a:lnTo>
                  <a:pt x="420302" y="229017"/>
                </a:lnTo>
                <a:cubicBezTo>
                  <a:pt x="415191" y="229044"/>
                  <a:pt x="404716" y="229315"/>
                  <a:pt x="409322" y="232794"/>
                </a:cubicBezTo>
                <a:cubicBezTo>
                  <a:pt x="419987" y="240812"/>
                  <a:pt x="410584" y="240785"/>
                  <a:pt x="398405" y="240948"/>
                </a:cubicBezTo>
                <a:cubicBezTo>
                  <a:pt x="394304" y="241002"/>
                  <a:pt x="390139" y="241519"/>
                  <a:pt x="386227" y="242117"/>
                </a:cubicBezTo>
                <a:lnTo>
                  <a:pt x="381369" y="244101"/>
                </a:lnTo>
                <a:lnTo>
                  <a:pt x="385912" y="246085"/>
                </a:lnTo>
                <a:cubicBezTo>
                  <a:pt x="399290" y="248069"/>
                  <a:pt x="412792" y="249917"/>
                  <a:pt x="426233" y="251793"/>
                </a:cubicBezTo>
                <a:cubicBezTo>
                  <a:pt x="428568" y="249727"/>
                  <a:pt x="431282" y="249047"/>
                  <a:pt x="433995" y="249047"/>
                </a:cubicBezTo>
                <a:cubicBezTo>
                  <a:pt x="436709" y="249047"/>
                  <a:pt x="439611" y="249700"/>
                  <a:pt x="442514" y="250325"/>
                </a:cubicBezTo>
                <a:cubicBezTo>
                  <a:pt x="445416" y="250977"/>
                  <a:pt x="448319" y="251602"/>
                  <a:pt x="451033" y="251602"/>
                </a:cubicBezTo>
                <a:cubicBezTo>
                  <a:pt x="453305" y="251602"/>
                  <a:pt x="455387" y="251168"/>
                  <a:pt x="457343" y="249944"/>
                </a:cubicBezTo>
                <a:lnTo>
                  <a:pt x="471245" y="251467"/>
                </a:lnTo>
                <a:lnTo>
                  <a:pt x="470610" y="254151"/>
                </a:lnTo>
                <a:cubicBezTo>
                  <a:pt x="467085" y="256981"/>
                  <a:pt x="461980" y="259375"/>
                  <a:pt x="458684" y="261887"/>
                </a:cubicBezTo>
                <a:lnTo>
                  <a:pt x="473461" y="271657"/>
                </a:lnTo>
                <a:lnTo>
                  <a:pt x="440936" y="272613"/>
                </a:lnTo>
                <a:cubicBezTo>
                  <a:pt x="423079" y="272613"/>
                  <a:pt x="405221" y="271552"/>
                  <a:pt x="387237" y="267856"/>
                </a:cubicBezTo>
                <a:cubicBezTo>
                  <a:pt x="367170" y="263725"/>
                  <a:pt x="342876" y="263833"/>
                  <a:pt x="321232" y="260382"/>
                </a:cubicBezTo>
                <a:cubicBezTo>
                  <a:pt x="317762" y="262801"/>
                  <a:pt x="314228" y="263616"/>
                  <a:pt x="310379" y="263616"/>
                </a:cubicBezTo>
                <a:cubicBezTo>
                  <a:pt x="306530" y="263616"/>
                  <a:pt x="302681" y="262774"/>
                  <a:pt x="298894" y="261904"/>
                </a:cubicBezTo>
                <a:cubicBezTo>
                  <a:pt x="295108" y="261061"/>
                  <a:pt x="291385" y="260191"/>
                  <a:pt x="287914" y="260191"/>
                </a:cubicBezTo>
                <a:cubicBezTo>
                  <a:pt x="286022" y="260191"/>
                  <a:pt x="284255" y="260436"/>
                  <a:pt x="282551" y="261061"/>
                </a:cubicBezTo>
                <a:cubicBezTo>
                  <a:pt x="271886" y="264894"/>
                  <a:pt x="261412" y="266469"/>
                  <a:pt x="248854" y="266469"/>
                </a:cubicBezTo>
                <a:cubicBezTo>
                  <a:pt x="248286" y="266469"/>
                  <a:pt x="247718" y="266469"/>
                  <a:pt x="247151" y="266469"/>
                </a:cubicBezTo>
                <a:lnTo>
                  <a:pt x="238695" y="270057"/>
                </a:lnTo>
                <a:cubicBezTo>
                  <a:pt x="237244" y="273047"/>
                  <a:pt x="239263" y="275982"/>
                  <a:pt x="245384" y="277804"/>
                </a:cubicBezTo>
                <a:lnTo>
                  <a:pt x="262376" y="281052"/>
                </a:lnTo>
                <a:lnTo>
                  <a:pt x="235273" y="279529"/>
                </a:lnTo>
                <a:cubicBezTo>
                  <a:pt x="227196" y="278822"/>
                  <a:pt x="219750" y="276566"/>
                  <a:pt x="211737" y="275615"/>
                </a:cubicBezTo>
                <a:cubicBezTo>
                  <a:pt x="210347" y="275451"/>
                  <a:pt x="209023" y="275371"/>
                  <a:pt x="207635" y="275371"/>
                </a:cubicBezTo>
                <a:cubicBezTo>
                  <a:pt x="199937" y="275371"/>
                  <a:pt x="193058" y="277898"/>
                  <a:pt x="192616" y="281078"/>
                </a:cubicBezTo>
                <a:cubicBezTo>
                  <a:pt x="191922" y="286215"/>
                  <a:pt x="191734" y="291379"/>
                  <a:pt x="191417" y="296516"/>
                </a:cubicBezTo>
                <a:cubicBezTo>
                  <a:pt x="191039" y="302713"/>
                  <a:pt x="197791" y="305540"/>
                  <a:pt x="210095" y="306627"/>
                </a:cubicBezTo>
                <a:cubicBezTo>
                  <a:pt x="215712" y="307116"/>
                  <a:pt x="216784" y="309589"/>
                  <a:pt x="213124" y="310704"/>
                </a:cubicBezTo>
                <a:cubicBezTo>
                  <a:pt x="204354" y="313340"/>
                  <a:pt x="192427" y="314699"/>
                  <a:pt x="186748" y="318341"/>
                </a:cubicBezTo>
                <a:cubicBezTo>
                  <a:pt x="182142" y="321304"/>
                  <a:pt x="177977" y="322309"/>
                  <a:pt x="173938" y="322309"/>
                </a:cubicBezTo>
                <a:cubicBezTo>
                  <a:pt x="168007" y="322309"/>
                  <a:pt x="162328" y="320162"/>
                  <a:pt x="156080" y="318803"/>
                </a:cubicBezTo>
                <a:cubicBezTo>
                  <a:pt x="154692" y="318504"/>
                  <a:pt x="153367" y="318368"/>
                  <a:pt x="152168" y="318368"/>
                </a:cubicBezTo>
                <a:cubicBezTo>
                  <a:pt x="147498" y="318368"/>
                  <a:pt x="144407" y="320380"/>
                  <a:pt x="145164" y="323016"/>
                </a:cubicBezTo>
                <a:cubicBezTo>
                  <a:pt x="145858" y="325435"/>
                  <a:pt x="156207" y="327148"/>
                  <a:pt x="146741" y="330355"/>
                </a:cubicBezTo>
                <a:cubicBezTo>
                  <a:pt x="121690" y="338862"/>
                  <a:pt x="88877" y="334676"/>
                  <a:pt x="63006" y="342341"/>
                </a:cubicBezTo>
                <a:cubicBezTo>
                  <a:pt x="62501" y="342477"/>
                  <a:pt x="61933" y="342559"/>
                  <a:pt x="61301" y="342559"/>
                </a:cubicBezTo>
                <a:cubicBezTo>
                  <a:pt x="59030" y="342559"/>
                  <a:pt x="55812" y="341770"/>
                  <a:pt x="52530" y="340982"/>
                </a:cubicBezTo>
                <a:cubicBezTo>
                  <a:pt x="49249" y="340194"/>
                  <a:pt x="45842" y="339406"/>
                  <a:pt x="43065" y="339406"/>
                </a:cubicBezTo>
                <a:cubicBezTo>
                  <a:pt x="42497" y="339406"/>
                  <a:pt x="41992" y="339433"/>
                  <a:pt x="41425" y="339514"/>
                </a:cubicBezTo>
                <a:cubicBezTo>
                  <a:pt x="29688" y="341199"/>
                  <a:pt x="18835" y="344733"/>
                  <a:pt x="8359" y="348048"/>
                </a:cubicBezTo>
                <a:cubicBezTo>
                  <a:pt x="-3062" y="351664"/>
                  <a:pt x="-2873" y="359926"/>
                  <a:pt x="9495" y="363622"/>
                </a:cubicBezTo>
                <a:cubicBezTo>
                  <a:pt x="25333" y="368352"/>
                  <a:pt x="40730" y="374059"/>
                  <a:pt x="60923" y="374087"/>
                </a:cubicBezTo>
                <a:cubicBezTo>
                  <a:pt x="69064" y="374087"/>
                  <a:pt x="77960" y="374902"/>
                  <a:pt x="86100" y="374902"/>
                </a:cubicBezTo>
                <a:cubicBezTo>
                  <a:pt x="90770" y="374902"/>
                  <a:pt x="95187" y="374630"/>
                  <a:pt x="99100" y="373788"/>
                </a:cubicBezTo>
                <a:cubicBezTo>
                  <a:pt x="120490" y="369113"/>
                  <a:pt x="144912" y="369874"/>
                  <a:pt x="164852" y="364601"/>
                </a:cubicBezTo>
                <a:cubicBezTo>
                  <a:pt x="180122" y="360579"/>
                  <a:pt x="197096" y="361177"/>
                  <a:pt x="212683" y="357208"/>
                </a:cubicBezTo>
                <a:cubicBezTo>
                  <a:pt x="218299" y="355767"/>
                  <a:pt x="223410" y="355061"/>
                  <a:pt x="228016" y="355061"/>
                </a:cubicBezTo>
                <a:cubicBezTo>
                  <a:pt x="240953" y="355061"/>
                  <a:pt x="250291" y="360579"/>
                  <a:pt x="258621" y="371015"/>
                </a:cubicBezTo>
                <a:cubicBezTo>
                  <a:pt x="262723" y="376152"/>
                  <a:pt x="272440" y="379251"/>
                  <a:pt x="283231" y="379251"/>
                </a:cubicBezTo>
                <a:cubicBezTo>
                  <a:pt x="286701" y="379251"/>
                  <a:pt x="290235" y="378925"/>
                  <a:pt x="293769" y="378272"/>
                </a:cubicBezTo>
                <a:cubicBezTo>
                  <a:pt x="299574" y="377185"/>
                  <a:pt x="305064" y="374739"/>
                  <a:pt x="310805" y="374684"/>
                </a:cubicBezTo>
                <a:cubicBezTo>
                  <a:pt x="339580" y="374440"/>
                  <a:pt x="368354" y="374196"/>
                  <a:pt x="397129" y="374196"/>
                </a:cubicBezTo>
                <a:lnTo>
                  <a:pt x="403034" y="374229"/>
                </a:lnTo>
                <a:lnTo>
                  <a:pt x="418850" y="376574"/>
                </a:lnTo>
                <a:cubicBezTo>
                  <a:pt x="420050" y="376928"/>
                  <a:pt x="421627" y="377064"/>
                  <a:pt x="423331" y="377064"/>
                </a:cubicBezTo>
                <a:lnTo>
                  <a:pt x="440649" y="374438"/>
                </a:lnTo>
                <a:lnTo>
                  <a:pt x="445844" y="374467"/>
                </a:lnTo>
                <a:cubicBezTo>
                  <a:pt x="460231" y="374630"/>
                  <a:pt x="471779" y="381290"/>
                  <a:pt x="486986" y="381290"/>
                </a:cubicBezTo>
                <a:cubicBezTo>
                  <a:pt x="489132" y="381290"/>
                  <a:pt x="491277" y="381153"/>
                  <a:pt x="493549" y="380881"/>
                </a:cubicBezTo>
                <a:cubicBezTo>
                  <a:pt x="498975" y="385067"/>
                  <a:pt x="503960" y="389416"/>
                  <a:pt x="509955" y="393439"/>
                </a:cubicBezTo>
                <a:lnTo>
                  <a:pt x="525646" y="398527"/>
                </a:lnTo>
                <a:lnTo>
                  <a:pt x="512872" y="402966"/>
                </a:lnTo>
                <a:cubicBezTo>
                  <a:pt x="509023" y="405168"/>
                  <a:pt x="505616" y="405901"/>
                  <a:pt x="502272" y="405901"/>
                </a:cubicBezTo>
                <a:cubicBezTo>
                  <a:pt x="497223" y="405901"/>
                  <a:pt x="492364" y="404216"/>
                  <a:pt x="486433" y="403265"/>
                </a:cubicBezTo>
                <a:cubicBezTo>
                  <a:pt x="482079" y="402558"/>
                  <a:pt x="477030" y="401879"/>
                  <a:pt x="472235" y="401879"/>
                </a:cubicBezTo>
                <a:cubicBezTo>
                  <a:pt x="465357" y="401879"/>
                  <a:pt x="458983" y="403292"/>
                  <a:pt x="455828" y="408076"/>
                </a:cubicBezTo>
                <a:lnTo>
                  <a:pt x="450591" y="408891"/>
                </a:lnTo>
                <a:lnTo>
                  <a:pt x="447289" y="413202"/>
                </a:lnTo>
                <a:lnTo>
                  <a:pt x="433721" y="411908"/>
                </a:lnTo>
                <a:lnTo>
                  <a:pt x="442410" y="399146"/>
                </a:lnTo>
                <a:lnTo>
                  <a:pt x="398345" y="405635"/>
                </a:lnTo>
                <a:cubicBezTo>
                  <a:pt x="390632" y="409118"/>
                  <a:pt x="389552" y="413058"/>
                  <a:pt x="393362" y="414976"/>
                </a:cubicBezTo>
                <a:cubicBezTo>
                  <a:pt x="398008" y="417327"/>
                  <a:pt x="394279" y="423933"/>
                  <a:pt x="394279" y="430639"/>
                </a:cubicBezTo>
                <a:cubicBezTo>
                  <a:pt x="375964" y="425938"/>
                  <a:pt x="357864" y="429055"/>
                  <a:pt x="340736" y="433237"/>
                </a:cubicBezTo>
                <a:lnTo>
                  <a:pt x="332523" y="426581"/>
                </a:lnTo>
                <a:lnTo>
                  <a:pt x="311276" y="433299"/>
                </a:lnTo>
                <a:lnTo>
                  <a:pt x="329066" y="437518"/>
                </a:lnTo>
                <a:lnTo>
                  <a:pt x="339698" y="445563"/>
                </a:lnTo>
                <a:lnTo>
                  <a:pt x="366886" y="444347"/>
                </a:lnTo>
                <a:lnTo>
                  <a:pt x="368033" y="445648"/>
                </a:lnTo>
                <a:lnTo>
                  <a:pt x="339944" y="445749"/>
                </a:lnTo>
                <a:lnTo>
                  <a:pt x="339698" y="445563"/>
                </a:lnTo>
                <a:lnTo>
                  <a:pt x="339223" y="445584"/>
                </a:lnTo>
                <a:lnTo>
                  <a:pt x="339653" y="445750"/>
                </a:lnTo>
                <a:lnTo>
                  <a:pt x="295487" y="445910"/>
                </a:lnTo>
                <a:cubicBezTo>
                  <a:pt x="294982" y="445910"/>
                  <a:pt x="294477" y="445910"/>
                  <a:pt x="293972" y="445910"/>
                </a:cubicBezTo>
                <a:cubicBezTo>
                  <a:pt x="289050" y="445910"/>
                  <a:pt x="284065" y="445774"/>
                  <a:pt x="279080" y="445611"/>
                </a:cubicBezTo>
                <a:cubicBezTo>
                  <a:pt x="274032" y="445475"/>
                  <a:pt x="268984" y="445312"/>
                  <a:pt x="263999" y="445312"/>
                </a:cubicBezTo>
                <a:cubicBezTo>
                  <a:pt x="251252" y="445312"/>
                  <a:pt x="238758" y="446318"/>
                  <a:pt x="227400" y="450883"/>
                </a:cubicBezTo>
                <a:cubicBezTo>
                  <a:pt x="226264" y="451346"/>
                  <a:pt x="224434" y="451455"/>
                  <a:pt x="222478" y="451455"/>
                </a:cubicBezTo>
                <a:cubicBezTo>
                  <a:pt x="221784" y="451455"/>
                  <a:pt x="220964" y="451427"/>
                  <a:pt x="220207" y="451427"/>
                </a:cubicBezTo>
                <a:cubicBezTo>
                  <a:pt x="219386" y="451400"/>
                  <a:pt x="218628" y="451400"/>
                  <a:pt x="217872" y="451400"/>
                </a:cubicBezTo>
                <a:cubicBezTo>
                  <a:pt x="216862" y="451400"/>
                  <a:pt x="215789" y="451427"/>
                  <a:pt x="214843" y="451509"/>
                </a:cubicBezTo>
                <a:cubicBezTo>
                  <a:pt x="210299" y="451944"/>
                  <a:pt x="205693" y="452052"/>
                  <a:pt x="201023" y="452052"/>
                </a:cubicBezTo>
                <a:cubicBezTo>
                  <a:pt x="198499" y="452052"/>
                  <a:pt x="195975" y="452025"/>
                  <a:pt x="193451" y="451998"/>
                </a:cubicBezTo>
                <a:cubicBezTo>
                  <a:pt x="190864" y="451944"/>
                  <a:pt x="188340" y="451917"/>
                  <a:pt x="185815" y="451917"/>
                </a:cubicBezTo>
                <a:cubicBezTo>
                  <a:pt x="176477" y="451917"/>
                  <a:pt x="167264" y="452351"/>
                  <a:pt x="158493" y="454961"/>
                </a:cubicBezTo>
                <a:cubicBezTo>
                  <a:pt x="150226" y="457407"/>
                  <a:pt x="141330" y="457760"/>
                  <a:pt x="132242" y="457760"/>
                </a:cubicBezTo>
                <a:cubicBezTo>
                  <a:pt x="130349" y="457760"/>
                  <a:pt x="128456" y="457733"/>
                  <a:pt x="126563" y="457733"/>
                </a:cubicBezTo>
                <a:cubicBezTo>
                  <a:pt x="124606" y="457706"/>
                  <a:pt x="122651" y="457706"/>
                  <a:pt x="120757" y="457706"/>
                </a:cubicBezTo>
                <a:cubicBezTo>
                  <a:pt x="114574" y="457706"/>
                  <a:pt x="108517" y="457869"/>
                  <a:pt x="102648" y="458739"/>
                </a:cubicBezTo>
                <a:lnTo>
                  <a:pt x="97663" y="460668"/>
                </a:lnTo>
                <a:lnTo>
                  <a:pt x="106308" y="463930"/>
                </a:lnTo>
                <a:cubicBezTo>
                  <a:pt x="108769" y="464066"/>
                  <a:pt x="111229" y="464093"/>
                  <a:pt x="113753" y="464093"/>
                </a:cubicBezTo>
                <a:cubicBezTo>
                  <a:pt x="115458" y="464093"/>
                  <a:pt x="117098" y="464066"/>
                  <a:pt x="118802" y="464066"/>
                </a:cubicBezTo>
                <a:cubicBezTo>
                  <a:pt x="120569" y="464039"/>
                  <a:pt x="122272" y="464039"/>
                  <a:pt x="123976" y="464039"/>
                </a:cubicBezTo>
                <a:cubicBezTo>
                  <a:pt x="128898" y="464039"/>
                  <a:pt x="133694" y="464202"/>
                  <a:pt x="138111" y="464936"/>
                </a:cubicBezTo>
                <a:cubicBezTo>
                  <a:pt x="144232" y="465941"/>
                  <a:pt x="149658" y="467980"/>
                  <a:pt x="155274" y="467980"/>
                </a:cubicBezTo>
                <a:cubicBezTo>
                  <a:pt x="158493" y="467980"/>
                  <a:pt x="161710" y="467328"/>
                  <a:pt x="165244" y="465479"/>
                </a:cubicBezTo>
                <a:cubicBezTo>
                  <a:pt x="178117" y="468714"/>
                  <a:pt x="190864" y="472138"/>
                  <a:pt x="204115" y="474965"/>
                </a:cubicBezTo>
                <a:cubicBezTo>
                  <a:pt x="204305" y="475019"/>
                  <a:pt x="204494" y="475019"/>
                  <a:pt x="204746" y="475019"/>
                </a:cubicBezTo>
                <a:cubicBezTo>
                  <a:pt x="207018" y="475019"/>
                  <a:pt x="211246" y="473144"/>
                  <a:pt x="214211" y="472111"/>
                </a:cubicBezTo>
                <a:cubicBezTo>
                  <a:pt x="219323" y="470372"/>
                  <a:pt x="225065" y="469991"/>
                  <a:pt x="230934" y="469991"/>
                </a:cubicBezTo>
                <a:cubicBezTo>
                  <a:pt x="233079" y="469991"/>
                  <a:pt x="235288" y="470046"/>
                  <a:pt x="237433" y="470100"/>
                </a:cubicBezTo>
                <a:cubicBezTo>
                  <a:pt x="239642" y="470154"/>
                  <a:pt x="241787" y="470209"/>
                  <a:pt x="243932" y="470209"/>
                </a:cubicBezTo>
                <a:lnTo>
                  <a:pt x="259047" y="467800"/>
                </a:lnTo>
                <a:lnTo>
                  <a:pt x="259267" y="469963"/>
                </a:lnTo>
                <a:cubicBezTo>
                  <a:pt x="260987" y="471567"/>
                  <a:pt x="264426" y="472735"/>
                  <a:pt x="270168" y="473075"/>
                </a:cubicBezTo>
                <a:lnTo>
                  <a:pt x="276037" y="474054"/>
                </a:lnTo>
                <a:lnTo>
                  <a:pt x="280517" y="476201"/>
                </a:lnTo>
                <a:lnTo>
                  <a:pt x="276920" y="478022"/>
                </a:lnTo>
                <a:cubicBezTo>
                  <a:pt x="260136" y="478756"/>
                  <a:pt x="243287" y="479163"/>
                  <a:pt x="226501" y="479979"/>
                </a:cubicBezTo>
                <a:cubicBezTo>
                  <a:pt x="221075" y="480251"/>
                  <a:pt x="217415" y="484056"/>
                  <a:pt x="211799" y="484056"/>
                </a:cubicBezTo>
                <a:cubicBezTo>
                  <a:pt x="209970" y="484056"/>
                  <a:pt x="207888" y="483648"/>
                  <a:pt x="205489" y="482588"/>
                </a:cubicBezTo>
                <a:cubicBezTo>
                  <a:pt x="199810" y="480060"/>
                  <a:pt x="193311" y="479571"/>
                  <a:pt x="186558" y="479571"/>
                </a:cubicBezTo>
                <a:cubicBezTo>
                  <a:pt x="184413" y="479571"/>
                  <a:pt x="182268" y="479625"/>
                  <a:pt x="180059" y="479680"/>
                </a:cubicBezTo>
                <a:cubicBezTo>
                  <a:pt x="177914" y="479734"/>
                  <a:pt x="175705" y="479788"/>
                  <a:pt x="173560" y="479788"/>
                </a:cubicBezTo>
                <a:cubicBezTo>
                  <a:pt x="167691" y="479788"/>
                  <a:pt x="161949" y="479408"/>
                  <a:pt x="156837" y="477668"/>
                </a:cubicBezTo>
                <a:cubicBezTo>
                  <a:pt x="153872" y="476636"/>
                  <a:pt x="149644" y="474760"/>
                  <a:pt x="147372" y="474760"/>
                </a:cubicBezTo>
                <a:cubicBezTo>
                  <a:pt x="147120" y="474760"/>
                  <a:pt x="146931" y="474760"/>
                  <a:pt x="146741" y="474815"/>
                </a:cubicBezTo>
                <a:cubicBezTo>
                  <a:pt x="133490" y="477641"/>
                  <a:pt x="120743" y="481066"/>
                  <a:pt x="107870" y="484300"/>
                </a:cubicBezTo>
                <a:cubicBezTo>
                  <a:pt x="104336" y="482452"/>
                  <a:pt x="101119" y="481800"/>
                  <a:pt x="97900" y="481800"/>
                </a:cubicBezTo>
                <a:cubicBezTo>
                  <a:pt x="92284" y="481800"/>
                  <a:pt x="86858" y="483838"/>
                  <a:pt x="80737" y="484844"/>
                </a:cubicBezTo>
                <a:cubicBezTo>
                  <a:pt x="76320" y="485578"/>
                  <a:pt x="71524" y="485741"/>
                  <a:pt x="66602" y="485741"/>
                </a:cubicBezTo>
                <a:cubicBezTo>
                  <a:pt x="64898" y="485741"/>
                  <a:pt x="63195" y="485741"/>
                  <a:pt x="61428" y="485713"/>
                </a:cubicBezTo>
                <a:cubicBezTo>
                  <a:pt x="59724" y="485713"/>
                  <a:pt x="58084" y="485686"/>
                  <a:pt x="56379" y="485686"/>
                </a:cubicBezTo>
                <a:cubicBezTo>
                  <a:pt x="53855" y="485686"/>
                  <a:pt x="51395" y="485713"/>
                  <a:pt x="48934" y="485850"/>
                </a:cubicBezTo>
                <a:lnTo>
                  <a:pt x="40289" y="489111"/>
                </a:lnTo>
                <a:lnTo>
                  <a:pt x="45274" y="491041"/>
                </a:lnTo>
                <a:cubicBezTo>
                  <a:pt x="51143" y="491910"/>
                  <a:pt x="57200" y="492074"/>
                  <a:pt x="63383" y="492074"/>
                </a:cubicBezTo>
                <a:cubicBezTo>
                  <a:pt x="65277" y="492074"/>
                  <a:pt x="67232" y="492074"/>
                  <a:pt x="69189" y="492047"/>
                </a:cubicBezTo>
                <a:cubicBezTo>
                  <a:pt x="71082" y="492047"/>
                  <a:pt x="72975" y="492019"/>
                  <a:pt x="74868" y="492019"/>
                </a:cubicBezTo>
                <a:cubicBezTo>
                  <a:pt x="83956" y="492019"/>
                  <a:pt x="92852" y="492373"/>
                  <a:pt x="101119" y="494819"/>
                </a:cubicBezTo>
                <a:cubicBezTo>
                  <a:pt x="109890" y="497428"/>
                  <a:pt x="119103" y="497863"/>
                  <a:pt x="128441" y="497863"/>
                </a:cubicBezTo>
                <a:cubicBezTo>
                  <a:pt x="130966" y="497863"/>
                  <a:pt x="133490" y="497835"/>
                  <a:pt x="136077" y="497781"/>
                </a:cubicBezTo>
                <a:cubicBezTo>
                  <a:pt x="138601" y="497754"/>
                  <a:pt x="141125" y="497727"/>
                  <a:pt x="143649" y="497727"/>
                </a:cubicBezTo>
                <a:cubicBezTo>
                  <a:pt x="148319" y="497727"/>
                  <a:pt x="152925" y="497835"/>
                  <a:pt x="157469" y="498271"/>
                </a:cubicBezTo>
                <a:cubicBezTo>
                  <a:pt x="158415" y="498352"/>
                  <a:pt x="159488" y="498379"/>
                  <a:pt x="160498" y="498379"/>
                </a:cubicBezTo>
                <a:cubicBezTo>
                  <a:pt x="161255" y="498379"/>
                  <a:pt x="162012" y="498379"/>
                  <a:pt x="162833" y="498352"/>
                </a:cubicBezTo>
                <a:cubicBezTo>
                  <a:pt x="163590" y="498352"/>
                  <a:pt x="164410" y="498325"/>
                  <a:pt x="165104" y="498325"/>
                </a:cubicBezTo>
                <a:cubicBezTo>
                  <a:pt x="167060" y="498325"/>
                  <a:pt x="168890" y="498433"/>
                  <a:pt x="170026" y="498896"/>
                </a:cubicBezTo>
                <a:cubicBezTo>
                  <a:pt x="181384" y="503462"/>
                  <a:pt x="193878" y="504468"/>
                  <a:pt x="206626" y="504468"/>
                </a:cubicBezTo>
                <a:cubicBezTo>
                  <a:pt x="211610" y="504468"/>
                  <a:pt x="216658" y="504304"/>
                  <a:pt x="221706" y="504169"/>
                </a:cubicBezTo>
                <a:cubicBezTo>
                  <a:pt x="226691" y="504006"/>
                  <a:pt x="231676" y="503870"/>
                  <a:pt x="236598" y="503870"/>
                </a:cubicBezTo>
                <a:cubicBezTo>
                  <a:pt x="237103" y="503870"/>
                  <a:pt x="237608" y="503870"/>
                  <a:pt x="238113" y="503870"/>
                </a:cubicBezTo>
                <a:lnTo>
                  <a:pt x="376409" y="504370"/>
                </a:lnTo>
                <a:lnTo>
                  <a:pt x="374721" y="505340"/>
                </a:lnTo>
                <a:cubicBezTo>
                  <a:pt x="386770" y="506676"/>
                  <a:pt x="398035" y="507184"/>
                  <a:pt x="408760" y="506649"/>
                </a:cubicBezTo>
                <a:lnTo>
                  <a:pt x="421923" y="504535"/>
                </a:lnTo>
                <a:lnTo>
                  <a:pt x="444659" y="504617"/>
                </a:lnTo>
                <a:lnTo>
                  <a:pt x="466086" y="515758"/>
                </a:lnTo>
                <a:lnTo>
                  <a:pt x="465816" y="516129"/>
                </a:lnTo>
                <a:lnTo>
                  <a:pt x="466173" y="516125"/>
                </a:lnTo>
                <a:lnTo>
                  <a:pt x="462691" y="521482"/>
                </a:lnTo>
                <a:cubicBezTo>
                  <a:pt x="461682" y="526402"/>
                  <a:pt x="457644" y="528929"/>
                  <a:pt x="447422" y="529011"/>
                </a:cubicBezTo>
                <a:cubicBezTo>
                  <a:pt x="430258" y="529174"/>
                  <a:pt x="413094" y="529120"/>
                  <a:pt x="395993" y="529582"/>
                </a:cubicBezTo>
                <a:cubicBezTo>
                  <a:pt x="392712" y="529663"/>
                  <a:pt x="386906" y="531946"/>
                  <a:pt x="387159" y="532979"/>
                </a:cubicBezTo>
                <a:cubicBezTo>
                  <a:pt x="387664" y="535697"/>
                  <a:pt x="390630" y="538361"/>
                  <a:pt x="393217" y="540889"/>
                </a:cubicBezTo>
                <a:lnTo>
                  <a:pt x="398455" y="541704"/>
                </a:lnTo>
                <a:cubicBezTo>
                  <a:pt x="401609" y="546488"/>
                  <a:pt x="407983" y="547901"/>
                  <a:pt x="414861" y="547901"/>
                </a:cubicBezTo>
                <a:cubicBezTo>
                  <a:pt x="419656" y="547901"/>
                  <a:pt x="424705" y="547221"/>
                  <a:pt x="429059" y="546515"/>
                </a:cubicBezTo>
                <a:cubicBezTo>
                  <a:pt x="434990" y="545563"/>
                  <a:pt x="439849" y="543878"/>
                  <a:pt x="444898" y="543878"/>
                </a:cubicBezTo>
                <a:cubicBezTo>
                  <a:pt x="448242" y="543878"/>
                  <a:pt x="451649" y="544612"/>
                  <a:pt x="455498" y="546814"/>
                </a:cubicBezTo>
                <a:cubicBezTo>
                  <a:pt x="460736" y="549803"/>
                  <a:pt x="468182" y="552386"/>
                  <a:pt x="475754" y="553853"/>
                </a:cubicBezTo>
                <a:cubicBezTo>
                  <a:pt x="488753" y="556408"/>
                  <a:pt x="488816" y="557495"/>
                  <a:pt x="475754" y="560050"/>
                </a:cubicBezTo>
                <a:cubicBezTo>
                  <a:pt x="468245" y="561518"/>
                  <a:pt x="462187" y="564643"/>
                  <a:pt x="455435" y="567008"/>
                </a:cubicBezTo>
                <a:lnTo>
                  <a:pt x="425722" y="575421"/>
                </a:lnTo>
                <a:lnTo>
                  <a:pt x="382174" y="575174"/>
                </a:lnTo>
                <a:lnTo>
                  <a:pt x="365957" y="572716"/>
                </a:lnTo>
                <a:cubicBezTo>
                  <a:pt x="364253" y="572716"/>
                  <a:pt x="362676" y="572852"/>
                  <a:pt x="361476" y="573205"/>
                </a:cubicBezTo>
                <a:lnTo>
                  <a:pt x="360144" y="573403"/>
                </a:lnTo>
                <a:lnTo>
                  <a:pt x="351143" y="571508"/>
                </a:lnTo>
                <a:cubicBezTo>
                  <a:pt x="347609" y="570855"/>
                  <a:pt x="344075" y="570529"/>
                  <a:pt x="340605" y="570529"/>
                </a:cubicBezTo>
                <a:cubicBezTo>
                  <a:pt x="329814" y="570529"/>
                  <a:pt x="320097" y="573627"/>
                  <a:pt x="315995" y="578764"/>
                </a:cubicBezTo>
                <a:lnTo>
                  <a:pt x="315401" y="579285"/>
                </a:lnTo>
                <a:lnTo>
                  <a:pt x="301088" y="580734"/>
                </a:lnTo>
                <a:cubicBezTo>
                  <a:pt x="298690" y="581142"/>
                  <a:pt x="296923" y="584240"/>
                  <a:pt x="297365" y="585898"/>
                </a:cubicBezTo>
                <a:lnTo>
                  <a:pt x="303160" y="590008"/>
                </a:lnTo>
                <a:lnTo>
                  <a:pt x="302421" y="590655"/>
                </a:lnTo>
                <a:cubicBezTo>
                  <a:pt x="297427" y="593339"/>
                  <a:pt x="291858" y="594718"/>
                  <a:pt x="285390" y="594718"/>
                </a:cubicBezTo>
                <a:cubicBezTo>
                  <a:pt x="280784" y="594718"/>
                  <a:pt x="275673" y="594012"/>
                  <a:pt x="270057" y="592572"/>
                </a:cubicBezTo>
                <a:cubicBezTo>
                  <a:pt x="254470" y="588603"/>
                  <a:pt x="237496" y="589201"/>
                  <a:pt x="222226" y="585179"/>
                </a:cubicBezTo>
                <a:cubicBezTo>
                  <a:pt x="202286" y="579906"/>
                  <a:pt x="177864" y="580667"/>
                  <a:pt x="156474" y="575992"/>
                </a:cubicBezTo>
                <a:cubicBezTo>
                  <a:pt x="152561" y="575149"/>
                  <a:pt x="148144" y="574877"/>
                  <a:pt x="143474" y="574877"/>
                </a:cubicBezTo>
                <a:cubicBezTo>
                  <a:pt x="135334" y="574877"/>
                  <a:pt x="126438" y="575693"/>
                  <a:pt x="118297" y="575693"/>
                </a:cubicBezTo>
                <a:cubicBezTo>
                  <a:pt x="98104" y="575720"/>
                  <a:pt x="82707" y="581427"/>
                  <a:pt x="66869" y="586157"/>
                </a:cubicBezTo>
                <a:cubicBezTo>
                  <a:pt x="54501" y="589854"/>
                  <a:pt x="54312" y="598116"/>
                  <a:pt x="65733" y="601731"/>
                </a:cubicBezTo>
                <a:cubicBezTo>
                  <a:pt x="76209" y="605047"/>
                  <a:pt x="87062" y="608580"/>
                  <a:pt x="98799" y="610266"/>
                </a:cubicBezTo>
                <a:cubicBezTo>
                  <a:pt x="99366" y="610347"/>
                  <a:pt x="99871" y="610374"/>
                  <a:pt x="100439" y="610374"/>
                </a:cubicBezTo>
                <a:cubicBezTo>
                  <a:pt x="103216" y="610374"/>
                  <a:pt x="106623" y="609586"/>
                  <a:pt x="109904" y="608798"/>
                </a:cubicBezTo>
                <a:cubicBezTo>
                  <a:pt x="113186" y="608010"/>
                  <a:pt x="116404" y="607221"/>
                  <a:pt x="118675" y="607221"/>
                </a:cubicBezTo>
                <a:cubicBezTo>
                  <a:pt x="119307" y="607221"/>
                  <a:pt x="119875" y="607303"/>
                  <a:pt x="120380" y="607438"/>
                </a:cubicBezTo>
                <a:cubicBezTo>
                  <a:pt x="146251" y="615103"/>
                  <a:pt x="179064" y="610918"/>
                  <a:pt x="204115" y="619425"/>
                </a:cubicBezTo>
                <a:cubicBezTo>
                  <a:pt x="213581" y="622632"/>
                  <a:pt x="203232" y="624344"/>
                  <a:pt x="202538" y="626763"/>
                </a:cubicBezTo>
                <a:cubicBezTo>
                  <a:pt x="201781" y="629400"/>
                  <a:pt x="204872" y="631411"/>
                  <a:pt x="209542" y="631411"/>
                </a:cubicBezTo>
                <a:cubicBezTo>
                  <a:pt x="210741" y="631411"/>
                  <a:pt x="212066" y="631276"/>
                  <a:pt x="213454" y="630977"/>
                </a:cubicBezTo>
                <a:cubicBezTo>
                  <a:pt x="219702" y="629617"/>
                  <a:pt x="225381" y="627470"/>
                  <a:pt x="231312" y="627470"/>
                </a:cubicBezTo>
                <a:cubicBezTo>
                  <a:pt x="235351" y="627470"/>
                  <a:pt x="239516" y="628476"/>
                  <a:pt x="244122" y="631438"/>
                </a:cubicBezTo>
                <a:cubicBezTo>
                  <a:pt x="249801" y="635080"/>
                  <a:pt x="261728" y="636439"/>
                  <a:pt x="270498" y="639076"/>
                </a:cubicBezTo>
                <a:cubicBezTo>
                  <a:pt x="274158" y="640191"/>
                  <a:pt x="273086" y="642663"/>
                  <a:pt x="267469" y="643153"/>
                </a:cubicBezTo>
                <a:cubicBezTo>
                  <a:pt x="255165" y="644240"/>
                  <a:pt x="248413" y="647067"/>
                  <a:pt x="248791" y="653264"/>
                </a:cubicBezTo>
                <a:lnTo>
                  <a:pt x="249734" y="665400"/>
                </a:lnTo>
                <a:lnTo>
                  <a:pt x="245307" y="665317"/>
                </a:lnTo>
                <a:cubicBezTo>
                  <a:pt x="225556" y="665317"/>
                  <a:pt x="206121" y="666567"/>
                  <a:pt x="188010" y="671976"/>
                </a:cubicBezTo>
                <a:cubicBezTo>
                  <a:pt x="181889" y="673797"/>
                  <a:pt x="179870" y="676732"/>
                  <a:pt x="181321" y="679722"/>
                </a:cubicBezTo>
                <a:lnTo>
                  <a:pt x="189777" y="683310"/>
                </a:lnTo>
                <a:cubicBezTo>
                  <a:pt x="190344" y="683310"/>
                  <a:pt x="190912" y="683310"/>
                  <a:pt x="191481" y="683310"/>
                </a:cubicBezTo>
                <a:cubicBezTo>
                  <a:pt x="204038" y="683310"/>
                  <a:pt x="214512" y="684886"/>
                  <a:pt x="225177" y="688719"/>
                </a:cubicBezTo>
                <a:cubicBezTo>
                  <a:pt x="226881" y="689343"/>
                  <a:pt x="228648" y="689588"/>
                  <a:pt x="230540" y="689588"/>
                </a:cubicBezTo>
                <a:cubicBezTo>
                  <a:pt x="234011" y="689588"/>
                  <a:pt x="237734" y="688719"/>
                  <a:pt x="241520" y="687876"/>
                </a:cubicBezTo>
                <a:cubicBezTo>
                  <a:pt x="245307" y="687006"/>
                  <a:pt x="249156" y="686164"/>
                  <a:pt x="253005" y="686164"/>
                </a:cubicBezTo>
                <a:cubicBezTo>
                  <a:pt x="256854" y="686164"/>
                  <a:pt x="260388" y="686979"/>
                  <a:pt x="263858" y="689398"/>
                </a:cubicBezTo>
                <a:cubicBezTo>
                  <a:pt x="285502" y="685946"/>
                  <a:pt x="309796" y="686055"/>
                  <a:pt x="329863" y="681923"/>
                </a:cubicBezTo>
                <a:cubicBezTo>
                  <a:pt x="347847" y="678227"/>
                  <a:pt x="365705" y="677167"/>
                  <a:pt x="383562" y="677167"/>
                </a:cubicBezTo>
                <a:cubicBezTo>
                  <a:pt x="403250" y="677167"/>
                  <a:pt x="422938" y="678445"/>
                  <a:pt x="442751" y="678907"/>
                </a:cubicBezTo>
                <a:cubicBezTo>
                  <a:pt x="445528" y="678961"/>
                  <a:pt x="448999" y="683772"/>
                  <a:pt x="449946" y="686517"/>
                </a:cubicBezTo>
                <a:cubicBezTo>
                  <a:pt x="450829" y="689316"/>
                  <a:pt x="452343" y="692796"/>
                  <a:pt x="445402" y="694861"/>
                </a:cubicBezTo>
                <a:lnTo>
                  <a:pt x="399969" y="699835"/>
                </a:lnTo>
                <a:cubicBezTo>
                  <a:pt x="398013" y="698612"/>
                  <a:pt x="395931" y="698177"/>
                  <a:pt x="393659" y="698177"/>
                </a:cubicBezTo>
                <a:cubicBezTo>
                  <a:pt x="390945" y="698177"/>
                  <a:pt x="388042" y="698802"/>
                  <a:pt x="385140" y="699454"/>
                </a:cubicBezTo>
                <a:cubicBezTo>
                  <a:pt x="382237" y="700080"/>
                  <a:pt x="379335" y="700732"/>
                  <a:pt x="376621" y="700732"/>
                </a:cubicBezTo>
                <a:cubicBezTo>
                  <a:pt x="373908" y="700732"/>
                  <a:pt x="371194" y="700052"/>
                  <a:pt x="368859" y="697987"/>
                </a:cubicBezTo>
                <a:cubicBezTo>
                  <a:pt x="355418" y="699862"/>
                  <a:pt x="341916" y="701710"/>
                  <a:pt x="328538" y="703695"/>
                </a:cubicBezTo>
                <a:lnTo>
                  <a:pt x="323995" y="705679"/>
                </a:lnTo>
                <a:lnTo>
                  <a:pt x="328853" y="707663"/>
                </a:lnTo>
                <a:cubicBezTo>
                  <a:pt x="332765" y="708260"/>
                  <a:pt x="336930" y="708777"/>
                  <a:pt x="341031" y="708832"/>
                </a:cubicBezTo>
                <a:cubicBezTo>
                  <a:pt x="353210" y="708995"/>
                  <a:pt x="362613" y="708968"/>
                  <a:pt x="351948" y="716986"/>
                </a:cubicBezTo>
                <a:cubicBezTo>
                  <a:pt x="347342" y="720464"/>
                  <a:pt x="357817" y="720736"/>
                  <a:pt x="362928" y="720763"/>
                </a:cubicBezTo>
                <a:lnTo>
                  <a:pt x="496072" y="720957"/>
                </a:lnTo>
                <a:lnTo>
                  <a:pt x="490237" y="725065"/>
                </a:lnTo>
                <a:lnTo>
                  <a:pt x="495423" y="731944"/>
                </a:lnTo>
                <a:lnTo>
                  <a:pt x="469813" y="734146"/>
                </a:lnTo>
                <a:cubicBezTo>
                  <a:pt x="495910" y="734740"/>
                  <a:pt x="576577" y="733998"/>
                  <a:pt x="554640" y="747162"/>
                </a:cubicBezTo>
                <a:cubicBezTo>
                  <a:pt x="526653" y="763938"/>
                  <a:pt x="498936" y="764061"/>
                  <a:pt x="494127" y="764705"/>
                </a:cubicBezTo>
                <a:lnTo>
                  <a:pt x="494537" y="764961"/>
                </a:lnTo>
                <a:lnTo>
                  <a:pt x="494776" y="764729"/>
                </a:lnTo>
                <a:lnTo>
                  <a:pt x="495316" y="765447"/>
                </a:lnTo>
                <a:lnTo>
                  <a:pt x="494537" y="764961"/>
                </a:lnTo>
                <a:lnTo>
                  <a:pt x="486914" y="772348"/>
                </a:lnTo>
                <a:lnTo>
                  <a:pt x="500836" y="779213"/>
                </a:lnTo>
                <a:lnTo>
                  <a:pt x="500826" y="779180"/>
                </a:lnTo>
                <a:lnTo>
                  <a:pt x="502679" y="778832"/>
                </a:lnTo>
                <a:lnTo>
                  <a:pt x="510768" y="774528"/>
                </a:lnTo>
                <a:lnTo>
                  <a:pt x="513740" y="776756"/>
                </a:lnTo>
                <a:lnTo>
                  <a:pt x="502679" y="778832"/>
                </a:lnTo>
                <a:lnTo>
                  <a:pt x="501422" y="779501"/>
                </a:lnTo>
                <a:lnTo>
                  <a:pt x="500836" y="779213"/>
                </a:lnTo>
                <a:lnTo>
                  <a:pt x="503149" y="786724"/>
                </a:lnTo>
                <a:cubicBezTo>
                  <a:pt x="498989" y="788880"/>
                  <a:pt x="490614" y="791057"/>
                  <a:pt x="480187" y="794398"/>
                </a:cubicBezTo>
                <a:cubicBezTo>
                  <a:pt x="502609" y="809194"/>
                  <a:pt x="539512" y="801004"/>
                  <a:pt x="563934" y="810209"/>
                </a:cubicBezTo>
                <a:cubicBezTo>
                  <a:pt x="548480" y="827776"/>
                  <a:pt x="517035" y="804097"/>
                  <a:pt x="506715" y="820354"/>
                </a:cubicBezTo>
                <a:cubicBezTo>
                  <a:pt x="512821" y="822654"/>
                  <a:pt x="522223" y="824313"/>
                  <a:pt x="524113" y="827233"/>
                </a:cubicBezTo>
                <a:cubicBezTo>
                  <a:pt x="534974" y="844083"/>
                  <a:pt x="639251" y="829954"/>
                  <a:pt x="683610" y="838169"/>
                </a:cubicBezTo>
                <a:lnTo>
                  <a:pt x="677180" y="845271"/>
                </a:lnTo>
                <a:cubicBezTo>
                  <a:pt x="707059" y="851729"/>
                  <a:pt x="709921" y="825080"/>
                  <a:pt x="753632" y="838961"/>
                </a:cubicBezTo>
                <a:cubicBezTo>
                  <a:pt x="760197" y="841051"/>
                  <a:pt x="760184" y="841553"/>
                  <a:pt x="797005" y="841646"/>
                </a:cubicBezTo>
                <a:lnTo>
                  <a:pt x="856776" y="841632"/>
                </a:lnTo>
                <a:lnTo>
                  <a:pt x="857772" y="845926"/>
                </a:lnTo>
                <a:cubicBezTo>
                  <a:pt x="863009" y="848535"/>
                  <a:pt x="868500" y="851172"/>
                  <a:pt x="875125" y="851172"/>
                </a:cubicBezTo>
                <a:cubicBezTo>
                  <a:pt x="878091" y="851172"/>
                  <a:pt x="881310" y="850628"/>
                  <a:pt x="884779" y="849296"/>
                </a:cubicBezTo>
                <a:cubicBezTo>
                  <a:pt x="891405" y="846768"/>
                  <a:pt x="899419" y="844485"/>
                  <a:pt x="906612" y="844485"/>
                </a:cubicBezTo>
                <a:cubicBezTo>
                  <a:pt x="909199" y="844485"/>
                  <a:pt x="911661" y="844784"/>
                  <a:pt x="913933" y="845437"/>
                </a:cubicBezTo>
                <a:cubicBezTo>
                  <a:pt x="935388" y="851797"/>
                  <a:pt x="958104" y="851199"/>
                  <a:pt x="981263" y="851443"/>
                </a:cubicBezTo>
                <a:lnTo>
                  <a:pt x="988077" y="854950"/>
                </a:lnTo>
                <a:lnTo>
                  <a:pt x="983218" y="856879"/>
                </a:lnTo>
                <a:cubicBezTo>
                  <a:pt x="966496" y="857504"/>
                  <a:pt x="949712" y="857912"/>
                  <a:pt x="932989" y="858564"/>
                </a:cubicBezTo>
                <a:lnTo>
                  <a:pt x="928572" y="860467"/>
                </a:lnTo>
                <a:lnTo>
                  <a:pt x="933683" y="862288"/>
                </a:lnTo>
                <a:cubicBezTo>
                  <a:pt x="946620" y="862532"/>
                  <a:pt x="959682" y="863674"/>
                  <a:pt x="972617" y="863674"/>
                </a:cubicBezTo>
                <a:cubicBezTo>
                  <a:pt x="984544" y="863674"/>
                  <a:pt x="996344" y="862723"/>
                  <a:pt x="1007702" y="859190"/>
                </a:cubicBezTo>
                <a:lnTo>
                  <a:pt x="1017545" y="860657"/>
                </a:lnTo>
                <a:cubicBezTo>
                  <a:pt x="1021963" y="862478"/>
                  <a:pt x="1026127" y="863267"/>
                  <a:pt x="1030229" y="863267"/>
                </a:cubicBezTo>
                <a:cubicBezTo>
                  <a:pt x="1035530" y="863267"/>
                  <a:pt x="1040578" y="861934"/>
                  <a:pt x="1045816" y="859869"/>
                </a:cubicBezTo>
                <a:cubicBezTo>
                  <a:pt x="1049223" y="858510"/>
                  <a:pt x="1053072" y="857776"/>
                  <a:pt x="1056479" y="857776"/>
                </a:cubicBezTo>
                <a:cubicBezTo>
                  <a:pt x="1060960" y="857776"/>
                  <a:pt x="1064747" y="858999"/>
                  <a:pt x="1066260" y="861554"/>
                </a:cubicBezTo>
                <a:cubicBezTo>
                  <a:pt x="1068721" y="865713"/>
                  <a:pt x="1071056" y="867344"/>
                  <a:pt x="1075410" y="867344"/>
                </a:cubicBezTo>
                <a:cubicBezTo>
                  <a:pt x="1078249" y="867344"/>
                  <a:pt x="1081910" y="866663"/>
                  <a:pt x="1086957" y="865522"/>
                </a:cubicBezTo>
                <a:cubicBezTo>
                  <a:pt x="1093646" y="864027"/>
                  <a:pt x="1098064" y="863212"/>
                  <a:pt x="1101661" y="863212"/>
                </a:cubicBezTo>
                <a:cubicBezTo>
                  <a:pt x="1107907" y="863212"/>
                  <a:pt x="1111694" y="865685"/>
                  <a:pt x="1120464" y="871584"/>
                </a:cubicBezTo>
                <a:cubicBezTo>
                  <a:pt x="1122926" y="873214"/>
                  <a:pt x="1125071" y="873812"/>
                  <a:pt x="1127090" y="873812"/>
                </a:cubicBezTo>
                <a:cubicBezTo>
                  <a:pt x="1129740" y="873812"/>
                  <a:pt x="1132138" y="872806"/>
                  <a:pt x="1134663" y="871746"/>
                </a:cubicBezTo>
                <a:cubicBezTo>
                  <a:pt x="1140847" y="869219"/>
                  <a:pt x="1146210" y="865495"/>
                  <a:pt x="1153530" y="865495"/>
                </a:cubicBezTo>
                <a:cubicBezTo>
                  <a:pt x="1156938" y="865495"/>
                  <a:pt x="1160850" y="866310"/>
                  <a:pt x="1165394" y="868430"/>
                </a:cubicBezTo>
                <a:lnTo>
                  <a:pt x="1177382" y="868621"/>
                </a:lnTo>
                <a:cubicBezTo>
                  <a:pt x="1190381" y="864462"/>
                  <a:pt x="1203759" y="863293"/>
                  <a:pt x="1217326" y="863293"/>
                </a:cubicBezTo>
                <a:cubicBezTo>
                  <a:pt x="1226098" y="863293"/>
                  <a:pt x="1234994" y="863783"/>
                  <a:pt x="1243829" y="864272"/>
                </a:cubicBezTo>
                <a:cubicBezTo>
                  <a:pt x="1252726" y="864761"/>
                  <a:pt x="1261560" y="865251"/>
                  <a:pt x="1270394" y="865251"/>
                </a:cubicBezTo>
                <a:cubicBezTo>
                  <a:pt x="1275632" y="867778"/>
                  <a:pt x="1280491" y="868702"/>
                  <a:pt x="1285223" y="868702"/>
                </a:cubicBezTo>
                <a:cubicBezTo>
                  <a:pt x="1293553" y="868702"/>
                  <a:pt x="1301441" y="865794"/>
                  <a:pt x="1309897" y="863810"/>
                </a:cubicBezTo>
                <a:cubicBezTo>
                  <a:pt x="1311852" y="863348"/>
                  <a:pt x="1313936" y="863130"/>
                  <a:pt x="1316018" y="863130"/>
                </a:cubicBezTo>
                <a:cubicBezTo>
                  <a:pt x="1324094" y="863130"/>
                  <a:pt x="1332739" y="866365"/>
                  <a:pt x="1339491" y="870714"/>
                </a:cubicBezTo>
                <a:cubicBezTo>
                  <a:pt x="1345674" y="874736"/>
                  <a:pt x="1352175" y="880689"/>
                  <a:pt x="1360378" y="881531"/>
                </a:cubicBezTo>
                <a:cubicBezTo>
                  <a:pt x="1378551" y="883380"/>
                  <a:pt x="1398176" y="881287"/>
                  <a:pt x="1414961" y="887484"/>
                </a:cubicBezTo>
                <a:cubicBezTo>
                  <a:pt x="1415276" y="887592"/>
                  <a:pt x="1415718" y="887646"/>
                  <a:pt x="1416160" y="887646"/>
                </a:cubicBezTo>
                <a:cubicBezTo>
                  <a:pt x="1419504" y="887646"/>
                  <a:pt x="1426508" y="885227"/>
                  <a:pt x="1431620" y="884494"/>
                </a:cubicBezTo>
                <a:cubicBezTo>
                  <a:pt x="1439255" y="883434"/>
                  <a:pt x="1447079" y="882700"/>
                  <a:pt x="1454778" y="881858"/>
                </a:cubicBezTo>
                <a:cubicBezTo>
                  <a:pt x="1455787" y="878704"/>
                  <a:pt x="1459763" y="876340"/>
                  <a:pt x="1466010" y="876068"/>
                </a:cubicBezTo>
                <a:cubicBezTo>
                  <a:pt x="1473520" y="875742"/>
                  <a:pt x="1480966" y="875524"/>
                  <a:pt x="1488348" y="875524"/>
                </a:cubicBezTo>
                <a:cubicBezTo>
                  <a:pt x="1514661" y="875524"/>
                  <a:pt x="1539776" y="878107"/>
                  <a:pt x="1562745" y="886342"/>
                </a:cubicBezTo>
                <a:cubicBezTo>
                  <a:pt x="1566090" y="887538"/>
                  <a:pt x="1569181" y="888082"/>
                  <a:pt x="1571894" y="888082"/>
                </a:cubicBezTo>
                <a:cubicBezTo>
                  <a:pt x="1578142" y="888082"/>
                  <a:pt x="1582748" y="885282"/>
                  <a:pt x="1584768" y="880824"/>
                </a:cubicBezTo>
                <a:cubicBezTo>
                  <a:pt x="1586030" y="878134"/>
                  <a:pt x="1590131" y="876340"/>
                  <a:pt x="1595306" y="876340"/>
                </a:cubicBezTo>
                <a:cubicBezTo>
                  <a:pt x="1596441" y="876340"/>
                  <a:pt x="1597703" y="876421"/>
                  <a:pt x="1598965" y="876612"/>
                </a:cubicBezTo>
                <a:cubicBezTo>
                  <a:pt x="1608810" y="878134"/>
                  <a:pt x="1618274" y="880390"/>
                  <a:pt x="1627677" y="882483"/>
                </a:cubicBezTo>
                <a:cubicBezTo>
                  <a:pt x="1633230" y="883733"/>
                  <a:pt x="1634112" y="885635"/>
                  <a:pt x="1629759" y="886804"/>
                </a:cubicBezTo>
                <a:cubicBezTo>
                  <a:pt x="1622502" y="888761"/>
                  <a:pt x="1614804" y="890310"/>
                  <a:pt x="1607358" y="892077"/>
                </a:cubicBezTo>
                <a:cubicBezTo>
                  <a:pt x="1600038" y="893843"/>
                  <a:pt x="1592782" y="895664"/>
                  <a:pt x="1585462" y="897485"/>
                </a:cubicBezTo>
                <a:cubicBezTo>
                  <a:pt x="1590194" y="900366"/>
                  <a:pt x="1596505" y="900530"/>
                  <a:pt x="1602878" y="900530"/>
                </a:cubicBezTo>
                <a:lnTo>
                  <a:pt x="1604266" y="900530"/>
                </a:lnTo>
                <a:cubicBezTo>
                  <a:pt x="1604708" y="900530"/>
                  <a:pt x="1605213" y="900530"/>
                  <a:pt x="1605654" y="900530"/>
                </a:cubicBezTo>
                <a:cubicBezTo>
                  <a:pt x="1606728" y="900530"/>
                  <a:pt x="1607800" y="900530"/>
                  <a:pt x="1608872" y="900557"/>
                </a:cubicBezTo>
                <a:cubicBezTo>
                  <a:pt x="1616256" y="900720"/>
                  <a:pt x="1619032" y="903003"/>
                  <a:pt x="1622755" y="905613"/>
                </a:cubicBezTo>
                <a:cubicBezTo>
                  <a:pt x="1629506" y="910369"/>
                  <a:pt x="1634112" y="912706"/>
                  <a:pt x="1637962" y="912706"/>
                </a:cubicBezTo>
                <a:cubicBezTo>
                  <a:pt x="1641244" y="912706"/>
                  <a:pt x="1643957" y="910967"/>
                  <a:pt x="1647049" y="907569"/>
                </a:cubicBezTo>
                <a:cubicBezTo>
                  <a:pt x="1658849" y="894387"/>
                  <a:pt x="1683584" y="891832"/>
                  <a:pt x="1707373" y="888408"/>
                </a:cubicBezTo>
                <a:cubicBezTo>
                  <a:pt x="1707943" y="888326"/>
                  <a:pt x="1708510" y="888299"/>
                  <a:pt x="1709141" y="888299"/>
                </a:cubicBezTo>
                <a:cubicBezTo>
                  <a:pt x="1713621" y="888299"/>
                  <a:pt x="1719678" y="890229"/>
                  <a:pt x="1724097" y="891642"/>
                </a:cubicBezTo>
                <a:cubicBezTo>
                  <a:pt x="1728198" y="893001"/>
                  <a:pt x="1721888" y="898437"/>
                  <a:pt x="1713684" y="900665"/>
                </a:cubicBezTo>
                <a:cubicBezTo>
                  <a:pt x="1710087" y="901644"/>
                  <a:pt x="1705734" y="902106"/>
                  <a:pt x="1702515" y="903302"/>
                </a:cubicBezTo>
                <a:cubicBezTo>
                  <a:pt x="1698856" y="904634"/>
                  <a:pt x="1700496" y="910288"/>
                  <a:pt x="1704346" y="911266"/>
                </a:cubicBezTo>
                <a:cubicBezTo>
                  <a:pt x="1722518" y="915941"/>
                  <a:pt x="1741323" y="919012"/>
                  <a:pt x="1761137" y="919012"/>
                </a:cubicBezTo>
                <a:cubicBezTo>
                  <a:pt x="1768330" y="919012"/>
                  <a:pt x="1775650" y="918604"/>
                  <a:pt x="1783096" y="917735"/>
                </a:cubicBezTo>
                <a:cubicBezTo>
                  <a:pt x="1785746" y="917435"/>
                  <a:pt x="1787513" y="914772"/>
                  <a:pt x="1789090" y="913059"/>
                </a:cubicBezTo>
                <a:cubicBezTo>
                  <a:pt x="1791174" y="910722"/>
                  <a:pt x="1789406" y="908521"/>
                  <a:pt x="1784295" y="908113"/>
                </a:cubicBezTo>
                <a:cubicBezTo>
                  <a:pt x="1773946" y="907298"/>
                  <a:pt x="1763345" y="906835"/>
                  <a:pt x="1752871" y="906563"/>
                </a:cubicBezTo>
                <a:cubicBezTo>
                  <a:pt x="1745677" y="906373"/>
                  <a:pt x="1739682" y="904960"/>
                  <a:pt x="1739934" y="901644"/>
                </a:cubicBezTo>
                <a:cubicBezTo>
                  <a:pt x="1740124" y="898953"/>
                  <a:pt x="1743280" y="895691"/>
                  <a:pt x="1747317" y="893789"/>
                </a:cubicBezTo>
                <a:cubicBezTo>
                  <a:pt x="1762904" y="886532"/>
                  <a:pt x="1781392" y="882428"/>
                  <a:pt x="1803794" y="882020"/>
                </a:cubicBezTo>
                <a:cubicBezTo>
                  <a:pt x="1806823" y="881966"/>
                  <a:pt x="1809852" y="881939"/>
                  <a:pt x="1812880" y="881939"/>
                </a:cubicBezTo>
                <a:cubicBezTo>
                  <a:pt x="1813889" y="881939"/>
                  <a:pt x="1814963" y="881939"/>
                  <a:pt x="1815972" y="881939"/>
                </a:cubicBezTo>
                <a:lnTo>
                  <a:pt x="1818749" y="881939"/>
                </a:lnTo>
                <a:cubicBezTo>
                  <a:pt x="1834714" y="881939"/>
                  <a:pt x="1850678" y="881667"/>
                  <a:pt x="1864688" y="876394"/>
                </a:cubicBezTo>
                <a:cubicBezTo>
                  <a:pt x="1865065" y="876259"/>
                  <a:pt x="1865634" y="876204"/>
                  <a:pt x="1866201" y="876204"/>
                </a:cubicBezTo>
                <a:cubicBezTo>
                  <a:pt x="1868788" y="876204"/>
                  <a:pt x="1873017" y="877237"/>
                  <a:pt x="1876171" y="877590"/>
                </a:cubicBezTo>
                <a:cubicBezTo>
                  <a:pt x="1875036" y="879248"/>
                  <a:pt x="1874721" y="881178"/>
                  <a:pt x="1872701" y="882564"/>
                </a:cubicBezTo>
                <a:cubicBezTo>
                  <a:pt x="1865950" y="887157"/>
                  <a:pt x="1867211" y="894931"/>
                  <a:pt x="1849101" y="895257"/>
                </a:cubicBezTo>
                <a:cubicBezTo>
                  <a:pt x="1844115" y="895338"/>
                  <a:pt x="1839257" y="898899"/>
                  <a:pt x="1834587" y="900991"/>
                </a:cubicBezTo>
                <a:lnTo>
                  <a:pt x="1831243" y="903465"/>
                </a:lnTo>
                <a:cubicBezTo>
                  <a:pt x="1833956" y="904688"/>
                  <a:pt x="1836796" y="906074"/>
                  <a:pt x="1840140" y="906672"/>
                </a:cubicBezTo>
                <a:cubicBezTo>
                  <a:pt x="1842664" y="907107"/>
                  <a:pt x="1845062" y="907325"/>
                  <a:pt x="1847334" y="907325"/>
                </a:cubicBezTo>
                <a:cubicBezTo>
                  <a:pt x="1859449" y="907325"/>
                  <a:pt x="1868221" y="901861"/>
                  <a:pt x="1879832" y="900883"/>
                </a:cubicBezTo>
                <a:cubicBezTo>
                  <a:pt x="1880337" y="906428"/>
                  <a:pt x="1879075" y="912516"/>
                  <a:pt x="1895670" y="912516"/>
                </a:cubicBezTo>
                <a:cubicBezTo>
                  <a:pt x="1896427" y="912516"/>
                  <a:pt x="1897248" y="912516"/>
                  <a:pt x="1898131" y="912462"/>
                </a:cubicBezTo>
                <a:cubicBezTo>
                  <a:pt x="1900024" y="912407"/>
                  <a:pt x="1902359" y="912271"/>
                  <a:pt x="1904504" y="912271"/>
                </a:cubicBezTo>
                <a:cubicBezTo>
                  <a:pt x="1907029" y="912271"/>
                  <a:pt x="1909300" y="912434"/>
                  <a:pt x="1910498" y="913005"/>
                </a:cubicBezTo>
                <a:cubicBezTo>
                  <a:pt x="1915862" y="915615"/>
                  <a:pt x="1920784" y="916892"/>
                  <a:pt x="1925455" y="916892"/>
                </a:cubicBezTo>
                <a:cubicBezTo>
                  <a:pt x="1930818" y="916892"/>
                  <a:pt x="1935803" y="915180"/>
                  <a:pt x="1940724" y="911810"/>
                </a:cubicBezTo>
                <a:cubicBezTo>
                  <a:pt x="1943880" y="909662"/>
                  <a:pt x="1947160" y="908602"/>
                  <a:pt x="1950758" y="908602"/>
                </a:cubicBezTo>
                <a:cubicBezTo>
                  <a:pt x="1953913" y="908602"/>
                  <a:pt x="1957320" y="909418"/>
                  <a:pt x="1961044" y="911021"/>
                </a:cubicBezTo>
                <a:cubicBezTo>
                  <a:pt x="1963693" y="912163"/>
                  <a:pt x="1966218" y="912597"/>
                  <a:pt x="1968742" y="912597"/>
                </a:cubicBezTo>
                <a:cubicBezTo>
                  <a:pt x="1973727" y="912597"/>
                  <a:pt x="1978460" y="910912"/>
                  <a:pt x="1983507" y="909690"/>
                </a:cubicBezTo>
                <a:cubicBezTo>
                  <a:pt x="1992341" y="907542"/>
                  <a:pt x="2001113" y="906292"/>
                  <a:pt x="2010011" y="906292"/>
                </a:cubicBezTo>
                <a:cubicBezTo>
                  <a:pt x="2018908" y="906292"/>
                  <a:pt x="2027616" y="907488"/>
                  <a:pt x="2036702" y="910205"/>
                </a:cubicBezTo>
                <a:cubicBezTo>
                  <a:pt x="2046420" y="913114"/>
                  <a:pt x="2056768" y="916267"/>
                  <a:pt x="2068190" y="916267"/>
                </a:cubicBezTo>
                <a:cubicBezTo>
                  <a:pt x="2073932" y="916267"/>
                  <a:pt x="2079927" y="915451"/>
                  <a:pt x="2086174" y="913412"/>
                </a:cubicBezTo>
                <a:cubicBezTo>
                  <a:pt x="2086489" y="913304"/>
                  <a:pt x="2086931" y="913250"/>
                  <a:pt x="2087499" y="913250"/>
                </a:cubicBezTo>
                <a:cubicBezTo>
                  <a:pt x="2090023" y="913250"/>
                  <a:pt x="2094504" y="914391"/>
                  <a:pt x="2097217" y="915261"/>
                </a:cubicBezTo>
                <a:cubicBezTo>
                  <a:pt x="2106240" y="918224"/>
                  <a:pt x="2115642" y="919610"/>
                  <a:pt x="2124855" y="919610"/>
                </a:cubicBezTo>
                <a:cubicBezTo>
                  <a:pt x="2133690" y="919610"/>
                  <a:pt x="2142461" y="918333"/>
                  <a:pt x="2150601" y="915968"/>
                </a:cubicBezTo>
                <a:cubicBezTo>
                  <a:pt x="2159562" y="913359"/>
                  <a:pt x="2169280" y="912815"/>
                  <a:pt x="2179186" y="912815"/>
                </a:cubicBezTo>
                <a:cubicBezTo>
                  <a:pt x="2182782" y="912815"/>
                  <a:pt x="2186379" y="912896"/>
                  <a:pt x="2189976" y="912951"/>
                </a:cubicBezTo>
                <a:cubicBezTo>
                  <a:pt x="2193574" y="913032"/>
                  <a:pt x="2197170" y="913086"/>
                  <a:pt x="2200766" y="913086"/>
                </a:cubicBezTo>
                <a:cubicBezTo>
                  <a:pt x="2212882" y="913086"/>
                  <a:pt x="2224620" y="912244"/>
                  <a:pt x="2234842" y="907759"/>
                </a:cubicBezTo>
                <a:cubicBezTo>
                  <a:pt x="2243234" y="910668"/>
                  <a:pt x="2251185" y="913739"/>
                  <a:pt x="2254088" y="918794"/>
                </a:cubicBezTo>
                <a:cubicBezTo>
                  <a:pt x="2258126" y="918930"/>
                  <a:pt x="2262228" y="918957"/>
                  <a:pt x="2266266" y="919230"/>
                </a:cubicBezTo>
                <a:cubicBezTo>
                  <a:pt x="2267024" y="919283"/>
                  <a:pt x="2269106" y="919283"/>
                  <a:pt x="2272009" y="919283"/>
                </a:cubicBezTo>
                <a:cubicBezTo>
                  <a:pt x="2281789" y="919283"/>
                  <a:pt x="2300404" y="919066"/>
                  <a:pt x="2304128" y="919039"/>
                </a:cubicBezTo>
                <a:cubicBezTo>
                  <a:pt x="2305326" y="919039"/>
                  <a:pt x="2306462" y="919039"/>
                  <a:pt x="2307661" y="919039"/>
                </a:cubicBezTo>
                <a:cubicBezTo>
                  <a:pt x="2312835" y="919039"/>
                  <a:pt x="2318072" y="919203"/>
                  <a:pt x="2323058" y="919691"/>
                </a:cubicBezTo>
                <a:cubicBezTo>
                  <a:pt x="2329053" y="920262"/>
                  <a:pt x="2329874" y="921920"/>
                  <a:pt x="2326402" y="923932"/>
                </a:cubicBezTo>
                <a:cubicBezTo>
                  <a:pt x="2319272" y="928063"/>
                  <a:pt x="2319651" y="930536"/>
                  <a:pt x="2332587" y="931053"/>
                </a:cubicBezTo>
                <a:cubicBezTo>
                  <a:pt x="2333596" y="931080"/>
                  <a:pt x="2334606" y="931107"/>
                  <a:pt x="2335552" y="931107"/>
                </a:cubicBezTo>
                <a:cubicBezTo>
                  <a:pt x="2352337" y="931107"/>
                  <a:pt x="2364326" y="925127"/>
                  <a:pt x="2379471" y="923143"/>
                </a:cubicBezTo>
                <a:cubicBezTo>
                  <a:pt x="2377073" y="920588"/>
                  <a:pt x="2371330" y="917299"/>
                  <a:pt x="2372908" y="915615"/>
                </a:cubicBezTo>
                <a:cubicBezTo>
                  <a:pt x="2374738" y="913658"/>
                  <a:pt x="2381112" y="912760"/>
                  <a:pt x="2387864" y="912760"/>
                </a:cubicBezTo>
                <a:cubicBezTo>
                  <a:pt x="2395436" y="912760"/>
                  <a:pt x="2403450" y="913875"/>
                  <a:pt x="2406164" y="915914"/>
                </a:cubicBezTo>
                <a:cubicBezTo>
                  <a:pt x="2407614" y="917000"/>
                  <a:pt x="2408119" y="917299"/>
                  <a:pt x="2408056" y="917299"/>
                </a:cubicBezTo>
                <a:cubicBezTo>
                  <a:pt x="2408056" y="917299"/>
                  <a:pt x="2407804" y="917218"/>
                  <a:pt x="2407425" y="917109"/>
                </a:cubicBezTo>
                <a:cubicBezTo>
                  <a:pt x="2407046" y="917000"/>
                  <a:pt x="2406542" y="916919"/>
                  <a:pt x="2405974" y="916919"/>
                </a:cubicBezTo>
                <a:cubicBezTo>
                  <a:pt x="2404900" y="916919"/>
                  <a:pt x="2403638" y="917245"/>
                  <a:pt x="2402503" y="918468"/>
                </a:cubicBezTo>
                <a:cubicBezTo>
                  <a:pt x="2399663" y="921513"/>
                  <a:pt x="2397707" y="924339"/>
                  <a:pt x="2405721" y="924774"/>
                </a:cubicBezTo>
                <a:cubicBezTo>
                  <a:pt x="2410454" y="925046"/>
                  <a:pt x="2415250" y="925100"/>
                  <a:pt x="2420046" y="925100"/>
                </a:cubicBezTo>
                <a:cubicBezTo>
                  <a:pt x="2423768" y="925100"/>
                  <a:pt x="2427492" y="925046"/>
                  <a:pt x="2431214" y="925018"/>
                </a:cubicBezTo>
                <a:cubicBezTo>
                  <a:pt x="2434874" y="924964"/>
                  <a:pt x="2438597" y="924937"/>
                  <a:pt x="2442257" y="924937"/>
                </a:cubicBezTo>
                <a:cubicBezTo>
                  <a:pt x="2442889" y="924937"/>
                  <a:pt x="2443456" y="924937"/>
                  <a:pt x="2444088" y="924937"/>
                </a:cubicBezTo>
                <a:cubicBezTo>
                  <a:pt x="2454751" y="924991"/>
                  <a:pt x="2465479" y="924937"/>
                  <a:pt x="2476142" y="925372"/>
                </a:cubicBezTo>
                <a:cubicBezTo>
                  <a:pt x="2478351" y="925454"/>
                  <a:pt x="2480560" y="925481"/>
                  <a:pt x="2482705" y="925481"/>
                </a:cubicBezTo>
                <a:cubicBezTo>
                  <a:pt x="2483905" y="925481"/>
                  <a:pt x="2485104" y="925481"/>
                  <a:pt x="2486239" y="925481"/>
                </a:cubicBezTo>
                <a:cubicBezTo>
                  <a:pt x="2487438" y="925481"/>
                  <a:pt x="2488574" y="925481"/>
                  <a:pt x="2489773" y="925481"/>
                </a:cubicBezTo>
                <a:cubicBezTo>
                  <a:pt x="2497597" y="925481"/>
                  <a:pt x="2505360" y="925780"/>
                  <a:pt x="2512931" y="928416"/>
                </a:cubicBezTo>
                <a:cubicBezTo>
                  <a:pt x="2515013" y="929150"/>
                  <a:pt x="2517032" y="929422"/>
                  <a:pt x="2518989" y="929422"/>
                </a:cubicBezTo>
                <a:cubicBezTo>
                  <a:pt x="2522901" y="929422"/>
                  <a:pt x="2526562" y="928280"/>
                  <a:pt x="2530410" y="927166"/>
                </a:cubicBezTo>
                <a:cubicBezTo>
                  <a:pt x="2534196" y="926052"/>
                  <a:pt x="2538108" y="924910"/>
                  <a:pt x="2542400" y="924910"/>
                </a:cubicBezTo>
                <a:cubicBezTo>
                  <a:pt x="2543788" y="924910"/>
                  <a:pt x="2545239" y="925046"/>
                  <a:pt x="2546753" y="925317"/>
                </a:cubicBezTo>
                <a:lnTo>
                  <a:pt x="2553064" y="925616"/>
                </a:lnTo>
                <a:cubicBezTo>
                  <a:pt x="2559185" y="926894"/>
                  <a:pt x="2563160" y="929096"/>
                  <a:pt x="2562466" y="932547"/>
                </a:cubicBezTo>
                <a:cubicBezTo>
                  <a:pt x="2560257" y="943555"/>
                  <a:pt x="2560132" y="943963"/>
                  <a:pt x="2573319" y="943963"/>
                </a:cubicBezTo>
                <a:lnTo>
                  <a:pt x="2575086" y="943963"/>
                </a:lnTo>
                <a:cubicBezTo>
                  <a:pt x="2583730" y="943963"/>
                  <a:pt x="2593512" y="943175"/>
                  <a:pt x="2602346" y="943175"/>
                </a:cubicBezTo>
                <a:cubicBezTo>
                  <a:pt x="2608656" y="943175"/>
                  <a:pt x="2614525" y="943582"/>
                  <a:pt x="2619005" y="944941"/>
                </a:cubicBezTo>
                <a:cubicBezTo>
                  <a:pt x="2631878" y="948882"/>
                  <a:pt x="2644814" y="949453"/>
                  <a:pt x="2657813" y="949453"/>
                </a:cubicBezTo>
                <a:cubicBezTo>
                  <a:pt x="2660526" y="949453"/>
                  <a:pt x="2663303" y="949453"/>
                  <a:pt x="2666017" y="949399"/>
                </a:cubicBezTo>
                <a:cubicBezTo>
                  <a:pt x="2668730" y="949399"/>
                  <a:pt x="2671443" y="949345"/>
                  <a:pt x="2674156" y="949345"/>
                </a:cubicBezTo>
                <a:cubicBezTo>
                  <a:pt x="2676365" y="949345"/>
                  <a:pt x="2678637" y="949345"/>
                  <a:pt x="2680845" y="949426"/>
                </a:cubicBezTo>
                <a:cubicBezTo>
                  <a:pt x="2683874" y="949480"/>
                  <a:pt x="2687029" y="949535"/>
                  <a:pt x="2690184" y="949535"/>
                </a:cubicBezTo>
                <a:lnTo>
                  <a:pt x="2689490" y="949779"/>
                </a:lnTo>
                <a:cubicBezTo>
                  <a:pt x="2697125" y="949779"/>
                  <a:pt x="2704760" y="949426"/>
                  <a:pt x="2710881" y="947931"/>
                </a:cubicBezTo>
                <a:cubicBezTo>
                  <a:pt x="2722050" y="945186"/>
                  <a:pt x="2715110" y="938636"/>
                  <a:pt x="2716876" y="933798"/>
                </a:cubicBezTo>
                <a:cubicBezTo>
                  <a:pt x="2718454" y="929449"/>
                  <a:pt x="2722304" y="926079"/>
                  <a:pt x="2728865" y="923388"/>
                </a:cubicBezTo>
                <a:cubicBezTo>
                  <a:pt x="2731390" y="922328"/>
                  <a:pt x="2735301" y="921893"/>
                  <a:pt x="2738708" y="921621"/>
                </a:cubicBezTo>
                <a:lnTo>
                  <a:pt x="2742054" y="924040"/>
                </a:lnTo>
                <a:cubicBezTo>
                  <a:pt x="2742684" y="926052"/>
                  <a:pt x="2742369" y="928144"/>
                  <a:pt x="2742684" y="930183"/>
                </a:cubicBezTo>
                <a:cubicBezTo>
                  <a:pt x="2744136" y="939478"/>
                  <a:pt x="2745209" y="943256"/>
                  <a:pt x="2752024" y="943256"/>
                </a:cubicBezTo>
                <a:cubicBezTo>
                  <a:pt x="2756441" y="943256"/>
                  <a:pt x="2763319" y="941680"/>
                  <a:pt x="2774298" y="939016"/>
                </a:cubicBezTo>
                <a:cubicBezTo>
                  <a:pt x="2785026" y="936434"/>
                  <a:pt x="2795942" y="934042"/>
                  <a:pt x="2806733" y="931569"/>
                </a:cubicBezTo>
                <a:lnTo>
                  <a:pt x="2808247" y="928987"/>
                </a:lnTo>
                <a:cubicBezTo>
                  <a:pt x="2817018" y="923959"/>
                  <a:pt x="2821436" y="921513"/>
                  <a:pt x="2826106" y="921513"/>
                </a:cubicBezTo>
                <a:cubicBezTo>
                  <a:pt x="2829955" y="921513"/>
                  <a:pt x="2833994" y="923225"/>
                  <a:pt x="2840808" y="926568"/>
                </a:cubicBezTo>
                <a:cubicBezTo>
                  <a:pt x="2848318" y="930264"/>
                  <a:pt x="2855700" y="931705"/>
                  <a:pt x="2863398" y="931705"/>
                </a:cubicBezTo>
                <a:cubicBezTo>
                  <a:pt x="2869014" y="931705"/>
                  <a:pt x="2874757" y="930944"/>
                  <a:pt x="2880941" y="929666"/>
                </a:cubicBezTo>
                <a:cubicBezTo>
                  <a:pt x="2888702" y="928090"/>
                  <a:pt x="2899934" y="927220"/>
                  <a:pt x="2903152" y="924366"/>
                </a:cubicBezTo>
                <a:cubicBezTo>
                  <a:pt x="2910977" y="917354"/>
                  <a:pt x="2919118" y="911972"/>
                  <a:pt x="2935902" y="911972"/>
                </a:cubicBezTo>
                <a:cubicBezTo>
                  <a:pt x="2937606" y="911972"/>
                  <a:pt x="2939373" y="912027"/>
                  <a:pt x="2941203" y="912136"/>
                </a:cubicBezTo>
                <a:cubicBezTo>
                  <a:pt x="2941203" y="912136"/>
                  <a:pt x="2941266" y="912136"/>
                  <a:pt x="2941328" y="912136"/>
                </a:cubicBezTo>
                <a:cubicBezTo>
                  <a:pt x="2943475" y="912136"/>
                  <a:pt x="2947766" y="909390"/>
                  <a:pt x="2948271" y="907759"/>
                </a:cubicBezTo>
                <a:cubicBezTo>
                  <a:pt x="2949343" y="904389"/>
                  <a:pt x="2951552" y="902269"/>
                  <a:pt x="2955275" y="902269"/>
                </a:cubicBezTo>
                <a:lnTo>
                  <a:pt x="2957674" y="902950"/>
                </a:lnTo>
                <a:lnTo>
                  <a:pt x="2956978" y="903465"/>
                </a:lnTo>
                <a:cubicBezTo>
                  <a:pt x="2959692" y="904688"/>
                  <a:pt x="2962531" y="906074"/>
                  <a:pt x="2965875" y="906672"/>
                </a:cubicBezTo>
                <a:lnTo>
                  <a:pt x="2971887" y="907217"/>
                </a:lnTo>
                <a:lnTo>
                  <a:pt x="2988466" y="912380"/>
                </a:lnTo>
                <a:cubicBezTo>
                  <a:pt x="2993578" y="912380"/>
                  <a:pt x="2999194" y="911266"/>
                  <a:pt x="3005882" y="908412"/>
                </a:cubicBezTo>
                <a:lnTo>
                  <a:pt x="3007318" y="908217"/>
                </a:lnTo>
                <a:lnTo>
                  <a:pt x="3007452" y="908779"/>
                </a:lnTo>
                <a:cubicBezTo>
                  <a:pt x="3009275" y="910994"/>
                  <a:pt x="3013108" y="912516"/>
                  <a:pt x="3021406" y="912516"/>
                </a:cubicBezTo>
                <a:cubicBezTo>
                  <a:pt x="3022162" y="912516"/>
                  <a:pt x="3022983" y="912516"/>
                  <a:pt x="3023866" y="912462"/>
                </a:cubicBezTo>
                <a:cubicBezTo>
                  <a:pt x="3025760" y="912407"/>
                  <a:pt x="3028094" y="912271"/>
                  <a:pt x="3030239" y="912271"/>
                </a:cubicBezTo>
                <a:cubicBezTo>
                  <a:pt x="3032764" y="912271"/>
                  <a:pt x="3035035" y="912434"/>
                  <a:pt x="3036233" y="913005"/>
                </a:cubicBezTo>
                <a:cubicBezTo>
                  <a:pt x="3041597" y="915615"/>
                  <a:pt x="3046520" y="916892"/>
                  <a:pt x="3051190" y="916892"/>
                </a:cubicBezTo>
                <a:cubicBezTo>
                  <a:pt x="3056553" y="916892"/>
                  <a:pt x="3061538" y="915180"/>
                  <a:pt x="3066459" y="911810"/>
                </a:cubicBezTo>
                <a:cubicBezTo>
                  <a:pt x="3069615" y="909662"/>
                  <a:pt x="3072896" y="908602"/>
                  <a:pt x="3076492" y="908602"/>
                </a:cubicBezTo>
                <a:cubicBezTo>
                  <a:pt x="3079648" y="908602"/>
                  <a:pt x="3083055" y="909418"/>
                  <a:pt x="3086779" y="911021"/>
                </a:cubicBezTo>
                <a:cubicBezTo>
                  <a:pt x="3089428" y="912163"/>
                  <a:pt x="3091953" y="912597"/>
                  <a:pt x="3094477" y="912597"/>
                </a:cubicBezTo>
                <a:cubicBezTo>
                  <a:pt x="3099462" y="912597"/>
                  <a:pt x="3104195" y="910912"/>
                  <a:pt x="3109242" y="909690"/>
                </a:cubicBezTo>
                <a:cubicBezTo>
                  <a:pt x="3118076" y="907542"/>
                  <a:pt x="3126848" y="906292"/>
                  <a:pt x="3135746" y="906292"/>
                </a:cubicBezTo>
                <a:cubicBezTo>
                  <a:pt x="3144643" y="906292"/>
                  <a:pt x="3153351" y="907488"/>
                  <a:pt x="3162437" y="910205"/>
                </a:cubicBezTo>
                <a:cubicBezTo>
                  <a:pt x="3172155" y="913114"/>
                  <a:pt x="3182503" y="916267"/>
                  <a:pt x="3193925" y="916267"/>
                </a:cubicBezTo>
                <a:cubicBezTo>
                  <a:pt x="3199667" y="916267"/>
                  <a:pt x="3205662" y="915451"/>
                  <a:pt x="3211909" y="913412"/>
                </a:cubicBezTo>
                <a:cubicBezTo>
                  <a:pt x="3212224" y="913304"/>
                  <a:pt x="3212666" y="913250"/>
                  <a:pt x="3213234" y="913250"/>
                </a:cubicBezTo>
                <a:cubicBezTo>
                  <a:pt x="3215758" y="913250"/>
                  <a:pt x="3220239" y="914391"/>
                  <a:pt x="3222952" y="915261"/>
                </a:cubicBezTo>
                <a:cubicBezTo>
                  <a:pt x="3231976" y="918224"/>
                  <a:pt x="3241377" y="919610"/>
                  <a:pt x="3250590" y="919610"/>
                </a:cubicBezTo>
                <a:cubicBezTo>
                  <a:pt x="3259425" y="919610"/>
                  <a:pt x="3268196" y="918333"/>
                  <a:pt x="3276336" y="915968"/>
                </a:cubicBezTo>
                <a:cubicBezTo>
                  <a:pt x="3285297" y="913359"/>
                  <a:pt x="3295014" y="912815"/>
                  <a:pt x="3304921" y="912815"/>
                </a:cubicBezTo>
                <a:cubicBezTo>
                  <a:pt x="3308517" y="912815"/>
                  <a:pt x="3312114" y="912896"/>
                  <a:pt x="3315712" y="912951"/>
                </a:cubicBezTo>
                <a:cubicBezTo>
                  <a:pt x="3319308" y="913032"/>
                  <a:pt x="3322904" y="913086"/>
                  <a:pt x="3326502" y="913086"/>
                </a:cubicBezTo>
                <a:cubicBezTo>
                  <a:pt x="3338617" y="913086"/>
                  <a:pt x="3350355" y="912244"/>
                  <a:pt x="3360576" y="907759"/>
                </a:cubicBezTo>
                <a:cubicBezTo>
                  <a:pt x="3368969" y="910668"/>
                  <a:pt x="3376920" y="913739"/>
                  <a:pt x="3379823" y="918794"/>
                </a:cubicBezTo>
                <a:cubicBezTo>
                  <a:pt x="3383862" y="918930"/>
                  <a:pt x="3387964" y="918957"/>
                  <a:pt x="3392001" y="919230"/>
                </a:cubicBezTo>
                <a:cubicBezTo>
                  <a:pt x="3392759" y="919283"/>
                  <a:pt x="3394841" y="919283"/>
                  <a:pt x="3397744" y="919283"/>
                </a:cubicBezTo>
                <a:lnTo>
                  <a:pt x="3400855" y="919259"/>
                </a:lnTo>
                <a:lnTo>
                  <a:pt x="3400710" y="919637"/>
                </a:lnTo>
                <a:cubicBezTo>
                  <a:pt x="3400521" y="921132"/>
                  <a:pt x="3404432" y="922763"/>
                  <a:pt x="3406515" y="924312"/>
                </a:cubicBezTo>
                <a:lnTo>
                  <a:pt x="3410365" y="921866"/>
                </a:lnTo>
                <a:lnTo>
                  <a:pt x="3413661" y="919162"/>
                </a:lnTo>
                <a:lnTo>
                  <a:pt x="3429863" y="919039"/>
                </a:lnTo>
                <a:cubicBezTo>
                  <a:pt x="3431061" y="919039"/>
                  <a:pt x="3432197" y="919039"/>
                  <a:pt x="3433396" y="919039"/>
                </a:cubicBezTo>
                <a:cubicBezTo>
                  <a:pt x="3438570" y="919039"/>
                  <a:pt x="3443808" y="919203"/>
                  <a:pt x="3448793" y="919691"/>
                </a:cubicBezTo>
                <a:cubicBezTo>
                  <a:pt x="3454788" y="920262"/>
                  <a:pt x="3455608" y="921920"/>
                  <a:pt x="3452137" y="923932"/>
                </a:cubicBezTo>
                <a:cubicBezTo>
                  <a:pt x="3445007" y="928063"/>
                  <a:pt x="3445386" y="930536"/>
                  <a:pt x="3458322" y="931053"/>
                </a:cubicBezTo>
                <a:cubicBezTo>
                  <a:pt x="3459331" y="931080"/>
                  <a:pt x="3460341" y="931107"/>
                  <a:pt x="3461287" y="931107"/>
                </a:cubicBezTo>
                <a:cubicBezTo>
                  <a:pt x="3478072" y="931107"/>
                  <a:pt x="3490061" y="925127"/>
                  <a:pt x="3505206" y="923143"/>
                </a:cubicBezTo>
                <a:cubicBezTo>
                  <a:pt x="3502808" y="920588"/>
                  <a:pt x="3497066" y="917299"/>
                  <a:pt x="3498644" y="915615"/>
                </a:cubicBezTo>
                <a:cubicBezTo>
                  <a:pt x="3500473" y="913658"/>
                  <a:pt x="3506846" y="912760"/>
                  <a:pt x="3513599" y="912760"/>
                </a:cubicBezTo>
                <a:cubicBezTo>
                  <a:pt x="3521170" y="912760"/>
                  <a:pt x="3529185" y="913875"/>
                  <a:pt x="3531898" y="915914"/>
                </a:cubicBezTo>
                <a:cubicBezTo>
                  <a:pt x="3533349" y="917000"/>
                  <a:pt x="3533854" y="917299"/>
                  <a:pt x="3533791" y="917299"/>
                </a:cubicBezTo>
                <a:cubicBezTo>
                  <a:pt x="3533791" y="917299"/>
                  <a:pt x="3533539" y="917218"/>
                  <a:pt x="3533160" y="917109"/>
                </a:cubicBezTo>
                <a:cubicBezTo>
                  <a:pt x="3532781" y="917000"/>
                  <a:pt x="3532277" y="916919"/>
                  <a:pt x="3531709" y="916919"/>
                </a:cubicBezTo>
                <a:cubicBezTo>
                  <a:pt x="3530636" y="916919"/>
                  <a:pt x="3529374" y="917245"/>
                  <a:pt x="3528238" y="918468"/>
                </a:cubicBezTo>
                <a:cubicBezTo>
                  <a:pt x="3525398" y="921513"/>
                  <a:pt x="3523442" y="924339"/>
                  <a:pt x="3531456" y="924774"/>
                </a:cubicBezTo>
                <a:cubicBezTo>
                  <a:pt x="3536189" y="925046"/>
                  <a:pt x="3540985" y="925100"/>
                  <a:pt x="3545780" y="925100"/>
                </a:cubicBezTo>
                <a:cubicBezTo>
                  <a:pt x="3549503" y="925100"/>
                  <a:pt x="3553227" y="925046"/>
                  <a:pt x="3556949" y="925018"/>
                </a:cubicBezTo>
                <a:cubicBezTo>
                  <a:pt x="3560610" y="924964"/>
                  <a:pt x="3564332" y="924937"/>
                  <a:pt x="3567992" y="924937"/>
                </a:cubicBezTo>
                <a:cubicBezTo>
                  <a:pt x="3568624" y="924937"/>
                  <a:pt x="3569191" y="924937"/>
                  <a:pt x="3569822" y="924937"/>
                </a:cubicBezTo>
                <a:cubicBezTo>
                  <a:pt x="3580486" y="924991"/>
                  <a:pt x="3591214" y="924937"/>
                  <a:pt x="3601878" y="925372"/>
                </a:cubicBezTo>
                <a:cubicBezTo>
                  <a:pt x="3604086" y="925454"/>
                  <a:pt x="3606295" y="925481"/>
                  <a:pt x="3608440" y="925481"/>
                </a:cubicBezTo>
                <a:cubicBezTo>
                  <a:pt x="3609640" y="925481"/>
                  <a:pt x="3610838" y="925481"/>
                  <a:pt x="3611974" y="925481"/>
                </a:cubicBezTo>
                <a:cubicBezTo>
                  <a:pt x="3613173" y="925481"/>
                  <a:pt x="3614309" y="925481"/>
                  <a:pt x="3615508" y="925481"/>
                </a:cubicBezTo>
                <a:cubicBezTo>
                  <a:pt x="3623332" y="925481"/>
                  <a:pt x="3631095" y="925780"/>
                  <a:pt x="3638666" y="928416"/>
                </a:cubicBezTo>
                <a:cubicBezTo>
                  <a:pt x="3640748" y="929150"/>
                  <a:pt x="3642767" y="929422"/>
                  <a:pt x="3644724" y="929422"/>
                </a:cubicBezTo>
                <a:cubicBezTo>
                  <a:pt x="3648636" y="929422"/>
                  <a:pt x="3652296" y="928280"/>
                  <a:pt x="3656146" y="927166"/>
                </a:cubicBezTo>
                <a:cubicBezTo>
                  <a:pt x="3659931" y="926052"/>
                  <a:pt x="3663844" y="924910"/>
                  <a:pt x="3668135" y="924910"/>
                </a:cubicBezTo>
                <a:cubicBezTo>
                  <a:pt x="3669523" y="924910"/>
                  <a:pt x="3670974" y="925046"/>
                  <a:pt x="3672488" y="925317"/>
                </a:cubicBezTo>
                <a:lnTo>
                  <a:pt x="3678799" y="925616"/>
                </a:lnTo>
                <a:cubicBezTo>
                  <a:pt x="3684920" y="926894"/>
                  <a:pt x="3688895" y="929096"/>
                  <a:pt x="3688200" y="932547"/>
                </a:cubicBezTo>
                <a:cubicBezTo>
                  <a:pt x="3685992" y="943555"/>
                  <a:pt x="3685866" y="943963"/>
                  <a:pt x="3699054" y="943963"/>
                </a:cubicBezTo>
                <a:lnTo>
                  <a:pt x="3700821" y="943963"/>
                </a:lnTo>
                <a:cubicBezTo>
                  <a:pt x="3709466" y="943963"/>
                  <a:pt x="3719247" y="943175"/>
                  <a:pt x="3728081" y="943175"/>
                </a:cubicBezTo>
                <a:cubicBezTo>
                  <a:pt x="3734391" y="943175"/>
                  <a:pt x="3740260" y="943582"/>
                  <a:pt x="3744740" y="944941"/>
                </a:cubicBezTo>
                <a:cubicBezTo>
                  <a:pt x="3757612" y="948882"/>
                  <a:pt x="3770549" y="949453"/>
                  <a:pt x="3783548" y="949453"/>
                </a:cubicBezTo>
                <a:cubicBezTo>
                  <a:pt x="3786262" y="949453"/>
                  <a:pt x="3789038" y="949453"/>
                  <a:pt x="3791752" y="949399"/>
                </a:cubicBezTo>
                <a:cubicBezTo>
                  <a:pt x="3794464" y="949399"/>
                  <a:pt x="3797178" y="949345"/>
                  <a:pt x="3799892" y="949345"/>
                </a:cubicBezTo>
                <a:cubicBezTo>
                  <a:pt x="3802100" y="949345"/>
                  <a:pt x="3804372" y="949345"/>
                  <a:pt x="3806580" y="949426"/>
                </a:cubicBezTo>
                <a:cubicBezTo>
                  <a:pt x="3809608" y="949480"/>
                  <a:pt x="3812764" y="949535"/>
                  <a:pt x="3815919" y="949535"/>
                </a:cubicBezTo>
                <a:lnTo>
                  <a:pt x="3815226" y="949779"/>
                </a:lnTo>
                <a:cubicBezTo>
                  <a:pt x="3822860" y="949779"/>
                  <a:pt x="3830495" y="949426"/>
                  <a:pt x="3836616" y="947931"/>
                </a:cubicBezTo>
                <a:cubicBezTo>
                  <a:pt x="3847786" y="945186"/>
                  <a:pt x="3840844" y="938636"/>
                  <a:pt x="3842611" y="933798"/>
                </a:cubicBezTo>
                <a:cubicBezTo>
                  <a:pt x="3844188" y="929449"/>
                  <a:pt x="3848039" y="926079"/>
                  <a:pt x="3854600" y="923388"/>
                </a:cubicBezTo>
                <a:cubicBezTo>
                  <a:pt x="3857125" y="922328"/>
                  <a:pt x="3861036" y="921893"/>
                  <a:pt x="3864444" y="921621"/>
                </a:cubicBezTo>
                <a:lnTo>
                  <a:pt x="3867789" y="924040"/>
                </a:lnTo>
                <a:cubicBezTo>
                  <a:pt x="3868419" y="926052"/>
                  <a:pt x="3868104" y="928144"/>
                  <a:pt x="3868419" y="930183"/>
                </a:cubicBezTo>
                <a:cubicBezTo>
                  <a:pt x="3869871" y="939478"/>
                  <a:pt x="3870944" y="943256"/>
                  <a:pt x="3877759" y="943256"/>
                </a:cubicBezTo>
                <a:cubicBezTo>
                  <a:pt x="3882176" y="943256"/>
                  <a:pt x="3889054" y="941680"/>
                  <a:pt x="3900034" y="939016"/>
                </a:cubicBezTo>
                <a:cubicBezTo>
                  <a:pt x="3910762" y="936434"/>
                  <a:pt x="3921677" y="934042"/>
                  <a:pt x="3932468" y="931569"/>
                </a:cubicBezTo>
                <a:lnTo>
                  <a:pt x="3933982" y="928987"/>
                </a:lnTo>
                <a:cubicBezTo>
                  <a:pt x="3942753" y="923959"/>
                  <a:pt x="3947171" y="921513"/>
                  <a:pt x="3951841" y="921513"/>
                </a:cubicBezTo>
                <a:cubicBezTo>
                  <a:pt x="3955690" y="921513"/>
                  <a:pt x="3959729" y="923225"/>
                  <a:pt x="3966543" y="926568"/>
                </a:cubicBezTo>
                <a:cubicBezTo>
                  <a:pt x="3974053" y="930264"/>
                  <a:pt x="3981435" y="931705"/>
                  <a:pt x="3989134" y="931705"/>
                </a:cubicBezTo>
                <a:cubicBezTo>
                  <a:pt x="3994749" y="931705"/>
                  <a:pt x="4000492" y="930944"/>
                  <a:pt x="4006676" y="929666"/>
                </a:cubicBezTo>
                <a:cubicBezTo>
                  <a:pt x="4014437" y="928090"/>
                  <a:pt x="4025669" y="927220"/>
                  <a:pt x="4028888" y="924366"/>
                </a:cubicBezTo>
                <a:cubicBezTo>
                  <a:pt x="4036712" y="917354"/>
                  <a:pt x="4044853" y="911972"/>
                  <a:pt x="4061638" y="911972"/>
                </a:cubicBezTo>
                <a:cubicBezTo>
                  <a:pt x="4063341" y="911972"/>
                  <a:pt x="4065108" y="912027"/>
                  <a:pt x="4066938" y="912136"/>
                </a:cubicBezTo>
                <a:cubicBezTo>
                  <a:pt x="4066938" y="912136"/>
                  <a:pt x="4067001" y="912136"/>
                  <a:pt x="4067064" y="912136"/>
                </a:cubicBezTo>
                <a:cubicBezTo>
                  <a:pt x="4069210" y="912136"/>
                  <a:pt x="4073501" y="909390"/>
                  <a:pt x="4074006" y="907759"/>
                </a:cubicBezTo>
                <a:lnTo>
                  <a:pt x="4079416" y="903519"/>
                </a:lnTo>
                <a:lnTo>
                  <a:pt x="4082231" y="902616"/>
                </a:lnTo>
                <a:lnTo>
                  <a:pt x="4089150" y="904579"/>
                </a:lnTo>
                <a:cubicBezTo>
                  <a:pt x="4097353" y="908521"/>
                  <a:pt x="4104799" y="912380"/>
                  <a:pt x="4114201" y="912380"/>
                </a:cubicBezTo>
                <a:cubicBezTo>
                  <a:pt x="4119313" y="912380"/>
                  <a:pt x="4124929" y="911266"/>
                  <a:pt x="4131617" y="908412"/>
                </a:cubicBezTo>
                <a:cubicBezTo>
                  <a:pt x="4134835" y="907026"/>
                  <a:pt x="4142218" y="906183"/>
                  <a:pt x="4148024" y="906183"/>
                </a:cubicBezTo>
                <a:cubicBezTo>
                  <a:pt x="4151368" y="906183"/>
                  <a:pt x="4154145" y="906482"/>
                  <a:pt x="4155280" y="907107"/>
                </a:cubicBezTo>
                <a:cubicBezTo>
                  <a:pt x="4160834" y="910233"/>
                  <a:pt x="4166450" y="911347"/>
                  <a:pt x="4171750" y="911347"/>
                </a:cubicBezTo>
                <a:cubicBezTo>
                  <a:pt x="4180205" y="911347"/>
                  <a:pt x="4188031" y="908548"/>
                  <a:pt x="4193709" y="906591"/>
                </a:cubicBezTo>
                <a:lnTo>
                  <a:pt x="4223718" y="901785"/>
                </a:lnTo>
                <a:lnTo>
                  <a:pt x="4239900" y="904362"/>
                </a:lnTo>
                <a:lnTo>
                  <a:pt x="4259306" y="902262"/>
                </a:lnTo>
                <a:lnTo>
                  <a:pt x="4260219" y="902351"/>
                </a:lnTo>
                <a:lnTo>
                  <a:pt x="4273540" y="903300"/>
                </a:lnTo>
                <a:lnTo>
                  <a:pt x="4284893" y="906102"/>
                </a:lnTo>
                <a:lnTo>
                  <a:pt x="4296440" y="905096"/>
                </a:lnTo>
                <a:lnTo>
                  <a:pt x="4297140" y="904982"/>
                </a:lnTo>
                <a:lnTo>
                  <a:pt x="4321995" y="906754"/>
                </a:lnTo>
                <a:cubicBezTo>
                  <a:pt x="4327612" y="906862"/>
                  <a:pt x="4333165" y="906889"/>
                  <a:pt x="4338780" y="906889"/>
                </a:cubicBezTo>
                <a:cubicBezTo>
                  <a:pt x="4341178" y="906889"/>
                  <a:pt x="4343513" y="906889"/>
                  <a:pt x="4345910" y="906889"/>
                </a:cubicBezTo>
                <a:cubicBezTo>
                  <a:pt x="4348245" y="906889"/>
                  <a:pt x="4350581" y="906889"/>
                  <a:pt x="4352852" y="906889"/>
                </a:cubicBezTo>
                <a:cubicBezTo>
                  <a:pt x="4359730" y="906889"/>
                  <a:pt x="4366545" y="906917"/>
                  <a:pt x="4373360" y="907107"/>
                </a:cubicBezTo>
                <a:cubicBezTo>
                  <a:pt x="4379544" y="907270"/>
                  <a:pt x="4383519" y="909608"/>
                  <a:pt x="4384339" y="912760"/>
                </a:cubicBezTo>
                <a:cubicBezTo>
                  <a:pt x="4392228" y="912869"/>
                  <a:pt x="4401062" y="913739"/>
                  <a:pt x="4408760" y="913739"/>
                </a:cubicBezTo>
                <a:cubicBezTo>
                  <a:pt x="4413430" y="913739"/>
                  <a:pt x="4417721" y="913440"/>
                  <a:pt x="4421128" y="912462"/>
                </a:cubicBezTo>
                <a:cubicBezTo>
                  <a:pt x="4444981" y="905694"/>
                  <a:pt x="4470032" y="907597"/>
                  <a:pt x="4494895" y="906563"/>
                </a:cubicBezTo>
                <a:cubicBezTo>
                  <a:pt x="4502782" y="906237"/>
                  <a:pt x="4510291" y="903792"/>
                  <a:pt x="4517989" y="902351"/>
                </a:cubicBezTo>
                <a:cubicBezTo>
                  <a:pt x="4521081" y="901753"/>
                  <a:pt x="4524363" y="901236"/>
                  <a:pt x="4527392" y="901236"/>
                </a:cubicBezTo>
                <a:cubicBezTo>
                  <a:pt x="4530421" y="901236"/>
                  <a:pt x="4533008" y="901726"/>
                  <a:pt x="4535279" y="903112"/>
                </a:cubicBezTo>
                <a:cubicBezTo>
                  <a:pt x="4536352" y="903764"/>
                  <a:pt x="4531809" y="906210"/>
                  <a:pt x="4530926" y="907950"/>
                </a:cubicBezTo>
                <a:cubicBezTo>
                  <a:pt x="4528969" y="911810"/>
                  <a:pt x="4526950" y="915696"/>
                  <a:pt x="4526445" y="919637"/>
                </a:cubicBezTo>
                <a:cubicBezTo>
                  <a:pt x="4526256" y="921132"/>
                  <a:pt x="4530168" y="922763"/>
                  <a:pt x="4532250" y="924312"/>
                </a:cubicBezTo>
                <a:lnTo>
                  <a:pt x="4536100" y="921866"/>
                </a:lnTo>
                <a:cubicBezTo>
                  <a:pt x="4541211" y="910776"/>
                  <a:pt x="4555598" y="906944"/>
                  <a:pt x="4575601" y="906944"/>
                </a:cubicBezTo>
                <a:cubicBezTo>
                  <a:pt x="4578188" y="906944"/>
                  <a:pt x="4580902" y="906999"/>
                  <a:pt x="4583741" y="907135"/>
                </a:cubicBezTo>
                <a:cubicBezTo>
                  <a:pt x="4596361" y="907678"/>
                  <a:pt x="4608982" y="906917"/>
                  <a:pt x="4620467" y="911021"/>
                </a:cubicBezTo>
                <a:cubicBezTo>
                  <a:pt x="4622423" y="911728"/>
                  <a:pt x="4625767" y="912054"/>
                  <a:pt x="4629112" y="912054"/>
                </a:cubicBezTo>
                <a:cubicBezTo>
                  <a:pt x="4632456" y="912054"/>
                  <a:pt x="4635675" y="911728"/>
                  <a:pt x="4637757" y="911102"/>
                </a:cubicBezTo>
                <a:cubicBezTo>
                  <a:pt x="4645455" y="908738"/>
                  <a:pt x="4654415" y="906672"/>
                  <a:pt x="4662367" y="906672"/>
                </a:cubicBezTo>
                <a:cubicBezTo>
                  <a:pt x="4666404" y="906672"/>
                  <a:pt x="4670127" y="907216"/>
                  <a:pt x="4673282" y="908521"/>
                </a:cubicBezTo>
                <a:cubicBezTo>
                  <a:pt x="4676943" y="910070"/>
                  <a:pt x="4680288" y="910614"/>
                  <a:pt x="4683317" y="910614"/>
                </a:cubicBezTo>
                <a:cubicBezTo>
                  <a:pt x="4687166" y="910614"/>
                  <a:pt x="4690572" y="909744"/>
                  <a:pt x="4693790" y="908847"/>
                </a:cubicBezTo>
                <a:cubicBezTo>
                  <a:pt x="4697009" y="907977"/>
                  <a:pt x="4699975" y="907080"/>
                  <a:pt x="4703003" y="907080"/>
                </a:cubicBezTo>
                <a:cubicBezTo>
                  <a:pt x="4704013" y="907080"/>
                  <a:pt x="4704960" y="907188"/>
                  <a:pt x="4705969" y="907406"/>
                </a:cubicBezTo>
                <a:cubicBezTo>
                  <a:pt x="4712028" y="908765"/>
                  <a:pt x="4717580" y="909281"/>
                  <a:pt x="4723070" y="909281"/>
                </a:cubicBezTo>
                <a:cubicBezTo>
                  <a:pt x="4730327" y="909281"/>
                  <a:pt x="4737394" y="908412"/>
                  <a:pt x="4745282" y="907461"/>
                </a:cubicBezTo>
                <a:cubicBezTo>
                  <a:pt x="4749952" y="906889"/>
                  <a:pt x="4754811" y="906700"/>
                  <a:pt x="4759733" y="906700"/>
                </a:cubicBezTo>
                <a:cubicBezTo>
                  <a:pt x="4769513" y="906700"/>
                  <a:pt x="4779609" y="907488"/>
                  <a:pt x="4789390" y="907896"/>
                </a:cubicBezTo>
                <a:cubicBezTo>
                  <a:pt x="4795385" y="908140"/>
                  <a:pt x="4794628" y="909907"/>
                  <a:pt x="4790716" y="912298"/>
                </a:cubicBezTo>
                <a:cubicBezTo>
                  <a:pt x="4787182" y="914500"/>
                  <a:pt x="4782890" y="918061"/>
                  <a:pt x="4784342" y="920181"/>
                </a:cubicBezTo>
                <a:cubicBezTo>
                  <a:pt x="4786046" y="922654"/>
                  <a:pt x="4788001" y="923496"/>
                  <a:pt x="4790084" y="923496"/>
                </a:cubicBezTo>
                <a:cubicBezTo>
                  <a:pt x="4793997" y="923496"/>
                  <a:pt x="4798414" y="920643"/>
                  <a:pt x="4802389" y="920208"/>
                </a:cubicBezTo>
                <a:cubicBezTo>
                  <a:pt x="4820626" y="918224"/>
                  <a:pt x="4841639" y="921485"/>
                  <a:pt x="4856846" y="913630"/>
                </a:cubicBezTo>
                <a:cubicBezTo>
                  <a:pt x="4858424" y="913685"/>
                  <a:pt x="4860001" y="913712"/>
                  <a:pt x="4861642" y="913712"/>
                </a:cubicBezTo>
                <a:cubicBezTo>
                  <a:pt x="4866059" y="913712"/>
                  <a:pt x="4870413" y="913522"/>
                  <a:pt x="4874893" y="913332"/>
                </a:cubicBezTo>
                <a:cubicBezTo>
                  <a:pt x="4879310" y="913141"/>
                  <a:pt x="4883727" y="912951"/>
                  <a:pt x="4888081" y="912951"/>
                </a:cubicBezTo>
                <a:cubicBezTo>
                  <a:pt x="4896474" y="912951"/>
                  <a:pt x="4904740" y="913630"/>
                  <a:pt x="4912881" y="916240"/>
                </a:cubicBezTo>
                <a:cubicBezTo>
                  <a:pt x="4919317" y="918333"/>
                  <a:pt x="4928655" y="918849"/>
                  <a:pt x="4936796" y="919012"/>
                </a:cubicBezTo>
                <a:cubicBezTo>
                  <a:pt x="4943611" y="919148"/>
                  <a:pt x="4950425" y="919175"/>
                  <a:pt x="4957303" y="919175"/>
                </a:cubicBezTo>
                <a:cubicBezTo>
                  <a:pt x="4961784" y="919175"/>
                  <a:pt x="4966327" y="919175"/>
                  <a:pt x="4970808" y="919148"/>
                </a:cubicBezTo>
                <a:cubicBezTo>
                  <a:pt x="4975288" y="919148"/>
                  <a:pt x="4979768" y="919121"/>
                  <a:pt x="4984312" y="919121"/>
                </a:cubicBezTo>
                <a:cubicBezTo>
                  <a:pt x="4987719" y="919121"/>
                  <a:pt x="4991189" y="919121"/>
                  <a:pt x="4994597" y="919148"/>
                </a:cubicBezTo>
                <a:cubicBezTo>
                  <a:pt x="4994976" y="919148"/>
                  <a:pt x="4995354" y="919148"/>
                  <a:pt x="4995733" y="919148"/>
                </a:cubicBezTo>
                <a:cubicBezTo>
                  <a:pt x="5008795" y="919148"/>
                  <a:pt x="5021289" y="917409"/>
                  <a:pt x="5033847" y="915642"/>
                </a:cubicBezTo>
                <a:cubicBezTo>
                  <a:pt x="5046341" y="913902"/>
                  <a:pt x="5058834" y="912136"/>
                  <a:pt x="5071897" y="912136"/>
                </a:cubicBezTo>
                <a:cubicBezTo>
                  <a:pt x="5075115" y="912136"/>
                  <a:pt x="5078333" y="912244"/>
                  <a:pt x="5081614" y="912462"/>
                </a:cubicBezTo>
                <a:lnTo>
                  <a:pt x="5086915" y="911021"/>
                </a:lnTo>
                <a:lnTo>
                  <a:pt x="5088744" y="909146"/>
                </a:lnTo>
                <a:lnTo>
                  <a:pt x="5084202" y="907080"/>
                </a:lnTo>
                <a:cubicBezTo>
                  <a:pt x="5078838" y="906346"/>
                  <a:pt x="5069499" y="906455"/>
                  <a:pt x="5071140" y="903275"/>
                </a:cubicBezTo>
                <a:cubicBezTo>
                  <a:pt x="5072528" y="900557"/>
                  <a:pt x="5077891" y="896453"/>
                  <a:pt x="5084391" y="896453"/>
                </a:cubicBezTo>
                <a:cubicBezTo>
                  <a:pt x="5085653" y="896453"/>
                  <a:pt x="5086915" y="896588"/>
                  <a:pt x="5088177" y="896915"/>
                </a:cubicBezTo>
                <a:cubicBezTo>
                  <a:pt x="5092721" y="898056"/>
                  <a:pt x="5096191" y="898872"/>
                  <a:pt x="5099410" y="898872"/>
                </a:cubicBezTo>
                <a:cubicBezTo>
                  <a:pt x="5102501" y="898872"/>
                  <a:pt x="5105403" y="898138"/>
                  <a:pt x="5109064" y="896289"/>
                </a:cubicBezTo>
                <a:cubicBezTo>
                  <a:pt x="5113166" y="894197"/>
                  <a:pt x="5116699" y="890283"/>
                  <a:pt x="5123136" y="890283"/>
                </a:cubicBezTo>
                <a:cubicBezTo>
                  <a:pt x="5124460" y="890283"/>
                  <a:pt x="5125848" y="890446"/>
                  <a:pt x="5127426" y="890799"/>
                </a:cubicBezTo>
                <a:cubicBezTo>
                  <a:pt x="5130834" y="891588"/>
                  <a:pt x="5130518" y="896235"/>
                  <a:pt x="5131654" y="899143"/>
                </a:cubicBezTo>
                <a:lnTo>
                  <a:pt x="5131654" y="902133"/>
                </a:lnTo>
                <a:cubicBezTo>
                  <a:pt x="5131654" y="902133"/>
                  <a:pt x="5139542" y="904743"/>
                  <a:pt x="5139542" y="904743"/>
                </a:cubicBezTo>
                <a:cubicBezTo>
                  <a:pt x="5145474" y="902976"/>
                  <a:pt x="5151847" y="900829"/>
                  <a:pt x="5158031" y="900829"/>
                </a:cubicBezTo>
                <a:cubicBezTo>
                  <a:pt x="5161438" y="900829"/>
                  <a:pt x="5164782" y="901481"/>
                  <a:pt x="5167874" y="903221"/>
                </a:cubicBezTo>
                <a:cubicBezTo>
                  <a:pt x="5170335" y="904579"/>
                  <a:pt x="5172543" y="905069"/>
                  <a:pt x="5174627" y="905069"/>
                </a:cubicBezTo>
                <a:cubicBezTo>
                  <a:pt x="5177339" y="905069"/>
                  <a:pt x="5179801" y="904253"/>
                  <a:pt x="5182198" y="903438"/>
                </a:cubicBezTo>
                <a:cubicBezTo>
                  <a:pt x="5184596" y="902623"/>
                  <a:pt x="5186931" y="901807"/>
                  <a:pt x="5189392" y="901807"/>
                </a:cubicBezTo>
                <a:cubicBezTo>
                  <a:pt x="5190781" y="901807"/>
                  <a:pt x="5192169" y="902079"/>
                  <a:pt x="5193683" y="902758"/>
                </a:cubicBezTo>
                <a:cubicBezTo>
                  <a:pt x="5196650" y="904145"/>
                  <a:pt x="5199236" y="904688"/>
                  <a:pt x="5201507" y="904688"/>
                </a:cubicBezTo>
                <a:cubicBezTo>
                  <a:pt x="5206177" y="904688"/>
                  <a:pt x="5209837" y="902514"/>
                  <a:pt x="5213876" y="900720"/>
                </a:cubicBezTo>
                <a:cubicBezTo>
                  <a:pt x="5222772" y="896752"/>
                  <a:pt x="5220880" y="891425"/>
                  <a:pt x="5222962" y="886505"/>
                </a:cubicBezTo>
                <a:cubicBezTo>
                  <a:pt x="5224034" y="883950"/>
                  <a:pt x="5228957" y="882618"/>
                  <a:pt x="5234257" y="882618"/>
                </a:cubicBezTo>
                <a:cubicBezTo>
                  <a:pt x="5235519" y="882618"/>
                  <a:pt x="5236782" y="882700"/>
                  <a:pt x="5237980" y="882836"/>
                </a:cubicBezTo>
                <a:cubicBezTo>
                  <a:pt x="5241325" y="883243"/>
                  <a:pt x="5245048" y="884983"/>
                  <a:pt x="5246436" y="886559"/>
                </a:cubicBezTo>
                <a:cubicBezTo>
                  <a:pt x="5248014" y="888326"/>
                  <a:pt x="5246941" y="890609"/>
                  <a:pt x="5247256" y="892675"/>
                </a:cubicBezTo>
                <a:cubicBezTo>
                  <a:pt x="5248203" y="899198"/>
                  <a:pt x="5249023" y="898437"/>
                  <a:pt x="5270919" y="903356"/>
                </a:cubicBezTo>
                <a:cubicBezTo>
                  <a:pt x="5278934" y="905150"/>
                  <a:pt x="5286443" y="906917"/>
                  <a:pt x="5293951" y="906917"/>
                </a:cubicBezTo>
                <a:cubicBezTo>
                  <a:pt x="5298053" y="906917"/>
                  <a:pt x="5302155" y="906401"/>
                  <a:pt x="5306383" y="905069"/>
                </a:cubicBezTo>
                <a:cubicBezTo>
                  <a:pt x="5316983" y="901753"/>
                  <a:pt x="5327396" y="899932"/>
                  <a:pt x="5337808" y="899932"/>
                </a:cubicBezTo>
                <a:cubicBezTo>
                  <a:pt x="5347021" y="899932"/>
                  <a:pt x="5356234" y="901345"/>
                  <a:pt x="5365635" y="904362"/>
                </a:cubicBezTo>
                <a:cubicBezTo>
                  <a:pt x="5374407" y="903547"/>
                  <a:pt x="5383304" y="901508"/>
                  <a:pt x="5392012" y="901508"/>
                </a:cubicBezTo>
                <a:cubicBezTo>
                  <a:pt x="5398385" y="901508"/>
                  <a:pt x="5404696" y="902596"/>
                  <a:pt x="5410628" y="906102"/>
                </a:cubicBezTo>
                <a:lnTo>
                  <a:pt x="5422175" y="905096"/>
                </a:lnTo>
                <a:cubicBezTo>
                  <a:pt x="5430252" y="901291"/>
                  <a:pt x="5439591" y="900665"/>
                  <a:pt x="5449371" y="900665"/>
                </a:cubicBezTo>
                <a:cubicBezTo>
                  <a:pt x="5452211" y="900665"/>
                  <a:pt x="5455114" y="900720"/>
                  <a:pt x="5458079" y="900747"/>
                </a:cubicBezTo>
                <a:cubicBezTo>
                  <a:pt x="5464516" y="900829"/>
                  <a:pt x="5470952" y="900856"/>
                  <a:pt x="5477326" y="900856"/>
                </a:cubicBezTo>
                <a:cubicBezTo>
                  <a:pt x="5481302" y="900856"/>
                  <a:pt x="5485276" y="900856"/>
                  <a:pt x="5489252" y="900856"/>
                </a:cubicBezTo>
                <a:cubicBezTo>
                  <a:pt x="5493101" y="900856"/>
                  <a:pt x="5496887" y="900856"/>
                  <a:pt x="5500736" y="900856"/>
                </a:cubicBezTo>
                <a:cubicBezTo>
                  <a:pt x="5503639" y="900856"/>
                  <a:pt x="5506542" y="900856"/>
                  <a:pt x="5509508" y="900856"/>
                </a:cubicBezTo>
                <a:cubicBezTo>
                  <a:pt x="5509634" y="900856"/>
                  <a:pt x="5509823" y="900856"/>
                  <a:pt x="5509950" y="900856"/>
                </a:cubicBezTo>
                <a:cubicBezTo>
                  <a:pt x="5521939" y="900856"/>
                  <a:pt x="5529574" y="898627"/>
                  <a:pt x="5531467" y="892376"/>
                </a:cubicBezTo>
                <a:cubicBezTo>
                  <a:pt x="5532035" y="890582"/>
                  <a:pt x="5533991" y="889712"/>
                  <a:pt x="5536452" y="889712"/>
                </a:cubicBezTo>
                <a:cubicBezTo>
                  <a:pt x="5537651" y="889712"/>
                  <a:pt x="5538913" y="889930"/>
                  <a:pt x="5540176" y="890337"/>
                </a:cubicBezTo>
                <a:cubicBezTo>
                  <a:pt x="5543898" y="891560"/>
                  <a:pt x="5547432" y="892946"/>
                  <a:pt x="5550398" y="892946"/>
                </a:cubicBezTo>
                <a:cubicBezTo>
                  <a:pt x="5553111" y="892946"/>
                  <a:pt x="5555320" y="891778"/>
                  <a:pt x="5556645" y="888217"/>
                </a:cubicBezTo>
                <a:lnTo>
                  <a:pt x="5559527" y="884176"/>
                </a:lnTo>
                <a:lnTo>
                  <a:pt x="5568687" y="886342"/>
                </a:lnTo>
                <a:cubicBezTo>
                  <a:pt x="5572032" y="887538"/>
                  <a:pt x="5575123" y="888082"/>
                  <a:pt x="5577837" y="888082"/>
                </a:cubicBezTo>
                <a:cubicBezTo>
                  <a:pt x="5584084" y="888082"/>
                  <a:pt x="5588690" y="885282"/>
                  <a:pt x="5590710" y="880824"/>
                </a:cubicBezTo>
                <a:cubicBezTo>
                  <a:pt x="5591972" y="878134"/>
                  <a:pt x="5596073" y="876340"/>
                  <a:pt x="5601248" y="876340"/>
                </a:cubicBezTo>
                <a:cubicBezTo>
                  <a:pt x="5602384" y="876340"/>
                  <a:pt x="5603645" y="876421"/>
                  <a:pt x="5604907" y="876612"/>
                </a:cubicBezTo>
                <a:cubicBezTo>
                  <a:pt x="5614752" y="878134"/>
                  <a:pt x="5624217" y="880390"/>
                  <a:pt x="5633619" y="882483"/>
                </a:cubicBezTo>
                <a:cubicBezTo>
                  <a:pt x="5639172" y="883733"/>
                  <a:pt x="5640055" y="885635"/>
                  <a:pt x="5635702" y="886804"/>
                </a:cubicBezTo>
                <a:cubicBezTo>
                  <a:pt x="5628444" y="888761"/>
                  <a:pt x="5620746" y="890310"/>
                  <a:pt x="5613300" y="892077"/>
                </a:cubicBezTo>
                <a:cubicBezTo>
                  <a:pt x="5605981" y="893843"/>
                  <a:pt x="5598724" y="895664"/>
                  <a:pt x="5591404" y="897485"/>
                </a:cubicBezTo>
                <a:cubicBezTo>
                  <a:pt x="5596136" y="900366"/>
                  <a:pt x="5602447" y="900530"/>
                  <a:pt x="5608820" y="900530"/>
                </a:cubicBezTo>
                <a:lnTo>
                  <a:pt x="5610208" y="900530"/>
                </a:lnTo>
                <a:cubicBezTo>
                  <a:pt x="5610650" y="900530"/>
                  <a:pt x="5611155" y="900530"/>
                  <a:pt x="5611596" y="900530"/>
                </a:cubicBezTo>
                <a:cubicBezTo>
                  <a:pt x="5612670" y="900530"/>
                  <a:pt x="5613742" y="900530"/>
                  <a:pt x="5614814" y="900557"/>
                </a:cubicBezTo>
                <a:cubicBezTo>
                  <a:pt x="5622198" y="900720"/>
                  <a:pt x="5624974" y="903003"/>
                  <a:pt x="5628697" y="905613"/>
                </a:cubicBezTo>
                <a:cubicBezTo>
                  <a:pt x="5635449" y="910369"/>
                  <a:pt x="5640055" y="912706"/>
                  <a:pt x="5643905" y="912706"/>
                </a:cubicBezTo>
                <a:cubicBezTo>
                  <a:pt x="5647186" y="912706"/>
                  <a:pt x="5649899" y="910967"/>
                  <a:pt x="5652991" y="907569"/>
                </a:cubicBezTo>
                <a:cubicBezTo>
                  <a:pt x="5664791" y="894387"/>
                  <a:pt x="5689527" y="891832"/>
                  <a:pt x="5713316" y="888408"/>
                </a:cubicBezTo>
                <a:cubicBezTo>
                  <a:pt x="5713885" y="888326"/>
                  <a:pt x="5714452" y="888299"/>
                  <a:pt x="5715083" y="888299"/>
                </a:cubicBezTo>
                <a:cubicBezTo>
                  <a:pt x="5719563" y="888299"/>
                  <a:pt x="5725621" y="890229"/>
                  <a:pt x="5730039" y="891642"/>
                </a:cubicBezTo>
                <a:cubicBezTo>
                  <a:pt x="5734140" y="893001"/>
                  <a:pt x="5727830" y="898437"/>
                  <a:pt x="5719626" y="900665"/>
                </a:cubicBezTo>
                <a:cubicBezTo>
                  <a:pt x="5716029" y="901644"/>
                  <a:pt x="5711676" y="902106"/>
                  <a:pt x="5708458" y="903302"/>
                </a:cubicBezTo>
                <a:cubicBezTo>
                  <a:pt x="5704798" y="904634"/>
                  <a:pt x="5706438" y="910288"/>
                  <a:pt x="5710288" y="911266"/>
                </a:cubicBezTo>
                <a:cubicBezTo>
                  <a:pt x="5728461" y="915941"/>
                  <a:pt x="5747265" y="919012"/>
                  <a:pt x="5767079" y="919012"/>
                </a:cubicBezTo>
                <a:cubicBezTo>
                  <a:pt x="5774273" y="919012"/>
                  <a:pt x="5781592" y="918604"/>
                  <a:pt x="5789038" y="917735"/>
                </a:cubicBezTo>
                <a:cubicBezTo>
                  <a:pt x="5791689" y="917435"/>
                  <a:pt x="5793455" y="914772"/>
                  <a:pt x="5795033" y="913059"/>
                </a:cubicBezTo>
                <a:cubicBezTo>
                  <a:pt x="5797116" y="910722"/>
                  <a:pt x="5795348" y="908521"/>
                  <a:pt x="5790237" y="908113"/>
                </a:cubicBezTo>
                <a:cubicBezTo>
                  <a:pt x="5779888" y="907298"/>
                  <a:pt x="5769287" y="906835"/>
                  <a:pt x="5758813" y="906563"/>
                </a:cubicBezTo>
                <a:cubicBezTo>
                  <a:pt x="5751619" y="906373"/>
                  <a:pt x="5745625" y="904960"/>
                  <a:pt x="5745877" y="901644"/>
                </a:cubicBezTo>
                <a:cubicBezTo>
                  <a:pt x="5746066" y="898953"/>
                  <a:pt x="5749222" y="895691"/>
                  <a:pt x="5753260" y="893789"/>
                </a:cubicBezTo>
                <a:cubicBezTo>
                  <a:pt x="5768846" y="886532"/>
                  <a:pt x="5787335" y="882428"/>
                  <a:pt x="5809736" y="882020"/>
                </a:cubicBezTo>
                <a:cubicBezTo>
                  <a:pt x="5812765" y="881966"/>
                  <a:pt x="5815794" y="881939"/>
                  <a:pt x="5818822" y="881939"/>
                </a:cubicBezTo>
                <a:cubicBezTo>
                  <a:pt x="5819831" y="881939"/>
                  <a:pt x="5820906" y="881939"/>
                  <a:pt x="5821915" y="881939"/>
                </a:cubicBezTo>
                <a:lnTo>
                  <a:pt x="5824691" y="881939"/>
                </a:lnTo>
                <a:cubicBezTo>
                  <a:pt x="5840656" y="881939"/>
                  <a:pt x="5856620" y="881667"/>
                  <a:pt x="5870630" y="876394"/>
                </a:cubicBezTo>
                <a:cubicBezTo>
                  <a:pt x="5871007" y="876259"/>
                  <a:pt x="5871576" y="876204"/>
                  <a:pt x="5872144" y="876204"/>
                </a:cubicBezTo>
                <a:cubicBezTo>
                  <a:pt x="5874731" y="876204"/>
                  <a:pt x="5878959" y="877237"/>
                  <a:pt x="5882114" y="877590"/>
                </a:cubicBezTo>
                <a:cubicBezTo>
                  <a:pt x="5880978" y="879248"/>
                  <a:pt x="5880663" y="881178"/>
                  <a:pt x="5878643" y="882564"/>
                </a:cubicBezTo>
                <a:cubicBezTo>
                  <a:pt x="5871892" y="887157"/>
                  <a:pt x="5873154" y="894931"/>
                  <a:pt x="5855043" y="895257"/>
                </a:cubicBezTo>
                <a:cubicBezTo>
                  <a:pt x="5850057" y="895338"/>
                  <a:pt x="5845199" y="898899"/>
                  <a:pt x="5840529" y="900991"/>
                </a:cubicBezTo>
                <a:lnTo>
                  <a:pt x="5837185" y="903465"/>
                </a:lnTo>
                <a:cubicBezTo>
                  <a:pt x="5839899" y="904688"/>
                  <a:pt x="5842738" y="906074"/>
                  <a:pt x="5846082" y="906672"/>
                </a:cubicBezTo>
                <a:cubicBezTo>
                  <a:pt x="5848606" y="907107"/>
                  <a:pt x="5851004" y="907325"/>
                  <a:pt x="5853276" y="907325"/>
                </a:cubicBezTo>
                <a:cubicBezTo>
                  <a:pt x="5865391" y="907325"/>
                  <a:pt x="5874164" y="901861"/>
                  <a:pt x="5885774" y="900883"/>
                </a:cubicBezTo>
                <a:cubicBezTo>
                  <a:pt x="5886279" y="906428"/>
                  <a:pt x="5885017" y="912516"/>
                  <a:pt x="5901613" y="912516"/>
                </a:cubicBezTo>
                <a:cubicBezTo>
                  <a:pt x="5902370" y="912516"/>
                  <a:pt x="5903190" y="912516"/>
                  <a:pt x="5904073" y="912462"/>
                </a:cubicBezTo>
                <a:cubicBezTo>
                  <a:pt x="5905967" y="912407"/>
                  <a:pt x="5908301" y="912271"/>
                  <a:pt x="5910446" y="912271"/>
                </a:cubicBezTo>
                <a:cubicBezTo>
                  <a:pt x="5912971" y="912271"/>
                  <a:pt x="5915242" y="912434"/>
                  <a:pt x="5916441" y="913005"/>
                </a:cubicBezTo>
                <a:cubicBezTo>
                  <a:pt x="5921804" y="915615"/>
                  <a:pt x="5926727" y="916892"/>
                  <a:pt x="5931397" y="916892"/>
                </a:cubicBezTo>
                <a:cubicBezTo>
                  <a:pt x="5936760" y="916892"/>
                  <a:pt x="5941745" y="915180"/>
                  <a:pt x="5946667" y="911810"/>
                </a:cubicBezTo>
                <a:cubicBezTo>
                  <a:pt x="5949822" y="909662"/>
                  <a:pt x="5953103" y="908602"/>
                  <a:pt x="5956700" y="908602"/>
                </a:cubicBezTo>
                <a:cubicBezTo>
                  <a:pt x="5959855" y="908602"/>
                  <a:pt x="5963262" y="909418"/>
                  <a:pt x="5966986" y="911021"/>
                </a:cubicBezTo>
                <a:cubicBezTo>
                  <a:pt x="5969635" y="912163"/>
                  <a:pt x="5972160" y="912597"/>
                  <a:pt x="5974684" y="912597"/>
                </a:cubicBezTo>
                <a:cubicBezTo>
                  <a:pt x="5979669" y="912597"/>
                  <a:pt x="5984402" y="910912"/>
                  <a:pt x="5989450" y="909690"/>
                </a:cubicBezTo>
                <a:cubicBezTo>
                  <a:pt x="5998283" y="907542"/>
                  <a:pt x="6007055" y="906292"/>
                  <a:pt x="6015953" y="906292"/>
                </a:cubicBezTo>
                <a:cubicBezTo>
                  <a:pt x="6024850" y="906292"/>
                  <a:pt x="6033558" y="907488"/>
                  <a:pt x="6042644" y="910205"/>
                </a:cubicBezTo>
                <a:cubicBezTo>
                  <a:pt x="6052362" y="913114"/>
                  <a:pt x="6062711" y="916267"/>
                  <a:pt x="6074132" y="916267"/>
                </a:cubicBezTo>
                <a:cubicBezTo>
                  <a:pt x="6079875" y="916267"/>
                  <a:pt x="6085869" y="915451"/>
                  <a:pt x="6092116" y="913412"/>
                </a:cubicBezTo>
                <a:cubicBezTo>
                  <a:pt x="6092432" y="913304"/>
                  <a:pt x="6092873" y="913250"/>
                  <a:pt x="6093442" y="913250"/>
                </a:cubicBezTo>
                <a:cubicBezTo>
                  <a:pt x="6095965" y="913250"/>
                  <a:pt x="6100446" y="914391"/>
                  <a:pt x="6103159" y="915261"/>
                </a:cubicBezTo>
                <a:cubicBezTo>
                  <a:pt x="6112183" y="918224"/>
                  <a:pt x="6121584" y="919610"/>
                  <a:pt x="6130797" y="919610"/>
                </a:cubicBezTo>
                <a:cubicBezTo>
                  <a:pt x="6139632" y="919610"/>
                  <a:pt x="6148403" y="918333"/>
                  <a:pt x="6156543" y="915968"/>
                </a:cubicBezTo>
                <a:cubicBezTo>
                  <a:pt x="6165504" y="913359"/>
                  <a:pt x="6175221" y="912815"/>
                  <a:pt x="6185128" y="912815"/>
                </a:cubicBezTo>
                <a:cubicBezTo>
                  <a:pt x="6188724" y="912815"/>
                  <a:pt x="6192321" y="912896"/>
                  <a:pt x="6195919" y="912951"/>
                </a:cubicBezTo>
                <a:cubicBezTo>
                  <a:pt x="6199515" y="913032"/>
                  <a:pt x="6203111" y="913086"/>
                  <a:pt x="6206708" y="913086"/>
                </a:cubicBezTo>
                <a:cubicBezTo>
                  <a:pt x="6218824" y="913086"/>
                  <a:pt x="6230562" y="912244"/>
                  <a:pt x="6240784" y="907759"/>
                </a:cubicBezTo>
                <a:cubicBezTo>
                  <a:pt x="6249176" y="910668"/>
                  <a:pt x="6257127" y="913739"/>
                  <a:pt x="6260030" y="918794"/>
                </a:cubicBezTo>
                <a:cubicBezTo>
                  <a:pt x="6264069" y="918930"/>
                  <a:pt x="6268170" y="918957"/>
                  <a:pt x="6272208" y="919230"/>
                </a:cubicBezTo>
                <a:cubicBezTo>
                  <a:pt x="6272966" y="919283"/>
                  <a:pt x="6275048" y="919283"/>
                  <a:pt x="6277951" y="919283"/>
                </a:cubicBezTo>
                <a:cubicBezTo>
                  <a:pt x="6287731" y="919283"/>
                  <a:pt x="6306347" y="919066"/>
                  <a:pt x="6310070" y="919039"/>
                </a:cubicBezTo>
                <a:cubicBezTo>
                  <a:pt x="6311268" y="919039"/>
                  <a:pt x="6312404" y="919039"/>
                  <a:pt x="6313603" y="919039"/>
                </a:cubicBezTo>
                <a:cubicBezTo>
                  <a:pt x="6318777" y="919039"/>
                  <a:pt x="6324015" y="919203"/>
                  <a:pt x="6329000" y="919691"/>
                </a:cubicBezTo>
                <a:cubicBezTo>
                  <a:pt x="6334995" y="920262"/>
                  <a:pt x="6335815" y="921920"/>
                  <a:pt x="6332344" y="923932"/>
                </a:cubicBezTo>
                <a:cubicBezTo>
                  <a:pt x="6325214" y="928063"/>
                  <a:pt x="6325593" y="930536"/>
                  <a:pt x="6338529" y="931053"/>
                </a:cubicBezTo>
                <a:cubicBezTo>
                  <a:pt x="6339538" y="931080"/>
                  <a:pt x="6340548" y="931107"/>
                  <a:pt x="6341494" y="931107"/>
                </a:cubicBezTo>
                <a:cubicBezTo>
                  <a:pt x="6358279" y="931107"/>
                  <a:pt x="6370268" y="925127"/>
                  <a:pt x="6385413" y="923143"/>
                </a:cubicBezTo>
                <a:cubicBezTo>
                  <a:pt x="6383015" y="920588"/>
                  <a:pt x="6377273" y="917299"/>
                  <a:pt x="6378850" y="915615"/>
                </a:cubicBezTo>
                <a:cubicBezTo>
                  <a:pt x="6380680" y="913658"/>
                  <a:pt x="6387054" y="912760"/>
                  <a:pt x="6393806" y="912760"/>
                </a:cubicBezTo>
                <a:cubicBezTo>
                  <a:pt x="6401378" y="912760"/>
                  <a:pt x="6409392" y="913875"/>
                  <a:pt x="6412105" y="915914"/>
                </a:cubicBezTo>
                <a:cubicBezTo>
                  <a:pt x="6413556" y="917000"/>
                  <a:pt x="6414061" y="917299"/>
                  <a:pt x="6413998" y="917299"/>
                </a:cubicBezTo>
                <a:cubicBezTo>
                  <a:pt x="6413998" y="917299"/>
                  <a:pt x="6413746" y="917218"/>
                  <a:pt x="6413367" y="917109"/>
                </a:cubicBezTo>
                <a:cubicBezTo>
                  <a:pt x="6412988" y="917000"/>
                  <a:pt x="6412484" y="916919"/>
                  <a:pt x="6411916" y="916919"/>
                </a:cubicBezTo>
                <a:cubicBezTo>
                  <a:pt x="6410843" y="916919"/>
                  <a:pt x="6409580" y="917245"/>
                  <a:pt x="6408445" y="918468"/>
                </a:cubicBezTo>
                <a:cubicBezTo>
                  <a:pt x="6405605" y="921513"/>
                  <a:pt x="6403649" y="924339"/>
                  <a:pt x="6411663" y="924774"/>
                </a:cubicBezTo>
                <a:cubicBezTo>
                  <a:pt x="6416396" y="925046"/>
                  <a:pt x="6421192" y="925100"/>
                  <a:pt x="6425988" y="925100"/>
                </a:cubicBezTo>
                <a:cubicBezTo>
                  <a:pt x="6429710" y="925100"/>
                  <a:pt x="6433434" y="925046"/>
                  <a:pt x="6437156" y="925018"/>
                </a:cubicBezTo>
                <a:cubicBezTo>
                  <a:pt x="6440817" y="924964"/>
                  <a:pt x="6444539" y="924937"/>
                  <a:pt x="6448199" y="924937"/>
                </a:cubicBezTo>
                <a:cubicBezTo>
                  <a:pt x="6448831" y="924937"/>
                  <a:pt x="6449398" y="924937"/>
                  <a:pt x="6450030" y="924937"/>
                </a:cubicBezTo>
                <a:cubicBezTo>
                  <a:pt x="6460693" y="924991"/>
                  <a:pt x="6471421" y="924937"/>
                  <a:pt x="6482085" y="925372"/>
                </a:cubicBezTo>
                <a:cubicBezTo>
                  <a:pt x="6484293" y="925454"/>
                  <a:pt x="6486502" y="925481"/>
                  <a:pt x="6488647" y="925481"/>
                </a:cubicBezTo>
                <a:cubicBezTo>
                  <a:pt x="6489847" y="925481"/>
                  <a:pt x="6491046" y="925481"/>
                  <a:pt x="6492181" y="925481"/>
                </a:cubicBezTo>
                <a:cubicBezTo>
                  <a:pt x="6493380" y="925481"/>
                  <a:pt x="6494516" y="925481"/>
                  <a:pt x="6495715" y="925481"/>
                </a:cubicBezTo>
                <a:cubicBezTo>
                  <a:pt x="6503539" y="925481"/>
                  <a:pt x="6511302" y="925780"/>
                  <a:pt x="6518873" y="928416"/>
                </a:cubicBezTo>
                <a:cubicBezTo>
                  <a:pt x="6520955" y="929150"/>
                  <a:pt x="6522974" y="929422"/>
                  <a:pt x="6524931" y="929422"/>
                </a:cubicBezTo>
                <a:cubicBezTo>
                  <a:pt x="6528843" y="929422"/>
                  <a:pt x="6532504" y="928280"/>
                  <a:pt x="6536353" y="927166"/>
                </a:cubicBezTo>
                <a:cubicBezTo>
                  <a:pt x="6540138" y="926052"/>
                  <a:pt x="6544051" y="924910"/>
                  <a:pt x="6548342" y="924910"/>
                </a:cubicBezTo>
                <a:cubicBezTo>
                  <a:pt x="6549730" y="924910"/>
                  <a:pt x="6551181" y="925046"/>
                  <a:pt x="6552695" y="925317"/>
                </a:cubicBezTo>
                <a:lnTo>
                  <a:pt x="6559006" y="925616"/>
                </a:lnTo>
                <a:cubicBezTo>
                  <a:pt x="6565127" y="926894"/>
                  <a:pt x="6569102" y="929096"/>
                  <a:pt x="6568407" y="932547"/>
                </a:cubicBezTo>
                <a:cubicBezTo>
                  <a:pt x="6566199" y="943555"/>
                  <a:pt x="6566074" y="943963"/>
                  <a:pt x="6579261" y="943963"/>
                </a:cubicBezTo>
                <a:lnTo>
                  <a:pt x="6581028" y="943963"/>
                </a:lnTo>
                <a:cubicBezTo>
                  <a:pt x="6589673" y="943963"/>
                  <a:pt x="6599454" y="943175"/>
                  <a:pt x="6608288" y="943175"/>
                </a:cubicBezTo>
                <a:cubicBezTo>
                  <a:pt x="6614598" y="943175"/>
                  <a:pt x="6620467" y="943582"/>
                  <a:pt x="6624947" y="944941"/>
                </a:cubicBezTo>
                <a:cubicBezTo>
                  <a:pt x="6637819" y="948882"/>
                  <a:pt x="6650756" y="949453"/>
                  <a:pt x="6663755" y="949453"/>
                </a:cubicBezTo>
                <a:cubicBezTo>
                  <a:pt x="6666469" y="949453"/>
                  <a:pt x="6669245" y="949453"/>
                  <a:pt x="6671959" y="949399"/>
                </a:cubicBezTo>
                <a:cubicBezTo>
                  <a:pt x="6674672" y="949399"/>
                  <a:pt x="6677385" y="949345"/>
                  <a:pt x="6680099" y="949345"/>
                </a:cubicBezTo>
                <a:cubicBezTo>
                  <a:pt x="6682307" y="949345"/>
                  <a:pt x="6684579" y="949345"/>
                  <a:pt x="6686787" y="949426"/>
                </a:cubicBezTo>
                <a:cubicBezTo>
                  <a:pt x="6689816" y="949480"/>
                  <a:pt x="6692971" y="949535"/>
                  <a:pt x="6696126" y="949535"/>
                </a:cubicBezTo>
                <a:lnTo>
                  <a:pt x="6695433" y="949779"/>
                </a:lnTo>
                <a:cubicBezTo>
                  <a:pt x="6703067" y="949779"/>
                  <a:pt x="6710702" y="949426"/>
                  <a:pt x="6716823" y="947931"/>
                </a:cubicBezTo>
                <a:cubicBezTo>
                  <a:pt x="6727993" y="945186"/>
                  <a:pt x="6721051" y="938636"/>
                  <a:pt x="6722818" y="933798"/>
                </a:cubicBezTo>
                <a:cubicBezTo>
                  <a:pt x="6724396" y="929449"/>
                  <a:pt x="6728245" y="926079"/>
                  <a:pt x="6734807" y="923388"/>
                </a:cubicBezTo>
                <a:cubicBezTo>
                  <a:pt x="6737332" y="922328"/>
                  <a:pt x="6741243" y="921893"/>
                  <a:pt x="6744651" y="921621"/>
                </a:cubicBezTo>
                <a:lnTo>
                  <a:pt x="6747996" y="924040"/>
                </a:lnTo>
                <a:cubicBezTo>
                  <a:pt x="6748626" y="926052"/>
                  <a:pt x="6748311" y="928144"/>
                  <a:pt x="6748626" y="930183"/>
                </a:cubicBezTo>
                <a:cubicBezTo>
                  <a:pt x="6750078" y="939478"/>
                  <a:pt x="6751151" y="943256"/>
                  <a:pt x="6757966" y="943256"/>
                </a:cubicBezTo>
                <a:cubicBezTo>
                  <a:pt x="6762383" y="943256"/>
                  <a:pt x="6769261" y="941680"/>
                  <a:pt x="6780241" y="939016"/>
                </a:cubicBezTo>
                <a:cubicBezTo>
                  <a:pt x="6790969" y="936434"/>
                  <a:pt x="6801884" y="934042"/>
                  <a:pt x="6812675" y="931569"/>
                </a:cubicBezTo>
                <a:lnTo>
                  <a:pt x="6814189" y="928987"/>
                </a:lnTo>
                <a:cubicBezTo>
                  <a:pt x="6822960" y="923959"/>
                  <a:pt x="6827377" y="921513"/>
                  <a:pt x="6832048" y="921513"/>
                </a:cubicBezTo>
                <a:cubicBezTo>
                  <a:pt x="6835897" y="921513"/>
                  <a:pt x="6839936" y="923225"/>
                  <a:pt x="6846750" y="926568"/>
                </a:cubicBezTo>
                <a:cubicBezTo>
                  <a:pt x="6854260" y="930264"/>
                  <a:pt x="6861642" y="931705"/>
                  <a:pt x="6869341" y="931705"/>
                </a:cubicBezTo>
                <a:cubicBezTo>
                  <a:pt x="6874956" y="931705"/>
                  <a:pt x="6880699" y="930944"/>
                  <a:pt x="6886883" y="929666"/>
                </a:cubicBezTo>
                <a:cubicBezTo>
                  <a:pt x="6894644" y="928090"/>
                  <a:pt x="6905876" y="927220"/>
                  <a:pt x="6909094" y="924366"/>
                </a:cubicBezTo>
                <a:cubicBezTo>
                  <a:pt x="6916919" y="917354"/>
                  <a:pt x="6925060" y="911972"/>
                  <a:pt x="6941845" y="911972"/>
                </a:cubicBezTo>
                <a:cubicBezTo>
                  <a:pt x="6943548" y="911972"/>
                  <a:pt x="6945315" y="912027"/>
                  <a:pt x="6947145" y="912136"/>
                </a:cubicBezTo>
                <a:cubicBezTo>
                  <a:pt x="6947145" y="912136"/>
                  <a:pt x="6947208" y="912136"/>
                  <a:pt x="6947271" y="912136"/>
                </a:cubicBezTo>
                <a:cubicBezTo>
                  <a:pt x="6949417" y="912136"/>
                  <a:pt x="6953708" y="909390"/>
                  <a:pt x="6954213" y="907759"/>
                </a:cubicBezTo>
                <a:cubicBezTo>
                  <a:pt x="6955285" y="904389"/>
                  <a:pt x="6957494" y="902269"/>
                  <a:pt x="6961217" y="902269"/>
                </a:cubicBezTo>
                <a:cubicBezTo>
                  <a:pt x="6963363" y="902269"/>
                  <a:pt x="6966075" y="902976"/>
                  <a:pt x="6969357" y="904579"/>
                </a:cubicBezTo>
                <a:cubicBezTo>
                  <a:pt x="6977560" y="908521"/>
                  <a:pt x="6985006" y="912380"/>
                  <a:pt x="6994408" y="912380"/>
                </a:cubicBezTo>
                <a:cubicBezTo>
                  <a:pt x="6999519" y="912380"/>
                  <a:pt x="7005136" y="911266"/>
                  <a:pt x="7011823" y="908412"/>
                </a:cubicBezTo>
                <a:cubicBezTo>
                  <a:pt x="7015042" y="907026"/>
                  <a:pt x="7022425" y="906183"/>
                  <a:pt x="7028231" y="906183"/>
                </a:cubicBezTo>
                <a:cubicBezTo>
                  <a:pt x="7031575" y="906183"/>
                  <a:pt x="7034352" y="906482"/>
                  <a:pt x="7035487" y="907107"/>
                </a:cubicBezTo>
                <a:cubicBezTo>
                  <a:pt x="7041041" y="910233"/>
                  <a:pt x="7046657" y="911347"/>
                  <a:pt x="7051957" y="911347"/>
                </a:cubicBezTo>
                <a:cubicBezTo>
                  <a:pt x="7060412" y="911347"/>
                  <a:pt x="7068238" y="908548"/>
                  <a:pt x="7073916" y="906591"/>
                </a:cubicBezTo>
                <a:cubicBezTo>
                  <a:pt x="7087168" y="902025"/>
                  <a:pt x="7101682" y="899932"/>
                  <a:pt x="7115500" y="899932"/>
                </a:cubicBezTo>
                <a:cubicBezTo>
                  <a:pt x="7124271" y="899932"/>
                  <a:pt x="7132727" y="900774"/>
                  <a:pt x="7140426" y="902351"/>
                </a:cubicBezTo>
                <a:cubicBezTo>
                  <a:pt x="7161564" y="906672"/>
                  <a:pt x="7181379" y="906373"/>
                  <a:pt x="7202202" y="906754"/>
                </a:cubicBezTo>
                <a:cubicBezTo>
                  <a:pt x="7207819" y="906862"/>
                  <a:pt x="7213372" y="906889"/>
                  <a:pt x="7218987" y="906889"/>
                </a:cubicBezTo>
                <a:cubicBezTo>
                  <a:pt x="7221385" y="906889"/>
                  <a:pt x="7223720" y="906889"/>
                  <a:pt x="7226117" y="906889"/>
                </a:cubicBezTo>
                <a:cubicBezTo>
                  <a:pt x="7228452" y="906889"/>
                  <a:pt x="7230788" y="906889"/>
                  <a:pt x="7233059" y="906889"/>
                </a:cubicBezTo>
                <a:cubicBezTo>
                  <a:pt x="7239937" y="906889"/>
                  <a:pt x="7246752" y="906917"/>
                  <a:pt x="7253567" y="907107"/>
                </a:cubicBezTo>
                <a:cubicBezTo>
                  <a:pt x="7259751" y="907270"/>
                  <a:pt x="7263726" y="909608"/>
                  <a:pt x="7264546" y="912760"/>
                </a:cubicBezTo>
                <a:cubicBezTo>
                  <a:pt x="7272435" y="912869"/>
                  <a:pt x="7281268" y="913739"/>
                  <a:pt x="7288967" y="913739"/>
                </a:cubicBezTo>
                <a:cubicBezTo>
                  <a:pt x="7293637" y="913739"/>
                  <a:pt x="7297928" y="913440"/>
                  <a:pt x="7301335" y="912462"/>
                </a:cubicBezTo>
                <a:cubicBezTo>
                  <a:pt x="7325188" y="905694"/>
                  <a:pt x="7350239" y="907597"/>
                  <a:pt x="7375102" y="906563"/>
                </a:cubicBezTo>
                <a:cubicBezTo>
                  <a:pt x="7382989" y="906237"/>
                  <a:pt x="7390498" y="903792"/>
                  <a:pt x="7398196" y="902351"/>
                </a:cubicBezTo>
                <a:cubicBezTo>
                  <a:pt x="7401288" y="901753"/>
                  <a:pt x="7404570" y="901236"/>
                  <a:pt x="7407599" y="901236"/>
                </a:cubicBezTo>
                <a:cubicBezTo>
                  <a:pt x="7410628" y="901236"/>
                  <a:pt x="7413214" y="901726"/>
                  <a:pt x="7415485" y="903112"/>
                </a:cubicBezTo>
                <a:cubicBezTo>
                  <a:pt x="7416559" y="903764"/>
                  <a:pt x="7412016" y="906210"/>
                  <a:pt x="7411133" y="907950"/>
                </a:cubicBezTo>
                <a:cubicBezTo>
                  <a:pt x="7409176" y="911810"/>
                  <a:pt x="7407157" y="915696"/>
                  <a:pt x="7406652" y="919637"/>
                </a:cubicBezTo>
                <a:cubicBezTo>
                  <a:pt x="7406463" y="921132"/>
                  <a:pt x="7410375" y="922763"/>
                  <a:pt x="7412457" y="924312"/>
                </a:cubicBezTo>
                <a:lnTo>
                  <a:pt x="7416307" y="921866"/>
                </a:lnTo>
                <a:cubicBezTo>
                  <a:pt x="7421418" y="910776"/>
                  <a:pt x="7435805" y="906944"/>
                  <a:pt x="7455808" y="906944"/>
                </a:cubicBezTo>
                <a:cubicBezTo>
                  <a:pt x="7458395" y="906944"/>
                  <a:pt x="7461109" y="906999"/>
                  <a:pt x="7463948" y="907135"/>
                </a:cubicBezTo>
                <a:cubicBezTo>
                  <a:pt x="7476568" y="907678"/>
                  <a:pt x="7489189" y="906917"/>
                  <a:pt x="7500674" y="911021"/>
                </a:cubicBezTo>
                <a:cubicBezTo>
                  <a:pt x="7502630" y="911728"/>
                  <a:pt x="7505974" y="912054"/>
                  <a:pt x="7509319" y="912054"/>
                </a:cubicBezTo>
                <a:cubicBezTo>
                  <a:pt x="7512663" y="912054"/>
                  <a:pt x="7515882" y="911728"/>
                  <a:pt x="7517964" y="911102"/>
                </a:cubicBezTo>
                <a:cubicBezTo>
                  <a:pt x="7525661" y="908738"/>
                  <a:pt x="7534622" y="906672"/>
                  <a:pt x="7542574" y="906672"/>
                </a:cubicBezTo>
                <a:cubicBezTo>
                  <a:pt x="7546611" y="906672"/>
                  <a:pt x="7550334" y="907216"/>
                  <a:pt x="7553489" y="908521"/>
                </a:cubicBezTo>
                <a:cubicBezTo>
                  <a:pt x="7557150" y="910070"/>
                  <a:pt x="7560494" y="910614"/>
                  <a:pt x="7563524" y="910614"/>
                </a:cubicBezTo>
                <a:cubicBezTo>
                  <a:pt x="7567373" y="910614"/>
                  <a:pt x="7570779" y="909744"/>
                  <a:pt x="7573997" y="908847"/>
                </a:cubicBezTo>
                <a:cubicBezTo>
                  <a:pt x="7577216" y="907977"/>
                  <a:pt x="7580182" y="907080"/>
                  <a:pt x="7583210" y="907080"/>
                </a:cubicBezTo>
                <a:cubicBezTo>
                  <a:pt x="7584220" y="907080"/>
                  <a:pt x="7585167" y="907188"/>
                  <a:pt x="7586176" y="907406"/>
                </a:cubicBezTo>
                <a:cubicBezTo>
                  <a:pt x="7592235" y="908765"/>
                  <a:pt x="7597787" y="909281"/>
                  <a:pt x="7603277" y="909281"/>
                </a:cubicBezTo>
                <a:cubicBezTo>
                  <a:pt x="7610534" y="909281"/>
                  <a:pt x="7617601" y="908412"/>
                  <a:pt x="7625489" y="907461"/>
                </a:cubicBezTo>
                <a:cubicBezTo>
                  <a:pt x="7630159" y="906889"/>
                  <a:pt x="7635018" y="906700"/>
                  <a:pt x="7639940" y="906700"/>
                </a:cubicBezTo>
                <a:cubicBezTo>
                  <a:pt x="7649720" y="906700"/>
                  <a:pt x="7659816" y="907488"/>
                  <a:pt x="7669597" y="907896"/>
                </a:cubicBezTo>
                <a:cubicBezTo>
                  <a:pt x="7675592" y="908140"/>
                  <a:pt x="7674835" y="909907"/>
                  <a:pt x="7670923" y="912298"/>
                </a:cubicBezTo>
                <a:cubicBezTo>
                  <a:pt x="7667389" y="914500"/>
                  <a:pt x="7663097" y="918061"/>
                  <a:pt x="7664549" y="920181"/>
                </a:cubicBezTo>
                <a:cubicBezTo>
                  <a:pt x="7666253" y="922654"/>
                  <a:pt x="7668208" y="923496"/>
                  <a:pt x="7670291" y="923496"/>
                </a:cubicBezTo>
                <a:cubicBezTo>
                  <a:pt x="7674204" y="923496"/>
                  <a:pt x="7678621" y="920643"/>
                  <a:pt x="7682596" y="920208"/>
                </a:cubicBezTo>
                <a:cubicBezTo>
                  <a:pt x="7700832" y="918224"/>
                  <a:pt x="7721846" y="921485"/>
                  <a:pt x="7737053" y="913630"/>
                </a:cubicBezTo>
                <a:cubicBezTo>
                  <a:pt x="7738631" y="913685"/>
                  <a:pt x="7740208" y="913712"/>
                  <a:pt x="7741849" y="913712"/>
                </a:cubicBezTo>
                <a:cubicBezTo>
                  <a:pt x="7746266" y="913712"/>
                  <a:pt x="7750619" y="913522"/>
                  <a:pt x="7755100" y="913332"/>
                </a:cubicBezTo>
                <a:cubicBezTo>
                  <a:pt x="7759517" y="913141"/>
                  <a:pt x="7763934" y="912951"/>
                  <a:pt x="7768288" y="912951"/>
                </a:cubicBezTo>
                <a:cubicBezTo>
                  <a:pt x="7776681" y="912951"/>
                  <a:pt x="7784947" y="913630"/>
                  <a:pt x="7793087" y="916240"/>
                </a:cubicBezTo>
                <a:cubicBezTo>
                  <a:pt x="7799524" y="918333"/>
                  <a:pt x="7808862" y="918849"/>
                  <a:pt x="7817003" y="919012"/>
                </a:cubicBezTo>
                <a:cubicBezTo>
                  <a:pt x="7823818" y="919148"/>
                  <a:pt x="7830632" y="919175"/>
                  <a:pt x="7837510" y="919175"/>
                </a:cubicBezTo>
                <a:cubicBezTo>
                  <a:pt x="7841991" y="919175"/>
                  <a:pt x="7846534" y="919175"/>
                  <a:pt x="7851015" y="919148"/>
                </a:cubicBezTo>
                <a:cubicBezTo>
                  <a:pt x="7855495" y="919148"/>
                  <a:pt x="7859975" y="919121"/>
                  <a:pt x="7864519" y="919121"/>
                </a:cubicBezTo>
                <a:cubicBezTo>
                  <a:pt x="7867926" y="919121"/>
                  <a:pt x="7871396" y="919121"/>
                  <a:pt x="7874803" y="919148"/>
                </a:cubicBezTo>
                <a:cubicBezTo>
                  <a:pt x="7875183" y="919148"/>
                  <a:pt x="7875561" y="919148"/>
                  <a:pt x="7875940" y="919148"/>
                </a:cubicBezTo>
                <a:cubicBezTo>
                  <a:pt x="7889002" y="919148"/>
                  <a:pt x="7901496" y="917409"/>
                  <a:pt x="7914054" y="915642"/>
                </a:cubicBezTo>
                <a:cubicBezTo>
                  <a:pt x="7926548" y="913902"/>
                  <a:pt x="7939040" y="912136"/>
                  <a:pt x="7952104" y="912136"/>
                </a:cubicBezTo>
                <a:cubicBezTo>
                  <a:pt x="7955321" y="912136"/>
                  <a:pt x="7958540" y="912244"/>
                  <a:pt x="7961821" y="912462"/>
                </a:cubicBezTo>
                <a:lnTo>
                  <a:pt x="7967122" y="911021"/>
                </a:lnTo>
                <a:lnTo>
                  <a:pt x="7968951" y="909146"/>
                </a:lnTo>
                <a:lnTo>
                  <a:pt x="7964408" y="907080"/>
                </a:lnTo>
                <a:cubicBezTo>
                  <a:pt x="7959044" y="906346"/>
                  <a:pt x="7949706" y="906455"/>
                  <a:pt x="7951346" y="903275"/>
                </a:cubicBezTo>
                <a:cubicBezTo>
                  <a:pt x="7952735" y="900557"/>
                  <a:pt x="7958098" y="896453"/>
                  <a:pt x="7964598" y="896453"/>
                </a:cubicBezTo>
                <a:cubicBezTo>
                  <a:pt x="7965860" y="896453"/>
                  <a:pt x="7967122" y="896588"/>
                  <a:pt x="7968384" y="896915"/>
                </a:cubicBezTo>
                <a:cubicBezTo>
                  <a:pt x="7972928" y="898056"/>
                  <a:pt x="7976398" y="898872"/>
                  <a:pt x="7979617" y="898872"/>
                </a:cubicBezTo>
                <a:cubicBezTo>
                  <a:pt x="7982708" y="898872"/>
                  <a:pt x="7985610" y="898138"/>
                  <a:pt x="7989271" y="896289"/>
                </a:cubicBezTo>
                <a:cubicBezTo>
                  <a:pt x="7993372" y="894197"/>
                  <a:pt x="7996906" y="890283"/>
                  <a:pt x="8003343" y="890283"/>
                </a:cubicBezTo>
                <a:cubicBezTo>
                  <a:pt x="8004666" y="890283"/>
                  <a:pt x="8006055" y="890446"/>
                  <a:pt x="8007633" y="890799"/>
                </a:cubicBezTo>
                <a:cubicBezTo>
                  <a:pt x="8011041" y="891588"/>
                  <a:pt x="8010725" y="896235"/>
                  <a:pt x="8011861" y="899143"/>
                </a:cubicBezTo>
                <a:lnTo>
                  <a:pt x="8011861" y="902133"/>
                </a:lnTo>
                <a:cubicBezTo>
                  <a:pt x="8011861" y="902133"/>
                  <a:pt x="8019749" y="904743"/>
                  <a:pt x="8019749" y="904743"/>
                </a:cubicBezTo>
                <a:cubicBezTo>
                  <a:pt x="8025680" y="902976"/>
                  <a:pt x="8032053" y="900829"/>
                  <a:pt x="8038238" y="900829"/>
                </a:cubicBezTo>
                <a:cubicBezTo>
                  <a:pt x="8041645" y="900829"/>
                  <a:pt x="8044989" y="901481"/>
                  <a:pt x="8048081" y="903221"/>
                </a:cubicBezTo>
                <a:cubicBezTo>
                  <a:pt x="8050541" y="904579"/>
                  <a:pt x="8052750" y="905069"/>
                  <a:pt x="8054833" y="905069"/>
                </a:cubicBezTo>
                <a:cubicBezTo>
                  <a:pt x="8057546" y="905069"/>
                  <a:pt x="8060007" y="904253"/>
                  <a:pt x="8062405" y="903438"/>
                </a:cubicBezTo>
                <a:cubicBezTo>
                  <a:pt x="8064803" y="902623"/>
                  <a:pt x="8067137" y="901807"/>
                  <a:pt x="8069599" y="901807"/>
                </a:cubicBezTo>
                <a:cubicBezTo>
                  <a:pt x="8070987" y="901807"/>
                  <a:pt x="8072376" y="902079"/>
                  <a:pt x="8073889" y="902758"/>
                </a:cubicBezTo>
                <a:cubicBezTo>
                  <a:pt x="8076856" y="904145"/>
                  <a:pt x="8079442" y="904688"/>
                  <a:pt x="8081714" y="904688"/>
                </a:cubicBezTo>
                <a:lnTo>
                  <a:pt x="8088026" y="902663"/>
                </a:lnTo>
                <a:lnTo>
                  <a:pt x="8096126" y="905613"/>
                </a:lnTo>
                <a:cubicBezTo>
                  <a:pt x="8102877" y="910369"/>
                  <a:pt x="8107483" y="912706"/>
                  <a:pt x="8111333" y="912706"/>
                </a:cubicBezTo>
                <a:cubicBezTo>
                  <a:pt x="8114615" y="912706"/>
                  <a:pt x="8117328" y="910967"/>
                  <a:pt x="8120419" y="907569"/>
                </a:cubicBezTo>
                <a:lnTo>
                  <a:pt x="8135758" y="899657"/>
                </a:lnTo>
                <a:lnTo>
                  <a:pt x="8151126" y="903356"/>
                </a:lnTo>
                <a:cubicBezTo>
                  <a:pt x="8159140" y="905150"/>
                  <a:pt x="8166650" y="906917"/>
                  <a:pt x="8174158" y="906917"/>
                </a:cubicBezTo>
                <a:lnTo>
                  <a:pt x="8176632" y="906549"/>
                </a:lnTo>
                <a:lnTo>
                  <a:pt x="8177716" y="911266"/>
                </a:lnTo>
                <a:cubicBezTo>
                  <a:pt x="8195889" y="915941"/>
                  <a:pt x="8214694" y="919012"/>
                  <a:pt x="8234508" y="919012"/>
                </a:cubicBezTo>
                <a:cubicBezTo>
                  <a:pt x="8241701" y="919012"/>
                  <a:pt x="8249021" y="918604"/>
                  <a:pt x="8256467" y="917735"/>
                </a:cubicBezTo>
                <a:cubicBezTo>
                  <a:pt x="8259117" y="917435"/>
                  <a:pt x="8260884" y="914772"/>
                  <a:pt x="8262461" y="913059"/>
                </a:cubicBezTo>
                <a:cubicBezTo>
                  <a:pt x="8264544" y="910722"/>
                  <a:pt x="8262776" y="908521"/>
                  <a:pt x="8257665" y="908113"/>
                </a:cubicBezTo>
                <a:cubicBezTo>
                  <a:pt x="8247317" y="907298"/>
                  <a:pt x="8236716" y="906835"/>
                  <a:pt x="8226242" y="906563"/>
                </a:cubicBezTo>
                <a:cubicBezTo>
                  <a:pt x="8219048" y="906373"/>
                  <a:pt x="8213053" y="904960"/>
                  <a:pt x="8213305" y="901644"/>
                </a:cubicBezTo>
                <a:lnTo>
                  <a:pt x="8214352" y="900530"/>
                </a:lnTo>
                <a:lnTo>
                  <a:pt x="8218014" y="899932"/>
                </a:lnTo>
                <a:cubicBezTo>
                  <a:pt x="8227227" y="899932"/>
                  <a:pt x="8236440" y="901345"/>
                  <a:pt x="8245842" y="904362"/>
                </a:cubicBezTo>
                <a:cubicBezTo>
                  <a:pt x="8254613" y="903547"/>
                  <a:pt x="8263511" y="901508"/>
                  <a:pt x="8272219" y="901508"/>
                </a:cubicBezTo>
                <a:cubicBezTo>
                  <a:pt x="8278592" y="901508"/>
                  <a:pt x="8284902" y="902596"/>
                  <a:pt x="8290834" y="906102"/>
                </a:cubicBezTo>
                <a:lnTo>
                  <a:pt x="8302382" y="905096"/>
                </a:lnTo>
                <a:lnTo>
                  <a:pt x="8307035" y="904338"/>
                </a:lnTo>
                <a:lnTo>
                  <a:pt x="8313510" y="906672"/>
                </a:lnTo>
                <a:cubicBezTo>
                  <a:pt x="8316034" y="907107"/>
                  <a:pt x="8318432" y="907325"/>
                  <a:pt x="8320704" y="907325"/>
                </a:cubicBezTo>
                <a:cubicBezTo>
                  <a:pt x="8332820" y="907325"/>
                  <a:pt x="8341592" y="901861"/>
                  <a:pt x="8353202" y="900883"/>
                </a:cubicBezTo>
                <a:cubicBezTo>
                  <a:pt x="8353707" y="906428"/>
                  <a:pt x="8352445" y="912516"/>
                  <a:pt x="8369041" y="912516"/>
                </a:cubicBezTo>
                <a:cubicBezTo>
                  <a:pt x="8369798" y="912516"/>
                  <a:pt x="8370618" y="912516"/>
                  <a:pt x="8371501" y="912462"/>
                </a:cubicBezTo>
                <a:cubicBezTo>
                  <a:pt x="8373395" y="912407"/>
                  <a:pt x="8375729" y="912271"/>
                  <a:pt x="8377875" y="912271"/>
                </a:cubicBezTo>
                <a:cubicBezTo>
                  <a:pt x="8380400" y="912271"/>
                  <a:pt x="8382670" y="912434"/>
                  <a:pt x="8383869" y="913005"/>
                </a:cubicBezTo>
                <a:cubicBezTo>
                  <a:pt x="8389233" y="915615"/>
                  <a:pt x="8394155" y="916892"/>
                  <a:pt x="8398825" y="916892"/>
                </a:cubicBezTo>
                <a:cubicBezTo>
                  <a:pt x="8404188" y="916892"/>
                  <a:pt x="8409173" y="915180"/>
                  <a:pt x="8414095" y="911810"/>
                </a:cubicBezTo>
                <a:cubicBezTo>
                  <a:pt x="8417250" y="909662"/>
                  <a:pt x="8420531" y="908602"/>
                  <a:pt x="8424128" y="908602"/>
                </a:cubicBezTo>
                <a:cubicBezTo>
                  <a:pt x="8427283" y="908602"/>
                  <a:pt x="8430690" y="909418"/>
                  <a:pt x="8434414" y="911021"/>
                </a:cubicBezTo>
                <a:cubicBezTo>
                  <a:pt x="8437063" y="912163"/>
                  <a:pt x="8439589" y="912597"/>
                  <a:pt x="8442112" y="912597"/>
                </a:cubicBezTo>
                <a:cubicBezTo>
                  <a:pt x="8447098" y="912597"/>
                  <a:pt x="8451830" y="910912"/>
                  <a:pt x="8456878" y="909690"/>
                </a:cubicBezTo>
                <a:cubicBezTo>
                  <a:pt x="8465712" y="907542"/>
                  <a:pt x="8474483" y="906292"/>
                  <a:pt x="8483381" y="906292"/>
                </a:cubicBezTo>
                <a:cubicBezTo>
                  <a:pt x="8492278" y="906292"/>
                  <a:pt x="8500986" y="907488"/>
                  <a:pt x="8510072" y="910205"/>
                </a:cubicBezTo>
                <a:cubicBezTo>
                  <a:pt x="8519791" y="913114"/>
                  <a:pt x="8530139" y="916267"/>
                  <a:pt x="8541561" y="916267"/>
                </a:cubicBezTo>
                <a:cubicBezTo>
                  <a:pt x="8547303" y="916267"/>
                  <a:pt x="8553297" y="915451"/>
                  <a:pt x="8559544" y="913412"/>
                </a:cubicBezTo>
                <a:cubicBezTo>
                  <a:pt x="8559860" y="913304"/>
                  <a:pt x="8560301" y="913250"/>
                  <a:pt x="8560870" y="913250"/>
                </a:cubicBezTo>
                <a:cubicBezTo>
                  <a:pt x="8563394" y="913250"/>
                  <a:pt x="8567874" y="914391"/>
                  <a:pt x="8570588" y="915261"/>
                </a:cubicBezTo>
                <a:cubicBezTo>
                  <a:pt x="8579611" y="918224"/>
                  <a:pt x="8589013" y="919610"/>
                  <a:pt x="8598226" y="919610"/>
                </a:cubicBezTo>
                <a:cubicBezTo>
                  <a:pt x="8607061" y="919610"/>
                  <a:pt x="8615832" y="918333"/>
                  <a:pt x="8623971" y="915968"/>
                </a:cubicBezTo>
                <a:cubicBezTo>
                  <a:pt x="8632932" y="913359"/>
                  <a:pt x="8642650" y="912815"/>
                  <a:pt x="8652557" y="912815"/>
                </a:cubicBezTo>
                <a:cubicBezTo>
                  <a:pt x="8656153" y="912815"/>
                  <a:pt x="8659750" y="912896"/>
                  <a:pt x="8663347" y="912951"/>
                </a:cubicBezTo>
                <a:cubicBezTo>
                  <a:pt x="8666944" y="913032"/>
                  <a:pt x="8670540" y="913086"/>
                  <a:pt x="8674137" y="913086"/>
                </a:cubicBezTo>
                <a:cubicBezTo>
                  <a:pt x="8686252" y="913086"/>
                  <a:pt x="8697990" y="912244"/>
                  <a:pt x="8708212" y="907759"/>
                </a:cubicBezTo>
                <a:cubicBezTo>
                  <a:pt x="8716605" y="910668"/>
                  <a:pt x="8724556" y="913739"/>
                  <a:pt x="8727458" y="918794"/>
                </a:cubicBezTo>
                <a:cubicBezTo>
                  <a:pt x="8731497" y="918930"/>
                  <a:pt x="8735599" y="918957"/>
                  <a:pt x="8739637" y="919230"/>
                </a:cubicBezTo>
                <a:cubicBezTo>
                  <a:pt x="8740395" y="919283"/>
                  <a:pt x="8742477" y="919283"/>
                  <a:pt x="8745379" y="919283"/>
                </a:cubicBezTo>
                <a:cubicBezTo>
                  <a:pt x="8755159" y="919283"/>
                  <a:pt x="8773775" y="919066"/>
                  <a:pt x="8777499" y="919039"/>
                </a:cubicBezTo>
                <a:cubicBezTo>
                  <a:pt x="8778696" y="919039"/>
                  <a:pt x="8779833" y="919039"/>
                  <a:pt x="8781032" y="919039"/>
                </a:cubicBezTo>
                <a:cubicBezTo>
                  <a:pt x="8786205" y="919039"/>
                  <a:pt x="8791443" y="919203"/>
                  <a:pt x="8796428" y="919691"/>
                </a:cubicBezTo>
                <a:cubicBezTo>
                  <a:pt x="8802424" y="920262"/>
                  <a:pt x="8803244" y="921920"/>
                  <a:pt x="8799773" y="923932"/>
                </a:cubicBezTo>
                <a:cubicBezTo>
                  <a:pt x="8792643" y="928063"/>
                  <a:pt x="8793021" y="930536"/>
                  <a:pt x="8805958" y="931053"/>
                </a:cubicBezTo>
                <a:cubicBezTo>
                  <a:pt x="8806967" y="931080"/>
                  <a:pt x="8807976" y="931107"/>
                  <a:pt x="8808923" y="931107"/>
                </a:cubicBezTo>
                <a:cubicBezTo>
                  <a:pt x="8825708" y="931107"/>
                  <a:pt x="8837696" y="925127"/>
                  <a:pt x="8852842" y="923143"/>
                </a:cubicBezTo>
                <a:cubicBezTo>
                  <a:pt x="8850443" y="920588"/>
                  <a:pt x="8844701" y="917299"/>
                  <a:pt x="8846279" y="915615"/>
                </a:cubicBezTo>
                <a:cubicBezTo>
                  <a:pt x="8848108" y="913658"/>
                  <a:pt x="8854482" y="912760"/>
                  <a:pt x="8861235" y="912760"/>
                </a:cubicBezTo>
                <a:cubicBezTo>
                  <a:pt x="8868806" y="912760"/>
                  <a:pt x="8876820" y="913875"/>
                  <a:pt x="8879534" y="915914"/>
                </a:cubicBezTo>
                <a:cubicBezTo>
                  <a:pt x="8880985" y="917000"/>
                  <a:pt x="8881489" y="917299"/>
                  <a:pt x="8881426" y="917299"/>
                </a:cubicBezTo>
                <a:cubicBezTo>
                  <a:pt x="8881426" y="917299"/>
                  <a:pt x="8881174" y="917218"/>
                  <a:pt x="8880796" y="917109"/>
                </a:cubicBezTo>
                <a:cubicBezTo>
                  <a:pt x="8880416" y="917000"/>
                  <a:pt x="8879912" y="916919"/>
                  <a:pt x="8879344" y="916919"/>
                </a:cubicBezTo>
                <a:cubicBezTo>
                  <a:pt x="8878271" y="916919"/>
                  <a:pt x="8877009" y="917245"/>
                  <a:pt x="8875874" y="918468"/>
                </a:cubicBezTo>
                <a:cubicBezTo>
                  <a:pt x="8873033" y="921513"/>
                  <a:pt x="8871078" y="924339"/>
                  <a:pt x="8879091" y="924774"/>
                </a:cubicBezTo>
                <a:cubicBezTo>
                  <a:pt x="8883825" y="925046"/>
                  <a:pt x="8888620" y="925100"/>
                  <a:pt x="8893416" y="925100"/>
                </a:cubicBezTo>
                <a:cubicBezTo>
                  <a:pt x="8897139" y="925100"/>
                  <a:pt x="8900862" y="925046"/>
                  <a:pt x="8904585" y="925018"/>
                </a:cubicBezTo>
                <a:cubicBezTo>
                  <a:pt x="8908245" y="924964"/>
                  <a:pt x="8911968" y="924937"/>
                  <a:pt x="8915628" y="924937"/>
                </a:cubicBezTo>
                <a:cubicBezTo>
                  <a:pt x="8916259" y="924937"/>
                  <a:pt x="8916826" y="924937"/>
                  <a:pt x="8917458" y="924937"/>
                </a:cubicBezTo>
                <a:cubicBezTo>
                  <a:pt x="8928122" y="924991"/>
                  <a:pt x="8938849" y="924937"/>
                  <a:pt x="8949513" y="925372"/>
                </a:cubicBezTo>
                <a:cubicBezTo>
                  <a:pt x="8951722" y="925454"/>
                  <a:pt x="8953930" y="925481"/>
                  <a:pt x="8956076" y="925481"/>
                </a:cubicBezTo>
                <a:cubicBezTo>
                  <a:pt x="8957276" y="925481"/>
                  <a:pt x="8958474" y="925481"/>
                  <a:pt x="8959609" y="925481"/>
                </a:cubicBezTo>
                <a:cubicBezTo>
                  <a:pt x="8960809" y="925481"/>
                  <a:pt x="8961945" y="925481"/>
                  <a:pt x="8963143" y="925481"/>
                </a:cubicBezTo>
                <a:cubicBezTo>
                  <a:pt x="8970968" y="925481"/>
                  <a:pt x="8978730" y="925780"/>
                  <a:pt x="8986302" y="928416"/>
                </a:cubicBezTo>
                <a:cubicBezTo>
                  <a:pt x="8988384" y="929150"/>
                  <a:pt x="8990403" y="929422"/>
                  <a:pt x="8992359" y="929422"/>
                </a:cubicBezTo>
                <a:cubicBezTo>
                  <a:pt x="8996271" y="929422"/>
                  <a:pt x="8999932" y="928280"/>
                  <a:pt x="9003781" y="927166"/>
                </a:cubicBezTo>
                <a:cubicBezTo>
                  <a:pt x="9007567" y="926052"/>
                  <a:pt x="9011479" y="924910"/>
                  <a:pt x="9015771" y="924910"/>
                </a:cubicBezTo>
                <a:cubicBezTo>
                  <a:pt x="9017158" y="924910"/>
                  <a:pt x="9018610" y="925046"/>
                  <a:pt x="9020124" y="925317"/>
                </a:cubicBezTo>
                <a:lnTo>
                  <a:pt x="9026434" y="925616"/>
                </a:lnTo>
                <a:cubicBezTo>
                  <a:pt x="9032555" y="926894"/>
                  <a:pt x="9036531" y="929096"/>
                  <a:pt x="9035836" y="932547"/>
                </a:cubicBezTo>
                <a:cubicBezTo>
                  <a:pt x="9033627" y="943555"/>
                  <a:pt x="9033502" y="943963"/>
                  <a:pt x="9046689" y="943963"/>
                </a:cubicBezTo>
                <a:lnTo>
                  <a:pt x="9048456" y="943963"/>
                </a:lnTo>
                <a:cubicBezTo>
                  <a:pt x="9057101" y="943963"/>
                  <a:pt x="9066882" y="943175"/>
                  <a:pt x="9075717" y="943175"/>
                </a:cubicBezTo>
                <a:cubicBezTo>
                  <a:pt x="9082027" y="943175"/>
                  <a:pt x="9087895" y="943582"/>
                  <a:pt x="9092376" y="944941"/>
                </a:cubicBezTo>
                <a:cubicBezTo>
                  <a:pt x="9105248" y="948882"/>
                  <a:pt x="9118184" y="949453"/>
                  <a:pt x="9131184" y="949453"/>
                </a:cubicBezTo>
                <a:cubicBezTo>
                  <a:pt x="9133897" y="949453"/>
                  <a:pt x="9136674" y="949453"/>
                  <a:pt x="9139387" y="949399"/>
                </a:cubicBezTo>
                <a:cubicBezTo>
                  <a:pt x="9142100" y="949399"/>
                  <a:pt x="9144813" y="949345"/>
                  <a:pt x="9147527" y="949345"/>
                </a:cubicBezTo>
                <a:cubicBezTo>
                  <a:pt x="9149736" y="949345"/>
                  <a:pt x="9152007" y="949345"/>
                  <a:pt x="9154215" y="949426"/>
                </a:cubicBezTo>
                <a:cubicBezTo>
                  <a:pt x="9157244" y="949480"/>
                  <a:pt x="9160399" y="949535"/>
                  <a:pt x="9163555" y="949535"/>
                </a:cubicBezTo>
                <a:lnTo>
                  <a:pt x="9162861" y="949779"/>
                </a:lnTo>
                <a:cubicBezTo>
                  <a:pt x="9170496" y="949779"/>
                  <a:pt x="9178131" y="949426"/>
                  <a:pt x="9184252" y="947931"/>
                </a:cubicBezTo>
                <a:cubicBezTo>
                  <a:pt x="9195421" y="945186"/>
                  <a:pt x="9188480" y="938636"/>
                  <a:pt x="9190247" y="933798"/>
                </a:cubicBezTo>
                <a:cubicBezTo>
                  <a:pt x="9191824" y="929449"/>
                  <a:pt x="9195674" y="926079"/>
                  <a:pt x="9202236" y="923388"/>
                </a:cubicBezTo>
                <a:cubicBezTo>
                  <a:pt x="9204760" y="922328"/>
                  <a:pt x="9208672" y="921893"/>
                  <a:pt x="9212079" y="921621"/>
                </a:cubicBezTo>
                <a:lnTo>
                  <a:pt x="9215425" y="924040"/>
                </a:lnTo>
                <a:cubicBezTo>
                  <a:pt x="9216054" y="926052"/>
                  <a:pt x="9215740" y="928144"/>
                  <a:pt x="9216054" y="930183"/>
                </a:cubicBezTo>
                <a:cubicBezTo>
                  <a:pt x="9217506" y="939478"/>
                  <a:pt x="9218579" y="943256"/>
                  <a:pt x="9225394" y="943256"/>
                </a:cubicBezTo>
                <a:cubicBezTo>
                  <a:pt x="9229811" y="943256"/>
                  <a:pt x="9236689" y="941680"/>
                  <a:pt x="9247669" y="939016"/>
                </a:cubicBezTo>
                <a:cubicBezTo>
                  <a:pt x="9258397" y="936434"/>
                  <a:pt x="9269312" y="934042"/>
                  <a:pt x="9280104" y="931569"/>
                </a:cubicBezTo>
                <a:lnTo>
                  <a:pt x="9281618" y="928987"/>
                </a:lnTo>
                <a:cubicBezTo>
                  <a:pt x="9290389" y="923959"/>
                  <a:pt x="9294806" y="921513"/>
                  <a:pt x="9299476" y="921513"/>
                </a:cubicBezTo>
                <a:cubicBezTo>
                  <a:pt x="9303326" y="921513"/>
                  <a:pt x="9307364" y="923225"/>
                  <a:pt x="9314179" y="926568"/>
                </a:cubicBezTo>
                <a:cubicBezTo>
                  <a:pt x="9321688" y="930264"/>
                  <a:pt x="9329071" y="931705"/>
                  <a:pt x="9336769" y="931705"/>
                </a:cubicBezTo>
                <a:cubicBezTo>
                  <a:pt x="9342385" y="931705"/>
                  <a:pt x="9348127" y="930944"/>
                  <a:pt x="9354311" y="929666"/>
                </a:cubicBezTo>
                <a:cubicBezTo>
                  <a:pt x="9362073" y="928090"/>
                  <a:pt x="9373304" y="927220"/>
                  <a:pt x="9376523" y="924366"/>
                </a:cubicBezTo>
                <a:cubicBezTo>
                  <a:pt x="9384348" y="917354"/>
                  <a:pt x="9392489" y="911972"/>
                  <a:pt x="9409273" y="911972"/>
                </a:cubicBezTo>
                <a:cubicBezTo>
                  <a:pt x="9410977" y="911972"/>
                  <a:pt x="9412743" y="912027"/>
                  <a:pt x="9414574" y="912136"/>
                </a:cubicBezTo>
                <a:cubicBezTo>
                  <a:pt x="9414574" y="912136"/>
                  <a:pt x="9414637" y="912136"/>
                  <a:pt x="9414699" y="912136"/>
                </a:cubicBezTo>
                <a:cubicBezTo>
                  <a:pt x="9416846" y="912136"/>
                  <a:pt x="9421136" y="909390"/>
                  <a:pt x="9421641" y="907759"/>
                </a:cubicBezTo>
                <a:cubicBezTo>
                  <a:pt x="9422714" y="904389"/>
                  <a:pt x="9424922" y="902269"/>
                  <a:pt x="9428645" y="902269"/>
                </a:cubicBezTo>
                <a:cubicBezTo>
                  <a:pt x="9430791" y="902269"/>
                  <a:pt x="9433504" y="902976"/>
                  <a:pt x="9436785" y="904579"/>
                </a:cubicBezTo>
                <a:cubicBezTo>
                  <a:pt x="9444988" y="908521"/>
                  <a:pt x="9452435" y="912380"/>
                  <a:pt x="9461836" y="912380"/>
                </a:cubicBezTo>
                <a:cubicBezTo>
                  <a:pt x="9466948" y="912380"/>
                  <a:pt x="9472564" y="911266"/>
                  <a:pt x="9479252" y="908412"/>
                </a:cubicBezTo>
                <a:cubicBezTo>
                  <a:pt x="9482471" y="907026"/>
                  <a:pt x="9489853" y="906183"/>
                  <a:pt x="9495659" y="906183"/>
                </a:cubicBezTo>
                <a:cubicBezTo>
                  <a:pt x="9499003" y="906183"/>
                  <a:pt x="9501780" y="906482"/>
                  <a:pt x="9502916" y="907107"/>
                </a:cubicBezTo>
                <a:cubicBezTo>
                  <a:pt x="9508469" y="910233"/>
                  <a:pt x="9514085" y="911347"/>
                  <a:pt x="9519386" y="911347"/>
                </a:cubicBezTo>
                <a:cubicBezTo>
                  <a:pt x="9527841" y="911347"/>
                  <a:pt x="9535666" y="908548"/>
                  <a:pt x="9541344" y="906591"/>
                </a:cubicBezTo>
                <a:cubicBezTo>
                  <a:pt x="9554596" y="902025"/>
                  <a:pt x="9569110" y="899932"/>
                  <a:pt x="9582929" y="899932"/>
                </a:cubicBezTo>
                <a:cubicBezTo>
                  <a:pt x="9591700" y="899932"/>
                  <a:pt x="9600155" y="900774"/>
                  <a:pt x="9607854" y="902351"/>
                </a:cubicBezTo>
                <a:cubicBezTo>
                  <a:pt x="9628993" y="906672"/>
                  <a:pt x="9648807" y="906373"/>
                  <a:pt x="9669630" y="906754"/>
                </a:cubicBezTo>
                <a:cubicBezTo>
                  <a:pt x="9675247" y="906862"/>
                  <a:pt x="9680800" y="906889"/>
                  <a:pt x="9686416" y="906889"/>
                </a:cubicBezTo>
                <a:cubicBezTo>
                  <a:pt x="9688813" y="906889"/>
                  <a:pt x="9691148" y="906889"/>
                  <a:pt x="9693546" y="906889"/>
                </a:cubicBezTo>
                <a:cubicBezTo>
                  <a:pt x="9695881" y="906889"/>
                  <a:pt x="9698216" y="906889"/>
                  <a:pt x="9700488" y="906889"/>
                </a:cubicBezTo>
                <a:cubicBezTo>
                  <a:pt x="9707366" y="906889"/>
                  <a:pt x="9714180" y="906917"/>
                  <a:pt x="9720996" y="907107"/>
                </a:cubicBezTo>
                <a:cubicBezTo>
                  <a:pt x="9727179" y="907270"/>
                  <a:pt x="9731155" y="909608"/>
                  <a:pt x="9731975" y="912760"/>
                </a:cubicBezTo>
                <a:cubicBezTo>
                  <a:pt x="9739864" y="912869"/>
                  <a:pt x="9748697" y="913739"/>
                  <a:pt x="9756395" y="913739"/>
                </a:cubicBezTo>
                <a:cubicBezTo>
                  <a:pt x="9761065" y="913739"/>
                  <a:pt x="9765356" y="913440"/>
                  <a:pt x="9768763" y="912462"/>
                </a:cubicBezTo>
                <a:cubicBezTo>
                  <a:pt x="9792617" y="905694"/>
                  <a:pt x="9817668" y="907597"/>
                  <a:pt x="9842530" y="906563"/>
                </a:cubicBezTo>
                <a:cubicBezTo>
                  <a:pt x="9850417" y="906237"/>
                  <a:pt x="9857926" y="903792"/>
                  <a:pt x="9865625" y="902351"/>
                </a:cubicBezTo>
                <a:cubicBezTo>
                  <a:pt x="9868716" y="901753"/>
                  <a:pt x="9871998" y="901236"/>
                  <a:pt x="9875027" y="901236"/>
                </a:cubicBezTo>
                <a:cubicBezTo>
                  <a:pt x="9878056" y="901236"/>
                  <a:pt x="9880643" y="901726"/>
                  <a:pt x="9882914" y="903112"/>
                </a:cubicBezTo>
                <a:cubicBezTo>
                  <a:pt x="9883987" y="903764"/>
                  <a:pt x="9879445" y="906210"/>
                  <a:pt x="9878561" y="907950"/>
                </a:cubicBezTo>
                <a:cubicBezTo>
                  <a:pt x="9876604" y="911810"/>
                  <a:pt x="9874586" y="915696"/>
                  <a:pt x="9874080" y="919637"/>
                </a:cubicBezTo>
                <a:cubicBezTo>
                  <a:pt x="9873892" y="921132"/>
                  <a:pt x="9877803" y="922763"/>
                  <a:pt x="9879886" y="924312"/>
                </a:cubicBezTo>
                <a:lnTo>
                  <a:pt x="9883735" y="921866"/>
                </a:lnTo>
                <a:cubicBezTo>
                  <a:pt x="9888846" y="910776"/>
                  <a:pt x="9903233" y="906944"/>
                  <a:pt x="9923237" y="906944"/>
                </a:cubicBezTo>
                <a:cubicBezTo>
                  <a:pt x="9925823" y="906944"/>
                  <a:pt x="9928537" y="906999"/>
                  <a:pt x="9931376" y="907135"/>
                </a:cubicBezTo>
                <a:cubicBezTo>
                  <a:pt x="9943996" y="907678"/>
                  <a:pt x="9956618" y="906917"/>
                  <a:pt x="9968103" y="911021"/>
                </a:cubicBezTo>
                <a:cubicBezTo>
                  <a:pt x="9970058" y="911728"/>
                  <a:pt x="9973402" y="912054"/>
                  <a:pt x="9976747" y="912054"/>
                </a:cubicBezTo>
                <a:cubicBezTo>
                  <a:pt x="9980091" y="912054"/>
                  <a:pt x="9983310" y="911728"/>
                  <a:pt x="9985392" y="911102"/>
                </a:cubicBezTo>
                <a:cubicBezTo>
                  <a:pt x="9993090" y="908738"/>
                  <a:pt x="10002050" y="906672"/>
                  <a:pt x="10010002" y="906672"/>
                </a:cubicBezTo>
                <a:cubicBezTo>
                  <a:pt x="10014040" y="906672"/>
                  <a:pt x="10017762" y="907216"/>
                  <a:pt x="10020918" y="908521"/>
                </a:cubicBezTo>
                <a:cubicBezTo>
                  <a:pt x="10024578" y="910070"/>
                  <a:pt x="10027923" y="910614"/>
                  <a:pt x="10030952" y="910614"/>
                </a:cubicBezTo>
                <a:cubicBezTo>
                  <a:pt x="10034801" y="910614"/>
                  <a:pt x="10038207" y="909744"/>
                  <a:pt x="10041426" y="908847"/>
                </a:cubicBezTo>
                <a:cubicBezTo>
                  <a:pt x="10044644" y="907977"/>
                  <a:pt x="10047610" y="907080"/>
                  <a:pt x="10050639" y="907080"/>
                </a:cubicBezTo>
                <a:cubicBezTo>
                  <a:pt x="10051649" y="907080"/>
                  <a:pt x="10052596" y="907188"/>
                  <a:pt x="10053604" y="907406"/>
                </a:cubicBezTo>
                <a:cubicBezTo>
                  <a:pt x="10059663" y="908765"/>
                  <a:pt x="10065216" y="909281"/>
                  <a:pt x="10070705" y="909281"/>
                </a:cubicBezTo>
                <a:cubicBezTo>
                  <a:pt x="10077963" y="909281"/>
                  <a:pt x="10085029" y="908412"/>
                  <a:pt x="10092918" y="907461"/>
                </a:cubicBezTo>
                <a:cubicBezTo>
                  <a:pt x="10097587" y="906889"/>
                  <a:pt x="10102446" y="906700"/>
                  <a:pt x="10107368" y="906700"/>
                </a:cubicBezTo>
                <a:cubicBezTo>
                  <a:pt x="10117148" y="906700"/>
                  <a:pt x="10127245" y="907488"/>
                  <a:pt x="10137025" y="907896"/>
                </a:cubicBezTo>
                <a:cubicBezTo>
                  <a:pt x="10143020" y="908140"/>
                  <a:pt x="10142264" y="909907"/>
                  <a:pt x="10138351" y="912298"/>
                </a:cubicBezTo>
                <a:cubicBezTo>
                  <a:pt x="10134817" y="914500"/>
                  <a:pt x="10130525" y="918061"/>
                  <a:pt x="10131977" y="920181"/>
                </a:cubicBezTo>
                <a:cubicBezTo>
                  <a:pt x="10133681" y="922654"/>
                  <a:pt x="10135636" y="923496"/>
                  <a:pt x="10137720" y="923496"/>
                </a:cubicBezTo>
                <a:cubicBezTo>
                  <a:pt x="10141632" y="923496"/>
                  <a:pt x="10146049" y="920643"/>
                  <a:pt x="10150025" y="920208"/>
                </a:cubicBezTo>
                <a:cubicBezTo>
                  <a:pt x="10168261" y="918224"/>
                  <a:pt x="10189274" y="921485"/>
                  <a:pt x="10204481" y="913630"/>
                </a:cubicBezTo>
                <a:cubicBezTo>
                  <a:pt x="10206060" y="913685"/>
                  <a:pt x="10207637" y="913712"/>
                  <a:pt x="10209277" y="913712"/>
                </a:cubicBezTo>
                <a:cubicBezTo>
                  <a:pt x="10213694" y="913712"/>
                  <a:pt x="10218048" y="913522"/>
                  <a:pt x="10222529" y="913332"/>
                </a:cubicBezTo>
                <a:cubicBezTo>
                  <a:pt x="10226945" y="913141"/>
                  <a:pt x="10231362" y="912951"/>
                  <a:pt x="10235716" y="912951"/>
                </a:cubicBezTo>
                <a:cubicBezTo>
                  <a:pt x="10244109" y="912951"/>
                  <a:pt x="10252375" y="913630"/>
                  <a:pt x="10260516" y="916240"/>
                </a:cubicBezTo>
                <a:cubicBezTo>
                  <a:pt x="10266952" y="918333"/>
                  <a:pt x="10276291" y="918849"/>
                  <a:pt x="10284431" y="919012"/>
                </a:cubicBezTo>
                <a:cubicBezTo>
                  <a:pt x="10291246" y="919148"/>
                  <a:pt x="10298061" y="919175"/>
                  <a:pt x="10304939" y="919175"/>
                </a:cubicBezTo>
                <a:cubicBezTo>
                  <a:pt x="10309419" y="919175"/>
                  <a:pt x="10313963" y="919175"/>
                  <a:pt x="10318443" y="919148"/>
                </a:cubicBezTo>
                <a:cubicBezTo>
                  <a:pt x="10322924" y="919148"/>
                  <a:pt x="10327403" y="919121"/>
                  <a:pt x="10331947" y="919121"/>
                </a:cubicBezTo>
                <a:cubicBezTo>
                  <a:pt x="10335354" y="919121"/>
                  <a:pt x="10338825" y="919121"/>
                  <a:pt x="10342232" y="919148"/>
                </a:cubicBezTo>
                <a:cubicBezTo>
                  <a:pt x="10342611" y="919148"/>
                  <a:pt x="10342989" y="919148"/>
                  <a:pt x="10343368" y="919148"/>
                </a:cubicBezTo>
                <a:cubicBezTo>
                  <a:pt x="10356431" y="919148"/>
                  <a:pt x="10368924" y="917409"/>
                  <a:pt x="10381482" y="915642"/>
                </a:cubicBezTo>
                <a:cubicBezTo>
                  <a:pt x="10393976" y="913902"/>
                  <a:pt x="10406470" y="912136"/>
                  <a:pt x="10419533" y="912136"/>
                </a:cubicBezTo>
                <a:cubicBezTo>
                  <a:pt x="10422751" y="912136"/>
                  <a:pt x="10425968" y="912244"/>
                  <a:pt x="10429250" y="912462"/>
                </a:cubicBezTo>
                <a:lnTo>
                  <a:pt x="10434550" y="911021"/>
                </a:lnTo>
                <a:lnTo>
                  <a:pt x="10436380" y="909146"/>
                </a:lnTo>
                <a:lnTo>
                  <a:pt x="10431837" y="907080"/>
                </a:lnTo>
                <a:cubicBezTo>
                  <a:pt x="10426473" y="906346"/>
                  <a:pt x="10417135" y="906455"/>
                  <a:pt x="10418775" y="903275"/>
                </a:cubicBezTo>
                <a:cubicBezTo>
                  <a:pt x="10420163" y="900557"/>
                  <a:pt x="10425526" y="896453"/>
                  <a:pt x="10432027" y="896453"/>
                </a:cubicBezTo>
                <a:cubicBezTo>
                  <a:pt x="10433289" y="896453"/>
                  <a:pt x="10434550" y="896588"/>
                  <a:pt x="10435813" y="896915"/>
                </a:cubicBezTo>
                <a:cubicBezTo>
                  <a:pt x="10440356" y="898056"/>
                  <a:pt x="10443827" y="898872"/>
                  <a:pt x="10447045" y="898872"/>
                </a:cubicBezTo>
                <a:cubicBezTo>
                  <a:pt x="10450136" y="898872"/>
                  <a:pt x="10453039" y="898138"/>
                  <a:pt x="10456699" y="896289"/>
                </a:cubicBezTo>
                <a:cubicBezTo>
                  <a:pt x="10460801" y="894197"/>
                  <a:pt x="10464335" y="890283"/>
                  <a:pt x="10470771" y="890283"/>
                </a:cubicBezTo>
                <a:cubicBezTo>
                  <a:pt x="10472095" y="890283"/>
                  <a:pt x="10473484" y="890446"/>
                  <a:pt x="10475062" y="890799"/>
                </a:cubicBezTo>
                <a:cubicBezTo>
                  <a:pt x="10478469" y="891588"/>
                  <a:pt x="10478154" y="896235"/>
                  <a:pt x="10479289" y="899143"/>
                </a:cubicBezTo>
                <a:lnTo>
                  <a:pt x="10479289" y="902133"/>
                </a:lnTo>
                <a:cubicBezTo>
                  <a:pt x="10479289" y="902133"/>
                  <a:pt x="10487177" y="904743"/>
                  <a:pt x="10487177" y="904743"/>
                </a:cubicBezTo>
                <a:cubicBezTo>
                  <a:pt x="10493109" y="902976"/>
                  <a:pt x="10499482" y="900829"/>
                  <a:pt x="10505666" y="900829"/>
                </a:cubicBezTo>
                <a:cubicBezTo>
                  <a:pt x="10509074" y="900829"/>
                  <a:pt x="10512418" y="901481"/>
                  <a:pt x="10515509" y="903221"/>
                </a:cubicBezTo>
                <a:cubicBezTo>
                  <a:pt x="10517970" y="904579"/>
                  <a:pt x="10520179" y="905069"/>
                  <a:pt x="10522262" y="905069"/>
                </a:cubicBezTo>
                <a:cubicBezTo>
                  <a:pt x="10524975" y="905069"/>
                  <a:pt x="10527436" y="904253"/>
                  <a:pt x="10529834" y="903438"/>
                </a:cubicBezTo>
                <a:cubicBezTo>
                  <a:pt x="10532232" y="902623"/>
                  <a:pt x="10534566" y="901807"/>
                  <a:pt x="10537028" y="901807"/>
                </a:cubicBezTo>
                <a:cubicBezTo>
                  <a:pt x="10538416" y="901807"/>
                  <a:pt x="10539805" y="902079"/>
                  <a:pt x="10541318" y="902758"/>
                </a:cubicBezTo>
                <a:cubicBezTo>
                  <a:pt x="10544285" y="904145"/>
                  <a:pt x="10546871" y="904688"/>
                  <a:pt x="10549143" y="904688"/>
                </a:cubicBezTo>
                <a:cubicBezTo>
                  <a:pt x="10553812" y="904688"/>
                  <a:pt x="10557472" y="902514"/>
                  <a:pt x="10561511" y="900720"/>
                </a:cubicBezTo>
                <a:cubicBezTo>
                  <a:pt x="10570408" y="896752"/>
                  <a:pt x="10568516" y="891425"/>
                  <a:pt x="10570598" y="886505"/>
                </a:cubicBezTo>
                <a:cubicBezTo>
                  <a:pt x="10571670" y="883950"/>
                  <a:pt x="10576592" y="882618"/>
                  <a:pt x="10581893" y="882618"/>
                </a:cubicBezTo>
                <a:cubicBezTo>
                  <a:pt x="10583155" y="882618"/>
                  <a:pt x="10584418" y="882700"/>
                  <a:pt x="10585615" y="882836"/>
                </a:cubicBezTo>
                <a:cubicBezTo>
                  <a:pt x="10588960" y="883243"/>
                  <a:pt x="10592684" y="884983"/>
                  <a:pt x="10594071" y="886559"/>
                </a:cubicBezTo>
                <a:cubicBezTo>
                  <a:pt x="10595650" y="888326"/>
                  <a:pt x="10594576" y="890609"/>
                  <a:pt x="10594892" y="892675"/>
                </a:cubicBezTo>
                <a:cubicBezTo>
                  <a:pt x="10595838" y="899198"/>
                  <a:pt x="10596658" y="898437"/>
                  <a:pt x="10618555" y="903356"/>
                </a:cubicBezTo>
                <a:cubicBezTo>
                  <a:pt x="10626569" y="905150"/>
                  <a:pt x="10634079" y="906917"/>
                  <a:pt x="10641587" y="906917"/>
                </a:cubicBezTo>
                <a:cubicBezTo>
                  <a:pt x="10645689" y="906917"/>
                  <a:pt x="10649791" y="906401"/>
                  <a:pt x="10654018" y="905069"/>
                </a:cubicBezTo>
                <a:cubicBezTo>
                  <a:pt x="10664619" y="901753"/>
                  <a:pt x="10675032" y="899932"/>
                  <a:pt x="10685443" y="899932"/>
                </a:cubicBezTo>
                <a:cubicBezTo>
                  <a:pt x="10694656" y="899932"/>
                  <a:pt x="10703869" y="901345"/>
                  <a:pt x="10713271" y="904362"/>
                </a:cubicBezTo>
                <a:cubicBezTo>
                  <a:pt x="10722042" y="903547"/>
                  <a:pt x="10730940" y="901508"/>
                  <a:pt x="10739648" y="901508"/>
                </a:cubicBezTo>
                <a:cubicBezTo>
                  <a:pt x="10746021" y="901508"/>
                  <a:pt x="10752331" y="902596"/>
                  <a:pt x="10758263" y="906102"/>
                </a:cubicBezTo>
                <a:lnTo>
                  <a:pt x="10769810" y="905096"/>
                </a:lnTo>
                <a:cubicBezTo>
                  <a:pt x="10777887" y="901291"/>
                  <a:pt x="10787227" y="900665"/>
                  <a:pt x="10797007" y="900665"/>
                </a:cubicBezTo>
                <a:cubicBezTo>
                  <a:pt x="10799847" y="900665"/>
                  <a:pt x="10802749" y="900720"/>
                  <a:pt x="10805715" y="900747"/>
                </a:cubicBezTo>
                <a:cubicBezTo>
                  <a:pt x="10812152" y="900829"/>
                  <a:pt x="10818587" y="900856"/>
                  <a:pt x="10824962" y="900856"/>
                </a:cubicBezTo>
                <a:cubicBezTo>
                  <a:pt x="10828937" y="900856"/>
                  <a:pt x="10832912" y="900856"/>
                  <a:pt x="10836887" y="900856"/>
                </a:cubicBezTo>
                <a:cubicBezTo>
                  <a:pt x="10840736" y="900856"/>
                  <a:pt x="10844522" y="900856"/>
                  <a:pt x="10848371" y="900856"/>
                </a:cubicBezTo>
                <a:cubicBezTo>
                  <a:pt x="10851275" y="900856"/>
                  <a:pt x="10854178" y="900856"/>
                  <a:pt x="10857143" y="900856"/>
                </a:cubicBezTo>
                <a:cubicBezTo>
                  <a:pt x="10857270" y="900856"/>
                  <a:pt x="10857459" y="900856"/>
                  <a:pt x="10857585" y="900856"/>
                </a:cubicBezTo>
                <a:cubicBezTo>
                  <a:pt x="10869574" y="900856"/>
                  <a:pt x="10877209" y="898627"/>
                  <a:pt x="10879102" y="892376"/>
                </a:cubicBezTo>
                <a:cubicBezTo>
                  <a:pt x="10879670" y="890582"/>
                  <a:pt x="10881626" y="889712"/>
                  <a:pt x="10884088" y="889712"/>
                </a:cubicBezTo>
                <a:cubicBezTo>
                  <a:pt x="10885286" y="889712"/>
                  <a:pt x="10886548" y="889930"/>
                  <a:pt x="10887811" y="890337"/>
                </a:cubicBezTo>
                <a:cubicBezTo>
                  <a:pt x="10891534" y="891560"/>
                  <a:pt x="10895068" y="892946"/>
                  <a:pt x="10898033" y="892946"/>
                </a:cubicBezTo>
                <a:cubicBezTo>
                  <a:pt x="10900746" y="892946"/>
                  <a:pt x="10902955" y="891778"/>
                  <a:pt x="10904280" y="888217"/>
                </a:cubicBezTo>
                <a:cubicBezTo>
                  <a:pt x="10906867" y="881449"/>
                  <a:pt x="10919740" y="876448"/>
                  <a:pt x="10918352" y="868485"/>
                </a:cubicBezTo>
                <a:cubicBezTo>
                  <a:pt x="10917847" y="865550"/>
                  <a:pt x="10922832" y="863810"/>
                  <a:pt x="10929142" y="863810"/>
                </a:cubicBezTo>
                <a:cubicBezTo>
                  <a:pt x="10931792" y="863810"/>
                  <a:pt x="10934695" y="864136"/>
                  <a:pt x="10937535" y="864788"/>
                </a:cubicBezTo>
                <a:cubicBezTo>
                  <a:pt x="10943403" y="866202"/>
                  <a:pt x="10949271" y="869681"/>
                  <a:pt x="10955203" y="869681"/>
                </a:cubicBezTo>
                <a:cubicBezTo>
                  <a:pt x="10956655" y="869681"/>
                  <a:pt x="10958106" y="869464"/>
                  <a:pt x="10959621" y="868947"/>
                </a:cubicBezTo>
                <a:cubicBezTo>
                  <a:pt x="10972367" y="864462"/>
                  <a:pt x="10987006" y="864245"/>
                  <a:pt x="11000700" y="862098"/>
                </a:cubicBezTo>
                <a:lnTo>
                  <a:pt x="11004739" y="860168"/>
                </a:lnTo>
                <a:cubicBezTo>
                  <a:pt x="11001142" y="859190"/>
                  <a:pt x="10997481" y="858238"/>
                  <a:pt x="10993884" y="857205"/>
                </a:cubicBezTo>
                <a:cubicBezTo>
                  <a:pt x="10990604" y="856254"/>
                  <a:pt x="10984672" y="855222"/>
                  <a:pt x="10984672" y="854188"/>
                </a:cubicBezTo>
                <a:cubicBezTo>
                  <a:pt x="10984608" y="850546"/>
                  <a:pt x="11001267" y="845491"/>
                  <a:pt x="11010543" y="845491"/>
                </a:cubicBezTo>
                <a:cubicBezTo>
                  <a:pt x="11012120" y="845491"/>
                  <a:pt x="11013447" y="845627"/>
                  <a:pt x="11014456" y="845953"/>
                </a:cubicBezTo>
                <a:cubicBezTo>
                  <a:pt x="11022912" y="848535"/>
                  <a:pt x="11030673" y="851606"/>
                  <a:pt x="11033070" y="856634"/>
                </a:cubicBezTo>
                <a:cubicBezTo>
                  <a:pt x="11040011" y="854977"/>
                  <a:pt x="11046764" y="852857"/>
                  <a:pt x="11054084" y="851933"/>
                </a:cubicBezTo>
                <a:cubicBezTo>
                  <a:pt x="11055725" y="851715"/>
                  <a:pt x="11057365" y="851634"/>
                  <a:pt x="11058879" y="851634"/>
                </a:cubicBezTo>
                <a:cubicBezTo>
                  <a:pt x="11065001" y="851634"/>
                  <a:pt x="11069859" y="853291"/>
                  <a:pt x="11071563" y="856906"/>
                </a:cubicBezTo>
                <a:cubicBezTo>
                  <a:pt x="11089926" y="853020"/>
                  <a:pt x="11103808" y="843507"/>
                  <a:pt x="11125325" y="843507"/>
                </a:cubicBezTo>
                <a:cubicBezTo>
                  <a:pt x="11129238" y="843507"/>
                  <a:pt x="11133466" y="843833"/>
                  <a:pt x="11137946" y="844567"/>
                </a:cubicBezTo>
                <a:cubicBezTo>
                  <a:pt x="11154037" y="835734"/>
                  <a:pt x="11178520" y="840870"/>
                  <a:pt x="11197136" y="836359"/>
                </a:cubicBezTo>
                <a:cubicBezTo>
                  <a:pt x="11217707" y="831385"/>
                  <a:pt x="11238151" y="826275"/>
                  <a:pt x="11258596" y="821193"/>
                </a:cubicBezTo>
                <a:cubicBezTo>
                  <a:pt x="11265980" y="819371"/>
                  <a:pt x="11273487" y="817605"/>
                  <a:pt x="11280555" y="815512"/>
                </a:cubicBezTo>
                <a:cubicBezTo>
                  <a:pt x="11282197" y="815022"/>
                  <a:pt x="11283837" y="814724"/>
                  <a:pt x="11285414" y="814724"/>
                </a:cubicBezTo>
                <a:cubicBezTo>
                  <a:pt x="11287434" y="814724"/>
                  <a:pt x="11289263" y="815240"/>
                  <a:pt x="11290526" y="816626"/>
                </a:cubicBezTo>
                <a:cubicBezTo>
                  <a:pt x="11301442" y="828476"/>
                  <a:pt x="11339115" y="822524"/>
                  <a:pt x="11347443" y="836766"/>
                </a:cubicBezTo>
                <a:cubicBezTo>
                  <a:pt x="11348327" y="838288"/>
                  <a:pt x="11354259" y="839049"/>
                  <a:pt x="11360380" y="839049"/>
                </a:cubicBezTo>
                <a:cubicBezTo>
                  <a:pt x="11367258" y="839049"/>
                  <a:pt x="11374514" y="838125"/>
                  <a:pt x="11375587" y="836331"/>
                </a:cubicBezTo>
                <a:cubicBezTo>
                  <a:pt x="11381456" y="826248"/>
                  <a:pt x="11398493" y="826682"/>
                  <a:pt x="11413638" y="824427"/>
                </a:cubicBezTo>
                <a:cubicBezTo>
                  <a:pt x="11416161" y="824046"/>
                  <a:pt x="11415846" y="819317"/>
                  <a:pt x="11416792" y="816626"/>
                </a:cubicBezTo>
                <a:cubicBezTo>
                  <a:pt x="11396284" y="814914"/>
                  <a:pt x="11392498" y="800291"/>
                  <a:pt x="11369340" y="800291"/>
                </a:cubicBezTo>
                <a:cubicBezTo>
                  <a:pt x="11367320" y="800291"/>
                  <a:pt x="11365176" y="800400"/>
                  <a:pt x="11362840" y="800644"/>
                </a:cubicBezTo>
                <a:cubicBezTo>
                  <a:pt x="11362336" y="800699"/>
                  <a:pt x="11361831" y="800726"/>
                  <a:pt x="11361389" y="800726"/>
                </a:cubicBezTo>
                <a:lnTo>
                  <a:pt x="11361291" y="800520"/>
                </a:lnTo>
                <a:lnTo>
                  <a:pt x="11373526" y="800089"/>
                </a:lnTo>
                <a:lnTo>
                  <a:pt x="11373566" y="799730"/>
                </a:lnTo>
                <a:lnTo>
                  <a:pt x="11372609" y="799692"/>
                </a:lnTo>
                <a:lnTo>
                  <a:pt x="11373618" y="799260"/>
                </a:lnTo>
                <a:lnTo>
                  <a:pt x="11374584" y="790558"/>
                </a:lnTo>
                <a:cubicBezTo>
                  <a:pt x="11379028" y="787471"/>
                  <a:pt x="11388266" y="790135"/>
                  <a:pt x="11386200" y="793871"/>
                </a:cubicBezTo>
                <a:lnTo>
                  <a:pt x="11373618" y="799260"/>
                </a:lnTo>
                <a:lnTo>
                  <a:pt x="11373566" y="799730"/>
                </a:lnTo>
                <a:lnTo>
                  <a:pt x="11444670" y="802495"/>
                </a:lnTo>
                <a:cubicBezTo>
                  <a:pt x="11481578" y="802865"/>
                  <a:pt x="11527941" y="802762"/>
                  <a:pt x="11573457" y="802461"/>
                </a:cubicBezTo>
                <a:lnTo>
                  <a:pt x="11667014" y="801533"/>
                </a:lnTo>
                <a:lnTo>
                  <a:pt x="11681378" y="808010"/>
                </a:lnTo>
                <a:cubicBezTo>
                  <a:pt x="11681883" y="808010"/>
                  <a:pt x="11682451" y="808010"/>
                  <a:pt x="11682956" y="808010"/>
                </a:cubicBezTo>
                <a:cubicBezTo>
                  <a:pt x="11694188" y="808010"/>
                  <a:pt x="11702579" y="805346"/>
                  <a:pt x="11708702" y="801351"/>
                </a:cubicBezTo>
                <a:lnTo>
                  <a:pt x="11709026" y="801074"/>
                </a:lnTo>
                <a:lnTo>
                  <a:pt x="11737810" y="800687"/>
                </a:lnTo>
                <a:cubicBezTo>
                  <a:pt x="11747711" y="800547"/>
                  <a:pt x="11753539" y="800460"/>
                  <a:pt x="11754004" y="800460"/>
                </a:cubicBezTo>
                <a:lnTo>
                  <a:pt x="11759345" y="798388"/>
                </a:lnTo>
                <a:lnTo>
                  <a:pt x="11765366" y="800644"/>
                </a:lnTo>
                <a:cubicBezTo>
                  <a:pt x="11766755" y="800862"/>
                  <a:pt x="11768080" y="800970"/>
                  <a:pt x="11769342" y="800970"/>
                </a:cubicBezTo>
                <a:cubicBezTo>
                  <a:pt x="11774705" y="800970"/>
                  <a:pt x="11778617" y="799068"/>
                  <a:pt x="11779186" y="796595"/>
                </a:cubicBezTo>
                <a:lnTo>
                  <a:pt x="11779757" y="794813"/>
                </a:lnTo>
                <a:lnTo>
                  <a:pt x="11787065" y="797017"/>
                </a:lnTo>
                <a:cubicBezTo>
                  <a:pt x="11791259" y="798270"/>
                  <a:pt x="11795202" y="799210"/>
                  <a:pt x="11799174" y="799247"/>
                </a:cubicBezTo>
                <a:cubicBezTo>
                  <a:pt x="11851529" y="799668"/>
                  <a:pt x="11956670" y="796550"/>
                  <a:pt x="11909071" y="776433"/>
                </a:cubicBezTo>
                <a:lnTo>
                  <a:pt x="11937373" y="776433"/>
                </a:lnTo>
                <a:lnTo>
                  <a:pt x="11938391" y="776536"/>
                </a:lnTo>
                <a:lnTo>
                  <a:pt x="11939196" y="776433"/>
                </a:lnTo>
                <a:lnTo>
                  <a:pt x="11987631" y="776433"/>
                </a:lnTo>
                <a:lnTo>
                  <a:pt x="12001669" y="768886"/>
                </a:lnTo>
                <a:lnTo>
                  <a:pt x="12013057" y="773940"/>
                </a:lnTo>
                <a:cubicBezTo>
                  <a:pt x="12017442" y="775367"/>
                  <a:pt x="12021938" y="776210"/>
                  <a:pt x="12026734" y="776210"/>
                </a:cubicBezTo>
                <a:cubicBezTo>
                  <a:pt x="12033171" y="776210"/>
                  <a:pt x="12040049" y="774688"/>
                  <a:pt x="12047874" y="771046"/>
                </a:cubicBezTo>
                <a:cubicBezTo>
                  <a:pt x="12054940" y="767730"/>
                  <a:pt x="12065920" y="766099"/>
                  <a:pt x="12075701" y="764387"/>
                </a:cubicBezTo>
                <a:cubicBezTo>
                  <a:pt x="12094000" y="761153"/>
                  <a:pt x="12101825" y="755255"/>
                  <a:pt x="12102583" y="745823"/>
                </a:cubicBezTo>
                <a:cubicBezTo>
                  <a:pt x="12103087" y="739028"/>
                  <a:pt x="12097975" y="731608"/>
                  <a:pt x="12110722" y="725384"/>
                </a:cubicBezTo>
                <a:cubicBezTo>
                  <a:pt x="12115833" y="722884"/>
                  <a:pt x="12106305" y="720845"/>
                  <a:pt x="12102961" y="718780"/>
                </a:cubicBezTo>
                <a:cubicBezTo>
                  <a:pt x="12100689" y="717366"/>
                  <a:pt x="12098418" y="716795"/>
                  <a:pt x="12096019" y="716795"/>
                </a:cubicBezTo>
                <a:cubicBezTo>
                  <a:pt x="12093306" y="716795"/>
                  <a:pt x="12090530" y="717584"/>
                  <a:pt x="12087816" y="718834"/>
                </a:cubicBezTo>
                <a:cubicBezTo>
                  <a:pt x="12081379" y="721715"/>
                  <a:pt x="12076521" y="724867"/>
                  <a:pt x="12075890" y="729298"/>
                </a:cubicBezTo>
                <a:lnTo>
                  <a:pt x="12071978" y="731445"/>
                </a:lnTo>
                <a:lnTo>
                  <a:pt x="12064532" y="728238"/>
                </a:lnTo>
                <a:cubicBezTo>
                  <a:pt x="12060494" y="711522"/>
                  <a:pt x="12062008" y="710380"/>
                  <a:pt x="12093117" y="702173"/>
                </a:cubicBezTo>
                <a:cubicBezTo>
                  <a:pt x="12105989" y="698775"/>
                  <a:pt x="12118610" y="695133"/>
                  <a:pt x="12130915" y="691274"/>
                </a:cubicBezTo>
                <a:cubicBezTo>
                  <a:pt x="12134070" y="690295"/>
                  <a:pt x="12135584" y="688120"/>
                  <a:pt x="12137856" y="686490"/>
                </a:cubicBezTo>
                <a:cubicBezTo>
                  <a:pt x="12134070" y="685756"/>
                  <a:pt x="12130284" y="684533"/>
                  <a:pt x="12126435" y="684397"/>
                </a:cubicBezTo>
                <a:cubicBezTo>
                  <a:pt x="12115771" y="684043"/>
                  <a:pt x="12105043" y="684288"/>
                  <a:pt x="12094379" y="684071"/>
                </a:cubicBezTo>
                <a:cubicBezTo>
                  <a:pt x="12080181" y="683772"/>
                  <a:pt x="12080055" y="683636"/>
                  <a:pt x="12076142" y="671595"/>
                </a:cubicBezTo>
                <a:cubicBezTo>
                  <a:pt x="12072608" y="670808"/>
                  <a:pt x="12067751" y="670209"/>
                  <a:pt x="12066930" y="668986"/>
                </a:cubicBezTo>
                <a:cubicBezTo>
                  <a:pt x="12064468" y="665236"/>
                  <a:pt x="12066487" y="660315"/>
                  <a:pt x="12062196" y="657380"/>
                </a:cubicBezTo>
                <a:cubicBezTo>
                  <a:pt x="12053489" y="651482"/>
                  <a:pt x="12051280" y="647351"/>
                  <a:pt x="12065290" y="642622"/>
                </a:cubicBezTo>
                <a:cubicBezTo>
                  <a:pt x="12073808" y="639741"/>
                  <a:pt x="12080307" y="635473"/>
                  <a:pt x="12087690" y="631831"/>
                </a:cubicBezTo>
                <a:lnTo>
                  <a:pt x="12086417" y="628751"/>
                </a:lnTo>
                <a:lnTo>
                  <a:pt x="12087423" y="628366"/>
                </a:lnTo>
                <a:lnTo>
                  <a:pt x="12096243" y="622114"/>
                </a:lnTo>
                <a:lnTo>
                  <a:pt x="12102771" y="621612"/>
                </a:lnTo>
                <a:cubicBezTo>
                  <a:pt x="12110596" y="620959"/>
                  <a:pt x="12117222" y="617589"/>
                  <a:pt x="12124984" y="616393"/>
                </a:cubicBezTo>
                <a:cubicBezTo>
                  <a:pt x="12139307" y="614219"/>
                  <a:pt x="12151171" y="608593"/>
                  <a:pt x="12167072" y="608593"/>
                </a:cubicBezTo>
                <a:cubicBezTo>
                  <a:pt x="12168522" y="608593"/>
                  <a:pt x="12170038" y="608648"/>
                  <a:pt x="12171552" y="608729"/>
                </a:cubicBezTo>
                <a:lnTo>
                  <a:pt x="12176411" y="606854"/>
                </a:lnTo>
                <a:lnTo>
                  <a:pt x="12168460" y="603565"/>
                </a:lnTo>
                <a:cubicBezTo>
                  <a:pt x="12140885" y="603266"/>
                  <a:pt x="12113309" y="603375"/>
                  <a:pt x="12085734" y="603076"/>
                </a:cubicBezTo>
                <a:lnTo>
                  <a:pt x="12080559" y="599461"/>
                </a:lnTo>
                <a:lnTo>
                  <a:pt x="12098039" y="588803"/>
                </a:lnTo>
                <a:lnTo>
                  <a:pt x="12098445" y="588752"/>
                </a:lnTo>
                <a:cubicBezTo>
                  <a:pt x="12098445" y="588752"/>
                  <a:pt x="12097959" y="589148"/>
                  <a:pt x="12097959" y="589148"/>
                </a:cubicBezTo>
                <a:lnTo>
                  <a:pt x="12104982" y="589148"/>
                </a:lnTo>
                <a:lnTo>
                  <a:pt x="12104497" y="588752"/>
                </a:lnTo>
                <a:lnTo>
                  <a:pt x="12149126" y="584124"/>
                </a:lnTo>
                <a:lnTo>
                  <a:pt x="12128486" y="581749"/>
                </a:lnTo>
                <a:lnTo>
                  <a:pt x="12125730" y="579225"/>
                </a:lnTo>
                <a:lnTo>
                  <a:pt x="12127774" y="578735"/>
                </a:lnTo>
                <a:lnTo>
                  <a:pt x="12133375" y="578858"/>
                </a:lnTo>
                <a:cubicBezTo>
                  <a:pt x="12137666" y="578858"/>
                  <a:pt x="12142084" y="578614"/>
                  <a:pt x="12145869" y="577907"/>
                </a:cubicBezTo>
                <a:lnTo>
                  <a:pt x="12145603" y="574460"/>
                </a:lnTo>
                <a:lnTo>
                  <a:pt x="12147504" y="574005"/>
                </a:lnTo>
                <a:lnTo>
                  <a:pt x="12145513" y="573289"/>
                </a:lnTo>
                <a:lnTo>
                  <a:pt x="12145365" y="571384"/>
                </a:lnTo>
                <a:cubicBezTo>
                  <a:pt x="12143661" y="569699"/>
                  <a:pt x="12142210" y="567932"/>
                  <a:pt x="12140633" y="566193"/>
                </a:cubicBezTo>
                <a:cubicBezTo>
                  <a:pt x="12134385" y="564317"/>
                  <a:pt x="12128264" y="561518"/>
                  <a:pt x="12121702" y="561219"/>
                </a:cubicBezTo>
                <a:cubicBezTo>
                  <a:pt x="12102898" y="560349"/>
                  <a:pt x="12101825" y="554479"/>
                  <a:pt x="12101762" y="547901"/>
                </a:cubicBezTo>
                <a:cubicBezTo>
                  <a:pt x="12099868" y="547765"/>
                  <a:pt x="12098038" y="547711"/>
                  <a:pt x="12096335" y="547711"/>
                </a:cubicBezTo>
                <a:lnTo>
                  <a:pt x="12091824" y="548388"/>
                </a:lnTo>
                <a:lnTo>
                  <a:pt x="12097702" y="545262"/>
                </a:lnTo>
                <a:cubicBezTo>
                  <a:pt x="12110306" y="541245"/>
                  <a:pt x="12124002" y="543773"/>
                  <a:pt x="12136968" y="545425"/>
                </a:cubicBezTo>
                <a:cubicBezTo>
                  <a:pt x="12150909" y="539710"/>
                  <a:pt x="12156852" y="529416"/>
                  <a:pt x="12176410" y="529590"/>
                </a:cubicBezTo>
                <a:cubicBezTo>
                  <a:pt x="12175303" y="529404"/>
                  <a:pt x="12147774" y="525049"/>
                  <a:pt x="12120281" y="520614"/>
                </a:cubicBezTo>
                <a:lnTo>
                  <a:pt x="12117313" y="520128"/>
                </a:lnTo>
                <a:lnTo>
                  <a:pt x="12125084" y="518687"/>
                </a:lnTo>
                <a:cubicBezTo>
                  <a:pt x="12130109" y="516203"/>
                  <a:pt x="12133075" y="512595"/>
                  <a:pt x="12133453" y="508097"/>
                </a:cubicBezTo>
                <a:cubicBezTo>
                  <a:pt x="12134337" y="497579"/>
                  <a:pt x="12134527" y="495948"/>
                  <a:pt x="12116290" y="495540"/>
                </a:cubicBezTo>
                <a:cubicBezTo>
                  <a:pt x="12101082" y="495187"/>
                  <a:pt x="12092122" y="488718"/>
                  <a:pt x="12077545" y="488718"/>
                </a:cubicBezTo>
                <a:cubicBezTo>
                  <a:pt x="12076599" y="488718"/>
                  <a:pt x="12075653" y="488745"/>
                  <a:pt x="12074706" y="488799"/>
                </a:cubicBezTo>
                <a:lnTo>
                  <a:pt x="12064530" y="489067"/>
                </a:lnTo>
                <a:lnTo>
                  <a:pt x="12081048" y="484209"/>
                </a:lnTo>
                <a:cubicBezTo>
                  <a:pt x="12076509" y="466963"/>
                  <a:pt x="12054087" y="480547"/>
                  <a:pt x="12041336" y="461519"/>
                </a:cubicBezTo>
                <a:cubicBezTo>
                  <a:pt x="12063543" y="461927"/>
                  <a:pt x="12081616" y="456114"/>
                  <a:pt x="12101163" y="454351"/>
                </a:cubicBezTo>
                <a:lnTo>
                  <a:pt x="12120700" y="454320"/>
                </a:lnTo>
                <a:lnTo>
                  <a:pt x="12117464" y="444545"/>
                </a:lnTo>
                <a:lnTo>
                  <a:pt x="12097743" y="440982"/>
                </a:lnTo>
                <a:cubicBezTo>
                  <a:pt x="12093384" y="433047"/>
                  <a:pt x="12093493" y="426779"/>
                  <a:pt x="12098066" y="422177"/>
                </a:cubicBezTo>
                <a:lnTo>
                  <a:pt x="12098878" y="422548"/>
                </a:lnTo>
                <a:lnTo>
                  <a:pt x="12094106" y="419412"/>
                </a:lnTo>
                <a:lnTo>
                  <a:pt x="12093312" y="419479"/>
                </a:lnTo>
                <a:lnTo>
                  <a:pt x="12092394" y="418960"/>
                </a:lnTo>
                <a:lnTo>
                  <a:pt x="12093908" y="419282"/>
                </a:lnTo>
                <a:lnTo>
                  <a:pt x="12094106" y="419412"/>
                </a:lnTo>
                <a:lnTo>
                  <a:pt x="12098243" y="419061"/>
                </a:lnTo>
                <a:lnTo>
                  <a:pt x="12095745" y="411562"/>
                </a:lnTo>
                <a:cubicBezTo>
                  <a:pt x="12087423" y="407330"/>
                  <a:pt x="12077968" y="403421"/>
                  <a:pt x="12064407" y="405029"/>
                </a:cubicBezTo>
                <a:cubicBezTo>
                  <a:pt x="12049143" y="406823"/>
                  <a:pt x="12034178" y="406180"/>
                  <a:pt x="12019265" y="405045"/>
                </a:cubicBezTo>
                <a:lnTo>
                  <a:pt x="11992611" y="403299"/>
                </a:lnTo>
                <a:lnTo>
                  <a:pt x="11996964" y="402368"/>
                </a:lnTo>
                <a:cubicBezTo>
                  <a:pt x="12007313" y="402341"/>
                  <a:pt x="12017662" y="401797"/>
                  <a:pt x="12028011" y="401797"/>
                </a:cubicBezTo>
                <a:cubicBezTo>
                  <a:pt x="12030471" y="401797"/>
                  <a:pt x="12032932" y="401825"/>
                  <a:pt x="12035393" y="401906"/>
                </a:cubicBezTo>
                <a:cubicBezTo>
                  <a:pt x="12036339" y="401960"/>
                  <a:pt x="12037223" y="401960"/>
                  <a:pt x="12038106" y="401960"/>
                </a:cubicBezTo>
                <a:cubicBezTo>
                  <a:pt x="12048708" y="401960"/>
                  <a:pt x="12056848" y="399922"/>
                  <a:pt x="12063284" y="396062"/>
                </a:cubicBezTo>
                <a:cubicBezTo>
                  <a:pt x="12070793" y="391605"/>
                  <a:pt x="12078492" y="389757"/>
                  <a:pt x="12087200" y="389757"/>
                </a:cubicBezTo>
                <a:cubicBezTo>
                  <a:pt x="12093636" y="389757"/>
                  <a:pt x="12100640" y="390762"/>
                  <a:pt x="12108402" y="392502"/>
                </a:cubicBezTo>
                <a:cubicBezTo>
                  <a:pt x="12123168" y="395763"/>
                  <a:pt x="12136166" y="402069"/>
                  <a:pt x="12153709" y="402069"/>
                </a:cubicBezTo>
                <a:cubicBezTo>
                  <a:pt x="12155413" y="402069"/>
                  <a:pt x="12157242" y="402015"/>
                  <a:pt x="12159136" y="401879"/>
                </a:cubicBezTo>
                <a:cubicBezTo>
                  <a:pt x="12159198" y="395301"/>
                  <a:pt x="12160271" y="389431"/>
                  <a:pt x="12179076" y="388561"/>
                </a:cubicBezTo>
                <a:cubicBezTo>
                  <a:pt x="12185638" y="388262"/>
                  <a:pt x="12191759" y="385462"/>
                  <a:pt x="12198007" y="383587"/>
                </a:cubicBezTo>
                <a:cubicBezTo>
                  <a:pt x="12199584" y="381847"/>
                  <a:pt x="12201035" y="380081"/>
                  <a:pt x="12202739" y="378395"/>
                </a:cubicBezTo>
                <a:cubicBezTo>
                  <a:pt x="12204947" y="376194"/>
                  <a:pt x="12213592" y="373829"/>
                  <a:pt x="12203243" y="371872"/>
                </a:cubicBezTo>
                <a:cubicBezTo>
                  <a:pt x="12199458" y="371166"/>
                  <a:pt x="12195040" y="370921"/>
                  <a:pt x="12190749" y="370921"/>
                </a:cubicBezTo>
                <a:cubicBezTo>
                  <a:pt x="12188667" y="370921"/>
                  <a:pt x="12186585" y="370975"/>
                  <a:pt x="12184566" y="371057"/>
                </a:cubicBezTo>
                <a:cubicBezTo>
                  <a:pt x="12182861" y="371139"/>
                  <a:pt x="12181222" y="371166"/>
                  <a:pt x="12179644" y="371166"/>
                </a:cubicBezTo>
                <a:cubicBezTo>
                  <a:pt x="12168160" y="371166"/>
                  <a:pt x="12161091" y="368937"/>
                  <a:pt x="12157369" y="362169"/>
                </a:cubicBezTo>
                <a:cubicBezTo>
                  <a:pt x="12154972" y="357739"/>
                  <a:pt x="12144244" y="354396"/>
                  <a:pt x="12137933" y="350319"/>
                </a:cubicBezTo>
                <a:lnTo>
                  <a:pt x="12143109" y="346704"/>
                </a:lnTo>
                <a:cubicBezTo>
                  <a:pt x="12170683" y="346405"/>
                  <a:pt x="12198259" y="346514"/>
                  <a:pt x="12225834" y="346215"/>
                </a:cubicBezTo>
                <a:lnTo>
                  <a:pt x="12233785" y="342926"/>
                </a:lnTo>
                <a:lnTo>
                  <a:pt x="12228926" y="341051"/>
                </a:lnTo>
                <a:cubicBezTo>
                  <a:pt x="12227412" y="341132"/>
                  <a:pt x="12225896" y="341187"/>
                  <a:pt x="12224446" y="341187"/>
                </a:cubicBezTo>
                <a:cubicBezTo>
                  <a:pt x="12208545" y="341187"/>
                  <a:pt x="12196681" y="335561"/>
                  <a:pt x="12182357" y="333386"/>
                </a:cubicBezTo>
                <a:cubicBezTo>
                  <a:pt x="12174596" y="332190"/>
                  <a:pt x="12167970" y="328820"/>
                  <a:pt x="12160145" y="328168"/>
                </a:cubicBezTo>
                <a:cubicBezTo>
                  <a:pt x="12146831" y="327053"/>
                  <a:pt x="12128595" y="328847"/>
                  <a:pt x="12145064" y="317948"/>
                </a:cubicBezTo>
                <a:cubicBezTo>
                  <a:pt x="12137682" y="314306"/>
                  <a:pt x="12131182" y="310039"/>
                  <a:pt x="12122663" y="307158"/>
                </a:cubicBezTo>
                <a:cubicBezTo>
                  <a:pt x="12108654" y="302429"/>
                  <a:pt x="12110863" y="298297"/>
                  <a:pt x="12119570" y="292400"/>
                </a:cubicBezTo>
                <a:cubicBezTo>
                  <a:pt x="12123861" y="289464"/>
                  <a:pt x="12121842" y="284544"/>
                  <a:pt x="12124304" y="280794"/>
                </a:cubicBezTo>
                <a:cubicBezTo>
                  <a:pt x="12125125" y="279570"/>
                  <a:pt x="12129982" y="278972"/>
                  <a:pt x="12133516" y="278184"/>
                </a:cubicBezTo>
                <a:cubicBezTo>
                  <a:pt x="12137429" y="266143"/>
                  <a:pt x="12137555" y="266008"/>
                  <a:pt x="12151753" y="265709"/>
                </a:cubicBezTo>
                <a:cubicBezTo>
                  <a:pt x="12162417" y="265491"/>
                  <a:pt x="12173145" y="265736"/>
                  <a:pt x="12183808" y="265383"/>
                </a:cubicBezTo>
                <a:cubicBezTo>
                  <a:pt x="12187658" y="265247"/>
                  <a:pt x="12191444" y="264024"/>
                  <a:pt x="12195230" y="263290"/>
                </a:cubicBezTo>
                <a:cubicBezTo>
                  <a:pt x="12192958" y="261659"/>
                  <a:pt x="12191444" y="259485"/>
                  <a:pt x="12188289" y="258506"/>
                </a:cubicBezTo>
                <a:cubicBezTo>
                  <a:pt x="12175984" y="254646"/>
                  <a:pt x="12163363" y="251005"/>
                  <a:pt x="12150491" y="247607"/>
                </a:cubicBezTo>
                <a:cubicBezTo>
                  <a:pt x="12119382" y="239399"/>
                  <a:pt x="12117868" y="238258"/>
                  <a:pt x="12121906" y="221542"/>
                </a:cubicBezTo>
                <a:lnTo>
                  <a:pt x="12129352" y="218335"/>
                </a:lnTo>
                <a:lnTo>
                  <a:pt x="12133264" y="220482"/>
                </a:lnTo>
                <a:cubicBezTo>
                  <a:pt x="12133895" y="224912"/>
                  <a:pt x="12138753" y="228065"/>
                  <a:pt x="12145190" y="230946"/>
                </a:cubicBezTo>
                <a:cubicBezTo>
                  <a:pt x="12147904" y="232196"/>
                  <a:pt x="12150680" y="232984"/>
                  <a:pt x="12153393" y="232984"/>
                </a:cubicBezTo>
                <a:cubicBezTo>
                  <a:pt x="12155792" y="232984"/>
                  <a:pt x="12158063" y="232414"/>
                  <a:pt x="12160335" y="231000"/>
                </a:cubicBezTo>
                <a:cubicBezTo>
                  <a:pt x="12163679" y="228935"/>
                  <a:pt x="12173207" y="226896"/>
                  <a:pt x="12168096" y="224396"/>
                </a:cubicBezTo>
                <a:cubicBezTo>
                  <a:pt x="12155349" y="218171"/>
                  <a:pt x="12160461" y="210752"/>
                  <a:pt x="12159956" y="203956"/>
                </a:cubicBezTo>
                <a:cubicBezTo>
                  <a:pt x="12159198" y="194525"/>
                  <a:pt x="12151374" y="188627"/>
                  <a:pt x="12133075" y="185392"/>
                </a:cubicBezTo>
                <a:cubicBezTo>
                  <a:pt x="12123294" y="183681"/>
                  <a:pt x="12112314" y="182050"/>
                  <a:pt x="12105248" y="178734"/>
                </a:cubicBezTo>
                <a:cubicBezTo>
                  <a:pt x="12097423" y="175092"/>
                  <a:pt x="12090544" y="173569"/>
                  <a:pt x="12084108" y="173569"/>
                </a:cubicBezTo>
                <a:cubicBezTo>
                  <a:pt x="12079312" y="173569"/>
                  <a:pt x="12074816" y="174412"/>
                  <a:pt x="12070431" y="175839"/>
                </a:cubicBezTo>
                <a:lnTo>
                  <a:pt x="12060060" y="180441"/>
                </a:lnTo>
                <a:lnTo>
                  <a:pt x="12054573" y="179737"/>
                </a:lnTo>
                <a:lnTo>
                  <a:pt x="12060085" y="168825"/>
                </a:lnTo>
                <a:lnTo>
                  <a:pt x="12045983" y="166128"/>
                </a:lnTo>
                <a:lnTo>
                  <a:pt x="12046307" y="164767"/>
                </a:lnTo>
                <a:lnTo>
                  <a:pt x="12102552" y="166524"/>
                </a:lnTo>
                <a:cubicBezTo>
                  <a:pt x="12098283" y="152642"/>
                  <a:pt x="11981417" y="177238"/>
                  <a:pt x="11968990" y="146060"/>
                </a:cubicBezTo>
                <a:cubicBezTo>
                  <a:pt x="12015024" y="143858"/>
                  <a:pt x="11994817" y="144057"/>
                  <a:pt x="12041822" y="147545"/>
                </a:cubicBezTo>
                <a:cubicBezTo>
                  <a:pt x="12042740" y="147619"/>
                  <a:pt x="12043875" y="147025"/>
                  <a:pt x="12047171" y="146085"/>
                </a:cubicBezTo>
                <a:lnTo>
                  <a:pt x="12020966" y="143042"/>
                </a:lnTo>
                <a:lnTo>
                  <a:pt x="12023074" y="132724"/>
                </a:lnTo>
                <a:lnTo>
                  <a:pt x="11967423" y="132724"/>
                </a:lnTo>
                <a:lnTo>
                  <a:pt x="11980715" y="118967"/>
                </a:lnTo>
                <a:cubicBezTo>
                  <a:pt x="11927766" y="120550"/>
                  <a:pt x="11944568" y="113869"/>
                  <a:pt x="11823758" y="109638"/>
                </a:cubicBezTo>
                <a:cubicBezTo>
                  <a:pt x="11804631" y="108970"/>
                  <a:pt x="11790259" y="116368"/>
                  <a:pt x="11763460" y="108128"/>
                </a:cubicBezTo>
                <a:cubicBezTo>
                  <a:pt x="11713449" y="92772"/>
                  <a:pt x="11393478" y="94262"/>
                  <a:pt x="11149558" y="93274"/>
                </a:cubicBezTo>
                <a:lnTo>
                  <a:pt x="11129716" y="93120"/>
                </a:lnTo>
                <a:lnTo>
                  <a:pt x="11128937" y="92873"/>
                </a:lnTo>
                <a:lnTo>
                  <a:pt x="11128366" y="93110"/>
                </a:lnTo>
                <a:lnTo>
                  <a:pt x="11051484" y="92513"/>
                </a:lnTo>
                <a:lnTo>
                  <a:pt x="11062113" y="89612"/>
                </a:lnTo>
                <a:lnTo>
                  <a:pt x="11058074" y="87681"/>
                </a:lnTo>
                <a:cubicBezTo>
                  <a:pt x="11044380" y="85535"/>
                  <a:pt x="11029741" y="85317"/>
                  <a:pt x="11016995" y="80833"/>
                </a:cubicBezTo>
                <a:cubicBezTo>
                  <a:pt x="11015479" y="80316"/>
                  <a:pt x="11014029" y="80099"/>
                  <a:pt x="11012577" y="80099"/>
                </a:cubicBezTo>
                <a:cubicBezTo>
                  <a:pt x="11006645" y="80099"/>
                  <a:pt x="11000777" y="83578"/>
                  <a:pt x="10994909" y="84991"/>
                </a:cubicBezTo>
                <a:cubicBezTo>
                  <a:pt x="10992069" y="85643"/>
                  <a:pt x="10989166" y="85970"/>
                  <a:pt x="10986516" y="85970"/>
                </a:cubicBezTo>
                <a:cubicBezTo>
                  <a:pt x="10980206" y="85970"/>
                  <a:pt x="10975221" y="84230"/>
                  <a:pt x="10975726" y="81295"/>
                </a:cubicBezTo>
                <a:cubicBezTo>
                  <a:pt x="10977114" y="73331"/>
                  <a:pt x="10964242" y="68330"/>
                  <a:pt x="10961654" y="61562"/>
                </a:cubicBezTo>
                <a:cubicBezTo>
                  <a:pt x="10960329" y="58002"/>
                  <a:pt x="10958121" y="56833"/>
                  <a:pt x="10955407" y="56833"/>
                </a:cubicBezTo>
                <a:cubicBezTo>
                  <a:pt x="10952442" y="56833"/>
                  <a:pt x="10948908" y="58220"/>
                  <a:pt x="10945185" y="59442"/>
                </a:cubicBezTo>
                <a:cubicBezTo>
                  <a:pt x="10943922" y="59850"/>
                  <a:pt x="10942660" y="60068"/>
                  <a:pt x="10941462" y="60068"/>
                </a:cubicBezTo>
                <a:cubicBezTo>
                  <a:pt x="10939000" y="60068"/>
                  <a:pt x="10937044" y="59198"/>
                  <a:pt x="10936476" y="57404"/>
                </a:cubicBezTo>
                <a:cubicBezTo>
                  <a:pt x="10934584" y="51153"/>
                  <a:pt x="10926948" y="48923"/>
                  <a:pt x="10914959" y="48923"/>
                </a:cubicBezTo>
                <a:cubicBezTo>
                  <a:pt x="10914833" y="48923"/>
                  <a:pt x="10914644" y="48923"/>
                  <a:pt x="10914517" y="48923"/>
                </a:cubicBezTo>
                <a:cubicBezTo>
                  <a:pt x="10911552" y="48923"/>
                  <a:pt x="10908649" y="48923"/>
                  <a:pt x="10905745" y="48923"/>
                </a:cubicBezTo>
                <a:cubicBezTo>
                  <a:pt x="10901896" y="48923"/>
                  <a:pt x="10898110" y="48923"/>
                  <a:pt x="10894261" y="48923"/>
                </a:cubicBezTo>
                <a:cubicBezTo>
                  <a:pt x="10890286" y="48923"/>
                  <a:pt x="10886311" y="48923"/>
                  <a:pt x="10882336" y="48923"/>
                </a:cubicBezTo>
                <a:cubicBezTo>
                  <a:pt x="10875962" y="48923"/>
                  <a:pt x="10869526" y="48951"/>
                  <a:pt x="10863089" y="49033"/>
                </a:cubicBezTo>
                <a:cubicBezTo>
                  <a:pt x="10860123" y="49060"/>
                  <a:pt x="10857221" y="49114"/>
                  <a:pt x="10854381" y="49114"/>
                </a:cubicBezTo>
                <a:cubicBezTo>
                  <a:pt x="10844601" y="49114"/>
                  <a:pt x="10835261" y="48489"/>
                  <a:pt x="10827185" y="44684"/>
                </a:cubicBezTo>
                <a:lnTo>
                  <a:pt x="10815637" y="43678"/>
                </a:lnTo>
                <a:cubicBezTo>
                  <a:pt x="10809705" y="47184"/>
                  <a:pt x="10803395" y="48271"/>
                  <a:pt x="10797021" y="48271"/>
                </a:cubicBezTo>
                <a:cubicBezTo>
                  <a:pt x="10788314" y="48271"/>
                  <a:pt x="10779416" y="46233"/>
                  <a:pt x="10770644" y="45417"/>
                </a:cubicBezTo>
                <a:cubicBezTo>
                  <a:pt x="10761243" y="48435"/>
                  <a:pt x="10752030" y="49848"/>
                  <a:pt x="10742817" y="49848"/>
                </a:cubicBezTo>
                <a:cubicBezTo>
                  <a:pt x="10732406" y="49848"/>
                  <a:pt x="10721993" y="48027"/>
                  <a:pt x="10711393" y="44711"/>
                </a:cubicBezTo>
                <a:cubicBezTo>
                  <a:pt x="10707165" y="43379"/>
                  <a:pt x="10703063" y="42863"/>
                  <a:pt x="10698961" y="42863"/>
                </a:cubicBezTo>
                <a:cubicBezTo>
                  <a:pt x="10691453" y="42863"/>
                  <a:pt x="10683943" y="44630"/>
                  <a:pt x="10675929" y="46423"/>
                </a:cubicBezTo>
                <a:cubicBezTo>
                  <a:pt x="10654032" y="51343"/>
                  <a:pt x="10653212" y="50582"/>
                  <a:pt x="10652266" y="57105"/>
                </a:cubicBezTo>
                <a:cubicBezTo>
                  <a:pt x="10651950" y="59170"/>
                  <a:pt x="10653024" y="61454"/>
                  <a:pt x="10651445" y="63220"/>
                </a:cubicBezTo>
                <a:cubicBezTo>
                  <a:pt x="10650058" y="64797"/>
                  <a:pt x="10646334" y="66536"/>
                  <a:pt x="10642989" y="66944"/>
                </a:cubicBezTo>
                <a:cubicBezTo>
                  <a:pt x="10641792" y="67080"/>
                  <a:pt x="10640529" y="67161"/>
                  <a:pt x="10639267" y="67161"/>
                </a:cubicBezTo>
                <a:cubicBezTo>
                  <a:pt x="10633966" y="67161"/>
                  <a:pt x="10629044" y="65829"/>
                  <a:pt x="10627972" y="63275"/>
                </a:cubicBezTo>
                <a:cubicBezTo>
                  <a:pt x="10625890" y="58355"/>
                  <a:pt x="10627782" y="53028"/>
                  <a:pt x="10618885" y="49060"/>
                </a:cubicBezTo>
                <a:cubicBezTo>
                  <a:pt x="10614846" y="47266"/>
                  <a:pt x="10611186" y="45091"/>
                  <a:pt x="10606517" y="45091"/>
                </a:cubicBezTo>
                <a:cubicBezTo>
                  <a:pt x="10604245" y="45091"/>
                  <a:pt x="10601659" y="45635"/>
                  <a:pt x="10598692" y="47021"/>
                </a:cubicBezTo>
                <a:cubicBezTo>
                  <a:pt x="10597178" y="47701"/>
                  <a:pt x="10595790" y="47972"/>
                  <a:pt x="10594402" y="47972"/>
                </a:cubicBezTo>
                <a:cubicBezTo>
                  <a:pt x="10591940" y="47972"/>
                  <a:pt x="10589606" y="47157"/>
                  <a:pt x="10587208" y="46342"/>
                </a:cubicBezTo>
                <a:cubicBezTo>
                  <a:pt x="10584810" y="45526"/>
                  <a:pt x="10582349" y="44711"/>
                  <a:pt x="10579636" y="44711"/>
                </a:cubicBezTo>
                <a:cubicBezTo>
                  <a:pt x="10577553" y="44711"/>
                  <a:pt x="10575344" y="45200"/>
                  <a:pt x="10572884" y="46559"/>
                </a:cubicBezTo>
                <a:cubicBezTo>
                  <a:pt x="10569792" y="48298"/>
                  <a:pt x="10566448" y="48951"/>
                  <a:pt x="10563040" y="48951"/>
                </a:cubicBezTo>
                <a:cubicBezTo>
                  <a:pt x="10556856" y="48951"/>
                  <a:pt x="10550483" y="46804"/>
                  <a:pt x="10544551" y="45037"/>
                </a:cubicBezTo>
                <a:cubicBezTo>
                  <a:pt x="10544551" y="45037"/>
                  <a:pt x="10536663" y="47646"/>
                  <a:pt x="10536663" y="47646"/>
                </a:cubicBezTo>
                <a:lnTo>
                  <a:pt x="10536663" y="50636"/>
                </a:lnTo>
                <a:cubicBezTo>
                  <a:pt x="10535528" y="53545"/>
                  <a:pt x="10535843" y="58192"/>
                  <a:pt x="10532436" y="58980"/>
                </a:cubicBezTo>
                <a:cubicBezTo>
                  <a:pt x="10530857" y="59333"/>
                  <a:pt x="10529469" y="59496"/>
                  <a:pt x="10528145" y="59496"/>
                </a:cubicBezTo>
                <a:cubicBezTo>
                  <a:pt x="10521709" y="59496"/>
                  <a:pt x="10518175" y="55583"/>
                  <a:pt x="10514073" y="53490"/>
                </a:cubicBezTo>
                <a:cubicBezTo>
                  <a:pt x="10510413" y="51642"/>
                  <a:pt x="10507510" y="50908"/>
                  <a:pt x="10504419" y="50908"/>
                </a:cubicBezTo>
                <a:cubicBezTo>
                  <a:pt x="10501201" y="50908"/>
                  <a:pt x="10497730" y="51724"/>
                  <a:pt x="10493187" y="52865"/>
                </a:cubicBezTo>
                <a:cubicBezTo>
                  <a:pt x="10491925" y="53191"/>
                  <a:pt x="10490663" y="53327"/>
                  <a:pt x="10489401" y="53327"/>
                </a:cubicBezTo>
                <a:cubicBezTo>
                  <a:pt x="10482900" y="53327"/>
                  <a:pt x="10477537" y="49222"/>
                  <a:pt x="10476149" y="46505"/>
                </a:cubicBezTo>
                <a:cubicBezTo>
                  <a:pt x="10474509" y="43324"/>
                  <a:pt x="10483847" y="43434"/>
                  <a:pt x="10489211" y="42699"/>
                </a:cubicBezTo>
                <a:lnTo>
                  <a:pt x="10493754" y="40634"/>
                </a:lnTo>
                <a:lnTo>
                  <a:pt x="10491925" y="38759"/>
                </a:lnTo>
                <a:lnTo>
                  <a:pt x="10486624" y="37318"/>
                </a:lnTo>
                <a:cubicBezTo>
                  <a:pt x="10483342" y="37535"/>
                  <a:pt x="10480125" y="37644"/>
                  <a:pt x="10476907" y="37644"/>
                </a:cubicBezTo>
                <a:cubicBezTo>
                  <a:pt x="10463844" y="37644"/>
                  <a:pt x="10451350" y="35877"/>
                  <a:pt x="10438856" y="34138"/>
                </a:cubicBezTo>
                <a:cubicBezTo>
                  <a:pt x="10426298" y="32371"/>
                  <a:pt x="10413805" y="30632"/>
                  <a:pt x="10400743" y="30632"/>
                </a:cubicBezTo>
                <a:cubicBezTo>
                  <a:pt x="10400363" y="30632"/>
                  <a:pt x="10399986" y="30632"/>
                  <a:pt x="10399606" y="30632"/>
                </a:cubicBezTo>
                <a:cubicBezTo>
                  <a:pt x="10396199" y="30659"/>
                  <a:pt x="10392728" y="30659"/>
                  <a:pt x="10389321" y="30659"/>
                </a:cubicBezTo>
                <a:cubicBezTo>
                  <a:pt x="10384777" y="30659"/>
                  <a:pt x="10380298" y="30632"/>
                  <a:pt x="10375817" y="30632"/>
                </a:cubicBezTo>
                <a:cubicBezTo>
                  <a:pt x="10371337" y="30604"/>
                  <a:pt x="10366793" y="30604"/>
                  <a:pt x="10362313" y="30604"/>
                </a:cubicBezTo>
                <a:cubicBezTo>
                  <a:pt x="10355435" y="30604"/>
                  <a:pt x="10348620" y="30632"/>
                  <a:pt x="10341806" y="30768"/>
                </a:cubicBezTo>
                <a:cubicBezTo>
                  <a:pt x="10333665" y="30931"/>
                  <a:pt x="10324326" y="31447"/>
                  <a:pt x="10317890" y="33540"/>
                </a:cubicBezTo>
                <a:cubicBezTo>
                  <a:pt x="10309749" y="36149"/>
                  <a:pt x="10301483" y="36829"/>
                  <a:pt x="10293090" y="36829"/>
                </a:cubicBezTo>
                <a:cubicBezTo>
                  <a:pt x="10288736" y="36829"/>
                  <a:pt x="10284319" y="36639"/>
                  <a:pt x="10279903" y="36448"/>
                </a:cubicBezTo>
                <a:cubicBezTo>
                  <a:pt x="10275422" y="36258"/>
                  <a:pt x="10271068" y="36068"/>
                  <a:pt x="10266651" y="36068"/>
                </a:cubicBezTo>
                <a:cubicBezTo>
                  <a:pt x="10265011" y="36068"/>
                  <a:pt x="10263434" y="36095"/>
                  <a:pt x="10261855" y="36149"/>
                </a:cubicBezTo>
                <a:cubicBezTo>
                  <a:pt x="10246648" y="28295"/>
                  <a:pt x="10225635" y="31556"/>
                  <a:pt x="10207399" y="29572"/>
                </a:cubicBezTo>
                <a:cubicBezTo>
                  <a:pt x="10203423" y="29137"/>
                  <a:pt x="10199006" y="26283"/>
                  <a:pt x="10195094" y="26283"/>
                </a:cubicBezTo>
                <a:cubicBezTo>
                  <a:pt x="10193011" y="26283"/>
                  <a:pt x="10191055" y="27126"/>
                  <a:pt x="10189351" y="29599"/>
                </a:cubicBezTo>
                <a:cubicBezTo>
                  <a:pt x="10187900" y="31719"/>
                  <a:pt x="10192191" y="35279"/>
                  <a:pt x="10195725" y="37481"/>
                </a:cubicBezTo>
                <a:cubicBezTo>
                  <a:pt x="10199638" y="39873"/>
                  <a:pt x="10200394" y="41640"/>
                  <a:pt x="10194399" y="41884"/>
                </a:cubicBezTo>
                <a:cubicBezTo>
                  <a:pt x="10184619" y="42292"/>
                  <a:pt x="10174522" y="43080"/>
                  <a:pt x="10164742" y="43080"/>
                </a:cubicBezTo>
                <a:cubicBezTo>
                  <a:pt x="10159820" y="43080"/>
                  <a:pt x="10154961" y="42890"/>
                  <a:pt x="10150292" y="42319"/>
                </a:cubicBezTo>
                <a:cubicBezTo>
                  <a:pt x="10142403" y="41368"/>
                  <a:pt x="10135337" y="40498"/>
                  <a:pt x="10128079" y="40498"/>
                </a:cubicBezTo>
                <a:cubicBezTo>
                  <a:pt x="10122590" y="40498"/>
                  <a:pt x="10117037" y="41015"/>
                  <a:pt x="10110978" y="42373"/>
                </a:cubicBezTo>
                <a:cubicBezTo>
                  <a:pt x="10109969" y="42591"/>
                  <a:pt x="10109023" y="42699"/>
                  <a:pt x="10108013" y="42699"/>
                </a:cubicBezTo>
                <a:cubicBezTo>
                  <a:pt x="10104984" y="42699"/>
                  <a:pt x="10102018" y="41803"/>
                  <a:pt x="10098800" y="40933"/>
                </a:cubicBezTo>
                <a:cubicBezTo>
                  <a:pt x="10095581" y="40036"/>
                  <a:pt x="10092175" y="39166"/>
                  <a:pt x="10088326" y="39166"/>
                </a:cubicBezTo>
                <a:cubicBezTo>
                  <a:pt x="10085297" y="39166"/>
                  <a:pt x="10081952" y="39709"/>
                  <a:pt x="10078292" y="41259"/>
                </a:cubicBezTo>
                <a:cubicBezTo>
                  <a:pt x="10075136" y="42564"/>
                  <a:pt x="10071414" y="43108"/>
                  <a:pt x="10067376" y="43108"/>
                </a:cubicBezTo>
                <a:cubicBezTo>
                  <a:pt x="10059424" y="43108"/>
                  <a:pt x="10050464" y="41042"/>
                  <a:pt x="10042766" y="38677"/>
                </a:cubicBezTo>
                <a:cubicBezTo>
                  <a:pt x="10040684" y="38052"/>
                  <a:pt x="10037465" y="37726"/>
                  <a:pt x="10034121" y="37726"/>
                </a:cubicBezTo>
                <a:cubicBezTo>
                  <a:pt x="10030776" y="37726"/>
                  <a:pt x="10027432" y="38052"/>
                  <a:pt x="10025476" y="38759"/>
                </a:cubicBezTo>
                <a:cubicBezTo>
                  <a:pt x="10013992" y="42863"/>
                  <a:pt x="10001370" y="42101"/>
                  <a:pt x="9988750" y="42645"/>
                </a:cubicBezTo>
                <a:cubicBezTo>
                  <a:pt x="9985911" y="42781"/>
                  <a:pt x="9983197" y="42836"/>
                  <a:pt x="9980610" y="42836"/>
                </a:cubicBezTo>
                <a:cubicBezTo>
                  <a:pt x="9960607" y="42836"/>
                  <a:pt x="9946220" y="39003"/>
                  <a:pt x="9941109" y="27914"/>
                </a:cubicBezTo>
                <a:lnTo>
                  <a:pt x="9937259" y="25467"/>
                </a:lnTo>
                <a:cubicBezTo>
                  <a:pt x="9935177" y="27017"/>
                  <a:pt x="9931266" y="28648"/>
                  <a:pt x="9931454" y="30143"/>
                </a:cubicBezTo>
                <a:cubicBezTo>
                  <a:pt x="9931960" y="34084"/>
                  <a:pt x="9933978" y="37970"/>
                  <a:pt x="9935935" y="41830"/>
                </a:cubicBezTo>
                <a:cubicBezTo>
                  <a:pt x="9936819" y="43569"/>
                  <a:pt x="9941361" y="46015"/>
                  <a:pt x="9940288" y="46668"/>
                </a:cubicBezTo>
                <a:cubicBezTo>
                  <a:pt x="9938017" y="48054"/>
                  <a:pt x="9935430" y="48543"/>
                  <a:pt x="9932401" y="48543"/>
                </a:cubicBezTo>
                <a:cubicBezTo>
                  <a:pt x="9929372" y="48543"/>
                  <a:pt x="9926090" y="48027"/>
                  <a:pt x="9922999" y="47428"/>
                </a:cubicBezTo>
                <a:cubicBezTo>
                  <a:pt x="9915300" y="45988"/>
                  <a:pt x="9907791" y="43542"/>
                  <a:pt x="9899904" y="43216"/>
                </a:cubicBezTo>
                <a:cubicBezTo>
                  <a:pt x="9875041" y="42183"/>
                  <a:pt x="9849991" y="44086"/>
                  <a:pt x="9826137" y="37318"/>
                </a:cubicBezTo>
                <a:cubicBezTo>
                  <a:pt x="9822730" y="36340"/>
                  <a:pt x="9818439" y="36041"/>
                  <a:pt x="9813769" y="36041"/>
                </a:cubicBezTo>
                <a:cubicBezTo>
                  <a:pt x="9806071" y="36041"/>
                  <a:pt x="9797237" y="36911"/>
                  <a:pt x="9789349" y="37019"/>
                </a:cubicBezTo>
                <a:cubicBezTo>
                  <a:pt x="9788529" y="40172"/>
                  <a:pt x="9784553" y="42510"/>
                  <a:pt x="9778370" y="42672"/>
                </a:cubicBezTo>
                <a:cubicBezTo>
                  <a:pt x="9771554" y="42863"/>
                  <a:pt x="9764740" y="42890"/>
                  <a:pt x="9757862" y="42890"/>
                </a:cubicBezTo>
                <a:cubicBezTo>
                  <a:pt x="9755590" y="42890"/>
                  <a:pt x="9753255" y="42890"/>
                  <a:pt x="9750920" y="42890"/>
                </a:cubicBezTo>
                <a:cubicBezTo>
                  <a:pt x="9748522" y="42890"/>
                  <a:pt x="9746187" y="42890"/>
                  <a:pt x="9743790" y="42890"/>
                </a:cubicBezTo>
                <a:cubicBezTo>
                  <a:pt x="9738174" y="42890"/>
                  <a:pt x="9732621" y="42917"/>
                  <a:pt x="9727004" y="43025"/>
                </a:cubicBezTo>
                <a:cubicBezTo>
                  <a:pt x="9706181" y="43406"/>
                  <a:pt x="9686367" y="43108"/>
                  <a:pt x="9665228" y="47428"/>
                </a:cubicBezTo>
                <a:cubicBezTo>
                  <a:pt x="9657529" y="49005"/>
                  <a:pt x="9649074" y="49848"/>
                  <a:pt x="9640303" y="49848"/>
                </a:cubicBezTo>
                <a:cubicBezTo>
                  <a:pt x="9626484" y="49848"/>
                  <a:pt x="9611970" y="47755"/>
                  <a:pt x="9598718" y="43189"/>
                </a:cubicBezTo>
                <a:cubicBezTo>
                  <a:pt x="9593040" y="41232"/>
                  <a:pt x="9585215" y="38433"/>
                  <a:pt x="9576760" y="38433"/>
                </a:cubicBezTo>
                <a:cubicBezTo>
                  <a:pt x="9571459" y="38433"/>
                  <a:pt x="9565843" y="39547"/>
                  <a:pt x="9560290" y="42672"/>
                </a:cubicBezTo>
                <a:cubicBezTo>
                  <a:pt x="9559154" y="43297"/>
                  <a:pt x="9556377" y="43596"/>
                  <a:pt x="9553033" y="43596"/>
                </a:cubicBezTo>
                <a:cubicBezTo>
                  <a:pt x="9547228" y="43596"/>
                  <a:pt x="9539845" y="42754"/>
                  <a:pt x="9536626" y="41368"/>
                </a:cubicBezTo>
                <a:cubicBezTo>
                  <a:pt x="9529938" y="38514"/>
                  <a:pt x="9524322" y="37399"/>
                  <a:pt x="9519210" y="37399"/>
                </a:cubicBezTo>
                <a:cubicBezTo>
                  <a:pt x="9509809" y="37399"/>
                  <a:pt x="9502362" y="41259"/>
                  <a:pt x="9494159" y="45200"/>
                </a:cubicBezTo>
                <a:cubicBezTo>
                  <a:pt x="9490878" y="46804"/>
                  <a:pt x="9488165" y="47510"/>
                  <a:pt x="9486020" y="47510"/>
                </a:cubicBezTo>
                <a:cubicBezTo>
                  <a:pt x="9482296" y="47510"/>
                  <a:pt x="9480087" y="45390"/>
                  <a:pt x="9479015" y="42020"/>
                </a:cubicBezTo>
                <a:cubicBezTo>
                  <a:pt x="9478510" y="40389"/>
                  <a:pt x="9474220" y="37644"/>
                  <a:pt x="9472073" y="37644"/>
                </a:cubicBezTo>
                <a:cubicBezTo>
                  <a:pt x="9472011" y="37644"/>
                  <a:pt x="9471947" y="37644"/>
                  <a:pt x="9471947" y="37644"/>
                </a:cubicBezTo>
                <a:cubicBezTo>
                  <a:pt x="9470118" y="37753"/>
                  <a:pt x="9468351" y="37808"/>
                  <a:pt x="9466647" y="37808"/>
                </a:cubicBezTo>
                <a:cubicBezTo>
                  <a:pt x="9449862" y="37808"/>
                  <a:pt x="9441721" y="32426"/>
                  <a:pt x="9433897" y="25413"/>
                </a:cubicBezTo>
                <a:cubicBezTo>
                  <a:pt x="9430679" y="22559"/>
                  <a:pt x="9419447" y="21690"/>
                  <a:pt x="9411685" y="20113"/>
                </a:cubicBezTo>
                <a:cubicBezTo>
                  <a:pt x="9405502" y="18836"/>
                  <a:pt x="9399759" y="18075"/>
                  <a:pt x="9394143" y="18075"/>
                </a:cubicBezTo>
                <a:cubicBezTo>
                  <a:pt x="9386445" y="18075"/>
                  <a:pt x="9379062" y="19516"/>
                  <a:pt x="9371553" y="23212"/>
                </a:cubicBezTo>
                <a:cubicBezTo>
                  <a:pt x="9364737" y="26555"/>
                  <a:pt x="9360700" y="28267"/>
                  <a:pt x="9356850" y="28267"/>
                </a:cubicBezTo>
                <a:cubicBezTo>
                  <a:pt x="9352180" y="28267"/>
                  <a:pt x="9347763" y="25821"/>
                  <a:pt x="9338992" y="20792"/>
                </a:cubicBezTo>
                <a:lnTo>
                  <a:pt x="9337478" y="18211"/>
                </a:lnTo>
                <a:cubicBezTo>
                  <a:pt x="9326686" y="15737"/>
                  <a:pt x="9315771" y="13345"/>
                  <a:pt x="9305043" y="10763"/>
                </a:cubicBezTo>
                <a:cubicBezTo>
                  <a:pt x="9294064" y="8100"/>
                  <a:pt x="9287185" y="6523"/>
                  <a:pt x="9282768" y="6523"/>
                </a:cubicBezTo>
                <a:cubicBezTo>
                  <a:pt x="9275954" y="6523"/>
                  <a:pt x="9274880" y="10302"/>
                  <a:pt x="9273429" y="19596"/>
                </a:cubicBezTo>
                <a:cubicBezTo>
                  <a:pt x="9273114" y="21635"/>
                  <a:pt x="9273429" y="23728"/>
                  <a:pt x="9272799" y="25740"/>
                </a:cubicBezTo>
                <a:lnTo>
                  <a:pt x="9269453" y="28158"/>
                </a:lnTo>
                <a:cubicBezTo>
                  <a:pt x="9266046" y="27887"/>
                  <a:pt x="9262135" y="27452"/>
                  <a:pt x="9259610" y="26392"/>
                </a:cubicBezTo>
                <a:cubicBezTo>
                  <a:pt x="9253048" y="23701"/>
                  <a:pt x="9249198" y="20331"/>
                  <a:pt x="9247621" y="15982"/>
                </a:cubicBezTo>
                <a:cubicBezTo>
                  <a:pt x="9245854" y="11144"/>
                  <a:pt x="9252795" y="4594"/>
                  <a:pt x="9241626" y="1848"/>
                </a:cubicBezTo>
                <a:cubicBezTo>
                  <a:pt x="9235504" y="353"/>
                  <a:pt x="9227870" y="0"/>
                  <a:pt x="9220235" y="0"/>
                </a:cubicBezTo>
                <a:close/>
              </a:path>
            </a:pathLst>
          </a:custGeom>
          <a:solidFill>
            <a:schemeClr val="bg1"/>
          </a:solidFill>
          <a:ln w="9525" cap="flat">
            <a:noFill/>
            <a:prstDash val="solid"/>
            <a:miter/>
          </a:ln>
        </p:spPr>
        <p:txBody>
          <a:bodyPr wrap="square" rtlCol="0" anchor="ctr">
            <a:noAutofit/>
          </a:bodyPr>
          <a:lstStyle/>
          <a:p>
            <a:endParaRPr lang="en-IN" dirty="0"/>
          </a:p>
        </p:txBody>
      </p:sp>
      <p:sp>
        <p:nvSpPr>
          <p:cNvPr id="16" name="TextBox 15">
            <a:extLst>
              <a:ext uri="{FF2B5EF4-FFF2-40B4-BE49-F238E27FC236}">
                <a16:creationId xmlns:a16="http://schemas.microsoft.com/office/drawing/2014/main" id="{15EF6EAE-CD07-B5B3-61E1-71A21031EBF8}"/>
              </a:ext>
            </a:extLst>
          </p:cNvPr>
          <p:cNvSpPr txBox="1"/>
          <p:nvPr/>
        </p:nvSpPr>
        <p:spPr>
          <a:xfrm>
            <a:off x="458694" y="3859651"/>
            <a:ext cx="1959185" cy="502920"/>
          </a:xfrm>
          <a:prstGeom prst="rect">
            <a:avLst/>
          </a:prstGeom>
          <a:noFill/>
        </p:spPr>
        <p:txBody>
          <a:bodyPr wrap="square" lIns="0" tIns="0" rIns="0" bIns="0" anchor="ctr">
            <a:noAutofit/>
          </a:bodyPr>
          <a:lstStyle/>
          <a:p>
            <a:pPr algn="ctr"/>
            <a:r>
              <a:rPr lang="en-IN" sz="1600" b="1" dirty="0">
                <a:solidFill>
                  <a:schemeClr val="accent1"/>
                </a:solidFill>
              </a:rPr>
              <a:t>What is</a:t>
            </a:r>
            <a:br>
              <a:rPr lang="en-IN" sz="1600" b="1" dirty="0">
                <a:solidFill>
                  <a:schemeClr val="accent1"/>
                </a:solidFill>
              </a:rPr>
            </a:br>
            <a:r>
              <a:rPr lang="en-IN" sz="1600" b="1" dirty="0">
                <a:solidFill>
                  <a:schemeClr val="accent1"/>
                </a:solidFill>
              </a:rPr>
              <a:t>Lorem Ipsum</a:t>
            </a:r>
          </a:p>
        </p:txBody>
      </p:sp>
      <p:sp>
        <p:nvSpPr>
          <p:cNvPr id="17" name="TextBox 16">
            <a:extLst>
              <a:ext uri="{FF2B5EF4-FFF2-40B4-BE49-F238E27FC236}">
                <a16:creationId xmlns:a16="http://schemas.microsoft.com/office/drawing/2014/main" id="{6CBA4947-E1D8-DC96-D4D3-D8660C2799DE}"/>
              </a:ext>
            </a:extLst>
          </p:cNvPr>
          <p:cNvSpPr txBox="1"/>
          <p:nvPr/>
        </p:nvSpPr>
        <p:spPr>
          <a:xfrm>
            <a:off x="2637923" y="3859651"/>
            <a:ext cx="2276978" cy="502920"/>
          </a:xfrm>
          <a:prstGeom prst="rect">
            <a:avLst/>
          </a:prstGeom>
          <a:noFill/>
        </p:spPr>
        <p:txBody>
          <a:bodyPr wrap="square" lIns="0" tIns="0" rIns="0" bIns="0" anchor="ctr">
            <a:noAutofit/>
          </a:bodyPr>
          <a:lstStyle/>
          <a:p>
            <a:pPr algn="ctr"/>
            <a:r>
              <a:rPr lang="en-IN" sz="1600" b="1" dirty="0">
                <a:solidFill>
                  <a:schemeClr val="accent2"/>
                </a:solidFill>
              </a:rPr>
              <a:t>What is</a:t>
            </a:r>
            <a:br>
              <a:rPr lang="en-IN" sz="1600" b="1" dirty="0">
                <a:solidFill>
                  <a:schemeClr val="accent2"/>
                </a:solidFill>
              </a:rPr>
            </a:br>
            <a:r>
              <a:rPr lang="en-IN" sz="1600" b="1" dirty="0">
                <a:solidFill>
                  <a:schemeClr val="accent2"/>
                </a:solidFill>
              </a:rPr>
              <a:t>Lorem Ipsum</a:t>
            </a:r>
          </a:p>
        </p:txBody>
      </p:sp>
      <p:sp>
        <p:nvSpPr>
          <p:cNvPr id="18" name="TextBox 17">
            <a:extLst>
              <a:ext uri="{FF2B5EF4-FFF2-40B4-BE49-F238E27FC236}">
                <a16:creationId xmlns:a16="http://schemas.microsoft.com/office/drawing/2014/main" id="{6048269F-2077-2969-4AAD-F624611ABC72}"/>
              </a:ext>
            </a:extLst>
          </p:cNvPr>
          <p:cNvSpPr txBox="1"/>
          <p:nvPr/>
        </p:nvSpPr>
        <p:spPr>
          <a:xfrm>
            <a:off x="5122588" y="3859651"/>
            <a:ext cx="1959185" cy="502920"/>
          </a:xfrm>
          <a:prstGeom prst="rect">
            <a:avLst/>
          </a:prstGeom>
          <a:noFill/>
        </p:spPr>
        <p:txBody>
          <a:bodyPr wrap="square" lIns="0" tIns="0" rIns="0" bIns="0" anchor="ctr">
            <a:noAutofit/>
          </a:bodyPr>
          <a:lstStyle/>
          <a:p>
            <a:pPr algn="ctr"/>
            <a:r>
              <a:rPr lang="en-IN" sz="1600" b="1" dirty="0">
                <a:solidFill>
                  <a:schemeClr val="accent3"/>
                </a:solidFill>
              </a:rPr>
              <a:t>What is</a:t>
            </a:r>
            <a:br>
              <a:rPr lang="en-IN" sz="1600" b="1" dirty="0">
                <a:solidFill>
                  <a:schemeClr val="accent3"/>
                </a:solidFill>
              </a:rPr>
            </a:br>
            <a:r>
              <a:rPr lang="en-IN" sz="1600" b="1" dirty="0">
                <a:solidFill>
                  <a:schemeClr val="accent3"/>
                </a:solidFill>
              </a:rPr>
              <a:t>Lorem Ipsum</a:t>
            </a:r>
          </a:p>
        </p:txBody>
      </p:sp>
      <p:sp>
        <p:nvSpPr>
          <p:cNvPr id="19" name="TextBox 18">
            <a:extLst>
              <a:ext uri="{FF2B5EF4-FFF2-40B4-BE49-F238E27FC236}">
                <a16:creationId xmlns:a16="http://schemas.microsoft.com/office/drawing/2014/main" id="{7ACF1B4B-C07A-CD7E-C9BA-E2354FB2E290}"/>
              </a:ext>
            </a:extLst>
          </p:cNvPr>
          <p:cNvSpPr txBox="1"/>
          <p:nvPr/>
        </p:nvSpPr>
        <p:spPr>
          <a:xfrm>
            <a:off x="7448355" y="3859651"/>
            <a:ext cx="1959185" cy="502920"/>
          </a:xfrm>
          <a:prstGeom prst="rect">
            <a:avLst/>
          </a:prstGeom>
          <a:noFill/>
        </p:spPr>
        <p:txBody>
          <a:bodyPr wrap="square" lIns="0" tIns="0" rIns="0" bIns="0" anchor="ctr">
            <a:noAutofit/>
          </a:bodyPr>
          <a:lstStyle/>
          <a:p>
            <a:pPr algn="ctr"/>
            <a:r>
              <a:rPr lang="en-IN" sz="1600" b="1" dirty="0">
                <a:solidFill>
                  <a:schemeClr val="accent4"/>
                </a:solidFill>
              </a:rPr>
              <a:t>What is</a:t>
            </a:r>
            <a:br>
              <a:rPr lang="en-IN" sz="1600" b="1" dirty="0">
                <a:solidFill>
                  <a:schemeClr val="accent4"/>
                </a:solidFill>
              </a:rPr>
            </a:br>
            <a:r>
              <a:rPr lang="en-IN" sz="1600" b="1" dirty="0">
                <a:solidFill>
                  <a:schemeClr val="accent4"/>
                </a:solidFill>
              </a:rPr>
              <a:t>Lorem Ipsum</a:t>
            </a:r>
          </a:p>
        </p:txBody>
      </p:sp>
      <p:sp>
        <p:nvSpPr>
          <p:cNvPr id="20" name="TextBox 19">
            <a:extLst>
              <a:ext uri="{FF2B5EF4-FFF2-40B4-BE49-F238E27FC236}">
                <a16:creationId xmlns:a16="http://schemas.microsoft.com/office/drawing/2014/main" id="{1C331E49-09D0-65C7-F0EF-38610603A149}"/>
              </a:ext>
            </a:extLst>
          </p:cNvPr>
          <p:cNvSpPr txBox="1"/>
          <p:nvPr/>
        </p:nvSpPr>
        <p:spPr>
          <a:xfrm>
            <a:off x="9774121" y="3859651"/>
            <a:ext cx="1959185" cy="502920"/>
          </a:xfrm>
          <a:prstGeom prst="rect">
            <a:avLst/>
          </a:prstGeom>
          <a:noFill/>
        </p:spPr>
        <p:txBody>
          <a:bodyPr wrap="square" lIns="0" tIns="0" rIns="0" bIns="0" anchor="ctr">
            <a:noAutofit/>
          </a:bodyPr>
          <a:lstStyle/>
          <a:p>
            <a:pPr algn="ctr"/>
            <a:r>
              <a:rPr lang="en-IN" sz="1600" b="1" dirty="0">
                <a:solidFill>
                  <a:schemeClr val="accent5"/>
                </a:solidFill>
              </a:rPr>
              <a:t>What is</a:t>
            </a:r>
            <a:br>
              <a:rPr lang="en-IN" sz="1600" b="1" dirty="0">
                <a:solidFill>
                  <a:schemeClr val="accent5"/>
                </a:solidFill>
              </a:rPr>
            </a:br>
            <a:r>
              <a:rPr lang="en-IN" sz="1600" b="1" dirty="0">
                <a:solidFill>
                  <a:schemeClr val="accent5"/>
                </a:solidFill>
              </a:rPr>
              <a:t>Lorem Ipsum</a:t>
            </a:r>
          </a:p>
        </p:txBody>
      </p:sp>
      <p:pic>
        <p:nvPicPr>
          <p:cNvPr id="27" name="Graphic 26">
            <a:extLst>
              <a:ext uri="{FF2B5EF4-FFF2-40B4-BE49-F238E27FC236}">
                <a16:creationId xmlns:a16="http://schemas.microsoft.com/office/drawing/2014/main" id="{CB773B91-FA85-E479-219D-820B9EE910C0}"/>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377112" y="1217386"/>
            <a:ext cx="2147064" cy="2109772"/>
          </a:xfrm>
          <a:prstGeom prst="rect">
            <a:avLst/>
          </a:prstGeom>
        </p:spPr>
      </p:pic>
      <p:pic>
        <p:nvPicPr>
          <p:cNvPr id="28" name="Picture 2">
            <a:extLst>
              <a:ext uri="{FF2B5EF4-FFF2-40B4-BE49-F238E27FC236}">
                <a16:creationId xmlns:a16="http://schemas.microsoft.com/office/drawing/2014/main" id="{E2FCE4AA-EF4C-7939-CB31-8D302544DF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8209" y="1289837"/>
            <a:ext cx="1964870" cy="1964870"/>
          </a:xfrm>
          <a:prstGeom prst="ellipse">
            <a:avLst/>
          </a:prstGeom>
          <a:noFill/>
          <a:extLst>
            <a:ext uri="{909E8E84-426E-40DD-AFC4-6F175D3DCCD1}">
              <a14:hiddenFill xmlns:a14="http://schemas.microsoft.com/office/drawing/2010/main">
                <a:solidFill>
                  <a:srgbClr val="FFFFFF"/>
                </a:solidFill>
              </a14:hiddenFill>
            </a:ext>
          </a:extLst>
        </p:spPr>
      </p:pic>
      <p:sp>
        <p:nvSpPr>
          <p:cNvPr id="1029" name="Rectangle: Rounded Corners 1028">
            <a:extLst>
              <a:ext uri="{FF2B5EF4-FFF2-40B4-BE49-F238E27FC236}">
                <a16:creationId xmlns:a16="http://schemas.microsoft.com/office/drawing/2014/main" id="{57EC7717-B2E0-14F6-0390-F13C0B762E34}"/>
              </a:ext>
            </a:extLst>
          </p:cNvPr>
          <p:cNvSpPr/>
          <p:nvPr/>
        </p:nvSpPr>
        <p:spPr>
          <a:xfrm>
            <a:off x="489548" y="3080452"/>
            <a:ext cx="1922191" cy="320040"/>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IN" sz="1200" b="1" dirty="0">
                <a:solidFill>
                  <a:schemeClr val="bg1"/>
                </a:solidFill>
              </a:rPr>
              <a:t>Lorem Ipsum</a:t>
            </a:r>
          </a:p>
        </p:txBody>
      </p:sp>
      <p:pic>
        <p:nvPicPr>
          <p:cNvPr id="31" name="Graphic 30">
            <a:extLst>
              <a:ext uri="{FF2B5EF4-FFF2-40B4-BE49-F238E27FC236}">
                <a16:creationId xmlns:a16="http://schemas.microsoft.com/office/drawing/2014/main" id="{9A4C668F-A2A2-D7F1-D004-259A30FD415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702880" y="1217386"/>
            <a:ext cx="2147064" cy="2109772"/>
          </a:xfrm>
          <a:prstGeom prst="rect">
            <a:avLst/>
          </a:prstGeom>
        </p:spPr>
      </p:pic>
      <p:pic>
        <p:nvPicPr>
          <p:cNvPr id="1028" name="Picture 4">
            <a:extLst>
              <a:ext uri="{FF2B5EF4-FFF2-40B4-BE49-F238E27FC236}">
                <a16:creationId xmlns:a16="http://schemas.microsoft.com/office/drawing/2014/main" id="{75F3A577-CDA5-BCD7-BFF5-EBACACAC8B0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93977" y="1289837"/>
            <a:ext cx="1964870" cy="1964870"/>
          </a:xfrm>
          <a:prstGeom prst="ellipse">
            <a:avLst/>
          </a:prstGeom>
          <a:noFill/>
          <a:extLst>
            <a:ext uri="{909E8E84-426E-40DD-AFC4-6F175D3DCCD1}">
              <a14:hiddenFill xmlns:a14="http://schemas.microsoft.com/office/drawing/2010/main">
                <a:solidFill>
                  <a:srgbClr val="FFFFFF"/>
                </a:solidFill>
              </a14:hiddenFill>
            </a:ext>
          </a:extLst>
        </p:spPr>
      </p:pic>
      <p:sp>
        <p:nvSpPr>
          <p:cNvPr id="1031" name="Rectangle: Rounded Corners 1030">
            <a:extLst>
              <a:ext uri="{FF2B5EF4-FFF2-40B4-BE49-F238E27FC236}">
                <a16:creationId xmlns:a16="http://schemas.microsoft.com/office/drawing/2014/main" id="{E8F2CF10-A603-466B-46F1-322D786982D8}"/>
              </a:ext>
            </a:extLst>
          </p:cNvPr>
          <p:cNvSpPr/>
          <p:nvPr/>
        </p:nvSpPr>
        <p:spPr>
          <a:xfrm>
            <a:off x="2815316" y="3080452"/>
            <a:ext cx="1922191" cy="320040"/>
          </a:xfrm>
          <a:prstGeom prst="roundRect">
            <a:avLst>
              <a:gd name="adj" fmla="val 5000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IN" sz="1200" b="1" dirty="0">
                <a:solidFill>
                  <a:schemeClr val="bg1"/>
                </a:solidFill>
              </a:rPr>
              <a:t>Lorem Ipsum</a:t>
            </a:r>
          </a:p>
        </p:txBody>
      </p:sp>
      <p:pic>
        <p:nvPicPr>
          <p:cNvPr id="1024" name="Graphic 1023">
            <a:extLst>
              <a:ext uri="{FF2B5EF4-FFF2-40B4-BE49-F238E27FC236}">
                <a16:creationId xmlns:a16="http://schemas.microsoft.com/office/drawing/2014/main" id="{78891431-3A1F-8E2C-F59E-8EBC64681CE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5028648" y="1217386"/>
            <a:ext cx="2147064" cy="2109772"/>
          </a:xfrm>
          <a:prstGeom prst="rect">
            <a:avLst/>
          </a:prstGeom>
        </p:spPr>
      </p:pic>
      <p:pic>
        <p:nvPicPr>
          <p:cNvPr id="1030" name="Picture 6">
            <a:extLst>
              <a:ext uri="{FF2B5EF4-FFF2-40B4-BE49-F238E27FC236}">
                <a16:creationId xmlns:a16="http://schemas.microsoft.com/office/drawing/2014/main" id="{CB4FA695-0C17-AA19-D63C-00A762A0BCD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19745" y="1289837"/>
            <a:ext cx="1964870" cy="1964870"/>
          </a:xfrm>
          <a:prstGeom prst="ellipse">
            <a:avLst/>
          </a:prstGeom>
          <a:noFill/>
          <a:extLst>
            <a:ext uri="{909E8E84-426E-40DD-AFC4-6F175D3DCCD1}">
              <a14:hiddenFill xmlns:a14="http://schemas.microsoft.com/office/drawing/2010/main">
                <a:solidFill>
                  <a:srgbClr val="FFFFFF"/>
                </a:solidFill>
              </a14:hiddenFill>
            </a:ext>
          </a:extLst>
        </p:spPr>
      </p:pic>
      <p:sp>
        <p:nvSpPr>
          <p:cNvPr id="1033" name="Rectangle: Rounded Corners 1032">
            <a:extLst>
              <a:ext uri="{FF2B5EF4-FFF2-40B4-BE49-F238E27FC236}">
                <a16:creationId xmlns:a16="http://schemas.microsoft.com/office/drawing/2014/main" id="{4CCF5CA2-7891-A7D5-6801-AC381A4E3485}"/>
              </a:ext>
            </a:extLst>
          </p:cNvPr>
          <p:cNvSpPr/>
          <p:nvPr/>
        </p:nvSpPr>
        <p:spPr>
          <a:xfrm>
            <a:off x="5141085" y="3080452"/>
            <a:ext cx="1922191" cy="320040"/>
          </a:xfrm>
          <a:prstGeom prst="roundRect">
            <a:avLst>
              <a:gd name="adj" fmla="val 5000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IN" sz="1200" b="1" dirty="0">
                <a:solidFill>
                  <a:schemeClr val="bg1"/>
                </a:solidFill>
              </a:rPr>
              <a:t>Lorem Ipsum</a:t>
            </a:r>
          </a:p>
        </p:txBody>
      </p:sp>
      <p:pic>
        <p:nvPicPr>
          <p:cNvPr id="1025" name="Graphic 1024">
            <a:extLst>
              <a:ext uri="{FF2B5EF4-FFF2-40B4-BE49-F238E27FC236}">
                <a16:creationId xmlns:a16="http://schemas.microsoft.com/office/drawing/2014/main" id="{915FD63F-38EA-B227-B5C9-9889D21DCA15}"/>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7354416" y="1217386"/>
            <a:ext cx="2147064" cy="2109772"/>
          </a:xfrm>
          <a:prstGeom prst="rect">
            <a:avLst/>
          </a:prstGeom>
        </p:spPr>
      </p:pic>
      <p:pic>
        <p:nvPicPr>
          <p:cNvPr id="1032" name="Picture 8">
            <a:extLst>
              <a:ext uri="{FF2B5EF4-FFF2-40B4-BE49-F238E27FC236}">
                <a16:creationId xmlns:a16="http://schemas.microsoft.com/office/drawing/2014/main" id="{3AD93983-FC12-0955-5ED5-8CAF4DA2418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51421" y="1289837"/>
            <a:ext cx="1953052" cy="1964870"/>
          </a:xfrm>
          <a:prstGeom prst="ellipse">
            <a:avLst/>
          </a:prstGeom>
          <a:noFill/>
          <a:extLst>
            <a:ext uri="{909E8E84-426E-40DD-AFC4-6F175D3DCCD1}">
              <a14:hiddenFill xmlns:a14="http://schemas.microsoft.com/office/drawing/2010/main">
                <a:solidFill>
                  <a:srgbClr val="FFFFFF"/>
                </a:solidFill>
              </a14:hiddenFill>
            </a:ext>
          </a:extLst>
        </p:spPr>
      </p:pic>
      <p:sp>
        <p:nvSpPr>
          <p:cNvPr id="1035" name="Rectangle: Rounded Corners 1034">
            <a:extLst>
              <a:ext uri="{FF2B5EF4-FFF2-40B4-BE49-F238E27FC236}">
                <a16:creationId xmlns:a16="http://schemas.microsoft.com/office/drawing/2014/main" id="{7AF96FF1-C86A-EAC3-7496-E859D364FB21}"/>
              </a:ext>
            </a:extLst>
          </p:cNvPr>
          <p:cNvSpPr/>
          <p:nvPr/>
        </p:nvSpPr>
        <p:spPr>
          <a:xfrm>
            <a:off x="7466852" y="3080452"/>
            <a:ext cx="1922191" cy="320040"/>
          </a:xfrm>
          <a:prstGeom prst="roundRect">
            <a:avLst>
              <a:gd name="adj" fmla="val 50000"/>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IN" sz="1200" b="1" dirty="0">
                <a:solidFill>
                  <a:schemeClr val="bg1"/>
                </a:solidFill>
              </a:rPr>
              <a:t>Lorem Ipsum</a:t>
            </a:r>
          </a:p>
        </p:txBody>
      </p:sp>
      <p:pic>
        <p:nvPicPr>
          <p:cNvPr id="1027" name="Graphic 1026">
            <a:extLst>
              <a:ext uri="{FF2B5EF4-FFF2-40B4-BE49-F238E27FC236}">
                <a16:creationId xmlns:a16="http://schemas.microsoft.com/office/drawing/2014/main" id="{086E6BFF-0029-5746-284C-6F4B4CA2EDFC}"/>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9680182" y="1217386"/>
            <a:ext cx="2147064" cy="2109772"/>
          </a:xfrm>
          <a:prstGeom prst="rect">
            <a:avLst/>
          </a:prstGeom>
        </p:spPr>
      </p:pic>
      <p:pic>
        <p:nvPicPr>
          <p:cNvPr id="1034" name="Picture 10">
            <a:extLst>
              <a:ext uri="{FF2B5EF4-FFF2-40B4-BE49-F238E27FC236}">
                <a16:creationId xmlns:a16="http://schemas.microsoft.com/office/drawing/2014/main" id="{AFAADA06-FD9F-FE55-C847-3C6BA6096F7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777188" y="1289837"/>
            <a:ext cx="1953052" cy="1964870"/>
          </a:xfrm>
          <a:prstGeom prst="ellipse">
            <a:avLst/>
          </a:prstGeom>
          <a:noFill/>
          <a:extLst>
            <a:ext uri="{909E8E84-426E-40DD-AFC4-6F175D3DCCD1}">
              <a14:hiddenFill xmlns:a14="http://schemas.microsoft.com/office/drawing/2010/main">
                <a:solidFill>
                  <a:srgbClr val="FFFFFF"/>
                </a:solidFill>
              </a14:hiddenFill>
            </a:ext>
          </a:extLst>
        </p:spPr>
      </p:pic>
      <p:sp>
        <p:nvSpPr>
          <p:cNvPr id="1036" name="Rectangle: Rounded Corners 1035">
            <a:extLst>
              <a:ext uri="{FF2B5EF4-FFF2-40B4-BE49-F238E27FC236}">
                <a16:creationId xmlns:a16="http://schemas.microsoft.com/office/drawing/2014/main" id="{C0CFF4A6-2899-AF51-F65A-B26048EF2944}"/>
              </a:ext>
            </a:extLst>
          </p:cNvPr>
          <p:cNvSpPr/>
          <p:nvPr/>
        </p:nvSpPr>
        <p:spPr>
          <a:xfrm>
            <a:off x="9792619" y="3080452"/>
            <a:ext cx="1922191" cy="320040"/>
          </a:xfrm>
          <a:prstGeom prst="roundRect">
            <a:avLst>
              <a:gd name="adj" fmla="val 50000"/>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IN" sz="1200" b="1" dirty="0">
                <a:solidFill>
                  <a:schemeClr val="bg1"/>
                </a:solidFill>
              </a:rPr>
              <a:t>Lorem Ipsum</a:t>
            </a:r>
          </a:p>
        </p:txBody>
      </p:sp>
      <p:sp>
        <p:nvSpPr>
          <p:cNvPr id="15" name="Graphic 11">
            <a:extLst>
              <a:ext uri="{FF2B5EF4-FFF2-40B4-BE49-F238E27FC236}">
                <a16:creationId xmlns:a16="http://schemas.microsoft.com/office/drawing/2014/main" id="{523043FE-9767-6137-3418-9A370E500603}"/>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endParaRPr lang="en-IN"/>
          </a:p>
        </p:txBody>
      </p:sp>
    </p:spTree>
    <p:extLst>
      <p:ext uri="{BB962C8B-B14F-4D97-AF65-F5344CB8AC3E}">
        <p14:creationId xmlns:p14="http://schemas.microsoft.com/office/powerpoint/2010/main" val="135886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a:extLst>
            <a:ext uri="{FF2B5EF4-FFF2-40B4-BE49-F238E27FC236}">
              <a16:creationId xmlns:a16="http://schemas.microsoft.com/office/drawing/2014/main" id="{C3C49357-AF0F-F5A9-9184-0AB8758C5410}"/>
            </a:ext>
          </a:extLst>
        </p:cNvPr>
        <p:cNvGrpSpPr/>
        <p:nvPr/>
      </p:nvGrpSpPr>
      <p:grpSpPr>
        <a:xfrm>
          <a:off x="0" y="0"/>
          <a:ext cx="0" cy="0"/>
          <a:chOff x="0" y="0"/>
          <a:chExt cx="0" cy="0"/>
        </a:xfrm>
      </p:grpSpPr>
      <p:pic>
        <p:nvPicPr>
          <p:cNvPr id="4" name="Picture 3" descr="A hand holding a group of purple and blue cans&#10;&#10;AI-generated content may be incorrect.">
            <a:extLst>
              <a:ext uri="{FF2B5EF4-FFF2-40B4-BE49-F238E27FC236}">
                <a16:creationId xmlns:a16="http://schemas.microsoft.com/office/drawing/2014/main" id="{3A431DBB-D573-A4F5-6C3C-0DDEAFAC3765}"/>
              </a:ext>
            </a:extLst>
          </p:cNvPr>
          <p:cNvPicPr>
            <a:picLocks noChangeAspect="1"/>
          </p:cNvPicPr>
          <p:nvPr/>
        </p:nvPicPr>
        <p:blipFill rotWithShape="1">
          <a:blip r:embed="rId2">
            <a:extLst>
              <a:ext uri="{28A0092B-C50C-407E-A947-70E740481C1C}">
                <a14:useLocalDpi xmlns:a14="http://schemas.microsoft.com/office/drawing/2010/main" val="0"/>
              </a:ext>
            </a:extLst>
          </a:blip>
          <a:srcRect t="9367" r="11846" b="16254"/>
          <a:stretch>
            <a:fillRect/>
          </a:stretch>
        </p:blipFill>
        <p:spPr>
          <a:xfrm>
            <a:off x="-1" y="0"/>
            <a:ext cx="12192000" cy="6858000"/>
          </a:xfrm>
          <a:prstGeom prst="rect">
            <a:avLst/>
          </a:prstGeom>
        </p:spPr>
      </p:pic>
      <p:sp>
        <p:nvSpPr>
          <p:cNvPr id="41" name="Rectangle 40">
            <a:extLst>
              <a:ext uri="{FF2B5EF4-FFF2-40B4-BE49-F238E27FC236}">
                <a16:creationId xmlns:a16="http://schemas.microsoft.com/office/drawing/2014/main" id="{6B3EF5B7-1AA7-F53E-6529-6C8E9F61760C}"/>
              </a:ext>
            </a:extLst>
          </p:cNvPr>
          <p:cNvSpPr/>
          <p:nvPr/>
        </p:nvSpPr>
        <p:spPr>
          <a:xfrm>
            <a:off x="1" y="0"/>
            <a:ext cx="12191999" cy="6858000"/>
          </a:xfrm>
          <a:prstGeom prst="rect">
            <a:avLst/>
          </a:prstGeom>
          <a:solidFill>
            <a:schemeClr val="tx2">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nvGrpSpPr>
          <p:cNvPr id="5" name="Group 4">
            <a:extLst>
              <a:ext uri="{FF2B5EF4-FFF2-40B4-BE49-F238E27FC236}">
                <a16:creationId xmlns:a16="http://schemas.microsoft.com/office/drawing/2014/main" id="{CD509932-DF12-BD93-AD80-4753BB24AEE5}"/>
              </a:ext>
            </a:extLst>
          </p:cNvPr>
          <p:cNvGrpSpPr/>
          <p:nvPr/>
        </p:nvGrpSpPr>
        <p:grpSpPr>
          <a:xfrm>
            <a:off x="-11290" y="36985"/>
            <a:ext cx="1043721" cy="1043721"/>
            <a:chOff x="1046786" y="1195383"/>
            <a:chExt cx="5737927" cy="5737927"/>
          </a:xfrm>
          <a:solidFill>
            <a:schemeClr val="accent3"/>
          </a:solidFill>
        </p:grpSpPr>
        <p:sp>
          <p:nvSpPr>
            <p:cNvPr id="6" name="Freeform: Shape 5">
              <a:extLst>
                <a:ext uri="{FF2B5EF4-FFF2-40B4-BE49-F238E27FC236}">
                  <a16:creationId xmlns:a16="http://schemas.microsoft.com/office/drawing/2014/main" id="{F10B1D40-29E4-131B-D843-FDE89EF50891}"/>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7" name="Freeform: Shape 6">
              <a:extLst>
                <a:ext uri="{FF2B5EF4-FFF2-40B4-BE49-F238E27FC236}">
                  <a16:creationId xmlns:a16="http://schemas.microsoft.com/office/drawing/2014/main" id="{C68CB011-D616-B3E5-AAD0-0ABE95468930}"/>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2" name="Title 1">
            <a:extLst>
              <a:ext uri="{FF2B5EF4-FFF2-40B4-BE49-F238E27FC236}">
                <a16:creationId xmlns:a16="http://schemas.microsoft.com/office/drawing/2014/main" id="{82E4947C-053C-53DA-4597-2820AE9DDA80}"/>
              </a:ext>
            </a:extLst>
          </p:cNvPr>
          <p:cNvSpPr>
            <a:spLocks noGrp="1"/>
          </p:cNvSpPr>
          <p:nvPr>
            <p:ph type="title"/>
          </p:nvPr>
        </p:nvSpPr>
        <p:spPr/>
        <p:txBody>
          <a:bodyPr/>
          <a:lstStyle/>
          <a:p>
            <a:r>
              <a:rPr lang="en-IN" dirty="0"/>
              <a:t>WHAT IS </a:t>
            </a:r>
            <a:r>
              <a:rPr lang="en-IN" dirty="0">
                <a:ln w="12700">
                  <a:solidFill>
                    <a:schemeClr val="accent2"/>
                  </a:solidFill>
                </a:ln>
                <a:noFill/>
              </a:rPr>
              <a:t>LOREM IPSUM</a:t>
            </a:r>
          </a:p>
        </p:txBody>
      </p:sp>
      <p:pic>
        <p:nvPicPr>
          <p:cNvPr id="24" name="Picture 5">
            <a:extLst>
              <a:ext uri="{FF2B5EF4-FFF2-40B4-BE49-F238E27FC236}">
                <a16:creationId xmlns:a16="http://schemas.microsoft.com/office/drawing/2014/main" id="{28DFF0E5-399A-1EC4-783A-6F4927BCC9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Graphic 11">
            <a:extLst>
              <a:ext uri="{FF2B5EF4-FFF2-40B4-BE49-F238E27FC236}">
                <a16:creationId xmlns:a16="http://schemas.microsoft.com/office/drawing/2014/main" id="{707DA270-5076-8677-D973-A096810505DB}"/>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endParaRPr lang="en-IN"/>
          </a:p>
        </p:txBody>
      </p:sp>
      <p:pic>
        <p:nvPicPr>
          <p:cNvPr id="11" name="Graphic 10">
            <a:extLst>
              <a:ext uri="{FF2B5EF4-FFF2-40B4-BE49-F238E27FC236}">
                <a16:creationId xmlns:a16="http://schemas.microsoft.com/office/drawing/2014/main" id="{7EF1DA21-81D5-4F8E-4238-98DD88A1425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846375" y="1020194"/>
            <a:ext cx="1352134" cy="1352133"/>
          </a:xfrm>
          <a:prstGeom prst="rect">
            <a:avLst/>
          </a:prstGeom>
        </p:spPr>
      </p:pic>
      <p:grpSp>
        <p:nvGrpSpPr>
          <p:cNvPr id="13" name="Group 12">
            <a:extLst>
              <a:ext uri="{FF2B5EF4-FFF2-40B4-BE49-F238E27FC236}">
                <a16:creationId xmlns:a16="http://schemas.microsoft.com/office/drawing/2014/main" id="{005267AC-3F4C-28CF-9F5E-537D12AA1E43}"/>
              </a:ext>
            </a:extLst>
          </p:cNvPr>
          <p:cNvGrpSpPr/>
          <p:nvPr/>
        </p:nvGrpSpPr>
        <p:grpSpPr>
          <a:xfrm>
            <a:off x="3671800" y="-266314"/>
            <a:ext cx="3372371" cy="3372371"/>
            <a:chOff x="7150099" y="1006450"/>
            <a:chExt cx="4680000" cy="4680000"/>
          </a:xfrm>
        </p:grpSpPr>
        <p:cxnSp>
          <p:nvCxnSpPr>
            <p:cNvPr id="14" name="Straight Connector 13">
              <a:extLst>
                <a:ext uri="{FF2B5EF4-FFF2-40B4-BE49-F238E27FC236}">
                  <a16:creationId xmlns:a16="http://schemas.microsoft.com/office/drawing/2014/main" id="{2E67A46A-C34E-F73E-9217-09BF2123F6B1}"/>
                </a:ext>
              </a:extLst>
            </p:cNvPr>
            <p:cNvCxnSpPr/>
            <p:nvPr/>
          </p:nvCxnSpPr>
          <p:spPr>
            <a:xfrm>
              <a:off x="7150099" y="138430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7D1665C-083E-2127-8C09-29AAD9B9C100}"/>
                </a:ext>
              </a:extLst>
            </p:cNvPr>
            <p:cNvCxnSpPr/>
            <p:nvPr/>
          </p:nvCxnSpPr>
          <p:spPr>
            <a:xfrm>
              <a:off x="7150099" y="177673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18488E3-7245-98E6-B1E2-24F4DE0ED7CE}"/>
                </a:ext>
              </a:extLst>
            </p:cNvPr>
            <p:cNvCxnSpPr/>
            <p:nvPr/>
          </p:nvCxnSpPr>
          <p:spPr>
            <a:xfrm>
              <a:off x="7150099" y="216916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349D795-842B-4C26-00B5-E1FF6FB1194E}"/>
                </a:ext>
              </a:extLst>
            </p:cNvPr>
            <p:cNvCxnSpPr/>
            <p:nvPr/>
          </p:nvCxnSpPr>
          <p:spPr>
            <a:xfrm>
              <a:off x="7150099" y="256159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3483FDE-AF8F-2882-2DCC-186A7B7DB573}"/>
                </a:ext>
              </a:extLst>
            </p:cNvPr>
            <p:cNvCxnSpPr/>
            <p:nvPr/>
          </p:nvCxnSpPr>
          <p:spPr>
            <a:xfrm>
              <a:off x="7150099" y="295402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0A2B0C6-9A9D-2701-8D90-08B9089FF4DA}"/>
                </a:ext>
              </a:extLst>
            </p:cNvPr>
            <p:cNvCxnSpPr/>
            <p:nvPr/>
          </p:nvCxnSpPr>
          <p:spPr>
            <a:xfrm>
              <a:off x="7150099" y="334645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993048CC-3AFE-7356-F641-E4F8698FE3A5}"/>
                </a:ext>
              </a:extLst>
            </p:cNvPr>
            <p:cNvCxnSpPr/>
            <p:nvPr/>
          </p:nvCxnSpPr>
          <p:spPr>
            <a:xfrm>
              <a:off x="7150099" y="373888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535FE00-1A71-4FCA-6C33-1571338F2E67}"/>
                </a:ext>
              </a:extLst>
            </p:cNvPr>
            <p:cNvCxnSpPr/>
            <p:nvPr/>
          </p:nvCxnSpPr>
          <p:spPr>
            <a:xfrm>
              <a:off x="7150099" y="413131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4944B1C-2BA8-8C89-E75A-F11221FB46B2}"/>
                </a:ext>
              </a:extLst>
            </p:cNvPr>
            <p:cNvCxnSpPr/>
            <p:nvPr/>
          </p:nvCxnSpPr>
          <p:spPr>
            <a:xfrm>
              <a:off x="7150099" y="452374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3DDB298-1F81-C303-CE27-A44F36688586}"/>
                </a:ext>
              </a:extLst>
            </p:cNvPr>
            <p:cNvCxnSpPr/>
            <p:nvPr/>
          </p:nvCxnSpPr>
          <p:spPr>
            <a:xfrm>
              <a:off x="7150099" y="491617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A9188F0-0556-377D-1FDB-86D8BB8AB452}"/>
                </a:ext>
              </a:extLst>
            </p:cNvPr>
            <p:cNvCxnSpPr/>
            <p:nvPr/>
          </p:nvCxnSpPr>
          <p:spPr>
            <a:xfrm>
              <a:off x="7150099" y="5308600"/>
              <a:ext cx="4680000" cy="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6D3806C-73D1-2467-486A-EDD6D1D85703}"/>
                </a:ext>
              </a:extLst>
            </p:cNvPr>
            <p:cNvCxnSpPr/>
            <p:nvPr/>
          </p:nvCxnSpPr>
          <p:spPr>
            <a:xfrm>
              <a:off x="114712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2DF2C951-AA21-AC46-E028-F83A06D94BD1}"/>
                </a:ext>
              </a:extLst>
            </p:cNvPr>
            <p:cNvCxnSpPr/>
            <p:nvPr/>
          </p:nvCxnSpPr>
          <p:spPr>
            <a:xfrm>
              <a:off x="1107505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09FA6883-D855-B8D4-7B4D-95F60C4257EB}"/>
                </a:ext>
              </a:extLst>
            </p:cNvPr>
            <p:cNvCxnSpPr/>
            <p:nvPr/>
          </p:nvCxnSpPr>
          <p:spPr>
            <a:xfrm>
              <a:off x="1067881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BAC7F5C7-347C-85A7-8993-6562D63E3DC7}"/>
                </a:ext>
              </a:extLst>
            </p:cNvPr>
            <p:cNvCxnSpPr/>
            <p:nvPr/>
          </p:nvCxnSpPr>
          <p:spPr>
            <a:xfrm>
              <a:off x="1028257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C6B6B91-41A6-3672-9A16-E5AFFF091A7F}"/>
                </a:ext>
              </a:extLst>
            </p:cNvPr>
            <p:cNvCxnSpPr/>
            <p:nvPr/>
          </p:nvCxnSpPr>
          <p:spPr>
            <a:xfrm>
              <a:off x="988633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E9844F8E-A237-0791-F22F-370FC4BAB55E}"/>
                </a:ext>
              </a:extLst>
            </p:cNvPr>
            <p:cNvCxnSpPr/>
            <p:nvPr/>
          </p:nvCxnSpPr>
          <p:spPr>
            <a:xfrm>
              <a:off x="94900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B979282-12DF-C4F5-5910-1CAEDBEA47B1}"/>
                </a:ext>
              </a:extLst>
            </p:cNvPr>
            <p:cNvCxnSpPr/>
            <p:nvPr/>
          </p:nvCxnSpPr>
          <p:spPr>
            <a:xfrm>
              <a:off x="909385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07F9C0B2-924B-E48F-1612-276245925534}"/>
                </a:ext>
              </a:extLst>
            </p:cNvPr>
            <p:cNvCxnSpPr/>
            <p:nvPr/>
          </p:nvCxnSpPr>
          <p:spPr>
            <a:xfrm>
              <a:off x="869761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6D1FE14F-8437-51B1-CA10-5816A5AA37E6}"/>
                </a:ext>
              </a:extLst>
            </p:cNvPr>
            <p:cNvCxnSpPr/>
            <p:nvPr/>
          </p:nvCxnSpPr>
          <p:spPr>
            <a:xfrm>
              <a:off x="830137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0E507269-0B46-D436-3BC3-97FB6493BC1E}"/>
                </a:ext>
              </a:extLst>
            </p:cNvPr>
            <p:cNvCxnSpPr/>
            <p:nvPr/>
          </p:nvCxnSpPr>
          <p:spPr>
            <a:xfrm>
              <a:off x="790513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B00EF6A6-470E-CEE6-0864-968F6A32BEE3}"/>
                </a:ext>
              </a:extLst>
            </p:cNvPr>
            <p:cNvCxnSpPr/>
            <p:nvPr/>
          </p:nvCxnSpPr>
          <p:spPr>
            <a:xfrm>
              <a:off x="7508899" y="1006450"/>
              <a:ext cx="0" cy="4680000"/>
            </a:xfrm>
            <a:prstGeom prst="line">
              <a:avLst/>
            </a:prstGeom>
            <a:ln w="3175">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sp>
        <p:nvSpPr>
          <p:cNvPr id="10" name="Freeform: Shape 9">
            <a:extLst>
              <a:ext uri="{FF2B5EF4-FFF2-40B4-BE49-F238E27FC236}">
                <a16:creationId xmlns:a16="http://schemas.microsoft.com/office/drawing/2014/main" id="{76C2C984-4413-23F8-FEB8-53817014310E}"/>
              </a:ext>
            </a:extLst>
          </p:cNvPr>
          <p:cNvSpPr/>
          <p:nvPr/>
        </p:nvSpPr>
        <p:spPr>
          <a:xfrm flipH="1">
            <a:off x="-6511" y="1642924"/>
            <a:ext cx="6103852" cy="3949544"/>
          </a:xfrm>
          <a:custGeom>
            <a:avLst/>
            <a:gdLst>
              <a:gd name="connsiteX0" fmla="*/ 2864355 w 6103852"/>
              <a:gd name="connsiteY0" fmla="*/ 3935858 h 3949544"/>
              <a:gd name="connsiteX1" fmla="*/ 2864422 w 6103852"/>
              <a:gd name="connsiteY1" fmla="*/ 3935890 h 3949544"/>
              <a:gd name="connsiteX2" fmla="*/ 2872718 w 6103852"/>
              <a:gd name="connsiteY2" fmla="*/ 3940110 h 3949544"/>
              <a:gd name="connsiteX3" fmla="*/ 2863006 w 6103852"/>
              <a:gd name="connsiteY3" fmla="*/ 3942282 h 3949544"/>
              <a:gd name="connsiteX4" fmla="*/ 2862129 w 6103852"/>
              <a:gd name="connsiteY4" fmla="*/ 3942282 h 3949544"/>
              <a:gd name="connsiteX5" fmla="*/ 2857272 w 6103852"/>
              <a:gd name="connsiteY5" fmla="*/ 3941010 h 3949544"/>
              <a:gd name="connsiteX6" fmla="*/ 2852550 w 6103852"/>
              <a:gd name="connsiteY6" fmla="*/ 3939023 h 3949544"/>
              <a:gd name="connsiteX7" fmla="*/ 2861994 w 6103852"/>
              <a:gd name="connsiteY7" fmla="*/ 3935982 h 3949544"/>
              <a:gd name="connsiteX8" fmla="*/ 2864355 w 6103852"/>
              <a:gd name="connsiteY8" fmla="*/ 3935858 h 3949544"/>
              <a:gd name="connsiteX9" fmla="*/ 4067715 w 6103852"/>
              <a:gd name="connsiteY9" fmla="*/ 3935858 h 3949544"/>
              <a:gd name="connsiteX10" fmla="*/ 4067783 w 6103852"/>
              <a:gd name="connsiteY10" fmla="*/ 3935890 h 3949544"/>
              <a:gd name="connsiteX11" fmla="*/ 4076079 w 6103852"/>
              <a:gd name="connsiteY11" fmla="*/ 3940110 h 3949544"/>
              <a:gd name="connsiteX12" fmla="*/ 4066366 w 6103852"/>
              <a:gd name="connsiteY12" fmla="*/ 3942282 h 3949544"/>
              <a:gd name="connsiteX13" fmla="*/ 4065490 w 6103852"/>
              <a:gd name="connsiteY13" fmla="*/ 3942282 h 3949544"/>
              <a:gd name="connsiteX14" fmla="*/ 4060633 w 6103852"/>
              <a:gd name="connsiteY14" fmla="*/ 3941010 h 3949544"/>
              <a:gd name="connsiteX15" fmla="*/ 4055911 w 6103852"/>
              <a:gd name="connsiteY15" fmla="*/ 3939023 h 3949544"/>
              <a:gd name="connsiteX16" fmla="*/ 4065354 w 6103852"/>
              <a:gd name="connsiteY16" fmla="*/ 3935982 h 3949544"/>
              <a:gd name="connsiteX17" fmla="*/ 4067715 w 6103852"/>
              <a:gd name="connsiteY17" fmla="*/ 3935858 h 3949544"/>
              <a:gd name="connsiteX18" fmla="*/ 2800814 w 6103852"/>
              <a:gd name="connsiteY18" fmla="*/ 3923660 h 3949544"/>
              <a:gd name="connsiteX19" fmla="*/ 2817812 w 6103852"/>
              <a:gd name="connsiteY19" fmla="*/ 3930893 h 3949544"/>
              <a:gd name="connsiteX20" fmla="*/ 2817273 w 6103852"/>
              <a:gd name="connsiteY20" fmla="*/ 3933344 h 3949544"/>
              <a:gd name="connsiteX21" fmla="*/ 2787662 w 6103852"/>
              <a:gd name="connsiteY21" fmla="*/ 3936231 h 3949544"/>
              <a:gd name="connsiteX22" fmla="*/ 2759870 w 6103852"/>
              <a:gd name="connsiteY22" fmla="*/ 3933872 h 3949544"/>
              <a:gd name="connsiteX23" fmla="*/ 2757981 w 6103852"/>
              <a:gd name="connsiteY23" fmla="*/ 3933003 h 3949544"/>
              <a:gd name="connsiteX24" fmla="*/ 2756364 w 6103852"/>
              <a:gd name="connsiteY24" fmla="*/ 3931793 h 3949544"/>
              <a:gd name="connsiteX25" fmla="*/ 2758993 w 6103852"/>
              <a:gd name="connsiteY25" fmla="*/ 3930675 h 3949544"/>
              <a:gd name="connsiteX26" fmla="*/ 2761758 w 6103852"/>
              <a:gd name="connsiteY26" fmla="*/ 3929806 h 3949544"/>
              <a:gd name="connsiteX27" fmla="*/ 2799060 w 6103852"/>
              <a:gd name="connsiteY27" fmla="*/ 3924002 h 3949544"/>
              <a:gd name="connsiteX28" fmla="*/ 2800881 w 6103852"/>
              <a:gd name="connsiteY28" fmla="*/ 3923692 h 3949544"/>
              <a:gd name="connsiteX29" fmla="*/ 4004175 w 6103852"/>
              <a:gd name="connsiteY29" fmla="*/ 3923660 h 3949544"/>
              <a:gd name="connsiteX30" fmla="*/ 4021173 w 6103852"/>
              <a:gd name="connsiteY30" fmla="*/ 3930893 h 3949544"/>
              <a:gd name="connsiteX31" fmla="*/ 4020633 w 6103852"/>
              <a:gd name="connsiteY31" fmla="*/ 3933344 h 3949544"/>
              <a:gd name="connsiteX32" fmla="*/ 3991022 w 6103852"/>
              <a:gd name="connsiteY32" fmla="*/ 3936231 h 3949544"/>
              <a:gd name="connsiteX33" fmla="*/ 3963230 w 6103852"/>
              <a:gd name="connsiteY33" fmla="*/ 3933872 h 3949544"/>
              <a:gd name="connsiteX34" fmla="*/ 3961342 w 6103852"/>
              <a:gd name="connsiteY34" fmla="*/ 3933003 h 3949544"/>
              <a:gd name="connsiteX35" fmla="*/ 3959723 w 6103852"/>
              <a:gd name="connsiteY35" fmla="*/ 3931793 h 3949544"/>
              <a:gd name="connsiteX36" fmla="*/ 3962354 w 6103852"/>
              <a:gd name="connsiteY36" fmla="*/ 3930675 h 3949544"/>
              <a:gd name="connsiteX37" fmla="*/ 3965119 w 6103852"/>
              <a:gd name="connsiteY37" fmla="*/ 3929806 h 3949544"/>
              <a:gd name="connsiteX38" fmla="*/ 4002420 w 6103852"/>
              <a:gd name="connsiteY38" fmla="*/ 3924002 h 3949544"/>
              <a:gd name="connsiteX39" fmla="*/ 4004242 w 6103852"/>
              <a:gd name="connsiteY39" fmla="*/ 3923692 h 3949544"/>
              <a:gd name="connsiteX40" fmla="*/ 6103852 w 6103852"/>
              <a:gd name="connsiteY40" fmla="*/ 3896029 h 3949544"/>
              <a:gd name="connsiteX41" fmla="*/ 6102087 w 6103852"/>
              <a:gd name="connsiteY41" fmla="*/ 3896474 h 3949544"/>
              <a:gd name="connsiteX42" fmla="*/ 6100055 w 6103852"/>
              <a:gd name="connsiteY42" fmla="*/ 3901172 h 3949544"/>
              <a:gd name="connsiteX43" fmla="*/ 6103852 w 6103852"/>
              <a:gd name="connsiteY43" fmla="*/ 3905356 h 3949544"/>
              <a:gd name="connsiteX44" fmla="*/ 4338809 w 6103852"/>
              <a:gd name="connsiteY44" fmla="*/ 3895992 h 3949544"/>
              <a:gd name="connsiteX45" fmla="*/ 4339416 w 6103852"/>
              <a:gd name="connsiteY45" fmla="*/ 3896101 h 3949544"/>
              <a:gd name="connsiteX46" fmla="*/ 4331254 w 6103852"/>
              <a:gd name="connsiteY46" fmla="*/ 3899546 h 3949544"/>
              <a:gd name="connsiteX47" fmla="*/ 4330850 w 6103852"/>
              <a:gd name="connsiteY47" fmla="*/ 3899546 h 3949544"/>
              <a:gd name="connsiteX48" fmla="*/ 4319383 w 6103852"/>
              <a:gd name="connsiteY48" fmla="*/ 3897281 h 3949544"/>
              <a:gd name="connsiteX49" fmla="*/ 4321350 w 6103852"/>
              <a:gd name="connsiteY49" fmla="*/ 3896522 h 3949544"/>
              <a:gd name="connsiteX50" fmla="*/ 4328085 w 6103852"/>
              <a:gd name="connsiteY50" fmla="*/ 3898491 h 3949544"/>
              <a:gd name="connsiteX51" fmla="*/ 4336178 w 6103852"/>
              <a:gd name="connsiteY51" fmla="*/ 3896629 h 3949544"/>
              <a:gd name="connsiteX52" fmla="*/ 3007760 w 6103852"/>
              <a:gd name="connsiteY52" fmla="*/ 3894859 h 3949544"/>
              <a:gd name="connsiteX53" fmla="*/ 3007735 w 6103852"/>
              <a:gd name="connsiteY53" fmla="*/ 3894869 h 3949544"/>
              <a:gd name="connsiteX54" fmla="*/ 3011942 w 6103852"/>
              <a:gd name="connsiteY54" fmla="*/ 3895791 h 3949544"/>
              <a:gd name="connsiteX55" fmla="*/ 3007491 w 6103852"/>
              <a:gd name="connsiteY55" fmla="*/ 3898584 h 3949544"/>
              <a:gd name="connsiteX56" fmla="*/ 3003240 w 6103852"/>
              <a:gd name="connsiteY56" fmla="*/ 3896629 h 3949544"/>
              <a:gd name="connsiteX57" fmla="*/ 3007735 w 6103852"/>
              <a:gd name="connsiteY57" fmla="*/ 3894869 h 3949544"/>
              <a:gd name="connsiteX58" fmla="*/ 3007692 w 6103852"/>
              <a:gd name="connsiteY58" fmla="*/ 3894859 h 3949544"/>
              <a:gd name="connsiteX59" fmla="*/ 3124655 w 6103852"/>
              <a:gd name="connsiteY59" fmla="*/ 3894053 h 3949544"/>
              <a:gd name="connsiteX60" fmla="*/ 3136056 w 6103852"/>
              <a:gd name="connsiteY60" fmla="*/ 3896101 h 3949544"/>
              <a:gd name="connsiteX61" fmla="*/ 3127893 w 6103852"/>
              <a:gd name="connsiteY61" fmla="*/ 3899546 h 3949544"/>
              <a:gd name="connsiteX62" fmla="*/ 3127489 w 6103852"/>
              <a:gd name="connsiteY62" fmla="*/ 3899546 h 3949544"/>
              <a:gd name="connsiteX63" fmla="*/ 3116022 w 6103852"/>
              <a:gd name="connsiteY63" fmla="*/ 3897281 h 3949544"/>
              <a:gd name="connsiteX64" fmla="*/ 3124386 w 6103852"/>
              <a:gd name="connsiteY64" fmla="*/ 3894053 h 3949544"/>
              <a:gd name="connsiteX65" fmla="*/ 2010939 w 6103852"/>
              <a:gd name="connsiteY65" fmla="*/ 3892904 h 3949544"/>
              <a:gd name="connsiteX66" fmla="*/ 2010939 w 6103852"/>
              <a:gd name="connsiteY66" fmla="*/ 3892936 h 3949544"/>
              <a:gd name="connsiteX67" fmla="*/ 2010930 w 6103852"/>
              <a:gd name="connsiteY67" fmla="*/ 3892936 h 3949544"/>
              <a:gd name="connsiteX68" fmla="*/ 2010737 w 6103852"/>
              <a:gd name="connsiteY68" fmla="*/ 3893525 h 3949544"/>
              <a:gd name="connsiteX69" fmla="*/ 2009590 w 6103852"/>
              <a:gd name="connsiteY69" fmla="*/ 3892936 h 3949544"/>
              <a:gd name="connsiteX70" fmla="*/ 2010930 w 6103852"/>
              <a:gd name="connsiteY70" fmla="*/ 3892936 h 3949544"/>
              <a:gd name="connsiteX71" fmla="*/ 2609921 w 6103852"/>
              <a:gd name="connsiteY71" fmla="*/ 3887721 h 3949544"/>
              <a:gd name="connsiteX72" fmla="*/ 2609921 w 6103852"/>
              <a:gd name="connsiteY72" fmla="*/ 3887752 h 3949544"/>
              <a:gd name="connsiteX73" fmla="*/ 2614442 w 6103852"/>
              <a:gd name="connsiteY73" fmla="*/ 3889926 h 3949544"/>
              <a:gd name="connsiteX74" fmla="*/ 2609382 w 6103852"/>
              <a:gd name="connsiteY74" fmla="*/ 3892004 h 3949544"/>
              <a:gd name="connsiteX75" fmla="*/ 2604863 w 6103852"/>
              <a:gd name="connsiteY75" fmla="*/ 3889585 h 3949544"/>
              <a:gd name="connsiteX76" fmla="*/ 2907255 w 6103852"/>
              <a:gd name="connsiteY76" fmla="*/ 3886386 h 3949544"/>
              <a:gd name="connsiteX77" fmla="*/ 2909047 w 6103852"/>
              <a:gd name="connsiteY77" fmla="*/ 3886956 h 3949544"/>
              <a:gd name="connsiteX78" fmla="*/ 2898148 w 6103852"/>
              <a:gd name="connsiteY78" fmla="*/ 3889831 h 3949544"/>
              <a:gd name="connsiteX79" fmla="*/ 2909055 w 6103852"/>
              <a:gd name="connsiteY79" fmla="*/ 3891869 h 3949544"/>
              <a:gd name="connsiteX80" fmla="*/ 2903680 w 6103852"/>
              <a:gd name="connsiteY80" fmla="*/ 3892843 h 3949544"/>
              <a:gd name="connsiteX81" fmla="*/ 2893831 w 6103852"/>
              <a:gd name="connsiteY81" fmla="*/ 3889708 h 3949544"/>
              <a:gd name="connsiteX82" fmla="*/ 2898554 w 6103852"/>
              <a:gd name="connsiteY82" fmla="*/ 3887629 h 3949544"/>
              <a:gd name="connsiteX83" fmla="*/ 2907322 w 6103852"/>
              <a:gd name="connsiteY83" fmla="*/ 3886418 h 3949544"/>
              <a:gd name="connsiteX84" fmla="*/ 2024026 w 6103852"/>
              <a:gd name="connsiteY84" fmla="*/ 3886077 h 3949544"/>
              <a:gd name="connsiteX85" fmla="*/ 2030164 w 6103852"/>
              <a:gd name="connsiteY85" fmla="*/ 3886294 h 3949544"/>
              <a:gd name="connsiteX86" fmla="*/ 2036370 w 6103852"/>
              <a:gd name="connsiteY86" fmla="*/ 3886480 h 3949544"/>
              <a:gd name="connsiteX87" fmla="*/ 2036977 w 6103852"/>
              <a:gd name="connsiteY87" fmla="*/ 3886480 h 3949544"/>
              <a:gd name="connsiteX88" fmla="*/ 2022678 w 6103852"/>
              <a:gd name="connsiteY88" fmla="*/ 3893121 h 3949544"/>
              <a:gd name="connsiteX89" fmla="*/ 2017416 w 6103852"/>
              <a:gd name="connsiteY89" fmla="*/ 3892998 h 3949544"/>
              <a:gd name="connsiteX90" fmla="*/ 2012288 w 6103852"/>
              <a:gd name="connsiteY90" fmla="*/ 3892904 h 3949544"/>
              <a:gd name="connsiteX91" fmla="*/ 2011008 w 6103852"/>
              <a:gd name="connsiteY91" fmla="*/ 3892904 h 3949544"/>
              <a:gd name="connsiteX92" fmla="*/ 2024026 w 6103852"/>
              <a:gd name="connsiteY92" fmla="*/ 3886077 h 3949544"/>
              <a:gd name="connsiteX93" fmla="*/ 2506787 w 6103852"/>
              <a:gd name="connsiteY93" fmla="*/ 3879404 h 3949544"/>
              <a:gd name="connsiteX94" fmla="*/ 2540310 w 6103852"/>
              <a:gd name="connsiteY94" fmla="*/ 3881111 h 3949544"/>
              <a:gd name="connsiteX95" fmla="*/ 2546111 w 6103852"/>
              <a:gd name="connsiteY95" fmla="*/ 3886666 h 3949544"/>
              <a:gd name="connsiteX96" fmla="*/ 2541052 w 6103852"/>
              <a:gd name="connsiteY96" fmla="*/ 3892036 h 3949544"/>
              <a:gd name="connsiteX97" fmla="*/ 2507462 w 6103852"/>
              <a:gd name="connsiteY97" fmla="*/ 3885705 h 3949544"/>
              <a:gd name="connsiteX98" fmla="*/ 2495455 w 6103852"/>
              <a:gd name="connsiteY98" fmla="*/ 3885953 h 3949544"/>
              <a:gd name="connsiteX99" fmla="*/ 2483448 w 6103852"/>
              <a:gd name="connsiteY99" fmla="*/ 3886201 h 3949544"/>
              <a:gd name="connsiteX100" fmla="*/ 2476028 w 6103852"/>
              <a:gd name="connsiteY100" fmla="*/ 3886046 h 3949544"/>
              <a:gd name="connsiteX101" fmla="*/ 2467394 w 6103852"/>
              <a:gd name="connsiteY101" fmla="*/ 3882291 h 3949544"/>
              <a:gd name="connsiteX102" fmla="*/ 2472925 w 6103852"/>
              <a:gd name="connsiteY102" fmla="*/ 3880242 h 3949544"/>
              <a:gd name="connsiteX103" fmla="*/ 2486214 w 6103852"/>
              <a:gd name="connsiteY103" fmla="*/ 3879404 h 3949544"/>
              <a:gd name="connsiteX104" fmla="*/ 2487090 w 6103852"/>
              <a:gd name="connsiteY104" fmla="*/ 3879404 h 3949544"/>
              <a:gd name="connsiteX105" fmla="*/ 2506787 w 6103852"/>
              <a:gd name="connsiteY105" fmla="*/ 3879839 h 3949544"/>
              <a:gd name="connsiteX106" fmla="*/ 2506787 w 6103852"/>
              <a:gd name="connsiteY106" fmla="*/ 3879498 h 3949544"/>
              <a:gd name="connsiteX107" fmla="*/ 5724955 w 6103852"/>
              <a:gd name="connsiteY107" fmla="*/ 3867030 h 3949544"/>
              <a:gd name="connsiteX108" fmla="*/ 5727050 w 6103852"/>
              <a:gd name="connsiteY108" fmla="*/ 3867872 h 3949544"/>
              <a:gd name="connsiteX109" fmla="*/ 5726790 w 6103852"/>
              <a:gd name="connsiteY109" fmla="*/ 3870684 h 3949544"/>
              <a:gd name="connsiteX110" fmla="*/ 5722135 w 6103852"/>
              <a:gd name="connsiteY110" fmla="*/ 3868386 h 3949544"/>
              <a:gd name="connsiteX111" fmla="*/ 2043992 w 6103852"/>
              <a:gd name="connsiteY111" fmla="*/ 3866493 h 3949544"/>
              <a:gd name="connsiteX112" fmla="*/ 2044126 w 6103852"/>
              <a:gd name="connsiteY112" fmla="*/ 3866525 h 3949544"/>
              <a:gd name="connsiteX113" fmla="*/ 2044123 w 6103852"/>
              <a:gd name="connsiteY113" fmla="*/ 3866527 h 3949544"/>
              <a:gd name="connsiteX114" fmla="*/ 2050130 w 6103852"/>
              <a:gd name="connsiteY114" fmla="*/ 3868077 h 3949544"/>
              <a:gd name="connsiteX115" fmla="*/ 2053908 w 6103852"/>
              <a:gd name="connsiteY115" fmla="*/ 3880894 h 3949544"/>
              <a:gd name="connsiteX116" fmla="*/ 2038601 w 6103852"/>
              <a:gd name="connsiteY116" fmla="*/ 3885476 h 3949544"/>
              <a:gd name="connsiteX117" fmla="*/ 2038595 w 6103852"/>
              <a:gd name="connsiteY117" fmla="*/ 3885519 h 3949544"/>
              <a:gd name="connsiteX118" fmla="*/ 2038461 w 6103852"/>
              <a:gd name="connsiteY118" fmla="*/ 3885554 h 3949544"/>
              <a:gd name="connsiteX119" fmla="*/ 2038461 w 6103852"/>
              <a:gd name="connsiteY119" fmla="*/ 3886480 h 3949544"/>
              <a:gd name="connsiteX120" fmla="*/ 2037043 w 6103852"/>
              <a:gd name="connsiteY120" fmla="*/ 3886480 h 3949544"/>
              <a:gd name="connsiteX121" fmla="*/ 2037314 w 6103852"/>
              <a:gd name="connsiteY121" fmla="*/ 3885860 h 3949544"/>
              <a:gd name="connsiteX122" fmla="*/ 2038461 w 6103852"/>
              <a:gd name="connsiteY122" fmla="*/ 3885554 h 3949544"/>
              <a:gd name="connsiteX123" fmla="*/ 2038461 w 6103852"/>
              <a:gd name="connsiteY123" fmla="*/ 3885519 h 3949544"/>
              <a:gd name="connsiteX124" fmla="*/ 2038601 w 6103852"/>
              <a:gd name="connsiteY124" fmla="*/ 3885476 h 3949544"/>
              <a:gd name="connsiteX125" fmla="*/ 2040687 w 6103852"/>
              <a:gd name="connsiteY125" fmla="*/ 3869132 h 3949544"/>
              <a:gd name="connsiteX126" fmla="*/ 2044123 w 6103852"/>
              <a:gd name="connsiteY126" fmla="*/ 3866527 h 3949544"/>
              <a:gd name="connsiteX127" fmla="*/ 2141259 w 6103852"/>
              <a:gd name="connsiteY127" fmla="*/ 3866370 h 3949544"/>
              <a:gd name="connsiteX128" fmla="*/ 2140855 w 6103852"/>
              <a:gd name="connsiteY128" fmla="*/ 3870838 h 3949544"/>
              <a:gd name="connsiteX129" fmla="*/ 2136065 w 6103852"/>
              <a:gd name="connsiteY129" fmla="*/ 3868449 h 3949544"/>
              <a:gd name="connsiteX130" fmla="*/ 2139033 w 6103852"/>
              <a:gd name="connsiteY130" fmla="*/ 3867052 h 3949544"/>
              <a:gd name="connsiteX131" fmla="*/ 5847641 w 6103852"/>
              <a:gd name="connsiteY131" fmla="*/ 3866276 h 3949544"/>
              <a:gd name="connsiteX132" fmla="*/ 5851914 w 6103852"/>
              <a:gd name="connsiteY132" fmla="*/ 3866803 h 3949544"/>
              <a:gd name="connsiteX133" fmla="*/ 5856704 w 6103852"/>
              <a:gd name="connsiteY133" fmla="*/ 3871583 h 3949544"/>
              <a:gd name="connsiteX134" fmla="*/ 5858794 w 6103852"/>
              <a:gd name="connsiteY134" fmla="*/ 3871583 h 3949544"/>
              <a:gd name="connsiteX135" fmla="*/ 5859536 w 6103852"/>
              <a:gd name="connsiteY135" fmla="*/ 3872452 h 3949544"/>
              <a:gd name="connsiteX136" fmla="*/ 5867969 w 6103852"/>
              <a:gd name="connsiteY136" fmla="*/ 3876735 h 3949544"/>
              <a:gd name="connsiteX137" fmla="*/ 5863584 w 6103852"/>
              <a:gd name="connsiteY137" fmla="*/ 3877046 h 3949544"/>
              <a:gd name="connsiteX138" fmla="*/ 5859536 w 6103852"/>
              <a:gd name="connsiteY138" fmla="*/ 3872452 h 3949544"/>
              <a:gd name="connsiteX139" fmla="*/ 5857311 w 6103852"/>
              <a:gd name="connsiteY139" fmla="*/ 3872391 h 3949544"/>
              <a:gd name="connsiteX140" fmla="*/ 5856704 w 6103852"/>
              <a:gd name="connsiteY140" fmla="*/ 3871583 h 3949544"/>
              <a:gd name="connsiteX141" fmla="*/ 5853060 w 6103852"/>
              <a:gd name="connsiteY141" fmla="*/ 3871490 h 3949544"/>
              <a:gd name="connsiteX142" fmla="*/ 5853060 w 6103852"/>
              <a:gd name="connsiteY142" fmla="*/ 3871521 h 3949544"/>
              <a:gd name="connsiteX143" fmla="*/ 5821830 w 6103852"/>
              <a:gd name="connsiteY143" fmla="*/ 3878163 h 3949544"/>
              <a:gd name="connsiteX144" fmla="*/ 5809554 w 6103852"/>
              <a:gd name="connsiteY144" fmla="*/ 3877139 h 3949544"/>
              <a:gd name="connsiteX145" fmla="*/ 5810793 w 6103852"/>
              <a:gd name="connsiteY145" fmla="*/ 3875372 h 3949544"/>
              <a:gd name="connsiteX146" fmla="*/ 5812512 w 6103852"/>
              <a:gd name="connsiteY146" fmla="*/ 3874998 h 3949544"/>
              <a:gd name="connsiteX147" fmla="*/ 5837267 w 6103852"/>
              <a:gd name="connsiteY147" fmla="*/ 3871988 h 3949544"/>
              <a:gd name="connsiteX148" fmla="*/ 5894056 w 6103852"/>
              <a:gd name="connsiteY148" fmla="*/ 3866102 h 3949544"/>
              <a:gd name="connsiteX149" fmla="*/ 5908475 w 6103852"/>
              <a:gd name="connsiteY149" fmla="*/ 3867032 h 3949544"/>
              <a:gd name="connsiteX150" fmla="*/ 5899131 w 6103852"/>
              <a:gd name="connsiteY150" fmla="*/ 3871397 h 3949544"/>
              <a:gd name="connsiteX151" fmla="*/ 5895759 w 6103852"/>
              <a:gd name="connsiteY151" fmla="*/ 3871305 h 3949544"/>
              <a:gd name="connsiteX152" fmla="*/ 5890700 w 6103852"/>
              <a:gd name="connsiteY152" fmla="*/ 3869752 h 3949544"/>
              <a:gd name="connsiteX153" fmla="*/ 2105644 w 6103852"/>
              <a:gd name="connsiteY153" fmla="*/ 3865594 h 3949544"/>
              <a:gd name="connsiteX154" fmla="*/ 2115695 w 6103852"/>
              <a:gd name="connsiteY154" fmla="*/ 3867735 h 3949544"/>
              <a:gd name="connsiteX155" fmla="*/ 2104429 w 6103852"/>
              <a:gd name="connsiteY155" fmla="*/ 3871769 h 3949544"/>
              <a:gd name="connsiteX156" fmla="*/ 2094716 w 6103852"/>
              <a:gd name="connsiteY156" fmla="*/ 3868417 h 3949544"/>
              <a:gd name="connsiteX157" fmla="*/ 2105172 w 6103852"/>
              <a:gd name="connsiteY157" fmla="*/ 3865594 h 3949544"/>
              <a:gd name="connsiteX158" fmla="*/ 2105644 w 6103852"/>
              <a:gd name="connsiteY158" fmla="*/ 3865594 h 3949544"/>
              <a:gd name="connsiteX159" fmla="*/ 5692117 w 6103852"/>
              <a:gd name="connsiteY159" fmla="*/ 3865315 h 3949544"/>
              <a:gd name="connsiteX160" fmla="*/ 5692108 w 6103852"/>
              <a:gd name="connsiteY160" fmla="*/ 3865319 h 3949544"/>
              <a:gd name="connsiteX161" fmla="*/ 5696300 w 6103852"/>
              <a:gd name="connsiteY161" fmla="*/ 3865501 h 3949544"/>
              <a:gd name="connsiteX162" fmla="*/ 5700010 w 6103852"/>
              <a:gd name="connsiteY162" fmla="*/ 3866960 h 3949544"/>
              <a:gd name="connsiteX163" fmla="*/ 5703450 w 6103852"/>
              <a:gd name="connsiteY163" fmla="*/ 3869224 h 3949544"/>
              <a:gd name="connsiteX164" fmla="*/ 5700956 w 6103852"/>
              <a:gd name="connsiteY164" fmla="*/ 3870496 h 3949544"/>
              <a:gd name="connsiteX165" fmla="*/ 5698324 w 6103852"/>
              <a:gd name="connsiteY165" fmla="*/ 3871305 h 3949544"/>
              <a:gd name="connsiteX166" fmla="*/ 5679714 w 6103852"/>
              <a:gd name="connsiteY166" fmla="*/ 3871797 h 3949544"/>
              <a:gd name="connsiteX167" fmla="*/ 5679707 w 6103852"/>
              <a:gd name="connsiteY167" fmla="*/ 3871800 h 3949544"/>
              <a:gd name="connsiteX168" fmla="*/ 5679573 w 6103852"/>
              <a:gd name="connsiteY168" fmla="*/ 3871800 h 3949544"/>
              <a:gd name="connsiteX169" fmla="*/ 5679437 w 6103852"/>
              <a:gd name="connsiteY169" fmla="*/ 3872297 h 3949544"/>
              <a:gd name="connsiteX170" fmla="*/ 5678358 w 6103852"/>
              <a:gd name="connsiteY170" fmla="*/ 3872297 h 3949544"/>
              <a:gd name="connsiteX171" fmla="*/ 5678288 w 6103852"/>
              <a:gd name="connsiteY171" fmla="*/ 3872298 h 3949544"/>
              <a:gd name="connsiteX172" fmla="*/ 5664260 w 6103852"/>
              <a:gd name="connsiteY172" fmla="*/ 3878721 h 3949544"/>
              <a:gd name="connsiteX173" fmla="*/ 5661090 w 6103852"/>
              <a:gd name="connsiteY173" fmla="*/ 3878629 h 3949544"/>
              <a:gd name="connsiteX174" fmla="*/ 5642742 w 6103852"/>
              <a:gd name="connsiteY174" fmla="*/ 3876642 h 3949544"/>
              <a:gd name="connsiteX175" fmla="*/ 5642000 w 6103852"/>
              <a:gd name="connsiteY175" fmla="*/ 3874781 h 3949544"/>
              <a:gd name="connsiteX176" fmla="*/ 5647127 w 6103852"/>
              <a:gd name="connsiteY176" fmla="*/ 3872794 h 3949544"/>
              <a:gd name="connsiteX177" fmla="*/ 5678288 w 6103852"/>
              <a:gd name="connsiteY177" fmla="*/ 3872298 h 3949544"/>
              <a:gd name="connsiteX178" fmla="*/ 5678290 w 6103852"/>
              <a:gd name="connsiteY178" fmla="*/ 3872297 h 3949544"/>
              <a:gd name="connsiteX179" fmla="*/ 5678358 w 6103852"/>
              <a:gd name="connsiteY179" fmla="*/ 3872297 h 3949544"/>
              <a:gd name="connsiteX180" fmla="*/ 5678627 w 6103852"/>
              <a:gd name="connsiteY180" fmla="*/ 3871800 h 3949544"/>
              <a:gd name="connsiteX181" fmla="*/ 5679573 w 6103852"/>
              <a:gd name="connsiteY181" fmla="*/ 3871800 h 3949544"/>
              <a:gd name="connsiteX182" fmla="*/ 5679714 w 6103852"/>
              <a:gd name="connsiteY182" fmla="*/ 3871797 h 3949544"/>
              <a:gd name="connsiteX183" fmla="*/ 5692108 w 6103852"/>
              <a:gd name="connsiteY183" fmla="*/ 3865319 h 3949544"/>
              <a:gd name="connsiteX184" fmla="*/ 5691983 w 6103852"/>
              <a:gd name="connsiteY184" fmla="*/ 3865315 h 3949544"/>
              <a:gd name="connsiteX185" fmla="*/ 1485886 w 6103852"/>
              <a:gd name="connsiteY185" fmla="*/ 3851782 h 3949544"/>
              <a:gd name="connsiteX186" fmla="*/ 1488112 w 6103852"/>
              <a:gd name="connsiteY186" fmla="*/ 3851845 h 3949544"/>
              <a:gd name="connsiteX187" fmla="*/ 1499917 w 6103852"/>
              <a:gd name="connsiteY187" fmla="*/ 3857525 h 3949544"/>
              <a:gd name="connsiteX188" fmla="*/ 1487236 w 6103852"/>
              <a:gd name="connsiteY188" fmla="*/ 3864321 h 3949544"/>
              <a:gd name="connsiteX189" fmla="*/ 1483120 w 6103852"/>
              <a:gd name="connsiteY189" fmla="*/ 3863980 h 3949544"/>
              <a:gd name="connsiteX190" fmla="*/ 1474757 w 6103852"/>
              <a:gd name="connsiteY190" fmla="*/ 3856313 h 3949544"/>
              <a:gd name="connsiteX191" fmla="*/ 1485886 w 6103852"/>
              <a:gd name="connsiteY191" fmla="*/ 3851782 h 3949544"/>
              <a:gd name="connsiteX192" fmla="*/ 472608 w 6103852"/>
              <a:gd name="connsiteY192" fmla="*/ 3669202 h 3949544"/>
              <a:gd name="connsiteX193" fmla="*/ 480297 w 6103852"/>
              <a:gd name="connsiteY193" fmla="*/ 3670535 h 3949544"/>
              <a:gd name="connsiteX194" fmla="*/ 475979 w 6103852"/>
              <a:gd name="connsiteY194" fmla="*/ 3672336 h 3949544"/>
              <a:gd name="connsiteX195" fmla="*/ 472202 w 6103852"/>
              <a:gd name="connsiteY195" fmla="*/ 3671343 h 3949544"/>
              <a:gd name="connsiteX196" fmla="*/ 516654 w 6103852"/>
              <a:gd name="connsiteY196" fmla="*/ 3653931 h 3949544"/>
              <a:gd name="connsiteX197" fmla="*/ 521376 w 6103852"/>
              <a:gd name="connsiteY197" fmla="*/ 3656415 h 3949544"/>
              <a:gd name="connsiteX198" fmla="*/ 526958 w 6103852"/>
              <a:gd name="connsiteY198" fmla="*/ 3663638 h 3949544"/>
              <a:gd name="connsiteX199" fmla="*/ 531438 w 6103852"/>
              <a:gd name="connsiteY199" fmla="*/ 3664607 h 3949544"/>
              <a:gd name="connsiteX200" fmla="*/ 521673 w 6103852"/>
              <a:gd name="connsiteY200" fmla="*/ 3666167 h 3949544"/>
              <a:gd name="connsiteX201" fmla="*/ 534901 w 6103852"/>
              <a:gd name="connsiteY201" fmla="*/ 3673790 h 3949544"/>
              <a:gd name="connsiteX202" fmla="*/ 528862 w 6103852"/>
              <a:gd name="connsiteY202" fmla="*/ 3673762 h 3949544"/>
              <a:gd name="connsiteX203" fmla="*/ 512203 w 6103852"/>
              <a:gd name="connsiteY203" fmla="*/ 3656415 h 3949544"/>
              <a:gd name="connsiteX204" fmla="*/ 360111 w 6103852"/>
              <a:gd name="connsiteY204" fmla="*/ 3564814 h 3949544"/>
              <a:gd name="connsiteX205" fmla="*/ 376502 w 6103852"/>
              <a:gd name="connsiteY205" fmla="*/ 3575367 h 3949544"/>
              <a:gd name="connsiteX206" fmla="*/ 366721 w 6103852"/>
              <a:gd name="connsiteY206" fmla="*/ 3590883 h 3949544"/>
              <a:gd name="connsiteX207" fmla="*/ 379108 w 6103852"/>
              <a:gd name="connsiteY207" fmla="*/ 3596950 h 3949544"/>
              <a:gd name="connsiteX208" fmla="*/ 369741 w 6103852"/>
              <a:gd name="connsiteY208" fmla="*/ 3596950 h 3949544"/>
              <a:gd name="connsiteX209" fmla="*/ 356926 w 6103852"/>
              <a:gd name="connsiteY209" fmla="*/ 3607410 h 3949544"/>
              <a:gd name="connsiteX210" fmla="*/ 370753 w 6103852"/>
              <a:gd name="connsiteY210" fmla="*/ 3617713 h 3949544"/>
              <a:gd name="connsiteX211" fmla="*/ 383300 w 6103852"/>
              <a:gd name="connsiteY211" fmla="*/ 3624572 h 3949544"/>
              <a:gd name="connsiteX212" fmla="*/ 369068 w 6103852"/>
              <a:gd name="connsiteY212" fmla="*/ 3631585 h 3949544"/>
              <a:gd name="connsiteX213" fmla="*/ 364953 w 6103852"/>
              <a:gd name="connsiteY213" fmla="*/ 3631493 h 3949544"/>
              <a:gd name="connsiteX214" fmla="*/ 358409 w 6103852"/>
              <a:gd name="connsiteY214" fmla="*/ 3631339 h 3949544"/>
              <a:gd name="connsiteX215" fmla="*/ 342828 w 6103852"/>
              <a:gd name="connsiteY215" fmla="*/ 3631803 h 3949544"/>
              <a:gd name="connsiteX216" fmla="*/ 327179 w 6103852"/>
              <a:gd name="connsiteY216" fmla="*/ 3632268 h 3949544"/>
              <a:gd name="connsiteX217" fmla="*/ 309649 w 6103852"/>
              <a:gd name="connsiteY217" fmla="*/ 3630925 h 3949544"/>
              <a:gd name="connsiteX218" fmla="*/ 312827 w 6103852"/>
              <a:gd name="connsiteY218" fmla="*/ 3630361 h 3949544"/>
              <a:gd name="connsiteX219" fmla="*/ 353164 w 6103852"/>
              <a:gd name="connsiteY219" fmla="*/ 3627940 h 3949544"/>
              <a:gd name="connsiteX220" fmla="*/ 362269 w 6103852"/>
              <a:gd name="connsiteY220" fmla="*/ 3619932 h 3949544"/>
              <a:gd name="connsiteX221" fmla="*/ 348779 w 6103852"/>
              <a:gd name="connsiteY221" fmla="*/ 3604478 h 3949544"/>
              <a:gd name="connsiteX222" fmla="*/ 342843 w 6103852"/>
              <a:gd name="connsiteY222" fmla="*/ 3601932 h 3949544"/>
              <a:gd name="connsiteX223" fmla="*/ 332928 w 6103852"/>
              <a:gd name="connsiteY223" fmla="*/ 3604819 h 3949544"/>
              <a:gd name="connsiteX224" fmla="*/ 327802 w 6103852"/>
              <a:gd name="connsiteY224" fmla="*/ 3605812 h 3949544"/>
              <a:gd name="connsiteX225" fmla="*/ 323080 w 6103852"/>
              <a:gd name="connsiteY225" fmla="*/ 3603050 h 3949544"/>
              <a:gd name="connsiteX226" fmla="*/ 321191 w 6103852"/>
              <a:gd name="connsiteY226" fmla="*/ 3593212 h 3949544"/>
              <a:gd name="connsiteX227" fmla="*/ 291106 w 6103852"/>
              <a:gd name="connsiteY227" fmla="*/ 3578190 h 3949544"/>
              <a:gd name="connsiteX228" fmla="*/ 290365 w 6103852"/>
              <a:gd name="connsiteY228" fmla="*/ 3578190 h 3949544"/>
              <a:gd name="connsiteX229" fmla="*/ 290094 w 6103852"/>
              <a:gd name="connsiteY229" fmla="*/ 3578190 h 3949544"/>
              <a:gd name="connsiteX230" fmla="*/ 286048 w 6103852"/>
              <a:gd name="connsiteY230" fmla="*/ 3573846 h 3949544"/>
              <a:gd name="connsiteX231" fmla="*/ 291310 w 6103852"/>
              <a:gd name="connsiteY231" fmla="*/ 3571859 h 3949544"/>
              <a:gd name="connsiteX232" fmla="*/ 297920 w 6103852"/>
              <a:gd name="connsiteY232" fmla="*/ 3572045 h 3949544"/>
              <a:gd name="connsiteX233" fmla="*/ 356672 w 6103852"/>
              <a:gd name="connsiteY233" fmla="*/ 3564969 h 3949544"/>
              <a:gd name="connsiteX234" fmla="*/ 360111 w 6103852"/>
              <a:gd name="connsiteY234" fmla="*/ 3564814 h 3949544"/>
              <a:gd name="connsiteX235" fmla="*/ 432202 w 6103852"/>
              <a:gd name="connsiteY235" fmla="*/ 3478332 h 3949544"/>
              <a:gd name="connsiteX236" fmla="*/ 436452 w 6103852"/>
              <a:gd name="connsiteY236" fmla="*/ 3478612 h 3949544"/>
              <a:gd name="connsiteX237" fmla="*/ 428156 w 6103852"/>
              <a:gd name="connsiteY237" fmla="*/ 3482957 h 3949544"/>
              <a:gd name="connsiteX238" fmla="*/ 427549 w 6103852"/>
              <a:gd name="connsiteY238" fmla="*/ 3483640 h 3949544"/>
              <a:gd name="connsiteX239" fmla="*/ 426335 w 6103852"/>
              <a:gd name="connsiteY239" fmla="*/ 3483050 h 3949544"/>
              <a:gd name="connsiteX240" fmla="*/ 428088 w 6103852"/>
              <a:gd name="connsiteY240" fmla="*/ 3482957 h 3949544"/>
              <a:gd name="connsiteX241" fmla="*/ 432136 w 6103852"/>
              <a:gd name="connsiteY241" fmla="*/ 3478332 h 3949544"/>
              <a:gd name="connsiteX242" fmla="*/ 332351 w 6103852"/>
              <a:gd name="connsiteY242" fmla="*/ 3359696 h 3949544"/>
              <a:gd name="connsiteX243" fmla="*/ 331946 w 6103852"/>
              <a:gd name="connsiteY243" fmla="*/ 3360062 h 3949544"/>
              <a:gd name="connsiteX244" fmla="*/ 332740 w 6103852"/>
              <a:gd name="connsiteY244" fmla="*/ 3359794 h 3949544"/>
              <a:gd name="connsiteX245" fmla="*/ 509188 w 6103852"/>
              <a:gd name="connsiteY245" fmla="*/ 3345126 h 3949544"/>
              <a:gd name="connsiteX246" fmla="*/ 532589 w 6103852"/>
              <a:gd name="connsiteY246" fmla="*/ 3345403 h 3949544"/>
              <a:gd name="connsiteX247" fmla="*/ 532589 w 6103852"/>
              <a:gd name="connsiteY247" fmla="*/ 3351473 h 3949544"/>
              <a:gd name="connsiteX248" fmla="*/ 507177 w 6103852"/>
              <a:gd name="connsiteY248" fmla="*/ 3345992 h 3949544"/>
              <a:gd name="connsiteX249" fmla="*/ 488879 w 6103852"/>
              <a:gd name="connsiteY249" fmla="*/ 3330930 h 3949544"/>
              <a:gd name="connsiteX250" fmla="*/ 489486 w 6103852"/>
              <a:gd name="connsiteY250" fmla="*/ 3331613 h 3949544"/>
              <a:gd name="connsiteX251" fmla="*/ 497783 w 6103852"/>
              <a:gd name="connsiteY251" fmla="*/ 3335958 h 3949544"/>
              <a:gd name="connsiteX252" fmla="*/ 493532 w 6103852"/>
              <a:gd name="connsiteY252" fmla="*/ 3336237 h 3949544"/>
              <a:gd name="connsiteX253" fmla="*/ 493466 w 6103852"/>
              <a:gd name="connsiteY253" fmla="*/ 3336237 h 3949544"/>
              <a:gd name="connsiteX254" fmla="*/ 489418 w 6103852"/>
              <a:gd name="connsiteY254" fmla="*/ 3331613 h 3949544"/>
              <a:gd name="connsiteX255" fmla="*/ 487665 w 6103852"/>
              <a:gd name="connsiteY255" fmla="*/ 3331520 h 3949544"/>
              <a:gd name="connsiteX256" fmla="*/ 473102 w 6103852"/>
              <a:gd name="connsiteY256" fmla="*/ 3320507 h 3949544"/>
              <a:gd name="connsiteX257" fmla="*/ 472917 w 6103852"/>
              <a:gd name="connsiteY257" fmla="*/ 3320796 h 3949544"/>
              <a:gd name="connsiteX258" fmla="*/ 473679 w 6103852"/>
              <a:gd name="connsiteY258" fmla="*/ 3320676 h 3949544"/>
              <a:gd name="connsiteX259" fmla="*/ 430398 w 6103852"/>
              <a:gd name="connsiteY259" fmla="*/ 3182984 h 3949544"/>
              <a:gd name="connsiteX260" fmla="*/ 433253 w 6103852"/>
              <a:gd name="connsiteY260" fmla="*/ 3184392 h 3949544"/>
              <a:gd name="connsiteX261" fmla="*/ 432540 w 6103852"/>
              <a:gd name="connsiteY261" fmla="*/ 3184520 h 3949544"/>
              <a:gd name="connsiteX262" fmla="*/ 427934 w 6103852"/>
              <a:gd name="connsiteY262" fmla="*/ 3183040 h 3949544"/>
              <a:gd name="connsiteX263" fmla="*/ 388510 w 6103852"/>
              <a:gd name="connsiteY263" fmla="*/ 3182302 h 3949544"/>
              <a:gd name="connsiteX264" fmla="*/ 390015 w 6103852"/>
              <a:gd name="connsiteY264" fmla="*/ 3182347 h 3949544"/>
              <a:gd name="connsiteX265" fmla="*/ 392398 w 6103852"/>
              <a:gd name="connsiteY265" fmla="*/ 3186685 h 3949544"/>
              <a:gd name="connsiteX266" fmla="*/ 390854 w 6103852"/>
              <a:gd name="connsiteY266" fmla="*/ 3192030 h 3949544"/>
              <a:gd name="connsiteX267" fmla="*/ 365019 w 6103852"/>
              <a:gd name="connsiteY267" fmla="*/ 3194482 h 3949544"/>
              <a:gd name="connsiteX268" fmla="*/ 305391 w 6103852"/>
              <a:gd name="connsiteY268" fmla="*/ 3223686 h 3949544"/>
              <a:gd name="connsiteX269" fmla="*/ 315172 w 6103852"/>
              <a:gd name="connsiteY269" fmla="*/ 3239204 h 3949544"/>
              <a:gd name="connsiteX270" fmla="*/ 298781 w 6103852"/>
              <a:gd name="connsiteY270" fmla="*/ 3249756 h 3949544"/>
              <a:gd name="connsiteX271" fmla="*/ 295342 w 6103852"/>
              <a:gd name="connsiteY271" fmla="*/ 3249601 h 3949544"/>
              <a:gd name="connsiteX272" fmla="*/ 236590 w 6103852"/>
              <a:gd name="connsiteY272" fmla="*/ 3242525 h 3949544"/>
              <a:gd name="connsiteX273" fmla="*/ 229979 w 6103852"/>
              <a:gd name="connsiteY273" fmla="*/ 3242711 h 3949544"/>
              <a:gd name="connsiteX274" fmla="*/ 224718 w 6103852"/>
              <a:gd name="connsiteY274" fmla="*/ 3240725 h 3949544"/>
              <a:gd name="connsiteX275" fmla="*/ 228764 w 6103852"/>
              <a:gd name="connsiteY275" fmla="*/ 3236379 h 3949544"/>
              <a:gd name="connsiteX276" fmla="*/ 229034 w 6103852"/>
              <a:gd name="connsiteY276" fmla="*/ 3236379 h 3949544"/>
              <a:gd name="connsiteX277" fmla="*/ 229776 w 6103852"/>
              <a:gd name="connsiteY277" fmla="*/ 3236379 h 3949544"/>
              <a:gd name="connsiteX278" fmla="*/ 259861 w 6103852"/>
              <a:gd name="connsiteY278" fmla="*/ 3221359 h 3949544"/>
              <a:gd name="connsiteX279" fmla="*/ 261750 w 6103852"/>
              <a:gd name="connsiteY279" fmla="*/ 3211521 h 3949544"/>
              <a:gd name="connsiteX280" fmla="*/ 266471 w 6103852"/>
              <a:gd name="connsiteY280" fmla="*/ 3208759 h 3949544"/>
              <a:gd name="connsiteX281" fmla="*/ 271598 w 6103852"/>
              <a:gd name="connsiteY281" fmla="*/ 3209751 h 3949544"/>
              <a:gd name="connsiteX282" fmla="*/ 281513 w 6103852"/>
              <a:gd name="connsiteY282" fmla="*/ 3212637 h 3949544"/>
              <a:gd name="connsiteX283" fmla="*/ 287449 w 6103852"/>
              <a:gd name="connsiteY283" fmla="*/ 3210092 h 3949544"/>
              <a:gd name="connsiteX284" fmla="*/ 300939 w 6103852"/>
              <a:gd name="connsiteY284" fmla="*/ 3194637 h 3949544"/>
              <a:gd name="connsiteX285" fmla="*/ 293885 w 6103852"/>
              <a:gd name="connsiteY285" fmla="*/ 3188435 h 3949544"/>
              <a:gd name="connsiteX286" fmla="*/ 323552 w 6103852"/>
              <a:gd name="connsiteY286" fmla="*/ 3189844 h 3949544"/>
              <a:gd name="connsiteX287" fmla="*/ 354580 w 6103852"/>
              <a:gd name="connsiteY287" fmla="*/ 3189222 h 3949544"/>
              <a:gd name="connsiteX288" fmla="*/ 388510 w 6103852"/>
              <a:gd name="connsiteY288" fmla="*/ 3182302 h 3949544"/>
              <a:gd name="connsiteX289" fmla="*/ 541136 w 6103852"/>
              <a:gd name="connsiteY289" fmla="*/ 3120411 h 3949544"/>
              <a:gd name="connsiteX290" fmla="*/ 565105 w 6103852"/>
              <a:gd name="connsiteY290" fmla="*/ 3122700 h 3949544"/>
              <a:gd name="connsiteX291" fmla="*/ 563533 w 6103852"/>
              <a:gd name="connsiteY291" fmla="*/ 3126352 h 3949544"/>
              <a:gd name="connsiteX292" fmla="*/ 535940 w 6103852"/>
              <a:gd name="connsiteY292" fmla="*/ 3126396 h 3949544"/>
              <a:gd name="connsiteX293" fmla="*/ 533968 w 6103852"/>
              <a:gd name="connsiteY293" fmla="*/ 3125130 h 3949544"/>
              <a:gd name="connsiteX294" fmla="*/ 541136 w 6103852"/>
              <a:gd name="connsiteY294" fmla="*/ 3120411 h 3949544"/>
              <a:gd name="connsiteX295" fmla="*/ 485923 w 6103852"/>
              <a:gd name="connsiteY295" fmla="*/ 3073057 h 3949544"/>
              <a:gd name="connsiteX296" fmla="*/ 484943 w 6103852"/>
              <a:gd name="connsiteY296" fmla="*/ 3073179 h 3949544"/>
              <a:gd name="connsiteX297" fmla="*/ 485229 w 6103852"/>
              <a:gd name="connsiteY297" fmla="*/ 3073425 h 3949544"/>
              <a:gd name="connsiteX298" fmla="*/ 473158 w 6103852"/>
              <a:gd name="connsiteY298" fmla="*/ 3063056 h 3949544"/>
              <a:gd name="connsiteX299" fmla="*/ 473765 w 6103852"/>
              <a:gd name="connsiteY299" fmla="*/ 3063577 h 3949544"/>
              <a:gd name="connsiteX300" fmla="*/ 473967 w 6103852"/>
              <a:gd name="connsiteY300" fmla="*/ 3063509 h 3949544"/>
              <a:gd name="connsiteX301" fmla="*/ 537493 w 6103852"/>
              <a:gd name="connsiteY301" fmla="*/ 3060081 h 3949544"/>
              <a:gd name="connsiteX302" fmla="*/ 537844 w 6103852"/>
              <a:gd name="connsiteY302" fmla="*/ 3061297 h 3949544"/>
              <a:gd name="connsiteX303" fmla="*/ 536838 w 6103852"/>
              <a:gd name="connsiteY303" fmla="*/ 3061657 h 3949544"/>
              <a:gd name="connsiteX304" fmla="*/ 472608 w 6103852"/>
              <a:gd name="connsiteY304" fmla="*/ 2967141 h 3949544"/>
              <a:gd name="connsiteX305" fmla="*/ 480297 w 6103852"/>
              <a:gd name="connsiteY305" fmla="*/ 2968475 h 3949544"/>
              <a:gd name="connsiteX306" fmla="*/ 475979 w 6103852"/>
              <a:gd name="connsiteY306" fmla="*/ 2970276 h 3949544"/>
              <a:gd name="connsiteX307" fmla="*/ 472202 w 6103852"/>
              <a:gd name="connsiteY307" fmla="*/ 2969282 h 3949544"/>
              <a:gd name="connsiteX308" fmla="*/ 511638 w 6103852"/>
              <a:gd name="connsiteY308" fmla="*/ 2960346 h 3949544"/>
              <a:gd name="connsiteX309" fmla="*/ 526367 w 6103852"/>
              <a:gd name="connsiteY309" fmla="*/ 2960813 h 3949544"/>
              <a:gd name="connsiteX310" fmla="*/ 526958 w 6103852"/>
              <a:gd name="connsiteY310" fmla="*/ 2961578 h 3949544"/>
              <a:gd name="connsiteX311" fmla="*/ 531438 w 6103852"/>
              <a:gd name="connsiteY311" fmla="*/ 2962546 h 3949544"/>
              <a:gd name="connsiteX312" fmla="*/ 521673 w 6103852"/>
              <a:gd name="connsiteY312" fmla="*/ 2964106 h 3949544"/>
              <a:gd name="connsiteX313" fmla="*/ 534901 w 6103852"/>
              <a:gd name="connsiteY313" fmla="*/ 2971729 h 3949544"/>
              <a:gd name="connsiteX314" fmla="*/ 528862 w 6103852"/>
              <a:gd name="connsiteY314" fmla="*/ 2971702 h 3949544"/>
              <a:gd name="connsiteX315" fmla="*/ 511047 w 6103852"/>
              <a:gd name="connsiteY315" fmla="*/ 2966614 h 3949544"/>
              <a:gd name="connsiteX316" fmla="*/ 516654 w 6103852"/>
              <a:gd name="connsiteY316" fmla="*/ 2951871 h 3949544"/>
              <a:gd name="connsiteX317" fmla="*/ 521376 w 6103852"/>
              <a:gd name="connsiteY317" fmla="*/ 2954355 h 3949544"/>
              <a:gd name="connsiteX318" fmla="*/ 524213 w 6103852"/>
              <a:gd name="connsiteY318" fmla="*/ 2958026 h 3949544"/>
              <a:gd name="connsiteX319" fmla="*/ 511749 w 6103852"/>
              <a:gd name="connsiteY319" fmla="*/ 2959171 h 3949544"/>
              <a:gd name="connsiteX320" fmla="*/ 512203 w 6103852"/>
              <a:gd name="connsiteY320" fmla="*/ 2954355 h 3949544"/>
              <a:gd name="connsiteX321" fmla="*/ 349415 w 6103852"/>
              <a:gd name="connsiteY321" fmla="*/ 2926105 h 3949544"/>
              <a:gd name="connsiteX322" fmla="*/ 346336 w 6103852"/>
              <a:gd name="connsiteY322" fmla="*/ 2927541 h 3949544"/>
              <a:gd name="connsiteX323" fmla="*/ 350835 w 6103852"/>
              <a:gd name="connsiteY323" fmla="*/ 2929504 h 3949544"/>
              <a:gd name="connsiteX324" fmla="*/ 342828 w 6103852"/>
              <a:gd name="connsiteY324" fmla="*/ 2929743 h 3949544"/>
              <a:gd name="connsiteX325" fmla="*/ 327179 w 6103852"/>
              <a:gd name="connsiteY325" fmla="*/ 2930208 h 3949544"/>
              <a:gd name="connsiteX326" fmla="*/ 309649 w 6103852"/>
              <a:gd name="connsiteY326" fmla="*/ 2928865 h 3949544"/>
              <a:gd name="connsiteX327" fmla="*/ 312827 w 6103852"/>
              <a:gd name="connsiteY327" fmla="*/ 2928301 h 3949544"/>
              <a:gd name="connsiteX328" fmla="*/ 332410 w 6103852"/>
              <a:gd name="connsiteY328" fmla="*/ 2902859 h 3949544"/>
              <a:gd name="connsiteX329" fmla="*/ 327802 w 6103852"/>
              <a:gd name="connsiteY329" fmla="*/ 2903752 h 3949544"/>
              <a:gd name="connsiteX330" fmla="*/ 327327 w 6103852"/>
              <a:gd name="connsiteY330" fmla="*/ 2903474 h 3949544"/>
              <a:gd name="connsiteX331" fmla="*/ 364330 w 6103852"/>
              <a:gd name="connsiteY331" fmla="*/ 2899306 h 3949544"/>
              <a:gd name="connsiteX332" fmla="*/ 356926 w 6103852"/>
              <a:gd name="connsiteY332" fmla="*/ 2905349 h 3949544"/>
              <a:gd name="connsiteX333" fmla="*/ 370753 w 6103852"/>
              <a:gd name="connsiteY333" fmla="*/ 2915652 h 3949544"/>
              <a:gd name="connsiteX334" fmla="*/ 380304 w 6103852"/>
              <a:gd name="connsiteY334" fmla="*/ 2920874 h 3949544"/>
              <a:gd name="connsiteX335" fmla="*/ 354403 w 6103852"/>
              <a:gd name="connsiteY335" fmla="*/ 2924791 h 3949544"/>
              <a:gd name="connsiteX336" fmla="*/ 362269 w 6103852"/>
              <a:gd name="connsiteY336" fmla="*/ 2917872 h 3949544"/>
              <a:gd name="connsiteX337" fmla="*/ 348779 w 6103852"/>
              <a:gd name="connsiteY337" fmla="*/ 2902418 h 3949544"/>
              <a:gd name="connsiteX338" fmla="*/ 345980 w 6103852"/>
              <a:gd name="connsiteY338" fmla="*/ 2901218 h 3949544"/>
              <a:gd name="connsiteX339" fmla="*/ 352609 w 6103852"/>
              <a:gd name="connsiteY339" fmla="*/ 2900415 h 3949544"/>
              <a:gd name="connsiteX340" fmla="*/ 358533 w 6103852"/>
              <a:gd name="connsiteY340" fmla="*/ 2862824 h 3949544"/>
              <a:gd name="connsiteX341" fmla="*/ 356926 w 6103852"/>
              <a:gd name="connsiteY341" fmla="*/ 2864136 h 3949544"/>
              <a:gd name="connsiteX342" fmla="*/ 370753 w 6103852"/>
              <a:gd name="connsiteY342" fmla="*/ 2874439 h 3949544"/>
              <a:gd name="connsiteX343" fmla="*/ 374498 w 6103852"/>
              <a:gd name="connsiteY343" fmla="*/ 2876486 h 3949544"/>
              <a:gd name="connsiteX344" fmla="*/ 367072 w 6103852"/>
              <a:gd name="connsiteY344" fmla="*/ 2888267 h 3949544"/>
              <a:gd name="connsiteX345" fmla="*/ 364953 w 6103852"/>
              <a:gd name="connsiteY345" fmla="*/ 2888219 h 3949544"/>
              <a:gd name="connsiteX346" fmla="*/ 358409 w 6103852"/>
              <a:gd name="connsiteY346" fmla="*/ 2888065 h 3949544"/>
              <a:gd name="connsiteX347" fmla="*/ 342828 w 6103852"/>
              <a:gd name="connsiteY347" fmla="*/ 2888530 h 3949544"/>
              <a:gd name="connsiteX348" fmla="*/ 327179 w 6103852"/>
              <a:gd name="connsiteY348" fmla="*/ 2888994 h 3949544"/>
              <a:gd name="connsiteX349" fmla="*/ 315750 w 6103852"/>
              <a:gd name="connsiteY349" fmla="*/ 2888120 h 3949544"/>
              <a:gd name="connsiteX350" fmla="*/ 313795 w 6103852"/>
              <a:gd name="connsiteY350" fmla="*/ 2887029 h 3949544"/>
              <a:gd name="connsiteX351" fmla="*/ 353164 w 6103852"/>
              <a:gd name="connsiteY351" fmla="*/ 2884667 h 3949544"/>
              <a:gd name="connsiteX352" fmla="*/ 362269 w 6103852"/>
              <a:gd name="connsiteY352" fmla="*/ 2876659 h 3949544"/>
              <a:gd name="connsiteX353" fmla="*/ 350876 w 6103852"/>
              <a:gd name="connsiteY353" fmla="*/ 2863606 h 3949544"/>
              <a:gd name="connsiteX354" fmla="*/ 356672 w 6103852"/>
              <a:gd name="connsiteY354" fmla="*/ 2862908 h 3949544"/>
              <a:gd name="connsiteX355" fmla="*/ 337620 w 6103852"/>
              <a:gd name="connsiteY355" fmla="*/ 2823989 h 3949544"/>
              <a:gd name="connsiteX356" fmla="*/ 337150 w 6103852"/>
              <a:gd name="connsiteY356" fmla="*/ 2824430 h 3949544"/>
              <a:gd name="connsiteX357" fmla="*/ 321850 w 6103852"/>
              <a:gd name="connsiteY357" fmla="*/ 2826084 h 3949544"/>
              <a:gd name="connsiteX358" fmla="*/ 317870 w 6103852"/>
              <a:gd name="connsiteY358" fmla="*/ 2831981 h 3949544"/>
              <a:gd name="connsiteX359" fmla="*/ 324065 w 6103852"/>
              <a:gd name="connsiteY359" fmla="*/ 2836674 h 3949544"/>
              <a:gd name="connsiteX360" fmla="*/ 323275 w 6103852"/>
              <a:gd name="connsiteY360" fmla="*/ 2837413 h 3949544"/>
              <a:gd name="connsiteX361" fmla="*/ 306317 w 6103852"/>
              <a:gd name="connsiteY361" fmla="*/ 2841734 h 3949544"/>
              <a:gd name="connsiteX362" fmla="*/ 291106 w 6103852"/>
              <a:gd name="connsiteY362" fmla="*/ 2834917 h 3949544"/>
              <a:gd name="connsiteX363" fmla="*/ 290365 w 6103852"/>
              <a:gd name="connsiteY363" fmla="*/ 2834917 h 3949544"/>
              <a:gd name="connsiteX364" fmla="*/ 290094 w 6103852"/>
              <a:gd name="connsiteY364" fmla="*/ 2834917 h 3949544"/>
              <a:gd name="connsiteX365" fmla="*/ 286048 w 6103852"/>
              <a:gd name="connsiteY365" fmla="*/ 2830572 h 3949544"/>
              <a:gd name="connsiteX366" fmla="*/ 291310 w 6103852"/>
              <a:gd name="connsiteY366" fmla="*/ 2828585 h 3949544"/>
              <a:gd name="connsiteX367" fmla="*/ 297920 w 6103852"/>
              <a:gd name="connsiteY367" fmla="*/ 2828771 h 3949544"/>
              <a:gd name="connsiteX368" fmla="*/ 432202 w 6103852"/>
              <a:gd name="connsiteY368" fmla="*/ 2776272 h 3949544"/>
              <a:gd name="connsiteX369" fmla="*/ 436452 w 6103852"/>
              <a:gd name="connsiteY369" fmla="*/ 2776552 h 3949544"/>
              <a:gd name="connsiteX370" fmla="*/ 432413 w 6103852"/>
              <a:gd name="connsiteY370" fmla="*/ 2778667 h 3949544"/>
              <a:gd name="connsiteX371" fmla="*/ 430052 w 6103852"/>
              <a:gd name="connsiteY371" fmla="*/ 2778653 h 3949544"/>
              <a:gd name="connsiteX372" fmla="*/ 432136 w 6103852"/>
              <a:gd name="connsiteY372" fmla="*/ 2776272 h 3949544"/>
              <a:gd name="connsiteX373" fmla="*/ 332351 w 6103852"/>
              <a:gd name="connsiteY373" fmla="*/ 2616422 h 3949544"/>
              <a:gd name="connsiteX374" fmla="*/ 331946 w 6103852"/>
              <a:gd name="connsiteY374" fmla="*/ 2616789 h 3949544"/>
              <a:gd name="connsiteX375" fmla="*/ 332740 w 6103852"/>
              <a:gd name="connsiteY375" fmla="*/ 2616520 h 3949544"/>
              <a:gd name="connsiteX376" fmla="*/ 509188 w 6103852"/>
              <a:gd name="connsiteY376" fmla="*/ 2601852 h 3949544"/>
              <a:gd name="connsiteX377" fmla="*/ 532589 w 6103852"/>
              <a:gd name="connsiteY377" fmla="*/ 2602129 h 3949544"/>
              <a:gd name="connsiteX378" fmla="*/ 532589 w 6103852"/>
              <a:gd name="connsiteY378" fmla="*/ 2608200 h 3949544"/>
              <a:gd name="connsiteX379" fmla="*/ 507177 w 6103852"/>
              <a:gd name="connsiteY379" fmla="*/ 2602719 h 3949544"/>
              <a:gd name="connsiteX380" fmla="*/ 471034 w 6103852"/>
              <a:gd name="connsiteY380" fmla="*/ 2590522 h 3949544"/>
              <a:gd name="connsiteX381" fmla="*/ 476587 w 6103852"/>
              <a:gd name="connsiteY381" fmla="*/ 2590556 h 3949544"/>
              <a:gd name="connsiteX382" fmla="*/ 479865 w 6103852"/>
              <a:gd name="connsiteY382" fmla="*/ 2591155 h 3949544"/>
              <a:gd name="connsiteX383" fmla="*/ 478132 w 6103852"/>
              <a:gd name="connsiteY383" fmla="*/ 2593572 h 3949544"/>
              <a:gd name="connsiteX384" fmla="*/ 463628 w 6103852"/>
              <a:gd name="connsiteY384" fmla="*/ 2592095 h 3949544"/>
              <a:gd name="connsiteX385" fmla="*/ 463893 w 6103852"/>
              <a:gd name="connsiteY385" fmla="*/ 2591679 h 3949544"/>
              <a:gd name="connsiteX386" fmla="*/ 244987 w 6103852"/>
              <a:gd name="connsiteY386" fmla="*/ 2527501 h 3949544"/>
              <a:gd name="connsiteX387" fmla="*/ 261943 w 6103852"/>
              <a:gd name="connsiteY387" fmla="*/ 2531823 h 3949544"/>
              <a:gd name="connsiteX388" fmla="*/ 276288 w 6103852"/>
              <a:gd name="connsiteY388" fmla="*/ 2545245 h 3949544"/>
              <a:gd name="connsiteX389" fmla="*/ 236590 w 6103852"/>
              <a:gd name="connsiteY389" fmla="*/ 2540464 h 3949544"/>
              <a:gd name="connsiteX390" fmla="*/ 229979 w 6103852"/>
              <a:gd name="connsiteY390" fmla="*/ 2540651 h 3949544"/>
              <a:gd name="connsiteX391" fmla="*/ 224718 w 6103852"/>
              <a:gd name="connsiteY391" fmla="*/ 2538665 h 3949544"/>
              <a:gd name="connsiteX392" fmla="*/ 228764 w 6103852"/>
              <a:gd name="connsiteY392" fmla="*/ 2534319 h 3949544"/>
              <a:gd name="connsiteX393" fmla="*/ 229034 w 6103852"/>
              <a:gd name="connsiteY393" fmla="*/ 2534319 h 3949544"/>
              <a:gd name="connsiteX394" fmla="*/ 229776 w 6103852"/>
              <a:gd name="connsiteY394" fmla="*/ 2534319 h 3949544"/>
              <a:gd name="connsiteX395" fmla="*/ 293885 w 6103852"/>
              <a:gd name="connsiteY395" fmla="*/ 2486374 h 3949544"/>
              <a:gd name="connsiteX396" fmla="*/ 309620 w 6103852"/>
              <a:gd name="connsiteY396" fmla="*/ 2487121 h 3949544"/>
              <a:gd name="connsiteX397" fmla="*/ 315172 w 6103852"/>
              <a:gd name="connsiteY397" fmla="*/ 2495931 h 3949544"/>
              <a:gd name="connsiteX398" fmla="*/ 298781 w 6103852"/>
              <a:gd name="connsiteY398" fmla="*/ 2506483 h 3949544"/>
              <a:gd name="connsiteX399" fmla="*/ 295342 w 6103852"/>
              <a:gd name="connsiteY399" fmla="*/ 2506327 h 3949544"/>
              <a:gd name="connsiteX400" fmla="*/ 289546 w 6103852"/>
              <a:gd name="connsiteY400" fmla="*/ 2505629 h 3949544"/>
              <a:gd name="connsiteX401" fmla="*/ 300939 w 6103852"/>
              <a:gd name="connsiteY401" fmla="*/ 2492577 h 3949544"/>
              <a:gd name="connsiteX402" fmla="*/ 260005 w 6103852"/>
              <a:gd name="connsiteY402" fmla="*/ 2477334 h 3949544"/>
              <a:gd name="connsiteX403" fmla="*/ 262305 w 6103852"/>
              <a:gd name="connsiteY403" fmla="*/ 2480180 h 3949544"/>
              <a:gd name="connsiteX404" fmla="*/ 280468 w 6103852"/>
              <a:gd name="connsiteY404" fmla="*/ 2483889 h 3949544"/>
              <a:gd name="connsiteX405" fmla="*/ 252465 w 6103852"/>
              <a:gd name="connsiteY405" fmla="*/ 2482207 h 3949544"/>
              <a:gd name="connsiteX406" fmla="*/ 259861 w 6103852"/>
              <a:gd name="connsiteY406" fmla="*/ 2478085 h 3949544"/>
              <a:gd name="connsiteX407" fmla="*/ 266471 w 6103852"/>
              <a:gd name="connsiteY407" fmla="*/ 2465485 h 3949544"/>
              <a:gd name="connsiteX408" fmla="*/ 271055 w 6103852"/>
              <a:gd name="connsiteY408" fmla="*/ 2466372 h 3949544"/>
              <a:gd name="connsiteX409" fmla="*/ 266014 w 6103852"/>
              <a:gd name="connsiteY409" fmla="*/ 2467236 h 3949544"/>
              <a:gd name="connsiteX410" fmla="*/ 264193 w 6103852"/>
              <a:gd name="connsiteY410" fmla="*/ 2467236 h 3949544"/>
              <a:gd name="connsiteX411" fmla="*/ 261730 w 6103852"/>
              <a:gd name="connsiteY411" fmla="*/ 2468353 h 3949544"/>
              <a:gd name="connsiteX412" fmla="*/ 261750 w 6103852"/>
              <a:gd name="connsiteY412" fmla="*/ 2468247 h 3949544"/>
              <a:gd name="connsiteX413" fmla="*/ 266471 w 6103852"/>
              <a:gd name="connsiteY413" fmla="*/ 2465485 h 3949544"/>
              <a:gd name="connsiteX414" fmla="*/ 388510 w 6103852"/>
              <a:gd name="connsiteY414" fmla="*/ 2439028 h 3949544"/>
              <a:gd name="connsiteX415" fmla="*/ 390015 w 6103852"/>
              <a:gd name="connsiteY415" fmla="*/ 2439074 h 3949544"/>
              <a:gd name="connsiteX416" fmla="*/ 392398 w 6103852"/>
              <a:gd name="connsiteY416" fmla="*/ 2443412 h 3949544"/>
              <a:gd name="connsiteX417" fmla="*/ 390854 w 6103852"/>
              <a:gd name="connsiteY417" fmla="*/ 2448757 h 3949544"/>
              <a:gd name="connsiteX418" fmla="*/ 365019 w 6103852"/>
              <a:gd name="connsiteY418" fmla="*/ 2451208 h 3949544"/>
              <a:gd name="connsiteX419" fmla="*/ 345870 w 6103852"/>
              <a:gd name="connsiteY419" fmla="*/ 2460587 h 3949544"/>
              <a:gd name="connsiteX420" fmla="*/ 343383 w 6103852"/>
              <a:gd name="connsiteY420" fmla="*/ 2460286 h 3949544"/>
              <a:gd name="connsiteX421" fmla="*/ 331781 w 6103852"/>
              <a:gd name="connsiteY421" fmla="*/ 2463979 h 3949544"/>
              <a:gd name="connsiteX422" fmla="*/ 319504 w 6103852"/>
              <a:gd name="connsiteY422" fmla="*/ 2462024 h 3949544"/>
              <a:gd name="connsiteX423" fmla="*/ 307767 w 6103852"/>
              <a:gd name="connsiteY423" fmla="*/ 2460068 h 3949544"/>
              <a:gd name="connsiteX424" fmla="*/ 302034 w 6103852"/>
              <a:gd name="connsiteY424" fmla="*/ 2461062 h 3949544"/>
              <a:gd name="connsiteX425" fmla="*/ 290792 w 6103852"/>
              <a:gd name="connsiteY425" fmla="*/ 2462989 h 3949544"/>
              <a:gd name="connsiteX426" fmla="*/ 300939 w 6103852"/>
              <a:gd name="connsiteY426" fmla="*/ 2451363 h 3949544"/>
              <a:gd name="connsiteX427" fmla="*/ 293885 w 6103852"/>
              <a:gd name="connsiteY427" fmla="*/ 2445161 h 3949544"/>
              <a:gd name="connsiteX428" fmla="*/ 323552 w 6103852"/>
              <a:gd name="connsiteY428" fmla="*/ 2446570 h 3949544"/>
              <a:gd name="connsiteX429" fmla="*/ 354580 w 6103852"/>
              <a:gd name="connsiteY429" fmla="*/ 2445949 h 3949544"/>
              <a:gd name="connsiteX430" fmla="*/ 388510 w 6103852"/>
              <a:gd name="connsiteY430" fmla="*/ 2439028 h 3949544"/>
              <a:gd name="connsiteX431" fmla="*/ 485923 w 6103852"/>
              <a:gd name="connsiteY431" fmla="*/ 2370997 h 3949544"/>
              <a:gd name="connsiteX432" fmla="*/ 484943 w 6103852"/>
              <a:gd name="connsiteY432" fmla="*/ 2371119 h 3949544"/>
              <a:gd name="connsiteX433" fmla="*/ 485229 w 6103852"/>
              <a:gd name="connsiteY433" fmla="*/ 2371365 h 3949544"/>
              <a:gd name="connsiteX434" fmla="*/ 474578 w 6103852"/>
              <a:gd name="connsiteY434" fmla="*/ 2362216 h 3949544"/>
              <a:gd name="connsiteX435" fmla="*/ 478226 w 6103852"/>
              <a:gd name="connsiteY435" fmla="*/ 2364006 h 3949544"/>
              <a:gd name="connsiteX436" fmla="*/ 487598 w 6103852"/>
              <a:gd name="connsiteY436" fmla="*/ 2371205 h 3949544"/>
              <a:gd name="connsiteX437" fmla="*/ 496267 w 6103852"/>
              <a:gd name="connsiteY437" fmla="*/ 2380759 h 3949544"/>
              <a:gd name="connsiteX438" fmla="*/ 502572 w 6103852"/>
              <a:gd name="connsiteY438" fmla="*/ 2383175 h 3949544"/>
              <a:gd name="connsiteX439" fmla="*/ 484829 w 6103852"/>
              <a:gd name="connsiteY439" fmla="*/ 2383202 h 3949544"/>
              <a:gd name="connsiteX440" fmla="*/ 471657 w 6103852"/>
              <a:gd name="connsiteY440" fmla="*/ 2372777 h 3949544"/>
              <a:gd name="connsiteX441" fmla="*/ 484943 w 6103852"/>
              <a:gd name="connsiteY441" fmla="*/ 2371119 h 3949544"/>
              <a:gd name="connsiteX442" fmla="*/ 485923 w 6103852"/>
              <a:gd name="connsiteY442" fmla="*/ 2329784 h 3949544"/>
              <a:gd name="connsiteX443" fmla="*/ 484943 w 6103852"/>
              <a:gd name="connsiteY443" fmla="*/ 2329906 h 3949544"/>
              <a:gd name="connsiteX444" fmla="*/ 485229 w 6103852"/>
              <a:gd name="connsiteY444" fmla="*/ 2330151 h 3949544"/>
              <a:gd name="connsiteX445" fmla="*/ 473158 w 6103852"/>
              <a:gd name="connsiteY445" fmla="*/ 2319782 h 3949544"/>
              <a:gd name="connsiteX446" fmla="*/ 473765 w 6103852"/>
              <a:gd name="connsiteY446" fmla="*/ 2320304 h 3949544"/>
              <a:gd name="connsiteX447" fmla="*/ 473967 w 6103852"/>
              <a:gd name="connsiteY447" fmla="*/ 2320235 h 3949544"/>
              <a:gd name="connsiteX448" fmla="*/ 472608 w 6103852"/>
              <a:gd name="connsiteY448" fmla="*/ 2196449 h 3949544"/>
              <a:gd name="connsiteX449" fmla="*/ 480297 w 6103852"/>
              <a:gd name="connsiteY449" fmla="*/ 2197783 h 3949544"/>
              <a:gd name="connsiteX450" fmla="*/ 475979 w 6103852"/>
              <a:gd name="connsiteY450" fmla="*/ 2199584 h 3949544"/>
              <a:gd name="connsiteX451" fmla="*/ 472202 w 6103852"/>
              <a:gd name="connsiteY451" fmla="*/ 2198590 h 3949544"/>
              <a:gd name="connsiteX452" fmla="*/ 516654 w 6103852"/>
              <a:gd name="connsiteY452" fmla="*/ 2181179 h 3949544"/>
              <a:gd name="connsiteX453" fmla="*/ 521376 w 6103852"/>
              <a:gd name="connsiteY453" fmla="*/ 2183663 h 3949544"/>
              <a:gd name="connsiteX454" fmla="*/ 526958 w 6103852"/>
              <a:gd name="connsiteY454" fmla="*/ 2190886 h 3949544"/>
              <a:gd name="connsiteX455" fmla="*/ 531438 w 6103852"/>
              <a:gd name="connsiteY455" fmla="*/ 2191854 h 3949544"/>
              <a:gd name="connsiteX456" fmla="*/ 521673 w 6103852"/>
              <a:gd name="connsiteY456" fmla="*/ 2193414 h 3949544"/>
              <a:gd name="connsiteX457" fmla="*/ 534901 w 6103852"/>
              <a:gd name="connsiteY457" fmla="*/ 2201037 h 3949544"/>
              <a:gd name="connsiteX458" fmla="*/ 528862 w 6103852"/>
              <a:gd name="connsiteY458" fmla="*/ 2201010 h 3949544"/>
              <a:gd name="connsiteX459" fmla="*/ 512203 w 6103852"/>
              <a:gd name="connsiteY459" fmla="*/ 2183663 h 3949544"/>
              <a:gd name="connsiteX460" fmla="*/ 360111 w 6103852"/>
              <a:gd name="connsiteY460" fmla="*/ 2092061 h 3949544"/>
              <a:gd name="connsiteX461" fmla="*/ 376502 w 6103852"/>
              <a:gd name="connsiteY461" fmla="*/ 2102614 h 3949544"/>
              <a:gd name="connsiteX462" fmla="*/ 366721 w 6103852"/>
              <a:gd name="connsiteY462" fmla="*/ 2118131 h 3949544"/>
              <a:gd name="connsiteX463" fmla="*/ 379108 w 6103852"/>
              <a:gd name="connsiteY463" fmla="*/ 2124198 h 3949544"/>
              <a:gd name="connsiteX464" fmla="*/ 369741 w 6103852"/>
              <a:gd name="connsiteY464" fmla="*/ 2124198 h 3949544"/>
              <a:gd name="connsiteX465" fmla="*/ 356926 w 6103852"/>
              <a:gd name="connsiteY465" fmla="*/ 2134657 h 3949544"/>
              <a:gd name="connsiteX466" fmla="*/ 370753 w 6103852"/>
              <a:gd name="connsiteY466" fmla="*/ 2144960 h 3949544"/>
              <a:gd name="connsiteX467" fmla="*/ 383300 w 6103852"/>
              <a:gd name="connsiteY467" fmla="*/ 2151819 h 3949544"/>
              <a:gd name="connsiteX468" fmla="*/ 369068 w 6103852"/>
              <a:gd name="connsiteY468" fmla="*/ 2158833 h 3949544"/>
              <a:gd name="connsiteX469" fmla="*/ 364953 w 6103852"/>
              <a:gd name="connsiteY469" fmla="*/ 2158740 h 3949544"/>
              <a:gd name="connsiteX470" fmla="*/ 358409 w 6103852"/>
              <a:gd name="connsiteY470" fmla="*/ 2158586 h 3949544"/>
              <a:gd name="connsiteX471" fmla="*/ 342828 w 6103852"/>
              <a:gd name="connsiteY471" fmla="*/ 2159051 h 3949544"/>
              <a:gd name="connsiteX472" fmla="*/ 327179 w 6103852"/>
              <a:gd name="connsiteY472" fmla="*/ 2159516 h 3949544"/>
              <a:gd name="connsiteX473" fmla="*/ 309649 w 6103852"/>
              <a:gd name="connsiteY473" fmla="*/ 2158173 h 3949544"/>
              <a:gd name="connsiteX474" fmla="*/ 312827 w 6103852"/>
              <a:gd name="connsiteY474" fmla="*/ 2157609 h 3949544"/>
              <a:gd name="connsiteX475" fmla="*/ 353164 w 6103852"/>
              <a:gd name="connsiteY475" fmla="*/ 2155188 h 3949544"/>
              <a:gd name="connsiteX476" fmla="*/ 362269 w 6103852"/>
              <a:gd name="connsiteY476" fmla="*/ 2147180 h 3949544"/>
              <a:gd name="connsiteX477" fmla="*/ 348779 w 6103852"/>
              <a:gd name="connsiteY477" fmla="*/ 2131726 h 3949544"/>
              <a:gd name="connsiteX478" fmla="*/ 342843 w 6103852"/>
              <a:gd name="connsiteY478" fmla="*/ 2129180 h 3949544"/>
              <a:gd name="connsiteX479" fmla="*/ 332928 w 6103852"/>
              <a:gd name="connsiteY479" fmla="*/ 2132066 h 3949544"/>
              <a:gd name="connsiteX480" fmla="*/ 327802 w 6103852"/>
              <a:gd name="connsiteY480" fmla="*/ 2133060 h 3949544"/>
              <a:gd name="connsiteX481" fmla="*/ 323080 w 6103852"/>
              <a:gd name="connsiteY481" fmla="*/ 2130298 h 3949544"/>
              <a:gd name="connsiteX482" fmla="*/ 321191 w 6103852"/>
              <a:gd name="connsiteY482" fmla="*/ 2120459 h 3949544"/>
              <a:gd name="connsiteX483" fmla="*/ 291106 w 6103852"/>
              <a:gd name="connsiteY483" fmla="*/ 2105438 h 3949544"/>
              <a:gd name="connsiteX484" fmla="*/ 290365 w 6103852"/>
              <a:gd name="connsiteY484" fmla="*/ 2105438 h 3949544"/>
              <a:gd name="connsiteX485" fmla="*/ 290094 w 6103852"/>
              <a:gd name="connsiteY485" fmla="*/ 2105438 h 3949544"/>
              <a:gd name="connsiteX486" fmla="*/ 286048 w 6103852"/>
              <a:gd name="connsiteY486" fmla="*/ 2101093 h 3949544"/>
              <a:gd name="connsiteX487" fmla="*/ 291310 w 6103852"/>
              <a:gd name="connsiteY487" fmla="*/ 2099106 h 3949544"/>
              <a:gd name="connsiteX488" fmla="*/ 297920 w 6103852"/>
              <a:gd name="connsiteY488" fmla="*/ 2099292 h 3949544"/>
              <a:gd name="connsiteX489" fmla="*/ 356672 w 6103852"/>
              <a:gd name="connsiteY489" fmla="*/ 2092216 h 3949544"/>
              <a:gd name="connsiteX490" fmla="*/ 360111 w 6103852"/>
              <a:gd name="connsiteY490" fmla="*/ 2092061 h 3949544"/>
              <a:gd name="connsiteX491" fmla="*/ 432202 w 6103852"/>
              <a:gd name="connsiteY491" fmla="*/ 2005580 h 3949544"/>
              <a:gd name="connsiteX492" fmla="*/ 436452 w 6103852"/>
              <a:gd name="connsiteY492" fmla="*/ 2005859 h 3949544"/>
              <a:gd name="connsiteX493" fmla="*/ 428156 w 6103852"/>
              <a:gd name="connsiteY493" fmla="*/ 2010204 h 3949544"/>
              <a:gd name="connsiteX494" fmla="*/ 427549 w 6103852"/>
              <a:gd name="connsiteY494" fmla="*/ 2010887 h 3949544"/>
              <a:gd name="connsiteX495" fmla="*/ 426335 w 6103852"/>
              <a:gd name="connsiteY495" fmla="*/ 2010298 h 3949544"/>
              <a:gd name="connsiteX496" fmla="*/ 428088 w 6103852"/>
              <a:gd name="connsiteY496" fmla="*/ 2010204 h 3949544"/>
              <a:gd name="connsiteX497" fmla="*/ 432136 w 6103852"/>
              <a:gd name="connsiteY497" fmla="*/ 2005580 h 3949544"/>
              <a:gd name="connsiteX498" fmla="*/ 332351 w 6103852"/>
              <a:gd name="connsiteY498" fmla="*/ 1886944 h 3949544"/>
              <a:gd name="connsiteX499" fmla="*/ 331946 w 6103852"/>
              <a:gd name="connsiteY499" fmla="*/ 1887310 h 3949544"/>
              <a:gd name="connsiteX500" fmla="*/ 332740 w 6103852"/>
              <a:gd name="connsiteY500" fmla="*/ 1887042 h 3949544"/>
              <a:gd name="connsiteX501" fmla="*/ 509188 w 6103852"/>
              <a:gd name="connsiteY501" fmla="*/ 1872373 h 3949544"/>
              <a:gd name="connsiteX502" fmla="*/ 532589 w 6103852"/>
              <a:gd name="connsiteY502" fmla="*/ 1872651 h 3949544"/>
              <a:gd name="connsiteX503" fmla="*/ 532589 w 6103852"/>
              <a:gd name="connsiteY503" fmla="*/ 1878721 h 3949544"/>
              <a:gd name="connsiteX504" fmla="*/ 507177 w 6103852"/>
              <a:gd name="connsiteY504" fmla="*/ 1873240 h 3949544"/>
              <a:gd name="connsiteX505" fmla="*/ 488879 w 6103852"/>
              <a:gd name="connsiteY505" fmla="*/ 1858178 h 3949544"/>
              <a:gd name="connsiteX506" fmla="*/ 489486 w 6103852"/>
              <a:gd name="connsiteY506" fmla="*/ 1858861 h 3949544"/>
              <a:gd name="connsiteX507" fmla="*/ 497783 w 6103852"/>
              <a:gd name="connsiteY507" fmla="*/ 1863205 h 3949544"/>
              <a:gd name="connsiteX508" fmla="*/ 493532 w 6103852"/>
              <a:gd name="connsiteY508" fmla="*/ 1863485 h 3949544"/>
              <a:gd name="connsiteX509" fmla="*/ 493466 w 6103852"/>
              <a:gd name="connsiteY509" fmla="*/ 1863485 h 3949544"/>
              <a:gd name="connsiteX510" fmla="*/ 489418 w 6103852"/>
              <a:gd name="connsiteY510" fmla="*/ 1858861 h 3949544"/>
              <a:gd name="connsiteX511" fmla="*/ 487665 w 6103852"/>
              <a:gd name="connsiteY511" fmla="*/ 1858768 h 3949544"/>
              <a:gd name="connsiteX512" fmla="*/ 473102 w 6103852"/>
              <a:gd name="connsiteY512" fmla="*/ 1847755 h 3949544"/>
              <a:gd name="connsiteX513" fmla="*/ 472917 w 6103852"/>
              <a:gd name="connsiteY513" fmla="*/ 1848044 h 3949544"/>
              <a:gd name="connsiteX514" fmla="*/ 473679 w 6103852"/>
              <a:gd name="connsiteY514" fmla="*/ 1847924 h 3949544"/>
              <a:gd name="connsiteX515" fmla="*/ 430398 w 6103852"/>
              <a:gd name="connsiteY515" fmla="*/ 1710232 h 3949544"/>
              <a:gd name="connsiteX516" fmla="*/ 433253 w 6103852"/>
              <a:gd name="connsiteY516" fmla="*/ 1711640 h 3949544"/>
              <a:gd name="connsiteX517" fmla="*/ 432540 w 6103852"/>
              <a:gd name="connsiteY517" fmla="*/ 1711768 h 3949544"/>
              <a:gd name="connsiteX518" fmla="*/ 427934 w 6103852"/>
              <a:gd name="connsiteY518" fmla="*/ 1710288 h 3949544"/>
              <a:gd name="connsiteX519" fmla="*/ 388510 w 6103852"/>
              <a:gd name="connsiteY519" fmla="*/ 1709549 h 3949544"/>
              <a:gd name="connsiteX520" fmla="*/ 390015 w 6103852"/>
              <a:gd name="connsiteY520" fmla="*/ 1709595 h 3949544"/>
              <a:gd name="connsiteX521" fmla="*/ 392398 w 6103852"/>
              <a:gd name="connsiteY521" fmla="*/ 1713933 h 3949544"/>
              <a:gd name="connsiteX522" fmla="*/ 390854 w 6103852"/>
              <a:gd name="connsiteY522" fmla="*/ 1719278 h 3949544"/>
              <a:gd name="connsiteX523" fmla="*/ 365019 w 6103852"/>
              <a:gd name="connsiteY523" fmla="*/ 1721729 h 3949544"/>
              <a:gd name="connsiteX524" fmla="*/ 305391 w 6103852"/>
              <a:gd name="connsiteY524" fmla="*/ 1750934 h 3949544"/>
              <a:gd name="connsiteX525" fmla="*/ 315172 w 6103852"/>
              <a:gd name="connsiteY525" fmla="*/ 1766452 h 3949544"/>
              <a:gd name="connsiteX526" fmla="*/ 298781 w 6103852"/>
              <a:gd name="connsiteY526" fmla="*/ 1777004 h 3949544"/>
              <a:gd name="connsiteX527" fmla="*/ 295342 w 6103852"/>
              <a:gd name="connsiteY527" fmla="*/ 1776848 h 3949544"/>
              <a:gd name="connsiteX528" fmla="*/ 236590 w 6103852"/>
              <a:gd name="connsiteY528" fmla="*/ 1769772 h 3949544"/>
              <a:gd name="connsiteX529" fmla="*/ 229979 w 6103852"/>
              <a:gd name="connsiteY529" fmla="*/ 1769958 h 3949544"/>
              <a:gd name="connsiteX530" fmla="*/ 224718 w 6103852"/>
              <a:gd name="connsiteY530" fmla="*/ 1767973 h 3949544"/>
              <a:gd name="connsiteX531" fmla="*/ 228764 w 6103852"/>
              <a:gd name="connsiteY531" fmla="*/ 1763627 h 3949544"/>
              <a:gd name="connsiteX532" fmla="*/ 229034 w 6103852"/>
              <a:gd name="connsiteY532" fmla="*/ 1763627 h 3949544"/>
              <a:gd name="connsiteX533" fmla="*/ 229776 w 6103852"/>
              <a:gd name="connsiteY533" fmla="*/ 1763627 h 3949544"/>
              <a:gd name="connsiteX534" fmla="*/ 259861 w 6103852"/>
              <a:gd name="connsiteY534" fmla="*/ 1748607 h 3949544"/>
              <a:gd name="connsiteX535" fmla="*/ 261750 w 6103852"/>
              <a:gd name="connsiteY535" fmla="*/ 1738768 h 3949544"/>
              <a:gd name="connsiteX536" fmla="*/ 266471 w 6103852"/>
              <a:gd name="connsiteY536" fmla="*/ 1736006 h 3949544"/>
              <a:gd name="connsiteX537" fmla="*/ 271598 w 6103852"/>
              <a:gd name="connsiteY537" fmla="*/ 1736998 h 3949544"/>
              <a:gd name="connsiteX538" fmla="*/ 281513 w 6103852"/>
              <a:gd name="connsiteY538" fmla="*/ 1739885 h 3949544"/>
              <a:gd name="connsiteX539" fmla="*/ 287449 w 6103852"/>
              <a:gd name="connsiteY539" fmla="*/ 1737340 h 3949544"/>
              <a:gd name="connsiteX540" fmla="*/ 300939 w 6103852"/>
              <a:gd name="connsiteY540" fmla="*/ 1721885 h 3949544"/>
              <a:gd name="connsiteX541" fmla="*/ 293885 w 6103852"/>
              <a:gd name="connsiteY541" fmla="*/ 1715682 h 3949544"/>
              <a:gd name="connsiteX542" fmla="*/ 323552 w 6103852"/>
              <a:gd name="connsiteY542" fmla="*/ 1717091 h 3949544"/>
              <a:gd name="connsiteX543" fmla="*/ 354580 w 6103852"/>
              <a:gd name="connsiteY543" fmla="*/ 1716470 h 3949544"/>
              <a:gd name="connsiteX544" fmla="*/ 388510 w 6103852"/>
              <a:gd name="connsiteY544" fmla="*/ 1709549 h 3949544"/>
              <a:gd name="connsiteX545" fmla="*/ 541136 w 6103852"/>
              <a:gd name="connsiteY545" fmla="*/ 1647659 h 3949544"/>
              <a:gd name="connsiteX546" fmla="*/ 565105 w 6103852"/>
              <a:gd name="connsiteY546" fmla="*/ 1649947 h 3949544"/>
              <a:gd name="connsiteX547" fmla="*/ 563533 w 6103852"/>
              <a:gd name="connsiteY547" fmla="*/ 1653600 h 3949544"/>
              <a:gd name="connsiteX548" fmla="*/ 535940 w 6103852"/>
              <a:gd name="connsiteY548" fmla="*/ 1653643 h 3949544"/>
              <a:gd name="connsiteX549" fmla="*/ 533968 w 6103852"/>
              <a:gd name="connsiteY549" fmla="*/ 1652377 h 3949544"/>
              <a:gd name="connsiteX550" fmla="*/ 541136 w 6103852"/>
              <a:gd name="connsiteY550" fmla="*/ 1647659 h 3949544"/>
              <a:gd name="connsiteX551" fmla="*/ 777609 w 6103852"/>
              <a:gd name="connsiteY551" fmla="*/ 1608682 h 3949544"/>
              <a:gd name="connsiteX552" fmla="*/ 778603 w 6103852"/>
              <a:gd name="connsiteY552" fmla="*/ 1608842 h 3949544"/>
              <a:gd name="connsiteX553" fmla="*/ 776949 w 6103852"/>
              <a:gd name="connsiteY553" fmla="*/ 1608858 h 3949544"/>
              <a:gd name="connsiteX554" fmla="*/ 485923 w 6103852"/>
              <a:gd name="connsiteY554" fmla="*/ 1600305 h 3949544"/>
              <a:gd name="connsiteX555" fmla="*/ 484943 w 6103852"/>
              <a:gd name="connsiteY555" fmla="*/ 1600427 h 3949544"/>
              <a:gd name="connsiteX556" fmla="*/ 485229 w 6103852"/>
              <a:gd name="connsiteY556" fmla="*/ 1600672 h 3949544"/>
              <a:gd name="connsiteX557" fmla="*/ 473158 w 6103852"/>
              <a:gd name="connsiteY557" fmla="*/ 1590303 h 3949544"/>
              <a:gd name="connsiteX558" fmla="*/ 473765 w 6103852"/>
              <a:gd name="connsiteY558" fmla="*/ 1590825 h 3949544"/>
              <a:gd name="connsiteX559" fmla="*/ 473967 w 6103852"/>
              <a:gd name="connsiteY559" fmla="*/ 1590756 h 3949544"/>
              <a:gd name="connsiteX560" fmla="*/ 472608 w 6103852"/>
              <a:gd name="connsiteY560" fmla="*/ 1459402 h 3949544"/>
              <a:gd name="connsiteX561" fmla="*/ 480297 w 6103852"/>
              <a:gd name="connsiteY561" fmla="*/ 1460736 h 3949544"/>
              <a:gd name="connsiteX562" fmla="*/ 475979 w 6103852"/>
              <a:gd name="connsiteY562" fmla="*/ 1462536 h 3949544"/>
              <a:gd name="connsiteX563" fmla="*/ 472202 w 6103852"/>
              <a:gd name="connsiteY563" fmla="*/ 1461543 h 3949544"/>
              <a:gd name="connsiteX564" fmla="*/ 516654 w 6103852"/>
              <a:gd name="connsiteY564" fmla="*/ 1444132 h 3949544"/>
              <a:gd name="connsiteX565" fmla="*/ 521376 w 6103852"/>
              <a:gd name="connsiteY565" fmla="*/ 1446615 h 3949544"/>
              <a:gd name="connsiteX566" fmla="*/ 526958 w 6103852"/>
              <a:gd name="connsiteY566" fmla="*/ 1453839 h 3949544"/>
              <a:gd name="connsiteX567" fmla="*/ 531438 w 6103852"/>
              <a:gd name="connsiteY567" fmla="*/ 1454807 h 3949544"/>
              <a:gd name="connsiteX568" fmla="*/ 521673 w 6103852"/>
              <a:gd name="connsiteY568" fmla="*/ 1456367 h 3949544"/>
              <a:gd name="connsiteX569" fmla="*/ 534901 w 6103852"/>
              <a:gd name="connsiteY569" fmla="*/ 1463990 h 3949544"/>
              <a:gd name="connsiteX570" fmla="*/ 528862 w 6103852"/>
              <a:gd name="connsiteY570" fmla="*/ 1463963 h 3949544"/>
              <a:gd name="connsiteX571" fmla="*/ 512203 w 6103852"/>
              <a:gd name="connsiteY571" fmla="*/ 1446615 h 3949544"/>
              <a:gd name="connsiteX572" fmla="*/ 360111 w 6103852"/>
              <a:gd name="connsiteY572" fmla="*/ 1355014 h 3949544"/>
              <a:gd name="connsiteX573" fmla="*/ 376502 w 6103852"/>
              <a:gd name="connsiteY573" fmla="*/ 1365567 h 3949544"/>
              <a:gd name="connsiteX574" fmla="*/ 366721 w 6103852"/>
              <a:gd name="connsiteY574" fmla="*/ 1381084 h 3949544"/>
              <a:gd name="connsiteX575" fmla="*/ 379108 w 6103852"/>
              <a:gd name="connsiteY575" fmla="*/ 1387151 h 3949544"/>
              <a:gd name="connsiteX576" fmla="*/ 369741 w 6103852"/>
              <a:gd name="connsiteY576" fmla="*/ 1387151 h 3949544"/>
              <a:gd name="connsiteX577" fmla="*/ 356926 w 6103852"/>
              <a:gd name="connsiteY577" fmla="*/ 1397610 h 3949544"/>
              <a:gd name="connsiteX578" fmla="*/ 370753 w 6103852"/>
              <a:gd name="connsiteY578" fmla="*/ 1407913 h 3949544"/>
              <a:gd name="connsiteX579" fmla="*/ 383300 w 6103852"/>
              <a:gd name="connsiteY579" fmla="*/ 1414772 h 3949544"/>
              <a:gd name="connsiteX580" fmla="*/ 369068 w 6103852"/>
              <a:gd name="connsiteY580" fmla="*/ 1421786 h 3949544"/>
              <a:gd name="connsiteX581" fmla="*/ 364953 w 6103852"/>
              <a:gd name="connsiteY581" fmla="*/ 1421693 h 3949544"/>
              <a:gd name="connsiteX582" fmla="*/ 358409 w 6103852"/>
              <a:gd name="connsiteY582" fmla="*/ 1421539 h 3949544"/>
              <a:gd name="connsiteX583" fmla="*/ 342828 w 6103852"/>
              <a:gd name="connsiteY583" fmla="*/ 1422004 h 3949544"/>
              <a:gd name="connsiteX584" fmla="*/ 327179 w 6103852"/>
              <a:gd name="connsiteY584" fmla="*/ 1422469 h 3949544"/>
              <a:gd name="connsiteX585" fmla="*/ 309649 w 6103852"/>
              <a:gd name="connsiteY585" fmla="*/ 1421126 h 3949544"/>
              <a:gd name="connsiteX586" fmla="*/ 312827 w 6103852"/>
              <a:gd name="connsiteY586" fmla="*/ 1420562 h 3949544"/>
              <a:gd name="connsiteX587" fmla="*/ 353164 w 6103852"/>
              <a:gd name="connsiteY587" fmla="*/ 1418141 h 3949544"/>
              <a:gd name="connsiteX588" fmla="*/ 362269 w 6103852"/>
              <a:gd name="connsiteY588" fmla="*/ 1410133 h 3949544"/>
              <a:gd name="connsiteX589" fmla="*/ 348779 w 6103852"/>
              <a:gd name="connsiteY589" fmla="*/ 1394679 h 3949544"/>
              <a:gd name="connsiteX590" fmla="*/ 342843 w 6103852"/>
              <a:gd name="connsiteY590" fmla="*/ 1392133 h 3949544"/>
              <a:gd name="connsiteX591" fmla="*/ 332928 w 6103852"/>
              <a:gd name="connsiteY591" fmla="*/ 1395019 h 3949544"/>
              <a:gd name="connsiteX592" fmla="*/ 327802 w 6103852"/>
              <a:gd name="connsiteY592" fmla="*/ 1396013 h 3949544"/>
              <a:gd name="connsiteX593" fmla="*/ 323080 w 6103852"/>
              <a:gd name="connsiteY593" fmla="*/ 1393250 h 3949544"/>
              <a:gd name="connsiteX594" fmla="*/ 321191 w 6103852"/>
              <a:gd name="connsiteY594" fmla="*/ 1383412 h 3949544"/>
              <a:gd name="connsiteX595" fmla="*/ 291106 w 6103852"/>
              <a:gd name="connsiteY595" fmla="*/ 1368391 h 3949544"/>
              <a:gd name="connsiteX596" fmla="*/ 290365 w 6103852"/>
              <a:gd name="connsiteY596" fmla="*/ 1368391 h 3949544"/>
              <a:gd name="connsiteX597" fmla="*/ 290094 w 6103852"/>
              <a:gd name="connsiteY597" fmla="*/ 1368391 h 3949544"/>
              <a:gd name="connsiteX598" fmla="*/ 286048 w 6103852"/>
              <a:gd name="connsiteY598" fmla="*/ 1364046 h 3949544"/>
              <a:gd name="connsiteX599" fmla="*/ 291310 w 6103852"/>
              <a:gd name="connsiteY599" fmla="*/ 1362059 h 3949544"/>
              <a:gd name="connsiteX600" fmla="*/ 297920 w 6103852"/>
              <a:gd name="connsiteY600" fmla="*/ 1362246 h 3949544"/>
              <a:gd name="connsiteX601" fmla="*/ 356672 w 6103852"/>
              <a:gd name="connsiteY601" fmla="*/ 1355169 h 3949544"/>
              <a:gd name="connsiteX602" fmla="*/ 360111 w 6103852"/>
              <a:gd name="connsiteY602" fmla="*/ 1355014 h 3949544"/>
              <a:gd name="connsiteX603" fmla="*/ 432202 w 6103852"/>
              <a:gd name="connsiteY603" fmla="*/ 1268533 h 3949544"/>
              <a:gd name="connsiteX604" fmla="*/ 436452 w 6103852"/>
              <a:gd name="connsiteY604" fmla="*/ 1268812 h 3949544"/>
              <a:gd name="connsiteX605" fmla="*/ 428156 w 6103852"/>
              <a:gd name="connsiteY605" fmla="*/ 1273157 h 3949544"/>
              <a:gd name="connsiteX606" fmla="*/ 427549 w 6103852"/>
              <a:gd name="connsiteY606" fmla="*/ 1273840 h 3949544"/>
              <a:gd name="connsiteX607" fmla="*/ 426335 w 6103852"/>
              <a:gd name="connsiteY607" fmla="*/ 1273251 h 3949544"/>
              <a:gd name="connsiteX608" fmla="*/ 428088 w 6103852"/>
              <a:gd name="connsiteY608" fmla="*/ 1273157 h 3949544"/>
              <a:gd name="connsiteX609" fmla="*/ 432136 w 6103852"/>
              <a:gd name="connsiteY609" fmla="*/ 1268533 h 3949544"/>
              <a:gd name="connsiteX610" fmla="*/ 332351 w 6103852"/>
              <a:gd name="connsiteY610" fmla="*/ 1149896 h 3949544"/>
              <a:gd name="connsiteX611" fmla="*/ 331946 w 6103852"/>
              <a:gd name="connsiteY611" fmla="*/ 1150263 h 3949544"/>
              <a:gd name="connsiteX612" fmla="*/ 332740 w 6103852"/>
              <a:gd name="connsiteY612" fmla="*/ 1149995 h 3949544"/>
              <a:gd name="connsiteX613" fmla="*/ 509188 w 6103852"/>
              <a:gd name="connsiteY613" fmla="*/ 1135326 h 3949544"/>
              <a:gd name="connsiteX614" fmla="*/ 532589 w 6103852"/>
              <a:gd name="connsiteY614" fmla="*/ 1135604 h 3949544"/>
              <a:gd name="connsiteX615" fmla="*/ 532589 w 6103852"/>
              <a:gd name="connsiteY615" fmla="*/ 1141674 h 3949544"/>
              <a:gd name="connsiteX616" fmla="*/ 507177 w 6103852"/>
              <a:gd name="connsiteY616" fmla="*/ 1136193 h 3949544"/>
              <a:gd name="connsiteX617" fmla="*/ 488879 w 6103852"/>
              <a:gd name="connsiteY617" fmla="*/ 1121131 h 3949544"/>
              <a:gd name="connsiteX618" fmla="*/ 489486 w 6103852"/>
              <a:gd name="connsiteY618" fmla="*/ 1121813 h 3949544"/>
              <a:gd name="connsiteX619" fmla="*/ 497783 w 6103852"/>
              <a:gd name="connsiteY619" fmla="*/ 1126158 h 3949544"/>
              <a:gd name="connsiteX620" fmla="*/ 493532 w 6103852"/>
              <a:gd name="connsiteY620" fmla="*/ 1126438 h 3949544"/>
              <a:gd name="connsiteX621" fmla="*/ 493466 w 6103852"/>
              <a:gd name="connsiteY621" fmla="*/ 1126438 h 3949544"/>
              <a:gd name="connsiteX622" fmla="*/ 489418 w 6103852"/>
              <a:gd name="connsiteY622" fmla="*/ 1121813 h 3949544"/>
              <a:gd name="connsiteX623" fmla="*/ 487665 w 6103852"/>
              <a:gd name="connsiteY623" fmla="*/ 1121721 h 3949544"/>
              <a:gd name="connsiteX624" fmla="*/ 473102 w 6103852"/>
              <a:gd name="connsiteY624" fmla="*/ 1110708 h 3949544"/>
              <a:gd name="connsiteX625" fmla="*/ 472917 w 6103852"/>
              <a:gd name="connsiteY625" fmla="*/ 1110996 h 3949544"/>
              <a:gd name="connsiteX626" fmla="*/ 473679 w 6103852"/>
              <a:gd name="connsiteY626" fmla="*/ 1110877 h 3949544"/>
              <a:gd name="connsiteX627" fmla="*/ 430398 w 6103852"/>
              <a:gd name="connsiteY627" fmla="*/ 973185 h 3949544"/>
              <a:gd name="connsiteX628" fmla="*/ 433253 w 6103852"/>
              <a:gd name="connsiteY628" fmla="*/ 974593 h 3949544"/>
              <a:gd name="connsiteX629" fmla="*/ 432540 w 6103852"/>
              <a:gd name="connsiteY629" fmla="*/ 974721 h 3949544"/>
              <a:gd name="connsiteX630" fmla="*/ 427934 w 6103852"/>
              <a:gd name="connsiteY630" fmla="*/ 973241 h 3949544"/>
              <a:gd name="connsiteX631" fmla="*/ 388510 w 6103852"/>
              <a:gd name="connsiteY631" fmla="*/ 972502 h 3949544"/>
              <a:gd name="connsiteX632" fmla="*/ 390015 w 6103852"/>
              <a:gd name="connsiteY632" fmla="*/ 972548 h 3949544"/>
              <a:gd name="connsiteX633" fmla="*/ 392398 w 6103852"/>
              <a:gd name="connsiteY633" fmla="*/ 976886 h 3949544"/>
              <a:gd name="connsiteX634" fmla="*/ 390854 w 6103852"/>
              <a:gd name="connsiteY634" fmla="*/ 982231 h 3949544"/>
              <a:gd name="connsiteX635" fmla="*/ 365019 w 6103852"/>
              <a:gd name="connsiteY635" fmla="*/ 984682 h 3949544"/>
              <a:gd name="connsiteX636" fmla="*/ 305391 w 6103852"/>
              <a:gd name="connsiteY636" fmla="*/ 1013887 h 3949544"/>
              <a:gd name="connsiteX637" fmla="*/ 315172 w 6103852"/>
              <a:gd name="connsiteY637" fmla="*/ 1029405 h 3949544"/>
              <a:gd name="connsiteX638" fmla="*/ 298781 w 6103852"/>
              <a:gd name="connsiteY638" fmla="*/ 1039957 h 3949544"/>
              <a:gd name="connsiteX639" fmla="*/ 295342 w 6103852"/>
              <a:gd name="connsiteY639" fmla="*/ 1039801 h 3949544"/>
              <a:gd name="connsiteX640" fmla="*/ 236590 w 6103852"/>
              <a:gd name="connsiteY640" fmla="*/ 1032725 h 3949544"/>
              <a:gd name="connsiteX641" fmla="*/ 229979 w 6103852"/>
              <a:gd name="connsiteY641" fmla="*/ 1032911 h 3949544"/>
              <a:gd name="connsiteX642" fmla="*/ 224718 w 6103852"/>
              <a:gd name="connsiteY642" fmla="*/ 1030925 h 3949544"/>
              <a:gd name="connsiteX643" fmla="*/ 228764 w 6103852"/>
              <a:gd name="connsiteY643" fmla="*/ 1026580 h 3949544"/>
              <a:gd name="connsiteX644" fmla="*/ 229034 w 6103852"/>
              <a:gd name="connsiteY644" fmla="*/ 1026580 h 3949544"/>
              <a:gd name="connsiteX645" fmla="*/ 229776 w 6103852"/>
              <a:gd name="connsiteY645" fmla="*/ 1026580 h 3949544"/>
              <a:gd name="connsiteX646" fmla="*/ 259861 w 6103852"/>
              <a:gd name="connsiteY646" fmla="*/ 1011559 h 3949544"/>
              <a:gd name="connsiteX647" fmla="*/ 261750 w 6103852"/>
              <a:gd name="connsiteY647" fmla="*/ 1001721 h 3949544"/>
              <a:gd name="connsiteX648" fmla="*/ 266471 w 6103852"/>
              <a:gd name="connsiteY648" fmla="*/ 998959 h 3949544"/>
              <a:gd name="connsiteX649" fmla="*/ 271598 w 6103852"/>
              <a:gd name="connsiteY649" fmla="*/ 999951 h 3949544"/>
              <a:gd name="connsiteX650" fmla="*/ 281513 w 6103852"/>
              <a:gd name="connsiteY650" fmla="*/ 1002838 h 3949544"/>
              <a:gd name="connsiteX651" fmla="*/ 287449 w 6103852"/>
              <a:gd name="connsiteY651" fmla="*/ 1000293 h 3949544"/>
              <a:gd name="connsiteX652" fmla="*/ 300939 w 6103852"/>
              <a:gd name="connsiteY652" fmla="*/ 984838 h 3949544"/>
              <a:gd name="connsiteX653" fmla="*/ 293885 w 6103852"/>
              <a:gd name="connsiteY653" fmla="*/ 978635 h 3949544"/>
              <a:gd name="connsiteX654" fmla="*/ 323552 w 6103852"/>
              <a:gd name="connsiteY654" fmla="*/ 980044 h 3949544"/>
              <a:gd name="connsiteX655" fmla="*/ 354580 w 6103852"/>
              <a:gd name="connsiteY655" fmla="*/ 979423 h 3949544"/>
              <a:gd name="connsiteX656" fmla="*/ 388510 w 6103852"/>
              <a:gd name="connsiteY656" fmla="*/ 972502 h 3949544"/>
              <a:gd name="connsiteX657" fmla="*/ 534482 w 6103852"/>
              <a:gd name="connsiteY657" fmla="*/ 915660 h 3949544"/>
              <a:gd name="connsiteX658" fmla="*/ 541874 w 6103852"/>
              <a:gd name="connsiteY658" fmla="*/ 916587 h 3949544"/>
              <a:gd name="connsiteX659" fmla="*/ 535940 w 6103852"/>
              <a:gd name="connsiteY659" fmla="*/ 916596 h 3949544"/>
              <a:gd name="connsiteX660" fmla="*/ 485923 w 6103852"/>
              <a:gd name="connsiteY660" fmla="*/ 863258 h 3949544"/>
              <a:gd name="connsiteX661" fmla="*/ 484943 w 6103852"/>
              <a:gd name="connsiteY661" fmla="*/ 863380 h 3949544"/>
              <a:gd name="connsiteX662" fmla="*/ 485229 w 6103852"/>
              <a:gd name="connsiteY662" fmla="*/ 863625 h 3949544"/>
              <a:gd name="connsiteX663" fmla="*/ 473158 w 6103852"/>
              <a:gd name="connsiteY663" fmla="*/ 853256 h 3949544"/>
              <a:gd name="connsiteX664" fmla="*/ 473765 w 6103852"/>
              <a:gd name="connsiteY664" fmla="*/ 853778 h 3949544"/>
              <a:gd name="connsiteX665" fmla="*/ 473967 w 6103852"/>
              <a:gd name="connsiteY665" fmla="*/ 853709 h 3949544"/>
              <a:gd name="connsiteX666" fmla="*/ 472608 w 6103852"/>
              <a:gd name="connsiteY666" fmla="*/ 804177 h 3949544"/>
              <a:gd name="connsiteX667" fmla="*/ 480297 w 6103852"/>
              <a:gd name="connsiteY667" fmla="*/ 805510 h 3949544"/>
              <a:gd name="connsiteX668" fmla="*/ 475979 w 6103852"/>
              <a:gd name="connsiteY668" fmla="*/ 807311 h 3949544"/>
              <a:gd name="connsiteX669" fmla="*/ 472202 w 6103852"/>
              <a:gd name="connsiteY669" fmla="*/ 806318 h 3949544"/>
              <a:gd name="connsiteX670" fmla="*/ 516654 w 6103852"/>
              <a:gd name="connsiteY670" fmla="*/ 788906 h 3949544"/>
              <a:gd name="connsiteX671" fmla="*/ 521376 w 6103852"/>
              <a:gd name="connsiteY671" fmla="*/ 791390 h 3949544"/>
              <a:gd name="connsiteX672" fmla="*/ 526958 w 6103852"/>
              <a:gd name="connsiteY672" fmla="*/ 798613 h 3949544"/>
              <a:gd name="connsiteX673" fmla="*/ 531438 w 6103852"/>
              <a:gd name="connsiteY673" fmla="*/ 799582 h 3949544"/>
              <a:gd name="connsiteX674" fmla="*/ 521673 w 6103852"/>
              <a:gd name="connsiteY674" fmla="*/ 801141 h 3949544"/>
              <a:gd name="connsiteX675" fmla="*/ 534901 w 6103852"/>
              <a:gd name="connsiteY675" fmla="*/ 808765 h 3949544"/>
              <a:gd name="connsiteX676" fmla="*/ 528862 w 6103852"/>
              <a:gd name="connsiteY676" fmla="*/ 808737 h 3949544"/>
              <a:gd name="connsiteX677" fmla="*/ 512203 w 6103852"/>
              <a:gd name="connsiteY677" fmla="*/ 791390 h 3949544"/>
              <a:gd name="connsiteX678" fmla="*/ 360111 w 6103852"/>
              <a:gd name="connsiteY678" fmla="*/ 699788 h 3949544"/>
              <a:gd name="connsiteX679" fmla="*/ 376502 w 6103852"/>
              <a:gd name="connsiteY679" fmla="*/ 710341 h 3949544"/>
              <a:gd name="connsiteX680" fmla="*/ 366721 w 6103852"/>
              <a:gd name="connsiteY680" fmla="*/ 725858 h 3949544"/>
              <a:gd name="connsiteX681" fmla="*/ 379108 w 6103852"/>
              <a:gd name="connsiteY681" fmla="*/ 731925 h 3949544"/>
              <a:gd name="connsiteX682" fmla="*/ 369741 w 6103852"/>
              <a:gd name="connsiteY682" fmla="*/ 731925 h 3949544"/>
              <a:gd name="connsiteX683" fmla="*/ 356926 w 6103852"/>
              <a:gd name="connsiteY683" fmla="*/ 742385 h 3949544"/>
              <a:gd name="connsiteX684" fmla="*/ 370753 w 6103852"/>
              <a:gd name="connsiteY684" fmla="*/ 752688 h 3949544"/>
              <a:gd name="connsiteX685" fmla="*/ 383300 w 6103852"/>
              <a:gd name="connsiteY685" fmla="*/ 759547 h 3949544"/>
              <a:gd name="connsiteX686" fmla="*/ 369068 w 6103852"/>
              <a:gd name="connsiteY686" fmla="*/ 766560 h 3949544"/>
              <a:gd name="connsiteX687" fmla="*/ 364953 w 6103852"/>
              <a:gd name="connsiteY687" fmla="*/ 766467 h 3949544"/>
              <a:gd name="connsiteX688" fmla="*/ 358409 w 6103852"/>
              <a:gd name="connsiteY688" fmla="*/ 766313 h 3949544"/>
              <a:gd name="connsiteX689" fmla="*/ 342828 w 6103852"/>
              <a:gd name="connsiteY689" fmla="*/ 766778 h 3949544"/>
              <a:gd name="connsiteX690" fmla="*/ 327179 w 6103852"/>
              <a:gd name="connsiteY690" fmla="*/ 767243 h 3949544"/>
              <a:gd name="connsiteX691" fmla="*/ 309649 w 6103852"/>
              <a:gd name="connsiteY691" fmla="*/ 765900 h 3949544"/>
              <a:gd name="connsiteX692" fmla="*/ 312827 w 6103852"/>
              <a:gd name="connsiteY692" fmla="*/ 765336 h 3949544"/>
              <a:gd name="connsiteX693" fmla="*/ 353164 w 6103852"/>
              <a:gd name="connsiteY693" fmla="*/ 762915 h 3949544"/>
              <a:gd name="connsiteX694" fmla="*/ 362269 w 6103852"/>
              <a:gd name="connsiteY694" fmla="*/ 754907 h 3949544"/>
              <a:gd name="connsiteX695" fmla="*/ 348779 w 6103852"/>
              <a:gd name="connsiteY695" fmla="*/ 739453 h 3949544"/>
              <a:gd name="connsiteX696" fmla="*/ 342843 w 6103852"/>
              <a:gd name="connsiteY696" fmla="*/ 736907 h 3949544"/>
              <a:gd name="connsiteX697" fmla="*/ 332928 w 6103852"/>
              <a:gd name="connsiteY697" fmla="*/ 739793 h 3949544"/>
              <a:gd name="connsiteX698" fmla="*/ 327802 w 6103852"/>
              <a:gd name="connsiteY698" fmla="*/ 740787 h 3949544"/>
              <a:gd name="connsiteX699" fmla="*/ 323080 w 6103852"/>
              <a:gd name="connsiteY699" fmla="*/ 738025 h 3949544"/>
              <a:gd name="connsiteX700" fmla="*/ 321191 w 6103852"/>
              <a:gd name="connsiteY700" fmla="*/ 728187 h 3949544"/>
              <a:gd name="connsiteX701" fmla="*/ 291106 w 6103852"/>
              <a:gd name="connsiteY701" fmla="*/ 713165 h 3949544"/>
              <a:gd name="connsiteX702" fmla="*/ 290365 w 6103852"/>
              <a:gd name="connsiteY702" fmla="*/ 713165 h 3949544"/>
              <a:gd name="connsiteX703" fmla="*/ 290094 w 6103852"/>
              <a:gd name="connsiteY703" fmla="*/ 713165 h 3949544"/>
              <a:gd name="connsiteX704" fmla="*/ 286048 w 6103852"/>
              <a:gd name="connsiteY704" fmla="*/ 708821 h 3949544"/>
              <a:gd name="connsiteX705" fmla="*/ 291310 w 6103852"/>
              <a:gd name="connsiteY705" fmla="*/ 706834 h 3949544"/>
              <a:gd name="connsiteX706" fmla="*/ 297920 w 6103852"/>
              <a:gd name="connsiteY706" fmla="*/ 707020 h 3949544"/>
              <a:gd name="connsiteX707" fmla="*/ 356672 w 6103852"/>
              <a:gd name="connsiteY707" fmla="*/ 699944 h 3949544"/>
              <a:gd name="connsiteX708" fmla="*/ 360111 w 6103852"/>
              <a:gd name="connsiteY708" fmla="*/ 699788 h 3949544"/>
              <a:gd name="connsiteX709" fmla="*/ 432202 w 6103852"/>
              <a:gd name="connsiteY709" fmla="*/ 613307 h 3949544"/>
              <a:gd name="connsiteX710" fmla="*/ 436452 w 6103852"/>
              <a:gd name="connsiteY710" fmla="*/ 613587 h 3949544"/>
              <a:gd name="connsiteX711" fmla="*/ 428156 w 6103852"/>
              <a:gd name="connsiteY711" fmla="*/ 617931 h 3949544"/>
              <a:gd name="connsiteX712" fmla="*/ 427549 w 6103852"/>
              <a:gd name="connsiteY712" fmla="*/ 618614 h 3949544"/>
              <a:gd name="connsiteX713" fmla="*/ 426335 w 6103852"/>
              <a:gd name="connsiteY713" fmla="*/ 618025 h 3949544"/>
              <a:gd name="connsiteX714" fmla="*/ 428088 w 6103852"/>
              <a:gd name="connsiteY714" fmla="*/ 617931 h 3949544"/>
              <a:gd name="connsiteX715" fmla="*/ 432136 w 6103852"/>
              <a:gd name="connsiteY715" fmla="*/ 613307 h 3949544"/>
              <a:gd name="connsiteX716" fmla="*/ 332351 w 6103852"/>
              <a:gd name="connsiteY716" fmla="*/ 494671 h 3949544"/>
              <a:gd name="connsiteX717" fmla="*/ 331946 w 6103852"/>
              <a:gd name="connsiteY717" fmla="*/ 495037 h 3949544"/>
              <a:gd name="connsiteX718" fmla="*/ 332740 w 6103852"/>
              <a:gd name="connsiteY718" fmla="*/ 494769 h 3949544"/>
              <a:gd name="connsiteX719" fmla="*/ 509188 w 6103852"/>
              <a:gd name="connsiteY719" fmla="*/ 480101 h 3949544"/>
              <a:gd name="connsiteX720" fmla="*/ 532589 w 6103852"/>
              <a:gd name="connsiteY720" fmla="*/ 480378 h 3949544"/>
              <a:gd name="connsiteX721" fmla="*/ 532589 w 6103852"/>
              <a:gd name="connsiteY721" fmla="*/ 486448 h 3949544"/>
              <a:gd name="connsiteX722" fmla="*/ 507177 w 6103852"/>
              <a:gd name="connsiteY722" fmla="*/ 480967 h 3949544"/>
              <a:gd name="connsiteX723" fmla="*/ 488879 w 6103852"/>
              <a:gd name="connsiteY723" fmla="*/ 465905 h 3949544"/>
              <a:gd name="connsiteX724" fmla="*/ 489486 w 6103852"/>
              <a:gd name="connsiteY724" fmla="*/ 466588 h 3949544"/>
              <a:gd name="connsiteX725" fmla="*/ 497783 w 6103852"/>
              <a:gd name="connsiteY725" fmla="*/ 470933 h 3949544"/>
              <a:gd name="connsiteX726" fmla="*/ 493532 w 6103852"/>
              <a:gd name="connsiteY726" fmla="*/ 471212 h 3949544"/>
              <a:gd name="connsiteX727" fmla="*/ 493466 w 6103852"/>
              <a:gd name="connsiteY727" fmla="*/ 471212 h 3949544"/>
              <a:gd name="connsiteX728" fmla="*/ 489418 w 6103852"/>
              <a:gd name="connsiteY728" fmla="*/ 466588 h 3949544"/>
              <a:gd name="connsiteX729" fmla="*/ 487665 w 6103852"/>
              <a:gd name="connsiteY729" fmla="*/ 466495 h 3949544"/>
              <a:gd name="connsiteX730" fmla="*/ 473102 w 6103852"/>
              <a:gd name="connsiteY730" fmla="*/ 455482 h 3949544"/>
              <a:gd name="connsiteX731" fmla="*/ 472917 w 6103852"/>
              <a:gd name="connsiteY731" fmla="*/ 455771 h 3949544"/>
              <a:gd name="connsiteX732" fmla="*/ 473679 w 6103852"/>
              <a:gd name="connsiteY732" fmla="*/ 455651 h 3949544"/>
              <a:gd name="connsiteX733" fmla="*/ 430398 w 6103852"/>
              <a:gd name="connsiteY733" fmla="*/ 317959 h 3949544"/>
              <a:gd name="connsiteX734" fmla="*/ 433253 w 6103852"/>
              <a:gd name="connsiteY734" fmla="*/ 319367 h 3949544"/>
              <a:gd name="connsiteX735" fmla="*/ 432540 w 6103852"/>
              <a:gd name="connsiteY735" fmla="*/ 319495 h 3949544"/>
              <a:gd name="connsiteX736" fmla="*/ 427934 w 6103852"/>
              <a:gd name="connsiteY736" fmla="*/ 318015 h 3949544"/>
              <a:gd name="connsiteX737" fmla="*/ 388510 w 6103852"/>
              <a:gd name="connsiteY737" fmla="*/ 317276 h 3949544"/>
              <a:gd name="connsiteX738" fmla="*/ 390015 w 6103852"/>
              <a:gd name="connsiteY738" fmla="*/ 317322 h 3949544"/>
              <a:gd name="connsiteX739" fmla="*/ 392398 w 6103852"/>
              <a:gd name="connsiteY739" fmla="*/ 321660 h 3949544"/>
              <a:gd name="connsiteX740" fmla="*/ 390854 w 6103852"/>
              <a:gd name="connsiteY740" fmla="*/ 327005 h 3949544"/>
              <a:gd name="connsiteX741" fmla="*/ 365019 w 6103852"/>
              <a:gd name="connsiteY741" fmla="*/ 329457 h 3949544"/>
              <a:gd name="connsiteX742" fmla="*/ 305391 w 6103852"/>
              <a:gd name="connsiteY742" fmla="*/ 358661 h 3949544"/>
              <a:gd name="connsiteX743" fmla="*/ 315172 w 6103852"/>
              <a:gd name="connsiteY743" fmla="*/ 374179 h 3949544"/>
              <a:gd name="connsiteX744" fmla="*/ 298781 w 6103852"/>
              <a:gd name="connsiteY744" fmla="*/ 384731 h 3949544"/>
              <a:gd name="connsiteX745" fmla="*/ 295342 w 6103852"/>
              <a:gd name="connsiteY745" fmla="*/ 384576 h 3949544"/>
              <a:gd name="connsiteX746" fmla="*/ 236590 w 6103852"/>
              <a:gd name="connsiteY746" fmla="*/ 377499 h 3949544"/>
              <a:gd name="connsiteX747" fmla="*/ 229979 w 6103852"/>
              <a:gd name="connsiteY747" fmla="*/ 377685 h 3949544"/>
              <a:gd name="connsiteX748" fmla="*/ 224718 w 6103852"/>
              <a:gd name="connsiteY748" fmla="*/ 375700 h 3949544"/>
              <a:gd name="connsiteX749" fmla="*/ 228764 w 6103852"/>
              <a:gd name="connsiteY749" fmla="*/ 371354 h 3949544"/>
              <a:gd name="connsiteX750" fmla="*/ 229034 w 6103852"/>
              <a:gd name="connsiteY750" fmla="*/ 371354 h 3949544"/>
              <a:gd name="connsiteX751" fmla="*/ 229776 w 6103852"/>
              <a:gd name="connsiteY751" fmla="*/ 371354 h 3949544"/>
              <a:gd name="connsiteX752" fmla="*/ 259861 w 6103852"/>
              <a:gd name="connsiteY752" fmla="*/ 356334 h 3949544"/>
              <a:gd name="connsiteX753" fmla="*/ 261750 w 6103852"/>
              <a:gd name="connsiteY753" fmla="*/ 346495 h 3949544"/>
              <a:gd name="connsiteX754" fmla="*/ 266471 w 6103852"/>
              <a:gd name="connsiteY754" fmla="*/ 343733 h 3949544"/>
              <a:gd name="connsiteX755" fmla="*/ 271598 w 6103852"/>
              <a:gd name="connsiteY755" fmla="*/ 344726 h 3949544"/>
              <a:gd name="connsiteX756" fmla="*/ 281513 w 6103852"/>
              <a:gd name="connsiteY756" fmla="*/ 347612 h 3949544"/>
              <a:gd name="connsiteX757" fmla="*/ 287449 w 6103852"/>
              <a:gd name="connsiteY757" fmla="*/ 345067 h 3949544"/>
              <a:gd name="connsiteX758" fmla="*/ 300939 w 6103852"/>
              <a:gd name="connsiteY758" fmla="*/ 329612 h 3949544"/>
              <a:gd name="connsiteX759" fmla="*/ 293885 w 6103852"/>
              <a:gd name="connsiteY759" fmla="*/ 323409 h 3949544"/>
              <a:gd name="connsiteX760" fmla="*/ 323552 w 6103852"/>
              <a:gd name="connsiteY760" fmla="*/ 324818 h 3949544"/>
              <a:gd name="connsiteX761" fmla="*/ 354580 w 6103852"/>
              <a:gd name="connsiteY761" fmla="*/ 324197 h 3949544"/>
              <a:gd name="connsiteX762" fmla="*/ 388510 w 6103852"/>
              <a:gd name="connsiteY762" fmla="*/ 317276 h 3949544"/>
              <a:gd name="connsiteX763" fmla="*/ 541136 w 6103852"/>
              <a:gd name="connsiteY763" fmla="*/ 255386 h 3949544"/>
              <a:gd name="connsiteX764" fmla="*/ 565105 w 6103852"/>
              <a:gd name="connsiteY764" fmla="*/ 257674 h 3949544"/>
              <a:gd name="connsiteX765" fmla="*/ 563533 w 6103852"/>
              <a:gd name="connsiteY765" fmla="*/ 261327 h 3949544"/>
              <a:gd name="connsiteX766" fmla="*/ 535940 w 6103852"/>
              <a:gd name="connsiteY766" fmla="*/ 261371 h 3949544"/>
              <a:gd name="connsiteX767" fmla="*/ 533968 w 6103852"/>
              <a:gd name="connsiteY767" fmla="*/ 260104 h 3949544"/>
              <a:gd name="connsiteX768" fmla="*/ 541136 w 6103852"/>
              <a:gd name="connsiteY768" fmla="*/ 255386 h 3949544"/>
              <a:gd name="connsiteX769" fmla="*/ 485923 w 6103852"/>
              <a:gd name="connsiteY769" fmla="*/ 208032 h 3949544"/>
              <a:gd name="connsiteX770" fmla="*/ 484943 w 6103852"/>
              <a:gd name="connsiteY770" fmla="*/ 208154 h 3949544"/>
              <a:gd name="connsiteX771" fmla="*/ 485229 w 6103852"/>
              <a:gd name="connsiteY771" fmla="*/ 208400 h 3949544"/>
              <a:gd name="connsiteX772" fmla="*/ 878173 w 6103852"/>
              <a:gd name="connsiteY772" fmla="*/ 202211 h 3949544"/>
              <a:gd name="connsiteX773" fmla="*/ 910368 w 6103852"/>
              <a:gd name="connsiteY773" fmla="*/ 214559 h 3949544"/>
              <a:gd name="connsiteX774" fmla="*/ 773815 w 6103852"/>
              <a:gd name="connsiteY774" fmla="*/ 216618 h 3949544"/>
              <a:gd name="connsiteX775" fmla="*/ 743036 w 6103852"/>
              <a:gd name="connsiteY775" fmla="*/ 216565 h 3949544"/>
              <a:gd name="connsiteX776" fmla="*/ 742992 w 6103852"/>
              <a:gd name="connsiteY776" fmla="*/ 216594 h 3949544"/>
              <a:gd name="connsiteX777" fmla="*/ 742992 w 6103852"/>
              <a:gd name="connsiteY777" fmla="*/ 216565 h 3949544"/>
              <a:gd name="connsiteX778" fmla="*/ 743036 w 6103852"/>
              <a:gd name="connsiteY778" fmla="*/ 216565 h 3949544"/>
              <a:gd name="connsiteX779" fmla="*/ 754140 w 6103852"/>
              <a:gd name="connsiteY779" fmla="*/ 209361 h 3949544"/>
              <a:gd name="connsiteX780" fmla="*/ 878173 w 6103852"/>
              <a:gd name="connsiteY780" fmla="*/ 202211 h 3949544"/>
              <a:gd name="connsiteX781" fmla="*/ 473158 w 6103852"/>
              <a:gd name="connsiteY781" fmla="*/ 198030 h 3949544"/>
              <a:gd name="connsiteX782" fmla="*/ 473765 w 6103852"/>
              <a:gd name="connsiteY782" fmla="*/ 198552 h 3949544"/>
              <a:gd name="connsiteX783" fmla="*/ 473967 w 6103852"/>
              <a:gd name="connsiteY783" fmla="*/ 198484 h 3949544"/>
              <a:gd name="connsiteX784" fmla="*/ 758067 w 6103852"/>
              <a:gd name="connsiteY784" fmla="*/ 193170 h 3949544"/>
              <a:gd name="connsiteX785" fmla="*/ 762514 w 6103852"/>
              <a:gd name="connsiteY785" fmla="*/ 194669 h 3949544"/>
              <a:gd name="connsiteX786" fmla="*/ 757302 w 6103852"/>
              <a:gd name="connsiteY786" fmla="*/ 196589 h 3949544"/>
              <a:gd name="connsiteX787" fmla="*/ 758067 w 6103852"/>
              <a:gd name="connsiteY787" fmla="*/ 193170 h 3949544"/>
              <a:gd name="connsiteX788" fmla="*/ 834650 w 6103852"/>
              <a:gd name="connsiteY788" fmla="*/ 177603 h 3949544"/>
              <a:gd name="connsiteX789" fmla="*/ 835286 w 6103852"/>
              <a:gd name="connsiteY789" fmla="*/ 181191 h 3949544"/>
              <a:gd name="connsiteX790" fmla="*/ 817267 w 6103852"/>
              <a:gd name="connsiteY790" fmla="*/ 182971 h 3949544"/>
              <a:gd name="connsiteX791" fmla="*/ 815821 w 6103852"/>
              <a:gd name="connsiteY791" fmla="*/ 177603 h 3949544"/>
              <a:gd name="connsiteX792" fmla="*/ 815880 w 6103852"/>
              <a:gd name="connsiteY792" fmla="*/ 177603 h 3949544"/>
              <a:gd name="connsiteX793" fmla="*/ 881144 w 6103852"/>
              <a:gd name="connsiteY793" fmla="*/ 175513 h 3949544"/>
              <a:gd name="connsiteX794" fmla="*/ 881201 w 6103852"/>
              <a:gd name="connsiteY794" fmla="*/ 175540 h 3949544"/>
              <a:gd name="connsiteX795" fmla="*/ 889865 w 6103852"/>
              <a:gd name="connsiteY795" fmla="*/ 178987 h 3949544"/>
              <a:gd name="connsiteX796" fmla="*/ 882645 w 6103852"/>
              <a:gd name="connsiteY796" fmla="*/ 182322 h 3949544"/>
              <a:gd name="connsiteX797" fmla="*/ 876927 w 6103852"/>
              <a:gd name="connsiteY797" fmla="*/ 179553 h 3949544"/>
              <a:gd name="connsiteX798" fmla="*/ 881144 w 6103852"/>
              <a:gd name="connsiteY798" fmla="*/ 175513 h 3949544"/>
              <a:gd name="connsiteX799" fmla="*/ 806985 w 6103852"/>
              <a:gd name="connsiteY799" fmla="*/ 165822 h 3949544"/>
              <a:gd name="connsiteX800" fmla="*/ 806758 w 6103852"/>
              <a:gd name="connsiteY800" fmla="*/ 166792 h 3949544"/>
              <a:gd name="connsiteX801" fmla="*/ 806811 w 6103852"/>
              <a:gd name="connsiteY801" fmla="*/ 166809 h 3949544"/>
              <a:gd name="connsiteX802" fmla="*/ 806754 w 6103852"/>
              <a:gd name="connsiteY802" fmla="*/ 166809 h 3949544"/>
              <a:gd name="connsiteX803" fmla="*/ 806758 w 6103852"/>
              <a:gd name="connsiteY803" fmla="*/ 166792 h 3949544"/>
              <a:gd name="connsiteX804" fmla="*/ 805022 w 6103852"/>
              <a:gd name="connsiteY804" fmla="*/ 166217 h 3949544"/>
              <a:gd name="connsiteX805" fmla="*/ 1043142 w 6103852"/>
              <a:gd name="connsiteY805" fmla="*/ 159319 h 3949544"/>
              <a:gd name="connsiteX806" fmla="*/ 1048485 w 6103852"/>
              <a:gd name="connsiteY806" fmla="*/ 159583 h 3949544"/>
              <a:gd name="connsiteX807" fmla="*/ 1046243 w 6103852"/>
              <a:gd name="connsiteY807" fmla="*/ 159895 h 3949544"/>
              <a:gd name="connsiteX808" fmla="*/ 1045569 w 6103852"/>
              <a:gd name="connsiteY808" fmla="*/ 159988 h 3949544"/>
              <a:gd name="connsiteX809" fmla="*/ 1548566 w 6103852"/>
              <a:gd name="connsiteY809" fmla="*/ 85223 h 3949544"/>
              <a:gd name="connsiteX810" fmla="*/ 1561247 w 6103852"/>
              <a:gd name="connsiteY810" fmla="*/ 92021 h 3949544"/>
              <a:gd name="connsiteX811" fmla="*/ 1549442 w 6103852"/>
              <a:gd name="connsiteY811" fmla="*/ 97700 h 3949544"/>
              <a:gd name="connsiteX812" fmla="*/ 1547217 w 6103852"/>
              <a:gd name="connsiteY812" fmla="*/ 97762 h 3949544"/>
              <a:gd name="connsiteX813" fmla="*/ 1536087 w 6103852"/>
              <a:gd name="connsiteY813" fmla="*/ 93231 h 3949544"/>
              <a:gd name="connsiteX814" fmla="*/ 1544450 w 6103852"/>
              <a:gd name="connsiteY814" fmla="*/ 85565 h 3949544"/>
              <a:gd name="connsiteX815" fmla="*/ 1548566 w 6103852"/>
              <a:gd name="connsiteY815" fmla="*/ 85223 h 3949544"/>
              <a:gd name="connsiteX816" fmla="*/ 5788120 w 6103852"/>
              <a:gd name="connsiteY816" fmla="*/ 78862 h 3949544"/>
              <a:gd name="connsiteX817" fmla="*/ 5788380 w 6103852"/>
              <a:gd name="connsiteY817" fmla="*/ 81673 h 3949544"/>
              <a:gd name="connsiteX818" fmla="*/ 5786285 w 6103852"/>
              <a:gd name="connsiteY818" fmla="*/ 82516 h 3949544"/>
              <a:gd name="connsiteX819" fmla="*/ 5783465 w 6103852"/>
              <a:gd name="connsiteY819" fmla="*/ 81158 h 3949544"/>
              <a:gd name="connsiteX820" fmla="*/ 2202185 w 6103852"/>
              <a:gd name="connsiteY820" fmla="*/ 78707 h 3949544"/>
              <a:gd name="connsiteX821" fmla="*/ 2202589 w 6103852"/>
              <a:gd name="connsiteY821" fmla="*/ 83176 h 3949544"/>
              <a:gd name="connsiteX822" fmla="*/ 2200364 w 6103852"/>
              <a:gd name="connsiteY822" fmla="*/ 82493 h 3949544"/>
              <a:gd name="connsiteX823" fmla="*/ 2197395 w 6103852"/>
              <a:gd name="connsiteY823" fmla="*/ 81097 h 3949544"/>
              <a:gd name="connsiteX824" fmla="*/ 5960462 w 6103852"/>
              <a:gd name="connsiteY824" fmla="*/ 78148 h 3949544"/>
              <a:gd name="connsiteX825" fmla="*/ 5969804 w 6103852"/>
              <a:gd name="connsiteY825" fmla="*/ 82513 h 3949544"/>
              <a:gd name="connsiteX826" fmla="*/ 5955386 w 6103852"/>
              <a:gd name="connsiteY826" fmla="*/ 83442 h 3949544"/>
              <a:gd name="connsiteX827" fmla="*/ 5952031 w 6103852"/>
              <a:gd name="connsiteY827" fmla="*/ 79793 h 3949544"/>
              <a:gd name="connsiteX828" fmla="*/ 5957089 w 6103852"/>
              <a:gd name="connsiteY828" fmla="*/ 78241 h 3949544"/>
              <a:gd name="connsiteX829" fmla="*/ 5960462 w 6103852"/>
              <a:gd name="connsiteY829" fmla="*/ 78148 h 3949544"/>
              <a:gd name="connsiteX830" fmla="*/ 2165759 w 6103852"/>
              <a:gd name="connsiteY830" fmla="*/ 77776 h 3949544"/>
              <a:gd name="connsiteX831" fmla="*/ 2177025 w 6103852"/>
              <a:gd name="connsiteY831" fmla="*/ 81810 h 3949544"/>
              <a:gd name="connsiteX832" fmla="*/ 2166974 w 6103852"/>
              <a:gd name="connsiteY832" fmla="*/ 83951 h 3949544"/>
              <a:gd name="connsiteX833" fmla="*/ 2166502 w 6103852"/>
              <a:gd name="connsiteY833" fmla="*/ 83951 h 3949544"/>
              <a:gd name="connsiteX834" fmla="*/ 2156047 w 6103852"/>
              <a:gd name="connsiteY834" fmla="*/ 81127 h 3949544"/>
              <a:gd name="connsiteX835" fmla="*/ 5883160 w 6103852"/>
              <a:gd name="connsiteY835" fmla="*/ 71382 h 3949544"/>
              <a:gd name="connsiteX836" fmla="*/ 5914391 w 6103852"/>
              <a:gd name="connsiteY836" fmla="*/ 78024 h 3949544"/>
              <a:gd name="connsiteX837" fmla="*/ 5914391 w 6103852"/>
              <a:gd name="connsiteY837" fmla="*/ 78055 h 3949544"/>
              <a:gd name="connsiteX838" fmla="*/ 5918035 w 6103852"/>
              <a:gd name="connsiteY838" fmla="*/ 77962 h 3949544"/>
              <a:gd name="connsiteX839" fmla="*/ 5918641 w 6103852"/>
              <a:gd name="connsiteY839" fmla="*/ 77155 h 3949544"/>
              <a:gd name="connsiteX840" fmla="*/ 5920866 w 6103852"/>
              <a:gd name="connsiteY840" fmla="*/ 77092 h 3949544"/>
              <a:gd name="connsiteX841" fmla="*/ 5924915 w 6103852"/>
              <a:gd name="connsiteY841" fmla="*/ 72499 h 3949544"/>
              <a:gd name="connsiteX842" fmla="*/ 5929299 w 6103852"/>
              <a:gd name="connsiteY842" fmla="*/ 72810 h 3949544"/>
              <a:gd name="connsiteX843" fmla="*/ 5920866 w 6103852"/>
              <a:gd name="connsiteY843" fmla="*/ 77092 h 3949544"/>
              <a:gd name="connsiteX844" fmla="*/ 5920125 w 6103852"/>
              <a:gd name="connsiteY844" fmla="*/ 77962 h 3949544"/>
              <a:gd name="connsiteX845" fmla="*/ 5918035 w 6103852"/>
              <a:gd name="connsiteY845" fmla="*/ 77962 h 3949544"/>
              <a:gd name="connsiteX846" fmla="*/ 5913245 w 6103852"/>
              <a:gd name="connsiteY846" fmla="*/ 82742 h 3949544"/>
              <a:gd name="connsiteX847" fmla="*/ 5908971 w 6103852"/>
              <a:gd name="connsiteY847" fmla="*/ 83269 h 3949544"/>
              <a:gd name="connsiteX848" fmla="*/ 5898597 w 6103852"/>
              <a:gd name="connsiteY848" fmla="*/ 77558 h 3949544"/>
              <a:gd name="connsiteX849" fmla="*/ 5873842 w 6103852"/>
              <a:gd name="connsiteY849" fmla="*/ 74548 h 3949544"/>
              <a:gd name="connsiteX850" fmla="*/ 5872123 w 6103852"/>
              <a:gd name="connsiteY850" fmla="*/ 74173 h 3949544"/>
              <a:gd name="connsiteX851" fmla="*/ 5870884 w 6103852"/>
              <a:gd name="connsiteY851" fmla="*/ 72406 h 3949544"/>
              <a:gd name="connsiteX852" fmla="*/ 5725591 w 6103852"/>
              <a:gd name="connsiteY852" fmla="*/ 70823 h 3949544"/>
              <a:gd name="connsiteX853" fmla="*/ 5739619 w 6103852"/>
              <a:gd name="connsiteY853" fmla="*/ 77246 h 3949544"/>
              <a:gd name="connsiteX854" fmla="*/ 5739688 w 6103852"/>
              <a:gd name="connsiteY854" fmla="*/ 77248 h 3949544"/>
              <a:gd name="connsiteX855" fmla="*/ 5740768 w 6103852"/>
              <a:gd name="connsiteY855" fmla="*/ 77248 h 3949544"/>
              <a:gd name="connsiteX856" fmla="*/ 5740903 w 6103852"/>
              <a:gd name="connsiteY856" fmla="*/ 77744 h 3949544"/>
              <a:gd name="connsiteX857" fmla="*/ 5741037 w 6103852"/>
              <a:gd name="connsiteY857" fmla="*/ 77744 h 3949544"/>
              <a:gd name="connsiteX858" fmla="*/ 5741045 w 6103852"/>
              <a:gd name="connsiteY858" fmla="*/ 77747 h 3949544"/>
              <a:gd name="connsiteX859" fmla="*/ 5759654 w 6103852"/>
              <a:gd name="connsiteY859" fmla="*/ 78241 h 3949544"/>
              <a:gd name="connsiteX860" fmla="*/ 5762286 w 6103852"/>
              <a:gd name="connsiteY860" fmla="*/ 79048 h 3949544"/>
              <a:gd name="connsiteX861" fmla="*/ 5764781 w 6103852"/>
              <a:gd name="connsiteY861" fmla="*/ 80321 h 3949544"/>
              <a:gd name="connsiteX862" fmla="*/ 5761340 w 6103852"/>
              <a:gd name="connsiteY862" fmla="*/ 82586 h 3949544"/>
              <a:gd name="connsiteX863" fmla="*/ 5757630 w 6103852"/>
              <a:gd name="connsiteY863" fmla="*/ 84045 h 3949544"/>
              <a:gd name="connsiteX864" fmla="*/ 5753438 w 6103852"/>
              <a:gd name="connsiteY864" fmla="*/ 84225 h 3949544"/>
              <a:gd name="connsiteX865" fmla="*/ 5753448 w 6103852"/>
              <a:gd name="connsiteY865" fmla="*/ 84231 h 3949544"/>
              <a:gd name="connsiteX866" fmla="*/ 5753313 w 6103852"/>
              <a:gd name="connsiteY866" fmla="*/ 84231 h 3949544"/>
              <a:gd name="connsiteX867" fmla="*/ 5753438 w 6103852"/>
              <a:gd name="connsiteY867" fmla="*/ 84225 h 3949544"/>
              <a:gd name="connsiteX868" fmla="*/ 5741045 w 6103852"/>
              <a:gd name="connsiteY868" fmla="*/ 77747 h 3949544"/>
              <a:gd name="connsiteX869" fmla="*/ 5740903 w 6103852"/>
              <a:gd name="connsiteY869" fmla="*/ 77744 h 3949544"/>
              <a:gd name="connsiteX870" fmla="*/ 5739957 w 6103852"/>
              <a:gd name="connsiteY870" fmla="*/ 77744 h 3949544"/>
              <a:gd name="connsiteX871" fmla="*/ 5739688 w 6103852"/>
              <a:gd name="connsiteY871" fmla="*/ 77248 h 3949544"/>
              <a:gd name="connsiteX872" fmla="*/ 5739621 w 6103852"/>
              <a:gd name="connsiteY872" fmla="*/ 77248 h 3949544"/>
              <a:gd name="connsiteX873" fmla="*/ 5739619 w 6103852"/>
              <a:gd name="connsiteY873" fmla="*/ 77246 h 3949544"/>
              <a:gd name="connsiteX874" fmla="*/ 5708457 w 6103852"/>
              <a:gd name="connsiteY874" fmla="*/ 76751 h 3949544"/>
              <a:gd name="connsiteX875" fmla="*/ 5703331 w 6103852"/>
              <a:gd name="connsiteY875" fmla="*/ 74765 h 3949544"/>
              <a:gd name="connsiteX876" fmla="*/ 5704073 w 6103852"/>
              <a:gd name="connsiteY876" fmla="*/ 72903 h 3949544"/>
              <a:gd name="connsiteX877" fmla="*/ 5722420 w 6103852"/>
              <a:gd name="connsiteY877" fmla="*/ 70917 h 3949544"/>
              <a:gd name="connsiteX878" fmla="*/ 5725591 w 6103852"/>
              <a:gd name="connsiteY878" fmla="*/ 70823 h 3949544"/>
              <a:gd name="connsiteX879" fmla="*/ 2099790 w 6103852"/>
              <a:gd name="connsiteY879" fmla="*/ 63065 h 3949544"/>
              <a:gd name="connsiteX880" fmla="*/ 2099790 w 6103852"/>
              <a:gd name="connsiteY880" fmla="*/ 63992 h 3949544"/>
              <a:gd name="connsiteX881" fmla="*/ 2099926 w 6103852"/>
              <a:gd name="connsiteY881" fmla="*/ 64027 h 3949544"/>
              <a:gd name="connsiteX882" fmla="*/ 2099931 w 6103852"/>
              <a:gd name="connsiteY882" fmla="*/ 64069 h 3949544"/>
              <a:gd name="connsiteX883" fmla="*/ 2115238 w 6103852"/>
              <a:gd name="connsiteY883" fmla="*/ 68651 h 3949544"/>
              <a:gd name="connsiteX884" fmla="*/ 2111461 w 6103852"/>
              <a:gd name="connsiteY884" fmla="*/ 81469 h 3949544"/>
              <a:gd name="connsiteX885" fmla="*/ 2105453 w 6103852"/>
              <a:gd name="connsiteY885" fmla="*/ 83018 h 3949544"/>
              <a:gd name="connsiteX886" fmla="*/ 2105456 w 6103852"/>
              <a:gd name="connsiteY886" fmla="*/ 83021 h 3949544"/>
              <a:gd name="connsiteX887" fmla="*/ 2105323 w 6103852"/>
              <a:gd name="connsiteY887" fmla="*/ 83051 h 3949544"/>
              <a:gd name="connsiteX888" fmla="*/ 2105453 w 6103852"/>
              <a:gd name="connsiteY888" fmla="*/ 83018 h 3949544"/>
              <a:gd name="connsiteX889" fmla="*/ 2102018 w 6103852"/>
              <a:gd name="connsiteY889" fmla="*/ 80414 h 3949544"/>
              <a:gd name="connsiteX890" fmla="*/ 2099931 w 6103852"/>
              <a:gd name="connsiteY890" fmla="*/ 64069 h 3949544"/>
              <a:gd name="connsiteX891" fmla="*/ 2099790 w 6103852"/>
              <a:gd name="connsiteY891" fmla="*/ 64027 h 3949544"/>
              <a:gd name="connsiteX892" fmla="*/ 2099790 w 6103852"/>
              <a:gd name="connsiteY892" fmla="*/ 63992 h 3949544"/>
              <a:gd name="connsiteX893" fmla="*/ 2098644 w 6103852"/>
              <a:gd name="connsiteY893" fmla="*/ 63685 h 3949544"/>
              <a:gd name="connsiteX894" fmla="*/ 2098374 w 6103852"/>
              <a:gd name="connsiteY894" fmla="*/ 63065 h 3949544"/>
              <a:gd name="connsiteX895" fmla="*/ 2670712 w 6103852"/>
              <a:gd name="connsiteY895" fmla="*/ 57540 h 3949544"/>
              <a:gd name="connsiteX896" fmla="*/ 2675772 w 6103852"/>
              <a:gd name="connsiteY896" fmla="*/ 59619 h 3949544"/>
              <a:gd name="connsiteX897" fmla="*/ 2671251 w 6103852"/>
              <a:gd name="connsiteY897" fmla="*/ 61792 h 3949544"/>
              <a:gd name="connsiteX898" fmla="*/ 2671251 w 6103852"/>
              <a:gd name="connsiteY898" fmla="*/ 61823 h 3949544"/>
              <a:gd name="connsiteX899" fmla="*/ 2666193 w 6103852"/>
              <a:gd name="connsiteY899" fmla="*/ 59961 h 3949544"/>
              <a:gd name="connsiteX900" fmla="*/ 2602383 w 6103852"/>
              <a:gd name="connsiteY900" fmla="*/ 57509 h 3949544"/>
              <a:gd name="connsiteX901" fmla="*/ 2607441 w 6103852"/>
              <a:gd name="connsiteY901" fmla="*/ 62878 h 3949544"/>
              <a:gd name="connsiteX902" fmla="*/ 2601641 w 6103852"/>
              <a:gd name="connsiteY902" fmla="*/ 68433 h 3949544"/>
              <a:gd name="connsiteX903" fmla="*/ 2568117 w 6103852"/>
              <a:gd name="connsiteY903" fmla="*/ 70140 h 3949544"/>
              <a:gd name="connsiteX904" fmla="*/ 2568117 w 6103852"/>
              <a:gd name="connsiteY904" fmla="*/ 70047 h 3949544"/>
              <a:gd name="connsiteX905" fmla="*/ 2568117 w 6103852"/>
              <a:gd name="connsiteY905" fmla="*/ 69705 h 3949544"/>
              <a:gd name="connsiteX906" fmla="*/ 2548421 w 6103852"/>
              <a:gd name="connsiteY906" fmla="*/ 70140 h 3949544"/>
              <a:gd name="connsiteX907" fmla="*/ 2547544 w 6103852"/>
              <a:gd name="connsiteY907" fmla="*/ 70140 h 3949544"/>
              <a:gd name="connsiteX908" fmla="*/ 2534255 w 6103852"/>
              <a:gd name="connsiteY908" fmla="*/ 69302 h 3949544"/>
              <a:gd name="connsiteX909" fmla="*/ 2528724 w 6103852"/>
              <a:gd name="connsiteY909" fmla="*/ 67255 h 3949544"/>
              <a:gd name="connsiteX910" fmla="*/ 2537358 w 6103852"/>
              <a:gd name="connsiteY910" fmla="*/ 63499 h 3949544"/>
              <a:gd name="connsiteX911" fmla="*/ 2544778 w 6103852"/>
              <a:gd name="connsiteY911" fmla="*/ 63344 h 3949544"/>
              <a:gd name="connsiteX912" fmla="*/ 2556785 w 6103852"/>
              <a:gd name="connsiteY912" fmla="*/ 63592 h 3949544"/>
              <a:gd name="connsiteX913" fmla="*/ 2568791 w 6103852"/>
              <a:gd name="connsiteY913" fmla="*/ 63841 h 3949544"/>
              <a:gd name="connsiteX914" fmla="*/ 2602383 w 6103852"/>
              <a:gd name="connsiteY914" fmla="*/ 57509 h 3949544"/>
              <a:gd name="connsiteX915" fmla="*/ 2965011 w 6103852"/>
              <a:gd name="connsiteY915" fmla="*/ 56703 h 3949544"/>
              <a:gd name="connsiteX916" fmla="*/ 2970384 w 6103852"/>
              <a:gd name="connsiteY916" fmla="*/ 57676 h 3949544"/>
              <a:gd name="connsiteX917" fmla="*/ 2959478 w 6103852"/>
              <a:gd name="connsiteY917" fmla="*/ 59713 h 3949544"/>
              <a:gd name="connsiteX918" fmla="*/ 2970376 w 6103852"/>
              <a:gd name="connsiteY918" fmla="*/ 62588 h 3949544"/>
              <a:gd name="connsiteX919" fmla="*/ 2968586 w 6103852"/>
              <a:gd name="connsiteY919" fmla="*/ 63158 h 3949544"/>
              <a:gd name="connsiteX920" fmla="*/ 2968653 w 6103852"/>
              <a:gd name="connsiteY920" fmla="*/ 63127 h 3949544"/>
              <a:gd name="connsiteX921" fmla="*/ 2959884 w 6103852"/>
              <a:gd name="connsiteY921" fmla="*/ 61917 h 3949544"/>
              <a:gd name="connsiteX922" fmla="*/ 2955162 w 6103852"/>
              <a:gd name="connsiteY922" fmla="*/ 59837 h 3949544"/>
              <a:gd name="connsiteX923" fmla="*/ 2084008 w 6103852"/>
              <a:gd name="connsiteY923" fmla="*/ 56423 h 3949544"/>
              <a:gd name="connsiteX924" fmla="*/ 2098307 w 6103852"/>
              <a:gd name="connsiteY924" fmla="*/ 63065 h 3949544"/>
              <a:gd name="connsiteX925" fmla="*/ 2097700 w 6103852"/>
              <a:gd name="connsiteY925" fmla="*/ 63065 h 3949544"/>
              <a:gd name="connsiteX926" fmla="*/ 2091495 w 6103852"/>
              <a:gd name="connsiteY926" fmla="*/ 63250 h 3949544"/>
              <a:gd name="connsiteX927" fmla="*/ 2085357 w 6103852"/>
              <a:gd name="connsiteY927" fmla="*/ 63468 h 3949544"/>
              <a:gd name="connsiteX928" fmla="*/ 2072338 w 6103852"/>
              <a:gd name="connsiteY928" fmla="*/ 56640 h 3949544"/>
              <a:gd name="connsiteX929" fmla="*/ 2073618 w 6103852"/>
              <a:gd name="connsiteY929" fmla="*/ 56640 h 3949544"/>
              <a:gd name="connsiteX930" fmla="*/ 2078746 w 6103852"/>
              <a:gd name="connsiteY930" fmla="*/ 56548 h 3949544"/>
              <a:gd name="connsiteX931" fmla="*/ 2084008 w 6103852"/>
              <a:gd name="connsiteY931" fmla="*/ 56423 h 3949544"/>
              <a:gd name="connsiteX932" fmla="*/ 2072068 w 6103852"/>
              <a:gd name="connsiteY932" fmla="*/ 56020 h 3949544"/>
              <a:gd name="connsiteX933" fmla="*/ 2072260 w 6103852"/>
              <a:gd name="connsiteY933" fmla="*/ 56609 h 3949544"/>
              <a:gd name="connsiteX934" fmla="*/ 2072270 w 6103852"/>
              <a:gd name="connsiteY934" fmla="*/ 56609 h 3949544"/>
              <a:gd name="connsiteX935" fmla="*/ 2072270 w 6103852"/>
              <a:gd name="connsiteY935" fmla="*/ 56640 h 3949544"/>
              <a:gd name="connsiteX936" fmla="*/ 2072260 w 6103852"/>
              <a:gd name="connsiteY936" fmla="*/ 56609 h 3949544"/>
              <a:gd name="connsiteX937" fmla="*/ 2070920 w 6103852"/>
              <a:gd name="connsiteY937" fmla="*/ 56609 h 3949544"/>
              <a:gd name="connsiteX938" fmla="*/ 3068819 w 6103852"/>
              <a:gd name="connsiteY938" fmla="*/ 50962 h 3949544"/>
              <a:gd name="connsiteX939" fmla="*/ 3073272 w 6103852"/>
              <a:gd name="connsiteY939" fmla="*/ 53753 h 3949544"/>
              <a:gd name="connsiteX940" fmla="*/ 3069065 w 6103852"/>
              <a:gd name="connsiteY940" fmla="*/ 54676 h 3949544"/>
              <a:gd name="connsiteX941" fmla="*/ 3069091 w 6103852"/>
              <a:gd name="connsiteY941" fmla="*/ 54685 h 3949544"/>
              <a:gd name="connsiteX942" fmla="*/ 3069022 w 6103852"/>
              <a:gd name="connsiteY942" fmla="*/ 54685 h 3949544"/>
              <a:gd name="connsiteX943" fmla="*/ 3069065 w 6103852"/>
              <a:gd name="connsiteY943" fmla="*/ 54676 h 3949544"/>
              <a:gd name="connsiteX944" fmla="*/ 3064570 w 6103852"/>
              <a:gd name="connsiteY944" fmla="*/ 52916 h 3949544"/>
              <a:gd name="connsiteX945" fmla="*/ 3189223 w 6103852"/>
              <a:gd name="connsiteY945" fmla="*/ 49999 h 3949544"/>
              <a:gd name="connsiteX946" fmla="*/ 3197386 w 6103852"/>
              <a:gd name="connsiteY946" fmla="*/ 53444 h 3949544"/>
              <a:gd name="connsiteX947" fmla="*/ 3185985 w 6103852"/>
              <a:gd name="connsiteY947" fmla="*/ 55491 h 3949544"/>
              <a:gd name="connsiteX948" fmla="*/ 3185716 w 6103852"/>
              <a:gd name="connsiteY948" fmla="*/ 55491 h 3949544"/>
              <a:gd name="connsiteX949" fmla="*/ 3177352 w 6103852"/>
              <a:gd name="connsiteY949" fmla="*/ 52264 h 3949544"/>
              <a:gd name="connsiteX950" fmla="*/ 3188819 w 6103852"/>
              <a:gd name="connsiteY950" fmla="*/ 49999 h 3949544"/>
              <a:gd name="connsiteX951" fmla="*/ 3189223 w 6103852"/>
              <a:gd name="connsiteY951" fmla="*/ 49999 h 3949544"/>
              <a:gd name="connsiteX952" fmla="*/ 4392584 w 6103852"/>
              <a:gd name="connsiteY952" fmla="*/ 49999 h 3949544"/>
              <a:gd name="connsiteX953" fmla="*/ 4400747 w 6103852"/>
              <a:gd name="connsiteY953" fmla="*/ 53444 h 3949544"/>
              <a:gd name="connsiteX954" fmla="*/ 4400139 w 6103852"/>
              <a:gd name="connsiteY954" fmla="*/ 53552 h 3949544"/>
              <a:gd name="connsiteX955" fmla="*/ 4397509 w 6103852"/>
              <a:gd name="connsiteY955" fmla="*/ 52916 h 3949544"/>
              <a:gd name="connsiteX956" fmla="*/ 4389416 w 6103852"/>
              <a:gd name="connsiteY956" fmla="*/ 51054 h 3949544"/>
              <a:gd name="connsiteX957" fmla="*/ 4382680 w 6103852"/>
              <a:gd name="connsiteY957" fmla="*/ 53023 h 3949544"/>
              <a:gd name="connsiteX958" fmla="*/ 4380713 w 6103852"/>
              <a:gd name="connsiteY958" fmla="*/ 52264 h 3949544"/>
              <a:gd name="connsiteX959" fmla="*/ 4392180 w 6103852"/>
              <a:gd name="connsiteY959" fmla="*/ 49999 h 3949544"/>
              <a:gd name="connsiteX960" fmla="*/ 4392584 w 6103852"/>
              <a:gd name="connsiteY960" fmla="*/ 49999 h 3949544"/>
              <a:gd name="connsiteX961" fmla="*/ 2848992 w 6103852"/>
              <a:gd name="connsiteY961" fmla="*/ 13314 h 3949544"/>
              <a:gd name="connsiteX962" fmla="*/ 2878603 w 6103852"/>
              <a:gd name="connsiteY962" fmla="*/ 16201 h 3949544"/>
              <a:gd name="connsiteX963" fmla="*/ 2879143 w 6103852"/>
              <a:gd name="connsiteY963" fmla="*/ 18653 h 3949544"/>
              <a:gd name="connsiteX964" fmla="*/ 2862144 w 6103852"/>
              <a:gd name="connsiteY964" fmla="*/ 25884 h 3949544"/>
              <a:gd name="connsiteX965" fmla="*/ 2862212 w 6103852"/>
              <a:gd name="connsiteY965" fmla="*/ 25853 h 3949544"/>
              <a:gd name="connsiteX966" fmla="*/ 2860390 w 6103852"/>
              <a:gd name="connsiteY966" fmla="*/ 25543 h 3949544"/>
              <a:gd name="connsiteX967" fmla="*/ 2823089 w 6103852"/>
              <a:gd name="connsiteY967" fmla="*/ 19738 h 3949544"/>
              <a:gd name="connsiteX968" fmla="*/ 2820324 w 6103852"/>
              <a:gd name="connsiteY968" fmla="*/ 18871 h 3949544"/>
              <a:gd name="connsiteX969" fmla="*/ 2817693 w 6103852"/>
              <a:gd name="connsiteY969" fmla="*/ 17753 h 3949544"/>
              <a:gd name="connsiteX970" fmla="*/ 2819311 w 6103852"/>
              <a:gd name="connsiteY970" fmla="*/ 16542 h 3949544"/>
              <a:gd name="connsiteX971" fmla="*/ 2821200 w 6103852"/>
              <a:gd name="connsiteY971" fmla="*/ 15673 h 3949544"/>
              <a:gd name="connsiteX972" fmla="*/ 2848992 w 6103852"/>
              <a:gd name="connsiteY972" fmla="*/ 13314 h 3949544"/>
              <a:gd name="connsiteX973" fmla="*/ 4052352 w 6103852"/>
              <a:gd name="connsiteY973" fmla="*/ 13314 h 3949544"/>
              <a:gd name="connsiteX974" fmla="*/ 4081964 w 6103852"/>
              <a:gd name="connsiteY974" fmla="*/ 16201 h 3949544"/>
              <a:gd name="connsiteX975" fmla="*/ 4082503 w 6103852"/>
              <a:gd name="connsiteY975" fmla="*/ 18653 h 3949544"/>
              <a:gd name="connsiteX976" fmla="*/ 4065505 w 6103852"/>
              <a:gd name="connsiteY976" fmla="*/ 25884 h 3949544"/>
              <a:gd name="connsiteX977" fmla="*/ 4065572 w 6103852"/>
              <a:gd name="connsiteY977" fmla="*/ 25853 h 3949544"/>
              <a:gd name="connsiteX978" fmla="*/ 4063751 w 6103852"/>
              <a:gd name="connsiteY978" fmla="*/ 25543 h 3949544"/>
              <a:gd name="connsiteX979" fmla="*/ 4026450 w 6103852"/>
              <a:gd name="connsiteY979" fmla="*/ 19738 h 3949544"/>
              <a:gd name="connsiteX980" fmla="*/ 4023684 w 6103852"/>
              <a:gd name="connsiteY980" fmla="*/ 18871 h 3949544"/>
              <a:gd name="connsiteX981" fmla="*/ 4021053 w 6103852"/>
              <a:gd name="connsiteY981" fmla="*/ 17753 h 3949544"/>
              <a:gd name="connsiteX982" fmla="*/ 4022672 w 6103852"/>
              <a:gd name="connsiteY982" fmla="*/ 16542 h 3949544"/>
              <a:gd name="connsiteX983" fmla="*/ 4024561 w 6103852"/>
              <a:gd name="connsiteY983" fmla="*/ 15673 h 3949544"/>
              <a:gd name="connsiteX984" fmla="*/ 4052352 w 6103852"/>
              <a:gd name="connsiteY984" fmla="*/ 13314 h 3949544"/>
              <a:gd name="connsiteX985" fmla="*/ 2924336 w 6103852"/>
              <a:gd name="connsiteY985" fmla="*/ 7262 h 3949544"/>
              <a:gd name="connsiteX986" fmla="*/ 2934048 w 6103852"/>
              <a:gd name="connsiteY986" fmla="*/ 9436 h 3949544"/>
              <a:gd name="connsiteX987" fmla="*/ 2925752 w 6103852"/>
              <a:gd name="connsiteY987" fmla="*/ 13656 h 3949544"/>
              <a:gd name="connsiteX988" fmla="*/ 2925685 w 6103852"/>
              <a:gd name="connsiteY988" fmla="*/ 13688 h 3949544"/>
              <a:gd name="connsiteX989" fmla="*/ 2923324 w 6103852"/>
              <a:gd name="connsiteY989" fmla="*/ 13563 h 3949544"/>
              <a:gd name="connsiteX990" fmla="*/ 2913880 w 6103852"/>
              <a:gd name="connsiteY990" fmla="*/ 10521 h 3949544"/>
              <a:gd name="connsiteX991" fmla="*/ 2918602 w 6103852"/>
              <a:gd name="connsiteY991" fmla="*/ 8536 h 3949544"/>
              <a:gd name="connsiteX992" fmla="*/ 2923460 w 6103852"/>
              <a:gd name="connsiteY992" fmla="*/ 7262 h 3949544"/>
              <a:gd name="connsiteX993" fmla="*/ 2924336 w 6103852"/>
              <a:gd name="connsiteY993" fmla="*/ 7262 h 3949544"/>
              <a:gd name="connsiteX994" fmla="*/ 4127697 w 6103852"/>
              <a:gd name="connsiteY994" fmla="*/ 7262 h 3949544"/>
              <a:gd name="connsiteX995" fmla="*/ 4137409 w 6103852"/>
              <a:gd name="connsiteY995" fmla="*/ 9436 h 3949544"/>
              <a:gd name="connsiteX996" fmla="*/ 4129113 w 6103852"/>
              <a:gd name="connsiteY996" fmla="*/ 13656 h 3949544"/>
              <a:gd name="connsiteX997" fmla="*/ 4129046 w 6103852"/>
              <a:gd name="connsiteY997" fmla="*/ 13688 h 3949544"/>
              <a:gd name="connsiteX998" fmla="*/ 4126684 w 6103852"/>
              <a:gd name="connsiteY998" fmla="*/ 13563 h 3949544"/>
              <a:gd name="connsiteX999" fmla="*/ 4117241 w 6103852"/>
              <a:gd name="connsiteY999" fmla="*/ 10521 h 3949544"/>
              <a:gd name="connsiteX1000" fmla="*/ 4121963 w 6103852"/>
              <a:gd name="connsiteY1000" fmla="*/ 8536 h 3949544"/>
              <a:gd name="connsiteX1001" fmla="*/ 4126820 w 6103852"/>
              <a:gd name="connsiteY1001" fmla="*/ 7262 h 3949544"/>
              <a:gd name="connsiteX1002" fmla="*/ 4127697 w 6103852"/>
              <a:gd name="connsiteY1002" fmla="*/ 7262 h 3949544"/>
              <a:gd name="connsiteX1003" fmla="*/ 4139637 w 6103852"/>
              <a:gd name="connsiteY1003" fmla="*/ 0 h 3949544"/>
              <a:gd name="connsiteX1004" fmla="*/ 4140378 w 6103852"/>
              <a:gd name="connsiteY1004" fmla="*/ 280 h 3949544"/>
              <a:gd name="connsiteX1005" fmla="*/ 4130395 w 6103852"/>
              <a:gd name="connsiteY1005" fmla="*/ 403 h 3949544"/>
              <a:gd name="connsiteX1006" fmla="*/ 4123246 w 6103852"/>
              <a:gd name="connsiteY1006" fmla="*/ 497 h 3949544"/>
              <a:gd name="connsiteX1007" fmla="*/ 4114544 w 6103852"/>
              <a:gd name="connsiteY1007" fmla="*/ 435 h 3949544"/>
              <a:gd name="connsiteX1008" fmla="*/ 4105775 w 6103852"/>
              <a:gd name="connsiteY1008" fmla="*/ 373 h 3949544"/>
              <a:gd name="connsiteX1009" fmla="*/ 4064291 w 6103852"/>
              <a:gd name="connsiteY1009" fmla="*/ 5525 h 3949544"/>
              <a:gd name="connsiteX1010" fmla="*/ 4046483 w 6103852"/>
              <a:gd name="connsiteY1010" fmla="*/ 7542 h 3949544"/>
              <a:gd name="connsiteX1011" fmla="*/ 4017343 w 6103852"/>
              <a:gd name="connsiteY1011" fmla="*/ 6642 h 3949544"/>
              <a:gd name="connsiteX1012" fmla="*/ 4015454 w 6103852"/>
              <a:gd name="connsiteY1012" fmla="*/ 6642 h 3949544"/>
              <a:gd name="connsiteX1013" fmla="*/ 4003852 w 6103852"/>
              <a:gd name="connsiteY1013" fmla="*/ 19677 h 3949544"/>
              <a:gd name="connsiteX1014" fmla="*/ 3993803 w 6103852"/>
              <a:gd name="connsiteY1014" fmla="*/ 27591 h 3949544"/>
              <a:gd name="connsiteX1015" fmla="*/ 3987056 w 6103852"/>
              <a:gd name="connsiteY1015" fmla="*/ 27932 h 3949544"/>
              <a:gd name="connsiteX1016" fmla="*/ 3982403 w 6103852"/>
              <a:gd name="connsiteY1016" fmla="*/ 28398 h 3949544"/>
              <a:gd name="connsiteX1017" fmla="*/ 3969588 w 6103852"/>
              <a:gd name="connsiteY1017" fmla="*/ 25822 h 3949544"/>
              <a:gd name="connsiteX1018" fmla="*/ 3957378 w 6103852"/>
              <a:gd name="connsiteY1018" fmla="*/ 23246 h 3949544"/>
              <a:gd name="connsiteX1019" fmla="*/ 3950902 w 6103852"/>
              <a:gd name="connsiteY1019" fmla="*/ 24395 h 3949544"/>
              <a:gd name="connsiteX1020" fmla="*/ 3926147 w 6103852"/>
              <a:gd name="connsiteY1020" fmla="*/ 27746 h 3949544"/>
              <a:gd name="connsiteX1021" fmla="*/ 3922370 w 6103852"/>
              <a:gd name="connsiteY1021" fmla="*/ 27746 h 3949544"/>
              <a:gd name="connsiteX1022" fmla="*/ 3918592 w 6103852"/>
              <a:gd name="connsiteY1022" fmla="*/ 27746 h 3949544"/>
              <a:gd name="connsiteX1023" fmla="*/ 3911577 w 6103852"/>
              <a:gd name="connsiteY1023" fmla="*/ 27871 h 3949544"/>
              <a:gd name="connsiteX1024" fmla="*/ 3877311 w 6103852"/>
              <a:gd name="connsiteY1024" fmla="*/ 28368 h 3949544"/>
              <a:gd name="connsiteX1025" fmla="*/ 3875355 w 6103852"/>
              <a:gd name="connsiteY1025" fmla="*/ 28368 h 3949544"/>
              <a:gd name="connsiteX1026" fmla="*/ 3863550 w 6103852"/>
              <a:gd name="connsiteY1026" fmla="*/ 28274 h 3949544"/>
              <a:gd name="connsiteX1027" fmla="*/ 3851611 w 6103852"/>
              <a:gd name="connsiteY1027" fmla="*/ 28180 h 3949544"/>
              <a:gd name="connsiteX1028" fmla="*/ 3836299 w 6103852"/>
              <a:gd name="connsiteY1028" fmla="*/ 28554 h 3949544"/>
              <a:gd name="connsiteX1029" fmla="*/ 3832860 w 6103852"/>
              <a:gd name="connsiteY1029" fmla="*/ 35753 h 3949544"/>
              <a:gd name="connsiteX1030" fmla="*/ 3836570 w 6103852"/>
              <a:gd name="connsiteY1030" fmla="*/ 37522 h 3949544"/>
              <a:gd name="connsiteX1031" fmla="*/ 3838121 w 6103852"/>
              <a:gd name="connsiteY1031" fmla="*/ 37305 h 3949544"/>
              <a:gd name="connsiteX1032" fmla="*/ 3838795 w 6103852"/>
              <a:gd name="connsiteY1032" fmla="*/ 37088 h 3949544"/>
              <a:gd name="connsiteX1033" fmla="*/ 3836772 w 6103852"/>
              <a:gd name="connsiteY1033" fmla="*/ 38671 h 3949544"/>
              <a:gd name="connsiteX1034" fmla="*/ 3817211 w 6103852"/>
              <a:gd name="connsiteY1034" fmla="*/ 42271 h 3949544"/>
              <a:gd name="connsiteX1035" fmla="*/ 3801225 w 6103852"/>
              <a:gd name="connsiteY1035" fmla="*/ 39012 h 3949544"/>
              <a:gd name="connsiteX1036" fmla="*/ 3808239 w 6103852"/>
              <a:gd name="connsiteY1036" fmla="*/ 30415 h 3949544"/>
              <a:gd name="connsiteX1037" fmla="*/ 3761292 w 6103852"/>
              <a:gd name="connsiteY1037" fmla="*/ 21322 h 3949544"/>
              <a:gd name="connsiteX1038" fmla="*/ 3758122 w 6103852"/>
              <a:gd name="connsiteY1038" fmla="*/ 21384 h 3949544"/>
              <a:gd name="connsiteX1039" fmla="*/ 3751511 w 6103852"/>
              <a:gd name="connsiteY1039" fmla="*/ 29515 h 3949544"/>
              <a:gd name="connsiteX1040" fmla="*/ 3747936 w 6103852"/>
              <a:gd name="connsiteY1040" fmla="*/ 34358 h 3949544"/>
              <a:gd name="connsiteX1041" fmla="*/ 3731478 w 6103852"/>
              <a:gd name="connsiteY1041" fmla="*/ 35102 h 3949544"/>
              <a:gd name="connsiteX1042" fmla="*/ 3727701 w 6103852"/>
              <a:gd name="connsiteY1042" fmla="*/ 35102 h 3949544"/>
              <a:gd name="connsiteX1043" fmla="*/ 3710382 w 6103852"/>
              <a:gd name="connsiteY1043" fmla="*/ 34961 h 3949544"/>
              <a:gd name="connsiteX1044" fmla="*/ 3706859 w 6103852"/>
              <a:gd name="connsiteY1044" fmla="*/ 31874 h 3949544"/>
              <a:gd name="connsiteX1045" fmla="*/ 3702742 w 6103852"/>
              <a:gd name="connsiteY1045" fmla="*/ 29080 h 3949544"/>
              <a:gd name="connsiteX1046" fmla="*/ 3696538 w 6103852"/>
              <a:gd name="connsiteY1046" fmla="*/ 34420 h 3949544"/>
              <a:gd name="connsiteX1047" fmla="*/ 3696692 w 6103852"/>
              <a:gd name="connsiteY1047" fmla="*/ 34850 h 3949544"/>
              <a:gd name="connsiteX1048" fmla="*/ 3693367 w 6103852"/>
              <a:gd name="connsiteY1048" fmla="*/ 34822 h 3949544"/>
              <a:gd name="connsiteX1049" fmla="*/ 3687228 w 6103852"/>
              <a:gd name="connsiteY1049" fmla="*/ 34884 h 3949544"/>
              <a:gd name="connsiteX1050" fmla="*/ 3674211 w 6103852"/>
              <a:gd name="connsiteY1050" fmla="*/ 35381 h 3949544"/>
              <a:gd name="connsiteX1051" fmla="*/ 3653636 w 6103852"/>
              <a:gd name="connsiteY1051" fmla="*/ 47981 h 3949544"/>
              <a:gd name="connsiteX1052" fmla="*/ 3617213 w 6103852"/>
              <a:gd name="connsiteY1052" fmla="*/ 41899 h 3949544"/>
              <a:gd name="connsiteX1053" fmla="*/ 3605679 w 6103852"/>
              <a:gd name="connsiteY1053" fmla="*/ 42054 h 3949544"/>
              <a:gd name="connsiteX1054" fmla="*/ 3594144 w 6103852"/>
              <a:gd name="connsiteY1054" fmla="*/ 42209 h 3949544"/>
              <a:gd name="connsiteX1055" fmla="*/ 3563588 w 6103852"/>
              <a:gd name="connsiteY1055" fmla="*/ 38609 h 3949544"/>
              <a:gd name="connsiteX1056" fmla="*/ 3536066 w 6103852"/>
              <a:gd name="connsiteY1056" fmla="*/ 34450 h 3949544"/>
              <a:gd name="connsiteX1057" fmla="*/ 3506522 w 6103852"/>
              <a:gd name="connsiteY1057" fmla="*/ 39416 h 3949544"/>
              <a:gd name="connsiteX1058" fmla="*/ 3496134 w 6103852"/>
              <a:gd name="connsiteY1058" fmla="*/ 41712 h 3949544"/>
              <a:gd name="connsiteX1059" fmla="*/ 3494718 w 6103852"/>
              <a:gd name="connsiteY1059" fmla="*/ 41526 h 3949544"/>
              <a:gd name="connsiteX1060" fmla="*/ 3475494 w 6103852"/>
              <a:gd name="connsiteY1060" fmla="*/ 38266 h 3949544"/>
              <a:gd name="connsiteX1061" fmla="*/ 3441835 w 6103852"/>
              <a:gd name="connsiteY1061" fmla="*/ 45188 h 3949544"/>
              <a:gd name="connsiteX1062" fmla="*/ 3413303 w 6103852"/>
              <a:gd name="connsiteY1062" fmla="*/ 49658 h 3949544"/>
              <a:gd name="connsiteX1063" fmla="*/ 3384972 w 6103852"/>
              <a:gd name="connsiteY1063" fmla="*/ 45778 h 3949544"/>
              <a:gd name="connsiteX1064" fmla="*/ 3369188 w 6103852"/>
              <a:gd name="connsiteY1064" fmla="*/ 42457 h 3949544"/>
              <a:gd name="connsiteX1065" fmla="*/ 3360960 w 6103852"/>
              <a:gd name="connsiteY1065" fmla="*/ 44258 h 3949544"/>
              <a:gd name="connsiteX1066" fmla="*/ 3349963 w 6103852"/>
              <a:gd name="connsiteY1066" fmla="*/ 47019 h 3949544"/>
              <a:gd name="connsiteX1067" fmla="*/ 3339238 w 6103852"/>
              <a:gd name="connsiteY1067" fmla="*/ 43357 h 3949544"/>
              <a:gd name="connsiteX1068" fmla="*/ 3322915 w 6103852"/>
              <a:gd name="connsiteY1068" fmla="*/ 37554 h 3949544"/>
              <a:gd name="connsiteX1069" fmla="*/ 3306928 w 6103852"/>
              <a:gd name="connsiteY1069" fmla="*/ 41991 h 3949544"/>
              <a:gd name="connsiteX1070" fmla="*/ 3300522 w 6103852"/>
              <a:gd name="connsiteY1070" fmla="*/ 42829 h 3949544"/>
              <a:gd name="connsiteX1071" fmla="*/ 3293708 w 6103852"/>
              <a:gd name="connsiteY1071" fmla="*/ 42612 h 3949544"/>
              <a:gd name="connsiteX1072" fmla="*/ 3291079 w 6103852"/>
              <a:gd name="connsiteY1072" fmla="*/ 42551 h 3949544"/>
              <a:gd name="connsiteX1073" fmla="*/ 3276163 w 6103852"/>
              <a:gd name="connsiteY1073" fmla="*/ 46818 h 3949544"/>
              <a:gd name="connsiteX1074" fmla="*/ 3276019 w 6103852"/>
              <a:gd name="connsiteY1074" fmla="*/ 47459 h 3949544"/>
              <a:gd name="connsiteX1075" fmla="*/ 3274484 w 6103852"/>
              <a:gd name="connsiteY1075" fmla="*/ 47237 h 3949544"/>
              <a:gd name="connsiteX1076" fmla="*/ 3255867 w 6103852"/>
              <a:gd name="connsiteY1076" fmla="*/ 42705 h 3949544"/>
              <a:gd name="connsiteX1077" fmla="*/ 3238142 w 6103852"/>
              <a:gd name="connsiteY1077" fmla="*/ 48601 h 3949544"/>
              <a:gd name="connsiteX1078" fmla="*/ 3231719 w 6103852"/>
              <a:gd name="connsiteY1078" fmla="*/ 49224 h 3949544"/>
              <a:gd name="connsiteX1079" fmla="*/ 3222208 w 6103852"/>
              <a:gd name="connsiteY1079" fmla="*/ 52884 h 3949544"/>
              <a:gd name="connsiteX1080" fmla="*/ 3222952 w 6103852"/>
              <a:gd name="connsiteY1080" fmla="*/ 53473 h 3949544"/>
              <a:gd name="connsiteX1081" fmla="*/ 3220388 w 6103852"/>
              <a:gd name="connsiteY1081" fmla="*/ 54250 h 3949544"/>
              <a:gd name="connsiteX1082" fmla="*/ 3212900 w 6103852"/>
              <a:gd name="connsiteY1082" fmla="*/ 47981 h 3949544"/>
              <a:gd name="connsiteX1083" fmla="*/ 3205479 w 6103852"/>
              <a:gd name="connsiteY1083" fmla="*/ 42985 h 3949544"/>
              <a:gd name="connsiteX1084" fmla="*/ 3205345 w 6103852"/>
              <a:gd name="connsiteY1084" fmla="*/ 42985 h 3949544"/>
              <a:gd name="connsiteX1085" fmla="*/ 3199679 w 6103852"/>
              <a:gd name="connsiteY1085" fmla="*/ 43172 h 3949544"/>
              <a:gd name="connsiteX1086" fmla="*/ 3164670 w 6103852"/>
              <a:gd name="connsiteY1086" fmla="*/ 29018 h 3949544"/>
              <a:gd name="connsiteX1087" fmla="*/ 3140928 w 6103852"/>
              <a:gd name="connsiteY1087" fmla="*/ 22967 h 3949544"/>
              <a:gd name="connsiteX1088" fmla="*/ 3122175 w 6103852"/>
              <a:gd name="connsiteY1088" fmla="*/ 20639 h 3949544"/>
              <a:gd name="connsiteX1089" fmla="*/ 3098028 w 6103852"/>
              <a:gd name="connsiteY1089" fmla="*/ 26505 h 3949544"/>
              <a:gd name="connsiteX1090" fmla="*/ 3082312 w 6103852"/>
              <a:gd name="connsiteY1090" fmla="*/ 32277 h 3949544"/>
              <a:gd name="connsiteX1091" fmla="*/ 3063221 w 6103852"/>
              <a:gd name="connsiteY1091" fmla="*/ 23742 h 3949544"/>
              <a:gd name="connsiteX1092" fmla="*/ 3061603 w 6103852"/>
              <a:gd name="connsiteY1092" fmla="*/ 20795 h 3949544"/>
              <a:gd name="connsiteX1093" fmla="*/ 3026931 w 6103852"/>
              <a:gd name="connsiteY1093" fmla="*/ 12290 h 3949544"/>
              <a:gd name="connsiteX1094" fmla="*/ 3003121 w 6103852"/>
              <a:gd name="connsiteY1094" fmla="*/ 7449 h 3949544"/>
              <a:gd name="connsiteX1095" fmla="*/ 2993137 w 6103852"/>
              <a:gd name="connsiteY1095" fmla="*/ 22376 h 3949544"/>
              <a:gd name="connsiteX1096" fmla="*/ 2992464 w 6103852"/>
              <a:gd name="connsiteY1096" fmla="*/ 29392 h 3949544"/>
              <a:gd name="connsiteX1097" fmla="*/ 2988887 w 6103852"/>
              <a:gd name="connsiteY1097" fmla="*/ 32153 h 3949544"/>
              <a:gd name="connsiteX1098" fmla="*/ 2978365 w 6103852"/>
              <a:gd name="connsiteY1098" fmla="*/ 30136 h 3949544"/>
              <a:gd name="connsiteX1099" fmla="*/ 2965550 w 6103852"/>
              <a:gd name="connsiteY1099" fmla="*/ 18249 h 3949544"/>
              <a:gd name="connsiteX1100" fmla="*/ 2959141 w 6103852"/>
              <a:gd name="connsiteY1100" fmla="*/ 2110 h 3949544"/>
              <a:gd name="connsiteX1101" fmla="*/ 2936275 w 6103852"/>
              <a:gd name="connsiteY1101" fmla="*/ 0 h 3949544"/>
              <a:gd name="connsiteX1102" fmla="*/ 2937017 w 6103852"/>
              <a:gd name="connsiteY1102" fmla="*/ 280 h 3949544"/>
              <a:gd name="connsiteX1103" fmla="*/ 2927034 w 6103852"/>
              <a:gd name="connsiteY1103" fmla="*/ 403 h 3949544"/>
              <a:gd name="connsiteX1104" fmla="*/ 2919884 w 6103852"/>
              <a:gd name="connsiteY1104" fmla="*/ 497 h 3949544"/>
              <a:gd name="connsiteX1105" fmla="*/ 2911184 w 6103852"/>
              <a:gd name="connsiteY1105" fmla="*/ 435 h 3949544"/>
              <a:gd name="connsiteX1106" fmla="*/ 2902414 w 6103852"/>
              <a:gd name="connsiteY1106" fmla="*/ 373 h 3949544"/>
              <a:gd name="connsiteX1107" fmla="*/ 2860930 w 6103852"/>
              <a:gd name="connsiteY1107" fmla="*/ 5525 h 3949544"/>
              <a:gd name="connsiteX1108" fmla="*/ 2843122 w 6103852"/>
              <a:gd name="connsiteY1108" fmla="*/ 7542 h 3949544"/>
              <a:gd name="connsiteX1109" fmla="*/ 2813982 w 6103852"/>
              <a:gd name="connsiteY1109" fmla="*/ 6642 h 3949544"/>
              <a:gd name="connsiteX1110" fmla="*/ 2812094 w 6103852"/>
              <a:gd name="connsiteY1110" fmla="*/ 6642 h 3949544"/>
              <a:gd name="connsiteX1111" fmla="*/ 2800492 w 6103852"/>
              <a:gd name="connsiteY1111" fmla="*/ 19677 h 3949544"/>
              <a:gd name="connsiteX1112" fmla="*/ 2790442 w 6103852"/>
              <a:gd name="connsiteY1112" fmla="*/ 27591 h 3949544"/>
              <a:gd name="connsiteX1113" fmla="*/ 2783696 w 6103852"/>
              <a:gd name="connsiteY1113" fmla="*/ 27932 h 3949544"/>
              <a:gd name="connsiteX1114" fmla="*/ 2779042 w 6103852"/>
              <a:gd name="connsiteY1114" fmla="*/ 28398 h 3949544"/>
              <a:gd name="connsiteX1115" fmla="*/ 2766226 w 6103852"/>
              <a:gd name="connsiteY1115" fmla="*/ 25822 h 3949544"/>
              <a:gd name="connsiteX1116" fmla="*/ 2754017 w 6103852"/>
              <a:gd name="connsiteY1116" fmla="*/ 23246 h 3949544"/>
              <a:gd name="connsiteX1117" fmla="*/ 2747542 w 6103852"/>
              <a:gd name="connsiteY1117" fmla="*/ 24395 h 3949544"/>
              <a:gd name="connsiteX1118" fmla="*/ 2722787 w 6103852"/>
              <a:gd name="connsiteY1118" fmla="*/ 27746 h 3949544"/>
              <a:gd name="connsiteX1119" fmla="*/ 2719009 w 6103852"/>
              <a:gd name="connsiteY1119" fmla="*/ 27746 h 3949544"/>
              <a:gd name="connsiteX1120" fmla="*/ 2715231 w 6103852"/>
              <a:gd name="connsiteY1120" fmla="*/ 27746 h 3949544"/>
              <a:gd name="connsiteX1121" fmla="*/ 2708216 w 6103852"/>
              <a:gd name="connsiteY1121" fmla="*/ 27871 h 3949544"/>
              <a:gd name="connsiteX1122" fmla="*/ 2673952 w 6103852"/>
              <a:gd name="connsiteY1122" fmla="*/ 28368 h 3949544"/>
              <a:gd name="connsiteX1123" fmla="*/ 2671994 w 6103852"/>
              <a:gd name="connsiteY1123" fmla="*/ 28368 h 3949544"/>
              <a:gd name="connsiteX1124" fmla="*/ 2660190 w 6103852"/>
              <a:gd name="connsiteY1124" fmla="*/ 28274 h 3949544"/>
              <a:gd name="connsiteX1125" fmla="*/ 2648252 w 6103852"/>
              <a:gd name="connsiteY1125" fmla="*/ 28180 h 3949544"/>
              <a:gd name="connsiteX1126" fmla="*/ 2632939 w 6103852"/>
              <a:gd name="connsiteY1126" fmla="*/ 28554 h 3949544"/>
              <a:gd name="connsiteX1127" fmla="*/ 2629499 w 6103852"/>
              <a:gd name="connsiteY1127" fmla="*/ 35753 h 3949544"/>
              <a:gd name="connsiteX1128" fmla="*/ 2633209 w 6103852"/>
              <a:gd name="connsiteY1128" fmla="*/ 37522 h 3949544"/>
              <a:gd name="connsiteX1129" fmla="*/ 2634760 w 6103852"/>
              <a:gd name="connsiteY1129" fmla="*/ 37305 h 3949544"/>
              <a:gd name="connsiteX1130" fmla="*/ 2635435 w 6103852"/>
              <a:gd name="connsiteY1130" fmla="*/ 37088 h 3949544"/>
              <a:gd name="connsiteX1131" fmla="*/ 2633411 w 6103852"/>
              <a:gd name="connsiteY1131" fmla="*/ 38671 h 3949544"/>
              <a:gd name="connsiteX1132" fmla="*/ 2613850 w 6103852"/>
              <a:gd name="connsiteY1132" fmla="*/ 42271 h 3949544"/>
              <a:gd name="connsiteX1133" fmla="*/ 2597863 w 6103852"/>
              <a:gd name="connsiteY1133" fmla="*/ 39012 h 3949544"/>
              <a:gd name="connsiteX1134" fmla="*/ 2604879 w 6103852"/>
              <a:gd name="connsiteY1134" fmla="*/ 30415 h 3949544"/>
              <a:gd name="connsiteX1135" fmla="*/ 2557931 w 6103852"/>
              <a:gd name="connsiteY1135" fmla="*/ 21322 h 3949544"/>
              <a:gd name="connsiteX1136" fmla="*/ 2554762 w 6103852"/>
              <a:gd name="connsiteY1136" fmla="*/ 21384 h 3949544"/>
              <a:gd name="connsiteX1137" fmla="*/ 2548150 w 6103852"/>
              <a:gd name="connsiteY1137" fmla="*/ 29515 h 3949544"/>
              <a:gd name="connsiteX1138" fmla="*/ 2544576 w 6103852"/>
              <a:gd name="connsiteY1138" fmla="*/ 34358 h 3949544"/>
              <a:gd name="connsiteX1139" fmla="*/ 2528117 w 6103852"/>
              <a:gd name="connsiteY1139" fmla="*/ 35102 h 3949544"/>
              <a:gd name="connsiteX1140" fmla="*/ 2524340 w 6103852"/>
              <a:gd name="connsiteY1140" fmla="*/ 35102 h 3949544"/>
              <a:gd name="connsiteX1141" fmla="*/ 2490006 w 6103852"/>
              <a:gd name="connsiteY1141" fmla="*/ 34822 h 3949544"/>
              <a:gd name="connsiteX1142" fmla="*/ 2483868 w 6103852"/>
              <a:gd name="connsiteY1142" fmla="*/ 34884 h 3949544"/>
              <a:gd name="connsiteX1143" fmla="*/ 2470850 w 6103852"/>
              <a:gd name="connsiteY1143" fmla="*/ 35381 h 3949544"/>
              <a:gd name="connsiteX1144" fmla="*/ 2450277 w 6103852"/>
              <a:gd name="connsiteY1144" fmla="*/ 47981 h 3949544"/>
              <a:gd name="connsiteX1145" fmla="*/ 2413851 w 6103852"/>
              <a:gd name="connsiteY1145" fmla="*/ 41899 h 3949544"/>
              <a:gd name="connsiteX1146" fmla="*/ 2402317 w 6103852"/>
              <a:gd name="connsiteY1146" fmla="*/ 42054 h 3949544"/>
              <a:gd name="connsiteX1147" fmla="*/ 2390783 w 6103852"/>
              <a:gd name="connsiteY1147" fmla="*/ 42209 h 3949544"/>
              <a:gd name="connsiteX1148" fmla="*/ 2360227 w 6103852"/>
              <a:gd name="connsiteY1148" fmla="*/ 38609 h 3949544"/>
              <a:gd name="connsiteX1149" fmla="*/ 2332706 w 6103852"/>
              <a:gd name="connsiteY1149" fmla="*/ 34450 h 3949544"/>
              <a:gd name="connsiteX1150" fmla="*/ 2303162 w 6103852"/>
              <a:gd name="connsiteY1150" fmla="*/ 39416 h 3949544"/>
              <a:gd name="connsiteX1151" fmla="*/ 2292774 w 6103852"/>
              <a:gd name="connsiteY1151" fmla="*/ 41712 h 3949544"/>
              <a:gd name="connsiteX1152" fmla="*/ 2291357 w 6103852"/>
              <a:gd name="connsiteY1152" fmla="*/ 41526 h 3949544"/>
              <a:gd name="connsiteX1153" fmla="*/ 2272133 w 6103852"/>
              <a:gd name="connsiteY1153" fmla="*/ 38266 h 3949544"/>
              <a:gd name="connsiteX1154" fmla="*/ 2238474 w 6103852"/>
              <a:gd name="connsiteY1154" fmla="*/ 45188 h 3949544"/>
              <a:gd name="connsiteX1155" fmla="*/ 2209942 w 6103852"/>
              <a:gd name="connsiteY1155" fmla="*/ 49658 h 3949544"/>
              <a:gd name="connsiteX1156" fmla="*/ 2181611 w 6103852"/>
              <a:gd name="connsiteY1156" fmla="*/ 45778 h 3949544"/>
              <a:gd name="connsiteX1157" fmla="*/ 2165828 w 6103852"/>
              <a:gd name="connsiteY1157" fmla="*/ 42457 h 3949544"/>
              <a:gd name="connsiteX1158" fmla="*/ 2157599 w 6103852"/>
              <a:gd name="connsiteY1158" fmla="*/ 44258 h 3949544"/>
              <a:gd name="connsiteX1159" fmla="*/ 2146604 w 6103852"/>
              <a:gd name="connsiteY1159" fmla="*/ 47019 h 3949544"/>
              <a:gd name="connsiteX1160" fmla="*/ 2135878 w 6103852"/>
              <a:gd name="connsiteY1160" fmla="*/ 43357 h 3949544"/>
              <a:gd name="connsiteX1161" fmla="*/ 2119555 w 6103852"/>
              <a:gd name="connsiteY1161" fmla="*/ 37554 h 3949544"/>
              <a:gd name="connsiteX1162" fmla="*/ 2103568 w 6103852"/>
              <a:gd name="connsiteY1162" fmla="*/ 41991 h 3949544"/>
              <a:gd name="connsiteX1163" fmla="*/ 2097161 w 6103852"/>
              <a:gd name="connsiteY1163" fmla="*/ 42829 h 3949544"/>
              <a:gd name="connsiteX1164" fmla="*/ 2090348 w 6103852"/>
              <a:gd name="connsiteY1164" fmla="*/ 42612 h 3949544"/>
              <a:gd name="connsiteX1165" fmla="*/ 2087717 w 6103852"/>
              <a:gd name="connsiteY1165" fmla="*/ 42551 h 3949544"/>
              <a:gd name="connsiteX1166" fmla="*/ 2070787 w 6103852"/>
              <a:gd name="connsiteY1166" fmla="*/ 55833 h 3949544"/>
              <a:gd name="connsiteX1167" fmla="*/ 2036048 w 6103852"/>
              <a:gd name="connsiteY1167" fmla="*/ 48478 h 3949544"/>
              <a:gd name="connsiteX1168" fmla="*/ 2028358 w 6103852"/>
              <a:gd name="connsiteY1168" fmla="*/ 49224 h 3949544"/>
              <a:gd name="connsiteX1169" fmla="*/ 2018847 w 6103852"/>
              <a:gd name="connsiteY1169" fmla="*/ 52884 h 3949544"/>
              <a:gd name="connsiteX1170" fmla="*/ 2022422 w 6103852"/>
              <a:gd name="connsiteY1170" fmla="*/ 55709 h 3949544"/>
              <a:gd name="connsiteX1171" fmla="*/ 2037937 w 6103852"/>
              <a:gd name="connsiteY1171" fmla="*/ 62258 h 3949544"/>
              <a:gd name="connsiteX1172" fmla="*/ 2063164 w 6103852"/>
              <a:gd name="connsiteY1172" fmla="*/ 76751 h 3949544"/>
              <a:gd name="connsiteX1173" fmla="*/ 2066874 w 6103852"/>
              <a:gd name="connsiteY1173" fmla="*/ 82431 h 3949544"/>
              <a:gd name="connsiteX1174" fmla="*/ 2056216 w 6103852"/>
              <a:gd name="connsiteY1174" fmla="*/ 84014 h 3949544"/>
              <a:gd name="connsiteX1175" fmla="*/ 2054596 w 6103852"/>
              <a:gd name="connsiteY1175" fmla="*/ 83796 h 3949544"/>
              <a:gd name="connsiteX1176" fmla="*/ 2005492 w 6103852"/>
              <a:gd name="connsiteY1176" fmla="*/ 77465 h 3949544"/>
              <a:gd name="connsiteX1177" fmla="*/ 2002523 w 6103852"/>
              <a:gd name="connsiteY1177" fmla="*/ 77465 h 3949544"/>
              <a:gd name="connsiteX1178" fmla="*/ 1999218 w 6103852"/>
              <a:gd name="connsiteY1178" fmla="*/ 77465 h 3949544"/>
              <a:gd name="connsiteX1179" fmla="*/ 1989506 w 6103852"/>
              <a:gd name="connsiteY1179" fmla="*/ 77372 h 3949544"/>
              <a:gd name="connsiteX1180" fmla="*/ 1929135 w 6103852"/>
              <a:gd name="connsiteY1180" fmla="*/ 63933 h 3949544"/>
              <a:gd name="connsiteX1181" fmla="*/ 1921242 w 6103852"/>
              <a:gd name="connsiteY1181" fmla="*/ 54965 h 3949544"/>
              <a:gd name="connsiteX1182" fmla="*/ 1935071 w 6103852"/>
              <a:gd name="connsiteY1182" fmla="*/ 49347 h 3949544"/>
              <a:gd name="connsiteX1183" fmla="*/ 1968662 w 6103852"/>
              <a:gd name="connsiteY1183" fmla="*/ 47578 h 3949544"/>
              <a:gd name="connsiteX1184" fmla="*/ 1973788 w 6103852"/>
              <a:gd name="connsiteY1184" fmla="*/ 41929 h 3949544"/>
              <a:gd name="connsiteX1185" fmla="*/ 1967380 w 6103852"/>
              <a:gd name="connsiteY1185" fmla="*/ 36591 h 3949544"/>
              <a:gd name="connsiteX1186" fmla="*/ 1943907 w 6103852"/>
              <a:gd name="connsiteY1186" fmla="*/ 35133 h 3949544"/>
              <a:gd name="connsiteX1187" fmla="*/ 1883200 w 6103852"/>
              <a:gd name="connsiteY1187" fmla="*/ 43978 h 3949544"/>
              <a:gd name="connsiteX1188" fmla="*/ 1881243 w 6103852"/>
              <a:gd name="connsiteY1188" fmla="*/ 53072 h 3949544"/>
              <a:gd name="connsiteX1189" fmla="*/ 1893182 w 6103852"/>
              <a:gd name="connsiteY1189" fmla="*/ 56082 h 3949544"/>
              <a:gd name="connsiteX1190" fmla="*/ 1904313 w 6103852"/>
              <a:gd name="connsiteY1190" fmla="*/ 66385 h 3949544"/>
              <a:gd name="connsiteX1191" fmla="*/ 1888326 w 6103852"/>
              <a:gd name="connsiteY1191" fmla="*/ 70203 h 3949544"/>
              <a:gd name="connsiteX1192" fmla="*/ 1886436 w 6103852"/>
              <a:gd name="connsiteY1192" fmla="*/ 70079 h 3949544"/>
              <a:gd name="connsiteX1193" fmla="*/ 1821952 w 6103852"/>
              <a:gd name="connsiteY1193" fmla="*/ 48199 h 3949544"/>
              <a:gd name="connsiteX1194" fmla="*/ 1812239 w 6103852"/>
              <a:gd name="connsiteY1194" fmla="*/ 42333 h 3949544"/>
              <a:gd name="connsiteX1195" fmla="*/ 1795983 w 6103852"/>
              <a:gd name="connsiteY1195" fmla="*/ 50433 h 3949544"/>
              <a:gd name="connsiteX1196" fmla="*/ 1781143 w 6103852"/>
              <a:gd name="connsiteY1196" fmla="*/ 56205 h 3949544"/>
              <a:gd name="connsiteX1197" fmla="*/ 1777703 w 6103852"/>
              <a:gd name="connsiteY1197" fmla="*/ 56237 h 3949544"/>
              <a:gd name="connsiteX1198" fmla="*/ 1776219 w 6103852"/>
              <a:gd name="connsiteY1198" fmla="*/ 56237 h 3949544"/>
              <a:gd name="connsiteX1199" fmla="*/ 1774734 w 6103852"/>
              <a:gd name="connsiteY1199" fmla="*/ 56237 h 3949544"/>
              <a:gd name="connsiteX1200" fmla="*/ 1756118 w 6103852"/>
              <a:gd name="connsiteY1200" fmla="*/ 59713 h 3949544"/>
              <a:gd name="connsiteX1201" fmla="*/ 1779524 w 6103852"/>
              <a:gd name="connsiteY1201" fmla="*/ 65889 h 3949544"/>
              <a:gd name="connsiteX1202" fmla="*/ 1803470 w 6103852"/>
              <a:gd name="connsiteY1202" fmla="*/ 71910 h 3949544"/>
              <a:gd name="connsiteX1203" fmla="*/ 1801244 w 6103852"/>
              <a:gd name="connsiteY1203" fmla="*/ 76844 h 3949544"/>
              <a:gd name="connsiteX1204" fmla="*/ 1770553 w 6103852"/>
              <a:gd name="connsiteY1204" fmla="*/ 83548 h 3949544"/>
              <a:gd name="connsiteX1205" fmla="*/ 1766641 w 6103852"/>
              <a:gd name="connsiteY1205" fmla="*/ 83859 h 3949544"/>
              <a:gd name="connsiteX1206" fmla="*/ 1755377 w 6103852"/>
              <a:gd name="connsiteY1206" fmla="*/ 78737 h 3949544"/>
              <a:gd name="connsiteX1207" fmla="*/ 1741615 w 6103852"/>
              <a:gd name="connsiteY1207" fmla="*/ 70451 h 3949544"/>
              <a:gd name="connsiteX1208" fmla="*/ 1731835 w 6103852"/>
              <a:gd name="connsiteY1208" fmla="*/ 72437 h 3949544"/>
              <a:gd name="connsiteX1209" fmla="*/ 1652308 w 6103852"/>
              <a:gd name="connsiteY1209" fmla="*/ 84789 h 3949544"/>
              <a:gd name="connsiteX1210" fmla="*/ 1628430 w 6103852"/>
              <a:gd name="connsiteY1210" fmla="*/ 84168 h 3949544"/>
              <a:gd name="connsiteX1211" fmla="*/ 1616423 w 6103852"/>
              <a:gd name="connsiteY1211" fmla="*/ 77558 h 3949544"/>
              <a:gd name="connsiteX1212" fmla="*/ 1591668 w 6103852"/>
              <a:gd name="connsiteY1212" fmla="*/ 74548 h 3949544"/>
              <a:gd name="connsiteX1213" fmla="*/ 1575142 w 6103852"/>
              <a:gd name="connsiteY1213" fmla="*/ 70948 h 3949544"/>
              <a:gd name="connsiteX1214" fmla="*/ 1573860 w 6103852"/>
              <a:gd name="connsiteY1214" fmla="*/ 71134 h 3949544"/>
              <a:gd name="connsiteX1215" fmla="*/ 1515514 w 6103852"/>
              <a:gd name="connsiteY1215" fmla="*/ 77931 h 3949544"/>
              <a:gd name="connsiteX1216" fmla="*/ 1493186 w 6103852"/>
              <a:gd name="connsiteY1216" fmla="*/ 90283 h 3949544"/>
              <a:gd name="connsiteX1217" fmla="*/ 1468095 w 6103852"/>
              <a:gd name="connsiteY1217" fmla="*/ 98942 h 3949544"/>
              <a:gd name="connsiteX1218" fmla="*/ 1461552 w 6103852"/>
              <a:gd name="connsiteY1218" fmla="*/ 98166 h 3949544"/>
              <a:gd name="connsiteX1219" fmla="*/ 1435176 w 6103852"/>
              <a:gd name="connsiteY1219" fmla="*/ 92579 h 3949544"/>
              <a:gd name="connsiteX1220" fmla="*/ 1419325 w 6103852"/>
              <a:gd name="connsiteY1220" fmla="*/ 96521 h 3949544"/>
              <a:gd name="connsiteX1221" fmla="*/ 1390928 w 6103852"/>
              <a:gd name="connsiteY1221" fmla="*/ 97639 h 3949544"/>
              <a:gd name="connsiteX1222" fmla="*/ 1362598 w 6103852"/>
              <a:gd name="connsiteY1222" fmla="*/ 98755 h 3949544"/>
              <a:gd name="connsiteX1223" fmla="*/ 1319899 w 6103852"/>
              <a:gd name="connsiteY1223" fmla="*/ 92673 h 3949544"/>
              <a:gd name="connsiteX1224" fmla="*/ 1307082 w 6103852"/>
              <a:gd name="connsiteY1224" fmla="*/ 92890 h 3949544"/>
              <a:gd name="connsiteX1225" fmla="*/ 1294402 w 6103852"/>
              <a:gd name="connsiteY1225" fmla="*/ 96242 h 3949544"/>
              <a:gd name="connsiteX1226" fmla="*/ 1274234 w 6103852"/>
              <a:gd name="connsiteY1226" fmla="*/ 89103 h 3949544"/>
              <a:gd name="connsiteX1227" fmla="*/ 1266139 w 6103852"/>
              <a:gd name="connsiteY1227" fmla="*/ 86745 h 3949544"/>
              <a:gd name="connsiteX1228" fmla="*/ 1259056 w 6103852"/>
              <a:gd name="connsiteY1228" fmla="*/ 89289 h 3949544"/>
              <a:gd name="connsiteX1229" fmla="*/ 1238957 w 6103852"/>
              <a:gd name="connsiteY1229" fmla="*/ 98849 h 3949544"/>
              <a:gd name="connsiteX1230" fmla="*/ 1223239 w 6103852"/>
              <a:gd name="connsiteY1230" fmla="*/ 96211 h 3949544"/>
              <a:gd name="connsiteX1231" fmla="*/ 1210896 w 6103852"/>
              <a:gd name="connsiteY1231" fmla="*/ 94131 h 3949544"/>
              <a:gd name="connsiteX1232" fmla="*/ 1201115 w 6103852"/>
              <a:gd name="connsiteY1232" fmla="*/ 100742 h 3949544"/>
              <a:gd name="connsiteX1233" fmla="*/ 1190659 w 6103852"/>
              <a:gd name="connsiteY1233" fmla="*/ 105055 h 3949544"/>
              <a:gd name="connsiteX1234" fmla="*/ 1179261 w 6103852"/>
              <a:gd name="connsiteY1234" fmla="*/ 102666 h 3949544"/>
              <a:gd name="connsiteX1235" fmla="*/ 1162599 w 6103852"/>
              <a:gd name="connsiteY1235" fmla="*/ 98786 h 3949544"/>
              <a:gd name="connsiteX1236" fmla="*/ 1149040 w 6103852"/>
              <a:gd name="connsiteY1236" fmla="*/ 101765 h 3949544"/>
              <a:gd name="connsiteX1237" fmla="*/ 1138519 w 6103852"/>
              <a:gd name="connsiteY1237" fmla="*/ 103442 h 3949544"/>
              <a:gd name="connsiteX1238" fmla="*/ 1101014 w 6103852"/>
              <a:gd name="connsiteY1238" fmla="*/ 98322 h 3949544"/>
              <a:gd name="connsiteX1239" fmla="*/ 1059396 w 6103852"/>
              <a:gd name="connsiteY1239" fmla="*/ 99904 h 3949544"/>
              <a:gd name="connsiteX1240" fmla="*/ 1053932 w 6103852"/>
              <a:gd name="connsiteY1240" fmla="*/ 101984 h 3949544"/>
              <a:gd name="connsiteX1241" fmla="*/ 1058654 w 6103852"/>
              <a:gd name="connsiteY1241" fmla="*/ 104155 h 3949544"/>
              <a:gd name="connsiteX1242" fmla="*/ 1112346 w 6103852"/>
              <a:gd name="connsiteY1242" fmla="*/ 106081 h 3949544"/>
              <a:gd name="connsiteX1243" fmla="*/ 1117540 w 6103852"/>
              <a:gd name="connsiteY1243" fmla="*/ 108283 h 3949544"/>
              <a:gd name="connsiteX1244" fmla="*/ 1110257 w 6103852"/>
              <a:gd name="connsiteY1244" fmla="*/ 112287 h 3949544"/>
              <a:gd name="connsiteX1245" fmla="*/ 1038284 w 6103852"/>
              <a:gd name="connsiteY1245" fmla="*/ 119146 h 3949544"/>
              <a:gd name="connsiteX1246" fmla="*/ 1030458 w 6103852"/>
              <a:gd name="connsiteY1246" fmla="*/ 120233 h 3949544"/>
              <a:gd name="connsiteX1247" fmla="*/ 1007120 w 6103852"/>
              <a:gd name="connsiteY1247" fmla="*/ 114739 h 3949544"/>
              <a:gd name="connsiteX1248" fmla="*/ 996800 w 6103852"/>
              <a:gd name="connsiteY1248" fmla="*/ 112597 h 3949544"/>
              <a:gd name="connsiteX1249" fmla="*/ 978250 w 6103852"/>
              <a:gd name="connsiteY1249" fmla="*/ 118587 h 3949544"/>
              <a:gd name="connsiteX1250" fmla="*/ 976362 w 6103852"/>
              <a:gd name="connsiteY1250" fmla="*/ 127277 h 3949544"/>
              <a:gd name="connsiteX1251" fmla="*/ 1007862 w 6103852"/>
              <a:gd name="connsiteY1251" fmla="*/ 141677 h 3949544"/>
              <a:gd name="connsiteX1252" fmla="*/ 1034979 w 6103852"/>
              <a:gd name="connsiteY1252" fmla="*/ 137767 h 3949544"/>
              <a:gd name="connsiteX1253" fmla="*/ 1077879 w 6103852"/>
              <a:gd name="connsiteY1253" fmla="*/ 133453 h 3949544"/>
              <a:gd name="connsiteX1254" fmla="*/ 1087726 w 6103852"/>
              <a:gd name="connsiteY1254" fmla="*/ 133577 h 3949544"/>
              <a:gd name="connsiteX1255" fmla="*/ 1109362 w 6103852"/>
              <a:gd name="connsiteY1255" fmla="*/ 137473 h 3949544"/>
              <a:gd name="connsiteX1256" fmla="*/ 1111954 w 6103852"/>
              <a:gd name="connsiteY1256" fmla="*/ 140036 h 3949544"/>
              <a:gd name="connsiteX1257" fmla="*/ 1039849 w 6103852"/>
              <a:gd name="connsiteY1257" fmla="*/ 142687 h 3949544"/>
              <a:gd name="connsiteX1258" fmla="*/ 615930 w 6103852"/>
              <a:gd name="connsiteY1258" fmla="*/ 175767 h 3949544"/>
              <a:gd name="connsiteX1259" fmla="*/ 614486 w 6103852"/>
              <a:gd name="connsiteY1259" fmla="*/ 195884 h 3949544"/>
              <a:gd name="connsiteX1260" fmla="*/ 533801 w 6103852"/>
              <a:gd name="connsiteY1260" fmla="*/ 203936 h 3949544"/>
              <a:gd name="connsiteX1261" fmla="*/ 538018 w 6103852"/>
              <a:gd name="connsiteY1261" fmla="*/ 193793 h 3949544"/>
              <a:gd name="connsiteX1262" fmla="*/ 501690 w 6103852"/>
              <a:gd name="connsiteY1262" fmla="*/ 201336 h 3949544"/>
              <a:gd name="connsiteX1263" fmla="*/ 520172 w 6103852"/>
              <a:gd name="connsiteY1263" fmla="*/ 220154 h 3949544"/>
              <a:gd name="connsiteX1264" fmla="*/ 501286 w 6103852"/>
              <a:gd name="connsiteY1264" fmla="*/ 233264 h 3949544"/>
              <a:gd name="connsiteX1265" fmla="*/ 471657 w 6103852"/>
              <a:gd name="connsiteY1265" fmla="*/ 209812 h 3949544"/>
              <a:gd name="connsiteX1266" fmla="*/ 484943 w 6103852"/>
              <a:gd name="connsiteY1266" fmla="*/ 208154 h 3949544"/>
              <a:gd name="connsiteX1267" fmla="*/ 473765 w 6103852"/>
              <a:gd name="connsiteY1267" fmla="*/ 198552 h 3949544"/>
              <a:gd name="connsiteX1268" fmla="*/ 420889 w 6103852"/>
              <a:gd name="connsiteY1268" fmla="*/ 216848 h 3949544"/>
              <a:gd name="connsiteX1269" fmla="*/ 422276 w 6103852"/>
              <a:gd name="connsiteY1269" fmla="*/ 229506 h 3949544"/>
              <a:gd name="connsiteX1270" fmla="*/ 439660 w 6103852"/>
              <a:gd name="connsiteY1270" fmla="*/ 223318 h 3949544"/>
              <a:gd name="connsiteX1271" fmla="*/ 487598 w 6103852"/>
              <a:gd name="connsiteY1271" fmla="*/ 249453 h 3949544"/>
              <a:gd name="connsiteX1272" fmla="*/ 496267 w 6103852"/>
              <a:gd name="connsiteY1272" fmla="*/ 259007 h 3949544"/>
              <a:gd name="connsiteX1273" fmla="*/ 502572 w 6103852"/>
              <a:gd name="connsiteY1273" fmla="*/ 261423 h 3949544"/>
              <a:gd name="connsiteX1274" fmla="*/ 449284 w 6103852"/>
              <a:gd name="connsiteY1274" fmla="*/ 261507 h 3949544"/>
              <a:gd name="connsiteX1275" fmla="*/ 437547 w 6103852"/>
              <a:gd name="connsiteY1275" fmla="*/ 265819 h 3949544"/>
              <a:gd name="connsiteX1276" fmla="*/ 425877 w 6103852"/>
              <a:gd name="connsiteY1276" fmla="*/ 275130 h 3949544"/>
              <a:gd name="connsiteX1277" fmla="*/ 412859 w 6103852"/>
              <a:gd name="connsiteY1277" fmla="*/ 276465 h 3949544"/>
              <a:gd name="connsiteX1278" fmla="*/ 407666 w 6103852"/>
              <a:gd name="connsiteY1278" fmla="*/ 278730 h 3949544"/>
              <a:gd name="connsiteX1279" fmla="*/ 412523 w 6103852"/>
              <a:gd name="connsiteY1279" fmla="*/ 280996 h 3949544"/>
              <a:gd name="connsiteX1280" fmla="*/ 455624 w 6103852"/>
              <a:gd name="connsiteY1280" fmla="*/ 287514 h 3949544"/>
              <a:gd name="connsiteX1281" fmla="*/ 463921 w 6103852"/>
              <a:gd name="connsiteY1281" fmla="*/ 284378 h 3949544"/>
              <a:gd name="connsiteX1282" fmla="*/ 473028 w 6103852"/>
              <a:gd name="connsiteY1282" fmla="*/ 285837 h 3949544"/>
              <a:gd name="connsiteX1283" fmla="*/ 482134 w 6103852"/>
              <a:gd name="connsiteY1283" fmla="*/ 287296 h 3949544"/>
              <a:gd name="connsiteX1284" fmla="*/ 488879 w 6103852"/>
              <a:gd name="connsiteY1284" fmla="*/ 285402 h 3949544"/>
              <a:gd name="connsiteX1285" fmla="*/ 503740 w 6103852"/>
              <a:gd name="connsiteY1285" fmla="*/ 287141 h 3949544"/>
              <a:gd name="connsiteX1286" fmla="*/ 503061 w 6103852"/>
              <a:gd name="connsiteY1286" fmla="*/ 290206 h 3949544"/>
              <a:gd name="connsiteX1287" fmla="*/ 490313 w 6103852"/>
              <a:gd name="connsiteY1287" fmla="*/ 299040 h 3949544"/>
              <a:gd name="connsiteX1288" fmla="*/ 506109 w 6103852"/>
              <a:gd name="connsiteY1288" fmla="*/ 310196 h 3949544"/>
              <a:gd name="connsiteX1289" fmla="*/ 471341 w 6103852"/>
              <a:gd name="connsiteY1289" fmla="*/ 311287 h 3949544"/>
              <a:gd name="connsiteX1290" fmla="*/ 413939 w 6103852"/>
              <a:gd name="connsiteY1290" fmla="*/ 305855 h 3949544"/>
              <a:gd name="connsiteX1291" fmla="*/ 343383 w 6103852"/>
              <a:gd name="connsiteY1291" fmla="*/ 297321 h 3949544"/>
              <a:gd name="connsiteX1292" fmla="*/ 331781 w 6103852"/>
              <a:gd name="connsiteY1292" fmla="*/ 301014 h 3949544"/>
              <a:gd name="connsiteX1293" fmla="*/ 319504 w 6103852"/>
              <a:gd name="connsiteY1293" fmla="*/ 299059 h 3949544"/>
              <a:gd name="connsiteX1294" fmla="*/ 307767 w 6103852"/>
              <a:gd name="connsiteY1294" fmla="*/ 297103 h 3949544"/>
              <a:gd name="connsiteX1295" fmla="*/ 302034 w 6103852"/>
              <a:gd name="connsiteY1295" fmla="*/ 298096 h 3949544"/>
              <a:gd name="connsiteX1296" fmla="*/ 266014 w 6103852"/>
              <a:gd name="connsiteY1296" fmla="*/ 304272 h 3949544"/>
              <a:gd name="connsiteX1297" fmla="*/ 264193 w 6103852"/>
              <a:gd name="connsiteY1297" fmla="*/ 304272 h 3949544"/>
              <a:gd name="connsiteX1298" fmla="*/ 255154 w 6103852"/>
              <a:gd name="connsiteY1298" fmla="*/ 308369 h 3949544"/>
              <a:gd name="connsiteX1299" fmla="*/ 262305 w 6103852"/>
              <a:gd name="connsiteY1299" fmla="*/ 317215 h 3949544"/>
              <a:gd name="connsiteX1300" fmla="*/ 280468 w 6103852"/>
              <a:gd name="connsiteY1300" fmla="*/ 320923 h 3949544"/>
              <a:gd name="connsiteX1301" fmla="*/ 251496 w 6103852"/>
              <a:gd name="connsiteY1301" fmla="*/ 319184 h 3949544"/>
              <a:gd name="connsiteX1302" fmla="*/ 226337 w 6103852"/>
              <a:gd name="connsiteY1302" fmla="*/ 314715 h 3949544"/>
              <a:gd name="connsiteX1303" fmla="*/ 221953 w 6103852"/>
              <a:gd name="connsiteY1303" fmla="*/ 314436 h 3949544"/>
              <a:gd name="connsiteX1304" fmla="*/ 205898 w 6103852"/>
              <a:gd name="connsiteY1304" fmla="*/ 320953 h 3949544"/>
              <a:gd name="connsiteX1305" fmla="*/ 204616 w 6103852"/>
              <a:gd name="connsiteY1305" fmla="*/ 338581 h 3949544"/>
              <a:gd name="connsiteX1306" fmla="*/ 224582 w 6103852"/>
              <a:gd name="connsiteY1306" fmla="*/ 350127 h 3949544"/>
              <a:gd name="connsiteX1307" fmla="*/ 227820 w 6103852"/>
              <a:gd name="connsiteY1307" fmla="*/ 354782 h 3949544"/>
              <a:gd name="connsiteX1308" fmla="*/ 199625 w 6103852"/>
              <a:gd name="connsiteY1308" fmla="*/ 363502 h 3949544"/>
              <a:gd name="connsiteX1309" fmla="*/ 185932 w 6103852"/>
              <a:gd name="connsiteY1309" fmla="*/ 368033 h 3949544"/>
              <a:gd name="connsiteX1310" fmla="*/ 166843 w 6103852"/>
              <a:gd name="connsiteY1310" fmla="*/ 364030 h 3949544"/>
              <a:gd name="connsiteX1311" fmla="*/ 162661 w 6103852"/>
              <a:gd name="connsiteY1311" fmla="*/ 363533 h 3949544"/>
              <a:gd name="connsiteX1312" fmla="*/ 155174 w 6103852"/>
              <a:gd name="connsiteY1312" fmla="*/ 368841 h 3949544"/>
              <a:gd name="connsiteX1313" fmla="*/ 156860 w 6103852"/>
              <a:gd name="connsiteY1313" fmla="*/ 377221 h 3949544"/>
              <a:gd name="connsiteX1314" fmla="*/ 67351 w 6103852"/>
              <a:gd name="connsiteY1314" fmla="*/ 390907 h 3949544"/>
              <a:gd name="connsiteX1315" fmla="*/ 65528 w 6103852"/>
              <a:gd name="connsiteY1315" fmla="*/ 391156 h 3949544"/>
              <a:gd name="connsiteX1316" fmla="*/ 56152 w 6103852"/>
              <a:gd name="connsiteY1316" fmla="*/ 389355 h 3949544"/>
              <a:gd name="connsiteX1317" fmla="*/ 46035 w 6103852"/>
              <a:gd name="connsiteY1317" fmla="*/ 387556 h 3949544"/>
              <a:gd name="connsiteX1318" fmla="*/ 44281 w 6103852"/>
              <a:gd name="connsiteY1318" fmla="*/ 387679 h 3949544"/>
              <a:gd name="connsiteX1319" fmla="*/ 8935 w 6103852"/>
              <a:gd name="connsiteY1319" fmla="*/ 397424 h 3949544"/>
              <a:gd name="connsiteX1320" fmla="*/ 10150 w 6103852"/>
              <a:gd name="connsiteY1320" fmla="*/ 415207 h 3949544"/>
              <a:gd name="connsiteX1321" fmla="*/ 65124 w 6103852"/>
              <a:gd name="connsiteY1321" fmla="*/ 427157 h 3949544"/>
              <a:gd name="connsiteX1322" fmla="*/ 92037 w 6103852"/>
              <a:gd name="connsiteY1322" fmla="*/ 428087 h 3949544"/>
              <a:gd name="connsiteX1323" fmla="*/ 105933 w 6103852"/>
              <a:gd name="connsiteY1323" fmla="*/ 426815 h 3949544"/>
              <a:gd name="connsiteX1324" fmla="*/ 176219 w 6103852"/>
              <a:gd name="connsiteY1324" fmla="*/ 416325 h 3949544"/>
              <a:gd name="connsiteX1325" fmla="*/ 227349 w 6103852"/>
              <a:gd name="connsiteY1325" fmla="*/ 407883 h 3949544"/>
              <a:gd name="connsiteX1326" fmla="*/ 243739 w 6103852"/>
              <a:gd name="connsiteY1326" fmla="*/ 405432 h 3949544"/>
              <a:gd name="connsiteX1327" fmla="*/ 276454 w 6103852"/>
              <a:gd name="connsiteY1327" fmla="*/ 423649 h 3949544"/>
              <a:gd name="connsiteX1328" fmla="*/ 302761 w 6103852"/>
              <a:gd name="connsiteY1328" fmla="*/ 433053 h 3949544"/>
              <a:gd name="connsiteX1329" fmla="*/ 314026 w 6103852"/>
              <a:gd name="connsiteY1329" fmla="*/ 431935 h 3949544"/>
              <a:gd name="connsiteX1330" fmla="*/ 332237 w 6103852"/>
              <a:gd name="connsiteY1330" fmla="*/ 427838 h 3949544"/>
              <a:gd name="connsiteX1331" fmla="*/ 424513 w 6103852"/>
              <a:gd name="connsiteY1331" fmla="*/ 427281 h 3949544"/>
              <a:gd name="connsiteX1332" fmla="*/ 430825 w 6103852"/>
              <a:gd name="connsiteY1332" fmla="*/ 427319 h 3949544"/>
              <a:gd name="connsiteX1333" fmla="*/ 447732 w 6103852"/>
              <a:gd name="connsiteY1333" fmla="*/ 429997 h 3949544"/>
              <a:gd name="connsiteX1334" fmla="*/ 452522 w 6103852"/>
              <a:gd name="connsiteY1334" fmla="*/ 430556 h 3949544"/>
              <a:gd name="connsiteX1335" fmla="*/ 471034 w 6103852"/>
              <a:gd name="connsiteY1335" fmla="*/ 427558 h 3949544"/>
              <a:gd name="connsiteX1336" fmla="*/ 476587 w 6103852"/>
              <a:gd name="connsiteY1336" fmla="*/ 427591 h 3949544"/>
              <a:gd name="connsiteX1337" fmla="*/ 520566 w 6103852"/>
              <a:gd name="connsiteY1337" fmla="*/ 435382 h 3949544"/>
              <a:gd name="connsiteX1338" fmla="*/ 527582 w 6103852"/>
              <a:gd name="connsiteY1338" fmla="*/ 434915 h 3949544"/>
              <a:gd name="connsiteX1339" fmla="*/ 545119 w 6103852"/>
              <a:gd name="connsiteY1339" fmla="*/ 449254 h 3949544"/>
              <a:gd name="connsiteX1340" fmla="*/ 561892 w 6103852"/>
              <a:gd name="connsiteY1340" fmla="*/ 455064 h 3949544"/>
              <a:gd name="connsiteX1341" fmla="*/ 548237 w 6103852"/>
              <a:gd name="connsiteY1341" fmla="*/ 460133 h 3949544"/>
              <a:gd name="connsiteX1342" fmla="*/ 536906 w 6103852"/>
              <a:gd name="connsiteY1342" fmla="*/ 463484 h 3949544"/>
              <a:gd name="connsiteX1343" fmla="*/ 519975 w 6103852"/>
              <a:gd name="connsiteY1343" fmla="*/ 460474 h 3949544"/>
              <a:gd name="connsiteX1344" fmla="*/ 504798 w 6103852"/>
              <a:gd name="connsiteY1344" fmla="*/ 458892 h 3949544"/>
              <a:gd name="connsiteX1345" fmla="*/ 487260 w 6103852"/>
              <a:gd name="connsiteY1345" fmla="*/ 465968 h 3949544"/>
              <a:gd name="connsiteX1346" fmla="*/ 481662 w 6103852"/>
              <a:gd name="connsiteY1346" fmla="*/ 466898 h 3949544"/>
              <a:gd name="connsiteX1347" fmla="*/ 478132 w 6103852"/>
              <a:gd name="connsiteY1347" fmla="*/ 471821 h 3949544"/>
              <a:gd name="connsiteX1348" fmla="*/ 463628 w 6103852"/>
              <a:gd name="connsiteY1348" fmla="*/ 470343 h 3949544"/>
              <a:gd name="connsiteX1349" fmla="*/ 472917 w 6103852"/>
              <a:gd name="connsiteY1349" fmla="*/ 455771 h 3949544"/>
              <a:gd name="connsiteX1350" fmla="*/ 425813 w 6103852"/>
              <a:gd name="connsiteY1350" fmla="*/ 463180 h 3949544"/>
              <a:gd name="connsiteX1351" fmla="*/ 420486 w 6103852"/>
              <a:gd name="connsiteY1351" fmla="*/ 473846 h 3949544"/>
              <a:gd name="connsiteX1352" fmla="*/ 421467 w 6103852"/>
              <a:gd name="connsiteY1352" fmla="*/ 491731 h 3949544"/>
              <a:gd name="connsiteX1353" fmla="*/ 364232 w 6103852"/>
              <a:gd name="connsiteY1353" fmla="*/ 494698 h 3949544"/>
              <a:gd name="connsiteX1354" fmla="*/ 355452 w 6103852"/>
              <a:gd name="connsiteY1354" fmla="*/ 487098 h 3949544"/>
              <a:gd name="connsiteX1355" fmla="*/ 332740 w 6103852"/>
              <a:gd name="connsiteY1355" fmla="*/ 494769 h 3949544"/>
              <a:gd name="connsiteX1356" fmla="*/ 351757 w 6103852"/>
              <a:gd name="connsiteY1356" fmla="*/ 499586 h 3949544"/>
              <a:gd name="connsiteX1357" fmla="*/ 363122 w 6103852"/>
              <a:gd name="connsiteY1357" fmla="*/ 508773 h 3949544"/>
              <a:gd name="connsiteX1358" fmla="*/ 392185 w 6103852"/>
              <a:gd name="connsiteY1358" fmla="*/ 507384 h 3949544"/>
              <a:gd name="connsiteX1359" fmla="*/ 393411 w 6103852"/>
              <a:gd name="connsiteY1359" fmla="*/ 508870 h 3949544"/>
              <a:gd name="connsiteX1360" fmla="*/ 363385 w 6103852"/>
              <a:gd name="connsiteY1360" fmla="*/ 508985 h 3949544"/>
              <a:gd name="connsiteX1361" fmla="*/ 363122 w 6103852"/>
              <a:gd name="connsiteY1361" fmla="*/ 508773 h 3949544"/>
              <a:gd name="connsiteX1362" fmla="*/ 362614 w 6103852"/>
              <a:gd name="connsiteY1362" fmla="*/ 508797 h 3949544"/>
              <a:gd name="connsiteX1363" fmla="*/ 363074 w 6103852"/>
              <a:gd name="connsiteY1363" fmla="*/ 508986 h 3949544"/>
              <a:gd name="connsiteX1364" fmla="*/ 315862 w 6103852"/>
              <a:gd name="connsiteY1364" fmla="*/ 509169 h 3949544"/>
              <a:gd name="connsiteX1365" fmla="*/ 314243 w 6103852"/>
              <a:gd name="connsiteY1365" fmla="*/ 509169 h 3949544"/>
              <a:gd name="connsiteX1366" fmla="*/ 298324 w 6103852"/>
              <a:gd name="connsiteY1366" fmla="*/ 508828 h 3949544"/>
              <a:gd name="connsiteX1367" fmla="*/ 282203 w 6103852"/>
              <a:gd name="connsiteY1367" fmla="*/ 508486 h 3949544"/>
              <a:gd name="connsiteX1368" fmla="*/ 243080 w 6103852"/>
              <a:gd name="connsiteY1368" fmla="*/ 514848 h 3949544"/>
              <a:gd name="connsiteX1369" fmla="*/ 237819 w 6103852"/>
              <a:gd name="connsiteY1369" fmla="*/ 515501 h 3949544"/>
              <a:gd name="connsiteX1370" fmla="*/ 235391 w 6103852"/>
              <a:gd name="connsiteY1370" fmla="*/ 515469 h 3949544"/>
              <a:gd name="connsiteX1371" fmla="*/ 232895 w 6103852"/>
              <a:gd name="connsiteY1371" fmla="*/ 515438 h 3949544"/>
              <a:gd name="connsiteX1372" fmla="*/ 229658 w 6103852"/>
              <a:gd name="connsiteY1372" fmla="*/ 515562 h 3949544"/>
              <a:gd name="connsiteX1373" fmla="*/ 214885 w 6103852"/>
              <a:gd name="connsiteY1373" fmla="*/ 516182 h 3949544"/>
              <a:gd name="connsiteX1374" fmla="*/ 206790 w 6103852"/>
              <a:gd name="connsiteY1374" fmla="*/ 516120 h 3949544"/>
              <a:gd name="connsiteX1375" fmla="*/ 198628 w 6103852"/>
              <a:gd name="connsiteY1375" fmla="*/ 516028 h 3949544"/>
              <a:gd name="connsiteX1376" fmla="*/ 169422 w 6103852"/>
              <a:gd name="connsiteY1376" fmla="*/ 519504 h 3949544"/>
              <a:gd name="connsiteX1377" fmla="*/ 141361 w 6103852"/>
              <a:gd name="connsiteY1377" fmla="*/ 522700 h 3949544"/>
              <a:gd name="connsiteX1378" fmla="*/ 135290 w 6103852"/>
              <a:gd name="connsiteY1378" fmla="*/ 522669 h 3949544"/>
              <a:gd name="connsiteX1379" fmla="*/ 129084 w 6103852"/>
              <a:gd name="connsiteY1379" fmla="*/ 522638 h 3949544"/>
              <a:gd name="connsiteX1380" fmla="*/ 109726 w 6103852"/>
              <a:gd name="connsiteY1380" fmla="*/ 523818 h 3949544"/>
              <a:gd name="connsiteX1381" fmla="*/ 104397 w 6103852"/>
              <a:gd name="connsiteY1381" fmla="*/ 526021 h 3949544"/>
              <a:gd name="connsiteX1382" fmla="*/ 113639 w 6103852"/>
              <a:gd name="connsiteY1382" fmla="*/ 529745 h 3949544"/>
              <a:gd name="connsiteX1383" fmla="*/ 121597 w 6103852"/>
              <a:gd name="connsiteY1383" fmla="*/ 529931 h 3949544"/>
              <a:gd name="connsiteX1384" fmla="*/ 126994 w 6103852"/>
              <a:gd name="connsiteY1384" fmla="*/ 529901 h 3949544"/>
              <a:gd name="connsiteX1385" fmla="*/ 132525 w 6103852"/>
              <a:gd name="connsiteY1385" fmla="*/ 529870 h 3949544"/>
              <a:gd name="connsiteX1386" fmla="*/ 147634 w 6103852"/>
              <a:gd name="connsiteY1386" fmla="*/ 530894 h 3949544"/>
              <a:gd name="connsiteX1387" fmla="*/ 165981 w 6103852"/>
              <a:gd name="connsiteY1387" fmla="*/ 534370 h 3949544"/>
              <a:gd name="connsiteX1388" fmla="*/ 176638 w 6103852"/>
              <a:gd name="connsiteY1388" fmla="*/ 531514 h 3949544"/>
              <a:gd name="connsiteX1389" fmla="*/ 218190 w 6103852"/>
              <a:gd name="connsiteY1389" fmla="*/ 542346 h 3949544"/>
              <a:gd name="connsiteX1390" fmla="*/ 218864 w 6103852"/>
              <a:gd name="connsiteY1390" fmla="*/ 542407 h 3949544"/>
              <a:gd name="connsiteX1391" fmla="*/ 228982 w 6103852"/>
              <a:gd name="connsiteY1391" fmla="*/ 539087 h 3949544"/>
              <a:gd name="connsiteX1392" fmla="*/ 246858 w 6103852"/>
              <a:gd name="connsiteY1392" fmla="*/ 536666 h 3949544"/>
              <a:gd name="connsiteX1393" fmla="*/ 253805 w 6103852"/>
              <a:gd name="connsiteY1393" fmla="*/ 536791 h 3949544"/>
              <a:gd name="connsiteX1394" fmla="*/ 260752 w 6103852"/>
              <a:gd name="connsiteY1394" fmla="*/ 536915 h 3949544"/>
              <a:gd name="connsiteX1395" fmla="*/ 276910 w 6103852"/>
              <a:gd name="connsiteY1395" fmla="*/ 534164 h 3949544"/>
              <a:gd name="connsiteX1396" fmla="*/ 277145 w 6103852"/>
              <a:gd name="connsiteY1396" fmla="*/ 536634 h 3949544"/>
              <a:gd name="connsiteX1397" fmla="*/ 288798 w 6103852"/>
              <a:gd name="connsiteY1397" fmla="*/ 540188 h 3949544"/>
              <a:gd name="connsiteX1398" fmla="*/ 295071 w 6103852"/>
              <a:gd name="connsiteY1398" fmla="*/ 541305 h 3949544"/>
              <a:gd name="connsiteX1399" fmla="*/ 299860 w 6103852"/>
              <a:gd name="connsiteY1399" fmla="*/ 543757 h 3949544"/>
              <a:gd name="connsiteX1400" fmla="*/ 296015 w 6103852"/>
              <a:gd name="connsiteY1400" fmla="*/ 545837 h 3949544"/>
              <a:gd name="connsiteX1401" fmla="*/ 242119 w 6103852"/>
              <a:gd name="connsiteY1401" fmla="*/ 548071 h 3949544"/>
              <a:gd name="connsiteX1402" fmla="*/ 226404 w 6103852"/>
              <a:gd name="connsiteY1402" fmla="*/ 552727 h 3949544"/>
              <a:gd name="connsiteX1403" fmla="*/ 219659 w 6103852"/>
              <a:gd name="connsiteY1403" fmla="*/ 551050 h 3949544"/>
              <a:gd name="connsiteX1404" fmla="*/ 199422 w 6103852"/>
              <a:gd name="connsiteY1404" fmla="*/ 547605 h 3949544"/>
              <a:gd name="connsiteX1405" fmla="*/ 192475 w 6103852"/>
              <a:gd name="connsiteY1405" fmla="*/ 547730 h 3949544"/>
              <a:gd name="connsiteX1406" fmla="*/ 185528 w 6103852"/>
              <a:gd name="connsiteY1406" fmla="*/ 547853 h 3949544"/>
              <a:gd name="connsiteX1407" fmla="*/ 167652 w 6103852"/>
              <a:gd name="connsiteY1407" fmla="*/ 545432 h 3949544"/>
              <a:gd name="connsiteX1408" fmla="*/ 157534 w 6103852"/>
              <a:gd name="connsiteY1408" fmla="*/ 542112 h 3949544"/>
              <a:gd name="connsiteX1409" fmla="*/ 156860 w 6103852"/>
              <a:gd name="connsiteY1409" fmla="*/ 542175 h 3949544"/>
              <a:gd name="connsiteX1410" fmla="*/ 115308 w 6103852"/>
              <a:gd name="connsiteY1410" fmla="*/ 553005 h 3949544"/>
              <a:gd name="connsiteX1411" fmla="*/ 104651 w 6103852"/>
              <a:gd name="connsiteY1411" fmla="*/ 550151 h 3949544"/>
              <a:gd name="connsiteX1412" fmla="*/ 86304 w 6103852"/>
              <a:gd name="connsiteY1412" fmla="*/ 553626 h 3949544"/>
              <a:gd name="connsiteX1413" fmla="*/ 71195 w 6103852"/>
              <a:gd name="connsiteY1413" fmla="*/ 554651 h 3949544"/>
              <a:gd name="connsiteX1414" fmla="*/ 65664 w 6103852"/>
              <a:gd name="connsiteY1414" fmla="*/ 554618 h 3949544"/>
              <a:gd name="connsiteX1415" fmla="*/ 60267 w 6103852"/>
              <a:gd name="connsiteY1415" fmla="*/ 554588 h 3949544"/>
              <a:gd name="connsiteX1416" fmla="*/ 52308 w 6103852"/>
              <a:gd name="connsiteY1416" fmla="*/ 554775 h 3949544"/>
              <a:gd name="connsiteX1417" fmla="*/ 43067 w 6103852"/>
              <a:gd name="connsiteY1417" fmla="*/ 558499 h 3949544"/>
              <a:gd name="connsiteX1418" fmla="*/ 48396 w 6103852"/>
              <a:gd name="connsiteY1418" fmla="*/ 560703 h 3949544"/>
              <a:gd name="connsiteX1419" fmla="*/ 67754 w 6103852"/>
              <a:gd name="connsiteY1419" fmla="*/ 561882 h 3949544"/>
              <a:gd name="connsiteX1420" fmla="*/ 73960 w 6103852"/>
              <a:gd name="connsiteY1420" fmla="*/ 561851 h 3949544"/>
              <a:gd name="connsiteX1421" fmla="*/ 80031 w 6103852"/>
              <a:gd name="connsiteY1421" fmla="*/ 561819 h 3949544"/>
              <a:gd name="connsiteX1422" fmla="*/ 108092 w 6103852"/>
              <a:gd name="connsiteY1422" fmla="*/ 565016 h 3949544"/>
              <a:gd name="connsiteX1423" fmla="*/ 137298 w 6103852"/>
              <a:gd name="connsiteY1423" fmla="*/ 568492 h 3949544"/>
              <a:gd name="connsiteX1424" fmla="*/ 145460 w 6103852"/>
              <a:gd name="connsiteY1424" fmla="*/ 568399 h 3949544"/>
              <a:gd name="connsiteX1425" fmla="*/ 153554 w 6103852"/>
              <a:gd name="connsiteY1425" fmla="*/ 568337 h 3949544"/>
              <a:gd name="connsiteX1426" fmla="*/ 168327 w 6103852"/>
              <a:gd name="connsiteY1426" fmla="*/ 568958 h 3949544"/>
              <a:gd name="connsiteX1427" fmla="*/ 171565 w 6103852"/>
              <a:gd name="connsiteY1427" fmla="*/ 569082 h 3949544"/>
              <a:gd name="connsiteX1428" fmla="*/ 174061 w 6103852"/>
              <a:gd name="connsiteY1428" fmla="*/ 569050 h 3949544"/>
              <a:gd name="connsiteX1429" fmla="*/ 176489 w 6103852"/>
              <a:gd name="connsiteY1429" fmla="*/ 569020 h 3949544"/>
              <a:gd name="connsiteX1430" fmla="*/ 181750 w 6103852"/>
              <a:gd name="connsiteY1430" fmla="*/ 569672 h 3949544"/>
              <a:gd name="connsiteX1431" fmla="*/ 220874 w 6103852"/>
              <a:gd name="connsiteY1431" fmla="*/ 576034 h 3949544"/>
              <a:gd name="connsiteX1432" fmla="*/ 236994 w 6103852"/>
              <a:gd name="connsiteY1432" fmla="*/ 575693 h 3949544"/>
              <a:gd name="connsiteX1433" fmla="*/ 252913 w 6103852"/>
              <a:gd name="connsiteY1433" fmla="*/ 575351 h 3949544"/>
              <a:gd name="connsiteX1434" fmla="*/ 254532 w 6103852"/>
              <a:gd name="connsiteY1434" fmla="*/ 575351 h 3949544"/>
              <a:gd name="connsiteX1435" fmla="*/ 402364 w 6103852"/>
              <a:gd name="connsiteY1435" fmla="*/ 575922 h 3949544"/>
              <a:gd name="connsiteX1436" fmla="*/ 400560 w 6103852"/>
              <a:gd name="connsiteY1436" fmla="*/ 577030 h 3949544"/>
              <a:gd name="connsiteX1437" fmla="*/ 436946 w 6103852"/>
              <a:gd name="connsiteY1437" fmla="*/ 578525 h 3949544"/>
              <a:gd name="connsiteX1438" fmla="*/ 451017 w 6103852"/>
              <a:gd name="connsiteY1438" fmla="*/ 576111 h 3949544"/>
              <a:gd name="connsiteX1439" fmla="*/ 475321 w 6103852"/>
              <a:gd name="connsiteY1439" fmla="*/ 576204 h 3949544"/>
              <a:gd name="connsiteX1440" fmla="*/ 498225 w 6103852"/>
              <a:gd name="connsiteY1440" fmla="*/ 588926 h 3949544"/>
              <a:gd name="connsiteX1441" fmla="*/ 497937 w 6103852"/>
              <a:gd name="connsiteY1441" fmla="*/ 589349 h 3949544"/>
              <a:gd name="connsiteX1442" fmla="*/ 498318 w 6103852"/>
              <a:gd name="connsiteY1442" fmla="*/ 589345 h 3949544"/>
              <a:gd name="connsiteX1443" fmla="*/ 494596 w 6103852"/>
              <a:gd name="connsiteY1443" fmla="*/ 595462 h 3949544"/>
              <a:gd name="connsiteX1444" fmla="*/ 478274 w 6103852"/>
              <a:gd name="connsiteY1444" fmla="*/ 604059 h 3949544"/>
              <a:gd name="connsiteX1445" fmla="*/ 423299 w 6103852"/>
              <a:gd name="connsiteY1445" fmla="*/ 604711 h 3949544"/>
              <a:gd name="connsiteX1446" fmla="*/ 413856 w 6103852"/>
              <a:gd name="connsiteY1446" fmla="*/ 608590 h 3949544"/>
              <a:gd name="connsiteX1447" fmla="*/ 420331 w 6103852"/>
              <a:gd name="connsiteY1447" fmla="*/ 617622 h 3949544"/>
              <a:gd name="connsiteX1448" fmla="*/ 425931 w 6103852"/>
              <a:gd name="connsiteY1448" fmla="*/ 618553 h 3949544"/>
              <a:gd name="connsiteX1449" fmla="*/ 443468 w 6103852"/>
              <a:gd name="connsiteY1449" fmla="*/ 625629 h 3949544"/>
              <a:gd name="connsiteX1450" fmla="*/ 458645 w 6103852"/>
              <a:gd name="connsiteY1450" fmla="*/ 624046 h 3949544"/>
              <a:gd name="connsiteX1451" fmla="*/ 475576 w 6103852"/>
              <a:gd name="connsiteY1451" fmla="*/ 621035 h 3949544"/>
              <a:gd name="connsiteX1452" fmla="*/ 486907 w 6103852"/>
              <a:gd name="connsiteY1452" fmla="*/ 624388 h 3949544"/>
              <a:gd name="connsiteX1453" fmla="*/ 508560 w 6103852"/>
              <a:gd name="connsiteY1453" fmla="*/ 632425 h 3949544"/>
              <a:gd name="connsiteX1454" fmla="*/ 508560 w 6103852"/>
              <a:gd name="connsiteY1454" fmla="*/ 639501 h 3949544"/>
              <a:gd name="connsiteX1455" fmla="*/ 486840 w 6103852"/>
              <a:gd name="connsiteY1455" fmla="*/ 647447 h 3949544"/>
              <a:gd name="connsiteX1456" fmla="*/ 455078 w 6103852"/>
              <a:gd name="connsiteY1456" fmla="*/ 657053 h 3949544"/>
              <a:gd name="connsiteX1457" fmla="*/ 408527 w 6103852"/>
              <a:gd name="connsiteY1457" fmla="*/ 656771 h 3949544"/>
              <a:gd name="connsiteX1458" fmla="*/ 391192 w 6103852"/>
              <a:gd name="connsiteY1458" fmla="*/ 653964 h 3949544"/>
              <a:gd name="connsiteX1459" fmla="*/ 386402 w 6103852"/>
              <a:gd name="connsiteY1459" fmla="*/ 654523 h 3949544"/>
              <a:gd name="connsiteX1460" fmla="*/ 384978 w 6103852"/>
              <a:gd name="connsiteY1460" fmla="*/ 654749 h 3949544"/>
              <a:gd name="connsiteX1461" fmla="*/ 375356 w 6103852"/>
              <a:gd name="connsiteY1461" fmla="*/ 652585 h 3949544"/>
              <a:gd name="connsiteX1462" fmla="*/ 364092 w 6103852"/>
              <a:gd name="connsiteY1462" fmla="*/ 651467 h 3949544"/>
              <a:gd name="connsiteX1463" fmla="*/ 337785 w 6103852"/>
              <a:gd name="connsiteY1463" fmla="*/ 660870 h 3949544"/>
              <a:gd name="connsiteX1464" fmla="*/ 337150 w 6103852"/>
              <a:gd name="connsiteY1464" fmla="*/ 661465 h 3949544"/>
              <a:gd name="connsiteX1465" fmla="*/ 321850 w 6103852"/>
              <a:gd name="connsiteY1465" fmla="*/ 663120 h 3949544"/>
              <a:gd name="connsiteX1466" fmla="*/ 317870 w 6103852"/>
              <a:gd name="connsiteY1466" fmla="*/ 669016 h 3949544"/>
              <a:gd name="connsiteX1467" fmla="*/ 324065 w 6103852"/>
              <a:gd name="connsiteY1467" fmla="*/ 673709 h 3949544"/>
              <a:gd name="connsiteX1468" fmla="*/ 323275 w 6103852"/>
              <a:gd name="connsiteY1468" fmla="*/ 674448 h 3949544"/>
              <a:gd name="connsiteX1469" fmla="*/ 305069 w 6103852"/>
              <a:gd name="connsiteY1469" fmla="*/ 679087 h 3949544"/>
              <a:gd name="connsiteX1470" fmla="*/ 288679 w 6103852"/>
              <a:gd name="connsiteY1470" fmla="*/ 676637 h 3949544"/>
              <a:gd name="connsiteX1471" fmla="*/ 237550 w 6103852"/>
              <a:gd name="connsiteY1471" fmla="*/ 668195 h 3949544"/>
              <a:gd name="connsiteX1472" fmla="*/ 167264 w 6103852"/>
              <a:gd name="connsiteY1472" fmla="*/ 657705 h 3949544"/>
              <a:gd name="connsiteX1473" fmla="*/ 153367 w 6103852"/>
              <a:gd name="connsiteY1473" fmla="*/ 656432 h 3949544"/>
              <a:gd name="connsiteX1474" fmla="*/ 126454 w 6103852"/>
              <a:gd name="connsiteY1474" fmla="*/ 657363 h 3949544"/>
              <a:gd name="connsiteX1475" fmla="*/ 71480 w 6103852"/>
              <a:gd name="connsiteY1475" fmla="*/ 669312 h 3949544"/>
              <a:gd name="connsiteX1476" fmla="*/ 70266 w 6103852"/>
              <a:gd name="connsiteY1476" fmla="*/ 687095 h 3949544"/>
              <a:gd name="connsiteX1477" fmla="*/ 105612 w 6103852"/>
              <a:gd name="connsiteY1477" fmla="*/ 696841 h 3949544"/>
              <a:gd name="connsiteX1478" fmla="*/ 107365 w 6103852"/>
              <a:gd name="connsiteY1478" fmla="*/ 696965 h 3949544"/>
              <a:gd name="connsiteX1479" fmla="*/ 117482 w 6103852"/>
              <a:gd name="connsiteY1479" fmla="*/ 695165 h 3949544"/>
              <a:gd name="connsiteX1480" fmla="*/ 126858 w 6103852"/>
              <a:gd name="connsiteY1480" fmla="*/ 693364 h 3949544"/>
              <a:gd name="connsiteX1481" fmla="*/ 128681 w 6103852"/>
              <a:gd name="connsiteY1481" fmla="*/ 693612 h 3949544"/>
              <a:gd name="connsiteX1482" fmla="*/ 218190 w 6103852"/>
              <a:gd name="connsiteY1482" fmla="*/ 707300 h 3949544"/>
              <a:gd name="connsiteX1483" fmla="*/ 216504 w 6103852"/>
              <a:gd name="connsiteY1483" fmla="*/ 715679 h 3949544"/>
              <a:gd name="connsiteX1484" fmla="*/ 223991 w 6103852"/>
              <a:gd name="connsiteY1484" fmla="*/ 720986 h 3949544"/>
              <a:gd name="connsiteX1485" fmla="*/ 228173 w 6103852"/>
              <a:gd name="connsiteY1485" fmla="*/ 720490 h 3949544"/>
              <a:gd name="connsiteX1486" fmla="*/ 247262 w 6103852"/>
              <a:gd name="connsiteY1486" fmla="*/ 716486 h 3949544"/>
              <a:gd name="connsiteX1487" fmla="*/ 260956 w 6103852"/>
              <a:gd name="connsiteY1487" fmla="*/ 721017 h 3949544"/>
              <a:gd name="connsiteX1488" fmla="*/ 289150 w 6103852"/>
              <a:gd name="connsiteY1488" fmla="*/ 729738 h 3949544"/>
              <a:gd name="connsiteX1489" fmla="*/ 285912 w 6103852"/>
              <a:gd name="connsiteY1489" fmla="*/ 734394 h 3949544"/>
              <a:gd name="connsiteX1490" fmla="*/ 265946 w 6103852"/>
              <a:gd name="connsiteY1490" fmla="*/ 745939 h 3949544"/>
              <a:gd name="connsiteX1491" fmla="*/ 266955 w 6103852"/>
              <a:gd name="connsiteY1491" fmla="*/ 759797 h 3949544"/>
              <a:gd name="connsiteX1492" fmla="*/ 262222 w 6103852"/>
              <a:gd name="connsiteY1492" fmla="*/ 759702 h 3949544"/>
              <a:gd name="connsiteX1493" fmla="*/ 200974 w 6103852"/>
              <a:gd name="connsiteY1493" fmla="*/ 767306 h 3949544"/>
              <a:gd name="connsiteX1494" fmla="*/ 193824 w 6103852"/>
              <a:gd name="connsiteY1494" fmla="*/ 776151 h 3949544"/>
              <a:gd name="connsiteX1495" fmla="*/ 202863 w 6103852"/>
              <a:gd name="connsiteY1495" fmla="*/ 780247 h 3949544"/>
              <a:gd name="connsiteX1496" fmla="*/ 204685 w 6103852"/>
              <a:gd name="connsiteY1496" fmla="*/ 780247 h 3949544"/>
              <a:gd name="connsiteX1497" fmla="*/ 240704 w 6103852"/>
              <a:gd name="connsiteY1497" fmla="*/ 786424 h 3949544"/>
              <a:gd name="connsiteX1498" fmla="*/ 246437 w 6103852"/>
              <a:gd name="connsiteY1498" fmla="*/ 787416 h 3949544"/>
              <a:gd name="connsiteX1499" fmla="*/ 258174 w 6103852"/>
              <a:gd name="connsiteY1499" fmla="*/ 785461 h 3949544"/>
              <a:gd name="connsiteX1500" fmla="*/ 270451 w 6103852"/>
              <a:gd name="connsiteY1500" fmla="*/ 783506 h 3949544"/>
              <a:gd name="connsiteX1501" fmla="*/ 282052 w 6103852"/>
              <a:gd name="connsiteY1501" fmla="*/ 787199 h 3949544"/>
              <a:gd name="connsiteX1502" fmla="*/ 352609 w 6103852"/>
              <a:gd name="connsiteY1502" fmla="*/ 778664 h 3949544"/>
              <a:gd name="connsiteX1503" fmla="*/ 410011 w 6103852"/>
              <a:gd name="connsiteY1503" fmla="*/ 773233 h 3949544"/>
              <a:gd name="connsiteX1504" fmla="*/ 473281 w 6103852"/>
              <a:gd name="connsiteY1504" fmla="*/ 775220 h 3949544"/>
              <a:gd name="connsiteX1505" fmla="*/ 480972 w 6103852"/>
              <a:gd name="connsiteY1505" fmla="*/ 783909 h 3949544"/>
              <a:gd name="connsiteX1506" fmla="*/ 476115 w 6103852"/>
              <a:gd name="connsiteY1506" fmla="*/ 793437 h 3949544"/>
              <a:gd name="connsiteX1507" fmla="*/ 427549 w 6103852"/>
              <a:gd name="connsiteY1507" fmla="*/ 799117 h 3949544"/>
              <a:gd name="connsiteX1508" fmla="*/ 420804 w 6103852"/>
              <a:gd name="connsiteY1508" fmla="*/ 797224 h 3949544"/>
              <a:gd name="connsiteX1509" fmla="*/ 411698 w 6103852"/>
              <a:gd name="connsiteY1509" fmla="*/ 798682 h 3949544"/>
              <a:gd name="connsiteX1510" fmla="*/ 402591 w 6103852"/>
              <a:gd name="connsiteY1510" fmla="*/ 800141 h 3949544"/>
              <a:gd name="connsiteX1511" fmla="*/ 394294 w 6103852"/>
              <a:gd name="connsiteY1511" fmla="*/ 797007 h 3949544"/>
              <a:gd name="connsiteX1512" fmla="*/ 351192 w 6103852"/>
              <a:gd name="connsiteY1512" fmla="*/ 803524 h 3949544"/>
              <a:gd name="connsiteX1513" fmla="*/ 346336 w 6103852"/>
              <a:gd name="connsiteY1513" fmla="*/ 805790 h 3949544"/>
              <a:gd name="connsiteX1514" fmla="*/ 351529 w 6103852"/>
              <a:gd name="connsiteY1514" fmla="*/ 808055 h 3949544"/>
              <a:gd name="connsiteX1515" fmla="*/ 364547 w 6103852"/>
              <a:gd name="connsiteY1515" fmla="*/ 809390 h 3949544"/>
              <a:gd name="connsiteX1516" fmla="*/ 376217 w 6103852"/>
              <a:gd name="connsiteY1516" fmla="*/ 818701 h 3949544"/>
              <a:gd name="connsiteX1517" fmla="*/ 387954 w 6103852"/>
              <a:gd name="connsiteY1517" fmla="*/ 823014 h 3949544"/>
              <a:gd name="connsiteX1518" fmla="*/ 530279 w 6103852"/>
              <a:gd name="connsiteY1518" fmla="*/ 823235 h 3949544"/>
              <a:gd name="connsiteX1519" fmla="*/ 524042 w 6103852"/>
              <a:gd name="connsiteY1519" fmla="*/ 827926 h 3949544"/>
              <a:gd name="connsiteX1520" fmla="*/ 529585 w 6103852"/>
              <a:gd name="connsiteY1520" fmla="*/ 835781 h 3949544"/>
              <a:gd name="connsiteX1521" fmla="*/ 502209 w 6103852"/>
              <a:gd name="connsiteY1521" fmla="*/ 838295 h 3949544"/>
              <a:gd name="connsiteX1522" fmla="*/ 592885 w 6103852"/>
              <a:gd name="connsiteY1522" fmla="*/ 853158 h 3949544"/>
              <a:gd name="connsiteX1523" fmla="*/ 578982 w 6103852"/>
              <a:gd name="connsiteY1523" fmla="*/ 858809 h 3949544"/>
              <a:gd name="connsiteX1524" fmla="*/ 574815 w 6103852"/>
              <a:gd name="connsiteY1524" fmla="*/ 859713 h 3949544"/>
              <a:gd name="connsiteX1525" fmla="*/ 533801 w 6103852"/>
              <a:gd name="connsiteY1525" fmla="*/ 859162 h 3949544"/>
              <a:gd name="connsiteX1526" fmla="*/ 538018 w 6103852"/>
              <a:gd name="connsiteY1526" fmla="*/ 849019 h 3949544"/>
              <a:gd name="connsiteX1527" fmla="*/ 501690 w 6103852"/>
              <a:gd name="connsiteY1527" fmla="*/ 856562 h 3949544"/>
              <a:gd name="connsiteX1528" fmla="*/ 520172 w 6103852"/>
              <a:gd name="connsiteY1528" fmla="*/ 875380 h 3949544"/>
              <a:gd name="connsiteX1529" fmla="*/ 501286 w 6103852"/>
              <a:gd name="connsiteY1529" fmla="*/ 888489 h 3949544"/>
              <a:gd name="connsiteX1530" fmla="*/ 471657 w 6103852"/>
              <a:gd name="connsiteY1530" fmla="*/ 865038 h 3949544"/>
              <a:gd name="connsiteX1531" fmla="*/ 484943 w 6103852"/>
              <a:gd name="connsiteY1531" fmla="*/ 863380 h 3949544"/>
              <a:gd name="connsiteX1532" fmla="*/ 473765 w 6103852"/>
              <a:gd name="connsiteY1532" fmla="*/ 853778 h 3949544"/>
              <a:gd name="connsiteX1533" fmla="*/ 420889 w 6103852"/>
              <a:gd name="connsiteY1533" fmla="*/ 872074 h 3949544"/>
              <a:gd name="connsiteX1534" fmla="*/ 422276 w 6103852"/>
              <a:gd name="connsiteY1534" fmla="*/ 884731 h 3949544"/>
              <a:gd name="connsiteX1535" fmla="*/ 439660 w 6103852"/>
              <a:gd name="connsiteY1535" fmla="*/ 878544 h 3949544"/>
              <a:gd name="connsiteX1536" fmla="*/ 487598 w 6103852"/>
              <a:gd name="connsiteY1536" fmla="*/ 904679 h 3949544"/>
              <a:gd name="connsiteX1537" fmla="*/ 496267 w 6103852"/>
              <a:gd name="connsiteY1537" fmla="*/ 914233 h 3949544"/>
              <a:gd name="connsiteX1538" fmla="*/ 502572 w 6103852"/>
              <a:gd name="connsiteY1538" fmla="*/ 916649 h 3949544"/>
              <a:gd name="connsiteX1539" fmla="*/ 449284 w 6103852"/>
              <a:gd name="connsiteY1539" fmla="*/ 916732 h 3949544"/>
              <a:gd name="connsiteX1540" fmla="*/ 437547 w 6103852"/>
              <a:gd name="connsiteY1540" fmla="*/ 921045 h 3949544"/>
              <a:gd name="connsiteX1541" fmla="*/ 425877 w 6103852"/>
              <a:gd name="connsiteY1541" fmla="*/ 930356 h 3949544"/>
              <a:gd name="connsiteX1542" fmla="*/ 412859 w 6103852"/>
              <a:gd name="connsiteY1542" fmla="*/ 931691 h 3949544"/>
              <a:gd name="connsiteX1543" fmla="*/ 407666 w 6103852"/>
              <a:gd name="connsiteY1543" fmla="*/ 933956 h 3949544"/>
              <a:gd name="connsiteX1544" fmla="*/ 412523 w 6103852"/>
              <a:gd name="connsiteY1544" fmla="*/ 936222 h 3949544"/>
              <a:gd name="connsiteX1545" fmla="*/ 455624 w 6103852"/>
              <a:gd name="connsiteY1545" fmla="*/ 942739 h 3949544"/>
              <a:gd name="connsiteX1546" fmla="*/ 463921 w 6103852"/>
              <a:gd name="connsiteY1546" fmla="*/ 939604 h 3949544"/>
              <a:gd name="connsiteX1547" fmla="*/ 473028 w 6103852"/>
              <a:gd name="connsiteY1547" fmla="*/ 941063 h 3949544"/>
              <a:gd name="connsiteX1548" fmla="*/ 482134 w 6103852"/>
              <a:gd name="connsiteY1548" fmla="*/ 942521 h 3949544"/>
              <a:gd name="connsiteX1549" fmla="*/ 488879 w 6103852"/>
              <a:gd name="connsiteY1549" fmla="*/ 940628 h 3949544"/>
              <a:gd name="connsiteX1550" fmla="*/ 503740 w 6103852"/>
              <a:gd name="connsiteY1550" fmla="*/ 942367 h 3949544"/>
              <a:gd name="connsiteX1551" fmla="*/ 503061 w 6103852"/>
              <a:gd name="connsiteY1551" fmla="*/ 945432 h 3949544"/>
              <a:gd name="connsiteX1552" fmla="*/ 490313 w 6103852"/>
              <a:gd name="connsiteY1552" fmla="*/ 954265 h 3949544"/>
              <a:gd name="connsiteX1553" fmla="*/ 506109 w 6103852"/>
              <a:gd name="connsiteY1553" fmla="*/ 965421 h 3949544"/>
              <a:gd name="connsiteX1554" fmla="*/ 471341 w 6103852"/>
              <a:gd name="connsiteY1554" fmla="*/ 966513 h 3949544"/>
              <a:gd name="connsiteX1555" fmla="*/ 413939 w 6103852"/>
              <a:gd name="connsiteY1555" fmla="*/ 961081 h 3949544"/>
              <a:gd name="connsiteX1556" fmla="*/ 343383 w 6103852"/>
              <a:gd name="connsiteY1556" fmla="*/ 952547 h 3949544"/>
              <a:gd name="connsiteX1557" fmla="*/ 331781 w 6103852"/>
              <a:gd name="connsiteY1557" fmla="*/ 956240 h 3949544"/>
              <a:gd name="connsiteX1558" fmla="*/ 319504 w 6103852"/>
              <a:gd name="connsiteY1558" fmla="*/ 954285 h 3949544"/>
              <a:gd name="connsiteX1559" fmla="*/ 307767 w 6103852"/>
              <a:gd name="connsiteY1559" fmla="*/ 952329 h 3949544"/>
              <a:gd name="connsiteX1560" fmla="*/ 302034 w 6103852"/>
              <a:gd name="connsiteY1560" fmla="*/ 953322 h 3949544"/>
              <a:gd name="connsiteX1561" fmla="*/ 266014 w 6103852"/>
              <a:gd name="connsiteY1561" fmla="*/ 959497 h 3949544"/>
              <a:gd name="connsiteX1562" fmla="*/ 264193 w 6103852"/>
              <a:gd name="connsiteY1562" fmla="*/ 959497 h 3949544"/>
              <a:gd name="connsiteX1563" fmla="*/ 255154 w 6103852"/>
              <a:gd name="connsiteY1563" fmla="*/ 963594 h 3949544"/>
              <a:gd name="connsiteX1564" fmla="*/ 262305 w 6103852"/>
              <a:gd name="connsiteY1564" fmla="*/ 972440 h 3949544"/>
              <a:gd name="connsiteX1565" fmla="*/ 280468 w 6103852"/>
              <a:gd name="connsiteY1565" fmla="*/ 976149 h 3949544"/>
              <a:gd name="connsiteX1566" fmla="*/ 251496 w 6103852"/>
              <a:gd name="connsiteY1566" fmla="*/ 974410 h 3949544"/>
              <a:gd name="connsiteX1567" fmla="*/ 226337 w 6103852"/>
              <a:gd name="connsiteY1567" fmla="*/ 969941 h 3949544"/>
              <a:gd name="connsiteX1568" fmla="*/ 221953 w 6103852"/>
              <a:gd name="connsiteY1568" fmla="*/ 969662 h 3949544"/>
              <a:gd name="connsiteX1569" fmla="*/ 205898 w 6103852"/>
              <a:gd name="connsiteY1569" fmla="*/ 976179 h 3949544"/>
              <a:gd name="connsiteX1570" fmla="*/ 204616 w 6103852"/>
              <a:gd name="connsiteY1570" fmla="*/ 993807 h 3949544"/>
              <a:gd name="connsiteX1571" fmla="*/ 224582 w 6103852"/>
              <a:gd name="connsiteY1571" fmla="*/ 1005352 h 3949544"/>
              <a:gd name="connsiteX1572" fmla="*/ 227820 w 6103852"/>
              <a:gd name="connsiteY1572" fmla="*/ 1010008 h 3949544"/>
              <a:gd name="connsiteX1573" fmla="*/ 199625 w 6103852"/>
              <a:gd name="connsiteY1573" fmla="*/ 1018728 h 3949544"/>
              <a:gd name="connsiteX1574" fmla="*/ 185932 w 6103852"/>
              <a:gd name="connsiteY1574" fmla="*/ 1023259 h 3949544"/>
              <a:gd name="connsiteX1575" fmla="*/ 166843 w 6103852"/>
              <a:gd name="connsiteY1575" fmla="*/ 1019256 h 3949544"/>
              <a:gd name="connsiteX1576" fmla="*/ 162661 w 6103852"/>
              <a:gd name="connsiteY1576" fmla="*/ 1018759 h 3949544"/>
              <a:gd name="connsiteX1577" fmla="*/ 155174 w 6103852"/>
              <a:gd name="connsiteY1577" fmla="*/ 1024066 h 3949544"/>
              <a:gd name="connsiteX1578" fmla="*/ 156860 w 6103852"/>
              <a:gd name="connsiteY1578" fmla="*/ 1032446 h 3949544"/>
              <a:gd name="connsiteX1579" fmla="*/ 67351 w 6103852"/>
              <a:gd name="connsiteY1579" fmla="*/ 1046133 h 3949544"/>
              <a:gd name="connsiteX1580" fmla="*/ 65528 w 6103852"/>
              <a:gd name="connsiteY1580" fmla="*/ 1046382 h 3949544"/>
              <a:gd name="connsiteX1581" fmla="*/ 56152 w 6103852"/>
              <a:gd name="connsiteY1581" fmla="*/ 1044581 h 3949544"/>
              <a:gd name="connsiteX1582" fmla="*/ 46035 w 6103852"/>
              <a:gd name="connsiteY1582" fmla="*/ 1042782 h 3949544"/>
              <a:gd name="connsiteX1583" fmla="*/ 44281 w 6103852"/>
              <a:gd name="connsiteY1583" fmla="*/ 1042905 h 3949544"/>
              <a:gd name="connsiteX1584" fmla="*/ 8935 w 6103852"/>
              <a:gd name="connsiteY1584" fmla="*/ 1052649 h 3949544"/>
              <a:gd name="connsiteX1585" fmla="*/ 10150 w 6103852"/>
              <a:gd name="connsiteY1585" fmla="*/ 1070433 h 3949544"/>
              <a:gd name="connsiteX1586" fmla="*/ 65124 w 6103852"/>
              <a:gd name="connsiteY1586" fmla="*/ 1082383 h 3949544"/>
              <a:gd name="connsiteX1587" fmla="*/ 92037 w 6103852"/>
              <a:gd name="connsiteY1587" fmla="*/ 1083313 h 3949544"/>
              <a:gd name="connsiteX1588" fmla="*/ 105933 w 6103852"/>
              <a:gd name="connsiteY1588" fmla="*/ 1082041 h 3949544"/>
              <a:gd name="connsiteX1589" fmla="*/ 176219 w 6103852"/>
              <a:gd name="connsiteY1589" fmla="*/ 1071551 h 3949544"/>
              <a:gd name="connsiteX1590" fmla="*/ 227349 w 6103852"/>
              <a:gd name="connsiteY1590" fmla="*/ 1063109 h 3949544"/>
              <a:gd name="connsiteX1591" fmla="*/ 243739 w 6103852"/>
              <a:gd name="connsiteY1591" fmla="*/ 1060657 h 3949544"/>
              <a:gd name="connsiteX1592" fmla="*/ 276454 w 6103852"/>
              <a:gd name="connsiteY1592" fmla="*/ 1078875 h 3949544"/>
              <a:gd name="connsiteX1593" fmla="*/ 302761 w 6103852"/>
              <a:gd name="connsiteY1593" fmla="*/ 1088279 h 3949544"/>
              <a:gd name="connsiteX1594" fmla="*/ 314026 w 6103852"/>
              <a:gd name="connsiteY1594" fmla="*/ 1087161 h 3949544"/>
              <a:gd name="connsiteX1595" fmla="*/ 332237 w 6103852"/>
              <a:gd name="connsiteY1595" fmla="*/ 1083064 h 3949544"/>
              <a:gd name="connsiteX1596" fmla="*/ 424513 w 6103852"/>
              <a:gd name="connsiteY1596" fmla="*/ 1082507 h 3949544"/>
              <a:gd name="connsiteX1597" fmla="*/ 430825 w 6103852"/>
              <a:gd name="connsiteY1597" fmla="*/ 1082545 h 3949544"/>
              <a:gd name="connsiteX1598" fmla="*/ 447732 w 6103852"/>
              <a:gd name="connsiteY1598" fmla="*/ 1085222 h 3949544"/>
              <a:gd name="connsiteX1599" fmla="*/ 452522 w 6103852"/>
              <a:gd name="connsiteY1599" fmla="*/ 1085782 h 3949544"/>
              <a:gd name="connsiteX1600" fmla="*/ 471034 w 6103852"/>
              <a:gd name="connsiteY1600" fmla="*/ 1082783 h 3949544"/>
              <a:gd name="connsiteX1601" fmla="*/ 476587 w 6103852"/>
              <a:gd name="connsiteY1601" fmla="*/ 1082816 h 3949544"/>
              <a:gd name="connsiteX1602" fmla="*/ 520566 w 6103852"/>
              <a:gd name="connsiteY1602" fmla="*/ 1090607 h 3949544"/>
              <a:gd name="connsiteX1603" fmla="*/ 527582 w 6103852"/>
              <a:gd name="connsiteY1603" fmla="*/ 1090140 h 3949544"/>
              <a:gd name="connsiteX1604" fmla="*/ 545119 w 6103852"/>
              <a:gd name="connsiteY1604" fmla="*/ 1104480 h 3949544"/>
              <a:gd name="connsiteX1605" fmla="*/ 561892 w 6103852"/>
              <a:gd name="connsiteY1605" fmla="*/ 1110290 h 3949544"/>
              <a:gd name="connsiteX1606" fmla="*/ 548237 w 6103852"/>
              <a:gd name="connsiteY1606" fmla="*/ 1115358 h 3949544"/>
              <a:gd name="connsiteX1607" fmla="*/ 536906 w 6103852"/>
              <a:gd name="connsiteY1607" fmla="*/ 1118710 h 3949544"/>
              <a:gd name="connsiteX1608" fmla="*/ 519975 w 6103852"/>
              <a:gd name="connsiteY1608" fmla="*/ 1115700 h 3949544"/>
              <a:gd name="connsiteX1609" fmla="*/ 504798 w 6103852"/>
              <a:gd name="connsiteY1609" fmla="*/ 1114117 h 3949544"/>
              <a:gd name="connsiteX1610" fmla="*/ 487260 w 6103852"/>
              <a:gd name="connsiteY1610" fmla="*/ 1121193 h 3949544"/>
              <a:gd name="connsiteX1611" fmla="*/ 481662 w 6103852"/>
              <a:gd name="connsiteY1611" fmla="*/ 1122124 h 3949544"/>
              <a:gd name="connsiteX1612" fmla="*/ 478132 w 6103852"/>
              <a:gd name="connsiteY1612" fmla="*/ 1127047 h 3949544"/>
              <a:gd name="connsiteX1613" fmla="*/ 463628 w 6103852"/>
              <a:gd name="connsiteY1613" fmla="*/ 1125569 h 3949544"/>
              <a:gd name="connsiteX1614" fmla="*/ 472917 w 6103852"/>
              <a:gd name="connsiteY1614" fmla="*/ 1110996 h 3949544"/>
              <a:gd name="connsiteX1615" fmla="*/ 425813 w 6103852"/>
              <a:gd name="connsiteY1615" fmla="*/ 1118406 h 3949544"/>
              <a:gd name="connsiteX1616" fmla="*/ 420486 w 6103852"/>
              <a:gd name="connsiteY1616" fmla="*/ 1129072 h 3949544"/>
              <a:gd name="connsiteX1617" fmla="*/ 421467 w 6103852"/>
              <a:gd name="connsiteY1617" fmla="*/ 1146957 h 3949544"/>
              <a:gd name="connsiteX1618" fmla="*/ 364232 w 6103852"/>
              <a:gd name="connsiteY1618" fmla="*/ 1149924 h 3949544"/>
              <a:gd name="connsiteX1619" fmla="*/ 355452 w 6103852"/>
              <a:gd name="connsiteY1619" fmla="*/ 1142324 h 3949544"/>
              <a:gd name="connsiteX1620" fmla="*/ 332740 w 6103852"/>
              <a:gd name="connsiteY1620" fmla="*/ 1149995 h 3949544"/>
              <a:gd name="connsiteX1621" fmla="*/ 351757 w 6103852"/>
              <a:gd name="connsiteY1621" fmla="*/ 1154812 h 3949544"/>
              <a:gd name="connsiteX1622" fmla="*/ 363122 w 6103852"/>
              <a:gd name="connsiteY1622" fmla="*/ 1163998 h 3949544"/>
              <a:gd name="connsiteX1623" fmla="*/ 392185 w 6103852"/>
              <a:gd name="connsiteY1623" fmla="*/ 1162610 h 3949544"/>
              <a:gd name="connsiteX1624" fmla="*/ 393411 w 6103852"/>
              <a:gd name="connsiteY1624" fmla="*/ 1164096 h 3949544"/>
              <a:gd name="connsiteX1625" fmla="*/ 363385 w 6103852"/>
              <a:gd name="connsiteY1625" fmla="*/ 1164211 h 3949544"/>
              <a:gd name="connsiteX1626" fmla="*/ 363122 w 6103852"/>
              <a:gd name="connsiteY1626" fmla="*/ 1163998 h 3949544"/>
              <a:gd name="connsiteX1627" fmla="*/ 362614 w 6103852"/>
              <a:gd name="connsiteY1627" fmla="*/ 1164022 h 3949544"/>
              <a:gd name="connsiteX1628" fmla="*/ 363074 w 6103852"/>
              <a:gd name="connsiteY1628" fmla="*/ 1164212 h 3949544"/>
              <a:gd name="connsiteX1629" fmla="*/ 315862 w 6103852"/>
              <a:gd name="connsiteY1629" fmla="*/ 1164395 h 3949544"/>
              <a:gd name="connsiteX1630" fmla="*/ 314243 w 6103852"/>
              <a:gd name="connsiteY1630" fmla="*/ 1164395 h 3949544"/>
              <a:gd name="connsiteX1631" fmla="*/ 298324 w 6103852"/>
              <a:gd name="connsiteY1631" fmla="*/ 1164053 h 3949544"/>
              <a:gd name="connsiteX1632" fmla="*/ 282203 w 6103852"/>
              <a:gd name="connsiteY1632" fmla="*/ 1163712 h 3949544"/>
              <a:gd name="connsiteX1633" fmla="*/ 243080 w 6103852"/>
              <a:gd name="connsiteY1633" fmla="*/ 1170073 h 3949544"/>
              <a:gd name="connsiteX1634" fmla="*/ 237819 w 6103852"/>
              <a:gd name="connsiteY1634" fmla="*/ 1170726 h 3949544"/>
              <a:gd name="connsiteX1635" fmla="*/ 235391 w 6103852"/>
              <a:gd name="connsiteY1635" fmla="*/ 1170694 h 3949544"/>
              <a:gd name="connsiteX1636" fmla="*/ 232895 w 6103852"/>
              <a:gd name="connsiteY1636" fmla="*/ 1170664 h 3949544"/>
              <a:gd name="connsiteX1637" fmla="*/ 229658 w 6103852"/>
              <a:gd name="connsiteY1637" fmla="*/ 1170788 h 3949544"/>
              <a:gd name="connsiteX1638" fmla="*/ 214885 w 6103852"/>
              <a:gd name="connsiteY1638" fmla="*/ 1171408 h 3949544"/>
              <a:gd name="connsiteX1639" fmla="*/ 206790 w 6103852"/>
              <a:gd name="connsiteY1639" fmla="*/ 1171346 h 3949544"/>
              <a:gd name="connsiteX1640" fmla="*/ 198628 w 6103852"/>
              <a:gd name="connsiteY1640" fmla="*/ 1171254 h 3949544"/>
              <a:gd name="connsiteX1641" fmla="*/ 169422 w 6103852"/>
              <a:gd name="connsiteY1641" fmla="*/ 1174730 h 3949544"/>
              <a:gd name="connsiteX1642" fmla="*/ 141361 w 6103852"/>
              <a:gd name="connsiteY1642" fmla="*/ 1177926 h 3949544"/>
              <a:gd name="connsiteX1643" fmla="*/ 135290 w 6103852"/>
              <a:gd name="connsiteY1643" fmla="*/ 1177895 h 3949544"/>
              <a:gd name="connsiteX1644" fmla="*/ 129084 w 6103852"/>
              <a:gd name="connsiteY1644" fmla="*/ 1177864 h 3949544"/>
              <a:gd name="connsiteX1645" fmla="*/ 109726 w 6103852"/>
              <a:gd name="connsiteY1645" fmla="*/ 1179044 h 3949544"/>
              <a:gd name="connsiteX1646" fmla="*/ 104397 w 6103852"/>
              <a:gd name="connsiteY1646" fmla="*/ 1181246 h 3949544"/>
              <a:gd name="connsiteX1647" fmla="*/ 113639 w 6103852"/>
              <a:gd name="connsiteY1647" fmla="*/ 1184971 h 3949544"/>
              <a:gd name="connsiteX1648" fmla="*/ 121597 w 6103852"/>
              <a:gd name="connsiteY1648" fmla="*/ 1185157 h 3949544"/>
              <a:gd name="connsiteX1649" fmla="*/ 126994 w 6103852"/>
              <a:gd name="connsiteY1649" fmla="*/ 1185126 h 3949544"/>
              <a:gd name="connsiteX1650" fmla="*/ 132525 w 6103852"/>
              <a:gd name="connsiteY1650" fmla="*/ 1185096 h 3949544"/>
              <a:gd name="connsiteX1651" fmla="*/ 147634 w 6103852"/>
              <a:gd name="connsiteY1651" fmla="*/ 1186120 h 3949544"/>
              <a:gd name="connsiteX1652" fmla="*/ 165981 w 6103852"/>
              <a:gd name="connsiteY1652" fmla="*/ 1189596 h 3949544"/>
              <a:gd name="connsiteX1653" fmla="*/ 176638 w 6103852"/>
              <a:gd name="connsiteY1653" fmla="*/ 1186740 h 3949544"/>
              <a:gd name="connsiteX1654" fmla="*/ 218190 w 6103852"/>
              <a:gd name="connsiteY1654" fmla="*/ 1197571 h 3949544"/>
              <a:gd name="connsiteX1655" fmla="*/ 218864 w 6103852"/>
              <a:gd name="connsiteY1655" fmla="*/ 1197633 h 3949544"/>
              <a:gd name="connsiteX1656" fmla="*/ 228982 w 6103852"/>
              <a:gd name="connsiteY1656" fmla="*/ 1194313 h 3949544"/>
              <a:gd name="connsiteX1657" fmla="*/ 246858 w 6103852"/>
              <a:gd name="connsiteY1657" fmla="*/ 1191892 h 3949544"/>
              <a:gd name="connsiteX1658" fmla="*/ 253805 w 6103852"/>
              <a:gd name="connsiteY1658" fmla="*/ 1192016 h 3949544"/>
              <a:gd name="connsiteX1659" fmla="*/ 260752 w 6103852"/>
              <a:gd name="connsiteY1659" fmla="*/ 1192141 h 3949544"/>
              <a:gd name="connsiteX1660" fmla="*/ 276910 w 6103852"/>
              <a:gd name="connsiteY1660" fmla="*/ 1189390 h 3949544"/>
              <a:gd name="connsiteX1661" fmla="*/ 277145 w 6103852"/>
              <a:gd name="connsiteY1661" fmla="*/ 1191860 h 3949544"/>
              <a:gd name="connsiteX1662" fmla="*/ 288798 w 6103852"/>
              <a:gd name="connsiteY1662" fmla="*/ 1195413 h 3949544"/>
              <a:gd name="connsiteX1663" fmla="*/ 295071 w 6103852"/>
              <a:gd name="connsiteY1663" fmla="*/ 1196531 h 3949544"/>
              <a:gd name="connsiteX1664" fmla="*/ 299860 w 6103852"/>
              <a:gd name="connsiteY1664" fmla="*/ 1198983 h 3949544"/>
              <a:gd name="connsiteX1665" fmla="*/ 296015 w 6103852"/>
              <a:gd name="connsiteY1665" fmla="*/ 1201062 h 3949544"/>
              <a:gd name="connsiteX1666" fmla="*/ 242119 w 6103852"/>
              <a:gd name="connsiteY1666" fmla="*/ 1203297 h 3949544"/>
              <a:gd name="connsiteX1667" fmla="*/ 226404 w 6103852"/>
              <a:gd name="connsiteY1667" fmla="*/ 1207952 h 3949544"/>
              <a:gd name="connsiteX1668" fmla="*/ 219659 w 6103852"/>
              <a:gd name="connsiteY1668" fmla="*/ 1206276 h 3949544"/>
              <a:gd name="connsiteX1669" fmla="*/ 199422 w 6103852"/>
              <a:gd name="connsiteY1669" fmla="*/ 1202831 h 3949544"/>
              <a:gd name="connsiteX1670" fmla="*/ 192475 w 6103852"/>
              <a:gd name="connsiteY1670" fmla="*/ 1202955 h 3949544"/>
              <a:gd name="connsiteX1671" fmla="*/ 185528 w 6103852"/>
              <a:gd name="connsiteY1671" fmla="*/ 1203079 h 3949544"/>
              <a:gd name="connsiteX1672" fmla="*/ 167652 w 6103852"/>
              <a:gd name="connsiteY1672" fmla="*/ 1200658 h 3949544"/>
              <a:gd name="connsiteX1673" fmla="*/ 157534 w 6103852"/>
              <a:gd name="connsiteY1673" fmla="*/ 1197337 h 3949544"/>
              <a:gd name="connsiteX1674" fmla="*/ 156860 w 6103852"/>
              <a:gd name="connsiteY1674" fmla="*/ 1197400 h 3949544"/>
              <a:gd name="connsiteX1675" fmla="*/ 115308 w 6103852"/>
              <a:gd name="connsiteY1675" fmla="*/ 1208231 h 3949544"/>
              <a:gd name="connsiteX1676" fmla="*/ 104651 w 6103852"/>
              <a:gd name="connsiteY1676" fmla="*/ 1205376 h 3949544"/>
              <a:gd name="connsiteX1677" fmla="*/ 86304 w 6103852"/>
              <a:gd name="connsiteY1677" fmla="*/ 1208852 h 3949544"/>
              <a:gd name="connsiteX1678" fmla="*/ 71195 w 6103852"/>
              <a:gd name="connsiteY1678" fmla="*/ 1209876 h 3949544"/>
              <a:gd name="connsiteX1679" fmla="*/ 65664 w 6103852"/>
              <a:gd name="connsiteY1679" fmla="*/ 1209844 h 3949544"/>
              <a:gd name="connsiteX1680" fmla="*/ 60267 w 6103852"/>
              <a:gd name="connsiteY1680" fmla="*/ 1209813 h 3949544"/>
              <a:gd name="connsiteX1681" fmla="*/ 52308 w 6103852"/>
              <a:gd name="connsiteY1681" fmla="*/ 1210001 h 3949544"/>
              <a:gd name="connsiteX1682" fmla="*/ 43067 w 6103852"/>
              <a:gd name="connsiteY1682" fmla="*/ 1213724 h 3949544"/>
              <a:gd name="connsiteX1683" fmla="*/ 48396 w 6103852"/>
              <a:gd name="connsiteY1683" fmla="*/ 1215928 h 3949544"/>
              <a:gd name="connsiteX1684" fmla="*/ 67754 w 6103852"/>
              <a:gd name="connsiteY1684" fmla="*/ 1217108 h 3949544"/>
              <a:gd name="connsiteX1685" fmla="*/ 73960 w 6103852"/>
              <a:gd name="connsiteY1685" fmla="*/ 1217077 h 3949544"/>
              <a:gd name="connsiteX1686" fmla="*/ 80031 w 6103852"/>
              <a:gd name="connsiteY1686" fmla="*/ 1217045 h 3949544"/>
              <a:gd name="connsiteX1687" fmla="*/ 108092 w 6103852"/>
              <a:gd name="connsiteY1687" fmla="*/ 1220242 h 3949544"/>
              <a:gd name="connsiteX1688" fmla="*/ 137298 w 6103852"/>
              <a:gd name="connsiteY1688" fmla="*/ 1223718 h 3949544"/>
              <a:gd name="connsiteX1689" fmla="*/ 145460 w 6103852"/>
              <a:gd name="connsiteY1689" fmla="*/ 1223624 h 3949544"/>
              <a:gd name="connsiteX1690" fmla="*/ 153554 w 6103852"/>
              <a:gd name="connsiteY1690" fmla="*/ 1223563 h 3949544"/>
              <a:gd name="connsiteX1691" fmla="*/ 168327 w 6103852"/>
              <a:gd name="connsiteY1691" fmla="*/ 1224184 h 3949544"/>
              <a:gd name="connsiteX1692" fmla="*/ 171565 w 6103852"/>
              <a:gd name="connsiteY1692" fmla="*/ 1224307 h 3949544"/>
              <a:gd name="connsiteX1693" fmla="*/ 174061 w 6103852"/>
              <a:gd name="connsiteY1693" fmla="*/ 1224276 h 3949544"/>
              <a:gd name="connsiteX1694" fmla="*/ 176489 w 6103852"/>
              <a:gd name="connsiteY1694" fmla="*/ 1224245 h 3949544"/>
              <a:gd name="connsiteX1695" fmla="*/ 181750 w 6103852"/>
              <a:gd name="connsiteY1695" fmla="*/ 1224898 h 3949544"/>
              <a:gd name="connsiteX1696" fmla="*/ 220874 w 6103852"/>
              <a:gd name="connsiteY1696" fmla="*/ 1231260 h 3949544"/>
              <a:gd name="connsiteX1697" fmla="*/ 236994 w 6103852"/>
              <a:gd name="connsiteY1697" fmla="*/ 1230919 h 3949544"/>
              <a:gd name="connsiteX1698" fmla="*/ 252913 w 6103852"/>
              <a:gd name="connsiteY1698" fmla="*/ 1230577 h 3949544"/>
              <a:gd name="connsiteX1699" fmla="*/ 254532 w 6103852"/>
              <a:gd name="connsiteY1699" fmla="*/ 1230577 h 3949544"/>
              <a:gd name="connsiteX1700" fmla="*/ 402364 w 6103852"/>
              <a:gd name="connsiteY1700" fmla="*/ 1231148 h 3949544"/>
              <a:gd name="connsiteX1701" fmla="*/ 400560 w 6103852"/>
              <a:gd name="connsiteY1701" fmla="*/ 1232256 h 3949544"/>
              <a:gd name="connsiteX1702" fmla="*/ 436946 w 6103852"/>
              <a:gd name="connsiteY1702" fmla="*/ 1233750 h 3949544"/>
              <a:gd name="connsiteX1703" fmla="*/ 451017 w 6103852"/>
              <a:gd name="connsiteY1703" fmla="*/ 1231336 h 3949544"/>
              <a:gd name="connsiteX1704" fmla="*/ 475321 w 6103852"/>
              <a:gd name="connsiteY1704" fmla="*/ 1231430 h 3949544"/>
              <a:gd name="connsiteX1705" fmla="*/ 498225 w 6103852"/>
              <a:gd name="connsiteY1705" fmla="*/ 1244151 h 3949544"/>
              <a:gd name="connsiteX1706" fmla="*/ 497937 w 6103852"/>
              <a:gd name="connsiteY1706" fmla="*/ 1244575 h 3949544"/>
              <a:gd name="connsiteX1707" fmla="*/ 498318 w 6103852"/>
              <a:gd name="connsiteY1707" fmla="*/ 1244571 h 3949544"/>
              <a:gd name="connsiteX1708" fmla="*/ 494596 w 6103852"/>
              <a:gd name="connsiteY1708" fmla="*/ 1250688 h 3949544"/>
              <a:gd name="connsiteX1709" fmla="*/ 478274 w 6103852"/>
              <a:gd name="connsiteY1709" fmla="*/ 1259285 h 3949544"/>
              <a:gd name="connsiteX1710" fmla="*/ 423299 w 6103852"/>
              <a:gd name="connsiteY1710" fmla="*/ 1259937 h 3949544"/>
              <a:gd name="connsiteX1711" fmla="*/ 413856 w 6103852"/>
              <a:gd name="connsiteY1711" fmla="*/ 1263816 h 3949544"/>
              <a:gd name="connsiteX1712" fmla="*/ 420331 w 6103852"/>
              <a:gd name="connsiteY1712" fmla="*/ 1272848 h 3949544"/>
              <a:gd name="connsiteX1713" fmla="*/ 425931 w 6103852"/>
              <a:gd name="connsiteY1713" fmla="*/ 1273778 h 3949544"/>
              <a:gd name="connsiteX1714" fmla="*/ 443468 w 6103852"/>
              <a:gd name="connsiteY1714" fmla="*/ 1280854 h 3949544"/>
              <a:gd name="connsiteX1715" fmla="*/ 458645 w 6103852"/>
              <a:gd name="connsiteY1715" fmla="*/ 1279272 h 3949544"/>
              <a:gd name="connsiteX1716" fmla="*/ 475576 w 6103852"/>
              <a:gd name="connsiteY1716" fmla="*/ 1276261 h 3949544"/>
              <a:gd name="connsiteX1717" fmla="*/ 486907 w 6103852"/>
              <a:gd name="connsiteY1717" fmla="*/ 1279613 h 3949544"/>
              <a:gd name="connsiteX1718" fmla="*/ 508560 w 6103852"/>
              <a:gd name="connsiteY1718" fmla="*/ 1287651 h 3949544"/>
              <a:gd name="connsiteX1719" fmla="*/ 508560 w 6103852"/>
              <a:gd name="connsiteY1719" fmla="*/ 1294727 h 3949544"/>
              <a:gd name="connsiteX1720" fmla="*/ 486840 w 6103852"/>
              <a:gd name="connsiteY1720" fmla="*/ 1302672 h 3949544"/>
              <a:gd name="connsiteX1721" fmla="*/ 455078 w 6103852"/>
              <a:gd name="connsiteY1721" fmla="*/ 1312279 h 3949544"/>
              <a:gd name="connsiteX1722" fmla="*/ 408527 w 6103852"/>
              <a:gd name="connsiteY1722" fmla="*/ 1311996 h 3949544"/>
              <a:gd name="connsiteX1723" fmla="*/ 391192 w 6103852"/>
              <a:gd name="connsiteY1723" fmla="*/ 1309190 h 3949544"/>
              <a:gd name="connsiteX1724" fmla="*/ 386402 w 6103852"/>
              <a:gd name="connsiteY1724" fmla="*/ 1309748 h 3949544"/>
              <a:gd name="connsiteX1725" fmla="*/ 384978 w 6103852"/>
              <a:gd name="connsiteY1725" fmla="*/ 1309974 h 3949544"/>
              <a:gd name="connsiteX1726" fmla="*/ 375356 w 6103852"/>
              <a:gd name="connsiteY1726" fmla="*/ 1307810 h 3949544"/>
              <a:gd name="connsiteX1727" fmla="*/ 364092 w 6103852"/>
              <a:gd name="connsiteY1727" fmla="*/ 1306693 h 3949544"/>
              <a:gd name="connsiteX1728" fmla="*/ 337785 w 6103852"/>
              <a:gd name="connsiteY1728" fmla="*/ 1316096 h 3949544"/>
              <a:gd name="connsiteX1729" fmla="*/ 337150 w 6103852"/>
              <a:gd name="connsiteY1729" fmla="*/ 1316691 h 3949544"/>
              <a:gd name="connsiteX1730" fmla="*/ 321850 w 6103852"/>
              <a:gd name="connsiteY1730" fmla="*/ 1318345 h 3949544"/>
              <a:gd name="connsiteX1731" fmla="*/ 317870 w 6103852"/>
              <a:gd name="connsiteY1731" fmla="*/ 1324242 h 3949544"/>
              <a:gd name="connsiteX1732" fmla="*/ 324065 w 6103852"/>
              <a:gd name="connsiteY1732" fmla="*/ 1328935 h 3949544"/>
              <a:gd name="connsiteX1733" fmla="*/ 323275 w 6103852"/>
              <a:gd name="connsiteY1733" fmla="*/ 1329674 h 3949544"/>
              <a:gd name="connsiteX1734" fmla="*/ 305069 w 6103852"/>
              <a:gd name="connsiteY1734" fmla="*/ 1334313 h 3949544"/>
              <a:gd name="connsiteX1735" fmla="*/ 288679 w 6103852"/>
              <a:gd name="connsiteY1735" fmla="*/ 1331863 h 3949544"/>
              <a:gd name="connsiteX1736" fmla="*/ 237550 w 6103852"/>
              <a:gd name="connsiteY1736" fmla="*/ 1323421 h 3949544"/>
              <a:gd name="connsiteX1737" fmla="*/ 167264 w 6103852"/>
              <a:gd name="connsiteY1737" fmla="*/ 1312931 h 3949544"/>
              <a:gd name="connsiteX1738" fmla="*/ 153367 w 6103852"/>
              <a:gd name="connsiteY1738" fmla="*/ 1311657 h 3949544"/>
              <a:gd name="connsiteX1739" fmla="*/ 126454 w 6103852"/>
              <a:gd name="connsiteY1739" fmla="*/ 1312589 h 3949544"/>
              <a:gd name="connsiteX1740" fmla="*/ 71480 w 6103852"/>
              <a:gd name="connsiteY1740" fmla="*/ 1324538 h 3949544"/>
              <a:gd name="connsiteX1741" fmla="*/ 70266 w 6103852"/>
              <a:gd name="connsiteY1741" fmla="*/ 1342321 h 3949544"/>
              <a:gd name="connsiteX1742" fmla="*/ 105612 w 6103852"/>
              <a:gd name="connsiteY1742" fmla="*/ 1352067 h 3949544"/>
              <a:gd name="connsiteX1743" fmla="*/ 107365 w 6103852"/>
              <a:gd name="connsiteY1743" fmla="*/ 1352190 h 3949544"/>
              <a:gd name="connsiteX1744" fmla="*/ 117482 w 6103852"/>
              <a:gd name="connsiteY1744" fmla="*/ 1350391 h 3949544"/>
              <a:gd name="connsiteX1745" fmla="*/ 126858 w 6103852"/>
              <a:gd name="connsiteY1745" fmla="*/ 1348590 h 3949544"/>
              <a:gd name="connsiteX1746" fmla="*/ 128681 w 6103852"/>
              <a:gd name="connsiteY1746" fmla="*/ 1348838 h 3949544"/>
              <a:gd name="connsiteX1747" fmla="*/ 218190 w 6103852"/>
              <a:gd name="connsiteY1747" fmla="*/ 1362525 h 3949544"/>
              <a:gd name="connsiteX1748" fmla="*/ 216504 w 6103852"/>
              <a:gd name="connsiteY1748" fmla="*/ 1370904 h 3949544"/>
              <a:gd name="connsiteX1749" fmla="*/ 223991 w 6103852"/>
              <a:gd name="connsiteY1749" fmla="*/ 1376212 h 3949544"/>
              <a:gd name="connsiteX1750" fmla="*/ 228173 w 6103852"/>
              <a:gd name="connsiteY1750" fmla="*/ 1375716 h 3949544"/>
              <a:gd name="connsiteX1751" fmla="*/ 247262 w 6103852"/>
              <a:gd name="connsiteY1751" fmla="*/ 1371712 h 3949544"/>
              <a:gd name="connsiteX1752" fmla="*/ 260956 w 6103852"/>
              <a:gd name="connsiteY1752" fmla="*/ 1376242 h 3949544"/>
              <a:gd name="connsiteX1753" fmla="*/ 289150 w 6103852"/>
              <a:gd name="connsiteY1753" fmla="*/ 1384964 h 3949544"/>
              <a:gd name="connsiteX1754" fmla="*/ 285912 w 6103852"/>
              <a:gd name="connsiteY1754" fmla="*/ 1389619 h 3949544"/>
              <a:gd name="connsiteX1755" fmla="*/ 265946 w 6103852"/>
              <a:gd name="connsiteY1755" fmla="*/ 1401165 h 3949544"/>
              <a:gd name="connsiteX1756" fmla="*/ 266955 w 6103852"/>
              <a:gd name="connsiteY1756" fmla="*/ 1415022 h 3949544"/>
              <a:gd name="connsiteX1757" fmla="*/ 262222 w 6103852"/>
              <a:gd name="connsiteY1757" fmla="*/ 1414928 h 3949544"/>
              <a:gd name="connsiteX1758" fmla="*/ 200974 w 6103852"/>
              <a:gd name="connsiteY1758" fmla="*/ 1422531 h 3949544"/>
              <a:gd name="connsiteX1759" fmla="*/ 193824 w 6103852"/>
              <a:gd name="connsiteY1759" fmla="*/ 1431376 h 3949544"/>
              <a:gd name="connsiteX1760" fmla="*/ 202863 w 6103852"/>
              <a:gd name="connsiteY1760" fmla="*/ 1435473 h 3949544"/>
              <a:gd name="connsiteX1761" fmla="*/ 204685 w 6103852"/>
              <a:gd name="connsiteY1761" fmla="*/ 1435473 h 3949544"/>
              <a:gd name="connsiteX1762" fmla="*/ 240704 w 6103852"/>
              <a:gd name="connsiteY1762" fmla="*/ 1441649 h 3949544"/>
              <a:gd name="connsiteX1763" fmla="*/ 246437 w 6103852"/>
              <a:gd name="connsiteY1763" fmla="*/ 1442642 h 3949544"/>
              <a:gd name="connsiteX1764" fmla="*/ 258174 w 6103852"/>
              <a:gd name="connsiteY1764" fmla="*/ 1440687 h 3949544"/>
              <a:gd name="connsiteX1765" fmla="*/ 270451 w 6103852"/>
              <a:gd name="connsiteY1765" fmla="*/ 1438732 h 3949544"/>
              <a:gd name="connsiteX1766" fmla="*/ 282052 w 6103852"/>
              <a:gd name="connsiteY1766" fmla="*/ 1442425 h 3949544"/>
              <a:gd name="connsiteX1767" fmla="*/ 352609 w 6103852"/>
              <a:gd name="connsiteY1767" fmla="*/ 1433889 h 3949544"/>
              <a:gd name="connsiteX1768" fmla="*/ 410011 w 6103852"/>
              <a:gd name="connsiteY1768" fmla="*/ 1428459 h 3949544"/>
              <a:gd name="connsiteX1769" fmla="*/ 473281 w 6103852"/>
              <a:gd name="connsiteY1769" fmla="*/ 1430446 h 3949544"/>
              <a:gd name="connsiteX1770" fmla="*/ 480972 w 6103852"/>
              <a:gd name="connsiteY1770" fmla="*/ 1439135 h 3949544"/>
              <a:gd name="connsiteX1771" fmla="*/ 476115 w 6103852"/>
              <a:gd name="connsiteY1771" fmla="*/ 1448663 h 3949544"/>
              <a:gd name="connsiteX1772" fmla="*/ 427549 w 6103852"/>
              <a:gd name="connsiteY1772" fmla="*/ 1454343 h 3949544"/>
              <a:gd name="connsiteX1773" fmla="*/ 420804 w 6103852"/>
              <a:gd name="connsiteY1773" fmla="*/ 1452449 h 3949544"/>
              <a:gd name="connsiteX1774" fmla="*/ 411698 w 6103852"/>
              <a:gd name="connsiteY1774" fmla="*/ 1453908 h 3949544"/>
              <a:gd name="connsiteX1775" fmla="*/ 402591 w 6103852"/>
              <a:gd name="connsiteY1775" fmla="*/ 1455367 h 3949544"/>
              <a:gd name="connsiteX1776" fmla="*/ 394294 w 6103852"/>
              <a:gd name="connsiteY1776" fmla="*/ 1452232 h 3949544"/>
              <a:gd name="connsiteX1777" fmla="*/ 351192 w 6103852"/>
              <a:gd name="connsiteY1777" fmla="*/ 1458750 h 3949544"/>
              <a:gd name="connsiteX1778" fmla="*/ 346336 w 6103852"/>
              <a:gd name="connsiteY1778" fmla="*/ 1461015 h 3949544"/>
              <a:gd name="connsiteX1779" fmla="*/ 351529 w 6103852"/>
              <a:gd name="connsiteY1779" fmla="*/ 1463281 h 3949544"/>
              <a:gd name="connsiteX1780" fmla="*/ 364547 w 6103852"/>
              <a:gd name="connsiteY1780" fmla="*/ 1464616 h 3949544"/>
              <a:gd name="connsiteX1781" fmla="*/ 376217 w 6103852"/>
              <a:gd name="connsiteY1781" fmla="*/ 1473927 h 3949544"/>
              <a:gd name="connsiteX1782" fmla="*/ 387954 w 6103852"/>
              <a:gd name="connsiteY1782" fmla="*/ 1478239 h 3949544"/>
              <a:gd name="connsiteX1783" fmla="*/ 530279 w 6103852"/>
              <a:gd name="connsiteY1783" fmla="*/ 1478461 h 3949544"/>
              <a:gd name="connsiteX1784" fmla="*/ 524042 w 6103852"/>
              <a:gd name="connsiteY1784" fmla="*/ 1483152 h 3949544"/>
              <a:gd name="connsiteX1785" fmla="*/ 529585 w 6103852"/>
              <a:gd name="connsiteY1785" fmla="*/ 1491007 h 3949544"/>
              <a:gd name="connsiteX1786" fmla="*/ 502209 w 6103852"/>
              <a:gd name="connsiteY1786" fmla="*/ 1493521 h 3949544"/>
              <a:gd name="connsiteX1787" fmla="*/ 592885 w 6103852"/>
              <a:gd name="connsiteY1787" fmla="*/ 1508384 h 3949544"/>
              <a:gd name="connsiteX1788" fmla="*/ 528200 w 6103852"/>
              <a:gd name="connsiteY1788" fmla="*/ 1528415 h 3949544"/>
              <a:gd name="connsiteX1789" fmla="*/ 528638 w 6103852"/>
              <a:gd name="connsiteY1789" fmla="*/ 1528707 h 3949544"/>
              <a:gd name="connsiteX1790" fmla="*/ 528894 w 6103852"/>
              <a:gd name="connsiteY1790" fmla="*/ 1528443 h 3949544"/>
              <a:gd name="connsiteX1791" fmla="*/ 529471 w 6103852"/>
              <a:gd name="connsiteY1791" fmla="*/ 1529262 h 3949544"/>
              <a:gd name="connsiteX1792" fmla="*/ 528638 w 6103852"/>
              <a:gd name="connsiteY1792" fmla="*/ 1528707 h 3949544"/>
              <a:gd name="connsiteX1793" fmla="*/ 520489 w 6103852"/>
              <a:gd name="connsiteY1793" fmla="*/ 1537142 h 3949544"/>
              <a:gd name="connsiteX1794" fmla="*/ 535371 w 6103852"/>
              <a:gd name="connsiteY1794" fmla="*/ 1544981 h 3949544"/>
              <a:gd name="connsiteX1795" fmla="*/ 535361 w 6103852"/>
              <a:gd name="connsiteY1795" fmla="*/ 1544944 h 3949544"/>
              <a:gd name="connsiteX1796" fmla="*/ 537341 w 6103852"/>
              <a:gd name="connsiteY1796" fmla="*/ 1544546 h 3949544"/>
              <a:gd name="connsiteX1797" fmla="*/ 545988 w 6103852"/>
              <a:gd name="connsiteY1797" fmla="*/ 1539632 h 3949544"/>
              <a:gd name="connsiteX1798" fmla="*/ 549165 w 6103852"/>
              <a:gd name="connsiteY1798" fmla="*/ 1542176 h 3949544"/>
              <a:gd name="connsiteX1799" fmla="*/ 537341 w 6103852"/>
              <a:gd name="connsiteY1799" fmla="*/ 1544546 h 3949544"/>
              <a:gd name="connsiteX1800" fmla="*/ 535998 w 6103852"/>
              <a:gd name="connsiteY1800" fmla="*/ 1545310 h 3949544"/>
              <a:gd name="connsiteX1801" fmla="*/ 535371 w 6103852"/>
              <a:gd name="connsiteY1801" fmla="*/ 1544981 h 3949544"/>
              <a:gd name="connsiteX1802" fmla="*/ 537844 w 6103852"/>
              <a:gd name="connsiteY1802" fmla="*/ 1553558 h 3949544"/>
              <a:gd name="connsiteX1803" fmla="*/ 513298 w 6103852"/>
              <a:gd name="connsiteY1803" fmla="*/ 1562321 h 3949544"/>
              <a:gd name="connsiteX1804" fmla="*/ 602820 w 6103852"/>
              <a:gd name="connsiteY1804" fmla="*/ 1580375 h 3949544"/>
              <a:gd name="connsiteX1805" fmla="*/ 541656 w 6103852"/>
              <a:gd name="connsiteY1805" fmla="*/ 1591959 h 3949544"/>
              <a:gd name="connsiteX1806" fmla="*/ 552307 w 6103852"/>
              <a:gd name="connsiteY1806" fmla="*/ 1596458 h 3949544"/>
              <a:gd name="connsiteX1807" fmla="*/ 533801 w 6103852"/>
              <a:gd name="connsiteY1807" fmla="*/ 1596209 h 3949544"/>
              <a:gd name="connsiteX1808" fmla="*/ 538018 w 6103852"/>
              <a:gd name="connsiteY1808" fmla="*/ 1586066 h 3949544"/>
              <a:gd name="connsiteX1809" fmla="*/ 501690 w 6103852"/>
              <a:gd name="connsiteY1809" fmla="*/ 1593609 h 3949544"/>
              <a:gd name="connsiteX1810" fmla="*/ 520172 w 6103852"/>
              <a:gd name="connsiteY1810" fmla="*/ 1612427 h 3949544"/>
              <a:gd name="connsiteX1811" fmla="*/ 501286 w 6103852"/>
              <a:gd name="connsiteY1811" fmla="*/ 1625537 h 3949544"/>
              <a:gd name="connsiteX1812" fmla="*/ 471657 w 6103852"/>
              <a:gd name="connsiteY1812" fmla="*/ 1602085 h 3949544"/>
              <a:gd name="connsiteX1813" fmla="*/ 484943 w 6103852"/>
              <a:gd name="connsiteY1813" fmla="*/ 1600427 h 3949544"/>
              <a:gd name="connsiteX1814" fmla="*/ 473765 w 6103852"/>
              <a:gd name="connsiteY1814" fmla="*/ 1590825 h 3949544"/>
              <a:gd name="connsiteX1815" fmla="*/ 420889 w 6103852"/>
              <a:gd name="connsiteY1815" fmla="*/ 1609121 h 3949544"/>
              <a:gd name="connsiteX1816" fmla="*/ 422276 w 6103852"/>
              <a:gd name="connsiteY1816" fmla="*/ 1621779 h 3949544"/>
              <a:gd name="connsiteX1817" fmla="*/ 439660 w 6103852"/>
              <a:gd name="connsiteY1817" fmla="*/ 1615591 h 3949544"/>
              <a:gd name="connsiteX1818" fmla="*/ 487598 w 6103852"/>
              <a:gd name="connsiteY1818" fmla="*/ 1641726 h 3949544"/>
              <a:gd name="connsiteX1819" fmla="*/ 496267 w 6103852"/>
              <a:gd name="connsiteY1819" fmla="*/ 1651280 h 3949544"/>
              <a:gd name="connsiteX1820" fmla="*/ 502572 w 6103852"/>
              <a:gd name="connsiteY1820" fmla="*/ 1653696 h 3949544"/>
              <a:gd name="connsiteX1821" fmla="*/ 449284 w 6103852"/>
              <a:gd name="connsiteY1821" fmla="*/ 1653779 h 3949544"/>
              <a:gd name="connsiteX1822" fmla="*/ 437547 w 6103852"/>
              <a:gd name="connsiteY1822" fmla="*/ 1658092 h 3949544"/>
              <a:gd name="connsiteX1823" fmla="*/ 425877 w 6103852"/>
              <a:gd name="connsiteY1823" fmla="*/ 1667403 h 3949544"/>
              <a:gd name="connsiteX1824" fmla="*/ 412859 w 6103852"/>
              <a:gd name="connsiteY1824" fmla="*/ 1668738 h 3949544"/>
              <a:gd name="connsiteX1825" fmla="*/ 407666 w 6103852"/>
              <a:gd name="connsiteY1825" fmla="*/ 1671003 h 3949544"/>
              <a:gd name="connsiteX1826" fmla="*/ 412523 w 6103852"/>
              <a:gd name="connsiteY1826" fmla="*/ 1673269 h 3949544"/>
              <a:gd name="connsiteX1827" fmla="*/ 455624 w 6103852"/>
              <a:gd name="connsiteY1827" fmla="*/ 1679787 h 3949544"/>
              <a:gd name="connsiteX1828" fmla="*/ 463921 w 6103852"/>
              <a:gd name="connsiteY1828" fmla="*/ 1676651 h 3949544"/>
              <a:gd name="connsiteX1829" fmla="*/ 473028 w 6103852"/>
              <a:gd name="connsiteY1829" fmla="*/ 1678110 h 3949544"/>
              <a:gd name="connsiteX1830" fmla="*/ 482134 w 6103852"/>
              <a:gd name="connsiteY1830" fmla="*/ 1679568 h 3949544"/>
              <a:gd name="connsiteX1831" fmla="*/ 488879 w 6103852"/>
              <a:gd name="connsiteY1831" fmla="*/ 1677675 h 3949544"/>
              <a:gd name="connsiteX1832" fmla="*/ 503740 w 6103852"/>
              <a:gd name="connsiteY1832" fmla="*/ 1679414 h 3949544"/>
              <a:gd name="connsiteX1833" fmla="*/ 503061 w 6103852"/>
              <a:gd name="connsiteY1833" fmla="*/ 1682479 h 3949544"/>
              <a:gd name="connsiteX1834" fmla="*/ 490313 w 6103852"/>
              <a:gd name="connsiteY1834" fmla="*/ 1691313 h 3949544"/>
              <a:gd name="connsiteX1835" fmla="*/ 506109 w 6103852"/>
              <a:gd name="connsiteY1835" fmla="*/ 1702468 h 3949544"/>
              <a:gd name="connsiteX1836" fmla="*/ 471341 w 6103852"/>
              <a:gd name="connsiteY1836" fmla="*/ 1703560 h 3949544"/>
              <a:gd name="connsiteX1837" fmla="*/ 413939 w 6103852"/>
              <a:gd name="connsiteY1837" fmla="*/ 1698128 h 3949544"/>
              <a:gd name="connsiteX1838" fmla="*/ 343383 w 6103852"/>
              <a:gd name="connsiteY1838" fmla="*/ 1689594 h 3949544"/>
              <a:gd name="connsiteX1839" fmla="*/ 331781 w 6103852"/>
              <a:gd name="connsiteY1839" fmla="*/ 1693287 h 3949544"/>
              <a:gd name="connsiteX1840" fmla="*/ 319504 w 6103852"/>
              <a:gd name="connsiteY1840" fmla="*/ 1691332 h 3949544"/>
              <a:gd name="connsiteX1841" fmla="*/ 307767 w 6103852"/>
              <a:gd name="connsiteY1841" fmla="*/ 1689376 h 3949544"/>
              <a:gd name="connsiteX1842" fmla="*/ 302034 w 6103852"/>
              <a:gd name="connsiteY1842" fmla="*/ 1690369 h 3949544"/>
              <a:gd name="connsiteX1843" fmla="*/ 266014 w 6103852"/>
              <a:gd name="connsiteY1843" fmla="*/ 1696545 h 3949544"/>
              <a:gd name="connsiteX1844" fmla="*/ 264193 w 6103852"/>
              <a:gd name="connsiteY1844" fmla="*/ 1696545 h 3949544"/>
              <a:gd name="connsiteX1845" fmla="*/ 255154 w 6103852"/>
              <a:gd name="connsiteY1845" fmla="*/ 1700641 h 3949544"/>
              <a:gd name="connsiteX1846" fmla="*/ 262305 w 6103852"/>
              <a:gd name="connsiteY1846" fmla="*/ 1709488 h 3949544"/>
              <a:gd name="connsiteX1847" fmla="*/ 280468 w 6103852"/>
              <a:gd name="connsiteY1847" fmla="*/ 1713196 h 3949544"/>
              <a:gd name="connsiteX1848" fmla="*/ 251496 w 6103852"/>
              <a:gd name="connsiteY1848" fmla="*/ 1711457 h 3949544"/>
              <a:gd name="connsiteX1849" fmla="*/ 226337 w 6103852"/>
              <a:gd name="connsiteY1849" fmla="*/ 1706988 h 3949544"/>
              <a:gd name="connsiteX1850" fmla="*/ 221953 w 6103852"/>
              <a:gd name="connsiteY1850" fmla="*/ 1706709 h 3949544"/>
              <a:gd name="connsiteX1851" fmla="*/ 205898 w 6103852"/>
              <a:gd name="connsiteY1851" fmla="*/ 1713226 h 3949544"/>
              <a:gd name="connsiteX1852" fmla="*/ 204616 w 6103852"/>
              <a:gd name="connsiteY1852" fmla="*/ 1730854 h 3949544"/>
              <a:gd name="connsiteX1853" fmla="*/ 224582 w 6103852"/>
              <a:gd name="connsiteY1853" fmla="*/ 1742400 h 3949544"/>
              <a:gd name="connsiteX1854" fmla="*/ 227820 w 6103852"/>
              <a:gd name="connsiteY1854" fmla="*/ 1747055 h 3949544"/>
              <a:gd name="connsiteX1855" fmla="*/ 199625 w 6103852"/>
              <a:gd name="connsiteY1855" fmla="*/ 1755775 h 3949544"/>
              <a:gd name="connsiteX1856" fmla="*/ 185932 w 6103852"/>
              <a:gd name="connsiteY1856" fmla="*/ 1760306 h 3949544"/>
              <a:gd name="connsiteX1857" fmla="*/ 166843 w 6103852"/>
              <a:gd name="connsiteY1857" fmla="*/ 1756303 h 3949544"/>
              <a:gd name="connsiteX1858" fmla="*/ 162661 w 6103852"/>
              <a:gd name="connsiteY1858" fmla="*/ 1755806 h 3949544"/>
              <a:gd name="connsiteX1859" fmla="*/ 155174 w 6103852"/>
              <a:gd name="connsiteY1859" fmla="*/ 1761113 h 3949544"/>
              <a:gd name="connsiteX1860" fmla="*/ 156860 w 6103852"/>
              <a:gd name="connsiteY1860" fmla="*/ 1769494 h 3949544"/>
              <a:gd name="connsiteX1861" fmla="*/ 67351 w 6103852"/>
              <a:gd name="connsiteY1861" fmla="*/ 1783180 h 3949544"/>
              <a:gd name="connsiteX1862" fmla="*/ 65528 w 6103852"/>
              <a:gd name="connsiteY1862" fmla="*/ 1783429 h 3949544"/>
              <a:gd name="connsiteX1863" fmla="*/ 56152 w 6103852"/>
              <a:gd name="connsiteY1863" fmla="*/ 1781628 h 3949544"/>
              <a:gd name="connsiteX1864" fmla="*/ 46035 w 6103852"/>
              <a:gd name="connsiteY1864" fmla="*/ 1779829 h 3949544"/>
              <a:gd name="connsiteX1865" fmla="*/ 44281 w 6103852"/>
              <a:gd name="connsiteY1865" fmla="*/ 1779952 h 3949544"/>
              <a:gd name="connsiteX1866" fmla="*/ 8935 w 6103852"/>
              <a:gd name="connsiteY1866" fmla="*/ 1789697 h 3949544"/>
              <a:gd name="connsiteX1867" fmla="*/ 10150 w 6103852"/>
              <a:gd name="connsiteY1867" fmla="*/ 1807480 h 3949544"/>
              <a:gd name="connsiteX1868" fmla="*/ 65124 w 6103852"/>
              <a:gd name="connsiteY1868" fmla="*/ 1819430 h 3949544"/>
              <a:gd name="connsiteX1869" fmla="*/ 92037 w 6103852"/>
              <a:gd name="connsiteY1869" fmla="*/ 1820360 h 3949544"/>
              <a:gd name="connsiteX1870" fmla="*/ 105933 w 6103852"/>
              <a:gd name="connsiteY1870" fmla="*/ 1819088 h 3949544"/>
              <a:gd name="connsiteX1871" fmla="*/ 176219 w 6103852"/>
              <a:gd name="connsiteY1871" fmla="*/ 1808598 h 3949544"/>
              <a:gd name="connsiteX1872" fmla="*/ 227349 w 6103852"/>
              <a:gd name="connsiteY1872" fmla="*/ 1800156 h 3949544"/>
              <a:gd name="connsiteX1873" fmla="*/ 243739 w 6103852"/>
              <a:gd name="connsiteY1873" fmla="*/ 1797705 h 3949544"/>
              <a:gd name="connsiteX1874" fmla="*/ 276454 w 6103852"/>
              <a:gd name="connsiteY1874" fmla="*/ 1815922 h 3949544"/>
              <a:gd name="connsiteX1875" fmla="*/ 302761 w 6103852"/>
              <a:gd name="connsiteY1875" fmla="*/ 1825326 h 3949544"/>
              <a:gd name="connsiteX1876" fmla="*/ 314026 w 6103852"/>
              <a:gd name="connsiteY1876" fmla="*/ 1824208 h 3949544"/>
              <a:gd name="connsiteX1877" fmla="*/ 332237 w 6103852"/>
              <a:gd name="connsiteY1877" fmla="*/ 1820111 h 3949544"/>
              <a:gd name="connsiteX1878" fmla="*/ 424513 w 6103852"/>
              <a:gd name="connsiteY1878" fmla="*/ 1819554 h 3949544"/>
              <a:gd name="connsiteX1879" fmla="*/ 430825 w 6103852"/>
              <a:gd name="connsiteY1879" fmla="*/ 1819592 h 3949544"/>
              <a:gd name="connsiteX1880" fmla="*/ 447732 w 6103852"/>
              <a:gd name="connsiteY1880" fmla="*/ 1822269 h 3949544"/>
              <a:gd name="connsiteX1881" fmla="*/ 452522 w 6103852"/>
              <a:gd name="connsiteY1881" fmla="*/ 1822829 h 3949544"/>
              <a:gd name="connsiteX1882" fmla="*/ 471034 w 6103852"/>
              <a:gd name="connsiteY1882" fmla="*/ 1819830 h 3949544"/>
              <a:gd name="connsiteX1883" fmla="*/ 476587 w 6103852"/>
              <a:gd name="connsiteY1883" fmla="*/ 1819864 h 3949544"/>
              <a:gd name="connsiteX1884" fmla="*/ 520566 w 6103852"/>
              <a:gd name="connsiteY1884" fmla="*/ 1827655 h 3949544"/>
              <a:gd name="connsiteX1885" fmla="*/ 527582 w 6103852"/>
              <a:gd name="connsiteY1885" fmla="*/ 1827187 h 3949544"/>
              <a:gd name="connsiteX1886" fmla="*/ 545119 w 6103852"/>
              <a:gd name="connsiteY1886" fmla="*/ 1841527 h 3949544"/>
              <a:gd name="connsiteX1887" fmla="*/ 561892 w 6103852"/>
              <a:gd name="connsiteY1887" fmla="*/ 1847337 h 3949544"/>
              <a:gd name="connsiteX1888" fmla="*/ 548237 w 6103852"/>
              <a:gd name="connsiteY1888" fmla="*/ 1852406 h 3949544"/>
              <a:gd name="connsiteX1889" fmla="*/ 536906 w 6103852"/>
              <a:gd name="connsiteY1889" fmla="*/ 1855757 h 3949544"/>
              <a:gd name="connsiteX1890" fmla="*/ 519975 w 6103852"/>
              <a:gd name="connsiteY1890" fmla="*/ 1852747 h 3949544"/>
              <a:gd name="connsiteX1891" fmla="*/ 504798 w 6103852"/>
              <a:gd name="connsiteY1891" fmla="*/ 1851164 h 3949544"/>
              <a:gd name="connsiteX1892" fmla="*/ 487260 w 6103852"/>
              <a:gd name="connsiteY1892" fmla="*/ 1858240 h 3949544"/>
              <a:gd name="connsiteX1893" fmla="*/ 481662 w 6103852"/>
              <a:gd name="connsiteY1893" fmla="*/ 1859171 h 3949544"/>
              <a:gd name="connsiteX1894" fmla="*/ 478132 w 6103852"/>
              <a:gd name="connsiteY1894" fmla="*/ 1864094 h 3949544"/>
              <a:gd name="connsiteX1895" fmla="*/ 463628 w 6103852"/>
              <a:gd name="connsiteY1895" fmla="*/ 1862616 h 3949544"/>
              <a:gd name="connsiteX1896" fmla="*/ 472917 w 6103852"/>
              <a:gd name="connsiteY1896" fmla="*/ 1848044 h 3949544"/>
              <a:gd name="connsiteX1897" fmla="*/ 425813 w 6103852"/>
              <a:gd name="connsiteY1897" fmla="*/ 1855453 h 3949544"/>
              <a:gd name="connsiteX1898" fmla="*/ 420486 w 6103852"/>
              <a:gd name="connsiteY1898" fmla="*/ 1866119 h 3949544"/>
              <a:gd name="connsiteX1899" fmla="*/ 421467 w 6103852"/>
              <a:gd name="connsiteY1899" fmla="*/ 1884004 h 3949544"/>
              <a:gd name="connsiteX1900" fmla="*/ 364232 w 6103852"/>
              <a:gd name="connsiteY1900" fmla="*/ 1886971 h 3949544"/>
              <a:gd name="connsiteX1901" fmla="*/ 355452 w 6103852"/>
              <a:gd name="connsiteY1901" fmla="*/ 1879371 h 3949544"/>
              <a:gd name="connsiteX1902" fmla="*/ 332740 w 6103852"/>
              <a:gd name="connsiteY1902" fmla="*/ 1887042 h 3949544"/>
              <a:gd name="connsiteX1903" fmla="*/ 351757 w 6103852"/>
              <a:gd name="connsiteY1903" fmla="*/ 1891859 h 3949544"/>
              <a:gd name="connsiteX1904" fmla="*/ 363122 w 6103852"/>
              <a:gd name="connsiteY1904" fmla="*/ 1901045 h 3949544"/>
              <a:gd name="connsiteX1905" fmla="*/ 392185 w 6103852"/>
              <a:gd name="connsiteY1905" fmla="*/ 1899657 h 3949544"/>
              <a:gd name="connsiteX1906" fmla="*/ 393411 w 6103852"/>
              <a:gd name="connsiteY1906" fmla="*/ 1901142 h 3949544"/>
              <a:gd name="connsiteX1907" fmla="*/ 363385 w 6103852"/>
              <a:gd name="connsiteY1907" fmla="*/ 1901258 h 3949544"/>
              <a:gd name="connsiteX1908" fmla="*/ 363122 w 6103852"/>
              <a:gd name="connsiteY1908" fmla="*/ 1901045 h 3949544"/>
              <a:gd name="connsiteX1909" fmla="*/ 362614 w 6103852"/>
              <a:gd name="connsiteY1909" fmla="*/ 1901070 h 3949544"/>
              <a:gd name="connsiteX1910" fmla="*/ 363074 w 6103852"/>
              <a:gd name="connsiteY1910" fmla="*/ 1901259 h 3949544"/>
              <a:gd name="connsiteX1911" fmla="*/ 315862 w 6103852"/>
              <a:gd name="connsiteY1911" fmla="*/ 1901442 h 3949544"/>
              <a:gd name="connsiteX1912" fmla="*/ 314243 w 6103852"/>
              <a:gd name="connsiteY1912" fmla="*/ 1901442 h 3949544"/>
              <a:gd name="connsiteX1913" fmla="*/ 298324 w 6103852"/>
              <a:gd name="connsiteY1913" fmla="*/ 1901100 h 3949544"/>
              <a:gd name="connsiteX1914" fmla="*/ 282203 w 6103852"/>
              <a:gd name="connsiteY1914" fmla="*/ 1900759 h 3949544"/>
              <a:gd name="connsiteX1915" fmla="*/ 243080 w 6103852"/>
              <a:gd name="connsiteY1915" fmla="*/ 1907120 h 3949544"/>
              <a:gd name="connsiteX1916" fmla="*/ 237819 w 6103852"/>
              <a:gd name="connsiteY1916" fmla="*/ 1907773 h 3949544"/>
              <a:gd name="connsiteX1917" fmla="*/ 235391 w 6103852"/>
              <a:gd name="connsiteY1917" fmla="*/ 1907741 h 3949544"/>
              <a:gd name="connsiteX1918" fmla="*/ 232895 w 6103852"/>
              <a:gd name="connsiteY1918" fmla="*/ 1907711 h 3949544"/>
              <a:gd name="connsiteX1919" fmla="*/ 229658 w 6103852"/>
              <a:gd name="connsiteY1919" fmla="*/ 1907835 h 3949544"/>
              <a:gd name="connsiteX1920" fmla="*/ 214885 w 6103852"/>
              <a:gd name="connsiteY1920" fmla="*/ 1908455 h 3949544"/>
              <a:gd name="connsiteX1921" fmla="*/ 206790 w 6103852"/>
              <a:gd name="connsiteY1921" fmla="*/ 1908393 h 3949544"/>
              <a:gd name="connsiteX1922" fmla="*/ 198628 w 6103852"/>
              <a:gd name="connsiteY1922" fmla="*/ 1908301 h 3949544"/>
              <a:gd name="connsiteX1923" fmla="*/ 169422 w 6103852"/>
              <a:gd name="connsiteY1923" fmla="*/ 1911777 h 3949544"/>
              <a:gd name="connsiteX1924" fmla="*/ 141361 w 6103852"/>
              <a:gd name="connsiteY1924" fmla="*/ 1914973 h 3949544"/>
              <a:gd name="connsiteX1925" fmla="*/ 135290 w 6103852"/>
              <a:gd name="connsiteY1925" fmla="*/ 1914942 h 3949544"/>
              <a:gd name="connsiteX1926" fmla="*/ 129084 w 6103852"/>
              <a:gd name="connsiteY1926" fmla="*/ 1914911 h 3949544"/>
              <a:gd name="connsiteX1927" fmla="*/ 109726 w 6103852"/>
              <a:gd name="connsiteY1927" fmla="*/ 1916091 h 3949544"/>
              <a:gd name="connsiteX1928" fmla="*/ 104397 w 6103852"/>
              <a:gd name="connsiteY1928" fmla="*/ 1918293 h 3949544"/>
              <a:gd name="connsiteX1929" fmla="*/ 113639 w 6103852"/>
              <a:gd name="connsiteY1929" fmla="*/ 1922018 h 3949544"/>
              <a:gd name="connsiteX1930" fmla="*/ 121597 w 6103852"/>
              <a:gd name="connsiteY1930" fmla="*/ 1922204 h 3949544"/>
              <a:gd name="connsiteX1931" fmla="*/ 126994 w 6103852"/>
              <a:gd name="connsiteY1931" fmla="*/ 1922173 h 3949544"/>
              <a:gd name="connsiteX1932" fmla="*/ 132525 w 6103852"/>
              <a:gd name="connsiteY1932" fmla="*/ 1922143 h 3949544"/>
              <a:gd name="connsiteX1933" fmla="*/ 147634 w 6103852"/>
              <a:gd name="connsiteY1933" fmla="*/ 1923167 h 3949544"/>
              <a:gd name="connsiteX1934" fmla="*/ 165981 w 6103852"/>
              <a:gd name="connsiteY1934" fmla="*/ 1926643 h 3949544"/>
              <a:gd name="connsiteX1935" fmla="*/ 176638 w 6103852"/>
              <a:gd name="connsiteY1935" fmla="*/ 1923787 h 3949544"/>
              <a:gd name="connsiteX1936" fmla="*/ 218190 w 6103852"/>
              <a:gd name="connsiteY1936" fmla="*/ 1934619 h 3949544"/>
              <a:gd name="connsiteX1937" fmla="*/ 218864 w 6103852"/>
              <a:gd name="connsiteY1937" fmla="*/ 1934680 h 3949544"/>
              <a:gd name="connsiteX1938" fmla="*/ 228982 w 6103852"/>
              <a:gd name="connsiteY1938" fmla="*/ 1931360 h 3949544"/>
              <a:gd name="connsiteX1939" fmla="*/ 246858 w 6103852"/>
              <a:gd name="connsiteY1939" fmla="*/ 1928939 h 3949544"/>
              <a:gd name="connsiteX1940" fmla="*/ 253805 w 6103852"/>
              <a:gd name="connsiteY1940" fmla="*/ 1929063 h 3949544"/>
              <a:gd name="connsiteX1941" fmla="*/ 260752 w 6103852"/>
              <a:gd name="connsiteY1941" fmla="*/ 1929188 h 3949544"/>
              <a:gd name="connsiteX1942" fmla="*/ 276910 w 6103852"/>
              <a:gd name="connsiteY1942" fmla="*/ 1926437 h 3949544"/>
              <a:gd name="connsiteX1943" fmla="*/ 277145 w 6103852"/>
              <a:gd name="connsiteY1943" fmla="*/ 1928907 h 3949544"/>
              <a:gd name="connsiteX1944" fmla="*/ 288798 w 6103852"/>
              <a:gd name="connsiteY1944" fmla="*/ 1932461 h 3949544"/>
              <a:gd name="connsiteX1945" fmla="*/ 295071 w 6103852"/>
              <a:gd name="connsiteY1945" fmla="*/ 1933578 h 3949544"/>
              <a:gd name="connsiteX1946" fmla="*/ 299860 w 6103852"/>
              <a:gd name="connsiteY1946" fmla="*/ 1936030 h 3949544"/>
              <a:gd name="connsiteX1947" fmla="*/ 296015 w 6103852"/>
              <a:gd name="connsiteY1947" fmla="*/ 1938109 h 3949544"/>
              <a:gd name="connsiteX1948" fmla="*/ 242119 w 6103852"/>
              <a:gd name="connsiteY1948" fmla="*/ 1940344 h 3949544"/>
              <a:gd name="connsiteX1949" fmla="*/ 226404 w 6103852"/>
              <a:gd name="connsiteY1949" fmla="*/ 1944999 h 3949544"/>
              <a:gd name="connsiteX1950" fmla="*/ 219659 w 6103852"/>
              <a:gd name="connsiteY1950" fmla="*/ 1943323 h 3949544"/>
              <a:gd name="connsiteX1951" fmla="*/ 199422 w 6103852"/>
              <a:gd name="connsiteY1951" fmla="*/ 1939878 h 3949544"/>
              <a:gd name="connsiteX1952" fmla="*/ 192475 w 6103852"/>
              <a:gd name="connsiteY1952" fmla="*/ 1940003 h 3949544"/>
              <a:gd name="connsiteX1953" fmla="*/ 185528 w 6103852"/>
              <a:gd name="connsiteY1953" fmla="*/ 1940126 h 3949544"/>
              <a:gd name="connsiteX1954" fmla="*/ 167652 w 6103852"/>
              <a:gd name="connsiteY1954" fmla="*/ 1937705 h 3949544"/>
              <a:gd name="connsiteX1955" fmla="*/ 157534 w 6103852"/>
              <a:gd name="connsiteY1955" fmla="*/ 1934385 h 3949544"/>
              <a:gd name="connsiteX1956" fmla="*/ 156860 w 6103852"/>
              <a:gd name="connsiteY1956" fmla="*/ 1934447 h 3949544"/>
              <a:gd name="connsiteX1957" fmla="*/ 115308 w 6103852"/>
              <a:gd name="connsiteY1957" fmla="*/ 1945278 h 3949544"/>
              <a:gd name="connsiteX1958" fmla="*/ 104651 w 6103852"/>
              <a:gd name="connsiteY1958" fmla="*/ 1942423 h 3949544"/>
              <a:gd name="connsiteX1959" fmla="*/ 86304 w 6103852"/>
              <a:gd name="connsiteY1959" fmla="*/ 1945899 h 3949544"/>
              <a:gd name="connsiteX1960" fmla="*/ 71195 w 6103852"/>
              <a:gd name="connsiteY1960" fmla="*/ 1946923 h 3949544"/>
              <a:gd name="connsiteX1961" fmla="*/ 65664 w 6103852"/>
              <a:gd name="connsiteY1961" fmla="*/ 1946891 h 3949544"/>
              <a:gd name="connsiteX1962" fmla="*/ 60267 w 6103852"/>
              <a:gd name="connsiteY1962" fmla="*/ 1946861 h 3949544"/>
              <a:gd name="connsiteX1963" fmla="*/ 52308 w 6103852"/>
              <a:gd name="connsiteY1963" fmla="*/ 1947048 h 3949544"/>
              <a:gd name="connsiteX1964" fmla="*/ 43067 w 6103852"/>
              <a:gd name="connsiteY1964" fmla="*/ 1950771 h 3949544"/>
              <a:gd name="connsiteX1965" fmla="*/ 48396 w 6103852"/>
              <a:gd name="connsiteY1965" fmla="*/ 1952975 h 3949544"/>
              <a:gd name="connsiteX1966" fmla="*/ 67754 w 6103852"/>
              <a:gd name="connsiteY1966" fmla="*/ 1954155 h 3949544"/>
              <a:gd name="connsiteX1967" fmla="*/ 73960 w 6103852"/>
              <a:gd name="connsiteY1967" fmla="*/ 1954124 h 3949544"/>
              <a:gd name="connsiteX1968" fmla="*/ 80031 w 6103852"/>
              <a:gd name="connsiteY1968" fmla="*/ 1954092 h 3949544"/>
              <a:gd name="connsiteX1969" fmla="*/ 108092 w 6103852"/>
              <a:gd name="connsiteY1969" fmla="*/ 1957289 h 3949544"/>
              <a:gd name="connsiteX1970" fmla="*/ 137298 w 6103852"/>
              <a:gd name="connsiteY1970" fmla="*/ 1960765 h 3949544"/>
              <a:gd name="connsiteX1971" fmla="*/ 145460 w 6103852"/>
              <a:gd name="connsiteY1971" fmla="*/ 1960671 h 3949544"/>
              <a:gd name="connsiteX1972" fmla="*/ 153554 w 6103852"/>
              <a:gd name="connsiteY1972" fmla="*/ 1960610 h 3949544"/>
              <a:gd name="connsiteX1973" fmla="*/ 168327 w 6103852"/>
              <a:gd name="connsiteY1973" fmla="*/ 1961231 h 3949544"/>
              <a:gd name="connsiteX1974" fmla="*/ 171565 w 6103852"/>
              <a:gd name="connsiteY1974" fmla="*/ 1961354 h 3949544"/>
              <a:gd name="connsiteX1975" fmla="*/ 174061 w 6103852"/>
              <a:gd name="connsiteY1975" fmla="*/ 1961323 h 3949544"/>
              <a:gd name="connsiteX1976" fmla="*/ 176489 w 6103852"/>
              <a:gd name="connsiteY1976" fmla="*/ 1961293 h 3949544"/>
              <a:gd name="connsiteX1977" fmla="*/ 181750 w 6103852"/>
              <a:gd name="connsiteY1977" fmla="*/ 1961945 h 3949544"/>
              <a:gd name="connsiteX1978" fmla="*/ 220874 w 6103852"/>
              <a:gd name="connsiteY1978" fmla="*/ 1968307 h 3949544"/>
              <a:gd name="connsiteX1979" fmla="*/ 236994 w 6103852"/>
              <a:gd name="connsiteY1979" fmla="*/ 1967966 h 3949544"/>
              <a:gd name="connsiteX1980" fmla="*/ 252913 w 6103852"/>
              <a:gd name="connsiteY1980" fmla="*/ 1967624 h 3949544"/>
              <a:gd name="connsiteX1981" fmla="*/ 254532 w 6103852"/>
              <a:gd name="connsiteY1981" fmla="*/ 1967624 h 3949544"/>
              <a:gd name="connsiteX1982" fmla="*/ 402364 w 6103852"/>
              <a:gd name="connsiteY1982" fmla="*/ 1968195 h 3949544"/>
              <a:gd name="connsiteX1983" fmla="*/ 400560 w 6103852"/>
              <a:gd name="connsiteY1983" fmla="*/ 1969303 h 3949544"/>
              <a:gd name="connsiteX1984" fmla="*/ 436946 w 6103852"/>
              <a:gd name="connsiteY1984" fmla="*/ 1970797 h 3949544"/>
              <a:gd name="connsiteX1985" fmla="*/ 451017 w 6103852"/>
              <a:gd name="connsiteY1985" fmla="*/ 1968384 h 3949544"/>
              <a:gd name="connsiteX1986" fmla="*/ 475321 w 6103852"/>
              <a:gd name="connsiteY1986" fmla="*/ 1968477 h 3949544"/>
              <a:gd name="connsiteX1987" fmla="*/ 498225 w 6103852"/>
              <a:gd name="connsiteY1987" fmla="*/ 1981199 h 3949544"/>
              <a:gd name="connsiteX1988" fmla="*/ 497937 w 6103852"/>
              <a:gd name="connsiteY1988" fmla="*/ 1981622 h 3949544"/>
              <a:gd name="connsiteX1989" fmla="*/ 498318 w 6103852"/>
              <a:gd name="connsiteY1989" fmla="*/ 1981618 h 3949544"/>
              <a:gd name="connsiteX1990" fmla="*/ 494596 w 6103852"/>
              <a:gd name="connsiteY1990" fmla="*/ 1987735 h 3949544"/>
              <a:gd name="connsiteX1991" fmla="*/ 478274 w 6103852"/>
              <a:gd name="connsiteY1991" fmla="*/ 1996332 h 3949544"/>
              <a:gd name="connsiteX1992" fmla="*/ 423299 w 6103852"/>
              <a:gd name="connsiteY1992" fmla="*/ 1996984 h 3949544"/>
              <a:gd name="connsiteX1993" fmla="*/ 413856 w 6103852"/>
              <a:gd name="connsiteY1993" fmla="*/ 2000863 h 3949544"/>
              <a:gd name="connsiteX1994" fmla="*/ 420331 w 6103852"/>
              <a:gd name="connsiteY1994" fmla="*/ 2009895 h 3949544"/>
              <a:gd name="connsiteX1995" fmla="*/ 425931 w 6103852"/>
              <a:gd name="connsiteY1995" fmla="*/ 2010826 h 3949544"/>
              <a:gd name="connsiteX1996" fmla="*/ 443468 w 6103852"/>
              <a:gd name="connsiteY1996" fmla="*/ 2017902 h 3949544"/>
              <a:gd name="connsiteX1997" fmla="*/ 458645 w 6103852"/>
              <a:gd name="connsiteY1997" fmla="*/ 2016319 h 3949544"/>
              <a:gd name="connsiteX1998" fmla="*/ 475576 w 6103852"/>
              <a:gd name="connsiteY1998" fmla="*/ 2013308 h 3949544"/>
              <a:gd name="connsiteX1999" fmla="*/ 486907 w 6103852"/>
              <a:gd name="connsiteY1999" fmla="*/ 2016660 h 3949544"/>
              <a:gd name="connsiteX2000" fmla="*/ 508560 w 6103852"/>
              <a:gd name="connsiteY2000" fmla="*/ 2024698 h 3949544"/>
              <a:gd name="connsiteX2001" fmla="*/ 508560 w 6103852"/>
              <a:gd name="connsiteY2001" fmla="*/ 2031774 h 3949544"/>
              <a:gd name="connsiteX2002" fmla="*/ 486840 w 6103852"/>
              <a:gd name="connsiteY2002" fmla="*/ 2039719 h 3949544"/>
              <a:gd name="connsiteX2003" fmla="*/ 455078 w 6103852"/>
              <a:gd name="connsiteY2003" fmla="*/ 2049326 h 3949544"/>
              <a:gd name="connsiteX2004" fmla="*/ 408527 w 6103852"/>
              <a:gd name="connsiteY2004" fmla="*/ 2049044 h 3949544"/>
              <a:gd name="connsiteX2005" fmla="*/ 391192 w 6103852"/>
              <a:gd name="connsiteY2005" fmla="*/ 2046237 h 3949544"/>
              <a:gd name="connsiteX2006" fmla="*/ 386402 w 6103852"/>
              <a:gd name="connsiteY2006" fmla="*/ 2046795 h 3949544"/>
              <a:gd name="connsiteX2007" fmla="*/ 384978 w 6103852"/>
              <a:gd name="connsiteY2007" fmla="*/ 2047021 h 3949544"/>
              <a:gd name="connsiteX2008" fmla="*/ 375356 w 6103852"/>
              <a:gd name="connsiteY2008" fmla="*/ 2044858 h 3949544"/>
              <a:gd name="connsiteX2009" fmla="*/ 364092 w 6103852"/>
              <a:gd name="connsiteY2009" fmla="*/ 2043740 h 3949544"/>
              <a:gd name="connsiteX2010" fmla="*/ 337785 w 6103852"/>
              <a:gd name="connsiteY2010" fmla="*/ 2053143 h 3949544"/>
              <a:gd name="connsiteX2011" fmla="*/ 337150 w 6103852"/>
              <a:gd name="connsiteY2011" fmla="*/ 2053738 h 3949544"/>
              <a:gd name="connsiteX2012" fmla="*/ 321850 w 6103852"/>
              <a:gd name="connsiteY2012" fmla="*/ 2055392 h 3949544"/>
              <a:gd name="connsiteX2013" fmla="*/ 317870 w 6103852"/>
              <a:gd name="connsiteY2013" fmla="*/ 2061289 h 3949544"/>
              <a:gd name="connsiteX2014" fmla="*/ 324065 w 6103852"/>
              <a:gd name="connsiteY2014" fmla="*/ 2065982 h 3949544"/>
              <a:gd name="connsiteX2015" fmla="*/ 323275 w 6103852"/>
              <a:gd name="connsiteY2015" fmla="*/ 2066721 h 3949544"/>
              <a:gd name="connsiteX2016" fmla="*/ 305069 w 6103852"/>
              <a:gd name="connsiteY2016" fmla="*/ 2071360 h 3949544"/>
              <a:gd name="connsiteX2017" fmla="*/ 288679 w 6103852"/>
              <a:gd name="connsiteY2017" fmla="*/ 2068910 h 3949544"/>
              <a:gd name="connsiteX2018" fmla="*/ 237550 w 6103852"/>
              <a:gd name="connsiteY2018" fmla="*/ 2060468 h 3949544"/>
              <a:gd name="connsiteX2019" fmla="*/ 167264 w 6103852"/>
              <a:gd name="connsiteY2019" fmla="*/ 2049978 h 3949544"/>
              <a:gd name="connsiteX2020" fmla="*/ 153367 w 6103852"/>
              <a:gd name="connsiteY2020" fmla="*/ 2048705 h 3949544"/>
              <a:gd name="connsiteX2021" fmla="*/ 126454 w 6103852"/>
              <a:gd name="connsiteY2021" fmla="*/ 2049636 h 3949544"/>
              <a:gd name="connsiteX2022" fmla="*/ 71480 w 6103852"/>
              <a:gd name="connsiteY2022" fmla="*/ 2061585 h 3949544"/>
              <a:gd name="connsiteX2023" fmla="*/ 70266 w 6103852"/>
              <a:gd name="connsiteY2023" fmla="*/ 2079368 h 3949544"/>
              <a:gd name="connsiteX2024" fmla="*/ 105612 w 6103852"/>
              <a:gd name="connsiteY2024" fmla="*/ 2089114 h 3949544"/>
              <a:gd name="connsiteX2025" fmla="*/ 107365 w 6103852"/>
              <a:gd name="connsiteY2025" fmla="*/ 2089237 h 3949544"/>
              <a:gd name="connsiteX2026" fmla="*/ 117482 w 6103852"/>
              <a:gd name="connsiteY2026" fmla="*/ 2087438 h 3949544"/>
              <a:gd name="connsiteX2027" fmla="*/ 126858 w 6103852"/>
              <a:gd name="connsiteY2027" fmla="*/ 2085637 h 3949544"/>
              <a:gd name="connsiteX2028" fmla="*/ 128681 w 6103852"/>
              <a:gd name="connsiteY2028" fmla="*/ 2085885 h 3949544"/>
              <a:gd name="connsiteX2029" fmla="*/ 218190 w 6103852"/>
              <a:gd name="connsiteY2029" fmla="*/ 2099572 h 3949544"/>
              <a:gd name="connsiteX2030" fmla="*/ 216504 w 6103852"/>
              <a:gd name="connsiteY2030" fmla="*/ 2107951 h 3949544"/>
              <a:gd name="connsiteX2031" fmla="*/ 223991 w 6103852"/>
              <a:gd name="connsiteY2031" fmla="*/ 2113259 h 3949544"/>
              <a:gd name="connsiteX2032" fmla="*/ 228173 w 6103852"/>
              <a:gd name="connsiteY2032" fmla="*/ 2112763 h 3949544"/>
              <a:gd name="connsiteX2033" fmla="*/ 247262 w 6103852"/>
              <a:gd name="connsiteY2033" fmla="*/ 2108759 h 3949544"/>
              <a:gd name="connsiteX2034" fmla="*/ 260956 w 6103852"/>
              <a:gd name="connsiteY2034" fmla="*/ 2113289 h 3949544"/>
              <a:gd name="connsiteX2035" fmla="*/ 289150 w 6103852"/>
              <a:gd name="connsiteY2035" fmla="*/ 2122011 h 3949544"/>
              <a:gd name="connsiteX2036" fmla="*/ 285912 w 6103852"/>
              <a:gd name="connsiteY2036" fmla="*/ 2126667 h 3949544"/>
              <a:gd name="connsiteX2037" fmla="*/ 265946 w 6103852"/>
              <a:gd name="connsiteY2037" fmla="*/ 2138212 h 3949544"/>
              <a:gd name="connsiteX2038" fmla="*/ 266955 w 6103852"/>
              <a:gd name="connsiteY2038" fmla="*/ 2152069 h 3949544"/>
              <a:gd name="connsiteX2039" fmla="*/ 262222 w 6103852"/>
              <a:gd name="connsiteY2039" fmla="*/ 2151975 h 3949544"/>
              <a:gd name="connsiteX2040" fmla="*/ 200974 w 6103852"/>
              <a:gd name="connsiteY2040" fmla="*/ 2159579 h 3949544"/>
              <a:gd name="connsiteX2041" fmla="*/ 193824 w 6103852"/>
              <a:gd name="connsiteY2041" fmla="*/ 2168423 h 3949544"/>
              <a:gd name="connsiteX2042" fmla="*/ 202863 w 6103852"/>
              <a:gd name="connsiteY2042" fmla="*/ 2172520 h 3949544"/>
              <a:gd name="connsiteX2043" fmla="*/ 204685 w 6103852"/>
              <a:gd name="connsiteY2043" fmla="*/ 2172520 h 3949544"/>
              <a:gd name="connsiteX2044" fmla="*/ 240704 w 6103852"/>
              <a:gd name="connsiteY2044" fmla="*/ 2178697 h 3949544"/>
              <a:gd name="connsiteX2045" fmla="*/ 246437 w 6103852"/>
              <a:gd name="connsiteY2045" fmla="*/ 2179689 h 3949544"/>
              <a:gd name="connsiteX2046" fmla="*/ 258174 w 6103852"/>
              <a:gd name="connsiteY2046" fmla="*/ 2177734 h 3949544"/>
              <a:gd name="connsiteX2047" fmla="*/ 270451 w 6103852"/>
              <a:gd name="connsiteY2047" fmla="*/ 2175779 h 3949544"/>
              <a:gd name="connsiteX2048" fmla="*/ 282052 w 6103852"/>
              <a:gd name="connsiteY2048" fmla="*/ 2179472 h 3949544"/>
              <a:gd name="connsiteX2049" fmla="*/ 352609 w 6103852"/>
              <a:gd name="connsiteY2049" fmla="*/ 2170936 h 3949544"/>
              <a:gd name="connsiteX2050" fmla="*/ 410011 w 6103852"/>
              <a:gd name="connsiteY2050" fmla="*/ 2165506 h 3949544"/>
              <a:gd name="connsiteX2051" fmla="*/ 473281 w 6103852"/>
              <a:gd name="connsiteY2051" fmla="*/ 2167493 h 3949544"/>
              <a:gd name="connsiteX2052" fmla="*/ 480972 w 6103852"/>
              <a:gd name="connsiteY2052" fmla="*/ 2176182 h 3949544"/>
              <a:gd name="connsiteX2053" fmla="*/ 476115 w 6103852"/>
              <a:gd name="connsiteY2053" fmla="*/ 2185710 h 3949544"/>
              <a:gd name="connsiteX2054" fmla="*/ 427549 w 6103852"/>
              <a:gd name="connsiteY2054" fmla="*/ 2191389 h 3949544"/>
              <a:gd name="connsiteX2055" fmla="*/ 420804 w 6103852"/>
              <a:gd name="connsiteY2055" fmla="*/ 2189497 h 3949544"/>
              <a:gd name="connsiteX2056" fmla="*/ 411698 w 6103852"/>
              <a:gd name="connsiteY2056" fmla="*/ 2190955 h 3949544"/>
              <a:gd name="connsiteX2057" fmla="*/ 402591 w 6103852"/>
              <a:gd name="connsiteY2057" fmla="*/ 2192414 h 3949544"/>
              <a:gd name="connsiteX2058" fmla="*/ 394294 w 6103852"/>
              <a:gd name="connsiteY2058" fmla="*/ 2189279 h 3949544"/>
              <a:gd name="connsiteX2059" fmla="*/ 351192 w 6103852"/>
              <a:gd name="connsiteY2059" fmla="*/ 2195797 h 3949544"/>
              <a:gd name="connsiteX2060" fmla="*/ 346336 w 6103852"/>
              <a:gd name="connsiteY2060" fmla="*/ 2198063 h 3949544"/>
              <a:gd name="connsiteX2061" fmla="*/ 351529 w 6103852"/>
              <a:gd name="connsiteY2061" fmla="*/ 2200328 h 3949544"/>
              <a:gd name="connsiteX2062" fmla="*/ 364547 w 6103852"/>
              <a:gd name="connsiteY2062" fmla="*/ 2201663 h 3949544"/>
              <a:gd name="connsiteX2063" fmla="*/ 376217 w 6103852"/>
              <a:gd name="connsiteY2063" fmla="*/ 2210974 h 3949544"/>
              <a:gd name="connsiteX2064" fmla="*/ 387954 w 6103852"/>
              <a:gd name="connsiteY2064" fmla="*/ 2215286 h 3949544"/>
              <a:gd name="connsiteX2065" fmla="*/ 530279 w 6103852"/>
              <a:gd name="connsiteY2065" fmla="*/ 2215508 h 3949544"/>
              <a:gd name="connsiteX2066" fmla="*/ 524042 w 6103852"/>
              <a:gd name="connsiteY2066" fmla="*/ 2220199 h 3949544"/>
              <a:gd name="connsiteX2067" fmla="*/ 529585 w 6103852"/>
              <a:gd name="connsiteY2067" fmla="*/ 2228054 h 3949544"/>
              <a:gd name="connsiteX2068" fmla="*/ 502209 w 6103852"/>
              <a:gd name="connsiteY2068" fmla="*/ 2230568 h 3949544"/>
              <a:gd name="connsiteX2069" fmla="*/ 592885 w 6103852"/>
              <a:gd name="connsiteY2069" fmla="*/ 2245430 h 3949544"/>
              <a:gd name="connsiteX2070" fmla="*/ 528200 w 6103852"/>
              <a:gd name="connsiteY2070" fmla="*/ 2265462 h 3949544"/>
              <a:gd name="connsiteX2071" fmla="*/ 528638 w 6103852"/>
              <a:gd name="connsiteY2071" fmla="*/ 2265755 h 3949544"/>
              <a:gd name="connsiteX2072" fmla="*/ 528894 w 6103852"/>
              <a:gd name="connsiteY2072" fmla="*/ 2265490 h 3949544"/>
              <a:gd name="connsiteX2073" fmla="*/ 529471 w 6103852"/>
              <a:gd name="connsiteY2073" fmla="*/ 2266310 h 3949544"/>
              <a:gd name="connsiteX2074" fmla="*/ 528638 w 6103852"/>
              <a:gd name="connsiteY2074" fmla="*/ 2265755 h 3949544"/>
              <a:gd name="connsiteX2075" fmla="*/ 520489 w 6103852"/>
              <a:gd name="connsiteY2075" fmla="*/ 2274190 h 3949544"/>
              <a:gd name="connsiteX2076" fmla="*/ 535371 w 6103852"/>
              <a:gd name="connsiteY2076" fmla="*/ 2282029 h 3949544"/>
              <a:gd name="connsiteX2077" fmla="*/ 535361 w 6103852"/>
              <a:gd name="connsiteY2077" fmla="*/ 2281991 h 3949544"/>
              <a:gd name="connsiteX2078" fmla="*/ 537341 w 6103852"/>
              <a:gd name="connsiteY2078" fmla="*/ 2281594 h 3949544"/>
              <a:gd name="connsiteX2079" fmla="*/ 545988 w 6103852"/>
              <a:gd name="connsiteY2079" fmla="*/ 2276679 h 3949544"/>
              <a:gd name="connsiteX2080" fmla="*/ 549165 w 6103852"/>
              <a:gd name="connsiteY2080" fmla="*/ 2279223 h 3949544"/>
              <a:gd name="connsiteX2081" fmla="*/ 537341 w 6103852"/>
              <a:gd name="connsiteY2081" fmla="*/ 2281594 h 3949544"/>
              <a:gd name="connsiteX2082" fmla="*/ 535998 w 6103852"/>
              <a:gd name="connsiteY2082" fmla="*/ 2282357 h 3949544"/>
              <a:gd name="connsiteX2083" fmla="*/ 535371 w 6103852"/>
              <a:gd name="connsiteY2083" fmla="*/ 2282029 h 3949544"/>
              <a:gd name="connsiteX2084" fmla="*/ 537844 w 6103852"/>
              <a:gd name="connsiteY2084" fmla="*/ 2290605 h 3949544"/>
              <a:gd name="connsiteX2085" fmla="*/ 513298 w 6103852"/>
              <a:gd name="connsiteY2085" fmla="*/ 2299368 h 3949544"/>
              <a:gd name="connsiteX2086" fmla="*/ 602820 w 6103852"/>
              <a:gd name="connsiteY2086" fmla="*/ 2317422 h 3949544"/>
              <a:gd name="connsiteX2087" fmla="*/ 593513 w 6103852"/>
              <a:gd name="connsiteY2087" fmla="*/ 2322183 h 3949544"/>
              <a:gd name="connsiteX2088" fmla="*/ 582103 w 6103852"/>
              <a:gd name="connsiteY2088" fmla="*/ 2324658 h 3949544"/>
              <a:gd name="connsiteX2089" fmla="*/ 570180 w 6103852"/>
              <a:gd name="connsiteY2089" fmla="*/ 2323775 h 3949544"/>
              <a:gd name="connsiteX2090" fmla="*/ 553544 w 6103852"/>
              <a:gd name="connsiteY2090" fmla="*/ 2322186 h 3949544"/>
              <a:gd name="connsiteX2091" fmla="*/ 547127 w 6103852"/>
              <a:gd name="connsiteY2091" fmla="*/ 2325867 h 3949544"/>
              <a:gd name="connsiteX2092" fmla="*/ 533801 w 6103852"/>
              <a:gd name="connsiteY2092" fmla="*/ 2325688 h 3949544"/>
              <a:gd name="connsiteX2093" fmla="*/ 538018 w 6103852"/>
              <a:gd name="connsiteY2093" fmla="*/ 2315545 h 3949544"/>
              <a:gd name="connsiteX2094" fmla="*/ 501690 w 6103852"/>
              <a:gd name="connsiteY2094" fmla="*/ 2323088 h 3949544"/>
              <a:gd name="connsiteX2095" fmla="*/ 520172 w 6103852"/>
              <a:gd name="connsiteY2095" fmla="*/ 2341906 h 3949544"/>
              <a:gd name="connsiteX2096" fmla="*/ 501286 w 6103852"/>
              <a:gd name="connsiteY2096" fmla="*/ 2355015 h 3949544"/>
              <a:gd name="connsiteX2097" fmla="*/ 471657 w 6103852"/>
              <a:gd name="connsiteY2097" fmla="*/ 2331564 h 3949544"/>
              <a:gd name="connsiteX2098" fmla="*/ 484943 w 6103852"/>
              <a:gd name="connsiteY2098" fmla="*/ 2329906 h 3949544"/>
              <a:gd name="connsiteX2099" fmla="*/ 473765 w 6103852"/>
              <a:gd name="connsiteY2099" fmla="*/ 2320304 h 3949544"/>
              <a:gd name="connsiteX2100" fmla="*/ 420889 w 6103852"/>
              <a:gd name="connsiteY2100" fmla="*/ 2338600 h 3949544"/>
              <a:gd name="connsiteX2101" fmla="*/ 422276 w 6103852"/>
              <a:gd name="connsiteY2101" fmla="*/ 2351257 h 3949544"/>
              <a:gd name="connsiteX2102" fmla="*/ 439660 w 6103852"/>
              <a:gd name="connsiteY2102" fmla="*/ 2345070 h 3949544"/>
              <a:gd name="connsiteX2103" fmla="*/ 473407 w 6103852"/>
              <a:gd name="connsiteY2103" fmla="*/ 2361640 h 3949544"/>
              <a:gd name="connsiteX2104" fmla="*/ 420889 w 6103852"/>
              <a:gd name="connsiteY2104" fmla="*/ 2379813 h 3949544"/>
              <a:gd name="connsiteX2105" fmla="*/ 422276 w 6103852"/>
              <a:gd name="connsiteY2105" fmla="*/ 2392471 h 3949544"/>
              <a:gd name="connsiteX2106" fmla="*/ 439660 w 6103852"/>
              <a:gd name="connsiteY2106" fmla="*/ 2386283 h 3949544"/>
              <a:gd name="connsiteX2107" fmla="*/ 440256 w 6103852"/>
              <a:gd name="connsiteY2107" fmla="*/ 2386575 h 3949544"/>
              <a:gd name="connsiteX2108" fmla="*/ 437547 w 6103852"/>
              <a:gd name="connsiteY2108" fmla="*/ 2387571 h 3949544"/>
              <a:gd name="connsiteX2109" fmla="*/ 425877 w 6103852"/>
              <a:gd name="connsiteY2109" fmla="*/ 2396882 h 3949544"/>
              <a:gd name="connsiteX2110" fmla="*/ 412859 w 6103852"/>
              <a:gd name="connsiteY2110" fmla="*/ 2398217 h 3949544"/>
              <a:gd name="connsiteX2111" fmla="*/ 407666 w 6103852"/>
              <a:gd name="connsiteY2111" fmla="*/ 2400482 h 3949544"/>
              <a:gd name="connsiteX2112" fmla="*/ 412523 w 6103852"/>
              <a:gd name="connsiteY2112" fmla="*/ 2402748 h 3949544"/>
              <a:gd name="connsiteX2113" fmla="*/ 455624 w 6103852"/>
              <a:gd name="connsiteY2113" fmla="*/ 2409265 h 3949544"/>
              <a:gd name="connsiteX2114" fmla="*/ 463921 w 6103852"/>
              <a:gd name="connsiteY2114" fmla="*/ 2406130 h 3949544"/>
              <a:gd name="connsiteX2115" fmla="*/ 473028 w 6103852"/>
              <a:gd name="connsiteY2115" fmla="*/ 2407589 h 3949544"/>
              <a:gd name="connsiteX2116" fmla="*/ 482134 w 6103852"/>
              <a:gd name="connsiteY2116" fmla="*/ 2409047 h 3949544"/>
              <a:gd name="connsiteX2117" fmla="*/ 482921 w 6103852"/>
              <a:gd name="connsiteY2117" fmla="*/ 2408826 h 3949544"/>
              <a:gd name="connsiteX2118" fmla="*/ 487598 w 6103852"/>
              <a:gd name="connsiteY2118" fmla="*/ 2412418 h 3949544"/>
              <a:gd name="connsiteX2119" fmla="*/ 493311 w 6103852"/>
              <a:gd name="connsiteY2119" fmla="*/ 2418714 h 3949544"/>
              <a:gd name="connsiteX2120" fmla="*/ 490313 w 6103852"/>
              <a:gd name="connsiteY2120" fmla="*/ 2420791 h 3949544"/>
              <a:gd name="connsiteX2121" fmla="*/ 495422 w 6103852"/>
              <a:gd name="connsiteY2121" fmla="*/ 2424400 h 3949544"/>
              <a:gd name="connsiteX2122" fmla="*/ 449284 w 6103852"/>
              <a:gd name="connsiteY2122" fmla="*/ 2424471 h 3949544"/>
              <a:gd name="connsiteX2123" fmla="*/ 437547 w 6103852"/>
              <a:gd name="connsiteY2123" fmla="*/ 2428784 h 3949544"/>
              <a:gd name="connsiteX2124" fmla="*/ 438003 w 6103852"/>
              <a:gd name="connsiteY2124" fmla="*/ 2429884 h 3949544"/>
              <a:gd name="connsiteX2125" fmla="*/ 413939 w 6103852"/>
              <a:gd name="connsiteY2125" fmla="*/ 2427607 h 3949544"/>
              <a:gd name="connsiteX2126" fmla="*/ 343383 w 6103852"/>
              <a:gd name="connsiteY2126" fmla="*/ 2419073 h 3949544"/>
              <a:gd name="connsiteX2127" fmla="*/ 331781 w 6103852"/>
              <a:gd name="connsiteY2127" fmla="*/ 2422766 h 3949544"/>
              <a:gd name="connsiteX2128" fmla="*/ 319504 w 6103852"/>
              <a:gd name="connsiteY2128" fmla="*/ 2420811 h 3949544"/>
              <a:gd name="connsiteX2129" fmla="*/ 307767 w 6103852"/>
              <a:gd name="connsiteY2129" fmla="*/ 2418855 h 3949544"/>
              <a:gd name="connsiteX2130" fmla="*/ 302034 w 6103852"/>
              <a:gd name="connsiteY2130" fmla="*/ 2419848 h 3949544"/>
              <a:gd name="connsiteX2131" fmla="*/ 266014 w 6103852"/>
              <a:gd name="connsiteY2131" fmla="*/ 2426023 h 3949544"/>
              <a:gd name="connsiteX2132" fmla="*/ 264193 w 6103852"/>
              <a:gd name="connsiteY2132" fmla="*/ 2426023 h 3949544"/>
              <a:gd name="connsiteX2133" fmla="*/ 255154 w 6103852"/>
              <a:gd name="connsiteY2133" fmla="*/ 2430120 h 3949544"/>
              <a:gd name="connsiteX2134" fmla="*/ 262305 w 6103852"/>
              <a:gd name="connsiteY2134" fmla="*/ 2438966 h 3949544"/>
              <a:gd name="connsiteX2135" fmla="*/ 280468 w 6103852"/>
              <a:gd name="connsiteY2135" fmla="*/ 2442675 h 3949544"/>
              <a:gd name="connsiteX2136" fmla="*/ 251496 w 6103852"/>
              <a:gd name="connsiteY2136" fmla="*/ 2440936 h 3949544"/>
              <a:gd name="connsiteX2137" fmla="*/ 226337 w 6103852"/>
              <a:gd name="connsiteY2137" fmla="*/ 2436467 h 3949544"/>
              <a:gd name="connsiteX2138" fmla="*/ 221953 w 6103852"/>
              <a:gd name="connsiteY2138" fmla="*/ 2436188 h 3949544"/>
              <a:gd name="connsiteX2139" fmla="*/ 205898 w 6103852"/>
              <a:gd name="connsiteY2139" fmla="*/ 2442705 h 3949544"/>
              <a:gd name="connsiteX2140" fmla="*/ 204616 w 6103852"/>
              <a:gd name="connsiteY2140" fmla="*/ 2460333 h 3949544"/>
              <a:gd name="connsiteX2141" fmla="*/ 224582 w 6103852"/>
              <a:gd name="connsiteY2141" fmla="*/ 2471878 h 3949544"/>
              <a:gd name="connsiteX2142" fmla="*/ 227820 w 6103852"/>
              <a:gd name="connsiteY2142" fmla="*/ 2476534 h 3949544"/>
              <a:gd name="connsiteX2143" fmla="*/ 224492 w 6103852"/>
              <a:gd name="connsiteY2143" fmla="*/ 2477563 h 3949544"/>
              <a:gd name="connsiteX2144" fmla="*/ 221953 w 6103852"/>
              <a:gd name="connsiteY2144" fmla="*/ 2477401 h 3949544"/>
              <a:gd name="connsiteX2145" fmla="*/ 212152 w 6103852"/>
              <a:gd name="connsiteY2145" fmla="*/ 2481380 h 3949544"/>
              <a:gd name="connsiteX2146" fmla="*/ 199625 w 6103852"/>
              <a:gd name="connsiteY2146" fmla="*/ 2485254 h 3949544"/>
              <a:gd name="connsiteX2147" fmla="*/ 185932 w 6103852"/>
              <a:gd name="connsiteY2147" fmla="*/ 2489785 h 3949544"/>
              <a:gd name="connsiteX2148" fmla="*/ 166843 w 6103852"/>
              <a:gd name="connsiteY2148" fmla="*/ 2485782 h 3949544"/>
              <a:gd name="connsiteX2149" fmla="*/ 162661 w 6103852"/>
              <a:gd name="connsiteY2149" fmla="*/ 2485285 h 3949544"/>
              <a:gd name="connsiteX2150" fmla="*/ 155174 w 6103852"/>
              <a:gd name="connsiteY2150" fmla="*/ 2490592 h 3949544"/>
              <a:gd name="connsiteX2151" fmla="*/ 156860 w 6103852"/>
              <a:gd name="connsiteY2151" fmla="*/ 2498972 h 3949544"/>
              <a:gd name="connsiteX2152" fmla="*/ 67351 w 6103852"/>
              <a:gd name="connsiteY2152" fmla="*/ 2512659 h 3949544"/>
              <a:gd name="connsiteX2153" fmla="*/ 65528 w 6103852"/>
              <a:gd name="connsiteY2153" fmla="*/ 2512908 h 3949544"/>
              <a:gd name="connsiteX2154" fmla="*/ 56152 w 6103852"/>
              <a:gd name="connsiteY2154" fmla="*/ 2511107 h 3949544"/>
              <a:gd name="connsiteX2155" fmla="*/ 46035 w 6103852"/>
              <a:gd name="connsiteY2155" fmla="*/ 2509308 h 3949544"/>
              <a:gd name="connsiteX2156" fmla="*/ 44281 w 6103852"/>
              <a:gd name="connsiteY2156" fmla="*/ 2509431 h 3949544"/>
              <a:gd name="connsiteX2157" fmla="*/ 8935 w 6103852"/>
              <a:gd name="connsiteY2157" fmla="*/ 2519175 h 3949544"/>
              <a:gd name="connsiteX2158" fmla="*/ 10150 w 6103852"/>
              <a:gd name="connsiteY2158" fmla="*/ 2536959 h 3949544"/>
              <a:gd name="connsiteX2159" fmla="*/ 65124 w 6103852"/>
              <a:gd name="connsiteY2159" fmla="*/ 2548909 h 3949544"/>
              <a:gd name="connsiteX2160" fmla="*/ 92037 w 6103852"/>
              <a:gd name="connsiteY2160" fmla="*/ 2549839 h 3949544"/>
              <a:gd name="connsiteX2161" fmla="*/ 101288 w 6103852"/>
              <a:gd name="connsiteY2161" fmla="*/ 2548992 h 3949544"/>
              <a:gd name="connsiteX2162" fmla="*/ 67351 w 6103852"/>
              <a:gd name="connsiteY2162" fmla="*/ 2553872 h 3949544"/>
              <a:gd name="connsiteX2163" fmla="*/ 65528 w 6103852"/>
              <a:gd name="connsiteY2163" fmla="*/ 2554121 h 3949544"/>
              <a:gd name="connsiteX2164" fmla="*/ 56152 w 6103852"/>
              <a:gd name="connsiteY2164" fmla="*/ 2552320 h 3949544"/>
              <a:gd name="connsiteX2165" fmla="*/ 46035 w 6103852"/>
              <a:gd name="connsiteY2165" fmla="*/ 2550521 h 3949544"/>
              <a:gd name="connsiteX2166" fmla="*/ 44281 w 6103852"/>
              <a:gd name="connsiteY2166" fmla="*/ 2550644 h 3949544"/>
              <a:gd name="connsiteX2167" fmla="*/ 8935 w 6103852"/>
              <a:gd name="connsiteY2167" fmla="*/ 2560389 h 3949544"/>
              <a:gd name="connsiteX2168" fmla="*/ 10150 w 6103852"/>
              <a:gd name="connsiteY2168" fmla="*/ 2578172 h 3949544"/>
              <a:gd name="connsiteX2169" fmla="*/ 65124 w 6103852"/>
              <a:gd name="connsiteY2169" fmla="*/ 2590122 h 3949544"/>
              <a:gd name="connsiteX2170" fmla="*/ 92037 w 6103852"/>
              <a:gd name="connsiteY2170" fmla="*/ 2591052 h 3949544"/>
              <a:gd name="connsiteX2171" fmla="*/ 105933 w 6103852"/>
              <a:gd name="connsiteY2171" fmla="*/ 2589780 h 3949544"/>
              <a:gd name="connsiteX2172" fmla="*/ 176219 w 6103852"/>
              <a:gd name="connsiteY2172" fmla="*/ 2579290 h 3949544"/>
              <a:gd name="connsiteX2173" fmla="*/ 227349 w 6103852"/>
              <a:gd name="connsiteY2173" fmla="*/ 2570848 h 3949544"/>
              <a:gd name="connsiteX2174" fmla="*/ 243739 w 6103852"/>
              <a:gd name="connsiteY2174" fmla="*/ 2568397 h 3949544"/>
              <a:gd name="connsiteX2175" fmla="*/ 276454 w 6103852"/>
              <a:gd name="connsiteY2175" fmla="*/ 2586614 h 3949544"/>
              <a:gd name="connsiteX2176" fmla="*/ 302761 w 6103852"/>
              <a:gd name="connsiteY2176" fmla="*/ 2596018 h 3949544"/>
              <a:gd name="connsiteX2177" fmla="*/ 314026 w 6103852"/>
              <a:gd name="connsiteY2177" fmla="*/ 2594900 h 3949544"/>
              <a:gd name="connsiteX2178" fmla="*/ 332237 w 6103852"/>
              <a:gd name="connsiteY2178" fmla="*/ 2590803 h 3949544"/>
              <a:gd name="connsiteX2179" fmla="*/ 423155 w 6103852"/>
              <a:gd name="connsiteY2179" fmla="*/ 2590254 h 3949544"/>
              <a:gd name="connsiteX2180" fmla="*/ 420486 w 6103852"/>
              <a:gd name="connsiteY2180" fmla="*/ 2595598 h 3949544"/>
              <a:gd name="connsiteX2181" fmla="*/ 421467 w 6103852"/>
              <a:gd name="connsiteY2181" fmla="*/ 2613483 h 3949544"/>
              <a:gd name="connsiteX2182" fmla="*/ 364232 w 6103852"/>
              <a:gd name="connsiteY2182" fmla="*/ 2616450 h 3949544"/>
              <a:gd name="connsiteX2183" fmla="*/ 355452 w 6103852"/>
              <a:gd name="connsiteY2183" fmla="*/ 2608849 h 3949544"/>
              <a:gd name="connsiteX2184" fmla="*/ 332740 w 6103852"/>
              <a:gd name="connsiteY2184" fmla="*/ 2616520 h 3949544"/>
              <a:gd name="connsiteX2185" fmla="*/ 351757 w 6103852"/>
              <a:gd name="connsiteY2185" fmla="*/ 2621338 h 3949544"/>
              <a:gd name="connsiteX2186" fmla="*/ 363122 w 6103852"/>
              <a:gd name="connsiteY2186" fmla="*/ 2630524 h 3949544"/>
              <a:gd name="connsiteX2187" fmla="*/ 392185 w 6103852"/>
              <a:gd name="connsiteY2187" fmla="*/ 2629136 h 3949544"/>
              <a:gd name="connsiteX2188" fmla="*/ 393411 w 6103852"/>
              <a:gd name="connsiteY2188" fmla="*/ 2630621 h 3949544"/>
              <a:gd name="connsiteX2189" fmla="*/ 363385 w 6103852"/>
              <a:gd name="connsiteY2189" fmla="*/ 2630737 h 3949544"/>
              <a:gd name="connsiteX2190" fmla="*/ 363122 w 6103852"/>
              <a:gd name="connsiteY2190" fmla="*/ 2630524 h 3949544"/>
              <a:gd name="connsiteX2191" fmla="*/ 362614 w 6103852"/>
              <a:gd name="connsiteY2191" fmla="*/ 2630548 h 3949544"/>
              <a:gd name="connsiteX2192" fmla="*/ 363074 w 6103852"/>
              <a:gd name="connsiteY2192" fmla="*/ 2630738 h 3949544"/>
              <a:gd name="connsiteX2193" fmla="*/ 315862 w 6103852"/>
              <a:gd name="connsiteY2193" fmla="*/ 2630920 h 3949544"/>
              <a:gd name="connsiteX2194" fmla="*/ 314243 w 6103852"/>
              <a:gd name="connsiteY2194" fmla="*/ 2630920 h 3949544"/>
              <a:gd name="connsiteX2195" fmla="*/ 298324 w 6103852"/>
              <a:gd name="connsiteY2195" fmla="*/ 2630579 h 3949544"/>
              <a:gd name="connsiteX2196" fmla="*/ 282203 w 6103852"/>
              <a:gd name="connsiteY2196" fmla="*/ 2630238 h 3949544"/>
              <a:gd name="connsiteX2197" fmla="*/ 243080 w 6103852"/>
              <a:gd name="connsiteY2197" fmla="*/ 2636599 h 3949544"/>
              <a:gd name="connsiteX2198" fmla="*/ 237819 w 6103852"/>
              <a:gd name="connsiteY2198" fmla="*/ 2637252 h 3949544"/>
              <a:gd name="connsiteX2199" fmla="*/ 235391 w 6103852"/>
              <a:gd name="connsiteY2199" fmla="*/ 2637220 h 3949544"/>
              <a:gd name="connsiteX2200" fmla="*/ 232895 w 6103852"/>
              <a:gd name="connsiteY2200" fmla="*/ 2637189 h 3949544"/>
              <a:gd name="connsiteX2201" fmla="*/ 229658 w 6103852"/>
              <a:gd name="connsiteY2201" fmla="*/ 2637314 h 3949544"/>
              <a:gd name="connsiteX2202" fmla="*/ 214885 w 6103852"/>
              <a:gd name="connsiteY2202" fmla="*/ 2637934 h 3949544"/>
              <a:gd name="connsiteX2203" fmla="*/ 206790 w 6103852"/>
              <a:gd name="connsiteY2203" fmla="*/ 2637872 h 3949544"/>
              <a:gd name="connsiteX2204" fmla="*/ 198628 w 6103852"/>
              <a:gd name="connsiteY2204" fmla="*/ 2637780 h 3949544"/>
              <a:gd name="connsiteX2205" fmla="*/ 169422 w 6103852"/>
              <a:gd name="connsiteY2205" fmla="*/ 2641255 h 3949544"/>
              <a:gd name="connsiteX2206" fmla="*/ 141361 w 6103852"/>
              <a:gd name="connsiteY2206" fmla="*/ 2644452 h 3949544"/>
              <a:gd name="connsiteX2207" fmla="*/ 135290 w 6103852"/>
              <a:gd name="connsiteY2207" fmla="*/ 2644421 h 3949544"/>
              <a:gd name="connsiteX2208" fmla="*/ 129084 w 6103852"/>
              <a:gd name="connsiteY2208" fmla="*/ 2644390 h 3949544"/>
              <a:gd name="connsiteX2209" fmla="*/ 109726 w 6103852"/>
              <a:gd name="connsiteY2209" fmla="*/ 2645569 h 3949544"/>
              <a:gd name="connsiteX2210" fmla="*/ 104397 w 6103852"/>
              <a:gd name="connsiteY2210" fmla="*/ 2647772 h 3949544"/>
              <a:gd name="connsiteX2211" fmla="*/ 113639 w 6103852"/>
              <a:gd name="connsiteY2211" fmla="*/ 2651497 h 3949544"/>
              <a:gd name="connsiteX2212" fmla="*/ 121597 w 6103852"/>
              <a:gd name="connsiteY2212" fmla="*/ 2651683 h 3949544"/>
              <a:gd name="connsiteX2213" fmla="*/ 126994 w 6103852"/>
              <a:gd name="connsiteY2213" fmla="*/ 2651652 h 3949544"/>
              <a:gd name="connsiteX2214" fmla="*/ 132525 w 6103852"/>
              <a:gd name="connsiteY2214" fmla="*/ 2651621 h 3949544"/>
              <a:gd name="connsiteX2215" fmla="*/ 147634 w 6103852"/>
              <a:gd name="connsiteY2215" fmla="*/ 2652646 h 3949544"/>
              <a:gd name="connsiteX2216" fmla="*/ 165981 w 6103852"/>
              <a:gd name="connsiteY2216" fmla="*/ 2656121 h 3949544"/>
              <a:gd name="connsiteX2217" fmla="*/ 176638 w 6103852"/>
              <a:gd name="connsiteY2217" fmla="*/ 2653266 h 3949544"/>
              <a:gd name="connsiteX2218" fmla="*/ 218190 w 6103852"/>
              <a:gd name="connsiteY2218" fmla="*/ 2664097 h 3949544"/>
              <a:gd name="connsiteX2219" fmla="*/ 218864 w 6103852"/>
              <a:gd name="connsiteY2219" fmla="*/ 2664159 h 3949544"/>
              <a:gd name="connsiteX2220" fmla="*/ 228982 w 6103852"/>
              <a:gd name="connsiteY2220" fmla="*/ 2660838 h 3949544"/>
              <a:gd name="connsiteX2221" fmla="*/ 246858 w 6103852"/>
              <a:gd name="connsiteY2221" fmla="*/ 2658418 h 3949544"/>
              <a:gd name="connsiteX2222" fmla="*/ 253805 w 6103852"/>
              <a:gd name="connsiteY2222" fmla="*/ 2658542 h 3949544"/>
              <a:gd name="connsiteX2223" fmla="*/ 260752 w 6103852"/>
              <a:gd name="connsiteY2223" fmla="*/ 2658667 h 3949544"/>
              <a:gd name="connsiteX2224" fmla="*/ 276910 w 6103852"/>
              <a:gd name="connsiteY2224" fmla="*/ 2655916 h 3949544"/>
              <a:gd name="connsiteX2225" fmla="*/ 277145 w 6103852"/>
              <a:gd name="connsiteY2225" fmla="*/ 2658386 h 3949544"/>
              <a:gd name="connsiteX2226" fmla="*/ 288798 w 6103852"/>
              <a:gd name="connsiteY2226" fmla="*/ 2661939 h 3949544"/>
              <a:gd name="connsiteX2227" fmla="*/ 295071 w 6103852"/>
              <a:gd name="connsiteY2227" fmla="*/ 2663057 h 3949544"/>
              <a:gd name="connsiteX2228" fmla="*/ 299860 w 6103852"/>
              <a:gd name="connsiteY2228" fmla="*/ 2665509 h 3949544"/>
              <a:gd name="connsiteX2229" fmla="*/ 296015 w 6103852"/>
              <a:gd name="connsiteY2229" fmla="*/ 2667588 h 3949544"/>
              <a:gd name="connsiteX2230" fmla="*/ 242119 w 6103852"/>
              <a:gd name="connsiteY2230" fmla="*/ 2669823 h 3949544"/>
              <a:gd name="connsiteX2231" fmla="*/ 226404 w 6103852"/>
              <a:gd name="connsiteY2231" fmla="*/ 2674478 h 3949544"/>
              <a:gd name="connsiteX2232" fmla="*/ 219659 w 6103852"/>
              <a:gd name="connsiteY2232" fmla="*/ 2672802 h 3949544"/>
              <a:gd name="connsiteX2233" fmla="*/ 199422 w 6103852"/>
              <a:gd name="connsiteY2233" fmla="*/ 2669357 h 3949544"/>
              <a:gd name="connsiteX2234" fmla="*/ 192475 w 6103852"/>
              <a:gd name="connsiteY2234" fmla="*/ 2669481 h 3949544"/>
              <a:gd name="connsiteX2235" fmla="*/ 185528 w 6103852"/>
              <a:gd name="connsiteY2235" fmla="*/ 2669605 h 3949544"/>
              <a:gd name="connsiteX2236" fmla="*/ 167652 w 6103852"/>
              <a:gd name="connsiteY2236" fmla="*/ 2667184 h 3949544"/>
              <a:gd name="connsiteX2237" fmla="*/ 157534 w 6103852"/>
              <a:gd name="connsiteY2237" fmla="*/ 2663863 h 3949544"/>
              <a:gd name="connsiteX2238" fmla="*/ 156860 w 6103852"/>
              <a:gd name="connsiteY2238" fmla="*/ 2663926 h 3949544"/>
              <a:gd name="connsiteX2239" fmla="*/ 115308 w 6103852"/>
              <a:gd name="connsiteY2239" fmla="*/ 2674757 h 3949544"/>
              <a:gd name="connsiteX2240" fmla="*/ 104651 w 6103852"/>
              <a:gd name="connsiteY2240" fmla="*/ 2671902 h 3949544"/>
              <a:gd name="connsiteX2241" fmla="*/ 86304 w 6103852"/>
              <a:gd name="connsiteY2241" fmla="*/ 2675378 h 3949544"/>
              <a:gd name="connsiteX2242" fmla="*/ 71195 w 6103852"/>
              <a:gd name="connsiteY2242" fmla="*/ 2676402 h 3949544"/>
              <a:gd name="connsiteX2243" fmla="*/ 65664 w 6103852"/>
              <a:gd name="connsiteY2243" fmla="*/ 2676370 h 3949544"/>
              <a:gd name="connsiteX2244" fmla="*/ 60267 w 6103852"/>
              <a:gd name="connsiteY2244" fmla="*/ 2676339 h 3949544"/>
              <a:gd name="connsiteX2245" fmla="*/ 52308 w 6103852"/>
              <a:gd name="connsiteY2245" fmla="*/ 2676526 h 3949544"/>
              <a:gd name="connsiteX2246" fmla="*/ 43067 w 6103852"/>
              <a:gd name="connsiteY2246" fmla="*/ 2680250 h 3949544"/>
              <a:gd name="connsiteX2247" fmla="*/ 48396 w 6103852"/>
              <a:gd name="connsiteY2247" fmla="*/ 2682454 h 3949544"/>
              <a:gd name="connsiteX2248" fmla="*/ 67754 w 6103852"/>
              <a:gd name="connsiteY2248" fmla="*/ 2683633 h 3949544"/>
              <a:gd name="connsiteX2249" fmla="*/ 73960 w 6103852"/>
              <a:gd name="connsiteY2249" fmla="*/ 2683603 h 3949544"/>
              <a:gd name="connsiteX2250" fmla="*/ 80031 w 6103852"/>
              <a:gd name="connsiteY2250" fmla="*/ 2683571 h 3949544"/>
              <a:gd name="connsiteX2251" fmla="*/ 108092 w 6103852"/>
              <a:gd name="connsiteY2251" fmla="*/ 2686768 h 3949544"/>
              <a:gd name="connsiteX2252" fmla="*/ 109389 w 6103852"/>
              <a:gd name="connsiteY2252" fmla="*/ 2686922 h 3949544"/>
              <a:gd name="connsiteX2253" fmla="*/ 104397 w 6103852"/>
              <a:gd name="connsiteY2253" fmla="*/ 2688985 h 3949544"/>
              <a:gd name="connsiteX2254" fmla="*/ 113639 w 6103852"/>
              <a:gd name="connsiteY2254" fmla="*/ 2692710 h 3949544"/>
              <a:gd name="connsiteX2255" fmla="*/ 121597 w 6103852"/>
              <a:gd name="connsiteY2255" fmla="*/ 2692896 h 3949544"/>
              <a:gd name="connsiteX2256" fmla="*/ 126994 w 6103852"/>
              <a:gd name="connsiteY2256" fmla="*/ 2692865 h 3949544"/>
              <a:gd name="connsiteX2257" fmla="*/ 132525 w 6103852"/>
              <a:gd name="connsiteY2257" fmla="*/ 2692835 h 3949544"/>
              <a:gd name="connsiteX2258" fmla="*/ 147634 w 6103852"/>
              <a:gd name="connsiteY2258" fmla="*/ 2693859 h 3949544"/>
              <a:gd name="connsiteX2259" fmla="*/ 165981 w 6103852"/>
              <a:gd name="connsiteY2259" fmla="*/ 2697335 h 3949544"/>
              <a:gd name="connsiteX2260" fmla="*/ 176638 w 6103852"/>
              <a:gd name="connsiteY2260" fmla="*/ 2694479 h 3949544"/>
              <a:gd name="connsiteX2261" fmla="*/ 218190 w 6103852"/>
              <a:gd name="connsiteY2261" fmla="*/ 2705311 h 3949544"/>
              <a:gd name="connsiteX2262" fmla="*/ 218864 w 6103852"/>
              <a:gd name="connsiteY2262" fmla="*/ 2705372 h 3949544"/>
              <a:gd name="connsiteX2263" fmla="*/ 228982 w 6103852"/>
              <a:gd name="connsiteY2263" fmla="*/ 2702052 h 3949544"/>
              <a:gd name="connsiteX2264" fmla="*/ 246858 w 6103852"/>
              <a:gd name="connsiteY2264" fmla="*/ 2699631 h 3949544"/>
              <a:gd name="connsiteX2265" fmla="*/ 253805 w 6103852"/>
              <a:gd name="connsiteY2265" fmla="*/ 2699755 h 3949544"/>
              <a:gd name="connsiteX2266" fmla="*/ 260752 w 6103852"/>
              <a:gd name="connsiteY2266" fmla="*/ 2699880 h 3949544"/>
              <a:gd name="connsiteX2267" fmla="*/ 276565 w 6103852"/>
              <a:gd name="connsiteY2267" fmla="*/ 2697187 h 3949544"/>
              <a:gd name="connsiteX2268" fmla="*/ 276916 w 6103852"/>
              <a:gd name="connsiteY2268" fmla="*/ 2697190 h 3949544"/>
              <a:gd name="connsiteX2269" fmla="*/ 277145 w 6103852"/>
              <a:gd name="connsiteY2269" fmla="*/ 2699599 h 3949544"/>
              <a:gd name="connsiteX2270" fmla="*/ 288798 w 6103852"/>
              <a:gd name="connsiteY2270" fmla="*/ 2703152 h 3949544"/>
              <a:gd name="connsiteX2271" fmla="*/ 295071 w 6103852"/>
              <a:gd name="connsiteY2271" fmla="*/ 2704270 h 3949544"/>
              <a:gd name="connsiteX2272" fmla="*/ 299860 w 6103852"/>
              <a:gd name="connsiteY2272" fmla="*/ 2706722 h 3949544"/>
              <a:gd name="connsiteX2273" fmla="*/ 296015 w 6103852"/>
              <a:gd name="connsiteY2273" fmla="*/ 2708801 h 3949544"/>
              <a:gd name="connsiteX2274" fmla="*/ 242119 w 6103852"/>
              <a:gd name="connsiteY2274" fmla="*/ 2711036 h 3949544"/>
              <a:gd name="connsiteX2275" fmla="*/ 226404 w 6103852"/>
              <a:gd name="connsiteY2275" fmla="*/ 2715691 h 3949544"/>
              <a:gd name="connsiteX2276" fmla="*/ 219659 w 6103852"/>
              <a:gd name="connsiteY2276" fmla="*/ 2714015 h 3949544"/>
              <a:gd name="connsiteX2277" fmla="*/ 199422 w 6103852"/>
              <a:gd name="connsiteY2277" fmla="*/ 2710570 h 3949544"/>
              <a:gd name="connsiteX2278" fmla="*/ 192475 w 6103852"/>
              <a:gd name="connsiteY2278" fmla="*/ 2710694 h 3949544"/>
              <a:gd name="connsiteX2279" fmla="*/ 185528 w 6103852"/>
              <a:gd name="connsiteY2279" fmla="*/ 2710818 h 3949544"/>
              <a:gd name="connsiteX2280" fmla="*/ 167652 w 6103852"/>
              <a:gd name="connsiteY2280" fmla="*/ 2708397 h 3949544"/>
              <a:gd name="connsiteX2281" fmla="*/ 157534 w 6103852"/>
              <a:gd name="connsiteY2281" fmla="*/ 2705077 h 3949544"/>
              <a:gd name="connsiteX2282" fmla="*/ 156860 w 6103852"/>
              <a:gd name="connsiteY2282" fmla="*/ 2705139 h 3949544"/>
              <a:gd name="connsiteX2283" fmla="*/ 115308 w 6103852"/>
              <a:gd name="connsiteY2283" fmla="*/ 2715970 h 3949544"/>
              <a:gd name="connsiteX2284" fmla="*/ 104651 w 6103852"/>
              <a:gd name="connsiteY2284" fmla="*/ 2713115 h 3949544"/>
              <a:gd name="connsiteX2285" fmla="*/ 86304 w 6103852"/>
              <a:gd name="connsiteY2285" fmla="*/ 2716591 h 3949544"/>
              <a:gd name="connsiteX2286" fmla="*/ 71195 w 6103852"/>
              <a:gd name="connsiteY2286" fmla="*/ 2717615 h 3949544"/>
              <a:gd name="connsiteX2287" fmla="*/ 65664 w 6103852"/>
              <a:gd name="connsiteY2287" fmla="*/ 2717583 h 3949544"/>
              <a:gd name="connsiteX2288" fmla="*/ 60267 w 6103852"/>
              <a:gd name="connsiteY2288" fmla="*/ 2717553 h 3949544"/>
              <a:gd name="connsiteX2289" fmla="*/ 52308 w 6103852"/>
              <a:gd name="connsiteY2289" fmla="*/ 2717740 h 3949544"/>
              <a:gd name="connsiteX2290" fmla="*/ 43067 w 6103852"/>
              <a:gd name="connsiteY2290" fmla="*/ 2721463 h 3949544"/>
              <a:gd name="connsiteX2291" fmla="*/ 48396 w 6103852"/>
              <a:gd name="connsiteY2291" fmla="*/ 2723667 h 3949544"/>
              <a:gd name="connsiteX2292" fmla="*/ 67754 w 6103852"/>
              <a:gd name="connsiteY2292" fmla="*/ 2724847 h 3949544"/>
              <a:gd name="connsiteX2293" fmla="*/ 73960 w 6103852"/>
              <a:gd name="connsiteY2293" fmla="*/ 2724816 h 3949544"/>
              <a:gd name="connsiteX2294" fmla="*/ 80031 w 6103852"/>
              <a:gd name="connsiteY2294" fmla="*/ 2724784 h 3949544"/>
              <a:gd name="connsiteX2295" fmla="*/ 108092 w 6103852"/>
              <a:gd name="connsiteY2295" fmla="*/ 2727981 h 3949544"/>
              <a:gd name="connsiteX2296" fmla="*/ 137298 w 6103852"/>
              <a:gd name="connsiteY2296" fmla="*/ 2731457 h 3949544"/>
              <a:gd name="connsiteX2297" fmla="*/ 145460 w 6103852"/>
              <a:gd name="connsiteY2297" fmla="*/ 2731363 h 3949544"/>
              <a:gd name="connsiteX2298" fmla="*/ 153554 w 6103852"/>
              <a:gd name="connsiteY2298" fmla="*/ 2731302 h 3949544"/>
              <a:gd name="connsiteX2299" fmla="*/ 168327 w 6103852"/>
              <a:gd name="connsiteY2299" fmla="*/ 2731923 h 3949544"/>
              <a:gd name="connsiteX2300" fmla="*/ 171565 w 6103852"/>
              <a:gd name="connsiteY2300" fmla="*/ 2732046 h 3949544"/>
              <a:gd name="connsiteX2301" fmla="*/ 174061 w 6103852"/>
              <a:gd name="connsiteY2301" fmla="*/ 2732015 h 3949544"/>
              <a:gd name="connsiteX2302" fmla="*/ 176489 w 6103852"/>
              <a:gd name="connsiteY2302" fmla="*/ 2731985 h 3949544"/>
              <a:gd name="connsiteX2303" fmla="*/ 181750 w 6103852"/>
              <a:gd name="connsiteY2303" fmla="*/ 2732637 h 3949544"/>
              <a:gd name="connsiteX2304" fmla="*/ 220874 w 6103852"/>
              <a:gd name="connsiteY2304" fmla="*/ 2738999 h 3949544"/>
              <a:gd name="connsiteX2305" fmla="*/ 236994 w 6103852"/>
              <a:gd name="connsiteY2305" fmla="*/ 2738658 h 3949544"/>
              <a:gd name="connsiteX2306" fmla="*/ 252913 w 6103852"/>
              <a:gd name="connsiteY2306" fmla="*/ 2738316 h 3949544"/>
              <a:gd name="connsiteX2307" fmla="*/ 254532 w 6103852"/>
              <a:gd name="connsiteY2307" fmla="*/ 2738316 h 3949544"/>
              <a:gd name="connsiteX2308" fmla="*/ 402364 w 6103852"/>
              <a:gd name="connsiteY2308" fmla="*/ 2738887 h 3949544"/>
              <a:gd name="connsiteX2309" fmla="*/ 400560 w 6103852"/>
              <a:gd name="connsiteY2309" fmla="*/ 2739995 h 3949544"/>
              <a:gd name="connsiteX2310" fmla="*/ 427953 w 6103852"/>
              <a:gd name="connsiteY2310" fmla="*/ 2741119 h 3949544"/>
              <a:gd name="connsiteX2311" fmla="*/ 443468 w 6103852"/>
              <a:gd name="connsiteY2311" fmla="*/ 2747380 h 3949544"/>
              <a:gd name="connsiteX2312" fmla="*/ 458645 w 6103852"/>
              <a:gd name="connsiteY2312" fmla="*/ 2745798 h 3949544"/>
              <a:gd name="connsiteX2313" fmla="*/ 475576 w 6103852"/>
              <a:gd name="connsiteY2313" fmla="*/ 2742787 h 3949544"/>
              <a:gd name="connsiteX2314" fmla="*/ 486907 w 6103852"/>
              <a:gd name="connsiteY2314" fmla="*/ 2746139 h 3949544"/>
              <a:gd name="connsiteX2315" fmla="*/ 489810 w 6103852"/>
              <a:gd name="connsiteY2315" fmla="*/ 2747216 h 3949544"/>
              <a:gd name="connsiteX2316" fmla="*/ 498225 w 6103852"/>
              <a:gd name="connsiteY2316" fmla="*/ 2751891 h 3949544"/>
              <a:gd name="connsiteX2317" fmla="*/ 497937 w 6103852"/>
              <a:gd name="connsiteY2317" fmla="*/ 2752314 h 3949544"/>
              <a:gd name="connsiteX2318" fmla="*/ 498318 w 6103852"/>
              <a:gd name="connsiteY2318" fmla="*/ 2752310 h 3949544"/>
              <a:gd name="connsiteX2319" fmla="*/ 494596 w 6103852"/>
              <a:gd name="connsiteY2319" fmla="*/ 2758427 h 3949544"/>
              <a:gd name="connsiteX2320" fmla="*/ 478274 w 6103852"/>
              <a:gd name="connsiteY2320" fmla="*/ 2767024 h 3949544"/>
              <a:gd name="connsiteX2321" fmla="*/ 423299 w 6103852"/>
              <a:gd name="connsiteY2321" fmla="*/ 2767676 h 3949544"/>
              <a:gd name="connsiteX2322" fmla="*/ 413856 w 6103852"/>
              <a:gd name="connsiteY2322" fmla="*/ 2771555 h 3949544"/>
              <a:gd name="connsiteX2323" fmla="*/ 418896 w 6103852"/>
              <a:gd name="connsiteY2323" fmla="*/ 2778585 h 3949544"/>
              <a:gd name="connsiteX2324" fmla="*/ 408527 w 6103852"/>
              <a:gd name="connsiteY2324" fmla="*/ 2778522 h 3949544"/>
              <a:gd name="connsiteX2325" fmla="*/ 391192 w 6103852"/>
              <a:gd name="connsiteY2325" fmla="*/ 2775716 h 3949544"/>
              <a:gd name="connsiteX2326" fmla="*/ 386402 w 6103852"/>
              <a:gd name="connsiteY2326" fmla="*/ 2776274 h 3949544"/>
              <a:gd name="connsiteX2327" fmla="*/ 384978 w 6103852"/>
              <a:gd name="connsiteY2327" fmla="*/ 2776500 h 3949544"/>
              <a:gd name="connsiteX2328" fmla="*/ 375356 w 6103852"/>
              <a:gd name="connsiteY2328" fmla="*/ 2774336 h 3949544"/>
              <a:gd name="connsiteX2329" fmla="*/ 364092 w 6103852"/>
              <a:gd name="connsiteY2329" fmla="*/ 2773218 h 3949544"/>
              <a:gd name="connsiteX2330" fmla="*/ 337785 w 6103852"/>
              <a:gd name="connsiteY2330" fmla="*/ 2782622 h 3949544"/>
              <a:gd name="connsiteX2331" fmla="*/ 337150 w 6103852"/>
              <a:gd name="connsiteY2331" fmla="*/ 2783217 h 3949544"/>
              <a:gd name="connsiteX2332" fmla="*/ 321850 w 6103852"/>
              <a:gd name="connsiteY2332" fmla="*/ 2784871 h 3949544"/>
              <a:gd name="connsiteX2333" fmla="*/ 317870 w 6103852"/>
              <a:gd name="connsiteY2333" fmla="*/ 2790768 h 3949544"/>
              <a:gd name="connsiteX2334" fmla="*/ 324065 w 6103852"/>
              <a:gd name="connsiteY2334" fmla="*/ 2795461 h 3949544"/>
              <a:gd name="connsiteX2335" fmla="*/ 323275 w 6103852"/>
              <a:gd name="connsiteY2335" fmla="*/ 2796200 h 3949544"/>
              <a:gd name="connsiteX2336" fmla="*/ 305069 w 6103852"/>
              <a:gd name="connsiteY2336" fmla="*/ 2800839 h 3949544"/>
              <a:gd name="connsiteX2337" fmla="*/ 288679 w 6103852"/>
              <a:gd name="connsiteY2337" fmla="*/ 2798389 h 3949544"/>
              <a:gd name="connsiteX2338" fmla="*/ 237550 w 6103852"/>
              <a:gd name="connsiteY2338" fmla="*/ 2789947 h 3949544"/>
              <a:gd name="connsiteX2339" fmla="*/ 167264 w 6103852"/>
              <a:gd name="connsiteY2339" fmla="*/ 2779456 h 3949544"/>
              <a:gd name="connsiteX2340" fmla="*/ 153367 w 6103852"/>
              <a:gd name="connsiteY2340" fmla="*/ 2778183 h 3949544"/>
              <a:gd name="connsiteX2341" fmla="*/ 126454 w 6103852"/>
              <a:gd name="connsiteY2341" fmla="*/ 2779115 h 3949544"/>
              <a:gd name="connsiteX2342" fmla="*/ 71480 w 6103852"/>
              <a:gd name="connsiteY2342" fmla="*/ 2791063 h 3949544"/>
              <a:gd name="connsiteX2343" fmla="*/ 70266 w 6103852"/>
              <a:gd name="connsiteY2343" fmla="*/ 2808847 h 3949544"/>
              <a:gd name="connsiteX2344" fmla="*/ 105612 w 6103852"/>
              <a:gd name="connsiteY2344" fmla="*/ 2818593 h 3949544"/>
              <a:gd name="connsiteX2345" fmla="*/ 107365 w 6103852"/>
              <a:gd name="connsiteY2345" fmla="*/ 2818716 h 3949544"/>
              <a:gd name="connsiteX2346" fmla="*/ 117482 w 6103852"/>
              <a:gd name="connsiteY2346" fmla="*/ 2816916 h 3949544"/>
              <a:gd name="connsiteX2347" fmla="*/ 126858 w 6103852"/>
              <a:gd name="connsiteY2347" fmla="*/ 2815116 h 3949544"/>
              <a:gd name="connsiteX2348" fmla="*/ 128681 w 6103852"/>
              <a:gd name="connsiteY2348" fmla="*/ 2815363 h 3949544"/>
              <a:gd name="connsiteX2349" fmla="*/ 162622 w 6103852"/>
              <a:gd name="connsiteY2349" fmla="*/ 2820244 h 3949544"/>
              <a:gd name="connsiteX2350" fmla="*/ 153367 w 6103852"/>
              <a:gd name="connsiteY2350" fmla="*/ 2819397 h 3949544"/>
              <a:gd name="connsiteX2351" fmla="*/ 126454 w 6103852"/>
              <a:gd name="connsiteY2351" fmla="*/ 2820328 h 3949544"/>
              <a:gd name="connsiteX2352" fmla="*/ 71480 w 6103852"/>
              <a:gd name="connsiteY2352" fmla="*/ 2832277 h 3949544"/>
              <a:gd name="connsiteX2353" fmla="*/ 70266 w 6103852"/>
              <a:gd name="connsiteY2353" fmla="*/ 2850060 h 3949544"/>
              <a:gd name="connsiteX2354" fmla="*/ 105612 w 6103852"/>
              <a:gd name="connsiteY2354" fmla="*/ 2859806 h 3949544"/>
              <a:gd name="connsiteX2355" fmla="*/ 107365 w 6103852"/>
              <a:gd name="connsiteY2355" fmla="*/ 2859929 h 3949544"/>
              <a:gd name="connsiteX2356" fmla="*/ 117482 w 6103852"/>
              <a:gd name="connsiteY2356" fmla="*/ 2858130 h 3949544"/>
              <a:gd name="connsiteX2357" fmla="*/ 126858 w 6103852"/>
              <a:gd name="connsiteY2357" fmla="*/ 2856329 h 3949544"/>
              <a:gd name="connsiteX2358" fmla="*/ 128681 w 6103852"/>
              <a:gd name="connsiteY2358" fmla="*/ 2856577 h 3949544"/>
              <a:gd name="connsiteX2359" fmla="*/ 218190 w 6103852"/>
              <a:gd name="connsiteY2359" fmla="*/ 2870264 h 3949544"/>
              <a:gd name="connsiteX2360" fmla="*/ 216504 w 6103852"/>
              <a:gd name="connsiteY2360" fmla="*/ 2878643 h 3949544"/>
              <a:gd name="connsiteX2361" fmla="*/ 223991 w 6103852"/>
              <a:gd name="connsiteY2361" fmla="*/ 2883951 h 3949544"/>
              <a:gd name="connsiteX2362" fmla="*/ 228173 w 6103852"/>
              <a:gd name="connsiteY2362" fmla="*/ 2883455 h 3949544"/>
              <a:gd name="connsiteX2363" fmla="*/ 247262 w 6103852"/>
              <a:gd name="connsiteY2363" fmla="*/ 2879451 h 3949544"/>
              <a:gd name="connsiteX2364" fmla="*/ 255745 w 6103852"/>
              <a:gd name="connsiteY2364" fmla="*/ 2882257 h 3949544"/>
              <a:gd name="connsiteX2365" fmla="*/ 200974 w 6103852"/>
              <a:gd name="connsiteY2365" fmla="*/ 2889057 h 3949544"/>
              <a:gd name="connsiteX2366" fmla="*/ 193824 w 6103852"/>
              <a:gd name="connsiteY2366" fmla="*/ 2897902 h 3949544"/>
              <a:gd name="connsiteX2367" fmla="*/ 202863 w 6103852"/>
              <a:gd name="connsiteY2367" fmla="*/ 2901999 h 3949544"/>
              <a:gd name="connsiteX2368" fmla="*/ 204685 w 6103852"/>
              <a:gd name="connsiteY2368" fmla="*/ 2901999 h 3949544"/>
              <a:gd name="connsiteX2369" fmla="*/ 240704 w 6103852"/>
              <a:gd name="connsiteY2369" fmla="*/ 2908175 h 3949544"/>
              <a:gd name="connsiteX2370" fmla="*/ 246437 w 6103852"/>
              <a:gd name="connsiteY2370" fmla="*/ 2909168 h 3949544"/>
              <a:gd name="connsiteX2371" fmla="*/ 258174 w 6103852"/>
              <a:gd name="connsiteY2371" fmla="*/ 2907213 h 3949544"/>
              <a:gd name="connsiteX2372" fmla="*/ 270451 w 6103852"/>
              <a:gd name="connsiteY2372" fmla="*/ 2905258 h 3949544"/>
              <a:gd name="connsiteX2373" fmla="*/ 271612 w 6103852"/>
              <a:gd name="connsiteY2373" fmla="*/ 2905628 h 3949544"/>
              <a:gd name="connsiteX2374" fmla="*/ 265946 w 6103852"/>
              <a:gd name="connsiteY2374" fmla="*/ 2908904 h 3949544"/>
              <a:gd name="connsiteX2375" fmla="*/ 266955 w 6103852"/>
              <a:gd name="connsiteY2375" fmla="*/ 2922762 h 3949544"/>
              <a:gd name="connsiteX2376" fmla="*/ 262222 w 6103852"/>
              <a:gd name="connsiteY2376" fmla="*/ 2922667 h 3949544"/>
              <a:gd name="connsiteX2377" fmla="*/ 200974 w 6103852"/>
              <a:gd name="connsiteY2377" fmla="*/ 2930270 h 3949544"/>
              <a:gd name="connsiteX2378" fmla="*/ 193824 w 6103852"/>
              <a:gd name="connsiteY2378" fmla="*/ 2939115 h 3949544"/>
              <a:gd name="connsiteX2379" fmla="*/ 202863 w 6103852"/>
              <a:gd name="connsiteY2379" fmla="*/ 2943212 h 3949544"/>
              <a:gd name="connsiteX2380" fmla="*/ 204685 w 6103852"/>
              <a:gd name="connsiteY2380" fmla="*/ 2943212 h 3949544"/>
              <a:gd name="connsiteX2381" fmla="*/ 240704 w 6103852"/>
              <a:gd name="connsiteY2381" fmla="*/ 2949389 h 3949544"/>
              <a:gd name="connsiteX2382" fmla="*/ 246437 w 6103852"/>
              <a:gd name="connsiteY2382" fmla="*/ 2950381 h 3949544"/>
              <a:gd name="connsiteX2383" fmla="*/ 258174 w 6103852"/>
              <a:gd name="connsiteY2383" fmla="*/ 2948426 h 3949544"/>
              <a:gd name="connsiteX2384" fmla="*/ 270451 w 6103852"/>
              <a:gd name="connsiteY2384" fmla="*/ 2946471 h 3949544"/>
              <a:gd name="connsiteX2385" fmla="*/ 282052 w 6103852"/>
              <a:gd name="connsiteY2385" fmla="*/ 2950164 h 3949544"/>
              <a:gd name="connsiteX2386" fmla="*/ 352609 w 6103852"/>
              <a:gd name="connsiteY2386" fmla="*/ 2941629 h 3949544"/>
              <a:gd name="connsiteX2387" fmla="*/ 376673 w 6103852"/>
              <a:gd name="connsiteY2387" fmla="*/ 2939352 h 3949544"/>
              <a:gd name="connsiteX2388" fmla="*/ 376217 w 6103852"/>
              <a:gd name="connsiteY2388" fmla="*/ 2940452 h 3949544"/>
              <a:gd name="connsiteX2389" fmla="*/ 387954 w 6103852"/>
              <a:gd name="connsiteY2389" fmla="*/ 2944765 h 3949544"/>
              <a:gd name="connsiteX2390" fmla="*/ 479231 w 6103852"/>
              <a:gd name="connsiteY2390" fmla="*/ 2944908 h 3949544"/>
              <a:gd name="connsiteX2391" fmla="*/ 480972 w 6103852"/>
              <a:gd name="connsiteY2391" fmla="*/ 2946874 h 3949544"/>
              <a:gd name="connsiteX2392" fmla="*/ 476115 w 6103852"/>
              <a:gd name="connsiteY2392" fmla="*/ 2956402 h 3949544"/>
              <a:gd name="connsiteX2393" fmla="*/ 427549 w 6103852"/>
              <a:gd name="connsiteY2393" fmla="*/ 2962082 h 3949544"/>
              <a:gd name="connsiteX2394" fmla="*/ 420804 w 6103852"/>
              <a:gd name="connsiteY2394" fmla="*/ 2960188 h 3949544"/>
              <a:gd name="connsiteX2395" fmla="*/ 411698 w 6103852"/>
              <a:gd name="connsiteY2395" fmla="*/ 2961647 h 3949544"/>
              <a:gd name="connsiteX2396" fmla="*/ 402591 w 6103852"/>
              <a:gd name="connsiteY2396" fmla="*/ 2963106 h 3949544"/>
              <a:gd name="connsiteX2397" fmla="*/ 394294 w 6103852"/>
              <a:gd name="connsiteY2397" fmla="*/ 2959971 h 3949544"/>
              <a:gd name="connsiteX2398" fmla="*/ 351192 w 6103852"/>
              <a:gd name="connsiteY2398" fmla="*/ 2966489 h 3949544"/>
              <a:gd name="connsiteX2399" fmla="*/ 346336 w 6103852"/>
              <a:gd name="connsiteY2399" fmla="*/ 2968755 h 3949544"/>
              <a:gd name="connsiteX2400" fmla="*/ 351529 w 6103852"/>
              <a:gd name="connsiteY2400" fmla="*/ 2971020 h 3949544"/>
              <a:gd name="connsiteX2401" fmla="*/ 364547 w 6103852"/>
              <a:gd name="connsiteY2401" fmla="*/ 2972355 h 3949544"/>
              <a:gd name="connsiteX2402" fmla="*/ 376217 w 6103852"/>
              <a:gd name="connsiteY2402" fmla="*/ 2981666 h 3949544"/>
              <a:gd name="connsiteX2403" fmla="*/ 387954 w 6103852"/>
              <a:gd name="connsiteY2403" fmla="*/ 2985979 h 3949544"/>
              <a:gd name="connsiteX2404" fmla="*/ 530279 w 6103852"/>
              <a:gd name="connsiteY2404" fmla="*/ 2986200 h 3949544"/>
              <a:gd name="connsiteX2405" fmla="*/ 524042 w 6103852"/>
              <a:gd name="connsiteY2405" fmla="*/ 2990891 h 3949544"/>
              <a:gd name="connsiteX2406" fmla="*/ 527753 w 6103852"/>
              <a:gd name="connsiteY2406" fmla="*/ 2996150 h 3949544"/>
              <a:gd name="connsiteX2407" fmla="*/ 524822 w 6103852"/>
              <a:gd name="connsiteY2407" fmla="*/ 2999183 h 3949544"/>
              <a:gd name="connsiteX2408" fmla="*/ 502209 w 6103852"/>
              <a:gd name="connsiteY2408" fmla="*/ 3001260 h 3949544"/>
              <a:gd name="connsiteX2409" fmla="*/ 522203 w 6103852"/>
              <a:gd name="connsiteY2409" fmla="*/ 3001895 h 3949544"/>
              <a:gd name="connsiteX2410" fmla="*/ 520489 w 6103852"/>
              <a:gd name="connsiteY2410" fmla="*/ 3003668 h 3949544"/>
              <a:gd name="connsiteX2411" fmla="*/ 535371 w 6103852"/>
              <a:gd name="connsiteY2411" fmla="*/ 3011507 h 3949544"/>
              <a:gd name="connsiteX2412" fmla="*/ 535361 w 6103852"/>
              <a:gd name="connsiteY2412" fmla="*/ 3011470 h 3949544"/>
              <a:gd name="connsiteX2413" fmla="*/ 537341 w 6103852"/>
              <a:gd name="connsiteY2413" fmla="*/ 3011072 h 3949544"/>
              <a:gd name="connsiteX2414" fmla="*/ 545988 w 6103852"/>
              <a:gd name="connsiteY2414" fmla="*/ 3006158 h 3949544"/>
              <a:gd name="connsiteX2415" fmla="*/ 549165 w 6103852"/>
              <a:gd name="connsiteY2415" fmla="*/ 3008702 h 3949544"/>
              <a:gd name="connsiteX2416" fmla="*/ 537341 w 6103852"/>
              <a:gd name="connsiteY2416" fmla="*/ 3011072 h 3949544"/>
              <a:gd name="connsiteX2417" fmla="*/ 535998 w 6103852"/>
              <a:gd name="connsiteY2417" fmla="*/ 3011836 h 3949544"/>
              <a:gd name="connsiteX2418" fmla="*/ 535371 w 6103852"/>
              <a:gd name="connsiteY2418" fmla="*/ 3011507 h 3949544"/>
              <a:gd name="connsiteX2419" fmla="*/ 537844 w 6103852"/>
              <a:gd name="connsiteY2419" fmla="*/ 3020084 h 3949544"/>
              <a:gd name="connsiteX2420" fmla="*/ 513298 w 6103852"/>
              <a:gd name="connsiteY2420" fmla="*/ 3028846 h 3949544"/>
              <a:gd name="connsiteX2421" fmla="*/ 530255 w 6103852"/>
              <a:gd name="connsiteY2421" fmla="*/ 3035878 h 3949544"/>
              <a:gd name="connsiteX2422" fmla="*/ 528200 w 6103852"/>
              <a:gd name="connsiteY2422" fmla="*/ 3036154 h 3949544"/>
              <a:gd name="connsiteX2423" fmla="*/ 528638 w 6103852"/>
              <a:gd name="connsiteY2423" fmla="*/ 3036447 h 3949544"/>
              <a:gd name="connsiteX2424" fmla="*/ 528894 w 6103852"/>
              <a:gd name="connsiteY2424" fmla="*/ 3036182 h 3949544"/>
              <a:gd name="connsiteX2425" fmla="*/ 529471 w 6103852"/>
              <a:gd name="connsiteY2425" fmla="*/ 3037002 h 3949544"/>
              <a:gd name="connsiteX2426" fmla="*/ 528638 w 6103852"/>
              <a:gd name="connsiteY2426" fmla="*/ 3036447 h 3949544"/>
              <a:gd name="connsiteX2427" fmla="*/ 520489 w 6103852"/>
              <a:gd name="connsiteY2427" fmla="*/ 3044882 h 3949544"/>
              <a:gd name="connsiteX2428" fmla="*/ 535371 w 6103852"/>
              <a:gd name="connsiteY2428" fmla="*/ 3052721 h 3949544"/>
              <a:gd name="connsiteX2429" fmla="*/ 535361 w 6103852"/>
              <a:gd name="connsiteY2429" fmla="*/ 3052683 h 3949544"/>
              <a:gd name="connsiteX2430" fmla="*/ 537341 w 6103852"/>
              <a:gd name="connsiteY2430" fmla="*/ 3052285 h 3949544"/>
              <a:gd name="connsiteX2431" fmla="*/ 545988 w 6103852"/>
              <a:gd name="connsiteY2431" fmla="*/ 3047371 h 3949544"/>
              <a:gd name="connsiteX2432" fmla="*/ 549165 w 6103852"/>
              <a:gd name="connsiteY2432" fmla="*/ 3049915 h 3949544"/>
              <a:gd name="connsiteX2433" fmla="*/ 537341 w 6103852"/>
              <a:gd name="connsiteY2433" fmla="*/ 3052285 h 3949544"/>
              <a:gd name="connsiteX2434" fmla="*/ 535998 w 6103852"/>
              <a:gd name="connsiteY2434" fmla="*/ 3053049 h 3949544"/>
              <a:gd name="connsiteX2435" fmla="*/ 535371 w 6103852"/>
              <a:gd name="connsiteY2435" fmla="*/ 3052721 h 3949544"/>
              <a:gd name="connsiteX2436" fmla="*/ 537131 w 6103852"/>
              <a:gd name="connsiteY2436" fmla="*/ 3058824 h 3949544"/>
              <a:gd name="connsiteX2437" fmla="*/ 516952 w 6103852"/>
              <a:gd name="connsiteY2437" fmla="*/ 3058935 h 3949544"/>
              <a:gd name="connsiteX2438" fmla="*/ 501690 w 6103852"/>
              <a:gd name="connsiteY2438" fmla="*/ 3066361 h 3949544"/>
              <a:gd name="connsiteX2439" fmla="*/ 520172 w 6103852"/>
              <a:gd name="connsiteY2439" fmla="*/ 3085179 h 3949544"/>
              <a:gd name="connsiteX2440" fmla="*/ 501286 w 6103852"/>
              <a:gd name="connsiteY2440" fmla="*/ 3098289 h 3949544"/>
              <a:gd name="connsiteX2441" fmla="*/ 471657 w 6103852"/>
              <a:gd name="connsiteY2441" fmla="*/ 3074837 h 3949544"/>
              <a:gd name="connsiteX2442" fmla="*/ 484943 w 6103852"/>
              <a:gd name="connsiteY2442" fmla="*/ 3073179 h 3949544"/>
              <a:gd name="connsiteX2443" fmla="*/ 473765 w 6103852"/>
              <a:gd name="connsiteY2443" fmla="*/ 3063577 h 3949544"/>
              <a:gd name="connsiteX2444" fmla="*/ 420889 w 6103852"/>
              <a:gd name="connsiteY2444" fmla="*/ 3081873 h 3949544"/>
              <a:gd name="connsiteX2445" fmla="*/ 422276 w 6103852"/>
              <a:gd name="connsiteY2445" fmla="*/ 3094531 h 3949544"/>
              <a:gd name="connsiteX2446" fmla="*/ 439660 w 6103852"/>
              <a:gd name="connsiteY2446" fmla="*/ 3088343 h 3949544"/>
              <a:gd name="connsiteX2447" fmla="*/ 487598 w 6103852"/>
              <a:gd name="connsiteY2447" fmla="*/ 3114478 h 3949544"/>
              <a:gd name="connsiteX2448" fmla="*/ 496267 w 6103852"/>
              <a:gd name="connsiteY2448" fmla="*/ 3124032 h 3949544"/>
              <a:gd name="connsiteX2449" fmla="*/ 502572 w 6103852"/>
              <a:gd name="connsiteY2449" fmla="*/ 3126448 h 3949544"/>
              <a:gd name="connsiteX2450" fmla="*/ 449284 w 6103852"/>
              <a:gd name="connsiteY2450" fmla="*/ 3126532 h 3949544"/>
              <a:gd name="connsiteX2451" fmla="*/ 437547 w 6103852"/>
              <a:gd name="connsiteY2451" fmla="*/ 3130845 h 3949544"/>
              <a:gd name="connsiteX2452" fmla="*/ 425877 w 6103852"/>
              <a:gd name="connsiteY2452" fmla="*/ 3140155 h 3949544"/>
              <a:gd name="connsiteX2453" fmla="*/ 412859 w 6103852"/>
              <a:gd name="connsiteY2453" fmla="*/ 3141490 h 3949544"/>
              <a:gd name="connsiteX2454" fmla="*/ 407666 w 6103852"/>
              <a:gd name="connsiteY2454" fmla="*/ 3143756 h 3949544"/>
              <a:gd name="connsiteX2455" fmla="*/ 412523 w 6103852"/>
              <a:gd name="connsiteY2455" fmla="*/ 3146021 h 3949544"/>
              <a:gd name="connsiteX2456" fmla="*/ 455624 w 6103852"/>
              <a:gd name="connsiteY2456" fmla="*/ 3152539 h 3949544"/>
              <a:gd name="connsiteX2457" fmla="*/ 463921 w 6103852"/>
              <a:gd name="connsiteY2457" fmla="*/ 3149403 h 3949544"/>
              <a:gd name="connsiteX2458" fmla="*/ 473028 w 6103852"/>
              <a:gd name="connsiteY2458" fmla="*/ 3150863 h 3949544"/>
              <a:gd name="connsiteX2459" fmla="*/ 482134 w 6103852"/>
              <a:gd name="connsiteY2459" fmla="*/ 3152321 h 3949544"/>
              <a:gd name="connsiteX2460" fmla="*/ 488879 w 6103852"/>
              <a:gd name="connsiteY2460" fmla="*/ 3150428 h 3949544"/>
              <a:gd name="connsiteX2461" fmla="*/ 503740 w 6103852"/>
              <a:gd name="connsiteY2461" fmla="*/ 3152167 h 3949544"/>
              <a:gd name="connsiteX2462" fmla="*/ 503061 w 6103852"/>
              <a:gd name="connsiteY2462" fmla="*/ 3155231 h 3949544"/>
              <a:gd name="connsiteX2463" fmla="*/ 490313 w 6103852"/>
              <a:gd name="connsiteY2463" fmla="*/ 3164065 h 3949544"/>
              <a:gd name="connsiteX2464" fmla="*/ 506109 w 6103852"/>
              <a:gd name="connsiteY2464" fmla="*/ 3175221 h 3949544"/>
              <a:gd name="connsiteX2465" fmla="*/ 471341 w 6103852"/>
              <a:gd name="connsiteY2465" fmla="*/ 3176312 h 3949544"/>
              <a:gd name="connsiteX2466" fmla="*/ 413939 w 6103852"/>
              <a:gd name="connsiteY2466" fmla="*/ 3170881 h 3949544"/>
              <a:gd name="connsiteX2467" fmla="*/ 343383 w 6103852"/>
              <a:gd name="connsiteY2467" fmla="*/ 3162346 h 3949544"/>
              <a:gd name="connsiteX2468" fmla="*/ 331781 w 6103852"/>
              <a:gd name="connsiteY2468" fmla="*/ 3166039 h 3949544"/>
              <a:gd name="connsiteX2469" fmla="*/ 319504 w 6103852"/>
              <a:gd name="connsiteY2469" fmla="*/ 3164084 h 3949544"/>
              <a:gd name="connsiteX2470" fmla="*/ 307767 w 6103852"/>
              <a:gd name="connsiteY2470" fmla="*/ 3162128 h 3949544"/>
              <a:gd name="connsiteX2471" fmla="*/ 302034 w 6103852"/>
              <a:gd name="connsiteY2471" fmla="*/ 3163122 h 3949544"/>
              <a:gd name="connsiteX2472" fmla="*/ 266014 w 6103852"/>
              <a:gd name="connsiteY2472" fmla="*/ 3169297 h 3949544"/>
              <a:gd name="connsiteX2473" fmla="*/ 264193 w 6103852"/>
              <a:gd name="connsiteY2473" fmla="*/ 3169297 h 3949544"/>
              <a:gd name="connsiteX2474" fmla="*/ 255154 w 6103852"/>
              <a:gd name="connsiteY2474" fmla="*/ 3173394 h 3949544"/>
              <a:gd name="connsiteX2475" fmla="*/ 262305 w 6103852"/>
              <a:gd name="connsiteY2475" fmla="*/ 3182240 h 3949544"/>
              <a:gd name="connsiteX2476" fmla="*/ 280468 w 6103852"/>
              <a:gd name="connsiteY2476" fmla="*/ 3185949 h 3949544"/>
              <a:gd name="connsiteX2477" fmla="*/ 251496 w 6103852"/>
              <a:gd name="connsiteY2477" fmla="*/ 3184210 h 3949544"/>
              <a:gd name="connsiteX2478" fmla="*/ 226337 w 6103852"/>
              <a:gd name="connsiteY2478" fmla="*/ 3179740 h 3949544"/>
              <a:gd name="connsiteX2479" fmla="*/ 221953 w 6103852"/>
              <a:gd name="connsiteY2479" fmla="*/ 3179462 h 3949544"/>
              <a:gd name="connsiteX2480" fmla="*/ 205898 w 6103852"/>
              <a:gd name="connsiteY2480" fmla="*/ 3185978 h 3949544"/>
              <a:gd name="connsiteX2481" fmla="*/ 204616 w 6103852"/>
              <a:gd name="connsiteY2481" fmla="*/ 3203606 h 3949544"/>
              <a:gd name="connsiteX2482" fmla="*/ 224582 w 6103852"/>
              <a:gd name="connsiteY2482" fmla="*/ 3215152 h 3949544"/>
              <a:gd name="connsiteX2483" fmla="*/ 227820 w 6103852"/>
              <a:gd name="connsiteY2483" fmla="*/ 3219807 h 3949544"/>
              <a:gd name="connsiteX2484" fmla="*/ 199625 w 6103852"/>
              <a:gd name="connsiteY2484" fmla="*/ 3228528 h 3949544"/>
              <a:gd name="connsiteX2485" fmla="*/ 185932 w 6103852"/>
              <a:gd name="connsiteY2485" fmla="*/ 3233059 h 3949544"/>
              <a:gd name="connsiteX2486" fmla="*/ 166843 w 6103852"/>
              <a:gd name="connsiteY2486" fmla="*/ 3229055 h 3949544"/>
              <a:gd name="connsiteX2487" fmla="*/ 162661 w 6103852"/>
              <a:gd name="connsiteY2487" fmla="*/ 3228558 h 3949544"/>
              <a:gd name="connsiteX2488" fmla="*/ 155174 w 6103852"/>
              <a:gd name="connsiteY2488" fmla="*/ 3233866 h 3949544"/>
              <a:gd name="connsiteX2489" fmla="*/ 156860 w 6103852"/>
              <a:gd name="connsiteY2489" fmla="*/ 3242246 h 3949544"/>
              <a:gd name="connsiteX2490" fmla="*/ 67351 w 6103852"/>
              <a:gd name="connsiteY2490" fmla="*/ 3255932 h 3949544"/>
              <a:gd name="connsiteX2491" fmla="*/ 65528 w 6103852"/>
              <a:gd name="connsiteY2491" fmla="*/ 3256181 h 3949544"/>
              <a:gd name="connsiteX2492" fmla="*/ 56152 w 6103852"/>
              <a:gd name="connsiteY2492" fmla="*/ 3254381 h 3949544"/>
              <a:gd name="connsiteX2493" fmla="*/ 46035 w 6103852"/>
              <a:gd name="connsiteY2493" fmla="*/ 3252581 h 3949544"/>
              <a:gd name="connsiteX2494" fmla="*/ 44281 w 6103852"/>
              <a:gd name="connsiteY2494" fmla="*/ 3252704 h 3949544"/>
              <a:gd name="connsiteX2495" fmla="*/ 8935 w 6103852"/>
              <a:gd name="connsiteY2495" fmla="*/ 3262449 h 3949544"/>
              <a:gd name="connsiteX2496" fmla="*/ 10150 w 6103852"/>
              <a:gd name="connsiteY2496" fmla="*/ 3280232 h 3949544"/>
              <a:gd name="connsiteX2497" fmla="*/ 65124 w 6103852"/>
              <a:gd name="connsiteY2497" fmla="*/ 3292182 h 3949544"/>
              <a:gd name="connsiteX2498" fmla="*/ 92037 w 6103852"/>
              <a:gd name="connsiteY2498" fmla="*/ 3293113 h 3949544"/>
              <a:gd name="connsiteX2499" fmla="*/ 105933 w 6103852"/>
              <a:gd name="connsiteY2499" fmla="*/ 3291841 h 3949544"/>
              <a:gd name="connsiteX2500" fmla="*/ 176219 w 6103852"/>
              <a:gd name="connsiteY2500" fmla="*/ 3281350 h 3949544"/>
              <a:gd name="connsiteX2501" fmla="*/ 227349 w 6103852"/>
              <a:gd name="connsiteY2501" fmla="*/ 3272908 h 3949544"/>
              <a:gd name="connsiteX2502" fmla="*/ 243739 w 6103852"/>
              <a:gd name="connsiteY2502" fmla="*/ 3270457 h 3949544"/>
              <a:gd name="connsiteX2503" fmla="*/ 276454 w 6103852"/>
              <a:gd name="connsiteY2503" fmla="*/ 3288674 h 3949544"/>
              <a:gd name="connsiteX2504" fmla="*/ 302761 w 6103852"/>
              <a:gd name="connsiteY2504" fmla="*/ 3298079 h 3949544"/>
              <a:gd name="connsiteX2505" fmla="*/ 314026 w 6103852"/>
              <a:gd name="connsiteY2505" fmla="*/ 3296961 h 3949544"/>
              <a:gd name="connsiteX2506" fmla="*/ 332237 w 6103852"/>
              <a:gd name="connsiteY2506" fmla="*/ 3292864 h 3949544"/>
              <a:gd name="connsiteX2507" fmla="*/ 424513 w 6103852"/>
              <a:gd name="connsiteY2507" fmla="*/ 3292306 h 3949544"/>
              <a:gd name="connsiteX2508" fmla="*/ 430825 w 6103852"/>
              <a:gd name="connsiteY2508" fmla="*/ 3292344 h 3949544"/>
              <a:gd name="connsiteX2509" fmla="*/ 447732 w 6103852"/>
              <a:gd name="connsiteY2509" fmla="*/ 3295022 h 3949544"/>
              <a:gd name="connsiteX2510" fmla="*/ 452522 w 6103852"/>
              <a:gd name="connsiteY2510" fmla="*/ 3295581 h 3949544"/>
              <a:gd name="connsiteX2511" fmla="*/ 471034 w 6103852"/>
              <a:gd name="connsiteY2511" fmla="*/ 3292583 h 3949544"/>
              <a:gd name="connsiteX2512" fmla="*/ 476587 w 6103852"/>
              <a:gd name="connsiteY2512" fmla="*/ 3292616 h 3949544"/>
              <a:gd name="connsiteX2513" fmla="*/ 520566 w 6103852"/>
              <a:gd name="connsiteY2513" fmla="*/ 3300407 h 3949544"/>
              <a:gd name="connsiteX2514" fmla="*/ 527582 w 6103852"/>
              <a:gd name="connsiteY2514" fmla="*/ 3299940 h 3949544"/>
              <a:gd name="connsiteX2515" fmla="*/ 545119 w 6103852"/>
              <a:gd name="connsiteY2515" fmla="*/ 3314279 h 3949544"/>
              <a:gd name="connsiteX2516" fmla="*/ 561892 w 6103852"/>
              <a:gd name="connsiteY2516" fmla="*/ 3320089 h 3949544"/>
              <a:gd name="connsiteX2517" fmla="*/ 548237 w 6103852"/>
              <a:gd name="connsiteY2517" fmla="*/ 3325158 h 3949544"/>
              <a:gd name="connsiteX2518" fmla="*/ 536906 w 6103852"/>
              <a:gd name="connsiteY2518" fmla="*/ 3328509 h 3949544"/>
              <a:gd name="connsiteX2519" fmla="*/ 519975 w 6103852"/>
              <a:gd name="connsiteY2519" fmla="*/ 3325499 h 3949544"/>
              <a:gd name="connsiteX2520" fmla="*/ 504798 w 6103852"/>
              <a:gd name="connsiteY2520" fmla="*/ 3323917 h 3949544"/>
              <a:gd name="connsiteX2521" fmla="*/ 487260 w 6103852"/>
              <a:gd name="connsiteY2521" fmla="*/ 3330993 h 3949544"/>
              <a:gd name="connsiteX2522" fmla="*/ 481662 w 6103852"/>
              <a:gd name="connsiteY2522" fmla="*/ 3331923 h 3949544"/>
              <a:gd name="connsiteX2523" fmla="*/ 478132 w 6103852"/>
              <a:gd name="connsiteY2523" fmla="*/ 3336846 h 3949544"/>
              <a:gd name="connsiteX2524" fmla="*/ 463628 w 6103852"/>
              <a:gd name="connsiteY2524" fmla="*/ 3335368 h 3949544"/>
              <a:gd name="connsiteX2525" fmla="*/ 472917 w 6103852"/>
              <a:gd name="connsiteY2525" fmla="*/ 3320796 h 3949544"/>
              <a:gd name="connsiteX2526" fmla="*/ 425813 w 6103852"/>
              <a:gd name="connsiteY2526" fmla="*/ 3328206 h 3949544"/>
              <a:gd name="connsiteX2527" fmla="*/ 420486 w 6103852"/>
              <a:gd name="connsiteY2527" fmla="*/ 3338872 h 3949544"/>
              <a:gd name="connsiteX2528" fmla="*/ 421467 w 6103852"/>
              <a:gd name="connsiteY2528" fmla="*/ 3356757 h 3949544"/>
              <a:gd name="connsiteX2529" fmla="*/ 364232 w 6103852"/>
              <a:gd name="connsiteY2529" fmla="*/ 3359723 h 3949544"/>
              <a:gd name="connsiteX2530" fmla="*/ 355452 w 6103852"/>
              <a:gd name="connsiteY2530" fmla="*/ 3352123 h 3949544"/>
              <a:gd name="connsiteX2531" fmla="*/ 332740 w 6103852"/>
              <a:gd name="connsiteY2531" fmla="*/ 3359794 h 3949544"/>
              <a:gd name="connsiteX2532" fmla="*/ 351757 w 6103852"/>
              <a:gd name="connsiteY2532" fmla="*/ 3364612 h 3949544"/>
              <a:gd name="connsiteX2533" fmla="*/ 363122 w 6103852"/>
              <a:gd name="connsiteY2533" fmla="*/ 3373798 h 3949544"/>
              <a:gd name="connsiteX2534" fmla="*/ 392185 w 6103852"/>
              <a:gd name="connsiteY2534" fmla="*/ 3372409 h 3949544"/>
              <a:gd name="connsiteX2535" fmla="*/ 393411 w 6103852"/>
              <a:gd name="connsiteY2535" fmla="*/ 3373895 h 3949544"/>
              <a:gd name="connsiteX2536" fmla="*/ 363385 w 6103852"/>
              <a:gd name="connsiteY2536" fmla="*/ 3374010 h 3949544"/>
              <a:gd name="connsiteX2537" fmla="*/ 363122 w 6103852"/>
              <a:gd name="connsiteY2537" fmla="*/ 3373798 h 3949544"/>
              <a:gd name="connsiteX2538" fmla="*/ 362614 w 6103852"/>
              <a:gd name="connsiteY2538" fmla="*/ 3373822 h 3949544"/>
              <a:gd name="connsiteX2539" fmla="*/ 363074 w 6103852"/>
              <a:gd name="connsiteY2539" fmla="*/ 3374011 h 3949544"/>
              <a:gd name="connsiteX2540" fmla="*/ 315862 w 6103852"/>
              <a:gd name="connsiteY2540" fmla="*/ 3374194 h 3949544"/>
              <a:gd name="connsiteX2541" fmla="*/ 314243 w 6103852"/>
              <a:gd name="connsiteY2541" fmla="*/ 3374194 h 3949544"/>
              <a:gd name="connsiteX2542" fmla="*/ 298324 w 6103852"/>
              <a:gd name="connsiteY2542" fmla="*/ 3373853 h 3949544"/>
              <a:gd name="connsiteX2543" fmla="*/ 282203 w 6103852"/>
              <a:gd name="connsiteY2543" fmla="*/ 3373511 h 3949544"/>
              <a:gd name="connsiteX2544" fmla="*/ 243080 w 6103852"/>
              <a:gd name="connsiteY2544" fmla="*/ 3379873 h 3949544"/>
              <a:gd name="connsiteX2545" fmla="*/ 237819 w 6103852"/>
              <a:gd name="connsiteY2545" fmla="*/ 3380526 h 3949544"/>
              <a:gd name="connsiteX2546" fmla="*/ 235391 w 6103852"/>
              <a:gd name="connsiteY2546" fmla="*/ 3380494 h 3949544"/>
              <a:gd name="connsiteX2547" fmla="*/ 232895 w 6103852"/>
              <a:gd name="connsiteY2547" fmla="*/ 3380463 h 3949544"/>
              <a:gd name="connsiteX2548" fmla="*/ 229658 w 6103852"/>
              <a:gd name="connsiteY2548" fmla="*/ 3380587 h 3949544"/>
              <a:gd name="connsiteX2549" fmla="*/ 214885 w 6103852"/>
              <a:gd name="connsiteY2549" fmla="*/ 3381207 h 3949544"/>
              <a:gd name="connsiteX2550" fmla="*/ 206790 w 6103852"/>
              <a:gd name="connsiteY2550" fmla="*/ 3381146 h 3949544"/>
              <a:gd name="connsiteX2551" fmla="*/ 198628 w 6103852"/>
              <a:gd name="connsiteY2551" fmla="*/ 3381053 h 3949544"/>
              <a:gd name="connsiteX2552" fmla="*/ 169422 w 6103852"/>
              <a:gd name="connsiteY2552" fmla="*/ 3384529 h 3949544"/>
              <a:gd name="connsiteX2553" fmla="*/ 141361 w 6103852"/>
              <a:gd name="connsiteY2553" fmla="*/ 3387725 h 3949544"/>
              <a:gd name="connsiteX2554" fmla="*/ 135290 w 6103852"/>
              <a:gd name="connsiteY2554" fmla="*/ 3387694 h 3949544"/>
              <a:gd name="connsiteX2555" fmla="*/ 129084 w 6103852"/>
              <a:gd name="connsiteY2555" fmla="*/ 3387664 h 3949544"/>
              <a:gd name="connsiteX2556" fmla="*/ 109726 w 6103852"/>
              <a:gd name="connsiteY2556" fmla="*/ 3388843 h 3949544"/>
              <a:gd name="connsiteX2557" fmla="*/ 104397 w 6103852"/>
              <a:gd name="connsiteY2557" fmla="*/ 3391046 h 3949544"/>
              <a:gd name="connsiteX2558" fmla="*/ 113639 w 6103852"/>
              <a:gd name="connsiteY2558" fmla="*/ 3394771 h 3949544"/>
              <a:gd name="connsiteX2559" fmla="*/ 121597 w 6103852"/>
              <a:gd name="connsiteY2559" fmla="*/ 3394957 h 3949544"/>
              <a:gd name="connsiteX2560" fmla="*/ 126994 w 6103852"/>
              <a:gd name="connsiteY2560" fmla="*/ 3394926 h 3949544"/>
              <a:gd name="connsiteX2561" fmla="*/ 132525 w 6103852"/>
              <a:gd name="connsiteY2561" fmla="*/ 3394895 h 3949544"/>
              <a:gd name="connsiteX2562" fmla="*/ 147634 w 6103852"/>
              <a:gd name="connsiteY2562" fmla="*/ 3395919 h 3949544"/>
              <a:gd name="connsiteX2563" fmla="*/ 165981 w 6103852"/>
              <a:gd name="connsiteY2563" fmla="*/ 3399395 h 3949544"/>
              <a:gd name="connsiteX2564" fmla="*/ 176638 w 6103852"/>
              <a:gd name="connsiteY2564" fmla="*/ 3396539 h 3949544"/>
              <a:gd name="connsiteX2565" fmla="*/ 218190 w 6103852"/>
              <a:gd name="connsiteY2565" fmla="*/ 3407371 h 3949544"/>
              <a:gd name="connsiteX2566" fmla="*/ 218864 w 6103852"/>
              <a:gd name="connsiteY2566" fmla="*/ 3407433 h 3949544"/>
              <a:gd name="connsiteX2567" fmla="*/ 228982 w 6103852"/>
              <a:gd name="connsiteY2567" fmla="*/ 3404112 h 3949544"/>
              <a:gd name="connsiteX2568" fmla="*/ 246858 w 6103852"/>
              <a:gd name="connsiteY2568" fmla="*/ 3401691 h 3949544"/>
              <a:gd name="connsiteX2569" fmla="*/ 253805 w 6103852"/>
              <a:gd name="connsiteY2569" fmla="*/ 3401816 h 3949544"/>
              <a:gd name="connsiteX2570" fmla="*/ 260752 w 6103852"/>
              <a:gd name="connsiteY2570" fmla="*/ 3401940 h 3949544"/>
              <a:gd name="connsiteX2571" fmla="*/ 276910 w 6103852"/>
              <a:gd name="connsiteY2571" fmla="*/ 3399190 h 3949544"/>
              <a:gd name="connsiteX2572" fmla="*/ 277145 w 6103852"/>
              <a:gd name="connsiteY2572" fmla="*/ 3401659 h 3949544"/>
              <a:gd name="connsiteX2573" fmla="*/ 288798 w 6103852"/>
              <a:gd name="connsiteY2573" fmla="*/ 3405213 h 3949544"/>
              <a:gd name="connsiteX2574" fmla="*/ 295071 w 6103852"/>
              <a:gd name="connsiteY2574" fmla="*/ 3406331 h 3949544"/>
              <a:gd name="connsiteX2575" fmla="*/ 299860 w 6103852"/>
              <a:gd name="connsiteY2575" fmla="*/ 3408782 h 3949544"/>
              <a:gd name="connsiteX2576" fmla="*/ 296015 w 6103852"/>
              <a:gd name="connsiteY2576" fmla="*/ 3410862 h 3949544"/>
              <a:gd name="connsiteX2577" fmla="*/ 242119 w 6103852"/>
              <a:gd name="connsiteY2577" fmla="*/ 3413096 h 3949544"/>
              <a:gd name="connsiteX2578" fmla="*/ 226404 w 6103852"/>
              <a:gd name="connsiteY2578" fmla="*/ 3417752 h 3949544"/>
              <a:gd name="connsiteX2579" fmla="*/ 219659 w 6103852"/>
              <a:gd name="connsiteY2579" fmla="*/ 3416075 h 3949544"/>
              <a:gd name="connsiteX2580" fmla="*/ 199422 w 6103852"/>
              <a:gd name="connsiteY2580" fmla="*/ 3412630 h 3949544"/>
              <a:gd name="connsiteX2581" fmla="*/ 192475 w 6103852"/>
              <a:gd name="connsiteY2581" fmla="*/ 3412755 h 3949544"/>
              <a:gd name="connsiteX2582" fmla="*/ 185528 w 6103852"/>
              <a:gd name="connsiteY2582" fmla="*/ 3412878 h 3949544"/>
              <a:gd name="connsiteX2583" fmla="*/ 167652 w 6103852"/>
              <a:gd name="connsiteY2583" fmla="*/ 3410457 h 3949544"/>
              <a:gd name="connsiteX2584" fmla="*/ 157534 w 6103852"/>
              <a:gd name="connsiteY2584" fmla="*/ 3407137 h 3949544"/>
              <a:gd name="connsiteX2585" fmla="*/ 156860 w 6103852"/>
              <a:gd name="connsiteY2585" fmla="*/ 3407200 h 3949544"/>
              <a:gd name="connsiteX2586" fmla="*/ 115308 w 6103852"/>
              <a:gd name="connsiteY2586" fmla="*/ 3418030 h 3949544"/>
              <a:gd name="connsiteX2587" fmla="*/ 104651 w 6103852"/>
              <a:gd name="connsiteY2587" fmla="*/ 3415176 h 3949544"/>
              <a:gd name="connsiteX2588" fmla="*/ 86304 w 6103852"/>
              <a:gd name="connsiteY2588" fmla="*/ 3418651 h 3949544"/>
              <a:gd name="connsiteX2589" fmla="*/ 71195 w 6103852"/>
              <a:gd name="connsiteY2589" fmla="*/ 3419676 h 3949544"/>
              <a:gd name="connsiteX2590" fmla="*/ 65664 w 6103852"/>
              <a:gd name="connsiteY2590" fmla="*/ 3419644 h 3949544"/>
              <a:gd name="connsiteX2591" fmla="*/ 60267 w 6103852"/>
              <a:gd name="connsiteY2591" fmla="*/ 3419613 h 3949544"/>
              <a:gd name="connsiteX2592" fmla="*/ 52308 w 6103852"/>
              <a:gd name="connsiteY2592" fmla="*/ 3419800 h 3949544"/>
              <a:gd name="connsiteX2593" fmla="*/ 43067 w 6103852"/>
              <a:gd name="connsiteY2593" fmla="*/ 3423524 h 3949544"/>
              <a:gd name="connsiteX2594" fmla="*/ 48396 w 6103852"/>
              <a:gd name="connsiteY2594" fmla="*/ 3425728 h 3949544"/>
              <a:gd name="connsiteX2595" fmla="*/ 67754 w 6103852"/>
              <a:gd name="connsiteY2595" fmla="*/ 3426907 h 3949544"/>
              <a:gd name="connsiteX2596" fmla="*/ 73960 w 6103852"/>
              <a:gd name="connsiteY2596" fmla="*/ 3426876 h 3949544"/>
              <a:gd name="connsiteX2597" fmla="*/ 80031 w 6103852"/>
              <a:gd name="connsiteY2597" fmla="*/ 3426844 h 3949544"/>
              <a:gd name="connsiteX2598" fmla="*/ 108092 w 6103852"/>
              <a:gd name="connsiteY2598" fmla="*/ 3430042 h 3949544"/>
              <a:gd name="connsiteX2599" fmla="*/ 137298 w 6103852"/>
              <a:gd name="connsiteY2599" fmla="*/ 3433517 h 3949544"/>
              <a:gd name="connsiteX2600" fmla="*/ 145460 w 6103852"/>
              <a:gd name="connsiteY2600" fmla="*/ 3433424 h 3949544"/>
              <a:gd name="connsiteX2601" fmla="*/ 153554 w 6103852"/>
              <a:gd name="connsiteY2601" fmla="*/ 3433362 h 3949544"/>
              <a:gd name="connsiteX2602" fmla="*/ 168327 w 6103852"/>
              <a:gd name="connsiteY2602" fmla="*/ 3433983 h 3949544"/>
              <a:gd name="connsiteX2603" fmla="*/ 171565 w 6103852"/>
              <a:gd name="connsiteY2603" fmla="*/ 3434107 h 3949544"/>
              <a:gd name="connsiteX2604" fmla="*/ 174061 w 6103852"/>
              <a:gd name="connsiteY2604" fmla="*/ 3434076 h 3949544"/>
              <a:gd name="connsiteX2605" fmla="*/ 176489 w 6103852"/>
              <a:gd name="connsiteY2605" fmla="*/ 3434045 h 3949544"/>
              <a:gd name="connsiteX2606" fmla="*/ 181750 w 6103852"/>
              <a:gd name="connsiteY2606" fmla="*/ 3434697 h 3949544"/>
              <a:gd name="connsiteX2607" fmla="*/ 220874 w 6103852"/>
              <a:gd name="connsiteY2607" fmla="*/ 3441059 h 3949544"/>
              <a:gd name="connsiteX2608" fmla="*/ 236994 w 6103852"/>
              <a:gd name="connsiteY2608" fmla="*/ 3440718 h 3949544"/>
              <a:gd name="connsiteX2609" fmla="*/ 252913 w 6103852"/>
              <a:gd name="connsiteY2609" fmla="*/ 3440377 h 3949544"/>
              <a:gd name="connsiteX2610" fmla="*/ 254532 w 6103852"/>
              <a:gd name="connsiteY2610" fmla="*/ 3440377 h 3949544"/>
              <a:gd name="connsiteX2611" fmla="*/ 402364 w 6103852"/>
              <a:gd name="connsiteY2611" fmla="*/ 3440948 h 3949544"/>
              <a:gd name="connsiteX2612" fmla="*/ 400560 w 6103852"/>
              <a:gd name="connsiteY2612" fmla="*/ 3442055 h 3949544"/>
              <a:gd name="connsiteX2613" fmla="*/ 436946 w 6103852"/>
              <a:gd name="connsiteY2613" fmla="*/ 3443550 h 3949544"/>
              <a:gd name="connsiteX2614" fmla="*/ 451017 w 6103852"/>
              <a:gd name="connsiteY2614" fmla="*/ 3441136 h 3949544"/>
              <a:gd name="connsiteX2615" fmla="*/ 475321 w 6103852"/>
              <a:gd name="connsiteY2615" fmla="*/ 3441230 h 3949544"/>
              <a:gd name="connsiteX2616" fmla="*/ 498225 w 6103852"/>
              <a:gd name="connsiteY2616" fmla="*/ 3453951 h 3949544"/>
              <a:gd name="connsiteX2617" fmla="*/ 497937 w 6103852"/>
              <a:gd name="connsiteY2617" fmla="*/ 3454375 h 3949544"/>
              <a:gd name="connsiteX2618" fmla="*/ 498318 w 6103852"/>
              <a:gd name="connsiteY2618" fmla="*/ 3454370 h 3949544"/>
              <a:gd name="connsiteX2619" fmla="*/ 494596 w 6103852"/>
              <a:gd name="connsiteY2619" fmla="*/ 3460487 h 3949544"/>
              <a:gd name="connsiteX2620" fmla="*/ 478274 w 6103852"/>
              <a:gd name="connsiteY2620" fmla="*/ 3469084 h 3949544"/>
              <a:gd name="connsiteX2621" fmla="*/ 423299 w 6103852"/>
              <a:gd name="connsiteY2621" fmla="*/ 3469736 h 3949544"/>
              <a:gd name="connsiteX2622" fmla="*/ 413856 w 6103852"/>
              <a:gd name="connsiteY2622" fmla="*/ 3473615 h 3949544"/>
              <a:gd name="connsiteX2623" fmla="*/ 420331 w 6103852"/>
              <a:gd name="connsiteY2623" fmla="*/ 3482647 h 3949544"/>
              <a:gd name="connsiteX2624" fmla="*/ 425931 w 6103852"/>
              <a:gd name="connsiteY2624" fmla="*/ 3483578 h 3949544"/>
              <a:gd name="connsiteX2625" fmla="*/ 443468 w 6103852"/>
              <a:gd name="connsiteY2625" fmla="*/ 3490654 h 3949544"/>
              <a:gd name="connsiteX2626" fmla="*/ 458645 w 6103852"/>
              <a:gd name="connsiteY2626" fmla="*/ 3489071 h 3949544"/>
              <a:gd name="connsiteX2627" fmla="*/ 475576 w 6103852"/>
              <a:gd name="connsiteY2627" fmla="*/ 3486060 h 3949544"/>
              <a:gd name="connsiteX2628" fmla="*/ 486907 w 6103852"/>
              <a:gd name="connsiteY2628" fmla="*/ 3489413 h 3949544"/>
              <a:gd name="connsiteX2629" fmla="*/ 508560 w 6103852"/>
              <a:gd name="connsiteY2629" fmla="*/ 3497450 h 3949544"/>
              <a:gd name="connsiteX2630" fmla="*/ 508560 w 6103852"/>
              <a:gd name="connsiteY2630" fmla="*/ 3504527 h 3949544"/>
              <a:gd name="connsiteX2631" fmla="*/ 486840 w 6103852"/>
              <a:gd name="connsiteY2631" fmla="*/ 3512472 h 3949544"/>
              <a:gd name="connsiteX2632" fmla="*/ 455078 w 6103852"/>
              <a:gd name="connsiteY2632" fmla="*/ 3522078 h 3949544"/>
              <a:gd name="connsiteX2633" fmla="*/ 408527 w 6103852"/>
              <a:gd name="connsiteY2633" fmla="*/ 3521796 h 3949544"/>
              <a:gd name="connsiteX2634" fmla="*/ 391192 w 6103852"/>
              <a:gd name="connsiteY2634" fmla="*/ 3518989 h 3949544"/>
              <a:gd name="connsiteX2635" fmla="*/ 386402 w 6103852"/>
              <a:gd name="connsiteY2635" fmla="*/ 3519548 h 3949544"/>
              <a:gd name="connsiteX2636" fmla="*/ 384978 w 6103852"/>
              <a:gd name="connsiteY2636" fmla="*/ 3519774 h 3949544"/>
              <a:gd name="connsiteX2637" fmla="*/ 375356 w 6103852"/>
              <a:gd name="connsiteY2637" fmla="*/ 3517610 h 3949544"/>
              <a:gd name="connsiteX2638" fmla="*/ 364092 w 6103852"/>
              <a:gd name="connsiteY2638" fmla="*/ 3516492 h 3949544"/>
              <a:gd name="connsiteX2639" fmla="*/ 337785 w 6103852"/>
              <a:gd name="connsiteY2639" fmla="*/ 3525895 h 3949544"/>
              <a:gd name="connsiteX2640" fmla="*/ 337150 w 6103852"/>
              <a:gd name="connsiteY2640" fmla="*/ 3526490 h 3949544"/>
              <a:gd name="connsiteX2641" fmla="*/ 321850 w 6103852"/>
              <a:gd name="connsiteY2641" fmla="*/ 3528145 h 3949544"/>
              <a:gd name="connsiteX2642" fmla="*/ 317870 w 6103852"/>
              <a:gd name="connsiteY2642" fmla="*/ 3534041 h 3949544"/>
              <a:gd name="connsiteX2643" fmla="*/ 324065 w 6103852"/>
              <a:gd name="connsiteY2643" fmla="*/ 3538734 h 3949544"/>
              <a:gd name="connsiteX2644" fmla="*/ 323275 w 6103852"/>
              <a:gd name="connsiteY2644" fmla="*/ 3539473 h 3949544"/>
              <a:gd name="connsiteX2645" fmla="*/ 305069 w 6103852"/>
              <a:gd name="connsiteY2645" fmla="*/ 3544113 h 3949544"/>
              <a:gd name="connsiteX2646" fmla="*/ 288679 w 6103852"/>
              <a:gd name="connsiteY2646" fmla="*/ 3541662 h 3949544"/>
              <a:gd name="connsiteX2647" fmla="*/ 237550 w 6103852"/>
              <a:gd name="connsiteY2647" fmla="*/ 3533220 h 3949544"/>
              <a:gd name="connsiteX2648" fmla="*/ 167264 w 6103852"/>
              <a:gd name="connsiteY2648" fmla="*/ 3522730 h 3949544"/>
              <a:gd name="connsiteX2649" fmla="*/ 153367 w 6103852"/>
              <a:gd name="connsiteY2649" fmla="*/ 3521457 h 3949544"/>
              <a:gd name="connsiteX2650" fmla="*/ 126454 w 6103852"/>
              <a:gd name="connsiteY2650" fmla="*/ 3522389 h 3949544"/>
              <a:gd name="connsiteX2651" fmla="*/ 71480 w 6103852"/>
              <a:gd name="connsiteY2651" fmla="*/ 3534337 h 3949544"/>
              <a:gd name="connsiteX2652" fmla="*/ 70266 w 6103852"/>
              <a:gd name="connsiteY2652" fmla="*/ 3552121 h 3949544"/>
              <a:gd name="connsiteX2653" fmla="*/ 105612 w 6103852"/>
              <a:gd name="connsiteY2653" fmla="*/ 3561866 h 3949544"/>
              <a:gd name="connsiteX2654" fmla="*/ 107365 w 6103852"/>
              <a:gd name="connsiteY2654" fmla="*/ 3561990 h 3949544"/>
              <a:gd name="connsiteX2655" fmla="*/ 117482 w 6103852"/>
              <a:gd name="connsiteY2655" fmla="*/ 3560190 h 3949544"/>
              <a:gd name="connsiteX2656" fmla="*/ 126858 w 6103852"/>
              <a:gd name="connsiteY2656" fmla="*/ 3558389 h 3949544"/>
              <a:gd name="connsiteX2657" fmla="*/ 128681 w 6103852"/>
              <a:gd name="connsiteY2657" fmla="*/ 3558637 h 3949544"/>
              <a:gd name="connsiteX2658" fmla="*/ 218190 w 6103852"/>
              <a:gd name="connsiteY2658" fmla="*/ 3572325 h 3949544"/>
              <a:gd name="connsiteX2659" fmla="*/ 216504 w 6103852"/>
              <a:gd name="connsiteY2659" fmla="*/ 3580704 h 3949544"/>
              <a:gd name="connsiteX2660" fmla="*/ 223991 w 6103852"/>
              <a:gd name="connsiteY2660" fmla="*/ 3586011 h 3949544"/>
              <a:gd name="connsiteX2661" fmla="*/ 228173 w 6103852"/>
              <a:gd name="connsiteY2661" fmla="*/ 3585516 h 3949544"/>
              <a:gd name="connsiteX2662" fmla="*/ 247262 w 6103852"/>
              <a:gd name="connsiteY2662" fmla="*/ 3581511 h 3949544"/>
              <a:gd name="connsiteX2663" fmla="*/ 260956 w 6103852"/>
              <a:gd name="connsiteY2663" fmla="*/ 3586042 h 3949544"/>
              <a:gd name="connsiteX2664" fmla="*/ 289150 w 6103852"/>
              <a:gd name="connsiteY2664" fmla="*/ 3594763 h 3949544"/>
              <a:gd name="connsiteX2665" fmla="*/ 285912 w 6103852"/>
              <a:gd name="connsiteY2665" fmla="*/ 3599419 h 3949544"/>
              <a:gd name="connsiteX2666" fmla="*/ 265946 w 6103852"/>
              <a:gd name="connsiteY2666" fmla="*/ 3610964 h 3949544"/>
              <a:gd name="connsiteX2667" fmla="*/ 266955 w 6103852"/>
              <a:gd name="connsiteY2667" fmla="*/ 3624822 h 3949544"/>
              <a:gd name="connsiteX2668" fmla="*/ 262222 w 6103852"/>
              <a:gd name="connsiteY2668" fmla="*/ 3624727 h 3949544"/>
              <a:gd name="connsiteX2669" fmla="*/ 200974 w 6103852"/>
              <a:gd name="connsiteY2669" fmla="*/ 3632331 h 3949544"/>
              <a:gd name="connsiteX2670" fmla="*/ 193824 w 6103852"/>
              <a:gd name="connsiteY2670" fmla="*/ 3641176 h 3949544"/>
              <a:gd name="connsiteX2671" fmla="*/ 202863 w 6103852"/>
              <a:gd name="connsiteY2671" fmla="*/ 3645273 h 3949544"/>
              <a:gd name="connsiteX2672" fmla="*/ 204685 w 6103852"/>
              <a:gd name="connsiteY2672" fmla="*/ 3645273 h 3949544"/>
              <a:gd name="connsiteX2673" fmla="*/ 240704 w 6103852"/>
              <a:gd name="connsiteY2673" fmla="*/ 3651449 h 3949544"/>
              <a:gd name="connsiteX2674" fmla="*/ 246437 w 6103852"/>
              <a:gd name="connsiteY2674" fmla="*/ 3652441 h 3949544"/>
              <a:gd name="connsiteX2675" fmla="*/ 258174 w 6103852"/>
              <a:gd name="connsiteY2675" fmla="*/ 3650486 h 3949544"/>
              <a:gd name="connsiteX2676" fmla="*/ 270451 w 6103852"/>
              <a:gd name="connsiteY2676" fmla="*/ 3648532 h 3949544"/>
              <a:gd name="connsiteX2677" fmla="*/ 282052 w 6103852"/>
              <a:gd name="connsiteY2677" fmla="*/ 3652224 h 3949544"/>
              <a:gd name="connsiteX2678" fmla="*/ 352609 w 6103852"/>
              <a:gd name="connsiteY2678" fmla="*/ 3643689 h 3949544"/>
              <a:gd name="connsiteX2679" fmla="*/ 410011 w 6103852"/>
              <a:gd name="connsiteY2679" fmla="*/ 3638258 h 3949544"/>
              <a:gd name="connsiteX2680" fmla="*/ 473281 w 6103852"/>
              <a:gd name="connsiteY2680" fmla="*/ 3640245 h 3949544"/>
              <a:gd name="connsiteX2681" fmla="*/ 480972 w 6103852"/>
              <a:gd name="connsiteY2681" fmla="*/ 3648935 h 3949544"/>
              <a:gd name="connsiteX2682" fmla="*/ 476115 w 6103852"/>
              <a:gd name="connsiteY2682" fmla="*/ 3658462 h 3949544"/>
              <a:gd name="connsiteX2683" fmla="*/ 427549 w 6103852"/>
              <a:gd name="connsiteY2683" fmla="*/ 3664142 h 3949544"/>
              <a:gd name="connsiteX2684" fmla="*/ 420804 w 6103852"/>
              <a:gd name="connsiteY2684" fmla="*/ 3662249 h 3949544"/>
              <a:gd name="connsiteX2685" fmla="*/ 411698 w 6103852"/>
              <a:gd name="connsiteY2685" fmla="*/ 3663707 h 3949544"/>
              <a:gd name="connsiteX2686" fmla="*/ 402591 w 6103852"/>
              <a:gd name="connsiteY2686" fmla="*/ 3665166 h 3949544"/>
              <a:gd name="connsiteX2687" fmla="*/ 394294 w 6103852"/>
              <a:gd name="connsiteY2687" fmla="*/ 3662032 h 3949544"/>
              <a:gd name="connsiteX2688" fmla="*/ 351192 w 6103852"/>
              <a:gd name="connsiteY2688" fmla="*/ 3668550 h 3949544"/>
              <a:gd name="connsiteX2689" fmla="*/ 346336 w 6103852"/>
              <a:gd name="connsiteY2689" fmla="*/ 3670815 h 3949544"/>
              <a:gd name="connsiteX2690" fmla="*/ 351529 w 6103852"/>
              <a:gd name="connsiteY2690" fmla="*/ 3673081 h 3949544"/>
              <a:gd name="connsiteX2691" fmla="*/ 364547 w 6103852"/>
              <a:gd name="connsiteY2691" fmla="*/ 3674415 h 3949544"/>
              <a:gd name="connsiteX2692" fmla="*/ 376217 w 6103852"/>
              <a:gd name="connsiteY2692" fmla="*/ 3683726 h 3949544"/>
              <a:gd name="connsiteX2693" fmla="*/ 387954 w 6103852"/>
              <a:gd name="connsiteY2693" fmla="*/ 3688039 h 3949544"/>
              <a:gd name="connsiteX2694" fmla="*/ 530279 w 6103852"/>
              <a:gd name="connsiteY2694" fmla="*/ 3688260 h 3949544"/>
              <a:gd name="connsiteX2695" fmla="*/ 524042 w 6103852"/>
              <a:gd name="connsiteY2695" fmla="*/ 3692951 h 3949544"/>
              <a:gd name="connsiteX2696" fmla="*/ 529585 w 6103852"/>
              <a:gd name="connsiteY2696" fmla="*/ 3700806 h 3949544"/>
              <a:gd name="connsiteX2697" fmla="*/ 502209 w 6103852"/>
              <a:gd name="connsiteY2697" fmla="*/ 3703321 h 3949544"/>
              <a:gd name="connsiteX2698" fmla="*/ 592885 w 6103852"/>
              <a:gd name="connsiteY2698" fmla="*/ 3718183 h 3949544"/>
              <a:gd name="connsiteX2699" fmla="*/ 528200 w 6103852"/>
              <a:gd name="connsiteY2699" fmla="*/ 3738215 h 3949544"/>
              <a:gd name="connsiteX2700" fmla="*/ 528638 w 6103852"/>
              <a:gd name="connsiteY2700" fmla="*/ 3738507 h 3949544"/>
              <a:gd name="connsiteX2701" fmla="*/ 528894 w 6103852"/>
              <a:gd name="connsiteY2701" fmla="*/ 3738242 h 3949544"/>
              <a:gd name="connsiteX2702" fmla="*/ 529471 w 6103852"/>
              <a:gd name="connsiteY2702" fmla="*/ 3739062 h 3949544"/>
              <a:gd name="connsiteX2703" fmla="*/ 528638 w 6103852"/>
              <a:gd name="connsiteY2703" fmla="*/ 3738507 h 3949544"/>
              <a:gd name="connsiteX2704" fmla="*/ 520489 w 6103852"/>
              <a:gd name="connsiteY2704" fmla="*/ 3746942 h 3949544"/>
              <a:gd name="connsiteX2705" fmla="*/ 535371 w 6103852"/>
              <a:gd name="connsiteY2705" fmla="*/ 3754781 h 3949544"/>
              <a:gd name="connsiteX2706" fmla="*/ 535361 w 6103852"/>
              <a:gd name="connsiteY2706" fmla="*/ 3754743 h 3949544"/>
              <a:gd name="connsiteX2707" fmla="*/ 537341 w 6103852"/>
              <a:gd name="connsiteY2707" fmla="*/ 3754346 h 3949544"/>
              <a:gd name="connsiteX2708" fmla="*/ 545988 w 6103852"/>
              <a:gd name="connsiteY2708" fmla="*/ 3749431 h 3949544"/>
              <a:gd name="connsiteX2709" fmla="*/ 549165 w 6103852"/>
              <a:gd name="connsiteY2709" fmla="*/ 3751975 h 3949544"/>
              <a:gd name="connsiteX2710" fmla="*/ 537341 w 6103852"/>
              <a:gd name="connsiteY2710" fmla="*/ 3754346 h 3949544"/>
              <a:gd name="connsiteX2711" fmla="*/ 535998 w 6103852"/>
              <a:gd name="connsiteY2711" fmla="*/ 3755110 h 3949544"/>
              <a:gd name="connsiteX2712" fmla="*/ 535371 w 6103852"/>
              <a:gd name="connsiteY2712" fmla="*/ 3754781 h 3949544"/>
              <a:gd name="connsiteX2713" fmla="*/ 537844 w 6103852"/>
              <a:gd name="connsiteY2713" fmla="*/ 3763357 h 3949544"/>
              <a:gd name="connsiteX2714" fmla="*/ 513298 w 6103852"/>
              <a:gd name="connsiteY2714" fmla="*/ 3772120 h 3949544"/>
              <a:gd name="connsiteX2715" fmla="*/ 602820 w 6103852"/>
              <a:gd name="connsiteY2715" fmla="*/ 3790174 h 3949544"/>
              <a:gd name="connsiteX2716" fmla="*/ 541656 w 6103852"/>
              <a:gd name="connsiteY2716" fmla="*/ 3801758 h 3949544"/>
              <a:gd name="connsiteX2717" fmla="*/ 560253 w 6103852"/>
              <a:gd name="connsiteY2717" fmla="*/ 3809613 h 3949544"/>
              <a:gd name="connsiteX2718" fmla="*/ 730749 w 6103852"/>
              <a:gd name="connsiteY2718" fmla="*/ 3822101 h 3949544"/>
              <a:gd name="connsiteX2719" fmla="*/ 723875 w 6103852"/>
              <a:gd name="connsiteY2719" fmla="*/ 3830210 h 3949544"/>
              <a:gd name="connsiteX2720" fmla="*/ 805599 w 6103852"/>
              <a:gd name="connsiteY2720" fmla="*/ 3823005 h 3949544"/>
              <a:gd name="connsiteX2721" fmla="*/ 851963 w 6103852"/>
              <a:gd name="connsiteY2721" fmla="*/ 3826071 h 3949544"/>
              <a:gd name="connsiteX2722" fmla="*/ 915855 w 6103852"/>
              <a:gd name="connsiteY2722" fmla="*/ 3826055 h 3949544"/>
              <a:gd name="connsiteX2723" fmla="*/ 916920 w 6103852"/>
              <a:gd name="connsiteY2723" fmla="*/ 3830958 h 3949544"/>
              <a:gd name="connsiteX2724" fmla="*/ 935470 w 6103852"/>
              <a:gd name="connsiteY2724" fmla="*/ 3836948 h 3949544"/>
              <a:gd name="connsiteX2725" fmla="*/ 945789 w 6103852"/>
              <a:gd name="connsiteY2725" fmla="*/ 3834806 h 3949544"/>
              <a:gd name="connsiteX2726" fmla="*/ 969128 w 6103852"/>
              <a:gd name="connsiteY2726" fmla="*/ 3829313 h 3949544"/>
              <a:gd name="connsiteX2727" fmla="*/ 976954 w 6103852"/>
              <a:gd name="connsiteY2727" fmla="*/ 3830400 h 3949544"/>
              <a:gd name="connsiteX2728" fmla="*/ 1048926 w 6103852"/>
              <a:gd name="connsiteY2728" fmla="*/ 3837258 h 3949544"/>
              <a:gd name="connsiteX2729" fmla="*/ 1056210 w 6103852"/>
              <a:gd name="connsiteY2729" fmla="*/ 3841262 h 3949544"/>
              <a:gd name="connsiteX2730" fmla="*/ 1051016 w 6103852"/>
              <a:gd name="connsiteY2730" fmla="*/ 3843465 h 3949544"/>
              <a:gd name="connsiteX2731" fmla="*/ 997324 w 6103852"/>
              <a:gd name="connsiteY2731" fmla="*/ 3845389 h 3949544"/>
              <a:gd name="connsiteX2732" fmla="*/ 992602 w 6103852"/>
              <a:gd name="connsiteY2732" fmla="*/ 3847562 h 3949544"/>
              <a:gd name="connsiteX2733" fmla="*/ 998066 w 6103852"/>
              <a:gd name="connsiteY2733" fmla="*/ 3849641 h 3949544"/>
              <a:gd name="connsiteX2734" fmla="*/ 1039684 w 6103852"/>
              <a:gd name="connsiteY2734" fmla="*/ 3851224 h 3949544"/>
              <a:gd name="connsiteX2735" fmla="*/ 1077188 w 6103852"/>
              <a:gd name="connsiteY2735" fmla="*/ 3846104 h 3949544"/>
              <a:gd name="connsiteX2736" fmla="*/ 1087710 w 6103852"/>
              <a:gd name="connsiteY2736" fmla="*/ 3847779 h 3949544"/>
              <a:gd name="connsiteX2737" fmla="*/ 1101269 w 6103852"/>
              <a:gd name="connsiteY2737" fmla="*/ 3850759 h 3949544"/>
              <a:gd name="connsiteX2738" fmla="*/ 1117931 w 6103852"/>
              <a:gd name="connsiteY2738" fmla="*/ 3846879 h 3949544"/>
              <a:gd name="connsiteX2739" fmla="*/ 1129329 w 6103852"/>
              <a:gd name="connsiteY2739" fmla="*/ 3844489 h 3949544"/>
              <a:gd name="connsiteX2740" fmla="*/ 1139784 w 6103852"/>
              <a:gd name="connsiteY2740" fmla="*/ 3848803 h 3949544"/>
              <a:gd name="connsiteX2741" fmla="*/ 1149565 w 6103852"/>
              <a:gd name="connsiteY2741" fmla="*/ 3855415 h 3949544"/>
              <a:gd name="connsiteX2742" fmla="*/ 1161909 w 6103852"/>
              <a:gd name="connsiteY2742" fmla="*/ 3853334 h 3949544"/>
              <a:gd name="connsiteX2743" fmla="*/ 1177626 w 6103852"/>
              <a:gd name="connsiteY2743" fmla="*/ 3850696 h 3949544"/>
              <a:gd name="connsiteX2744" fmla="*/ 1197726 w 6103852"/>
              <a:gd name="connsiteY2744" fmla="*/ 3860256 h 3949544"/>
              <a:gd name="connsiteX2745" fmla="*/ 1204809 w 6103852"/>
              <a:gd name="connsiteY2745" fmla="*/ 3862800 h 3949544"/>
              <a:gd name="connsiteX2746" fmla="*/ 1212904 w 6103852"/>
              <a:gd name="connsiteY2746" fmla="*/ 3860441 h 3949544"/>
              <a:gd name="connsiteX2747" fmla="*/ 1233072 w 6103852"/>
              <a:gd name="connsiteY2747" fmla="*/ 3853303 h 3949544"/>
              <a:gd name="connsiteX2748" fmla="*/ 1245754 w 6103852"/>
              <a:gd name="connsiteY2748" fmla="*/ 3856655 h 3949544"/>
              <a:gd name="connsiteX2749" fmla="*/ 1258569 w 6103852"/>
              <a:gd name="connsiteY2749" fmla="*/ 3856873 h 3949544"/>
              <a:gd name="connsiteX2750" fmla="*/ 1301267 w 6103852"/>
              <a:gd name="connsiteY2750" fmla="*/ 3850789 h 3949544"/>
              <a:gd name="connsiteX2751" fmla="*/ 1329598 w 6103852"/>
              <a:gd name="connsiteY2751" fmla="*/ 3851907 h 3949544"/>
              <a:gd name="connsiteX2752" fmla="*/ 1357995 w 6103852"/>
              <a:gd name="connsiteY2752" fmla="*/ 3853025 h 3949544"/>
              <a:gd name="connsiteX2753" fmla="*/ 1373846 w 6103852"/>
              <a:gd name="connsiteY2753" fmla="*/ 3856965 h 3949544"/>
              <a:gd name="connsiteX2754" fmla="*/ 1400222 w 6103852"/>
              <a:gd name="connsiteY2754" fmla="*/ 3851379 h 3949544"/>
              <a:gd name="connsiteX2755" fmla="*/ 1406765 w 6103852"/>
              <a:gd name="connsiteY2755" fmla="*/ 3850603 h 3949544"/>
              <a:gd name="connsiteX2756" fmla="*/ 1431856 w 6103852"/>
              <a:gd name="connsiteY2756" fmla="*/ 3859263 h 3949544"/>
              <a:gd name="connsiteX2757" fmla="*/ 1454184 w 6103852"/>
              <a:gd name="connsiteY2757" fmla="*/ 3871614 h 3949544"/>
              <a:gd name="connsiteX2758" fmla="*/ 1512530 w 6103852"/>
              <a:gd name="connsiteY2758" fmla="*/ 3878412 h 3949544"/>
              <a:gd name="connsiteX2759" fmla="*/ 1513812 w 6103852"/>
              <a:gd name="connsiteY2759" fmla="*/ 3878597 h 3949544"/>
              <a:gd name="connsiteX2760" fmla="*/ 1530338 w 6103852"/>
              <a:gd name="connsiteY2760" fmla="*/ 3874998 h 3949544"/>
              <a:gd name="connsiteX2761" fmla="*/ 1555093 w 6103852"/>
              <a:gd name="connsiteY2761" fmla="*/ 3871988 h 3949544"/>
              <a:gd name="connsiteX2762" fmla="*/ 1567099 w 6103852"/>
              <a:gd name="connsiteY2762" fmla="*/ 3865376 h 3949544"/>
              <a:gd name="connsiteX2763" fmla="*/ 1590978 w 6103852"/>
              <a:gd name="connsiteY2763" fmla="*/ 3864755 h 3949544"/>
              <a:gd name="connsiteX2764" fmla="*/ 1670505 w 6103852"/>
              <a:gd name="connsiteY2764" fmla="*/ 3877108 h 3949544"/>
              <a:gd name="connsiteX2765" fmla="*/ 1680285 w 6103852"/>
              <a:gd name="connsiteY2765" fmla="*/ 3879095 h 3949544"/>
              <a:gd name="connsiteX2766" fmla="*/ 1694046 w 6103852"/>
              <a:gd name="connsiteY2766" fmla="*/ 3870807 h 3949544"/>
              <a:gd name="connsiteX2767" fmla="*/ 1705311 w 6103852"/>
              <a:gd name="connsiteY2767" fmla="*/ 3865687 h 3949544"/>
              <a:gd name="connsiteX2768" fmla="*/ 1709222 w 6103852"/>
              <a:gd name="connsiteY2768" fmla="*/ 3865997 h 3949544"/>
              <a:gd name="connsiteX2769" fmla="*/ 1739914 w 6103852"/>
              <a:gd name="connsiteY2769" fmla="*/ 3872701 h 3949544"/>
              <a:gd name="connsiteX2770" fmla="*/ 1742140 w 6103852"/>
              <a:gd name="connsiteY2770" fmla="*/ 3877635 h 3949544"/>
              <a:gd name="connsiteX2771" fmla="*/ 1718194 w 6103852"/>
              <a:gd name="connsiteY2771" fmla="*/ 3883656 h 3949544"/>
              <a:gd name="connsiteX2772" fmla="*/ 1694788 w 6103852"/>
              <a:gd name="connsiteY2772" fmla="*/ 3889831 h 3949544"/>
              <a:gd name="connsiteX2773" fmla="*/ 1713405 w 6103852"/>
              <a:gd name="connsiteY2773" fmla="*/ 3893308 h 3949544"/>
              <a:gd name="connsiteX2774" fmla="*/ 1714889 w 6103852"/>
              <a:gd name="connsiteY2774" fmla="*/ 3893308 h 3949544"/>
              <a:gd name="connsiteX2775" fmla="*/ 1716373 w 6103852"/>
              <a:gd name="connsiteY2775" fmla="*/ 3893308 h 3949544"/>
              <a:gd name="connsiteX2776" fmla="*/ 1719812 w 6103852"/>
              <a:gd name="connsiteY2776" fmla="*/ 3893339 h 3949544"/>
              <a:gd name="connsiteX2777" fmla="*/ 1734653 w 6103852"/>
              <a:gd name="connsiteY2777" fmla="*/ 3899113 h 3949544"/>
              <a:gd name="connsiteX2778" fmla="*/ 1750908 w 6103852"/>
              <a:gd name="connsiteY2778" fmla="*/ 3907212 h 3949544"/>
              <a:gd name="connsiteX2779" fmla="*/ 1760622 w 6103852"/>
              <a:gd name="connsiteY2779" fmla="*/ 3901346 h 3949544"/>
              <a:gd name="connsiteX2780" fmla="*/ 1825106 w 6103852"/>
              <a:gd name="connsiteY2780" fmla="*/ 3879467 h 3949544"/>
              <a:gd name="connsiteX2781" fmla="*/ 1826996 w 6103852"/>
              <a:gd name="connsiteY2781" fmla="*/ 3879342 h 3949544"/>
              <a:gd name="connsiteX2782" fmla="*/ 1842983 w 6103852"/>
              <a:gd name="connsiteY2782" fmla="*/ 3883160 h 3949544"/>
              <a:gd name="connsiteX2783" fmla="*/ 1831852 w 6103852"/>
              <a:gd name="connsiteY2783" fmla="*/ 3893463 h 3949544"/>
              <a:gd name="connsiteX2784" fmla="*/ 1819913 w 6103852"/>
              <a:gd name="connsiteY2784" fmla="*/ 3896474 h 3949544"/>
              <a:gd name="connsiteX2785" fmla="*/ 1821870 w 6103852"/>
              <a:gd name="connsiteY2785" fmla="*/ 3905568 h 3949544"/>
              <a:gd name="connsiteX2786" fmla="*/ 1882577 w 6103852"/>
              <a:gd name="connsiteY2786" fmla="*/ 3914412 h 3949544"/>
              <a:gd name="connsiteX2787" fmla="*/ 1906050 w 6103852"/>
              <a:gd name="connsiteY2787" fmla="*/ 3912954 h 3949544"/>
              <a:gd name="connsiteX2788" fmla="*/ 1912458 w 6103852"/>
              <a:gd name="connsiteY2788" fmla="*/ 3907615 h 3949544"/>
              <a:gd name="connsiteX2789" fmla="*/ 1907332 w 6103852"/>
              <a:gd name="connsiteY2789" fmla="*/ 3901967 h 3949544"/>
              <a:gd name="connsiteX2790" fmla="*/ 1873741 w 6103852"/>
              <a:gd name="connsiteY2790" fmla="*/ 3900197 h 3949544"/>
              <a:gd name="connsiteX2791" fmla="*/ 1859912 w 6103852"/>
              <a:gd name="connsiteY2791" fmla="*/ 3894580 h 3949544"/>
              <a:gd name="connsiteX2792" fmla="*/ 1867804 w 6103852"/>
              <a:gd name="connsiteY2792" fmla="*/ 3885611 h 3949544"/>
              <a:gd name="connsiteX2793" fmla="*/ 1928175 w 6103852"/>
              <a:gd name="connsiteY2793" fmla="*/ 3872173 h 3949544"/>
              <a:gd name="connsiteX2794" fmla="*/ 1937888 w 6103852"/>
              <a:gd name="connsiteY2794" fmla="*/ 3872080 h 3949544"/>
              <a:gd name="connsiteX2795" fmla="*/ 1941193 w 6103852"/>
              <a:gd name="connsiteY2795" fmla="*/ 3872080 h 3949544"/>
              <a:gd name="connsiteX2796" fmla="*/ 1944162 w 6103852"/>
              <a:gd name="connsiteY2796" fmla="*/ 3872080 h 3949544"/>
              <a:gd name="connsiteX2797" fmla="*/ 1993268 w 6103852"/>
              <a:gd name="connsiteY2797" fmla="*/ 3865748 h 3949544"/>
              <a:gd name="connsiteX2798" fmla="*/ 1994886 w 6103852"/>
              <a:gd name="connsiteY2798" fmla="*/ 3865531 h 3949544"/>
              <a:gd name="connsiteX2799" fmla="*/ 2005543 w 6103852"/>
              <a:gd name="connsiteY2799" fmla="*/ 3867114 h 3949544"/>
              <a:gd name="connsiteX2800" fmla="*/ 2001834 w 6103852"/>
              <a:gd name="connsiteY2800" fmla="*/ 3872794 h 3949544"/>
              <a:gd name="connsiteX2801" fmla="*/ 1976607 w 6103852"/>
              <a:gd name="connsiteY2801" fmla="*/ 3887287 h 3949544"/>
              <a:gd name="connsiteX2802" fmla="*/ 1961092 w 6103852"/>
              <a:gd name="connsiteY2802" fmla="*/ 3893835 h 3949544"/>
              <a:gd name="connsiteX2803" fmla="*/ 1957517 w 6103852"/>
              <a:gd name="connsiteY2803" fmla="*/ 3896660 h 3949544"/>
              <a:gd name="connsiteX2804" fmla="*/ 1967028 w 6103852"/>
              <a:gd name="connsiteY2804" fmla="*/ 3900322 h 3949544"/>
              <a:gd name="connsiteX2805" fmla="*/ 1974718 w 6103852"/>
              <a:gd name="connsiteY2805" fmla="*/ 3901067 h 3949544"/>
              <a:gd name="connsiteX2806" fmla="*/ 2009457 w 6103852"/>
              <a:gd name="connsiteY2806" fmla="*/ 3893712 h 3949544"/>
              <a:gd name="connsiteX2807" fmla="*/ 2026387 w 6103852"/>
              <a:gd name="connsiteY2807" fmla="*/ 3906995 h 3949544"/>
              <a:gd name="connsiteX2808" fmla="*/ 2029018 w 6103852"/>
              <a:gd name="connsiteY2808" fmla="*/ 3906933 h 3949544"/>
              <a:gd name="connsiteX2809" fmla="*/ 2035830 w 6103852"/>
              <a:gd name="connsiteY2809" fmla="*/ 3906715 h 3949544"/>
              <a:gd name="connsiteX2810" fmla="*/ 2042237 w 6103852"/>
              <a:gd name="connsiteY2810" fmla="*/ 3907553 h 3949544"/>
              <a:gd name="connsiteX2811" fmla="*/ 2058226 w 6103852"/>
              <a:gd name="connsiteY2811" fmla="*/ 3911992 h 3949544"/>
              <a:gd name="connsiteX2812" fmla="*/ 2074548 w 6103852"/>
              <a:gd name="connsiteY2812" fmla="*/ 3906189 h 3949544"/>
              <a:gd name="connsiteX2813" fmla="*/ 2085273 w 6103852"/>
              <a:gd name="connsiteY2813" fmla="*/ 3902526 h 3949544"/>
              <a:gd name="connsiteX2814" fmla="*/ 2096269 w 6103852"/>
              <a:gd name="connsiteY2814" fmla="*/ 3905288 h 3949544"/>
              <a:gd name="connsiteX2815" fmla="*/ 2104498 w 6103852"/>
              <a:gd name="connsiteY2815" fmla="*/ 3907087 h 3949544"/>
              <a:gd name="connsiteX2816" fmla="*/ 2120280 w 6103852"/>
              <a:gd name="connsiteY2816" fmla="*/ 3903768 h 3949544"/>
              <a:gd name="connsiteX2817" fmla="*/ 2148612 w 6103852"/>
              <a:gd name="connsiteY2817" fmla="*/ 3899888 h 3949544"/>
              <a:gd name="connsiteX2818" fmla="*/ 2177144 w 6103852"/>
              <a:gd name="connsiteY2818" fmla="*/ 3904356 h 3949544"/>
              <a:gd name="connsiteX2819" fmla="*/ 2210803 w 6103852"/>
              <a:gd name="connsiteY2819" fmla="*/ 3911278 h 3949544"/>
              <a:gd name="connsiteX2820" fmla="*/ 2230027 w 6103852"/>
              <a:gd name="connsiteY2820" fmla="*/ 3908018 h 3949544"/>
              <a:gd name="connsiteX2821" fmla="*/ 2231444 w 6103852"/>
              <a:gd name="connsiteY2821" fmla="*/ 3907833 h 3949544"/>
              <a:gd name="connsiteX2822" fmla="*/ 2241832 w 6103852"/>
              <a:gd name="connsiteY2822" fmla="*/ 3910129 h 3949544"/>
              <a:gd name="connsiteX2823" fmla="*/ 2271375 w 6103852"/>
              <a:gd name="connsiteY2823" fmla="*/ 3915095 h 3949544"/>
              <a:gd name="connsiteX2824" fmla="*/ 2298897 w 6103852"/>
              <a:gd name="connsiteY2824" fmla="*/ 3910937 h 3949544"/>
              <a:gd name="connsiteX2825" fmla="*/ 2329453 w 6103852"/>
              <a:gd name="connsiteY2825" fmla="*/ 3907336 h 3949544"/>
              <a:gd name="connsiteX2826" fmla="*/ 2340987 w 6103852"/>
              <a:gd name="connsiteY2826" fmla="*/ 3907492 h 3949544"/>
              <a:gd name="connsiteX2827" fmla="*/ 2352521 w 6103852"/>
              <a:gd name="connsiteY2827" fmla="*/ 3907646 h 3949544"/>
              <a:gd name="connsiteX2828" fmla="*/ 2388946 w 6103852"/>
              <a:gd name="connsiteY2828" fmla="*/ 3901563 h 3949544"/>
              <a:gd name="connsiteX2829" fmla="*/ 2409520 w 6103852"/>
              <a:gd name="connsiteY2829" fmla="*/ 3914163 h 3949544"/>
              <a:gd name="connsiteX2830" fmla="*/ 2422537 w 6103852"/>
              <a:gd name="connsiteY2830" fmla="*/ 3914661 h 3949544"/>
              <a:gd name="connsiteX2831" fmla="*/ 2428676 w 6103852"/>
              <a:gd name="connsiteY2831" fmla="*/ 3914722 h 3949544"/>
              <a:gd name="connsiteX2832" fmla="*/ 2463010 w 6103852"/>
              <a:gd name="connsiteY2832" fmla="*/ 3914443 h 3949544"/>
              <a:gd name="connsiteX2833" fmla="*/ 2466787 w 6103852"/>
              <a:gd name="connsiteY2833" fmla="*/ 3914443 h 3949544"/>
              <a:gd name="connsiteX2834" fmla="*/ 2483246 w 6103852"/>
              <a:gd name="connsiteY2834" fmla="*/ 3915188 h 3949544"/>
              <a:gd name="connsiteX2835" fmla="*/ 2486820 w 6103852"/>
              <a:gd name="connsiteY2835" fmla="*/ 3920030 h 3949544"/>
              <a:gd name="connsiteX2836" fmla="*/ 2493432 w 6103852"/>
              <a:gd name="connsiteY2836" fmla="*/ 3928162 h 3949544"/>
              <a:gd name="connsiteX2837" fmla="*/ 2496601 w 6103852"/>
              <a:gd name="connsiteY2837" fmla="*/ 3928223 h 3949544"/>
              <a:gd name="connsiteX2838" fmla="*/ 2543548 w 6103852"/>
              <a:gd name="connsiteY2838" fmla="*/ 3919129 h 3949544"/>
              <a:gd name="connsiteX2839" fmla="*/ 2536533 w 6103852"/>
              <a:gd name="connsiteY2839" fmla="*/ 3910533 h 3949544"/>
              <a:gd name="connsiteX2840" fmla="*/ 2552520 w 6103852"/>
              <a:gd name="connsiteY2840" fmla="*/ 3907273 h 3949544"/>
              <a:gd name="connsiteX2841" fmla="*/ 2572082 w 6103852"/>
              <a:gd name="connsiteY2841" fmla="*/ 3910875 h 3949544"/>
              <a:gd name="connsiteX2842" fmla="*/ 2574104 w 6103852"/>
              <a:gd name="connsiteY2842" fmla="*/ 3912456 h 3949544"/>
              <a:gd name="connsiteX2843" fmla="*/ 2573430 w 6103852"/>
              <a:gd name="connsiteY2843" fmla="*/ 3912239 h 3949544"/>
              <a:gd name="connsiteX2844" fmla="*/ 2571879 w 6103852"/>
              <a:gd name="connsiteY2844" fmla="*/ 3912022 h 3949544"/>
              <a:gd name="connsiteX2845" fmla="*/ 2568169 w 6103852"/>
              <a:gd name="connsiteY2845" fmla="*/ 3913791 h 3949544"/>
              <a:gd name="connsiteX2846" fmla="*/ 2571608 w 6103852"/>
              <a:gd name="connsiteY2846" fmla="*/ 3920992 h 3949544"/>
              <a:gd name="connsiteX2847" fmla="*/ 2586921 w 6103852"/>
              <a:gd name="connsiteY2847" fmla="*/ 3921364 h 3949544"/>
              <a:gd name="connsiteX2848" fmla="*/ 2598860 w 6103852"/>
              <a:gd name="connsiteY2848" fmla="*/ 3921270 h 3949544"/>
              <a:gd name="connsiteX2849" fmla="*/ 2610664 w 6103852"/>
              <a:gd name="connsiteY2849" fmla="*/ 3921178 h 3949544"/>
              <a:gd name="connsiteX2850" fmla="*/ 2612621 w 6103852"/>
              <a:gd name="connsiteY2850" fmla="*/ 3921178 h 3949544"/>
              <a:gd name="connsiteX2851" fmla="*/ 2646886 w 6103852"/>
              <a:gd name="connsiteY2851" fmla="*/ 3921675 h 3949544"/>
              <a:gd name="connsiteX2852" fmla="*/ 2653901 w 6103852"/>
              <a:gd name="connsiteY2852" fmla="*/ 3921799 h 3949544"/>
              <a:gd name="connsiteX2853" fmla="*/ 2657679 w 6103852"/>
              <a:gd name="connsiteY2853" fmla="*/ 3921799 h 3949544"/>
              <a:gd name="connsiteX2854" fmla="*/ 2661456 w 6103852"/>
              <a:gd name="connsiteY2854" fmla="*/ 3921799 h 3949544"/>
              <a:gd name="connsiteX2855" fmla="*/ 2686211 w 6103852"/>
              <a:gd name="connsiteY2855" fmla="*/ 3925150 h 3949544"/>
              <a:gd name="connsiteX2856" fmla="*/ 2692687 w 6103852"/>
              <a:gd name="connsiteY2856" fmla="*/ 3926299 h 3949544"/>
              <a:gd name="connsiteX2857" fmla="*/ 2704896 w 6103852"/>
              <a:gd name="connsiteY2857" fmla="*/ 3923723 h 3949544"/>
              <a:gd name="connsiteX2858" fmla="*/ 2717712 w 6103852"/>
              <a:gd name="connsiteY2858" fmla="*/ 3921147 h 3949544"/>
              <a:gd name="connsiteX2859" fmla="*/ 2722366 w 6103852"/>
              <a:gd name="connsiteY2859" fmla="*/ 3921612 h 3949544"/>
              <a:gd name="connsiteX2860" fmla="*/ 2729112 w 6103852"/>
              <a:gd name="connsiteY2860" fmla="*/ 3921953 h 3949544"/>
              <a:gd name="connsiteX2861" fmla="*/ 2739162 w 6103852"/>
              <a:gd name="connsiteY2861" fmla="*/ 3929868 h 3949544"/>
              <a:gd name="connsiteX2862" fmla="*/ 2750763 w 6103852"/>
              <a:gd name="connsiteY2862" fmla="*/ 3942903 h 3949544"/>
              <a:gd name="connsiteX2863" fmla="*/ 2752652 w 6103852"/>
              <a:gd name="connsiteY2863" fmla="*/ 3942903 h 3949544"/>
              <a:gd name="connsiteX2864" fmla="*/ 2781792 w 6103852"/>
              <a:gd name="connsiteY2864" fmla="*/ 3942003 h 3949544"/>
              <a:gd name="connsiteX2865" fmla="*/ 2799600 w 6103852"/>
              <a:gd name="connsiteY2865" fmla="*/ 3944020 h 3949544"/>
              <a:gd name="connsiteX2866" fmla="*/ 2841084 w 6103852"/>
              <a:gd name="connsiteY2866" fmla="*/ 3949172 h 3949544"/>
              <a:gd name="connsiteX2867" fmla="*/ 2849853 w 6103852"/>
              <a:gd name="connsiteY2867" fmla="*/ 3949110 h 3949544"/>
              <a:gd name="connsiteX2868" fmla="*/ 2858554 w 6103852"/>
              <a:gd name="connsiteY2868" fmla="*/ 3949049 h 3949544"/>
              <a:gd name="connsiteX2869" fmla="*/ 2865704 w 6103852"/>
              <a:gd name="connsiteY2869" fmla="*/ 3949141 h 3949544"/>
              <a:gd name="connsiteX2870" fmla="*/ 2875687 w 6103852"/>
              <a:gd name="connsiteY2870" fmla="*/ 3949266 h 3949544"/>
              <a:gd name="connsiteX2871" fmla="*/ 2874945 w 6103852"/>
              <a:gd name="connsiteY2871" fmla="*/ 3949544 h 3949544"/>
              <a:gd name="connsiteX2872" fmla="*/ 2897811 w 6103852"/>
              <a:gd name="connsiteY2872" fmla="*/ 3947434 h 3949544"/>
              <a:gd name="connsiteX2873" fmla="*/ 2904219 w 6103852"/>
              <a:gd name="connsiteY2873" fmla="*/ 3931296 h 3949544"/>
              <a:gd name="connsiteX2874" fmla="*/ 2917035 w 6103852"/>
              <a:gd name="connsiteY2874" fmla="*/ 3919409 h 3949544"/>
              <a:gd name="connsiteX2875" fmla="*/ 2927557 w 6103852"/>
              <a:gd name="connsiteY2875" fmla="*/ 3917392 h 3949544"/>
              <a:gd name="connsiteX2876" fmla="*/ 2931134 w 6103852"/>
              <a:gd name="connsiteY2876" fmla="*/ 3920154 h 3949544"/>
              <a:gd name="connsiteX2877" fmla="*/ 2931807 w 6103852"/>
              <a:gd name="connsiteY2877" fmla="*/ 3927168 h 3949544"/>
              <a:gd name="connsiteX2878" fmla="*/ 2941791 w 6103852"/>
              <a:gd name="connsiteY2878" fmla="*/ 3942096 h 3949544"/>
              <a:gd name="connsiteX2879" fmla="*/ 2965601 w 6103852"/>
              <a:gd name="connsiteY2879" fmla="*/ 3937254 h 3949544"/>
              <a:gd name="connsiteX2880" fmla="*/ 3000272 w 6103852"/>
              <a:gd name="connsiteY2880" fmla="*/ 3928751 h 3949544"/>
              <a:gd name="connsiteX2881" fmla="*/ 3001891 w 6103852"/>
              <a:gd name="connsiteY2881" fmla="*/ 3925802 h 3949544"/>
              <a:gd name="connsiteX2882" fmla="*/ 3020982 w 6103852"/>
              <a:gd name="connsiteY2882" fmla="*/ 3917268 h 3949544"/>
              <a:gd name="connsiteX2883" fmla="*/ 3036697 w 6103852"/>
              <a:gd name="connsiteY2883" fmla="*/ 3923040 h 3949544"/>
              <a:gd name="connsiteX2884" fmla="*/ 3060845 w 6103852"/>
              <a:gd name="connsiteY2884" fmla="*/ 3928906 h 3949544"/>
              <a:gd name="connsiteX2885" fmla="*/ 3079598 w 6103852"/>
              <a:gd name="connsiteY2885" fmla="*/ 3926578 h 3949544"/>
              <a:gd name="connsiteX2886" fmla="*/ 3103340 w 6103852"/>
              <a:gd name="connsiteY2886" fmla="*/ 3920526 h 3949544"/>
              <a:gd name="connsiteX2887" fmla="*/ 3138348 w 6103852"/>
              <a:gd name="connsiteY2887" fmla="*/ 3906374 h 3949544"/>
              <a:gd name="connsiteX2888" fmla="*/ 3144015 w 6103852"/>
              <a:gd name="connsiteY2888" fmla="*/ 3906561 h 3949544"/>
              <a:gd name="connsiteX2889" fmla="*/ 3144148 w 6103852"/>
              <a:gd name="connsiteY2889" fmla="*/ 3906561 h 3949544"/>
              <a:gd name="connsiteX2890" fmla="*/ 3151570 w 6103852"/>
              <a:gd name="connsiteY2890" fmla="*/ 3901563 h 3949544"/>
              <a:gd name="connsiteX2891" fmla="*/ 3159057 w 6103852"/>
              <a:gd name="connsiteY2891" fmla="*/ 3895294 h 3949544"/>
              <a:gd name="connsiteX2892" fmla="*/ 3161622 w 6103852"/>
              <a:gd name="connsiteY2892" fmla="*/ 3896072 h 3949544"/>
              <a:gd name="connsiteX2893" fmla="*/ 3160878 w 6103852"/>
              <a:gd name="connsiteY2893" fmla="*/ 3896660 h 3949544"/>
              <a:gd name="connsiteX2894" fmla="*/ 3170388 w 6103852"/>
              <a:gd name="connsiteY2894" fmla="*/ 3900322 h 3949544"/>
              <a:gd name="connsiteX2895" fmla="*/ 3176815 w 6103852"/>
              <a:gd name="connsiteY2895" fmla="*/ 3900944 h 3949544"/>
              <a:gd name="connsiteX2896" fmla="*/ 3194537 w 6103852"/>
              <a:gd name="connsiteY2896" fmla="*/ 3906840 h 3949544"/>
              <a:gd name="connsiteX2897" fmla="*/ 3213154 w 6103852"/>
              <a:gd name="connsiteY2897" fmla="*/ 3902309 h 3949544"/>
              <a:gd name="connsiteX2898" fmla="*/ 3214689 w 6103852"/>
              <a:gd name="connsiteY2898" fmla="*/ 3902086 h 3949544"/>
              <a:gd name="connsiteX2899" fmla="*/ 3214832 w 6103852"/>
              <a:gd name="connsiteY2899" fmla="*/ 3902728 h 3949544"/>
              <a:gd name="connsiteX2900" fmla="*/ 3229748 w 6103852"/>
              <a:gd name="connsiteY2900" fmla="*/ 3906995 h 3949544"/>
              <a:gd name="connsiteX2901" fmla="*/ 3232378 w 6103852"/>
              <a:gd name="connsiteY2901" fmla="*/ 3906933 h 3949544"/>
              <a:gd name="connsiteX2902" fmla="*/ 3239191 w 6103852"/>
              <a:gd name="connsiteY2902" fmla="*/ 3906715 h 3949544"/>
              <a:gd name="connsiteX2903" fmla="*/ 3245598 w 6103852"/>
              <a:gd name="connsiteY2903" fmla="*/ 3907553 h 3949544"/>
              <a:gd name="connsiteX2904" fmla="*/ 3261586 w 6103852"/>
              <a:gd name="connsiteY2904" fmla="*/ 3911992 h 3949544"/>
              <a:gd name="connsiteX2905" fmla="*/ 3277908 w 6103852"/>
              <a:gd name="connsiteY2905" fmla="*/ 3906189 h 3949544"/>
              <a:gd name="connsiteX2906" fmla="*/ 3288633 w 6103852"/>
              <a:gd name="connsiteY2906" fmla="*/ 3902526 h 3949544"/>
              <a:gd name="connsiteX2907" fmla="*/ 3299629 w 6103852"/>
              <a:gd name="connsiteY2907" fmla="*/ 3905288 h 3949544"/>
              <a:gd name="connsiteX2908" fmla="*/ 3307858 w 6103852"/>
              <a:gd name="connsiteY2908" fmla="*/ 3907087 h 3949544"/>
              <a:gd name="connsiteX2909" fmla="*/ 3323641 w 6103852"/>
              <a:gd name="connsiteY2909" fmla="*/ 3903768 h 3949544"/>
              <a:gd name="connsiteX2910" fmla="*/ 3351973 w 6103852"/>
              <a:gd name="connsiteY2910" fmla="*/ 3899888 h 3949544"/>
              <a:gd name="connsiteX2911" fmla="*/ 3380504 w 6103852"/>
              <a:gd name="connsiteY2911" fmla="*/ 3904356 h 3949544"/>
              <a:gd name="connsiteX2912" fmla="*/ 3414164 w 6103852"/>
              <a:gd name="connsiteY2912" fmla="*/ 3911278 h 3949544"/>
              <a:gd name="connsiteX2913" fmla="*/ 3433388 w 6103852"/>
              <a:gd name="connsiteY2913" fmla="*/ 3908018 h 3949544"/>
              <a:gd name="connsiteX2914" fmla="*/ 3434804 w 6103852"/>
              <a:gd name="connsiteY2914" fmla="*/ 3907833 h 3949544"/>
              <a:gd name="connsiteX2915" fmla="*/ 3445192 w 6103852"/>
              <a:gd name="connsiteY2915" fmla="*/ 3910129 h 3949544"/>
              <a:gd name="connsiteX2916" fmla="*/ 3474736 w 6103852"/>
              <a:gd name="connsiteY2916" fmla="*/ 3915095 h 3949544"/>
              <a:gd name="connsiteX2917" fmla="*/ 3502257 w 6103852"/>
              <a:gd name="connsiteY2917" fmla="*/ 3910937 h 3949544"/>
              <a:gd name="connsiteX2918" fmla="*/ 3532813 w 6103852"/>
              <a:gd name="connsiteY2918" fmla="*/ 3907336 h 3949544"/>
              <a:gd name="connsiteX2919" fmla="*/ 3544348 w 6103852"/>
              <a:gd name="connsiteY2919" fmla="*/ 3907492 h 3949544"/>
              <a:gd name="connsiteX2920" fmla="*/ 3555883 w 6103852"/>
              <a:gd name="connsiteY2920" fmla="*/ 3907646 h 3949544"/>
              <a:gd name="connsiteX2921" fmla="*/ 3592306 w 6103852"/>
              <a:gd name="connsiteY2921" fmla="*/ 3901563 h 3949544"/>
              <a:gd name="connsiteX2922" fmla="*/ 3612880 w 6103852"/>
              <a:gd name="connsiteY2922" fmla="*/ 3914163 h 3949544"/>
              <a:gd name="connsiteX2923" fmla="*/ 3625898 w 6103852"/>
              <a:gd name="connsiteY2923" fmla="*/ 3914661 h 3949544"/>
              <a:gd name="connsiteX2924" fmla="*/ 3632037 w 6103852"/>
              <a:gd name="connsiteY2924" fmla="*/ 3914722 h 3949544"/>
              <a:gd name="connsiteX2925" fmla="*/ 3635363 w 6103852"/>
              <a:gd name="connsiteY2925" fmla="*/ 3914694 h 3949544"/>
              <a:gd name="connsiteX2926" fmla="*/ 3635208 w 6103852"/>
              <a:gd name="connsiteY2926" fmla="*/ 3915126 h 3949544"/>
              <a:gd name="connsiteX2927" fmla="*/ 3641413 w 6103852"/>
              <a:gd name="connsiteY2927" fmla="*/ 3920464 h 3949544"/>
              <a:gd name="connsiteX2928" fmla="*/ 3645528 w 6103852"/>
              <a:gd name="connsiteY2928" fmla="*/ 3917671 h 3949544"/>
              <a:gd name="connsiteX2929" fmla="*/ 3649052 w 6103852"/>
              <a:gd name="connsiteY2929" fmla="*/ 3914584 h 3949544"/>
              <a:gd name="connsiteX2930" fmla="*/ 3666371 w 6103852"/>
              <a:gd name="connsiteY2930" fmla="*/ 3914443 h 3949544"/>
              <a:gd name="connsiteX2931" fmla="*/ 3670147 w 6103852"/>
              <a:gd name="connsiteY2931" fmla="*/ 3914443 h 3949544"/>
              <a:gd name="connsiteX2932" fmla="*/ 3686606 w 6103852"/>
              <a:gd name="connsiteY2932" fmla="*/ 3915188 h 3949544"/>
              <a:gd name="connsiteX2933" fmla="*/ 3690181 w 6103852"/>
              <a:gd name="connsiteY2933" fmla="*/ 3920030 h 3949544"/>
              <a:gd name="connsiteX2934" fmla="*/ 3696792 w 6103852"/>
              <a:gd name="connsiteY2934" fmla="*/ 3928162 h 3949544"/>
              <a:gd name="connsiteX2935" fmla="*/ 3699962 w 6103852"/>
              <a:gd name="connsiteY2935" fmla="*/ 3928223 h 3949544"/>
              <a:gd name="connsiteX2936" fmla="*/ 3746909 w 6103852"/>
              <a:gd name="connsiteY2936" fmla="*/ 3919129 h 3949544"/>
              <a:gd name="connsiteX2937" fmla="*/ 3739895 w 6103852"/>
              <a:gd name="connsiteY2937" fmla="*/ 3910533 h 3949544"/>
              <a:gd name="connsiteX2938" fmla="*/ 3755881 w 6103852"/>
              <a:gd name="connsiteY2938" fmla="*/ 3907273 h 3949544"/>
              <a:gd name="connsiteX2939" fmla="*/ 3775442 w 6103852"/>
              <a:gd name="connsiteY2939" fmla="*/ 3910875 h 3949544"/>
              <a:gd name="connsiteX2940" fmla="*/ 3777465 w 6103852"/>
              <a:gd name="connsiteY2940" fmla="*/ 3912456 h 3949544"/>
              <a:gd name="connsiteX2941" fmla="*/ 3776791 w 6103852"/>
              <a:gd name="connsiteY2941" fmla="*/ 3912239 h 3949544"/>
              <a:gd name="connsiteX2942" fmla="*/ 3775240 w 6103852"/>
              <a:gd name="connsiteY2942" fmla="*/ 3912022 h 3949544"/>
              <a:gd name="connsiteX2943" fmla="*/ 3771529 w 6103852"/>
              <a:gd name="connsiteY2943" fmla="*/ 3913791 h 3949544"/>
              <a:gd name="connsiteX2944" fmla="*/ 3774969 w 6103852"/>
              <a:gd name="connsiteY2944" fmla="*/ 3920992 h 3949544"/>
              <a:gd name="connsiteX2945" fmla="*/ 3790281 w 6103852"/>
              <a:gd name="connsiteY2945" fmla="*/ 3921364 h 3949544"/>
              <a:gd name="connsiteX2946" fmla="*/ 3802220 w 6103852"/>
              <a:gd name="connsiteY2946" fmla="*/ 3921270 h 3949544"/>
              <a:gd name="connsiteX2947" fmla="*/ 3814025 w 6103852"/>
              <a:gd name="connsiteY2947" fmla="*/ 3921178 h 3949544"/>
              <a:gd name="connsiteX2948" fmla="*/ 3815981 w 6103852"/>
              <a:gd name="connsiteY2948" fmla="*/ 3921178 h 3949544"/>
              <a:gd name="connsiteX2949" fmla="*/ 3850247 w 6103852"/>
              <a:gd name="connsiteY2949" fmla="*/ 3921675 h 3949544"/>
              <a:gd name="connsiteX2950" fmla="*/ 3857262 w 6103852"/>
              <a:gd name="connsiteY2950" fmla="*/ 3921799 h 3949544"/>
              <a:gd name="connsiteX2951" fmla="*/ 3861039 w 6103852"/>
              <a:gd name="connsiteY2951" fmla="*/ 3921799 h 3949544"/>
              <a:gd name="connsiteX2952" fmla="*/ 3864817 w 6103852"/>
              <a:gd name="connsiteY2952" fmla="*/ 3921799 h 3949544"/>
              <a:gd name="connsiteX2953" fmla="*/ 3889572 w 6103852"/>
              <a:gd name="connsiteY2953" fmla="*/ 3925150 h 3949544"/>
              <a:gd name="connsiteX2954" fmla="*/ 3896048 w 6103852"/>
              <a:gd name="connsiteY2954" fmla="*/ 3926299 h 3949544"/>
              <a:gd name="connsiteX2955" fmla="*/ 3908257 w 6103852"/>
              <a:gd name="connsiteY2955" fmla="*/ 3923723 h 3949544"/>
              <a:gd name="connsiteX2956" fmla="*/ 3921073 w 6103852"/>
              <a:gd name="connsiteY2956" fmla="*/ 3921147 h 3949544"/>
              <a:gd name="connsiteX2957" fmla="*/ 3925726 w 6103852"/>
              <a:gd name="connsiteY2957" fmla="*/ 3921612 h 3949544"/>
              <a:gd name="connsiteX2958" fmla="*/ 3932472 w 6103852"/>
              <a:gd name="connsiteY2958" fmla="*/ 3921953 h 3949544"/>
              <a:gd name="connsiteX2959" fmla="*/ 3942522 w 6103852"/>
              <a:gd name="connsiteY2959" fmla="*/ 3929868 h 3949544"/>
              <a:gd name="connsiteX2960" fmla="*/ 3954124 w 6103852"/>
              <a:gd name="connsiteY2960" fmla="*/ 3942903 h 3949544"/>
              <a:gd name="connsiteX2961" fmla="*/ 3956013 w 6103852"/>
              <a:gd name="connsiteY2961" fmla="*/ 3942903 h 3949544"/>
              <a:gd name="connsiteX2962" fmla="*/ 3985153 w 6103852"/>
              <a:gd name="connsiteY2962" fmla="*/ 3942003 h 3949544"/>
              <a:gd name="connsiteX2963" fmla="*/ 4002960 w 6103852"/>
              <a:gd name="connsiteY2963" fmla="*/ 3944020 h 3949544"/>
              <a:gd name="connsiteX2964" fmla="*/ 4044444 w 6103852"/>
              <a:gd name="connsiteY2964" fmla="*/ 3949172 h 3949544"/>
              <a:gd name="connsiteX2965" fmla="*/ 4053214 w 6103852"/>
              <a:gd name="connsiteY2965" fmla="*/ 3949110 h 3949544"/>
              <a:gd name="connsiteX2966" fmla="*/ 4061915 w 6103852"/>
              <a:gd name="connsiteY2966" fmla="*/ 3949049 h 3949544"/>
              <a:gd name="connsiteX2967" fmla="*/ 4069065 w 6103852"/>
              <a:gd name="connsiteY2967" fmla="*/ 3949141 h 3949544"/>
              <a:gd name="connsiteX2968" fmla="*/ 4079047 w 6103852"/>
              <a:gd name="connsiteY2968" fmla="*/ 3949266 h 3949544"/>
              <a:gd name="connsiteX2969" fmla="*/ 4078307 w 6103852"/>
              <a:gd name="connsiteY2969" fmla="*/ 3949544 h 3949544"/>
              <a:gd name="connsiteX2970" fmla="*/ 4101172 w 6103852"/>
              <a:gd name="connsiteY2970" fmla="*/ 3947434 h 3949544"/>
              <a:gd name="connsiteX2971" fmla="*/ 4107580 w 6103852"/>
              <a:gd name="connsiteY2971" fmla="*/ 3931296 h 3949544"/>
              <a:gd name="connsiteX2972" fmla="*/ 4120396 w 6103852"/>
              <a:gd name="connsiteY2972" fmla="*/ 3919409 h 3949544"/>
              <a:gd name="connsiteX2973" fmla="*/ 4130919 w 6103852"/>
              <a:gd name="connsiteY2973" fmla="*/ 3917392 h 3949544"/>
              <a:gd name="connsiteX2974" fmla="*/ 4134494 w 6103852"/>
              <a:gd name="connsiteY2974" fmla="*/ 3920154 h 3949544"/>
              <a:gd name="connsiteX2975" fmla="*/ 4135168 w 6103852"/>
              <a:gd name="connsiteY2975" fmla="*/ 3927168 h 3949544"/>
              <a:gd name="connsiteX2976" fmla="*/ 4145152 w 6103852"/>
              <a:gd name="connsiteY2976" fmla="*/ 3942096 h 3949544"/>
              <a:gd name="connsiteX2977" fmla="*/ 4168963 w 6103852"/>
              <a:gd name="connsiteY2977" fmla="*/ 3937254 h 3949544"/>
              <a:gd name="connsiteX2978" fmla="*/ 4203633 w 6103852"/>
              <a:gd name="connsiteY2978" fmla="*/ 3928751 h 3949544"/>
              <a:gd name="connsiteX2979" fmla="*/ 4205252 w 6103852"/>
              <a:gd name="connsiteY2979" fmla="*/ 3925802 h 3949544"/>
              <a:gd name="connsiteX2980" fmla="*/ 4224342 w 6103852"/>
              <a:gd name="connsiteY2980" fmla="*/ 3917268 h 3949544"/>
              <a:gd name="connsiteX2981" fmla="*/ 4240058 w 6103852"/>
              <a:gd name="connsiteY2981" fmla="*/ 3923040 h 3949544"/>
              <a:gd name="connsiteX2982" fmla="*/ 4264207 w 6103852"/>
              <a:gd name="connsiteY2982" fmla="*/ 3928906 h 3949544"/>
              <a:gd name="connsiteX2983" fmla="*/ 4282958 w 6103852"/>
              <a:gd name="connsiteY2983" fmla="*/ 3926578 h 3949544"/>
              <a:gd name="connsiteX2984" fmla="*/ 4306702 w 6103852"/>
              <a:gd name="connsiteY2984" fmla="*/ 3920526 h 3949544"/>
              <a:gd name="connsiteX2985" fmla="*/ 4341710 w 6103852"/>
              <a:gd name="connsiteY2985" fmla="*/ 3906374 h 3949544"/>
              <a:gd name="connsiteX2986" fmla="*/ 4347376 w 6103852"/>
              <a:gd name="connsiteY2986" fmla="*/ 3906561 h 3949544"/>
              <a:gd name="connsiteX2987" fmla="*/ 4347510 w 6103852"/>
              <a:gd name="connsiteY2987" fmla="*/ 3906561 h 3949544"/>
              <a:gd name="connsiteX2988" fmla="*/ 4354931 w 6103852"/>
              <a:gd name="connsiteY2988" fmla="*/ 3901563 h 3949544"/>
              <a:gd name="connsiteX2989" fmla="*/ 4360714 w 6103852"/>
              <a:gd name="connsiteY2989" fmla="*/ 3896721 h 3949544"/>
              <a:gd name="connsiteX2990" fmla="*/ 4363723 w 6103852"/>
              <a:gd name="connsiteY2990" fmla="*/ 3895690 h 3949544"/>
              <a:gd name="connsiteX2991" fmla="*/ 4371119 w 6103852"/>
              <a:gd name="connsiteY2991" fmla="*/ 3897932 h 3949544"/>
              <a:gd name="connsiteX2992" fmla="*/ 4397898 w 6103852"/>
              <a:gd name="connsiteY2992" fmla="*/ 3906840 h 3949544"/>
              <a:gd name="connsiteX2993" fmla="*/ 4416515 w 6103852"/>
              <a:gd name="connsiteY2993" fmla="*/ 3902309 h 3949544"/>
              <a:gd name="connsiteX2994" fmla="*/ 4434053 w 6103852"/>
              <a:gd name="connsiteY2994" fmla="*/ 3899763 h 3949544"/>
              <a:gd name="connsiteX2995" fmla="*/ 4441809 w 6103852"/>
              <a:gd name="connsiteY2995" fmla="*/ 3900818 h 3949544"/>
              <a:gd name="connsiteX2996" fmla="*/ 4459415 w 6103852"/>
              <a:gd name="connsiteY2996" fmla="*/ 3905660 h 3949544"/>
              <a:gd name="connsiteX2997" fmla="*/ 4482888 w 6103852"/>
              <a:gd name="connsiteY2997" fmla="*/ 3900229 h 3949544"/>
              <a:gd name="connsiteX2998" fmla="*/ 4514967 w 6103852"/>
              <a:gd name="connsiteY2998" fmla="*/ 3894741 h 3949544"/>
              <a:gd name="connsiteX2999" fmla="*/ 4532264 w 6103852"/>
              <a:gd name="connsiteY2999" fmla="*/ 3897684 h 3949544"/>
              <a:gd name="connsiteX3000" fmla="*/ 4553009 w 6103852"/>
              <a:gd name="connsiteY3000" fmla="*/ 3895286 h 3949544"/>
              <a:gd name="connsiteX3001" fmla="*/ 4553985 w 6103852"/>
              <a:gd name="connsiteY3001" fmla="*/ 3895388 h 3949544"/>
              <a:gd name="connsiteX3002" fmla="*/ 4568224 w 6103852"/>
              <a:gd name="connsiteY3002" fmla="*/ 3896471 h 3949544"/>
              <a:gd name="connsiteX3003" fmla="*/ 4580360 w 6103852"/>
              <a:gd name="connsiteY3003" fmla="*/ 3899671 h 3949544"/>
              <a:gd name="connsiteX3004" fmla="*/ 4592703 w 6103852"/>
              <a:gd name="connsiteY3004" fmla="*/ 3898522 h 3949544"/>
              <a:gd name="connsiteX3005" fmla="*/ 4593451 w 6103852"/>
              <a:gd name="connsiteY3005" fmla="*/ 3898392 h 3949544"/>
              <a:gd name="connsiteX3006" fmla="*/ 4620020 w 6103852"/>
              <a:gd name="connsiteY3006" fmla="*/ 3900415 h 3949544"/>
              <a:gd name="connsiteX3007" fmla="*/ 4637963 w 6103852"/>
              <a:gd name="connsiteY3007" fmla="*/ 3900570 h 3949544"/>
              <a:gd name="connsiteX3008" fmla="*/ 4645584 w 6103852"/>
              <a:gd name="connsiteY3008" fmla="*/ 3900570 h 3949544"/>
              <a:gd name="connsiteX3009" fmla="*/ 4653005 w 6103852"/>
              <a:gd name="connsiteY3009" fmla="*/ 3900570 h 3949544"/>
              <a:gd name="connsiteX3010" fmla="*/ 4674927 w 6103852"/>
              <a:gd name="connsiteY3010" fmla="*/ 3900818 h 3949544"/>
              <a:gd name="connsiteX3011" fmla="*/ 4686663 w 6103852"/>
              <a:gd name="connsiteY3011" fmla="*/ 3907273 h 3949544"/>
              <a:gd name="connsiteX3012" fmla="*/ 4712768 w 6103852"/>
              <a:gd name="connsiteY3012" fmla="*/ 3908391 h 3949544"/>
              <a:gd name="connsiteX3013" fmla="*/ 4725989 w 6103852"/>
              <a:gd name="connsiteY3013" fmla="*/ 3906933 h 3949544"/>
              <a:gd name="connsiteX3014" fmla="*/ 4804843 w 6103852"/>
              <a:gd name="connsiteY3014" fmla="*/ 3900197 h 3949544"/>
              <a:gd name="connsiteX3015" fmla="*/ 4829529 w 6103852"/>
              <a:gd name="connsiteY3015" fmla="*/ 3895388 h 3949544"/>
              <a:gd name="connsiteX3016" fmla="*/ 4839581 w 6103852"/>
              <a:gd name="connsiteY3016" fmla="*/ 3894115 h 3949544"/>
              <a:gd name="connsiteX3017" fmla="*/ 4848011 w 6103852"/>
              <a:gd name="connsiteY3017" fmla="*/ 3896257 h 3949544"/>
              <a:gd name="connsiteX3018" fmla="*/ 4843358 w 6103852"/>
              <a:gd name="connsiteY3018" fmla="*/ 3901781 h 3949544"/>
              <a:gd name="connsiteX3019" fmla="*/ 4838568 w 6103852"/>
              <a:gd name="connsiteY3019" fmla="*/ 3915126 h 3949544"/>
              <a:gd name="connsiteX3020" fmla="*/ 4844774 w 6103852"/>
              <a:gd name="connsiteY3020" fmla="*/ 3920464 h 3949544"/>
              <a:gd name="connsiteX3021" fmla="*/ 4848889 w 6103852"/>
              <a:gd name="connsiteY3021" fmla="*/ 3917671 h 3949544"/>
              <a:gd name="connsiteX3022" fmla="*/ 4891114 w 6103852"/>
              <a:gd name="connsiteY3022" fmla="*/ 3900632 h 3949544"/>
              <a:gd name="connsiteX3023" fmla="*/ 4899815 w 6103852"/>
              <a:gd name="connsiteY3023" fmla="*/ 3900850 h 3949544"/>
              <a:gd name="connsiteX3024" fmla="*/ 4939074 w 6103852"/>
              <a:gd name="connsiteY3024" fmla="*/ 3905288 h 3949544"/>
              <a:gd name="connsiteX3025" fmla="*/ 4948315 w 6103852"/>
              <a:gd name="connsiteY3025" fmla="*/ 3906467 h 3949544"/>
              <a:gd name="connsiteX3026" fmla="*/ 4957556 w 6103852"/>
              <a:gd name="connsiteY3026" fmla="*/ 3905380 h 3949544"/>
              <a:gd name="connsiteX3027" fmla="*/ 4983863 w 6103852"/>
              <a:gd name="connsiteY3027" fmla="*/ 3900322 h 3949544"/>
              <a:gd name="connsiteX3028" fmla="*/ 4995530 w 6103852"/>
              <a:gd name="connsiteY3028" fmla="*/ 3902433 h 3949544"/>
              <a:gd name="connsiteX3029" fmla="*/ 5006257 w 6103852"/>
              <a:gd name="connsiteY3029" fmla="*/ 3904823 h 3949544"/>
              <a:gd name="connsiteX3030" fmla="*/ 5017453 w 6103852"/>
              <a:gd name="connsiteY3030" fmla="*/ 3902805 h 3949544"/>
              <a:gd name="connsiteX3031" fmla="*/ 5027301 w 6103852"/>
              <a:gd name="connsiteY3031" fmla="*/ 3900788 h 3949544"/>
              <a:gd name="connsiteX3032" fmla="*/ 5030471 w 6103852"/>
              <a:gd name="connsiteY3032" fmla="*/ 3901160 h 3949544"/>
              <a:gd name="connsiteX3033" fmla="*/ 5048752 w 6103852"/>
              <a:gd name="connsiteY3033" fmla="*/ 3903301 h 3949544"/>
              <a:gd name="connsiteX3034" fmla="*/ 5072495 w 6103852"/>
              <a:gd name="connsiteY3034" fmla="*/ 3901223 h 3949544"/>
              <a:gd name="connsiteX3035" fmla="*/ 5087943 w 6103852"/>
              <a:gd name="connsiteY3035" fmla="*/ 3900354 h 3949544"/>
              <a:gd name="connsiteX3036" fmla="*/ 5119645 w 6103852"/>
              <a:gd name="connsiteY3036" fmla="*/ 3901719 h 3949544"/>
              <a:gd name="connsiteX3037" fmla="*/ 5121062 w 6103852"/>
              <a:gd name="connsiteY3037" fmla="*/ 3906746 h 3949544"/>
              <a:gd name="connsiteX3038" fmla="*/ 5114249 w 6103852"/>
              <a:gd name="connsiteY3038" fmla="*/ 3915747 h 3949544"/>
              <a:gd name="connsiteX3039" fmla="*/ 5120387 w 6103852"/>
              <a:gd name="connsiteY3039" fmla="*/ 3919533 h 3949544"/>
              <a:gd name="connsiteX3040" fmla="*/ 5133540 w 6103852"/>
              <a:gd name="connsiteY3040" fmla="*/ 3915778 h 3949544"/>
              <a:gd name="connsiteX3041" fmla="*/ 5191752 w 6103852"/>
              <a:gd name="connsiteY3041" fmla="*/ 3908267 h 3949544"/>
              <a:gd name="connsiteX3042" fmla="*/ 5196879 w 6103852"/>
              <a:gd name="connsiteY3042" fmla="*/ 3908361 h 3949544"/>
              <a:gd name="connsiteX3043" fmla="*/ 5211044 w 6103852"/>
              <a:gd name="connsiteY3043" fmla="*/ 3907927 h 3949544"/>
              <a:gd name="connsiteX3044" fmla="*/ 5225141 w 6103852"/>
              <a:gd name="connsiteY3044" fmla="*/ 3907492 h 3949544"/>
              <a:gd name="connsiteX3045" fmla="*/ 5251651 w 6103852"/>
              <a:gd name="connsiteY3045" fmla="*/ 3911247 h 3949544"/>
              <a:gd name="connsiteX3046" fmla="*/ 5277215 w 6103852"/>
              <a:gd name="connsiteY3046" fmla="*/ 3914412 h 3949544"/>
              <a:gd name="connsiteX3047" fmla="*/ 5299136 w 6103852"/>
              <a:gd name="connsiteY3047" fmla="*/ 3914599 h 3949544"/>
              <a:gd name="connsiteX3048" fmla="*/ 5313572 w 6103852"/>
              <a:gd name="connsiteY3048" fmla="*/ 3914568 h 3949544"/>
              <a:gd name="connsiteX3049" fmla="*/ 5328008 w 6103852"/>
              <a:gd name="connsiteY3049" fmla="*/ 3914537 h 3949544"/>
              <a:gd name="connsiteX3050" fmla="*/ 5339002 w 6103852"/>
              <a:gd name="connsiteY3050" fmla="*/ 3914568 h 3949544"/>
              <a:gd name="connsiteX3051" fmla="*/ 5340216 w 6103852"/>
              <a:gd name="connsiteY3051" fmla="*/ 3914568 h 3949544"/>
              <a:gd name="connsiteX3052" fmla="*/ 5380958 w 6103852"/>
              <a:gd name="connsiteY3052" fmla="*/ 3910564 h 3949544"/>
              <a:gd name="connsiteX3053" fmla="*/ 5421632 w 6103852"/>
              <a:gd name="connsiteY3053" fmla="*/ 3906561 h 3949544"/>
              <a:gd name="connsiteX3054" fmla="*/ 5432019 w 6103852"/>
              <a:gd name="connsiteY3054" fmla="*/ 3906933 h 3949544"/>
              <a:gd name="connsiteX3055" fmla="*/ 5437686 w 6103852"/>
              <a:gd name="connsiteY3055" fmla="*/ 3905288 h 3949544"/>
              <a:gd name="connsiteX3056" fmla="*/ 5439641 w 6103852"/>
              <a:gd name="connsiteY3056" fmla="*/ 3903147 h 3949544"/>
              <a:gd name="connsiteX3057" fmla="*/ 5434786 w 6103852"/>
              <a:gd name="connsiteY3057" fmla="*/ 3900788 h 3949544"/>
              <a:gd name="connsiteX3058" fmla="*/ 5420823 w 6103852"/>
              <a:gd name="connsiteY3058" fmla="*/ 3896443 h 3949544"/>
              <a:gd name="connsiteX3059" fmla="*/ 5434988 w 6103852"/>
              <a:gd name="connsiteY3059" fmla="*/ 3888653 h 3949544"/>
              <a:gd name="connsiteX3060" fmla="*/ 5439035 w 6103852"/>
              <a:gd name="connsiteY3060" fmla="*/ 3889181 h 3949544"/>
              <a:gd name="connsiteX3061" fmla="*/ 5451042 w 6103852"/>
              <a:gd name="connsiteY3061" fmla="*/ 3891415 h 3949544"/>
              <a:gd name="connsiteX3062" fmla="*/ 5461362 w 6103852"/>
              <a:gd name="connsiteY3062" fmla="*/ 3888466 h 3949544"/>
              <a:gd name="connsiteX3063" fmla="*/ 5476404 w 6103852"/>
              <a:gd name="connsiteY3063" fmla="*/ 3881608 h 3949544"/>
              <a:gd name="connsiteX3064" fmla="*/ 5480990 w 6103852"/>
              <a:gd name="connsiteY3064" fmla="*/ 3882197 h 3949544"/>
              <a:gd name="connsiteX3065" fmla="*/ 5485510 w 6103852"/>
              <a:gd name="connsiteY3065" fmla="*/ 3891725 h 3949544"/>
              <a:gd name="connsiteX3066" fmla="*/ 5485510 w 6103852"/>
              <a:gd name="connsiteY3066" fmla="*/ 3895139 h 3949544"/>
              <a:gd name="connsiteX3067" fmla="*/ 5493942 w 6103852"/>
              <a:gd name="connsiteY3067" fmla="*/ 3898119 h 3949544"/>
              <a:gd name="connsiteX3068" fmla="*/ 5513706 w 6103852"/>
              <a:gd name="connsiteY3068" fmla="*/ 3893650 h 3949544"/>
              <a:gd name="connsiteX3069" fmla="*/ 5524227 w 6103852"/>
              <a:gd name="connsiteY3069" fmla="*/ 3896381 h 3949544"/>
              <a:gd name="connsiteX3070" fmla="*/ 5531446 w 6103852"/>
              <a:gd name="connsiteY3070" fmla="*/ 3898491 h 3949544"/>
              <a:gd name="connsiteX3071" fmla="*/ 5539539 w 6103852"/>
              <a:gd name="connsiteY3071" fmla="*/ 3896629 h 3949544"/>
              <a:gd name="connsiteX3072" fmla="*/ 5547229 w 6103852"/>
              <a:gd name="connsiteY3072" fmla="*/ 3894767 h 3949544"/>
              <a:gd name="connsiteX3073" fmla="*/ 5551816 w 6103852"/>
              <a:gd name="connsiteY3073" fmla="*/ 3895853 h 3949544"/>
              <a:gd name="connsiteX3074" fmla="*/ 5560179 w 6103852"/>
              <a:gd name="connsiteY3074" fmla="*/ 3898056 h 3949544"/>
              <a:gd name="connsiteX3075" fmla="*/ 5573401 w 6103852"/>
              <a:gd name="connsiteY3075" fmla="*/ 3893525 h 3949544"/>
              <a:gd name="connsiteX3076" fmla="*/ 5583114 w 6103852"/>
              <a:gd name="connsiteY3076" fmla="*/ 3877294 h 3949544"/>
              <a:gd name="connsiteX3077" fmla="*/ 5595188 w 6103852"/>
              <a:gd name="connsiteY3077" fmla="*/ 3872855 h 3949544"/>
              <a:gd name="connsiteX3078" fmla="*/ 5599167 w 6103852"/>
              <a:gd name="connsiteY3078" fmla="*/ 3873104 h 3949544"/>
              <a:gd name="connsiteX3079" fmla="*/ 5608207 w 6103852"/>
              <a:gd name="connsiteY3079" fmla="*/ 3877355 h 3949544"/>
              <a:gd name="connsiteX3080" fmla="*/ 5609083 w 6103852"/>
              <a:gd name="connsiteY3080" fmla="*/ 3884339 h 3949544"/>
              <a:gd name="connsiteX3081" fmla="*/ 5634378 w 6103852"/>
              <a:gd name="connsiteY3081" fmla="*/ 3896535 h 3949544"/>
              <a:gd name="connsiteX3082" fmla="*/ 5658998 w 6103852"/>
              <a:gd name="connsiteY3082" fmla="*/ 3900602 h 3949544"/>
              <a:gd name="connsiteX3083" fmla="*/ 5672287 w 6103852"/>
              <a:gd name="connsiteY3083" fmla="*/ 3898491 h 3949544"/>
              <a:gd name="connsiteX3084" fmla="*/ 5705879 w 6103852"/>
              <a:gd name="connsiteY3084" fmla="*/ 3892626 h 3949544"/>
              <a:gd name="connsiteX3085" fmla="*/ 5735625 w 6103852"/>
              <a:gd name="connsiteY3085" fmla="*/ 3897684 h 3949544"/>
              <a:gd name="connsiteX3086" fmla="*/ 5763821 w 6103852"/>
              <a:gd name="connsiteY3086" fmla="*/ 3894425 h 3949544"/>
              <a:gd name="connsiteX3087" fmla="*/ 5783720 w 6103852"/>
              <a:gd name="connsiteY3087" fmla="*/ 3899671 h 3949544"/>
              <a:gd name="connsiteX3088" fmla="*/ 5796064 w 6103852"/>
              <a:gd name="connsiteY3088" fmla="*/ 3898522 h 3949544"/>
              <a:gd name="connsiteX3089" fmla="*/ 5825135 w 6103852"/>
              <a:gd name="connsiteY3089" fmla="*/ 3893463 h 3949544"/>
              <a:gd name="connsiteX3090" fmla="*/ 5834443 w 6103852"/>
              <a:gd name="connsiteY3090" fmla="*/ 3893556 h 3949544"/>
              <a:gd name="connsiteX3091" fmla="*/ 5855018 w 6103852"/>
              <a:gd name="connsiteY3091" fmla="*/ 3893681 h 3949544"/>
              <a:gd name="connsiteX3092" fmla="*/ 5867766 w 6103852"/>
              <a:gd name="connsiteY3092" fmla="*/ 3893681 h 3949544"/>
              <a:gd name="connsiteX3093" fmla="*/ 5880042 w 6103852"/>
              <a:gd name="connsiteY3093" fmla="*/ 3893681 h 3949544"/>
              <a:gd name="connsiteX3094" fmla="*/ 5889419 w 6103852"/>
              <a:gd name="connsiteY3094" fmla="*/ 3893681 h 3949544"/>
              <a:gd name="connsiteX3095" fmla="*/ 5889891 w 6103852"/>
              <a:gd name="connsiteY3095" fmla="*/ 3893681 h 3949544"/>
              <a:gd name="connsiteX3096" fmla="*/ 5912892 w 6103852"/>
              <a:gd name="connsiteY3096" fmla="*/ 3883998 h 3949544"/>
              <a:gd name="connsiteX3097" fmla="*/ 5918221 w 6103852"/>
              <a:gd name="connsiteY3097" fmla="*/ 3880956 h 3949544"/>
              <a:gd name="connsiteX3098" fmla="*/ 5922202 w 6103852"/>
              <a:gd name="connsiteY3098" fmla="*/ 3881669 h 3949544"/>
              <a:gd name="connsiteX3099" fmla="*/ 5933128 w 6103852"/>
              <a:gd name="connsiteY3099" fmla="*/ 3884649 h 3949544"/>
              <a:gd name="connsiteX3100" fmla="*/ 5939806 w 6103852"/>
              <a:gd name="connsiteY3100" fmla="*/ 3879249 h 3949544"/>
              <a:gd name="connsiteX3101" fmla="*/ 5942887 w 6103852"/>
              <a:gd name="connsiteY3101" fmla="*/ 3874634 h 3949544"/>
              <a:gd name="connsiteX3102" fmla="*/ 5952678 w 6103852"/>
              <a:gd name="connsiteY3102" fmla="*/ 3877108 h 3949544"/>
              <a:gd name="connsiteX3103" fmla="*/ 5962459 w 6103852"/>
              <a:gd name="connsiteY3103" fmla="*/ 3879095 h 3949544"/>
              <a:gd name="connsiteX3104" fmla="*/ 5976220 w 6103852"/>
              <a:gd name="connsiteY3104" fmla="*/ 3870807 h 3949544"/>
              <a:gd name="connsiteX3105" fmla="*/ 5987485 w 6103852"/>
              <a:gd name="connsiteY3105" fmla="*/ 3865687 h 3949544"/>
              <a:gd name="connsiteX3106" fmla="*/ 5991396 w 6103852"/>
              <a:gd name="connsiteY3106" fmla="*/ 3865997 h 3949544"/>
              <a:gd name="connsiteX3107" fmla="*/ 6022088 w 6103852"/>
              <a:gd name="connsiteY3107" fmla="*/ 3872701 h 3949544"/>
              <a:gd name="connsiteX3108" fmla="*/ 6024315 w 6103852"/>
              <a:gd name="connsiteY3108" fmla="*/ 3877635 h 3949544"/>
              <a:gd name="connsiteX3109" fmla="*/ 6000368 w 6103852"/>
              <a:gd name="connsiteY3109" fmla="*/ 3883656 h 3949544"/>
              <a:gd name="connsiteX3110" fmla="*/ 5976962 w 6103852"/>
              <a:gd name="connsiteY3110" fmla="*/ 3889831 h 3949544"/>
              <a:gd name="connsiteX3111" fmla="*/ 5995579 w 6103852"/>
              <a:gd name="connsiteY3111" fmla="*/ 3893308 h 3949544"/>
              <a:gd name="connsiteX3112" fmla="*/ 5997063 w 6103852"/>
              <a:gd name="connsiteY3112" fmla="*/ 3893308 h 3949544"/>
              <a:gd name="connsiteX3113" fmla="*/ 5998546 w 6103852"/>
              <a:gd name="connsiteY3113" fmla="*/ 3893308 h 3949544"/>
              <a:gd name="connsiteX3114" fmla="*/ 6001986 w 6103852"/>
              <a:gd name="connsiteY3114" fmla="*/ 3893339 h 3949544"/>
              <a:gd name="connsiteX3115" fmla="*/ 6016827 w 6103852"/>
              <a:gd name="connsiteY3115" fmla="*/ 3899113 h 3949544"/>
              <a:gd name="connsiteX3116" fmla="*/ 6033083 w 6103852"/>
              <a:gd name="connsiteY3116" fmla="*/ 3907212 h 3949544"/>
              <a:gd name="connsiteX3117" fmla="*/ 6042796 w 6103852"/>
              <a:gd name="connsiteY3117" fmla="*/ 3901346 h 3949544"/>
              <a:gd name="connsiteX3118" fmla="*/ 6070232 w 6103852"/>
              <a:gd name="connsiteY3118" fmla="*/ 3886228 h 3949544"/>
              <a:gd name="connsiteX3119" fmla="*/ 6103852 w 6103852"/>
              <a:gd name="connsiteY3119" fmla="*/ 3880093 h 3949544"/>
              <a:gd name="connsiteX3120" fmla="*/ 6103852 w 6103852"/>
              <a:gd name="connsiteY3120" fmla="*/ 48034 h 3949544"/>
              <a:gd name="connsiteX3121" fmla="*/ 6094413 w 6103852"/>
              <a:gd name="connsiteY3121" fmla="*/ 42333 h 3949544"/>
              <a:gd name="connsiteX3122" fmla="*/ 6078157 w 6103852"/>
              <a:gd name="connsiteY3122" fmla="*/ 50433 h 3949544"/>
              <a:gd name="connsiteX3123" fmla="*/ 6063316 w 6103852"/>
              <a:gd name="connsiteY3123" fmla="*/ 56205 h 3949544"/>
              <a:gd name="connsiteX3124" fmla="*/ 6059877 w 6103852"/>
              <a:gd name="connsiteY3124" fmla="*/ 56237 h 3949544"/>
              <a:gd name="connsiteX3125" fmla="*/ 6058393 w 6103852"/>
              <a:gd name="connsiteY3125" fmla="*/ 56237 h 3949544"/>
              <a:gd name="connsiteX3126" fmla="*/ 6056909 w 6103852"/>
              <a:gd name="connsiteY3126" fmla="*/ 56237 h 3949544"/>
              <a:gd name="connsiteX3127" fmla="*/ 6038292 w 6103852"/>
              <a:gd name="connsiteY3127" fmla="*/ 59713 h 3949544"/>
              <a:gd name="connsiteX3128" fmla="*/ 6061698 w 6103852"/>
              <a:gd name="connsiteY3128" fmla="*/ 65889 h 3949544"/>
              <a:gd name="connsiteX3129" fmla="*/ 6085645 w 6103852"/>
              <a:gd name="connsiteY3129" fmla="*/ 71910 h 3949544"/>
              <a:gd name="connsiteX3130" fmla="*/ 6083418 w 6103852"/>
              <a:gd name="connsiteY3130" fmla="*/ 76844 h 3949544"/>
              <a:gd name="connsiteX3131" fmla="*/ 6052726 w 6103852"/>
              <a:gd name="connsiteY3131" fmla="*/ 83548 h 3949544"/>
              <a:gd name="connsiteX3132" fmla="*/ 6048815 w 6103852"/>
              <a:gd name="connsiteY3132" fmla="*/ 83859 h 3949544"/>
              <a:gd name="connsiteX3133" fmla="*/ 6037550 w 6103852"/>
              <a:gd name="connsiteY3133" fmla="*/ 78737 h 3949544"/>
              <a:gd name="connsiteX3134" fmla="*/ 6023790 w 6103852"/>
              <a:gd name="connsiteY3134" fmla="*/ 70451 h 3949544"/>
              <a:gd name="connsiteX3135" fmla="*/ 6014009 w 6103852"/>
              <a:gd name="connsiteY3135" fmla="*/ 72437 h 3949544"/>
              <a:gd name="connsiteX3136" fmla="*/ 6004216 w 6103852"/>
              <a:gd name="connsiteY3136" fmla="*/ 74910 h 3949544"/>
              <a:gd name="connsiteX3137" fmla="*/ 6001136 w 6103852"/>
              <a:gd name="connsiteY3137" fmla="*/ 70296 h 3949544"/>
              <a:gd name="connsiteX3138" fmla="*/ 5994459 w 6103852"/>
              <a:gd name="connsiteY3138" fmla="*/ 64896 h 3949544"/>
              <a:gd name="connsiteX3139" fmla="*/ 5983532 w 6103852"/>
              <a:gd name="connsiteY3139" fmla="*/ 67875 h 3949544"/>
              <a:gd name="connsiteX3140" fmla="*/ 5979551 w 6103852"/>
              <a:gd name="connsiteY3140" fmla="*/ 68590 h 3949544"/>
              <a:gd name="connsiteX3141" fmla="*/ 5974222 w 6103852"/>
              <a:gd name="connsiteY3141" fmla="*/ 65548 h 3949544"/>
              <a:gd name="connsiteX3142" fmla="*/ 5951222 w 6103852"/>
              <a:gd name="connsiteY3142" fmla="*/ 55864 h 3949544"/>
              <a:gd name="connsiteX3143" fmla="*/ 5950749 w 6103852"/>
              <a:gd name="connsiteY3143" fmla="*/ 55864 h 3949544"/>
              <a:gd name="connsiteX3144" fmla="*/ 5941372 w 6103852"/>
              <a:gd name="connsiteY3144" fmla="*/ 55864 h 3949544"/>
              <a:gd name="connsiteX3145" fmla="*/ 5929096 w 6103852"/>
              <a:gd name="connsiteY3145" fmla="*/ 55864 h 3949544"/>
              <a:gd name="connsiteX3146" fmla="*/ 5916348 w 6103852"/>
              <a:gd name="connsiteY3146" fmla="*/ 55864 h 3949544"/>
              <a:gd name="connsiteX3147" fmla="*/ 5895774 w 6103852"/>
              <a:gd name="connsiteY3147" fmla="*/ 55989 h 3949544"/>
              <a:gd name="connsiteX3148" fmla="*/ 5886465 w 6103852"/>
              <a:gd name="connsiteY3148" fmla="*/ 56082 h 3949544"/>
              <a:gd name="connsiteX3149" fmla="*/ 5857394 w 6103852"/>
              <a:gd name="connsiteY3149" fmla="*/ 51023 h 3949544"/>
              <a:gd name="connsiteX3150" fmla="*/ 5845051 w 6103852"/>
              <a:gd name="connsiteY3150" fmla="*/ 49875 h 3949544"/>
              <a:gd name="connsiteX3151" fmla="*/ 5825151 w 6103852"/>
              <a:gd name="connsiteY3151" fmla="*/ 55119 h 3949544"/>
              <a:gd name="connsiteX3152" fmla="*/ 5796955 w 6103852"/>
              <a:gd name="connsiteY3152" fmla="*/ 51860 h 3949544"/>
              <a:gd name="connsiteX3153" fmla="*/ 5767209 w 6103852"/>
              <a:gd name="connsiteY3153" fmla="*/ 56920 h 3949544"/>
              <a:gd name="connsiteX3154" fmla="*/ 5733617 w 6103852"/>
              <a:gd name="connsiteY3154" fmla="*/ 51054 h 3949544"/>
              <a:gd name="connsiteX3155" fmla="*/ 5720328 w 6103852"/>
              <a:gd name="connsiteY3155" fmla="*/ 48944 h 3949544"/>
              <a:gd name="connsiteX3156" fmla="*/ 5695709 w 6103852"/>
              <a:gd name="connsiteY3156" fmla="*/ 53009 h 3949544"/>
              <a:gd name="connsiteX3157" fmla="*/ 5670413 w 6103852"/>
              <a:gd name="connsiteY3157" fmla="*/ 65206 h 3949544"/>
              <a:gd name="connsiteX3158" fmla="*/ 5669537 w 6103852"/>
              <a:gd name="connsiteY3158" fmla="*/ 72189 h 3949544"/>
              <a:gd name="connsiteX3159" fmla="*/ 5660498 w 6103852"/>
              <a:gd name="connsiteY3159" fmla="*/ 76441 h 3949544"/>
              <a:gd name="connsiteX3160" fmla="*/ 5656518 w 6103852"/>
              <a:gd name="connsiteY3160" fmla="*/ 76689 h 3949544"/>
              <a:gd name="connsiteX3161" fmla="*/ 5644444 w 6103852"/>
              <a:gd name="connsiteY3161" fmla="*/ 72252 h 3949544"/>
              <a:gd name="connsiteX3162" fmla="*/ 5634732 w 6103852"/>
              <a:gd name="connsiteY3162" fmla="*/ 56020 h 3949544"/>
              <a:gd name="connsiteX3163" fmla="*/ 5621510 w 6103852"/>
              <a:gd name="connsiteY3163" fmla="*/ 51488 h 3949544"/>
              <a:gd name="connsiteX3164" fmla="*/ 5613146 w 6103852"/>
              <a:gd name="connsiteY3164" fmla="*/ 53692 h 3949544"/>
              <a:gd name="connsiteX3165" fmla="*/ 5608559 w 6103852"/>
              <a:gd name="connsiteY3165" fmla="*/ 54778 h 3949544"/>
              <a:gd name="connsiteX3166" fmla="*/ 5600869 w 6103852"/>
              <a:gd name="connsiteY3166" fmla="*/ 52916 h 3949544"/>
              <a:gd name="connsiteX3167" fmla="*/ 5592776 w 6103852"/>
              <a:gd name="connsiteY3167" fmla="*/ 51054 h 3949544"/>
              <a:gd name="connsiteX3168" fmla="*/ 5585558 w 6103852"/>
              <a:gd name="connsiteY3168" fmla="*/ 53164 h 3949544"/>
              <a:gd name="connsiteX3169" fmla="*/ 5575036 w 6103852"/>
              <a:gd name="connsiteY3169" fmla="*/ 55896 h 3949544"/>
              <a:gd name="connsiteX3170" fmla="*/ 5555272 w 6103852"/>
              <a:gd name="connsiteY3170" fmla="*/ 51426 h 3949544"/>
              <a:gd name="connsiteX3171" fmla="*/ 5546840 w 6103852"/>
              <a:gd name="connsiteY3171" fmla="*/ 54405 h 3949544"/>
              <a:gd name="connsiteX3172" fmla="*/ 5546840 w 6103852"/>
              <a:gd name="connsiteY3172" fmla="*/ 57820 h 3949544"/>
              <a:gd name="connsiteX3173" fmla="*/ 5542320 w 6103852"/>
              <a:gd name="connsiteY3173" fmla="*/ 67347 h 3949544"/>
              <a:gd name="connsiteX3174" fmla="*/ 5537734 w 6103852"/>
              <a:gd name="connsiteY3174" fmla="*/ 67937 h 3949544"/>
              <a:gd name="connsiteX3175" fmla="*/ 5522692 w 6103852"/>
              <a:gd name="connsiteY3175" fmla="*/ 61079 h 3949544"/>
              <a:gd name="connsiteX3176" fmla="*/ 5512373 w 6103852"/>
              <a:gd name="connsiteY3176" fmla="*/ 58130 h 3949544"/>
              <a:gd name="connsiteX3177" fmla="*/ 5500365 w 6103852"/>
              <a:gd name="connsiteY3177" fmla="*/ 60365 h 3949544"/>
              <a:gd name="connsiteX3178" fmla="*/ 5496318 w 6103852"/>
              <a:gd name="connsiteY3178" fmla="*/ 60892 h 3949544"/>
              <a:gd name="connsiteX3179" fmla="*/ 5482153 w 6103852"/>
              <a:gd name="connsiteY3179" fmla="*/ 53103 h 3949544"/>
              <a:gd name="connsiteX3180" fmla="*/ 5496116 w 6103852"/>
              <a:gd name="connsiteY3180" fmla="*/ 48757 h 3949544"/>
              <a:gd name="connsiteX3181" fmla="*/ 5500971 w 6103852"/>
              <a:gd name="connsiteY3181" fmla="*/ 46399 h 3949544"/>
              <a:gd name="connsiteX3182" fmla="*/ 5499016 w 6103852"/>
              <a:gd name="connsiteY3182" fmla="*/ 44258 h 3949544"/>
              <a:gd name="connsiteX3183" fmla="*/ 5493349 w 6103852"/>
              <a:gd name="connsiteY3183" fmla="*/ 42612 h 3949544"/>
              <a:gd name="connsiteX3184" fmla="*/ 5482962 w 6103852"/>
              <a:gd name="connsiteY3184" fmla="*/ 42985 h 3949544"/>
              <a:gd name="connsiteX3185" fmla="*/ 5442289 w 6103852"/>
              <a:gd name="connsiteY3185" fmla="*/ 38981 h 3949544"/>
              <a:gd name="connsiteX3186" fmla="*/ 5401546 w 6103852"/>
              <a:gd name="connsiteY3186" fmla="*/ 34978 h 3949544"/>
              <a:gd name="connsiteX3187" fmla="*/ 5400332 w 6103852"/>
              <a:gd name="connsiteY3187" fmla="*/ 34978 h 3949544"/>
              <a:gd name="connsiteX3188" fmla="*/ 5389338 w 6103852"/>
              <a:gd name="connsiteY3188" fmla="*/ 35009 h 3949544"/>
              <a:gd name="connsiteX3189" fmla="*/ 5374903 w 6103852"/>
              <a:gd name="connsiteY3189" fmla="*/ 34978 h 3949544"/>
              <a:gd name="connsiteX3190" fmla="*/ 5360466 w 6103852"/>
              <a:gd name="connsiteY3190" fmla="*/ 34946 h 3949544"/>
              <a:gd name="connsiteX3191" fmla="*/ 5338545 w 6103852"/>
              <a:gd name="connsiteY3191" fmla="*/ 35133 h 3949544"/>
              <a:gd name="connsiteX3192" fmla="*/ 5312981 w 6103852"/>
              <a:gd name="connsiteY3192" fmla="*/ 38298 h 3949544"/>
              <a:gd name="connsiteX3193" fmla="*/ 5286471 w 6103852"/>
              <a:gd name="connsiteY3193" fmla="*/ 42054 h 3949544"/>
              <a:gd name="connsiteX3194" fmla="*/ 5272374 w 6103852"/>
              <a:gd name="connsiteY3194" fmla="*/ 41619 h 3949544"/>
              <a:gd name="connsiteX3195" fmla="*/ 5258209 w 6103852"/>
              <a:gd name="connsiteY3195" fmla="*/ 41185 h 3949544"/>
              <a:gd name="connsiteX3196" fmla="*/ 5253082 w 6103852"/>
              <a:gd name="connsiteY3196" fmla="*/ 41277 h 3949544"/>
              <a:gd name="connsiteX3197" fmla="*/ 5194870 w 6103852"/>
              <a:gd name="connsiteY3197" fmla="*/ 33767 h 3949544"/>
              <a:gd name="connsiteX3198" fmla="*/ 5181717 w 6103852"/>
              <a:gd name="connsiteY3198" fmla="*/ 30012 h 3949544"/>
              <a:gd name="connsiteX3199" fmla="*/ 5175579 w 6103852"/>
              <a:gd name="connsiteY3199" fmla="*/ 33798 h 3949544"/>
              <a:gd name="connsiteX3200" fmla="*/ 5182392 w 6103852"/>
              <a:gd name="connsiteY3200" fmla="*/ 42799 h 3949544"/>
              <a:gd name="connsiteX3201" fmla="*/ 5180975 w 6103852"/>
              <a:gd name="connsiteY3201" fmla="*/ 47826 h 3949544"/>
              <a:gd name="connsiteX3202" fmla="*/ 5149273 w 6103852"/>
              <a:gd name="connsiteY3202" fmla="*/ 49192 h 3949544"/>
              <a:gd name="connsiteX3203" fmla="*/ 5133825 w 6103852"/>
              <a:gd name="connsiteY3203" fmla="*/ 48323 h 3949544"/>
              <a:gd name="connsiteX3204" fmla="*/ 5110082 w 6103852"/>
              <a:gd name="connsiteY3204" fmla="*/ 46243 h 3949544"/>
              <a:gd name="connsiteX3205" fmla="*/ 5091802 w 6103852"/>
              <a:gd name="connsiteY3205" fmla="*/ 48384 h 3949544"/>
              <a:gd name="connsiteX3206" fmla="*/ 5088631 w 6103852"/>
              <a:gd name="connsiteY3206" fmla="*/ 48757 h 3949544"/>
              <a:gd name="connsiteX3207" fmla="*/ 5078783 w 6103852"/>
              <a:gd name="connsiteY3207" fmla="*/ 46740 h 3949544"/>
              <a:gd name="connsiteX3208" fmla="*/ 5067587 w 6103852"/>
              <a:gd name="connsiteY3208" fmla="*/ 44722 h 3949544"/>
              <a:gd name="connsiteX3209" fmla="*/ 5056861 w 6103852"/>
              <a:gd name="connsiteY3209" fmla="*/ 47112 h 3949544"/>
              <a:gd name="connsiteX3210" fmla="*/ 5045193 w 6103852"/>
              <a:gd name="connsiteY3210" fmla="*/ 49224 h 3949544"/>
              <a:gd name="connsiteX3211" fmla="*/ 5018886 w 6103852"/>
              <a:gd name="connsiteY3211" fmla="*/ 44164 h 3949544"/>
              <a:gd name="connsiteX3212" fmla="*/ 5009645 w 6103852"/>
              <a:gd name="connsiteY3212" fmla="*/ 43078 h 3949544"/>
              <a:gd name="connsiteX3213" fmla="*/ 5000404 w 6103852"/>
              <a:gd name="connsiteY3213" fmla="*/ 44258 h 3949544"/>
              <a:gd name="connsiteX3214" fmla="*/ 4961145 w 6103852"/>
              <a:gd name="connsiteY3214" fmla="*/ 48695 h 3949544"/>
              <a:gd name="connsiteX3215" fmla="*/ 4952444 w 6103852"/>
              <a:gd name="connsiteY3215" fmla="*/ 48913 h 3949544"/>
              <a:gd name="connsiteX3216" fmla="*/ 4910219 w 6103852"/>
              <a:gd name="connsiteY3216" fmla="*/ 31874 h 3949544"/>
              <a:gd name="connsiteX3217" fmla="*/ 4906104 w 6103852"/>
              <a:gd name="connsiteY3217" fmla="*/ 29080 h 3949544"/>
              <a:gd name="connsiteX3218" fmla="*/ 4899898 w 6103852"/>
              <a:gd name="connsiteY3218" fmla="*/ 34420 h 3949544"/>
              <a:gd name="connsiteX3219" fmla="*/ 4904688 w 6103852"/>
              <a:gd name="connsiteY3219" fmla="*/ 47764 h 3949544"/>
              <a:gd name="connsiteX3220" fmla="*/ 4909342 w 6103852"/>
              <a:gd name="connsiteY3220" fmla="*/ 53289 h 3949544"/>
              <a:gd name="connsiteX3221" fmla="*/ 4900911 w 6103852"/>
              <a:gd name="connsiteY3221" fmla="*/ 55430 h 3949544"/>
              <a:gd name="connsiteX3222" fmla="*/ 4890859 w 6103852"/>
              <a:gd name="connsiteY3222" fmla="*/ 54157 h 3949544"/>
              <a:gd name="connsiteX3223" fmla="*/ 4866173 w 6103852"/>
              <a:gd name="connsiteY3223" fmla="*/ 49347 h 3949544"/>
              <a:gd name="connsiteX3224" fmla="*/ 4787319 w 6103852"/>
              <a:gd name="connsiteY3224" fmla="*/ 42612 h 3949544"/>
              <a:gd name="connsiteX3225" fmla="*/ 4774098 w 6103852"/>
              <a:gd name="connsiteY3225" fmla="*/ 41154 h 3949544"/>
              <a:gd name="connsiteX3226" fmla="*/ 4747994 w 6103852"/>
              <a:gd name="connsiteY3226" fmla="*/ 42271 h 3949544"/>
              <a:gd name="connsiteX3227" fmla="*/ 4736257 w 6103852"/>
              <a:gd name="connsiteY3227" fmla="*/ 48726 h 3949544"/>
              <a:gd name="connsiteX3228" fmla="*/ 4714335 w 6103852"/>
              <a:gd name="connsiteY3228" fmla="*/ 48975 h 3949544"/>
              <a:gd name="connsiteX3229" fmla="*/ 4706915 w 6103852"/>
              <a:gd name="connsiteY3229" fmla="*/ 48975 h 3949544"/>
              <a:gd name="connsiteX3230" fmla="*/ 4699293 w 6103852"/>
              <a:gd name="connsiteY3230" fmla="*/ 48975 h 3949544"/>
              <a:gd name="connsiteX3231" fmla="*/ 4681351 w 6103852"/>
              <a:gd name="connsiteY3231" fmla="*/ 49129 h 3949544"/>
              <a:gd name="connsiteX3232" fmla="*/ 4654777 w 6103852"/>
              <a:gd name="connsiteY3232" fmla="*/ 51152 h 3949544"/>
              <a:gd name="connsiteX3233" fmla="*/ 4654033 w 6103852"/>
              <a:gd name="connsiteY3233" fmla="*/ 51023 h 3949544"/>
              <a:gd name="connsiteX3234" fmla="*/ 4641690 w 6103852"/>
              <a:gd name="connsiteY3234" fmla="*/ 49875 h 3949544"/>
              <a:gd name="connsiteX3235" fmla="*/ 4629556 w 6103852"/>
              <a:gd name="connsiteY3235" fmla="*/ 53073 h 3949544"/>
              <a:gd name="connsiteX3236" fmla="*/ 4615315 w 6103852"/>
              <a:gd name="connsiteY3236" fmla="*/ 54157 h 3949544"/>
              <a:gd name="connsiteX3237" fmla="*/ 4614340 w 6103852"/>
              <a:gd name="connsiteY3237" fmla="*/ 54258 h 3949544"/>
              <a:gd name="connsiteX3238" fmla="*/ 4593595 w 6103852"/>
              <a:gd name="connsiteY3238" fmla="*/ 51860 h 3949544"/>
              <a:gd name="connsiteX3239" fmla="*/ 4576295 w 6103852"/>
              <a:gd name="connsiteY3239" fmla="*/ 54803 h 3949544"/>
              <a:gd name="connsiteX3240" fmla="*/ 4544219 w 6103852"/>
              <a:gd name="connsiteY3240" fmla="*/ 49316 h 3949544"/>
              <a:gd name="connsiteX3241" fmla="*/ 4520745 w 6103852"/>
              <a:gd name="connsiteY3241" fmla="*/ 43885 h 3949544"/>
              <a:gd name="connsiteX3242" fmla="*/ 4503140 w 6103852"/>
              <a:gd name="connsiteY3242" fmla="*/ 48726 h 3949544"/>
              <a:gd name="connsiteX3243" fmla="*/ 4495383 w 6103852"/>
              <a:gd name="connsiteY3243" fmla="*/ 49781 h 3949544"/>
              <a:gd name="connsiteX3244" fmla="*/ 4477845 w 6103852"/>
              <a:gd name="connsiteY3244" fmla="*/ 47237 h 3949544"/>
              <a:gd name="connsiteX3245" fmla="*/ 4459228 w 6103852"/>
              <a:gd name="connsiteY3245" fmla="*/ 42705 h 3949544"/>
              <a:gd name="connsiteX3246" fmla="*/ 4432450 w 6103852"/>
              <a:gd name="connsiteY3246" fmla="*/ 51612 h 3949544"/>
              <a:gd name="connsiteX3247" fmla="*/ 4425055 w 6103852"/>
              <a:gd name="connsiteY3247" fmla="*/ 53855 h 3949544"/>
              <a:gd name="connsiteX3248" fmla="*/ 4422043 w 6103852"/>
              <a:gd name="connsiteY3248" fmla="*/ 52823 h 3949544"/>
              <a:gd name="connsiteX3249" fmla="*/ 4416261 w 6103852"/>
              <a:gd name="connsiteY3249" fmla="*/ 47981 h 3949544"/>
              <a:gd name="connsiteX3250" fmla="*/ 4408841 w 6103852"/>
              <a:gd name="connsiteY3250" fmla="*/ 42985 h 3949544"/>
              <a:gd name="connsiteX3251" fmla="*/ 4408706 w 6103852"/>
              <a:gd name="connsiteY3251" fmla="*/ 42985 h 3949544"/>
              <a:gd name="connsiteX3252" fmla="*/ 4403041 w 6103852"/>
              <a:gd name="connsiteY3252" fmla="*/ 43172 h 3949544"/>
              <a:gd name="connsiteX3253" fmla="*/ 4368032 w 6103852"/>
              <a:gd name="connsiteY3253" fmla="*/ 29018 h 3949544"/>
              <a:gd name="connsiteX3254" fmla="*/ 4344289 w 6103852"/>
              <a:gd name="connsiteY3254" fmla="*/ 22967 h 3949544"/>
              <a:gd name="connsiteX3255" fmla="*/ 4325536 w 6103852"/>
              <a:gd name="connsiteY3255" fmla="*/ 20639 h 3949544"/>
              <a:gd name="connsiteX3256" fmla="*/ 4301388 w 6103852"/>
              <a:gd name="connsiteY3256" fmla="*/ 26505 h 3949544"/>
              <a:gd name="connsiteX3257" fmla="*/ 4285672 w 6103852"/>
              <a:gd name="connsiteY3257" fmla="*/ 32277 h 3949544"/>
              <a:gd name="connsiteX3258" fmla="*/ 4266582 w 6103852"/>
              <a:gd name="connsiteY3258" fmla="*/ 23742 h 3949544"/>
              <a:gd name="connsiteX3259" fmla="*/ 4264964 w 6103852"/>
              <a:gd name="connsiteY3259" fmla="*/ 20795 h 3949544"/>
              <a:gd name="connsiteX3260" fmla="*/ 4230293 w 6103852"/>
              <a:gd name="connsiteY3260" fmla="*/ 12290 h 3949544"/>
              <a:gd name="connsiteX3261" fmla="*/ 4206482 w 6103852"/>
              <a:gd name="connsiteY3261" fmla="*/ 7449 h 3949544"/>
              <a:gd name="connsiteX3262" fmla="*/ 4196498 w 6103852"/>
              <a:gd name="connsiteY3262" fmla="*/ 22376 h 3949544"/>
              <a:gd name="connsiteX3263" fmla="*/ 4195825 w 6103852"/>
              <a:gd name="connsiteY3263" fmla="*/ 29392 h 3949544"/>
              <a:gd name="connsiteX3264" fmla="*/ 4192249 w 6103852"/>
              <a:gd name="connsiteY3264" fmla="*/ 32153 h 3949544"/>
              <a:gd name="connsiteX3265" fmla="*/ 4181726 w 6103852"/>
              <a:gd name="connsiteY3265" fmla="*/ 30136 h 3949544"/>
              <a:gd name="connsiteX3266" fmla="*/ 4168910 w 6103852"/>
              <a:gd name="connsiteY3266" fmla="*/ 18249 h 3949544"/>
              <a:gd name="connsiteX3267" fmla="*/ 4162502 w 6103852"/>
              <a:gd name="connsiteY3267" fmla="*/ 2110 h 3949544"/>
              <a:gd name="connsiteX3268" fmla="*/ 4139637 w 6103852"/>
              <a:gd name="connsiteY3268" fmla="*/ 0 h 394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Lst>
            <a:rect l="l" t="t" r="r" b="b"/>
            <a:pathLst>
              <a:path w="6103852" h="3949544">
                <a:moveTo>
                  <a:pt x="2864355" y="3935858"/>
                </a:moveTo>
                <a:lnTo>
                  <a:pt x="2864422" y="3935890"/>
                </a:lnTo>
                <a:cubicBezTo>
                  <a:pt x="2870762" y="3935890"/>
                  <a:pt x="2875755" y="3938403"/>
                  <a:pt x="2872718" y="3940110"/>
                </a:cubicBezTo>
                <a:cubicBezTo>
                  <a:pt x="2870493" y="3941320"/>
                  <a:pt x="2866311" y="3942282"/>
                  <a:pt x="2863006" y="3942282"/>
                </a:cubicBezTo>
                <a:cubicBezTo>
                  <a:pt x="2862735" y="3942282"/>
                  <a:pt x="2862399" y="3942282"/>
                  <a:pt x="2862129" y="3942282"/>
                </a:cubicBezTo>
                <a:lnTo>
                  <a:pt x="2857272" y="3941010"/>
                </a:lnTo>
                <a:lnTo>
                  <a:pt x="2852550" y="3939023"/>
                </a:lnTo>
                <a:cubicBezTo>
                  <a:pt x="2855720" y="3937969"/>
                  <a:pt x="2858621" y="3936354"/>
                  <a:pt x="2861994" y="3935982"/>
                </a:cubicBezTo>
                <a:cubicBezTo>
                  <a:pt x="2862804" y="3935890"/>
                  <a:pt x="2863613" y="3935858"/>
                  <a:pt x="2864355" y="3935858"/>
                </a:cubicBezTo>
                <a:close/>
                <a:moveTo>
                  <a:pt x="4067715" y="3935858"/>
                </a:moveTo>
                <a:lnTo>
                  <a:pt x="4067783" y="3935890"/>
                </a:lnTo>
                <a:cubicBezTo>
                  <a:pt x="4074123" y="3935890"/>
                  <a:pt x="4079115" y="3938403"/>
                  <a:pt x="4076079" y="3940110"/>
                </a:cubicBezTo>
                <a:cubicBezTo>
                  <a:pt x="4073853" y="3941320"/>
                  <a:pt x="4069672" y="3942282"/>
                  <a:pt x="4066366" y="3942282"/>
                </a:cubicBezTo>
                <a:cubicBezTo>
                  <a:pt x="4066096" y="3942282"/>
                  <a:pt x="4065759" y="3942282"/>
                  <a:pt x="4065490" y="3942282"/>
                </a:cubicBezTo>
                <a:lnTo>
                  <a:pt x="4060633" y="3941010"/>
                </a:lnTo>
                <a:lnTo>
                  <a:pt x="4055911" y="3939023"/>
                </a:lnTo>
                <a:cubicBezTo>
                  <a:pt x="4059080" y="3937969"/>
                  <a:pt x="4061982" y="3936354"/>
                  <a:pt x="4065354" y="3935982"/>
                </a:cubicBezTo>
                <a:cubicBezTo>
                  <a:pt x="4066164" y="3935890"/>
                  <a:pt x="4066974" y="3935858"/>
                  <a:pt x="4067715" y="3935858"/>
                </a:cubicBezTo>
                <a:close/>
                <a:moveTo>
                  <a:pt x="2800814" y="3923660"/>
                </a:moveTo>
                <a:cubicBezTo>
                  <a:pt x="2806008" y="3923660"/>
                  <a:pt x="2817137" y="3928254"/>
                  <a:pt x="2817812" y="3930893"/>
                </a:cubicBezTo>
                <a:lnTo>
                  <a:pt x="2817273" y="3933344"/>
                </a:lnTo>
                <a:cubicBezTo>
                  <a:pt x="2807424" y="3935299"/>
                  <a:pt x="2797576" y="3936231"/>
                  <a:pt x="2787662" y="3936231"/>
                </a:cubicBezTo>
                <a:cubicBezTo>
                  <a:pt x="2778419" y="3936231"/>
                  <a:pt x="2769179" y="3935423"/>
                  <a:pt x="2759870" y="3933872"/>
                </a:cubicBezTo>
                <a:lnTo>
                  <a:pt x="2757981" y="3933003"/>
                </a:lnTo>
                <a:lnTo>
                  <a:pt x="2756364" y="3931793"/>
                </a:lnTo>
                <a:lnTo>
                  <a:pt x="2758993" y="3930675"/>
                </a:lnTo>
                <a:lnTo>
                  <a:pt x="2761758" y="3929806"/>
                </a:lnTo>
                <a:cubicBezTo>
                  <a:pt x="2773968" y="3927664"/>
                  <a:pt x="2788133" y="3929186"/>
                  <a:pt x="2799060" y="3924002"/>
                </a:cubicBezTo>
                <a:cubicBezTo>
                  <a:pt x="2799532" y="3923785"/>
                  <a:pt x="2800140" y="3923692"/>
                  <a:pt x="2800881" y="3923692"/>
                </a:cubicBezTo>
                <a:close/>
                <a:moveTo>
                  <a:pt x="4004175" y="3923660"/>
                </a:moveTo>
                <a:cubicBezTo>
                  <a:pt x="4009369" y="3923660"/>
                  <a:pt x="4020498" y="3928254"/>
                  <a:pt x="4021173" y="3930893"/>
                </a:cubicBezTo>
                <a:lnTo>
                  <a:pt x="4020633" y="3933344"/>
                </a:lnTo>
                <a:cubicBezTo>
                  <a:pt x="4010785" y="3935299"/>
                  <a:pt x="4000937" y="3936231"/>
                  <a:pt x="3991022" y="3936231"/>
                </a:cubicBezTo>
                <a:cubicBezTo>
                  <a:pt x="3981780" y="3936231"/>
                  <a:pt x="3972540" y="3935423"/>
                  <a:pt x="3963230" y="3933872"/>
                </a:cubicBezTo>
                <a:lnTo>
                  <a:pt x="3961342" y="3933003"/>
                </a:lnTo>
                <a:lnTo>
                  <a:pt x="3959723" y="3931793"/>
                </a:lnTo>
                <a:lnTo>
                  <a:pt x="3962354" y="3930675"/>
                </a:lnTo>
                <a:lnTo>
                  <a:pt x="3965119" y="3929806"/>
                </a:lnTo>
                <a:cubicBezTo>
                  <a:pt x="3977329" y="3927664"/>
                  <a:pt x="3991495" y="3929186"/>
                  <a:pt x="4002420" y="3924002"/>
                </a:cubicBezTo>
                <a:cubicBezTo>
                  <a:pt x="4002893" y="3923785"/>
                  <a:pt x="4003500" y="3923692"/>
                  <a:pt x="4004242" y="3923692"/>
                </a:cubicBezTo>
                <a:close/>
                <a:moveTo>
                  <a:pt x="6103852" y="3896029"/>
                </a:moveTo>
                <a:lnTo>
                  <a:pt x="6102087" y="3896474"/>
                </a:lnTo>
                <a:cubicBezTo>
                  <a:pt x="6100131" y="3897234"/>
                  <a:pt x="6099591" y="3899229"/>
                  <a:pt x="6100055" y="3901172"/>
                </a:cubicBezTo>
                <a:lnTo>
                  <a:pt x="6103852" y="3905356"/>
                </a:lnTo>
                <a:close/>
                <a:moveTo>
                  <a:pt x="4338809" y="3895992"/>
                </a:moveTo>
                <a:lnTo>
                  <a:pt x="4339416" y="3896101"/>
                </a:lnTo>
                <a:lnTo>
                  <a:pt x="4331254" y="3899546"/>
                </a:lnTo>
                <a:cubicBezTo>
                  <a:pt x="4331254" y="3899546"/>
                  <a:pt x="4330984" y="3899546"/>
                  <a:pt x="4330850" y="3899546"/>
                </a:cubicBezTo>
                <a:cubicBezTo>
                  <a:pt x="4327275" y="3899546"/>
                  <a:pt x="4323497" y="3898150"/>
                  <a:pt x="4319383" y="3897281"/>
                </a:cubicBezTo>
                <a:lnTo>
                  <a:pt x="4321350" y="3896522"/>
                </a:lnTo>
                <a:lnTo>
                  <a:pt x="4328085" y="3898491"/>
                </a:lnTo>
                <a:cubicBezTo>
                  <a:pt x="4330984" y="3898491"/>
                  <a:pt x="4333616" y="3897560"/>
                  <a:pt x="4336178" y="3896629"/>
                </a:cubicBezTo>
                <a:close/>
                <a:moveTo>
                  <a:pt x="3007760" y="3894859"/>
                </a:moveTo>
                <a:lnTo>
                  <a:pt x="3007735" y="3894869"/>
                </a:lnTo>
                <a:lnTo>
                  <a:pt x="3011942" y="3895791"/>
                </a:lnTo>
                <a:lnTo>
                  <a:pt x="3007491" y="3898584"/>
                </a:lnTo>
                <a:lnTo>
                  <a:pt x="3003240" y="3896629"/>
                </a:lnTo>
                <a:lnTo>
                  <a:pt x="3007735" y="3894869"/>
                </a:lnTo>
                <a:lnTo>
                  <a:pt x="3007692" y="3894859"/>
                </a:lnTo>
                <a:close/>
                <a:moveTo>
                  <a:pt x="3124655" y="3894053"/>
                </a:moveTo>
                <a:cubicBezTo>
                  <a:pt x="3128366" y="3894053"/>
                  <a:pt x="3132210" y="3895388"/>
                  <a:pt x="3136056" y="3896101"/>
                </a:cubicBezTo>
                <a:lnTo>
                  <a:pt x="3127893" y="3899546"/>
                </a:lnTo>
                <a:cubicBezTo>
                  <a:pt x="3127893" y="3899546"/>
                  <a:pt x="3127624" y="3899546"/>
                  <a:pt x="3127489" y="3899546"/>
                </a:cubicBezTo>
                <a:cubicBezTo>
                  <a:pt x="3123914" y="3899546"/>
                  <a:pt x="3120136" y="3898150"/>
                  <a:pt x="3116022" y="3897281"/>
                </a:cubicBezTo>
                <a:lnTo>
                  <a:pt x="3124386" y="3894053"/>
                </a:lnTo>
                <a:close/>
                <a:moveTo>
                  <a:pt x="2010939" y="3892904"/>
                </a:moveTo>
                <a:lnTo>
                  <a:pt x="2010939" y="3892936"/>
                </a:lnTo>
                <a:lnTo>
                  <a:pt x="2010930" y="3892936"/>
                </a:lnTo>
                <a:lnTo>
                  <a:pt x="2010737" y="3893525"/>
                </a:lnTo>
                <a:lnTo>
                  <a:pt x="2009590" y="3892936"/>
                </a:lnTo>
                <a:lnTo>
                  <a:pt x="2010930" y="3892936"/>
                </a:lnTo>
                <a:close/>
                <a:moveTo>
                  <a:pt x="2609921" y="3887721"/>
                </a:moveTo>
                <a:lnTo>
                  <a:pt x="2609921" y="3887752"/>
                </a:lnTo>
                <a:lnTo>
                  <a:pt x="2614442" y="3889926"/>
                </a:lnTo>
                <a:lnTo>
                  <a:pt x="2609382" y="3892004"/>
                </a:lnTo>
                <a:lnTo>
                  <a:pt x="2604863" y="3889585"/>
                </a:lnTo>
                <a:close/>
                <a:moveTo>
                  <a:pt x="2907255" y="3886386"/>
                </a:moveTo>
                <a:lnTo>
                  <a:pt x="2909047" y="3886956"/>
                </a:lnTo>
                <a:lnTo>
                  <a:pt x="2898148" y="3889831"/>
                </a:lnTo>
                <a:lnTo>
                  <a:pt x="2909055" y="3891869"/>
                </a:lnTo>
                <a:lnTo>
                  <a:pt x="2903680" y="3892843"/>
                </a:lnTo>
                <a:lnTo>
                  <a:pt x="2893831" y="3889708"/>
                </a:lnTo>
                <a:lnTo>
                  <a:pt x="2898554" y="3887629"/>
                </a:lnTo>
                <a:cubicBezTo>
                  <a:pt x="2901454" y="3887038"/>
                  <a:pt x="2904489" y="3886418"/>
                  <a:pt x="2907322" y="3886418"/>
                </a:cubicBezTo>
                <a:close/>
                <a:moveTo>
                  <a:pt x="2024026" y="3886077"/>
                </a:moveTo>
                <a:cubicBezTo>
                  <a:pt x="2025982" y="3886077"/>
                  <a:pt x="2028074" y="3886171"/>
                  <a:pt x="2030164" y="3886294"/>
                </a:cubicBezTo>
                <a:cubicBezTo>
                  <a:pt x="2032255" y="3886386"/>
                  <a:pt x="2034346" y="3886480"/>
                  <a:pt x="2036370" y="3886480"/>
                </a:cubicBezTo>
                <a:lnTo>
                  <a:pt x="2036977" y="3886480"/>
                </a:lnTo>
                <a:cubicBezTo>
                  <a:pt x="2035628" y="3892191"/>
                  <a:pt x="2029556" y="3893121"/>
                  <a:pt x="2022678" y="3893121"/>
                </a:cubicBezTo>
                <a:cubicBezTo>
                  <a:pt x="2020991" y="3893121"/>
                  <a:pt x="2019236" y="3893060"/>
                  <a:pt x="2017416" y="3892998"/>
                </a:cubicBezTo>
                <a:cubicBezTo>
                  <a:pt x="2015661" y="3892936"/>
                  <a:pt x="2013975" y="3892904"/>
                  <a:pt x="2012288" y="3892904"/>
                </a:cubicBezTo>
                <a:cubicBezTo>
                  <a:pt x="2011885" y="3892904"/>
                  <a:pt x="2011412" y="3892904"/>
                  <a:pt x="2011008" y="3892904"/>
                </a:cubicBezTo>
                <a:cubicBezTo>
                  <a:pt x="2011952" y="3887163"/>
                  <a:pt x="2017483" y="3886077"/>
                  <a:pt x="2024026" y="3886077"/>
                </a:cubicBezTo>
                <a:close/>
                <a:moveTo>
                  <a:pt x="2506787" y="3879404"/>
                </a:moveTo>
                <a:cubicBezTo>
                  <a:pt x="2517983" y="3879901"/>
                  <a:pt x="2529316" y="3880025"/>
                  <a:pt x="2540310" y="3881111"/>
                </a:cubicBezTo>
                <a:cubicBezTo>
                  <a:pt x="2542941" y="3881359"/>
                  <a:pt x="2545841" y="3884679"/>
                  <a:pt x="2546111" y="3886666"/>
                </a:cubicBezTo>
                <a:cubicBezTo>
                  <a:pt x="2546314" y="3888404"/>
                  <a:pt x="2542874" y="3890236"/>
                  <a:pt x="2541052" y="3892036"/>
                </a:cubicBezTo>
                <a:cubicBezTo>
                  <a:pt x="2530935" y="3886760"/>
                  <a:pt x="2519401" y="3885705"/>
                  <a:pt x="2507462" y="3885705"/>
                </a:cubicBezTo>
                <a:cubicBezTo>
                  <a:pt x="2503482" y="3885705"/>
                  <a:pt x="2499501" y="3885829"/>
                  <a:pt x="2495455" y="3885953"/>
                </a:cubicBezTo>
                <a:cubicBezTo>
                  <a:pt x="2491474" y="3886077"/>
                  <a:pt x="2487427" y="3886201"/>
                  <a:pt x="2483448" y="3886201"/>
                </a:cubicBezTo>
                <a:cubicBezTo>
                  <a:pt x="2480952" y="3886201"/>
                  <a:pt x="2478456" y="3886139"/>
                  <a:pt x="2476028" y="3886046"/>
                </a:cubicBezTo>
                <a:lnTo>
                  <a:pt x="2467394" y="3882291"/>
                </a:lnTo>
                <a:lnTo>
                  <a:pt x="2472925" y="3880242"/>
                </a:lnTo>
                <a:cubicBezTo>
                  <a:pt x="2477242" y="3879715"/>
                  <a:pt x="2481762" y="3879404"/>
                  <a:pt x="2486214" y="3879404"/>
                </a:cubicBezTo>
                <a:lnTo>
                  <a:pt x="2487090" y="3879404"/>
                </a:lnTo>
                <a:cubicBezTo>
                  <a:pt x="2493634" y="3879404"/>
                  <a:pt x="2500244" y="3879684"/>
                  <a:pt x="2506787" y="3879839"/>
                </a:cubicBezTo>
                <a:lnTo>
                  <a:pt x="2506787" y="3879498"/>
                </a:lnTo>
                <a:close/>
                <a:moveTo>
                  <a:pt x="5724955" y="3867030"/>
                </a:moveTo>
                <a:lnTo>
                  <a:pt x="5727050" y="3867872"/>
                </a:lnTo>
                <a:lnTo>
                  <a:pt x="5726790" y="3870684"/>
                </a:lnTo>
                <a:lnTo>
                  <a:pt x="5722135" y="3868386"/>
                </a:lnTo>
                <a:close/>
                <a:moveTo>
                  <a:pt x="2043992" y="3866493"/>
                </a:moveTo>
                <a:lnTo>
                  <a:pt x="2044126" y="3866525"/>
                </a:lnTo>
                <a:lnTo>
                  <a:pt x="2044123" y="3866527"/>
                </a:lnTo>
                <a:lnTo>
                  <a:pt x="2050130" y="3868077"/>
                </a:lnTo>
                <a:cubicBezTo>
                  <a:pt x="2064498" y="3873787"/>
                  <a:pt x="2065578" y="3875618"/>
                  <a:pt x="2053908" y="3880894"/>
                </a:cubicBezTo>
                <a:lnTo>
                  <a:pt x="2038601" y="3885476"/>
                </a:lnTo>
                <a:lnTo>
                  <a:pt x="2038595" y="3885519"/>
                </a:lnTo>
                <a:lnTo>
                  <a:pt x="2038461" y="3885554"/>
                </a:lnTo>
                <a:lnTo>
                  <a:pt x="2038461" y="3886480"/>
                </a:lnTo>
                <a:lnTo>
                  <a:pt x="2037043" y="3886480"/>
                </a:lnTo>
                <a:lnTo>
                  <a:pt x="2037314" y="3885860"/>
                </a:lnTo>
                <a:lnTo>
                  <a:pt x="2038461" y="3885554"/>
                </a:lnTo>
                <a:lnTo>
                  <a:pt x="2038461" y="3885519"/>
                </a:lnTo>
                <a:lnTo>
                  <a:pt x="2038601" y="3885476"/>
                </a:lnTo>
                <a:lnTo>
                  <a:pt x="2040687" y="3869132"/>
                </a:lnTo>
                <a:lnTo>
                  <a:pt x="2044123" y="3866527"/>
                </a:lnTo>
                <a:close/>
                <a:moveTo>
                  <a:pt x="2141259" y="3866370"/>
                </a:moveTo>
                <a:cubicBezTo>
                  <a:pt x="2147936" y="3868045"/>
                  <a:pt x="2147600" y="3869690"/>
                  <a:pt x="2140855" y="3870838"/>
                </a:cubicBezTo>
                <a:lnTo>
                  <a:pt x="2136065" y="3868449"/>
                </a:lnTo>
                <a:lnTo>
                  <a:pt x="2139033" y="3867052"/>
                </a:lnTo>
                <a:close/>
                <a:moveTo>
                  <a:pt x="5847641" y="3866276"/>
                </a:moveTo>
                <a:lnTo>
                  <a:pt x="5851914" y="3866803"/>
                </a:lnTo>
                <a:cubicBezTo>
                  <a:pt x="5854409" y="3867394"/>
                  <a:pt x="5855355" y="3869721"/>
                  <a:pt x="5856704" y="3871583"/>
                </a:cubicBezTo>
                <a:lnTo>
                  <a:pt x="5858794" y="3871583"/>
                </a:lnTo>
                <a:cubicBezTo>
                  <a:pt x="5858794" y="3871583"/>
                  <a:pt x="5859536" y="3872452"/>
                  <a:pt x="5859536" y="3872452"/>
                </a:cubicBezTo>
                <a:cubicBezTo>
                  <a:pt x="5864393" y="3872576"/>
                  <a:pt x="5868979" y="3872917"/>
                  <a:pt x="5867969" y="3876735"/>
                </a:cubicBezTo>
                <a:lnTo>
                  <a:pt x="5863584" y="3877046"/>
                </a:lnTo>
                <a:lnTo>
                  <a:pt x="5859536" y="3872452"/>
                </a:lnTo>
                <a:lnTo>
                  <a:pt x="5857311" y="3872391"/>
                </a:lnTo>
                <a:lnTo>
                  <a:pt x="5856704" y="3871583"/>
                </a:lnTo>
                <a:cubicBezTo>
                  <a:pt x="5855489" y="3871521"/>
                  <a:pt x="5854276" y="3871490"/>
                  <a:pt x="5853060" y="3871490"/>
                </a:cubicBezTo>
                <a:lnTo>
                  <a:pt x="5853060" y="3871521"/>
                </a:lnTo>
                <a:cubicBezTo>
                  <a:pt x="5841190" y="3871521"/>
                  <a:pt x="5831476" y="3874532"/>
                  <a:pt x="5821830" y="3878163"/>
                </a:cubicBezTo>
                <a:lnTo>
                  <a:pt x="5809554" y="3877139"/>
                </a:lnTo>
                <a:lnTo>
                  <a:pt x="5810793" y="3875372"/>
                </a:lnTo>
                <a:lnTo>
                  <a:pt x="5812512" y="3874998"/>
                </a:lnTo>
                <a:cubicBezTo>
                  <a:pt x="5820673" y="3873787"/>
                  <a:pt x="5829037" y="3872949"/>
                  <a:pt x="5837267" y="3871988"/>
                </a:cubicBezTo>
                <a:close/>
                <a:moveTo>
                  <a:pt x="5894056" y="3866102"/>
                </a:moveTo>
                <a:lnTo>
                  <a:pt x="5908475" y="3867032"/>
                </a:lnTo>
                <a:lnTo>
                  <a:pt x="5899131" y="3871397"/>
                </a:lnTo>
                <a:cubicBezTo>
                  <a:pt x="5898053" y="3871397"/>
                  <a:pt x="5896906" y="3871397"/>
                  <a:pt x="5895759" y="3871305"/>
                </a:cubicBezTo>
                <a:lnTo>
                  <a:pt x="5890700" y="3869752"/>
                </a:lnTo>
                <a:close/>
                <a:moveTo>
                  <a:pt x="2105644" y="3865594"/>
                </a:moveTo>
                <a:cubicBezTo>
                  <a:pt x="2109286" y="3865594"/>
                  <a:pt x="2115424" y="3866773"/>
                  <a:pt x="2115695" y="3867735"/>
                </a:cubicBezTo>
                <a:cubicBezTo>
                  <a:pt x="2116842" y="3872018"/>
                  <a:pt x="2109421" y="3871242"/>
                  <a:pt x="2104429" y="3871769"/>
                </a:cubicBezTo>
                <a:lnTo>
                  <a:pt x="2094716" y="3868417"/>
                </a:lnTo>
                <a:cubicBezTo>
                  <a:pt x="2098225" y="3867425"/>
                  <a:pt x="2101596" y="3865718"/>
                  <a:pt x="2105172" y="3865594"/>
                </a:cubicBezTo>
                <a:cubicBezTo>
                  <a:pt x="2105307" y="3865594"/>
                  <a:pt x="2105509" y="3865594"/>
                  <a:pt x="2105644" y="3865594"/>
                </a:cubicBezTo>
                <a:close/>
                <a:moveTo>
                  <a:pt x="5692117" y="3865315"/>
                </a:moveTo>
                <a:lnTo>
                  <a:pt x="5692108" y="3865319"/>
                </a:lnTo>
                <a:lnTo>
                  <a:pt x="5696300" y="3865501"/>
                </a:lnTo>
                <a:lnTo>
                  <a:pt x="5700010" y="3866960"/>
                </a:lnTo>
                <a:lnTo>
                  <a:pt x="5703450" y="3869224"/>
                </a:lnTo>
                <a:lnTo>
                  <a:pt x="5700956" y="3870496"/>
                </a:lnTo>
                <a:lnTo>
                  <a:pt x="5698324" y="3871305"/>
                </a:lnTo>
                <a:lnTo>
                  <a:pt x="5679714" y="3871797"/>
                </a:lnTo>
                <a:lnTo>
                  <a:pt x="5679707" y="3871800"/>
                </a:lnTo>
                <a:lnTo>
                  <a:pt x="5679573" y="3871800"/>
                </a:lnTo>
                <a:lnTo>
                  <a:pt x="5679437" y="3872297"/>
                </a:lnTo>
                <a:lnTo>
                  <a:pt x="5678358" y="3872297"/>
                </a:lnTo>
                <a:lnTo>
                  <a:pt x="5678288" y="3872298"/>
                </a:lnTo>
                <a:lnTo>
                  <a:pt x="5664260" y="3878721"/>
                </a:lnTo>
                <a:cubicBezTo>
                  <a:pt x="5663248" y="3878721"/>
                  <a:pt x="5662170" y="3878690"/>
                  <a:pt x="5661090" y="3878629"/>
                </a:cubicBezTo>
                <a:cubicBezTo>
                  <a:pt x="5654884" y="3878256"/>
                  <a:pt x="5648746" y="3877418"/>
                  <a:pt x="5642742" y="3876642"/>
                </a:cubicBezTo>
                <a:lnTo>
                  <a:pt x="5642000" y="3874781"/>
                </a:lnTo>
                <a:lnTo>
                  <a:pt x="5647127" y="3872794"/>
                </a:lnTo>
                <a:lnTo>
                  <a:pt x="5678288" y="3872298"/>
                </a:lnTo>
                <a:lnTo>
                  <a:pt x="5678290" y="3872297"/>
                </a:lnTo>
                <a:lnTo>
                  <a:pt x="5678358" y="3872297"/>
                </a:lnTo>
                <a:lnTo>
                  <a:pt x="5678627" y="3871800"/>
                </a:lnTo>
                <a:lnTo>
                  <a:pt x="5679573" y="3871800"/>
                </a:lnTo>
                <a:lnTo>
                  <a:pt x="5679714" y="3871797"/>
                </a:lnTo>
                <a:lnTo>
                  <a:pt x="5692108" y="3865319"/>
                </a:lnTo>
                <a:lnTo>
                  <a:pt x="5691983" y="3865315"/>
                </a:lnTo>
                <a:close/>
                <a:moveTo>
                  <a:pt x="1485886" y="3851782"/>
                </a:moveTo>
                <a:cubicBezTo>
                  <a:pt x="1486627" y="3851782"/>
                  <a:pt x="1487370" y="3851782"/>
                  <a:pt x="1488112" y="3851845"/>
                </a:cubicBezTo>
                <a:cubicBezTo>
                  <a:pt x="1494992" y="3852217"/>
                  <a:pt x="1499984" y="3853211"/>
                  <a:pt x="1499917" y="3857525"/>
                </a:cubicBezTo>
                <a:cubicBezTo>
                  <a:pt x="1499917" y="3861310"/>
                  <a:pt x="1494183" y="3864321"/>
                  <a:pt x="1487236" y="3864321"/>
                </a:cubicBezTo>
                <a:cubicBezTo>
                  <a:pt x="1485886" y="3864321"/>
                  <a:pt x="1484538" y="3864197"/>
                  <a:pt x="1483120" y="3863980"/>
                </a:cubicBezTo>
                <a:cubicBezTo>
                  <a:pt x="1476645" y="3862863"/>
                  <a:pt x="1473273" y="3860349"/>
                  <a:pt x="1474757" y="3856313"/>
                </a:cubicBezTo>
                <a:cubicBezTo>
                  <a:pt x="1476173" y="3853303"/>
                  <a:pt x="1479815" y="3851782"/>
                  <a:pt x="1485886" y="3851782"/>
                </a:cubicBezTo>
                <a:close/>
                <a:moveTo>
                  <a:pt x="472608" y="3669202"/>
                </a:moveTo>
                <a:lnTo>
                  <a:pt x="480297" y="3670535"/>
                </a:lnTo>
                <a:lnTo>
                  <a:pt x="475979" y="3672336"/>
                </a:lnTo>
                <a:lnTo>
                  <a:pt x="472202" y="3671343"/>
                </a:lnTo>
                <a:close/>
                <a:moveTo>
                  <a:pt x="516654" y="3653931"/>
                </a:moveTo>
                <a:lnTo>
                  <a:pt x="521376" y="3656415"/>
                </a:lnTo>
                <a:cubicBezTo>
                  <a:pt x="522488" y="3659301"/>
                  <a:pt x="524074" y="3661830"/>
                  <a:pt x="526958" y="3663638"/>
                </a:cubicBezTo>
                <a:lnTo>
                  <a:pt x="531438" y="3664607"/>
                </a:lnTo>
                <a:lnTo>
                  <a:pt x="521673" y="3666167"/>
                </a:lnTo>
                <a:lnTo>
                  <a:pt x="534901" y="3673790"/>
                </a:lnTo>
                <a:lnTo>
                  <a:pt x="528862" y="3673762"/>
                </a:lnTo>
                <a:cubicBezTo>
                  <a:pt x="511393" y="3673577"/>
                  <a:pt x="504377" y="3666160"/>
                  <a:pt x="512203" y="3656415"/>
                </a:cubicBezTo>
                <a:close/>
                <a:moveTo>
                  <a:pt x="360111" y="3564814"/>
                </a:moveTo>
                <a:cubicBezTo>
                  <a:pt x="370836" y="3564814"/>
                  <a:pt x="378795" y="3569469"/>
                  <a:pt x="376502" y="3575367"/>
                </a:cubicBezTo>
                <a:cubicBezTo>
                  <a:pt x="374410" y="3580673"/>
                  <a:pt x="370026" y="3585731"/>
                  <a:pt x="366721" y="3590883"/>
                </a:cubicBezTo>
                <a:lnTo>
                  <a:pt x="379108" y="3596950"/>
                </a:lnTo>
                <a:lnTo>
                  <a:pt x="369741" y="3596950"/>
                </a:lnTo>
                <a:cubicBezTo>
                  <a:pt x="361850" y="3596950"/>
                  <a:pt x="356318" y="3601978"/>
                  <a:pt x="356926" y="3607410"/>
                </a:cubicBezTo>
                <a:cubicBezTo>
                  <a:pt x="357465" y="3612313"/>
                  <a:pt x="359218" y="3616751"/>
                  <a:pt x="370753" y="3617713"/>
                </a:cubicBezTo>
                <a:cubicBezTo>
                  <a:pt x="378375" y="3618365"/>
                  <a:pt x="382085" y="3620475"/>
                  <a:pt x="383300" y="3624572"/>
                </a:cubicBezTo>
                <a:cubicBezTo>
                  <a:pt x="384513" y="3628761"/>
                  <a:pt x="380602" y="3631585"/>
                  <a:pt x="369068" y="3631585"/>
                </a:cubicBezTo>
                <a:cubicBezTo>
                  <a:pt x="367785" y="3631585"/>
                  <a:pt x="366436" y="3631554"/>
                  <a:pt x="364953" y="3631493"/>
                </a:cubicBezTo>
                <a:cubicBezTo>
                  <a:pt x="362794" y="3631400"/>
                  <a:pt x="360568" y="3631339"/>
                  <a:pt x="358409" y="3631339"/>
                </a:cubicBezTo>
                <a:cubicBezTo>
                  <a:pt x="353282" y="3631339"/>
                  <a:pt x="348022" y="3631585"/>
                  <a:pt x="342828" y="3631803"/>
                </a:cubicBezTo>
                <a:cubicBezTo>
                  <a:pt x="337566" y="3632051"/>
                  <a:pt x="332306" y="3632268"/>
                  <a:pt x="327179" y="3632268"/>
                </a:cubicBezTo>
                <a:lnTo>
                  <a:pt x="309649" y="3630925"/>
                </a:lnTo>
                <a:lnTo>
                  <a:pt x="312827" y="3630361"/>
                </a:lnTo>
                <a:cubicBezTo>
                  <a:pt x="326115" y="3629120"/>
                  <a:pt x="339943" y="3629306"/>
                  <a:pt x="353164" y="3627940"/>
                </a:cubicBezTo>
                <a:cubicBezTo>
                  <a:pt x="359841" y="3627258"/>
                  <a:pt x="364630" y="3623596"/>
                  <a:pt x="362269" y="3619932"/>
                </a:cubicBezTo>
                <a:cubicBezTo>
                  <a:pt x="358829" y="3614595"/>
                  <a:pt x="353904" y="3609474"/>
                  <a:pt x="348779" y="3604478"/>
                </a:cubicBezTo>
                <a:cubicBezTo>
                  <a:pt x="346890" y="3602584"/>
                  <a:pt x="344866" y="3601932"/>
                  <a:pt x="342843" y="3601932"/>
                </a:cubicBezTo>
                <a:cubicBezTo>
                  <a:pt x="339404" y="3601932"/>
                  <a:pt x="335896" y="3603857"/>
                  <a:pt x="332928" y="3604819"/>
                </a:cubicBezTo>
                <a:cubicBezTo>
                  <a:pt x="331039" y="3605471"/>
                  <a:pt x="329285" y="3605812"/>
                  <a:pt x="327802" y="3605812"/>
                </a:cubicBezTo>
                <a:cubicBezTo>
                  <a:pt x="325575" y="3605812"/>
                  <a:pt x="323956" y="3605005"/>
                  <a:pt x="323080" y="3603050"/>
                </a:cubicBezTo>
                <a:cubicBezTo>
                  <a:pt x="321664" y="3599853"/>
                  <a:pt x="321664" y="3596501"/>
                  <a:pt x="321191" y="3593212"/>
                </a:cubicBezTo>
                <a:cubicBezTo>
                  <a:pt x="304125" y="3592312"/>
                  <a:pt x="310736" y="3578190"/>
                  <a:pt x="291106" y="3578190"/>
                </a:cubicBezTo>
                <a:cubicBezTo>
                  <a:pt x="290837" y="3578190"/>
                  <a:pt x="290634" y="3578190"/>
                  <a:pt x="290365" y="3578190"/>
                </a:cubicBezTo>
                <a:cubicBezTo>
                  <a:pt x="290230" y="3578190"/>
                  <a:pt x="290163" y="3578190"/>
                  <a:pt x="290094" y="3578190"/>
                </a:cubicBezTo>
                <a:cubicBezTo>
                  <a:pt x="284833" y="3578190"/>
                  <a:pt x="283283" y="3575397"/>
                  <a:pt x="286048" y="3573846"/>
                </a:cubicBezTo>
                <a:lnTo>
                  <a:pt x="291310" y="3571859"/>
                </a:lnTo>
                <a:cubicBezTo>
                  <a:pt x="293535" y="3571983"/>
                  <a:pt x="295761" y="3572045"/>
                  <a:pt x="297920" y="3572045"/>
                </a:cubicBezTo>
                <a:cubicBezTo>
                  <a:pt x="318492" y="3572045"/>
                  <a:pt x="336907" y="3566739"/>
                  <a:pt x="356672" y="3564969"/>
                </a:cubicBezTo>
                <a:cubicBezTo>
                  <a:pt x="357818" y="3564876"/>
                  <a:pt x="358965" y="3564814"/>
                  <a:pt x="360111" y="3564814"/>
                </a:cubicBezTo>
                <a:close/>
                <a:moveTo>
                  <a:pt x="432202" y="3478332"/>
                </a:moveTo>
                <a:lnTo>
                  <a:pt x="436452" y="3478612"/>
                </a:lnTo>
                <a:cubicBezTo>
                  <a:pt x="437734" y="3482398"/>
                  <a:pt x="433012" y="3482771"/>
                  <a:pt x="428156" y="3482957"/>
                </a:cubicBezTo>
                <a:lnTo>
                  <a:pt x="427549" y="3483640"/>
                </a:lnTo>
                <a:lnTo>
                  <a:pt x="426335" y="3483050"/>
                </a:lnTo>
                <a:lnTo>
                  <a:pt x="428088" y="3482957"/>
                </a:lnTo>
                <a:lnTo>
                  <a:pt x="432136" y="3478332"/>
                </a:lnTo>
                <a:close/>
                <a:moveTo>
                  <a:pt x="332351" y="3359696"/>
                </a:moveTo>
                <a:lnTo>
                  <a:pt x="331946" y="3360062"/>
                </a:lnTo>
                <a:lnTo>
                  <a:pt x="332740" y="3359794"/>
                </a:lnTo>
                <a:close/>
                <a:moveTo>
                  <a:pt x="509188" y="3345126"/>
                </a:moveTo>
                <a:lnTo>
                  <a:pt x="532589" y="3345403"/>
                </a:lnTo>
                <a:lnTo>
                  <a:pt x="532589" y="3351473"/>
                </a:lnTo>
                <a:lnTo>
                  <a:pt x="507177" y="3345992"/>
                </a:lnTo>
                <a:close/>
                <a:moveTo>
                  <a:pt x="488879" y="3330930"/>
                </a:moveTo>
                <a:lnTo>
                  <a:pt x="489486" y="3331613"/>
                </a:lnTo>
                <a:cubicBezTo>
                  <a:pt x="494343" y="3331799"/>
                  <a:pt x="499064" y="3332172"/>
                  <a:pt x="497783" y="3335958"/>
                </a:cubicBezTo>
                <a:lnTo>
                  <a:pt x="493532" y="3336237"/>
                </a:lnTo>
                <a:lnTo>
                  <a:pt x="493466" y="3336237"/>
                </a:lnTo>
                <a:lnTo>
                  <a:pt x="489418" y="3331613"/>
                </a:lnTo>
                <a:lnTo>
                  <a:pt x="487665" y="3331520"/>
                </a:lnTo>
                <a:close/>
                <a:moveTo>
                  <a:pt x="473102" y="3320507"/>
                </a:moveTo>
                <a:lnTo>
                  <a:pt x="472917" y="3320796"/>
                </a:lnTo>
                <a:lnTo>
                  <a:pt x="473679" y="3320676"/>
                </a:lnTo>
                <a:close/>
                <a:moveTo>
                  <a:pt x="430398" y="3182984"/>
                </a:moveTo>
                <a:lnTo>
                  <a:pt x="433253" y="3184392"/>
                </a:lnTo>
                <a:lnTo>
                  <a:pt x="432540" y="3184520"/>
                </a:lnTo>
                <a:lnTo>
                  <a:pt x="427934" y="3183040"/>
                </a:lnTo>
                <a:close/>
                <a:moveTo>
                  <a:pt x="388510" y="3182302"/>
                </a:moveTo>
                <a:lnTo>
                  <a:pt x="390015" y="3182347"/>
                </a:lnTo>
                <a:lnTo>
                  <a:pt x="392398" y="3186685"/>
                </a:lnTo>
                <a:cubicBezTo>
                  <a:pt x="395154" y="3188516"/>
                  <a:pt x="397196" y="3190401"/>
                  <a:pt x="390854" y="3192030"/>
                </a:cubicBezTo>
                <a:cubicBezTo>
                  <a:pt x="383300" y="3193986"/>
                  <a:pt x="370821" y="3191969"/>
                  <a:pt x="365019" y="3194482"/>
                </a:cubicBezTo>
                <a:cubicBezTo>
                  <a:pt x="344110" y="3203576"/>
                  <a:pt x="325088" y="3213848"/>
                  <a:pt x="305391" y="3223686"/>
                </a:cubicBezTo>
                <a:cubicBezTo>
                  <a:pt x="308696" y="3228838"/>
                  <a:pt x="313080" y="3233897"/>
                  <a:pt x="315172" y="3239204"/>
                </a:cubicBezTo>
                <a:cubicBezTo>
                  <a:pt x="317465" y="3245101"/>
                  <a:pt x="309505" y="3249756"/>
                  <a:pt x="298781" y="3249756"/>
                </a:cubicBezTo>
                <a:cubicBezTo>
                  <a:pt x="297635" y="3249756"/>
                  <a:pt x="296488" y="3249694"/>
                  <a:pt x="295342" y="3249601"/>
                </a:cubicBezTo>
                <a:cubicBezTo>
                  <a:pt x="275577" y="3247832"/>
                  <a:pt x="257162" y="3242525"/>
                  <a:pt x="236590" y="3242525"/>
                </a:cubicBezTo>
                <a:cubicBezTo>
                  <a:pt x="234430" y="3242525"/>
                  <a:pt x="232205" y="3242587"/>
                  <a:pt x="229979" y="3242711"/>
                </a:cubicBezTo>
                <a:lnTo>
                  <a:pt x="224718" y="3240725"/>
                </a:lnTo>
                <a:cubicBezTo>
                  <a:pt x="221953" y="3239173"/>
                  <a:pt x="223503" y="3236379"/>
                  <a:pt x="228764" y="3236379"/>
                </a:cubicBezTo>
                <a:cubicBezTo>
                  <a:pt x="228832" y="3236379"/>
                  <a:pt x="228900" y="3236379"/>
                  <a:pt x="229034" y="3236379"/>
                </a:cubicBezTo>
                <a:cubicBezTo>
                  <a:pt x="229304" y="3236379"/>
                  <a:pt x="229507" y="3236379"/>
                  <a:pt x="229776" y="3236379"/>
                </a:cubicBezTo>
                <a:cubicBezTo>
                  <a:pt x="249405" y="3236379"/>
                  <a:pt x="242795" y="3222259"/>
                  <a:pt x="259861" y="3221359"/>
                </a:cubicBezTo>
                <a:cubicBezTo>
                  <a:pt x="260333" y="3218069"/>
                  <a:pt x="260333" y="3214717"/>
                  <a:pt x="261750" y="3211521"/>
                </a:cubicBezTo>
                <a:cubicBezTo>
                  <a:pt x="262625" y="3209566"/>
                  <a:pt x="264245" y="3208759"/>
                  <a:pt x="266471" y="3208759"/>
                </a:cubicBezTo>
                <a:cubicBezTo>
                  <a:pt x="267955" y="3208759"/>
                  <a:pt x="269709" y="3209100"/>
                  <a:pt x="271598" y="3209751"/>
                </a:cubicBezTo>
                <a:cubicBezTo>
                  <a:pt x="274565" y="3210713"/>
                  <a:pt x="278074" y="3212637"/>
                  <a:pt x="281513" y="3212637"/>
                </a:cubicBezTo>
                <a:cubicBezTo>
                  <a:pt x="283536" y="3212637"/>
                  <a:pt x="285560" y="3211987"/>
                  <a:pt x="287449" y="3210092"/>
                </a:cubicBezTo>
                <a:cubicBezTo>
                  <a:pt x="292575" y="3205097"/>
                  <a:pt x="297499" y="3199975"/>
                  <a:pt x="300939" y="3194637"/>
                </a:cubicBezTo>
                <a:lnTo>
                  <a:pt x="293885" y="3188435"/>
                </a:lnTo>
                <a:lnTo>
                  <a:pt x="323552" y="3189844"/>
                </a:lnTo>
                <a:cubicBezTo>
                  <a:pt x="333805" y="3189844"/>
                  <a:pt x="344192" y="3189502"/>
                  <a:pt x="354580" y="3189222"/>
                </a:cubicBezTo>
                <a:cubicBezTo>
                  <a:pt x="364766" y="3183606"/>
                  <a:pt x="376435" y="3182302"/>
                  <a:pt x="388510" y="3182302"/>
                </a:cubicBezTo>
                <a:close/>
                <a:moveTo>
                  <a:pt x="541136" y="3120411"/>
                </a:moveTo>
                <a:cubicBezTo>
                  <a:pt x="549106" y="3120411"/>
                  <a:pt x="557135" y="3121825"/>
                  <a:pt x="565105" y="3122700"/>
                </a:cubicBezTo>
                <a:lnTo>
                  <a:pt x="563533" y="3126352"/>
                </a:lnTo>
                <a:lnTo>
                  <a:pt x="535940" y="3126396"/>
                </a:lnTo>
                <a:lnTo>
                  <a:pt x="533968" y="3125130"/>
                </a:lnTo>
                <a:cubicBezTo>
                  <a:pt x="534929" y="3122799"/>
                  <a:pt x="538220" y="3120411"/>
                  <a:pt x="541136" y="3120411"/>
                </a:cubicBezTo>
                <a:close/>
                <a:moveTo>
                  <a:pt x="485923" y="3073057"/>
                </a:moveTo>
                <a:lnTo>
                  <a:pt x="484943" y="3073179"/>
                </a:lnTo>
                <a:lnTo>
                  <a:pt x="485229" y="3073425"/>
                </a:lnTo>
                <a:close/>
                <a:moveTo>
                  <a:pt x="473158" y="3063056"/>
                </a:moveTo>
                <a:lnTo>
                  <a:pt x="473765" y="3063577"/>
                </a:lnTo>
                <a:lnTo>
                  <a:pt x="473967" y="3063509"/>
                </a:lnTo>
                <a:close/>
                <a:moveTo>
                  <a:pt x="537493" y="3060081"/>
                </a:moveTo>
                <a:lnTo>
                  <a:pt x="537844" y="3061297"/>
                </a:lnTo>
                <a:lnTo>
                  <a:pt x="536838" y="3061657"/>
                </a:lnTo>
                <a:close/>
                <a:moveTo>
                  <a:pt x="472608" y="2967141"/>
                </a:moveTo>
                <a:lnTo>
                  <a:pt x="480297" y="2968475"/>
                </a:lnTo>
                <a:lnTo>
                  <a:pt x="475979" y="2970276"/>
                </a:lnTo>
                <a:lnTo>
                  <a:pt x="472202" y="2969282"/>
                </a:lnTo>
                <a:close/>
                <a:moveTo>
                  <a:pt x="511638" y="2960346"/>
                </a:moveTo>
                <a:lnTo>
                  <a:pt x="526367" y="2960813"/>
                </a:lnTo>
                <a:lnTo>
                  <a:pt x="526958" y="2961578"/>
                </a:lnTo>
                <a:lnTo>
                  <a:pt x="531438" y="2962546"/>
                </a:lnTo>
                <a:lnTo>
                  <a:pt x="521673" y="2964106"/>
                </a:lnTo>
                <a:lnTo>
                  <a:pt x="534901" y="2971729"/>
                </a:lnTo>
                <a:lnTo>
                  <a:pt x="528862" y="2971702"/>
                </a:lnTo>
                <a:cubicBezTo>
                  <a:pt x="520128" y="2971609"/>
                  <a:pt x="514006" y="2969709"/>
                  <a:pt x="511047" y="2966614"/>
                </a:cubicBezTo>
                <a:close/>
                <a:moveTo>
                  <a:pt x="516654" y="2951871"/>
                </a:moveTo>
                <a:lnTo>
                  <a:pt x="521376" y="2954355"/>
                </a:lnTo>
                <a:lnTo>
                  <a:pt x="524213" y="2958026"/>
                </a:lnTo>
                <a:lnTo>
                  <a:pt x="511749" y="2959171"/>
                </a:lnTo>
                <a:lnTo>
                  <a:pt x="512203" y="2954355"/>
                </a:lnTo>
                <a:close/>
                <a:moveTo>
                  <a:pt x="349415" y="2926105"/>
                </a:moveTo>
                <a:lnTo>
                  <a:pt x="346336" y="2927541"/>
                </a:lnTo>
                <a:lnTo>
                  <a:pt x="350835" y="2929504"/>
                </a:lnTo>
                <a:lnTo>
                  <a:pt x="342828" y="2929743"/>
                </a:lnTo>
                <a:cubicBezTo>
                  <a:pt x="337566" y="2929991"/>
                  <a:pt x="332306" y="2930208"/>
                  <a:pt x="327179" y="2930208"/>
                </a:cubicBezTo>
                <a:lnTo>
                  <a:pt x="309649" y="2928865"/>
                </a:lnTo>
                <a:lnTo>
                  <a:pt x="312827" y="2928301"/>
                </a:lnTo>
                <a:close/>
                <a:moveTo>
                  <a:pt x="332410" y="2902859"/>
                </a:moveTo>
                <a:lnTo>
                  <a:pt x="327802" y="2903752"/>
                </a:lnTo>
                <a:lnTo>
                  <a:pt x="327327" y="2903474"/>
                </a:lnTo>
                <a:close/>
                <a:moveTo>
                  <a:pt x="364330" y="2899306"/>
                </a:moveTo>
                <a:lnTo>
                  <a:pt x="356926" y="2905349"/>
                </a:lnTo>
                <a:cubicBezTo>
                  <a:pt x="357465" y="2910252"/>
                  <a:pt x="359218" y="2914691"/>
                  <a:pt x="370753" y="2915652"/>
                </a:cubicBezTo>
                <a:lnTo>
                  <a:pt x="380304" y="2920874"/>
                </a:lnTo>
                <a:lnTo>
                  <a:pt x="354403" y="2924791"/>
                </a:lnTo>
                <a:lnTo>
                  <a:pt x="362269" y="2917872"/>
                </a:lnTo>
                <a:cubicBezTo>
                  <a:pt x="358829" y="2912535"/>
                  <a:pt x="353904" y="2907414"/>
                  <a:pt x="348779" y="2902418"/>
                </a:cubicBezTo>
                <a:lnTo>
                  <a:pt x="345980" y="2901218"/>
                </a:lnTo>
                <a:lnTo>
                  <a:pt x="352609" y="2900415"/>
                </a:lnTo>
                <a:close/>
                <a:moveTo>
                  <a:pt x="358533" y="2862824"/>
                </a:moveTo>
                <a:lnTo>
                  <a:pt x="356926" y="2864136"/>
                </a:lnTo>
                <a:cubicBezTo>
                  <a:pt x="357465" y="2869039"/>
                  <a:pt x="359218" y="2873478"/>
                  <a:pt x="370753" y="2874439"/>
                </a:cubicBezTo>
                <a:lnTo>
                  <a:pt x="374498" y="2876486"/>
                </a:lnTo>
                <a:lnTo>
                  <a:pt x="367072" y="2888267"/>
                </a:lnTo>
                <a:lnTo>
                  <a:pt x="364953" y="2888219"/>
                </a:lnTo>
                <a:cubicBezTo>
                  <a:pt x="362794" y="2888126"/>
                  <a:pt x="360568" y="2888065"/>
                  <a:pt x="358409" y="2888065"/>
                </a:cubicBezTo>
                <a:cubicBezTo>
                  <a:pt x="353282" y="2888065"/>
                  <a:pt x="348022" y="2888311"/>
                  <a:pt x="342828" y="2888530"/>
                </a:cubicBezTo>
                <a:cubicBezTo>
                  <a:pt x="337566" y="2888777"/>
                  <a:pt x="332306" y="2888994"/>
                  <a:pt x="327179" y="2888994"/>
                </a:cubicBezTo>
                <a:lnTo>
                  <a:pt x="315750" y="2888120"/>
                </a:lnTo>
                <a:lnTo>
                  <a:pt x="313795" y="2887029"/>
                </a:lnTo>
                <a:lnTo>
                  <a:pt x="353164" y="2884667"/>
                </a:lnTo>
                <a:cubicBezTo>
                  <a:pt x="359841" y="2883984"/>
                  <a:pt x="364630" y="2880322"/>
                  <a:pt x="362269" y="2876659"/>
                </a:cubicBezTo>
                <a:lnTo>
                  <a:pt x="350876" y="2863606"/>
                </a:lnTo>
                <a:lnTo>
                  <a:pt x="356672" y="2862908"/>
                </a:lnTo>
                <a:close/>
                <a:moveTo>
                  <a:pt x="337620" y="2823989"/>
                </a:moveTo>
                <a:lnTo>
                  <a:pt x="337150" y="2824430"/>
                </a:lnTo>
                <a:lnTo>
                  <a:pt x="321850" y="2826084"/>
                </a:lnTo>
                <a:cubicBezTo>
                  <a:pt x="319286" y="2826550"/>
                  <a:pt x="317397" y="2830088"/>
                  <a:pt x="317870" y="2831981"/>
                </a:cubicBezTo>
                <a:lnTo>
                  <a:pt x="324065" y="2836674"/>
                </a:lnTo>
                <a:lnTo>
                  <a:pt x="323275" y="2837413"/>
                </a:lnTo>
                <a:lnTo>
                  <a:pt x="306317" y="2841734"/>
                </a:lnTo>
                <a:lnTo>
                  <a:pt x="291106" y="2834917"/>
                </a:lnTo>
                <a:cubicBezTo>
                  <a:pt x="290837" y="2834917"/>
                  <a:pt x="290634" y="2834917"/>
                  <a:pt x="290365" y="2834917"/>
                </a:cubicBezTo>
                <a:cubicBezTo>
                  <a:pt x="290230" y="2834917"/>
                  <a:pt x="290163" y="2834917"/>
                  <a:pt x="290094" y="2834917"/>
                </a:cubicBezTo>
                <a:cubicBezTo>
                  <a:pt x="284833" y="2834917"/>
                  <a:pt x="283283" y="2832124"/>
                  <a:pt x="286048" y="2830572"/>
                </a:cubicBezTo>
                <a:lnTo>
                  <a:pt x="291310" y="2828585"/>
                </a:lnTo>
                <a:cubicBezTo>
                  <a:pt x="293535" y="2828710"/>
                  <a:pt x="295761" y="2828771"/>
                  <a:pt x="297920" y="2828771"/>
                </a:cubicBezTo>
                <a:close/>
                <a:moveTo>
                  <a:pt x="432202" y="2776272"/>
                </a:moveTo>
                <a:lnTo>
                  <a:pt x="436452" y="2776552"/>
                </a:lnTo>
                <a:lnTo>
                  <a:pt x="432413" y="2778667"/>
                </a:lnTo>
                <a:lnTo>
                  <a:pt x="430052" y="2778653"/>
                </a:lnTo>
                <a:lnTo>
                  <a:pt x="432136" y="2776272"/>
                </a:lnTo>
                <a:close/>
                <a:moveTo>
                  <a:pt x="332351" y="2616422"/>
                </a:moveTo>
                <a:lnTo>
                  <a:pt x="331946" y="2616789"/>
                </a:lnTo>
                <a:lnTo>
                  <a:pt x="332740" y="2616520"/>
                </a:lnTo>
                <a:close/>
                <a:moveTo>
                  <a:pt x="509188" y="2601852"/>
                </a:moveTo>
                <a:lnTo>
                  <a:pt x="532589" y="2602129"/>
                </a:lnTo>
                <a:lnTo>
                  <a:pt x="532589" y="2608200"/>
                </a:lnTo>
                <a:lnTo>
                  <a:pt x="507177" y="2602719"/>
                </a:lnTo>
                <a:close/>
                <a:moveTo>
                  <a:pt x="471034" y="2590522"/>
                </a:moveTo>
                <a:lnTo>
                  <a:pt x="476587" y="2590556"/>
                </a:lnTo>
                <a:lnTo>
                  <a:pt x="479865" y="2591155"/>
                </a:lnTo>
                <a:lnTo>
                  <a:pt x="478132" y="2593572"/>
                </a:lnTo>
                <a:lnTo>
                  <a:pt x="463628" y="2592095"/>
                </a:lnTo>
                <a:lnTo>
                  <a:pt x="463893" y="2591679"/>
                </a:lnTo>
                <a:close/>
                <a:moveTo>
                  <a:pt x="244987" y="2527501"/>
                </a:moveTo>
                <a:lnTo>
                  <a:pt x="261943" y="2531823"/>
                </a:lnTo>
                <a:lnTo>
                  <a:pt x="276288" y="2545245"/>
                </a:lnTo>
                <a:lnTo>
                  <a:pt x="236590" y="2540464"/>
                </a:lnTo>
                <a:cubicBezTo>
                  <a:pt x="234430" y="2540464"/>
                  <a:pt x="232205" y="2540527"/>
                  <a:pt x="229979" y="2540651"/>
                </a:cubicBezTo>
                <a:lnTo>
                  <a:pt x="224718" y="2538665"/>
                </a:lnTo>
                <a:cubicBezTo>
                  <a:pt x="221953" y="2537113"/>
                  <a:pt x="223503" y="2534319"/>
                  <a:pt x="228764" y="2534319"/>
                </a:cubicBezTo>
                <a:cubicBezTo>
                  <a:pt x="228832" y="2534319"/>
                  <a:pt x="228900" y="2534319"/>
                  <a:pt x="229034" y="2534319"/>
                </a:cubicBezTo>
                <a:cubicBezTo>
                  <a:pt x="229304" y="2534319"/>
                  <a:pt x="229507" y="2534319"/>
                  <a:pt x="229776" y="2534319"/>
                </a:cubicBezTo>
                <a:close/>
                <a:moveTo>
                  <a:pt x="293885" y="2486374"/>
                </a:moveTo>
                <a:lnTo>
                  <a:pt x="309620" y="2487121"/>
                </a:lnTo>
                <a:lnTo>
                  <a:pt x="315172" y="2495931"/>
                </a:lnTo>
                <a:cubicBezTo>
                  <a:pt x="317465" y="2501827"/>
                  <a:pt x="309505" y="2506483"/>
                  <a:pt x="298781" y="2506483"/>
                </a:cubicBezTo>
                <a:cubicBezTo>
                  <a:pt x="297635" y="2506483"/>
                  <a:pt x="296488" y="2506421"/>
                  <a:pt x="295342" y="2506327"/>
                </a:cubicBezTo>
                <a:lnTo>
                  <a:pt x="289546" y="2505629"/>
                </a:lnTo>
                <a:lnTo>
                  <a:pt x="300939" y="2492577"/>
                </a:lnTo>
                <a:close/>
                <a:moveTo>
                  <a:pt x="260005" y="2477334"/>
                </a:moveTo>
                <a:lnTo>
                  <a:pt x="262305" y="2480180"/>
                </a:lnTo>
                <a:lnTo>
                  <a:pt x="280468" y="2483889"/>
                </a:lnTo>
                <a:lnTo>
                  <a:pt x="252465" y="2482207"/>
                </a:lnTo>
                <a:lnTo>
                  <a:pt x="259861" y="2478085"/>
                </a:lnTo>
                <a:close/>
                <a:moveTo>
                  <a:pt x="266471" y="2465485"/>
                </a:moveTo>
                <a:lnTo>
                  <a:pt x="271055" y="2466372"/>
                </a:lnTo>
                <a:lnTo>
                  <a:pt x="266014" y="2467236"/>
                </a:lnTo>
                <a:cubicBezTo>
                  <a:pt x="265407" y="2467236"/>
                  <a:pt x="264800" y="2467236"/>
                  <a:pt x="264193" y="2467236"/>
                </a:cubicBezTo>
                <a:lnTo>
                  <a:pt x="261730" y="2468353"/>
                </a:lnTo>
                <a:lnTo>
                  <a:pt x="261750" y="2468247"/>
                </a:lnTo>
                <a:cubicBezTo>
                  <a:pt x="262625" y="2466292"/>
                  <a:pt x="264245" y="2465485"/>
                  <a:pt x="266471" y="2465485"/>
                </a:cubicBezTo>
                <a:close/>
                <a:moveTo>
                  <a:pt x="388510" y="2439028"/>
                </a:moveTo>
                <a:lnTo>
                  <a:pt x="390015" y="2439074"/>
                </a:lnTo>
                <a:lnTo>
                  <a:pt x="392398" y="2443412"/>
                </a:lnTo>
                <a:cubicBezTo>
                  <a:pt x="395154" y="2445242"/>
                  <a:pt x="397196" y="2447127"/>
                  <a:pt x="390854" y="2448757"/>
                </a:cubicBezTo>
                <a:cubicBezTo>
                  <a:pt x="383300" y="2450713"/>
                  <a:pt x="370821" y="2448695"/>
                  <a:pt x="365019" y="2451208"/>
                </a:cubicBezTo>
                <a:lnTo>
                  <a:pt x="345870" y="2460587"/>
                </a:lnTo>
                <a:lnTo>
                  <a:pt x="343383" y="2460286"/>
                </a:lnTo>
                <a:cubicBezTo>
                  <a:pt x="339673" y="2463048"/>
                  <a:pt x="335896" y="2463979"/>
                  <a:pt x="331781" y="2463979"/>
                </a:cubicBezTo>
                <a:cubicBezTo>
                  <a:pt x="327667" y="2463979"/>
                  <a:pt x="323552" y="2463017"/>
                  <a:pt x="319504" y="2462024"/>
                </a:cubicBezTo>
                <a:cubicBezTo>
                  <a:pt x="315457" y="2461062"/>
                  <a:pt x="311478" y="2460068"/>
                  <a:pt x="307767" y="2460068"/>
                </a:cubicBezTo>
                <a:cubicBezTo>
                  <a:pt x="305745" y="2460068"/>
                  <a:pt x="303856" y="2460348"/>
                  <a:pt x="302034" y="2461062"/>
                </a:cubicBezTo>
                <a:lnTo>
                  <a:pt x="290792" y="2462989"/>
                </a:lnTo>
                <a:lnTo>
                  <a:pt x="300939" y="2451363"/>
                </a:lnTo>
                <a:lnTo>
                  <a:pt x="293885" y="2445161"/>
                </a:lnTo>
                <a:lnTo>
                  <a:pt x="323552" y="2446570"/>
                </a:lnTo>
                <a:cubicBezTo>
                  <a:pt x="333805" y="2446570"/>
                  <a:pt x="344192" y="2446229"/>
                  <a:pt x="354580" y="2445949"/>
                </a:cubicBezTo>
                <a:cubicBezTo>
                  <a:pt x="364766" y="2440332"/>
                  <a:pt x="376435" y="2439028"/>
                  <a:pt x="388510" y="2439028"/>
                </a:cubicBezTo>
                <a:close/>
                <a:moveTo>
                  <a:pt x="485923" y="2370997"/>
                </a:moveTo>
                <a:lnTo>
                  <a:pt x="484943" y="2371119"/>
                </a:lnTo>
                <a:lnTo>
                  <a:pt x="485229" y="2371365"/>
                </a:lnTo>
                <a:close/>
                <a:moveTo>
                  <a:pt x="474578" y="2362216"/>
                </a:moveTo>
                <a:lnTo>
                  <a:pt x="478226" y="2364006"/>
                </a:lnTo>
                <a:cubicBezTo>
                  <a:pt x="485301" y="2367708"/>
                  <a:pt x="487511" y="2369453"/>
                  <a:pt x="487598" y="2371205"/>
                </a:cubicBezTo>
                <a:cubicBezTo>
                  <a:pt x="487828" y="2375825"/>
                  <a:pt x="491481" y="2378594"/>
                  <a:pt x="496267" y="2380759"/>
                </a:cubicBezTo>
                <a:lnTo>
                  <a:pt x="502572" y="2383175"/>
                </a:lnTo>
                <a:lnTo>
                  <a:pt x="484829" y="2383202"/>
                </a:lnTo>
                <a:lnTo>
                  <a:pt x="471657" y="2372777"/>
                </a:lnTo>
                <a:lnTo>
                  <a:pt x="484943" y="2371119"/>
                </a:lnTo>
                <a:close/>
                <a:moveTo>
                  <a:pt x="485923" y="2329784"/>
                </a:moveTo>
                <a:lnTo>
                  <a:pt x="484943" y="2329906"/>
                </a:lnTo>
                <a:lnTo>
                  <a:pt x="485229" y="2330151"/>
                </a:lnTo>
                <a:close/>
                <a:moveTo>
                  <a:pt x="473158" y="2319782"/>
                </a:moveTo>
                <a:lnTo>
                  <a:pt x="473765" y="2320304"/>
                </a:lnTo>
                <a:lnTo>
                  <a:pt x="473967" y="2320235"/>
                </a:lnTo>
                <a:close/>
                <a:moveTo>
                  <a:pt x="472608" y="2196449"/>
                </a:moveTo>
                <a:lnTo>
                  <a:pt x="480297" y="2197783"/>
                </a:lnTo>
                <a:lnTo>
                  <a:pt x="475979" y="2199584"/>
                </a:lnTo>
                <a:lnTo>
                  <a:pt x="472202" y="2198590"/>
                </a:lnTo>
                <a:close/>
                <a:moveTo>
                  <a:pt x="516654" y="2181179"/>
                </a:moveTo>
                <a:lnTo>
                  <a:pt x="521376" y="2183663"/>
                </a:lnTo>
                <a:cubicBezTo>
                  <a:pt x="522488" y="2186548"/>
                  <a:pt x="524074" y="2189077"/>
                  <a:pt x="526958" y="2190886"/>
                </a:cubicBezTo>
                <a:lnTo>
                  <a:pt x="531438" y="2191854"/>
                </a:lnTo>
                <a:lnTo>
                  <a:pt x="521673" y="2193414"/>
                </a:lnTo>
                <a:lnTo>
                  <a:pt x="534901" y="2201037"/>
                </a:lnTo>
                <a:lnTo>
                  <a:pt x="528862" y="2201010"/>
                </a:lnTo>
                <a:cubicBezTo>
                  <a:pt x="511393" y="2200825"/>
                  <a:pt x="504377" y="2193407"/>
                  <a:pt x="512203" y="2183663"/>
                </a:cubicBezTo>
                <a:close/>
                <a:moveTo>
                  <a:pt x="360111" y="2092061"/>
                </a:moveTo>
                <a:cubicBezTo>
                  <a:pt x="370836" y="2092061"/>
                  <a:pt x="378795" y="2096717"/>
                  <a:pt x="376502" y="2102614"/>
                </a:cubicBezTo>
                <a:cubicBezTo>
                  <a:pt x="374410" y="2107920"/>
                  <a:pt x="370026" y="2112979"/>
                  <a:pt x="366721" y="2118131"/>
                </a:cubicBezTo>
                <a:lnTo>
                  <a:pt x="379108" y="2124198"/>
                </a:lnTo>
                <a:lnTo>
                  <a:pt x="369741" y="2124198"/>
                </a:lnTo>
                <a:cubicBezTo>
                  <a:pt x="361850" y="2124198"/>
                  <a:pt x="356318" y="2129226"/>
                  <a:pt x="356926" y="2134657"/>
                </a:cubicBezTo>
                <a:cubicBezTo>
                  <a:pt x="357465" y="2139560"/>
                  <a:pt x="359218" y="2143999"/>
                  <a:pt x="370753" y="2144960"/>
                </a:cubicBezTo>
                <a:cubicBezTo>
                  <a:pt x="378375" y="2145612"/>
                  <a:pt x="382085" y="2147723"/>
                  <a:pt x="383300" y="2151819"/>
                </a:cubicBezTo>
                <a:cubicBezTo>
                  <a:pt x="384513" y="2156009"/>
                  <a:pt x="380602" y="2158833"/>
                  <a:pt x="369068" y="2158833"/>
                </a:cubicBezTo>
                <a:cubicBezTo>
                  <a:pt x="367785" y="2158833"/>
                  <a:pt x="366436" y="2158802"/>
                  <a:pt x="364953" y="2158740"/>
                </a:cubicBezTo>
                <a:cubicBezTo>
                  <a:pt x="362794" y="2158648"/>
                  <a:pt x="360568" y="2158586"/>
                  <a:pt x="358409" y="2158586"/>
                </a:cubicBezTo>
                <a:cubicBezTo>
                  <a:pt x="353282" y="2158586"/>
                  <a:pt x="348022" y="2158833"/>
                  <a:pt x="342828" y="2159051"/>
                </a:cubicBezTo>
                <a:cubicBezTo>
                  <a:pt x="337566" y="2159299"/>
                  <a:pt x="332306" y="2159516"/>
                  <a:pt x="327179" y="2159516"/>
                </a:cubicBezTo>
                <a:lnTo>
                  <a:pt x="309649" y="2158173"/>
                </a:lnTo>
                <a:lnTo>
                  <a:pt x="312827" y="2157609"/>
                </a:lnTo>
                <a:cubicBezTo>
                  <a:pt x="326115" y="2156368"/>
                  <a:pt x="339943" y="2156554"/>
                  <a:pt x="353164" y="2155188"/>
                </a:cubicBezTo>
                <a:cubicBezTo>
                  <a:pt x="359841" y="2154505"/>
                  <a:pt x="364630" y="2150843"/>
                  <a:pt x="362269" y="2147180"/>
                </a:cubicBezTo>
                <a:cubicBezTo>
                  <a:pt x="358829" y="2141843"/>
                  <a:pt x="353904" y="2136722"/>
                  <a:pt x="348779" y="2131726"/>
                </a:cubicBezTo>
                <a:cubicBezTo>
                  <a:pt x="346890" y="2129832"/>
                  <a:pt x="344866" y="2129180"/>
                  <a:pt x="342843" y="2129180"/>
                </a:cubicBezTo>
                <a:cubicBezTo>
                  <a:pt x="339404" y="2129180"/>
                  <a:pt x="335896" y="2131105"/>
                  <a:pt x="332928" y="2132066"/>
                </a:cubicBezTo>
                <a:cubicBezTo>
                  <a:pt x="331039" y="2132718"/>
                  <a:pt x="329285" y="2133060"/>
                  <a:pt x="327802" y="2133060"/>
                </a:cubicBezTo>
                <a:cubicBezTo>
                  <a:pt x="325575" y="2133060"/>
                  <a:pt x="323956" y="2132252"/>
                  <a:pt x="323080" y="2130298"/>
                </a:cubicBezTo>
                <a:cubicBezTo>
                  <a:pt x="321664" y="2127100"/>
                  <a:pt x="321664" y="2123749"/>
                  <a:pt x="321191" y="2120459"/>
                </a:cubicBezTo>
                <a:cubicBezTo>
                  <a:pt x="304125" y="2119560"/>
                  <a:pt x="310736" y="2105438"/>
                  <a:pt x="291106" y="2105438"/>
                </a:cubicBezTo>
                <a:cubicBezTo>
                  <a:pt x="290837" y="2105438"/>
                  <a:pt x="290634" y="2105438"/>
                  <a:pt x="290365" y="2105438"/>
                </a:cubicBezTo>
                <a:cubicBezTo>
                  <a:pt x="290230" y="2105438"/>
                  <a:pt x="290163" y="2105438"/>
                  <a:pt x="290094" y="2105438"/>
                </a:cubicBezTo>
                <a:cubicBezTo>
                  <a:pt x="284833" y="2105438"/>
                  <a:pt x="283283" y="2102645"/>
                  <a:pt x="286048" y="2101093"/>
                </a:cubicBezTo>
                <a:lnTo>
                  <a:pt x="291310" y="2099106"/>
                </a:lnTo>
                <a:cubicBezTo>
                  <a:pt x="293535" y="2099231"/>
                  <a:pt x="295761" y="2099292"/>
                  <a:pt x="297920" y="2099292"/>
                </a:cubicBezTo>
                <a:cubicBezTo>
                  <a:pt x="318492" y="2099292"/>
                  <a:pt x="336907" y="2093986"/>
                  <a:pt x="356672" y="2092216"/>
                </a:cubicBezTo>
                <a:cubicBezTo>
                  <a:pt x="357818" y="2092124"/>
                  <a:pt x="358965" y="2092061"/>
                  <a:pt x="360111" y="2092061"/>
                </a:cubicBezTo>
                <a:close/>
                <a:moveTo>
                  <a:pt x="432202" y="2005580"/>
                </a:moveTo>
                <a:lnTo>
                  <a:pt x="436452" y="2005859"/>
                </a:lnTo>
                <a:cubicBezTo>
                  <a:pt x="437734" y="2009646"/>
                  <a:pt x="433012" y="2010018"/>
                  <a:pt x="428156" y="2010204"/>
                </a:cubicBezTo>
                <a:lnTo>
                  <a:pt x="427549" y="2010887"/>
                </a:lnTo>
                <a:lnTo>
                  <a:pt x="426335" y="2010298"/>
                </a:lnTo>
                <a:lnTo>
                  <a:pt x="428088" y="2010204"/>
                </a:lnTo>
                <a:lnTo>
                  <a:pt x="432136" y="2005580"/>
                </a:lnTo>
                <a:close/>
                <a:moveTo>
                  <a:pt x="332351" y="1886944"/>
                </a:moveTo>
                <a:lnTo>
                  <a:pt x="331946" y="1887310"/>
                </a:lnTo>
                <a:lnTo>
                  <a:pt x="332740" y="1887042"/>
                </a:lnTo>
                <a:close/>
                <a:moveTo>
                  <a:pt x="509188" y="1872373"/>
                </a:moveTo>
                <a:lnTo>
                  <a:pt x="532589" y="1872651"/>
                </a:lnTo>
                <a:lnTo>
                  <a:pt x="532589" y="1878721"/>
                </a:lnTo>
                <a:lnTo>
                  <a:pt x="507177" y="1873240"/>
                </a:lnTo>
                <a:close/>
                <a:moveTo>
                  <a:pt x="488879" y="1858178"/>
                </a:moveTo>
                <a:lnTo>
                  <a:pt x="489486" y="1858861"/>
                </a:lnTo>
                <a:cubicBezTo>
                  <a:pt x="494343" y="1859047"/>
                  <a:pt x="499064" y="1859420"/>
                  <a:pt x="497783" y="1863205"/>
                </a:cubicBezTo>
                <a:lnTo>
                  <a:pt x="493532" y="1863485"/>
                </a:lnTo>
                <a:lnTo>
                  <a:pt x="493466" y="1863485"/>
                </a:lnTo>
                <a:lnTo>
                  <a:pt x="489418" y="1858861"/>
                </a:lnTo>
                <a:lnTo>
                  <a:pt x="487665" y="1858768"/>
                </a:lnTo>
                <a:close/>
                <a:moveTo>
                  <a:pt x="473102" y="1847755"/>
                </a:moveTo>
                <a:lnTo>
                  <a:pt x="472917" y="1848044"/>
                </a:lnTo>
                <a:lnTo>
                  <a:pt x="473679" y="1847924"/>
                </a:lnTo>
                <a:close/>
                <a:moveTo>
                  <a:pt x="430398" y="1710232"/>
                </a:moveTo>
                <a:lnTo>
                  <a:pt x="433253" y="1711640"/>
                </a:lnTo>
                <a:lnTo>
                  <a:pt x="432540" y="1711768"/>
                </a:lnTo>
                <a:lnTo>
                  <a:pt x="427934" y="1710288"/>
                </a:lnTo>
                <a:close/>
                <a:moveTo>
                  <a:pt x="388510" y="1709549"/>
                </a:moveTo>
                <a:lnTo>
                  <a:pt x="390015" y="1709595"/>
                </a:lnTo>
                <a:lnTo>
                  <a:pt x="392398" y="1713933"/>
                </a:lnTo>
                <a:cubicBezTo>
                  <a:pt x="395154" y="1715763"/>
                  <a:pt x="397196" y="1717648"/>
                  <a:pt x="390854" y="1719278"/>
                </a:cubicBezTo>
                <a:cubicBezTo>
                  <a:pt x="383300" y="1721234"/>
                  <a:pt x="370821" y="1719216"/>
                  <a:pt x="365019" y="1721729"/>
                </a:cubicBezTo>
                <a:cubicBezTo>
                  <a:pt x="344110" y="1730823"/>
                  <a:pt x="325088" y="1741096"/>
                  <a:pt x="305391" y="1750934"/>
                </a:cubicBezTo>
                <a:cubicBezTo>
                  <a:pt x="308696" y="1756086"/>
                  <a:pt x="313080" y="1761144"/>
                  <a:pt x="315172" y="1766452"/>
                </a:cubicBezTo>
                <a:cubicBezTo>
                  <a:pt x="317465" y="1772348"/>
                  <a:pt x="309505" y="1777004"/>
                  <a:pt x="298781" y="1777004"/>
                </a:cubicBezTo>
                <a:cubicBezTo>
                  <a:pt x="297635" y="1777004"/>
                  <a:pt x="296488" y="1776942"/>
                  <a:pt x="295342" y="1776848"/>
                </a:cubicBezTo>
                <a:cubicBezTo>
                  <a:pt x="275577" y="1775080"/>
                  <a:pt x="257162" y="1769772"/>
                  <a:pt x="236590" y="1769772"/>
                </a:cubicBezTo>
                <a:cubicBezTo>
                  <a:pt x="234430" y="1769772"/>
                  <a:pt x="232205" y="1769835"/>
                  <a:pt x="229979" y="1769958"/>
                </a:cubicBezTo>
                <a:lnTo>
                  <a:pt x="224718" y="1767973"/>
                </a:lnTo>
                <a:cubicBezTo>
                  <a:pt x="221953" y="1766421"/>
                  <a:pt x="223503" y="1763627"/>
                  <a:pt x="228764" y="1763627"/>
                </a:cubicBezTo>
                <a:cubicBezTo>
                  <a:pt x="228832" y="1763627"/>
                  <a:pt x="228900" y="1763627"/>
                  <a:pt x="229034" y="1763627"/>
                </a:cubicBezTo>
                <a:cubicBezTo>
                  <a:pt x="229304" y="1763627"/>
                  <a:pt x="229507" y="1763627"/>
                  <a:pt x="229776" y="1763627"/>
                </a:cubicBezTo>
                <a:cubicBezTo>
                  <a:pt x="249405" y="1763627"/>
                  <a:pt x="242795" y="1749506"/>
                  <a:pt x="259861" y="1748607"/>
                </a:cubicBezTo>
                <a:cubicBezTo>
                  <a:pt x="260333" y="1745317"/>
                  <a:pt x="260333" y="1741964"/>
                  <a:pt x="261750" y="1738768"/>
                </a:cubicBezTo>
                <a:cubicBezTo>
                  <a:pt x="262625" y="1736813"/>
                  <a:pt x="264245" y="1736006"/>
                  <a:pt x="266471" y="1736006"/>
                </a:cubicBezTo>
                <a:cubicBezTo>
                  <a:pt x="267955" y="1736006"/>
                  <a:pt x="269709" y="1736348"/>
                  <a:pt x="271598" y="1736998"/>
                </a:cubicBezTo>
                <a:cubicBezTo>
                  <a:pt x="274565" y="1737961"/>
                  <a:pt x="278074" y="1739885"/>
                  <a:pt x="281513" y="1739885"/>
                </a:cubicBezTo>
                <a:cubicBezTo>
                  <a:pt x="283536" y="1739885"/>
                  <a:pt x="285560" y="1739234"/>
                  <a:pt x="287449" y="1737340"/>
                </a:cubicBezTo>
                <a:cubicBezTo>
                  <a:pt x="292575" y="1732344"/>
                  <a:pt x="297499" y="1727223"/>
                  <a:pt x="300939" y="1721885"/>
                </a:cubicBezTo>
                <a:lnTo>
                  <a:pt x="293885" y="1715682"/>
                </a:lnTo>
                <a:lnTo>
                  <a:pt x="323552" y="1717091"/>
                </a:lnTo>
                <a:cubicBezTo>
                  <a:pt x="333805" y="1717091"/>
                  <a:pt x="344192" y="1716750"/>
                  <a:pt x="354580" y="1716470"/>
                </a:cubicBezTo>
                <a:cubicBezTo>
                  <a:pt x="364766" y="1710853"/>
                  <a:pt x="376435" y="1709549"/>
                  <a:pt x="388510" y="1709549"/>
                </a:cubicBezTo>
                <a:close/>
                <a:moveTo>
                  <a:pt x="541136" y="1647659"/>
                </a:moveTo>
                <a:cubicBezTo>
                  <a:pt x="549106" y="1647659"/>
                  <a:pt x="557135" y="1649073"/>
                  <a:pt x="565105" y="1649947"/>
                </a:cubicBezTo>
                <a:lnTo>
                  <a:pt x="563533" y="1653600"/>
                </a:lnTo>
                <a:lnTo>
                  <a:pt x="535940" y="1653643"/>
                </a:lnTo>
                <a:lnTo>
                  <a:pt x="533968" y="1652377"/>
                </a:lnTo>
                <a:cubicBezTo>
                  <a:pt x="534929" y="1650047"/>
                  <a:pt x="538220" y="1647659"/>
                  <a:pt x="541136" y="1647659"/>
                </a:cubicBezTo>
                <a:close/>
                <a:moveTo>
                  <a:pt x="777609" y="1608682"/>
                </a:moveTo>
                <a:lnTo>
                  <a:pt x="778603" y="1608842"/>
                </a:lnTo>
                <a:lnTo>
                  <a:pt x="776949" y="1608858"/>
                </a:lnTo>
                <a:close/>
                <a:moveTo>
                  <a:pt x="485923" y="1600305"/>
                </a:moveTo>
                <a:lnTo>
                  <a:pt x="484943" y="1600427"/>
                </a:lnTo>
                <a:lnTo>
                  <a:pt x="485229" y="1600672"/>
                </a:lnTo>
                <a:close/>
                <a:moveTo>
                  <a:pt x="473158" y="1590303"/>
                </a:moveTo>
                <a:lnTo>
                  <a:pt x="473765" y="1590825"/>
                </a:lnTo>
                <a:lnTo>
                  <a:pt x="473967" y="1590756"/>
                </a:lnTo>
                <a:close/>
                <a:moveTo>
                  <a:pt x="472608" y="1459402"/>
                </a:moveTo>
                <a:lnTo>
                  <a:pt x="480297" y="1460736"/>
                </a:lnTo>
                <a:lnTo>
                  <a:pt x="475979" y="1462536"/>
                </a:lnTo>
                <a:lnTo>
                  <a:pt x="472202" y="1461543"/>
                </a:lnTo>
                <a:close/>
                <a:moveTo>
                  <a:pt x="516654" y="1444132"/>
                </a:moveTo>
                <a:lnTo>
                  <a:pt x="521376" y="1446615"/>
                </a:lnTo>
                <a:cubicBezTo>
                  <a:pt x="522488" y="1449501"/>
                  <a:pt x="524074" y="1452030"/>
                  <a:pt x="526958" y="1453839"/>
                </a:cubicBezTo>
                <a:lnTo>
                  <a:pt x="531438" y="1454807"/>
                </a:lnTo>
                <a:lnTo>
                  <a:pt x="521673" y="1456367"/>
                </a:lnTo>
                <a:lnTo>
                  <a:pt x="534901" y="1463990"/>
                </a:lnTo>
                <a:lnTo>
                  <a:pt x="528862" y="1463963"/>
                </a:lnTo>
                <a:cubicBezTo>
                  <a:pt x="511393" y="1463778"/>
                  <a:pt x="504377" y="1456360"/>
                  <a:pt x="512203" y="1446615"/>
                </a:cubicBezTo>
                <a:close/>
                <a:moveTo>
                  <a:pt x="360111" y="1355014"/>
                </a:moveTo>
                <a:cubicBezTo>
                  <a:pt x="370836" y="1355014"/>
                  <a:pt x="378795" y="1359669"/>
                  <a:pt x="376502" y="1365567"/>
                </a:cubicBezTo>
                <a:cubicBezTo>
                  <a:pt x="374410" y="1370873"/>
                  <a:pt x="370026" y="1375932"/>
                  <a:pt x="366721" y="1381084"/>
                </a:cubicBezTo>
                <a:lnTo>
                  <a:pt x="379108" y="1387151"/>
                </a:lnTo>
                <a:lnTo>
                  <a:pt x="369741" y="1387151"/>
                </a:lnTo>
                <a:cubicBezTo>
                  <a:pt x="361850" y="1387151"/>
                  <a:pt x="356318" y="1392178"/>
                  <a:pt x="356926" y="1397610"/>
                </a:cubicBezTo>
                <a:cubicBezTo>
                  <a:pt x="357465" y="1402513"/>
                  <a:pt x="359218" y="1406952"/>
                  <a:pt x="370753" y="1407913"/>
                </a:cubicBezTo>
                <a:cubicBezTo>
                  <a:pt x="378375" y="1408565"/>
                  <a:pt x="382085" y="1410675"/>
                  <a:pt x="383300" y="1414772"/>
                </a:cubicBezTo>
                <a:cubicBezTo>
                  <a:pt x="384513" y="1418962"/>
                  <a:pt x="380602" y="1421786"/>
                  <a:pt x="369068" y="1421786"/>
                </a:cubicBezTo>
                <a:cubicBezTo>
                  <a:pt x="367785" y="1421786"/>
                  <a:pt x="366436" y="1421755"/>
                  <a:pt x="364953" y="1421693"/>
                </a:cubicBezTo>
                <a:cubicBezTo>
                  <a:pt x="362794" y="1421601"/>
                  <a:pt x="360568" y="1421539"/>
                  <a:pt x="358409" y="1421539"/>
                </a:cubicBezTo>
                <a:cubicBezTo>
                  <a:pt x="353282" y="1421539"/>
                  <a:pt x="348022" y="1421786"/>
                  <a:pt x="342828" y="1422004"/>
                </a:cubicBezTo>
                <a:cubicBezTo>
                  <a:pt x="337566" y="1422252"/>
                  <a:pt x="332306" y="1422469"/>
                  <a:pt x="327179" y="1422469"/>
                </a:cubicBezTo>
                <a:lnTo>
                  <a:pt x="309649" y="1421126"/>
                </a:lnTo>
                <a:lnTo>
                  <a:pt x="312827" y="1420562"/>
                </a:lnTo>
                <a:cubicBezTo>
                  <a:pt x="326115" y="1419320"/>
                  <a:pt x="339943" y="1419507"/>
                  <a:pt x="353164" y="1418141"/>
                </a:cubicBezTo>
                <a:cubicBezTo>
                  <a:pt x="359841" y="1417458"/>
                  <a:pt x="364630" y="1413796"/>
                  <a:pt x="362269" y="1410133"/>
                </a:cubicBezTo>
                <a:cubicBezTo>
                  <a:pt x="358829" y="1404796"/>
                  <a:pt x="353904" y="1399675"/>
                  <a:pt x="348779" y="1394679"/>
                </a:cubicBezTo>
                <a:cubicBezTo>
                  <a:pt x="346890" y="1392785"/>
                  <a:pt x="344866" y="1392133"/>
                  <a:pt x="342843" y="1392133"/>
                </a:cubicBezTo>
                <a:cubicBezTo>
                  <a:pt x="339404" y="1392133"/>
                  <a:pt x="335896" y="1394058"/>
                  <a:pt x="332928" y="1395019"/>
                </a:cubicBezTo>
                <a:cubicBezTo>
                  <a:pt x="331039" y="1395671"/>
                  <a:pt x="329285" y="1396013"/>
                  <a:pt x="327802" y="1396013"/>
                </a:cubicBezTo>
                <a:cubicBezTo>
                  <a:pt x="325575" y="1396013"/>
                  <a:pt x="323956" y="1395205"/>
                  <a:pt x="323080" y="1393250"/>
                </a:cubicBezTo>
                <a:cubicBezTo>
                  <a:pt x="321664" y="1390053"/>
                  <a:pt x="321664" y="1386702"/>
                  <a:pt x="321191" y="1383412"/>
                </a:cubicBezTo>
                <a:cubicBezTo>
                  <a:pt x="304125" y="1382512"/>
                  <a:pt x="310736" y="1368391"/>
                  <a:pt x="291106" y="1368391"/>
                </a:cubicBezTo>
                <a:cubicBezTo>
                  <a:pt x="290837" y="1368391"/>
                  <a:pt x="290634" y="1368391"/>
                  <a:pt x="290365" y="1368391"/>
                </a:cubicBezTo>
                <a:cubicBezTo>
                  <a:pt x="290230" y="1368391"/>
                  <a:pt x="290163" y="1368391"/>
                  <a:pt x="290094" y="1368391"/>
                </a:cubicBezTo>
                <a:cubicBezTo>
                  <a:pt x="284833" y="1368391"/>
                  <a:pt x="283283" y="1365598"/>
                  <a:pt x="286048" y="1364046"/>
                </a:cubicBezTo>
                <a:lnTo>
                  <a:pt x="291310" y="1362059"/>
                </a:lnTo>
                <a:cubicBezTo>
                  <a:pt x="293535" y="1362184"/>
                  <a:pt x="295761" y="1362246"/>
                  <a:pt x="297920" y="1362246"/>
                </a:cubicBezTo>
                <a:cubicBezTo>
                  <a:pt x="318492" y="1362246"/>
                  <a:pt x="336907" y="1356939"/>
                  <a:pt x="356672" y="1355169"/>
                </a:cubicBezTo>
                <a:cubicBezTo>
                  <a:pt x="357818" y="1355077"/>
                  <a:pt x="358965" y="1355014"/>
                  <a:pt x="360111" y="1355014"/>
                </a:cubicBezTo>
                <a:close/>
                <a:moveTo>
                  <a:pt x="432202" y="1268533"/>
                </a:moveTo>
                <a:lnTo>
                  <a:pt x="436452" y="1268812"/>
                </a:lnTo>
                <a:cubicBezTo>
                  <a:pt x="437734" y="1272599"/>
                  <a:pt x="433012" y="1272971"/>
                  <a:pt x="428156" y="1273157"/>
                </a:cubicBezTo>
                <a:lnTo>
                  <a:pt x="427549" y="1273840"/>
                </a:lnTo>
                <a:lnTo>
                  <a:pt x="426335" y="1273251"/>
                </a:lnTo>
                <a:lnTo>
                  <a:pt x="428088" y="1273157"/>
                </a:lnTo>
                <a:lnTo>
                  <a:pt x="432136" y="1268533"/>
                </a:lnTo>
                <a:close/>
                <a:moveTo>
                  <a:pt x="332351" y="1149896"/>
                </a:moveTo>
                <a:lnTo>
                  <a:pt x="331946" y="1150263"/>
                </a:lnTo>
                <a:lnTo>
                  <a:pt x="332740" y="1149995"/>
                </a:lnTo>
                <a:close/>
                <a:moveTo>
                  <a:pt x="509188" y="1135326"/>
                </a:moveTo>
                <a:lnTo>
                  <a:pt x="532589" y="1135604"/>
                </a:lnTo>
                <a:lnTo>
                  <a:pt x="532589" y="1141674"/>
                </a:lnTo>
                <a:lnTo>
                  <a:pt x="507177" y="1136193"/>
                </a:lnTo>
                <a:close/>
                <a:moveTo>
                  <a:pt x="488879" y="1121131"/>
                </a:moveTo>
                <a:lnTo>
                  <a:pt x="489486" y="1121813"/>
                </a:lnTo>
                <a:cubicBezTo>
                  <a:pt x="494343" y="1121999"/>
                  <a:pt x="499064" y="1122373"/>
                  <a:pt x="497783" y="1126158"/>
                </a:cubicBezTo>
                <a:lnTo>
                  <a:pt x="493532" y="1126438"/>
                </a:lnTo>
                <a:lnTo>
                  <a:pt x="493466" y="1126438"/>
                </a:lnTo>
                <a:lnTo>
                  <a:pt x="489418" y="1121813"/>
                </a:lnTo>
                <a:lnTo>
                  <a:pt x="487665" y="1121721"/>
                </a:lnTo>
                <a:close/>
                <a:moveTo>
                  <a:pt x="473102" y="1110708"/>
                </a:moveTo>
                <a:lnTo>
                  <a:pt x="472917" y="1110996"/>
                </a:lnTo>
                <a:lnTo>
                  <a:pt x="473679" y="1110877"/>
                </a:lnTo>
                <a:close/>
                <a:moveTo>
                  <a:pt x="430398" y="973185"/>
                </a:moveTo>
                <a:lnTo>
                  <a:pt x="433253" y="974593"/>
                </a:lnTo>
                <a:lnTo>
                  <a:pt x="432540" y="974721"/>
                </a:lnTo>
                <a:lnTo>
                  <a:pt x="427934" y="973241"/>
                </a:lnTo>
                <a:close/>
                <a:moveTo>
                  <a:pt x="388510" y="972502"/>
                </a:moveTo>
                <a:lnTo>
                  <a:pt x="390015" y="972548"/>
                </a:lnTo>
                <a:lnTo>
                  <a:pt x="392398" y="976886"/>
                </a:lnTo>
                <a:cubicBezTo>
                  <a:pt x="395154" y="978716"/>
                  <a:pt x="397196" y="980601"/>
                  <a:pt x="390854" y="982231"/>
                </a:cubicBezTo>
                <a:cubicBezTo>
                  <a:pt x="383300" y="984187"/>
                  <a:pt x="370821" y="982169"/>
                  <a:pt x="365019" y="984682"/>
                </a:cubicBezTo>
                <a:cubicBezTo>
                  <a:pt x="344110" y="993776"/>
                  <a:pt x="325088" y="1004048"/>
                  <a:pt x="305391" y="1013887"/>
                </a:cubicBezTo>
                <a:cubicBezTo>
                  <a:pt x="308696" y="1019039"/>
                  <a:pt x="313080" y="1024097"/>
                  <a:pt x="315172" y="1029405"/>
                </a:cubicBezTo>
                <a:cubicBezTo>
                  <a:pt x="317465" y="1035301"/>
                  <a:pt x="309505" y="1039957"/>
                  <a:pt x="298781" y="1039957"/>
                </a:cubicBezTo>
                <a:cubicBezTo>
                  <a:pt x="297635" y="1039957"/>
                  <a:pt x="296488" y="1039895"/>
                  <a:pt x="295342" y="1039801"/>
                </a:cubicBezTo>
                <a:cubicBezTo>
                  <a:pt x="275577" y="1038032"/>
                  <a:pt x="257162" y="1032725"/>
                  <a:pt x="236590" y="1032725"/>
                </a:cubicBezTo>
                <a:cubicBezTo>
                  <a:pt x="234430" y="1032725"/>
                  <a:pt x="232205" y="1032788"/>
                  <a:pt x="229979" y="1032911"/>
                </a:cubicBezTo>
                <a:lnTo>
                  <a:pt x="224718" y="1030925"/>
                </a:lnTo>
                <a:cubicBezTo>
                  <a:pt x="221953" y="1029374"/>
                  <a:pt x="223503" y="1026580"/>
                  <a:pt x="228764" y="1026580"/>
                </a:cubicBezTo>
                <a:cubicBezTo>
                  <a:pt x="228832" y="1026580"/>
                  <a:pt x="228900" y="1026580"/>
                  <a:pt x="229034" y="1026580"/>
                </a:cubicBezTo>
                <a:cubicBezTo>
                  <a:pt x="229304" y="1026580"/>
                  <a:pt x="229507" y="1026580"/>
                  <a:pt x="229776" y="1026580"/>
                </a:cubicBezTo>
                <a:cubicBezTo>
                  <a:pt x="249405" y="1026580"/>
                  <a:pt x="242795" y="1012459"/>
                  <a:pt x="259861" y="1011559"/>
                </a:cubicBezTo>
                <a:cubicBezTo>
                  <a:pt x="260333" y="1008270"/>
                  <a:pt x="260333" y="1004917"/>
                  <a:pt x="261750" y="1001721"/>
                </a:cubicBezTo>
                <a:cubicBezTo>
                  <a:pt x="262625" y="999766"/>
                  <a:pt x="264245" y="998959"/>
                  <a:pt x="266471" y="998959"/>
                </a:cubicBezTo>
                <a:cubicBezTo>
                  <a:pt x="267955" y="998959"/>
                  <a:pt x="269709" y="999300"/>
                  <a:pt x="271598" y="999951"/>
                </a:cubicBezTo>
                <a:cubicBezTo>
                  <a:pt x="274565" y="1000914"/>
                  <a:pt x="278074" y="1002838"/>
                  <a:pt x="281513" y="1002838"/>
                </a:cubicBezTo>
                <a:cubicBezTo>
                  <a:pt x="283536" y="1002838"/>
                  <a:pt x="285560" y="1002187"/>
                  <a:pt x="287449" y="1000293"/>
                </a:cubicBezTo>
                <a:cubicBezTo>
                  <a:pt x="292575" y="995297"/>
                  <a:pt x="297499" y="990176"/>
                  <a:pt x="300939" y="984838"/>
                </a:cubicBezTo>
                <a:lnTo>
                  <a:pt x="293885" y="978635"/>
                </a:lnTo>
                <a:lnTo>
                  <a:pt x="323552" y="980044"/>
                </a:lnTo>
                <a:cubicBezTo>
                  <a:pt x="333805" y="980044"/>
                  <a:pt x="344192" y="979703"/>
                  <a:pt x="354580" y="979423"/>
                </a:cubicBezTo>
                <a:cubicBezTo>
                  <a:pt x="364766" y="973806"/>
                  <a:pt x="376435" y="972502"/>
                  <a:pt x="388510" y="972502"/>
                </a:cubicBezTo>
                <a:close/>
                <a:moveTo>
                  <a:pt x="534482" y="915660"/>
                </a:moveTo>
                <a:lnTo>
                  <a:pt x="541874" y="916587"/>
                </a:lnTo>
                <a:lnTo>
                  <a:pt x="535940" y="916596"/>
                </a:lnTo>
                <a:close/>
                <a:moveTo>
                  <a:pt x="485923" y="863258"/>
                </a:moveTo>
                <a:lnTo>
                  <a:pt x="484943" y="863380"/>
                </a:lnTo>
                <a:lnTo>
                  <a:pt x="485229" y="863625"/>
                </a:lnTo>
                <a:close/>
                <a:moveTo>
                  <a:pt x="473158" y="853256"/>
                </a:moveTo>
                <a:lnTo>
                  <a:pt x="473765" y="853778"/>
                </a:lnTo>
                <a:lnTo>
                  <a:pt x="473967" y="853709"/>
                </a:lnTo>
                <a:close/>
                <a:moveTo>
                  <a:pt x="472608" y="804177"/>
                </a:moveTo>
                <a:lnTo>
                  <a:pt x="480297" y="805510"/>
                </a:lnTo>
                <a:lnTo>
                  <a:pt x="475979" y="807311"/>
                </a:lnTo>
                <a:lnTo>
                  <a:pt x="472202" y="806318"/>
                </a:lnTo>
                <a:close/>
                <a:moveTo>
                  <a:pt x="516654" y="788906"/>
                </a:moveTo>
                <a:lnTo>
                  <a:pt x="521376" y="791390"/>
                </a:lnTo>
                <a:cubicBezTo>
                  <a:pt x="522488" y="794275"/>
                  <a:pt x="524074" y="796804"/>
                  <a:pt x="526958" y="798613"/>
                </a:cubicBezTo>
                <a:lnTo>
                  <a:pt x="531438" y="799582"/>
                </a:lnTo>
                <a:lnTo>
                  <a:pt x="521673" y="801141"/>
                </a:lnTo>
                <a:lnTo>
                  <a:pt x="534901" y="808765"/>
                </a:lnTo>
                <a:lnTo>
                  <a:pt x="528862" y="808737"/>
                </a:lnTo>
                <a:cubicBezTo>
                  <a:pt x="511393" y="808552"/>
                  <a:pt x="504377" y="801135"/>
                  <a:pt x="512203" y="791390"/>
                </a:cubicBezTo>
                <a:close/>
                <a:moveTo>
                  <a:pt x="360111" y="699788"/>
                </a:moveTo>
                <a:cubicBezTo>
                  <a:pt x="370836" y="699788"/>
                  <a:pt x="378795" y="704444"/>
                  <a:pt x="376502" y="710341"/>
                </a:cubicBezTo>
                <a:cubicBezTo>
                  <a:pt x="374410" y="715648"/>
                  <a:pt x="370026" y="720706"/>
                  <a:pt x="366721" y="725858"/>
                </a:cubicBezTo>
                <a:lnTo>
                  <a:pt x="379108" y="731925"/>
                </a:lnTo>
                <a:lnTo>
                  <a:pt x="369741" y="731925"/>
                </a:lnTo>
                <a:cubicBezTo>
                  <a:pt x="361850" y="731925"/>
                  <a:pt x="356318" y="736953"/>
                  <a:pt x="356926" y="742385"/>
                </a:cubicBezTo>
                <a:cubicBezTo>
                  <a:pt x="357465" y="747288"/>
                  <a:pt x="359218" y="751726"/>
                  <a:pt x="370753" y="752688"/>
                </a:cubicBezTo>
                <a:cubicBezTo>
                  <a:pt x="378375" y="753340"/>
                  <a:pt x="382085" y="755450"/>
                  <a:pt x="383300" y="759547"/>
                </a:cubicBezTo>
                <a:cubicBezTo>
                  <a:pt x="384513" y="763736"/>
                  <a:pt x="380602" y="766560"/>
                  <a:pt x="369068" y="766560"/>
                </a:cubicBezTo>
                <a:cubicBezTo>
                  <a:pt x="367785" y="766560"/>
                  <a:pt x="366436" y="766529"/>
                  <a:pt x="364953" y="766467"/>
                </a:cubicBezTo>
                <a:cubicBezTo>
                  <a:pt x="362794" y="766375"/>
                  <a:pt x="360568" y="766313"/>
                  <a:pt x="358409" y="766313"/>
                </a:cubicBezTo>
                <a:cubicBezTo>
                  <a:pt x="353282" y="766313"/>
                  <a:pt x="348022" y="766560"/>
                  <a:pt x="342828" y="766778"/>
                </a:cubicBezTo>
                <a:cubicBezTo>
                  <a:pt x="337566" y="767026"/>
                  <a:pt x="332306" y="767243"/>
                  <a:pt x="327179" y="767243"/>
                </a:cubicBezTo>
                <a:lnTo>
                  <a:pt x="309649" y="765900"/>
                </a:lnTo>
                <a:lnTo>
                  <a:pt x="312827" y="765336"/>
                </a:lnTo>
                <a:cubicBezTo>
                  <a:pt x="326115" y="764095"/>
                  <a:pt x="339943" y="764281"/>
                  <a:pt x="353164" y="762915"/>
                </a:cubicBezTo>
                <a:cubicBezTo>
                  <a:pt x="359841" y="762232"/>
                  <a:pt x="364630" y="758570"/>
                  <a:pt x="362269" y="754907"/>
                </a:cubicBezTo>
                <a:cubicBezTo>
                  <a:pt x="358829" y="749570"/>
                  <a:pt x="353904" y="744449"/>
                  <a:pt x="348779" y="739453"/>
                </a:cubicBezTo>
                <a:cubicBezTo>
                  <a:pt x="346890" y="737559"/>
                  <a:pt x="344866" y="736907"/>
                  <a:pt x="342843" y="736907"/>
                </a:cubicBezTo>
                <a:cubicBezTo>
                  <a:pt x="339404" y="736907"/>
                  <a:pt x="335896" y="738832"/>
                  <a:pt x="332928" y="739793"/>
                </a:cubicBezTo>
                <a:cubicBezTo>
                  <a:pt x="331039" y="740445"/>
                  <a:pt x="329285" y="740787"/>
                  <a:pt x="327802" y="740787"/>
                </a:cubicBezTo>
                <a:cubicBezTo>
                  <a:pt x="325575" y="740787"/>
                  <a:pt x="323956" y="739980"/>
                  <a:pt x="323080" y="738025"/>
                </a:cubicBezTo>
                <a:cubicBezTo>
                  <a:pt x="321664" y="734828"/>
                  <a:pt x="321664" y="731476"/>
                  <a:pt x="321191" y="728187"/>
                </a:cubicBezTo>
                <a:cubicBezTo>
                  <a:pt x="304125" y="727287"/>
                  <a:pt x="310736" y="713165"/>
                  <a:pt x="291106" y="713165"/>
                </a:cubicBezTo>
                <a:cubicBezTo>
                  <a:pt x="290837" y="713165"/>
                  <a:pt x="290634" y="713165"/>
                  <a:pt x="290365" y="713165"/>
                </a:cubicBezTo>
                <a:cubicBezTo>
                  <a:pt x="290230" y="713165"/>
                  <a:pt x="290163" y="713165"/>
                  <a:pt x="290094" y="713165"/>
                </a:cubicBezTo>
                <a:cubicBezTo>
                  <a:pt x="284833" y="713165"/>
                  <a:pt x="283283" y="710372"/>
                  <a:pt x="286048" y="708821"/>
                </a:cubicBezTo>
                <a:lnTo>
                  <a:pt x="291310" y="706834"/>
                </a:lnTo>
                <a:cubicBezTo>
                  <a:pt x="293535" y="706958"/>
                  <a:pt x="295761" y="707020"/>
                  <a:pt x="297920" y="707020"/>
                </a:cubicBezTo>
                <a:cubicBezTo>
                  <a:pt x="318492" y="707020"/>
                  <a:pt x="336907" y="701713"/>
                  <a:pt x="356672" y="699944"/>
                </a:cubicBezTo>
                <a:cubicBezTo>
                  <a:pt x="357818" y="699851"/>
                  <a:pt x="358965" y="699788"/>
                  <a:pt x="360111" y="699788"/>
                </a:cubicBezTo>
                <a:close/>
                <a:moveTo>
                  <a:pt x="432202" y="613307"/>
                </a:moveTo>
                <a:lnTo>
                  <a:pt x="436452" y="613587"/>
                </a:lnTo>
                <a:cubicBezTo>
                  <a:pt x="437734" y="617373"/>
                  <a:pt x="433012" y="617745"/>
                  <a:pt x="428156" y="617931"/>
                </a:cubicBezTo>
                <a:lnTo>
                  <a:pt x="427549" y="618614"/>
                </a:lnTo>
                <a:lnTo>
                  <a:pt x="426335" y="618025"/>
                </a:lnTo>
                <a:lnTo>
                  <a:pt x="428088" y="617931"/>
                </a:lnTo>
                <a:lnTo>
                  <a:pt x="432136" y="613307"/>
                </a:lnTo>
                <a:close/>
                <a:moveTo>
                  <a:pt x="332351" y="494671"/>
                </a:moveTo>
                <a:lnTo>
                  <a:pt x="331946" y="495037"/>
                </a:lnTo>
                <a:lnTo>
                  <a:pt x="332740" y="494769"/>
                </a:lnTo>
                <a:close/>
                <a:moveTo>
                  <a:pt x="509188" y="480101"/>
                </a:moveTo>
                <a:lnTo>
                  <a:pt x="532589" y="480378"/>
                </a:lnTo>
                <a:lnTo>
                  <a:pt x="532589" y="486448"/>
                </a:lnTo>
                <a:lnTo>
                  <a:pt x="507177" y="480967"/>
                </a:lnTo>
                <a:close/>
                <a:moveTo>
                  <a:pt x="488879" y="465905"/>
                </a:moveTo>
                <a:lnTo>
                  <a:pt x="489486" y="466588"/>
                </a:lnTo>
                <a:cubicBezTo>
                  <a:pt x="494343" y="466774"/>
                  <a:pt x="499064" y="467147"/>
                  <a:pt x="497783" y="470933"/>
                </a:cubicBezTo>
                <a:lnTo>
                  <a:pt x="493532" y="471212"/>
                </a:lnTo>
                <a:lnTo>
                  <a:pt x="493466" y="471212"/>
                </a:lnTo>
                <a:lnTo>
                  <a:pt x="489418" y="466588"/>
                </a:lnTo>
                <a:lnTo>
                  <a:pt x="487665" y="466495"/>
                </a:lnTo>
                <a:close/>
                <a:moveTo>
                  <a:pt x="473102" y="455482"/>
                </a:moveTo>
                <a:lnTo>
                  <a:pt x="472917" y="455771"/>
                </a:lnTo>
                <a:lnTo>
                  <a:pt x="473679" y="455651"/>
                </a:lnTo>
                <a:close/>
                <a:moveTo>
                  <a:pt x="430398" y="317959"/>
                </a:moveTo>
                <a:lnTo>
                  <a:pt x="433253" y="319367"/>
                </a:lnTo>
                <a:lnTo>
                  <a:pt x="432540" y="319495"/>
                </a:lnTo>
                <a:lnTo>
                  <a:pt x="427934" y="318015"/>
                </a:lnTo>
                <a:close/>
                <a:moveTo>
                  <a:pt x="388510" y="317276"/>
                </a:moveTo>
                <a:lnTo>
                  <a:pt x="390015" y="317322"/>
                </a:lnTo>
                <a:lnTo>
                  <a:pt x="392398" y="321660"/>
                </a:lnTo>
                <a:cubicBezTo>
                  <a:pt x="395154" y="323490"/>
                  <a:pt x="397196" y="325376"/>
                  <a:pt x="390854" y="327005"/>
                </a:cubicBezTo>
                <a:cubicBezTo>
                  <a:pt x="383300" y="328961"/>
                  <a:pt x="370821" y="326943"/>
                  <a:pt x="365019" y="329457"/>
                </a:cubicBezTo>
                <a:cubicBezTo>
                  <a:pt x="344110" y="338550"/>
                  <a:pt x="325088" y="348823"/>
                  <a:pt x="305391" y="358661"/>
                </a:cubicBezTo>
                <a:cubicBezTo>
                  <a:pt x="308696" y="363813"/>
                  <a:pt x="313080" y="368871"/>
                  <a:pt x="315172" y="374179"/>
                </a:cubicBezTo>
                <a:cubicBezTo>
                  <a:pt x="317465" y="380075"/>
                  <a:pt x="309505" y="384731"/>
                  <a:pt x="298781" y="384731"/>
                </a:cubicBezTo>
                <a:cubicBezTo>
                  <a:pt x="297635" y="384731"/>
                  <a:pt x="296488" y="384669"/>
                  <a:pt x="295342" y="384576"/>
                </a:cubicBezTo>
                <a:cubicBezTo>
                  <a:pt x="275577" y="382807"/>
                  <a:pt x="257162" y="377499"/>
                  <a:pt x="236590" y="377499"/>
                </a:cubicBezTo>
                <a:cubicBezTo>
                  <a:pt x="234430" y="377499"/>
                  <a:pt x="232205" y="377562"/>
                  <a:pt x="229979" y="377685"/>
                </a:cubicBezTo>
                <a:lnTo>
                  <a:pt x="224718" y="375700"/>
                </a:lnTo>
                <a:cubicBezTo>
                  <a:pt x="221953" y="374148"/>
                  <a:pt x="223503" y="371354"/>
                  <a:pt x="228764" y="371354"/>
                </a:cubicBezTo>
                <a:cubicBezTo>
                  <a:pt x="228832" y="371354"/>
                  <a:pt x="228900" y="371354"/>
                  <a:pt x="229034" y="371354"/>
                </a:cubicBezTo>
                <a:cubicBezTo>
                  <a:pt x="229304" y="371354"/>
                  <a:pt x="229507" y="371354"/>
                  <a:pt x="229776" y="371354"/>
                </a:cubicBezTo>
                <a:cubicBezTo>
                  <a:pt x="249405" y="371354"/>
                  <a:pt x="242795" y="357234"/>
                  <a:pt x="259861" y="356334"/>
                </a:cubicBezTo>
                <a:cubicBezTo>
                  <a:pt x="260333" y="353044"/>
                  <a:pt x="260333" y="349692"/>
                  <a:pt x="261750" y="346495"/>
                </a:cubicBezTo>
                <a:cubicBezTo>
                  <a:pt x="262625" y="344541"/>
                  <a:pt x="264245" y="343733"/>
                  <a:pt x="266471" y="343733"/>
                </a:cubicBezTo>
                <a:cubicBezTo>
                  <a:pt x="267955" y="343733"/>
                  <a:pt x="269709" y="344075"/>
                  <a:pt x="271598" y="344726"/>
                </a:cubicBezTo>
                <a:cubicBezTo>
                  <a:pt x="274565" y="345688"/>
                  <a:pt x="278074" y="347612"/>
                  <a:pt x="281513" y="347612"/>
                </a:cubicBezTo>
                <a:cubicBezTo>
                  <a:pt x="283536" y="347612"/>
                  <a:pt x="285560" y="346961"/>
                  <a:pt x="287449" y="345067"/>
                </a:cubicBezTo>
                <a:cubicBezTo>
                  <a:pt x="292575" y="340071"/>
                  <a:pt x="297499" y="334950"/>
                  <a:pt x="300939" y="329612"/>
                </a:cubicBezTo>
                <a:lnTo>
                  <a:pt x="293885" y="323409"/>
                </a:lnTo>
                <a:lnTo>
                  <a:pt x="323552" y="324818"/>
                </a:lnTo>
                <a:cubicBezTo>
                  <a:pt x="333805" y="324818"/>
                  <a:pt x="344192" y="324477"/>
                  <a:pt x="354580" y="324197"/>
                </a:cubicBezTo>
                <a:cubicBezTo>
                  <a:pt x="364766" y="318580"/>
                  <a:pt x="376435" y="317276"/>
                  <a:pt x="388510" y="317276"/>
                </a:cubicBezTo>
                <a:close/>
                <a:moveTo>
                  <a:pt x="541136" y="255386"/>
                </a:moveTo>
                <a:cubicBezTo>
                  <a:pt x="549106" y="255386"/>
                  <a:pt x="557135" y="256800"/>
                  <a:pt x="565105" y="257674"/>
                </a:cubicBezTo>
                <a:lnTo>
                  <a:pt x="563533" y="261327"/>
                </a:lnTo>
                <a:lnTo>
                  <a:pt x="535940" y="261371"/>
                </a:lnTo>
                <a:lnTo>
                  <a:pt x="533968" y="260104"/>
                </a:lnTo>
                <a:cubicBezTo>
                  <a:pt x="534929" y="257774"/>
                  <a:pt x="538220" y="255386"/>
                  <a:pt x="541136" y="255386"/>
                </a:cubicBezTo>
                <a:close/>
                <a:moveTo>
                  <a:pt x="485923" y="208032"/>
                </a:moveTo>
                <a:lnTo>
                  <a:pt x="484943" y="208154"/>
                </a:lnTo>
                <a:lnTo>
                  <a:pt x="485229" y="208400"/>
                </a:lnTo>
                <a:close/>
                <a:moveTo>
                  <a:pt x="878173" y="202211"/>
                </a:moveTo>
                <a:cubicBezTo>
                  <a:pt x="957290" y="200987"/>
                  <a:pt x="918252" y="214432"/>
                  <a:pt x="910368" y="214559"/>
                </a:cubicBezTo>
                <a:cubicBezTo>
                  <a:pt x="785182" y="216509"/>
                  <a:pt x="791149" y="216663"/>
                  <a:pt x="773815" y="216618"/>
                </a:cubicBezTo>
                <a:lnTo>
                  <a:pt x="743036" y="216565"/>
                </a:lnTo>
                <a:lnTo>
                  <a:pt x="742992" y="216594"/>
                </a:lnTo>
                <a:lnTo>
                  <a:pt x="742992" y="216565"/>
                </a:lnTo>
                <a:lnTo>
                  <a:pt x="743036" y="216565"/>
                </a:lnTo>
                <a:lnTo>
                  <a:pt x="754140" y="209361"/>
                </a:lnTo>
                <a:cubicBezTo>
                  <a:pt x="812299" y="204657"/>
                  <a:pt x="851800" y="202618"/>
                  <a:pt x="878173" y="202211"/>
                </a:cubicBezTo>
                <a:close/>
                <a:moveTo>
                  <a:pt x="473158" y="198030"/>
                </a:moveTo>
                <a:lnTo>
                  <a:pt x="473765" y="198552"/>
                </a:lnTo>
                <a:lnTo>
                  <a:pt x="473967" y="198484"/>
                </a:lnTo>
                <a:close/>
                <a:moveTo>
                  <a:pt x="758067" y="193170"/>
                </a:moveTo>
                <a:cubicBezTo>
                  <a:pt x="759568" y="193679"/>
                  <a:pt x="761071" y="194160"/>
                  <a:pt x="762514" y="194669"/>
                </a:cubicBezTo>
                <a:cubicBezTo>
                  <a:pt x="760002" y="195926"/>
                  <a:pt x="758153" y="196702"/>
                  <a:pt x="757302" y="196589"/>
                </a:cubicBezTo>
                <a:cubicBezTo>
                  <a:pt x="756450" y="196477"/>
                  <a:pt x="756594" y="195474"/>
                  <a:pt x="758067" y="193170"/>
                </a:cubicBezTo>
                <a:close/>
                <a:moveTo>
                  <a:pt x="834650" y="177603"/>
                </a:moveTo>
                <a:lnTo>
                  <a:pt x="835286" y="181191"/>
                </a:lnTo>
                <a:lnTo>
                  <a:pt x="817267" y="182971"/>
                </a:lnTo>
                <a:lnTo>
                  <a:pt x="815821" y="177603"/>
                </a:lnTo>
                <a:lnTo>
                  <a:pt x="815880" y="177603"/>
                </a:lnTo>
                <a:close/>
                <a:moveTo>
                  <a:pt x="881144" y="175513"/>
                </a:moveTo>
                <a:lnTo>
                  <a:pt x="881201" y="175540"/>
                </a:lnTo>
                <a:lnTo>
                  <a:pt x="889865" y="178987"/>
                </a:lnTo>
                <a:cubicBezTo>
                  <a:pt x="887496" y="180174"/>
                  <a:pt x="885419" y="181841"/>
                  <a:pt x="882645" y="182322"/>
                </a:cubicBezTo>
                <a:cubicBezTo>
                  <a:pt x="881259" y="182548"/>
                  <a:pt x="877101" y="180626"/>
                  <a:pt x="876927" y="179553"/>
                </a:cubicBezTo>
                <a:cubicBezTo>
                  <a:pt x="876697" y="178309"/>
                  <a:pt x="879527" y="176925"/>
                  <a:pt x="881144" y="175513"/>
                </a:cubicBezTo>
                <a:close/>
                <a:moveTo>
                  <a:pt x="806985" y="165822"/>
                </a:moveTo>
                <a:lnTo>
                  <a:pt x="806758" y="166792"/>
                </a:lnTo>
                <a:lnTo>
                  <a:pt x="806811" y="166809"/>
                </a:lnTo>
                <a:lnTo>
                  <a:pt x="806754" y="166809"/>
                </a:lnTo>
                <a:lnTo>
                  <a:pt x="806758" y="166792"/>
                </a:lnTo>
                <a:lnTo>
                  <a:pt x="805022" y="166217"/>
                </a:lnTo>
                <a:close/>
                <a:moveTo>
                  <a:pt x="1043142" y="159319"/>
                </a:moveTo>
                <a:lnTo>
                  <a:pt x="1048485" y="159583"/>
                </a:lnTo>
                <a:lnTo>
                  <a:pt x="1046243" y="159895"/>
                </a:lnTo>
                <a:cubicBezTo>
                  <a:pt x="1046108" y="159957"/>
                  <a:pt x="1045838" y="159988"/>
                  <a:pt x="1045569" y="159988"/>
                </a:cubicBezTo>
                <a:close/>
                <a:moveTo>
                  <a:pt x="1548566" y="85223"/>
                </a:moveTo>
                <a:cubicBezTo>
                  <a:pt x="1555513" y="85223"/>
                  <a:pt x="1561247" y="88234"/>
                  <a:pt x="1561247" y="92021"/>
                </a:cubicBezTo>
                <a:cubicBezTo>
                  <a:pt x="1561314" y="96335"/>
                  <a:pt x="1556322" y="97328"/>
                  <a:pt x="1549442" y="97700"/>
                </a:cubicBezTo>
                <a:cubicBezTo>
                  <a:pt x="1548700" y="97762"/>
                  <a:pt x="1547958" y="97762"/>
                  <a:pt x="1547217" y="97762"/>
                </a:cubicBezTo>
                <a:cubicBezTo>
                  <a:pt x="1541145" y="97762"/>
                  <a:pt x="1537503" y="96242"/>
                  <a:pt x="1536087" y="93231"/>
                </a:cubicBezTo>
                <a:cubicBezTo>
                  <a:pt x="1534603" y="89197"/>
                  <a:pt x="1537976" y="86683"/>
                  <a:pt x="1544450" y="85565"/>
                </a:cubicBezTo>
                <a:cubicBezTo>
                  <a:pt x="1545868" y="85348"/>
                  <a:pt x="1547217" y="85223"/>
                  <a:pt x="1548566" y="85223"/>
                </a:cubicBezTo>
                <a:close/>
                <a:moveTo>
                  <a:pt x="5788120" y="78862"/>
                </a:moveTo>
                <a:lnTo>
                  <a:pt x="5788380" y="81673"/>
                </a:lnTo>
                <a:lnTo>
                  <a:pt x="5786285" y="82516"/>
                </a:lnTo>
                <a:lnTo>
                  <a:pt x="5783465" y="81158"/>
                </a:lnTo>
                <a:close/>
                <a:moveTo>
                  <a:pt x="2202185" y="78707"/>
                </a:moveTo>
                <a:cubicBezTo>
                  <a:pt x="2208930" y="79854"/>
                  <a:pt x="2209267" y="81500"/>
                  <a:pt x="2202589" y="83176"/>
                </a:cubicBezTo>
                <a:lnTo>
                  <a:pt x="2200364" y="82493"/>
                </a:lnTo>
                <a:lnTo>
                  <a:pt x="2197395" y="81097"/>
                </a:lnTo>
                <a:close/>
                <a:moveTo>
                  <a:pt x="5960462" y="78148"/>
                </a:moveTo>
                <a:lnTo>
                  <a:pt x="5969804" y="82513"/>
                </a:lnTo>
                <a:lnTo>
                  <a:pt x="5955386" y="83442"/>
                </a:lnTo>
                <a:lnTo>
                  <a:pt x="5952031" y="79793"/>
                </a:lnTo>
                <a:lnTo>
                  <a:pt x="5957089" y="78241"/>
                </a:lnTo>
                <a:cubicBezTo>
                  <a:pt x="5958236" y="78148"/>
                  <a:pt x="5959383" y="78148"/>
                  <a:pt x="5960462" y="78148"/>
                </a:cubicBezTo>
                <a:close/>
                <a:moveTo>
                  <a:pt x="2165759" y="77776"/>
                </a:moveTo>
                <a:cubicBezTo>
                  <a:pt x="2170751" y="78304"/>
                  <a:pt x="2178172" y="77527"/>
                  <a:pt x="2177025" y="81810"/>
                </a:cubicBezTo>
                <a:cubicBezTo>
                  <a:pt x="2176754" y="82773"/>
                  <a:pt x="2170617" y="83951"/>
                  <a:pt x="2166974" y="83951"/>
                </a:cubicBezTo>
                <a:cubicBezTo>
                  <a:pt x="2166839" y="83951"/>
                  <a:pt x="2166637" y="83951"/>
                  <a:pt x="2166502" y="83951"/>
                </a:cubicBezTo>
                <a:cubicBezTo>
                  <a:pt x="2162926" y="83827"/>
                  <a:pt x="2159555" y="82120"/>
                  <a:pt x="2156047" y="81127"/>
                </a:cubicBezTo>
                <a:close/>
                <a:moveTo>
                  <a:pt x="5883160" y="71382"/>
                </a:moveTo>
                <a:cubicBezTo>
                  <a:pt x="5892806" y="75013"/>
                  <a:pt x="5902520" y="78024"/>
                  <a:pt x="5914391" y="78024"/>
                </a:cubicBezTo>
                <a:lnTo>
                  <a:pt x="5914391" y="78055"/>
                </a:lnTo>
                <a:cubicBezTo>
                  <a:pt x="5915606" y="78055"/>
                  <a:pt x="5916819" y="78024"/>
                  <a:pt x="5918035" y="77962"/>
                </a:cubicBezTo>
                <a:lnTo>
                  <a:pt x="5918641" y="77155"/>
                </a:lnTo>
                <a:lnTo>
                  <a:pt x="5920866" y="77092"/>
                </a:lnTo>
                <a:lnTo>
                  <a:pt x="5924915" y="72499"/>
                </a:lnTo>
                <a:lnTo>
                  <a:pt x="5929299" y="72810"/>
                </a:lnTo>
                <a:cubicBezTo>
                  <a:pt x="5930310" y="76627"/>
                  <a:pt x="5925724" y="76969"/>
                  <a:pt x="5920866" y="77092"/>
                </a:cubicBezTo>
                <a:cubicBezTo>
                  <a:pt x="5920866" y="77092"/>
                  <a:pt x="5920125" y="77962"/>
                  <a:pt x="5920125" y="77962"/>
                </a:cubicBezTo>
                <a:lnTo>
                  <a:pt x="5918035" y="77962"/>
                </a:lnTo>
                <a:cubicBezTo>
                  <a:pt x="5916686" y="79823"/>
                  <a:pt x="5915740" y="82152"/>
                  <a:pt x="5913245" y="82742"/>
                </a:cubicBezTo>
                <a:lnTo>
                  <a:pt x="5908971" y="83269"/>
                </a:lnTo>
                <a:lnTo>
                  <a:pt x="5898597" y="77558"/>
                </a:lnTo>
                <a:cubicBezTo>
                  <a:pt x="5890367" y="76596"/>
                  <a:pt x="5882003" y="75758"/>
                  <a:pt x="5873842" y="74548"/>
                </a:cubicBezTo>
                <a:lnTo>
                  <a:pt x="5872123" y="74173"/>
                </a:lnTo>
                <a:lnTo>
                  <a:pt x="5870884" y="72406"/>
                </a:lnTo>
                <a:close/>
                <a:moveTo>
                  <a:pt x="5725591" y="70823"/>
                </a:moveTo>
                <a:lnTo>
                  <a:pt x="5739619" y="77246"/>
                </a:lnTo>
                <a:lnTo>
                  <a:pt x="5739688" y="77248"/>
                </a:lnTo>
                <a:lnTo>
                  <a:pt x="5740768" y="77248"/>
                </a:lnTo>
                <a:lnTo>
                  <a:pt x="5740903" y="77744"/>
                </a:lnTo>
                <a:lnTo>
                  <a:pt x="5741037" y="77744"/>
                </a:lnTo>
                <a:lnTo>
                  <a:pt x="5741045" y="77747"/>
                </a:lnTo>
                <a:lnTo>
                  <a:pt x="5759654" y="78241"/>
                </a:lnTo>
                <a:lnTo>
                  <a:pt x="5762286" y="79048"/>
                </a:lnTo>
                <a:lnTo>
                  <a:pt x="5764781" y="80321"/>
                </a:lnTo>
                <a:lnTo>
                  <a:pt x="5761340" y="82586"/>
                </a:lnTo>
                <a:lnTo>
                  <a:pt x="5757630" y="84045"/>
                </a:lnTo>
                <a:lnTo>
                  <a:pt x="5753438" y="84225"/>
                </a:lnTo>
                <a:lnTo>
                  <a:pt x="5753448" y="84231"/>
                </a:lnTo>
                <a:lnTo>
                  <a:pt x="5753313" y="84231"/>
                </a:lnTo>
                <a:lnTo>
                  <a:pt x="5753438" y="84225"/>
                </a:lnTo>
                <a:lnTo>
                  <a:pt x="5741045" y="77747"/>
                </a:lnTo>
                <a:lnTo>
                  <a:pt x="5740903" y="77744"/>
                </a:lnTo>
                <a:lnTo>
                  <a:pt x="5739957" y="77744"/>
                </a:lnTo>
                <a:lnTo>
                  <a:pt x="5739688" y="77248"/>
                </a:lnTo>
                <a:lnTo>
                  <a:pt x="5739621" y="77248"/>
                </a:lnTo>
                <a:lnTo>
                  <a:pt x="5739619" y="77246"/>
                </a:lnTo>
                <a:lnTo>
                  <a:pt x="5708457" y="76751"/>
                </a:lnTo>
                <a:lnTo>
                  <a:pt x="5703331" y="74765"/>
                </a:lnTo>
                <a:lnTo>
                  <a:pt x="5704073" y="72903"/>
                </a:lnTo>
                <a:cubicBezTo>
                  <a:pt x="5710076" y="72127"/>
                  <a:pt x="5716214" y="71289"/>
                  <a:pt x="5722420" y="70917"/>
                </a:cubicBezTo>
                <a:cubicBezTo>
                  <a:pt x="5723500" y="70855"/>
                  <a:pt x="5724578" y="70823"/>
                  <a:pt x="5725591" y="70823"/>
                </a:cubicBezTo>
                <a:close/>
                <a:moveTo>
                  <a:pt x="2099790" y="63065"/>
                </a:moveTo>
                <a:lnTo>
                  <a:pt x="2099790" y="63992"/>
                </a:lnTo>
                <a:lnTo>
                  <a:pt x="2099926" y="64027"/>
                </a:lnTo>
                <a:lnTo>
                  <a:pt x="2099931" y="64069"/>
                </a:lnTo>
                <a:lnTo>
                  <a:pt x="2115238" y="68651"/>
                </a:lnTo>
                <a:cubicBezTo>
                  <a:pt x="2126907" y="73928"/>
                  <a:pt x="2125828" y="75758"/>
                  <a:pt x="2111461" y="81469"/>
                </a:cubicBezTo>
                <a:lnTo>
                  <a:pt x="2105453" y="83018"/>
                </a:lnTo>
                <a:lnTo>
                  <a:pt x="2105456" y="83021"/>
                </a:lnTo>
                <a:lnTo>
                  <a:pt x="2105323" y="83051"/>
                </a:lnTo>
                <a:lnTo>
                  <a:pt x="2105453" y="83018"/>
                </a:lnTo>
                <a:lnTo>
                  <a:pt x="2102018" y="80414"/>
                </a:lnTo>
                <a:lnTo>
                  <a:pt x="2099931" y="64069"/>
                </a:lnTo>
                <a:lnTo>
                  <a:pt x="2099790" y="64027"/>
                </a:lnTo>
                <a:lnTo>
                  <a:pt x="2099790" y="63992"/>
                </a:lnTo>
                <a:lnTo>
                  <a:pt x="2098644" y="63685"/>
                </a:lnTo>
                <a:lnTo>
                  <a:pt x="2098374" y="63065"/>
                </a:lnTo>
                <a:close/>
                <a:moveTo>
                  <a:pt x="2670712" y="57540"/>
                </a:moveTo>
                <a:lnTo>
                  <a:pt x="2675772" y="59619"/>
                </a:lnTo>
                <a:lnTo>
                  <a:pt x="2671251" y="61792"/>
                </a:lnTo>
                <a:lnTo>
                  <a:pt x="2671251" y="61823"/>
                </a:lnTo>
                <a:lnTo>
                  <a:pt x="2666193" y="59961"/>
                </a:lnTo>
                <a:close/>
                <a:moveTo>
                  <a:pt x="2602383" y="57509"/>
                </a:moveTo>
                <a:cubicBezTo>
                  <a:pt x="2604204" y="59310"/>
                  <a:pt x="2607644" y="61141"/>
                  <a:pt x="2607441" y="62878"/>
                </a:cubicBezTo>
                <a:cubicBezTo>
                  <a:pt x="2607172" y="64865"/>
                  <a:pt x="2604272" y="68185"/>
                  <a:pt x="2601641" y="68433"/>
                </a:cubicBezTo>
                <a:cubicBezTo>
                  <a:pt x="2590647" y="69520"/>
                  <a:pt x="2579314" y="69644"/>
                  <a:pt x="2568117" y="70140"/>
                </a:cubicBezTo>
                <a:lnTo>
                  <a:pt x="2568117" y="70047"/>
                </a:lnTo>
                <a:lnTo>
                  <a:pt x="2568117" y="69705"/>
                </a:lnTo>
                <a:cubicBezTo>
                  <a:pt x="2561574" y="69862"/>
                  <a:pt x="2554964" y="70140"/>
                  <a:pt x="2548421" y="70140"/>
                </a:cubicBezTo>
                <a:lnTo>
                  <a:pt x="2547544" y="70140"/>
                </a:lnTo>
                <a:cubicBezTo>
                  <a:pt x="2543092" y="70140"/>
                  <a:pt x="2538572" y="69831"/>
                  <a:pt x="2534255" y="69302"/>
                </a:cubicBezTo>
                <a:lnTo>
                  <a:pt x="2528724" y="67255"/>
                </a:lnTo>
                <a:lnTo>
                  <a:pt x="2537358" y="63499"/>
                </a:lnTo>
                <a:cubicBezTo>
                  <a:pt x="2539787" y="63407"/>
                  <a:pt x="2542282" y="63344"/>
                  <a:pt x="2544778" y="63344"/>
                </a:cubicBezTo>
                <a:cubicBezTo>
                  <a:pt x="2548758" y="63344"/>
                  <a:pt x="2552804" y="63468"/>
                  <a:pt x="2556785" y="63592"/>
                </a:cubicBezTo>
                <a:cubicBezTo>
                  <a:pt x="2560831" y="63716"/>
                  <a:pt x="2564812" y="63841"/>
                  <a:pt x="2568791" y="63841"/>
                </a:cubicBezTo>
                <a:cubicBezTo>
                  <a:pt x="2580731" y="63841"/>
                  <a:pt x="2592265" y="62786"/>
                  <a:pt x="2602383" y="57509"/>
                </a:cubicBezTo>
                <a:close/>
                <a:moveTo>
                  <a:pt x="2965011" y="56703"/>
                </a:moveTo>
                <a:lnTo>
                  <a:pt x="2970384" y="57676"/>
                </a:lnTo>
                <a:lnTo>
                  <a:pt x="2959478" y="59713"/>
                </a:lnTo>
                <a:lnTo>
                  <a:pt x="2970376" y="62588"/>
                </a:lnTo>
                <a:lnTo>
                  <a:pt x="2968586" y="63158"/>
                </a:lnTo>
                <a:lnTo>
                  <a:pt x="2968653" y="63127"/>
                </a:lnTo>
                <a:cubicBezTo>
                  <a:pt x="2965819" y="63127"/>
                  <a:pt x="2962784" y="62506"/>
                  <a:pt x="2959884" y="61917"/>
                </a:cubicBezTo>
                <a:lnTo>
                  <a:pt x="2955162" y="59837"/>
                </a:lnTo>
                <a:close/>
                <a:moveTo>
                  <a:pt x="2084008" y="56423"/>
                </a:moveTo>
                <a:cubicBezTo>
                  <a:pt x="2090886" y="56423"/>
                  <a:pt x="2096958" y="57355"/>
                  <a:pt x="2098307" y="63065"/>
                </a:cubicBezTo>
                <a:lnTo>
                  <a:pt x="2097700" y="63065"/>
                </a:lnTo>
                <a:cubicBezTo>
                  <a:pt x="2095676" y="63065"/>
                  <a:pt x="2093586" y="63158"/>
                  <a:pt x="2091495" y="63250"/>
                </a:cubicBezTo>
                <a:cubicBezTo>
                  <a:pt x="2089404" y="63375"/>
                  <a:pt x="2087312" y="63468"/>
                  <a:pt x="2085357" y="63468"/>
                </a:cubicBezTo>
                <a:cubicBezTo>
                  <a:pt x="2078814" y="63468"/>
                  <a:pt x="2073282" y="62383"/>
                  <a:pt x="2072338" y="56640"/>
                </a:cubicBezTo>
                <a:cubicBezTo>
                  <a:pt x="2072742" y="56640"/>
                  <a:pt x="2073216" y="56640"/>
                  <a:pt x="2073618" y="56640"/>
                </a:cubicBezTo>
                <a:cubicBezTo>
                  <a:pt x="2075305" y="56640"/>
                  <a:pt x="2076991" y="56609"/>
                  <a:pt x="2078746" y="56548"/>
                </a:cubicBezTo>
                <a:cubicBezTo>
                  <a:pt x="2080567" y="56485"/>
                  <a:pt x="2082321" y="56423"/>
                  <a:pt x="2084008" y="56423"/>
                </a:cubicBezTo>
                <a:close/>
                <a:moveTo>
                  <a:pt x="2072068" y="56020"/>
                </a:moveTo>
                <a:lnTo>
                  <a:pt x="2072260" y="56609"/>
                </a:lnTo>
                <a:lnTo>
                  <a:pt x="2072270" y="56609"/>
                </a:lnTo>
                <a:lnTo>
                  <a:pt x="2072270" y="56640"/>
                </a:lnTo>
                <a:lnTo>
                  <a:pt x="2072260" y="56609"/>
                </a:lnTo>
                <a:lnTo>
                  <a:pt x="2070920" y="56609"/>
                </a:lnTo>
                <a:close/>
                <a:moveTo>
                  <a:pt x="3068819" y="50962"/>
                </a:moveTo>
                <a:lnTo>
                  <a:pt x="3073272" y="53753"/>
                </a:lnTo>
                <a:lnTo>
                  <a:pt x="3069065" y="54676"/>
                </a:lnTo>
                <a:lnTo>
                  <a:pt x="3069091" y="54685"/>
                </a:lnTo>
                <a:lnTo>
                  <a:pt x="3069022" y="54685"/>
                </a:lnTo>
                <a:lnTo>
                  <a:pt x="3069065" y="54676"/>
                </a:lnTo>
                <a:lnTo>
                  <a:pt x="3064570" y="52916"/>
                </a:lnTo>
                <a:close/>
                <a:moveTo>
                  <a:pt x="3189223" y="49999"/>
                </a:moveTo>
                <a:lnTo>
                  <a:pt x="3197386" y="53444"/>
                </a:lnTo>
                <a:cubicBezTo>
                  <a:pt x="3193541" y="54157"/>
                  <a:pt x="3189696" y="55491"/>
                  <a:pt x="3185985" y="55491"/>
                </a:cubicBezTo>
                <a:lnTo>
                  <a:pt x="3185716" y="55491"/>
                </a:lnTo>
                <a:lnTo>
                  <a:pt x="3177352" y="52264"/>
                </a:lnTo>
                <a:cubicBezTo>
                  <a:pt x="3181467" y="51395"/>
                  <a:pt x="3185244" y="49999"/>
                  <a:pt x="3188819" y="49999"/>
                </a:cubicBezTo>
                <a:cubicBezTo>
                  <a:pt x="3188954" y="49999"/>
                  <a:pt x="3189223" y="49999"/>
                  <a:pt x="3189223" y="49999"/>
                </a:cubicBezTo>
                <a:close/>
                <a:moveTo>
                  <a:pt x="4392584" y="49999"/>
                </a:moveTo>
                <a:lnTo>
                  <a:pt x="4400747" y="53444"/>
                </a:lnTo>
                <a:lnTo>
                  <a:pt x="4400139" y="53552"/>
                </a:lnTo>
                <a:lnTo>
                  <a:pt x="4397509" y="52916"/>
                </a:lnTo>
                <a:cubicBezTo>
                  <a:pt x="4394946" y="51985"/>
                  <a:pt x="4392315" y="51054"/>
                  <a:pt x="4389416" y="51054"/>
                </a:cubicBezTo>
                <a:lnTo>
                  <a:pt x="4382680" y="53023"/>
                </a:lnTo>
                <a:lnTo>
                  <a:pt x="4380713" y="52264"/>
                </a:lnTo>
                <a:cubicBezTo>
                  <a:pt x="4384828" y="51395"/>
                  <a:pt x="4388605" y="49999"/>
                  <a:pt x="4392180" y="49999"/>
                </a:cubicBezTo>
                <a:cubicBezTo>
                  <a:pt x="4392315" y="49999"/>
                  <a:pt x="4392584" y="49999"/>
                  <a:pt x="4392584" y="49999"/>
                </a:cubicBezTo>
                <a:close/>
                <a:moveTo>
                  <a:pt x="2848992" y="13314"/>
                </a:moveTo>
                <a:cubicBezTo>
                  <a:pt x="2858906" y="13314"/>
                  <a:pt x="2868755" y="14246"/>
                  <a:pt x="2878603" y="16201"/>
                </a:cubicBezTo>
                <a:lnTo>
                  <a:pt x="2879143" y="18653"/>
                </a:lnTo>
                <a:cubicBezTo>
                  <a:pt x="2878467" y="21291"/>
                  <a:pt x="2867338" y="25884"/>
                  <a:pt x="2862144" y="25884"/>
                </a:cubicBezTo>
                <a:lnTo>
                  <a:pt x="2862212" y="25853"/>
                </a:lnTo>
                <a:cubicBezTo>
                  <a:pt x="2861470" y="25853"/>
                  <a:pt x="2860862" y="25760"/>
                  <a:pt x="2860390" y="25543"/>
                </a:cubicBezTo>
                <a:cubicBezTo>
                  <a:pt x="2849463" y="20360"/>
                  <a:pt x="2835298" y="21881"/>
                  <a:pt x="2823089" y="19738"/>
                </a:cubicBezTo>
                <a:lnTo>
                  <a:pt x="2820324" y="18871"/>
                </a:lnTo>
                <a:lnTo>
                  <a:pt x="2817693" y="17753"/>
                </a:lnTo>
                <a:lnTo>
                  <a:pt x="2819311" y="16542"/>
                </a:lnTo>
                <a:lnTo>
                  <a:pt x="2821200" y="15673"/>
                </a:lnTo>
                <a:cubicBezTo>
                  <a:pt x="2830508" y="14122"/>
                  <a:pt x="2839751" y="13314"/>
                  <a:pt x="2848992" y="13314"/>
                </a:cubicBezTo>
                <a:close/>
                <a:moveTo>
                  <a:pt x="4052352" y="13314"/>
                </a:moveTo>
                <a:cubicBezTo>
                  <a:pt x="4062267" y="13314"/>
                  <a:pt x="4072115" y="14246"/>
                  <a:pt x="4081964" y="16201"/>
                </a:cubicBezTo>
                <a:lnTo>
                  <a:pt x="4082503" y="18653"/>
                </a:lnTo>
                <a:cubicBezTo>
                  <a:pt x="4081828" y="21291"/>
                  <a:pt x="4070699" y="25884"/>
                  <a:pt x="4065505" y="25884"/>
                </a:cubicBezTo>
                <a:lnTo>
                  <a:pt x="4065572" y="25853"/>
                </a:lnTo>
                <a:cubicBezTo>
                  <a:pt x="4064830" y="25853"/>
                  <a:pt x="4064223" y="25760"/>
                  <a:pt x="4063751" y="25543"/>
                </a:cubicBezTo>
                <a:cubicBezTo>
                  <a:pt x="4052825" y="20360"/>
                  <a:pt x="4038659" y="21881"/>
                  <a:pt x="4026450" y="19738"/>
                </a:cubicBezTo>
                <a:lnTo>
                  <a:pt x="4023684" y="18871"/>
                </a:lnTo>
                <a:lnTo>
                  <a:pt x="4021053" y="17753"/>
                </a:lnTo>
                <a:lnTo>
                  <a:pt x="4022672" y="16542"/>
                </a:lnTo>
                <a:lnTo>
                  <a:pt x="4024561" y="15673"/>
                </a:lnTo>
                <a:cubicBezTo>
                  <a:pt x="4033869" y="14122"/>
                  <a:pt x="4043111" y="13314"/>
                  <a:pt x="4052352" y="13314"/>
                </a:cubicBezTo>
                <a:close/>
                <a:moveTo>
                  <a:pt x="2924336" y="7262"/>
                </a:moveTo>
                <a:cubicBezTo>
                  <a:pt x="2927641" y="7262"/>
                  <a:pt x="2931823" y="8225"/>
                  <a:pt x="2934048" y="9436"/>
                </a:cubicBezTo>
                <a:cubicBezTo>
                  <a:pt x="2937083" y="11142"/>
                  <a:pt x="2932092" y="13656"/>
                  <a:pt x="2925752" y="13656"/>
                </a:cubicBezTo>
                <a:lnTo>
                  <a:pt x="2925685" y="13688"/>
                </a:lnTo>
                <a:cubicBezTo>
                  <a:pt x="2924943" y="13688"/>
                  <a:pt x="2924134" y="13656"/>
                  <a:pt x="2923324" y="13563"/>
                </a:cubicBezTo>
                <a:cubicBezTo>
                  <a:pt x="2919951" y="13190"/>
                  <a:pt x="2917051" y="11576"/>
                  <a:pt x="2913880" y="10521"/>
                </a:cubicBezTo>
                <a:lnTo>
                  <a:pt x="2918602" y="8536"/>
                </a:lnTo>
                <a:lnTo>
                  <a:pt x="2923460" y="7262"/>
                </a:lnTo>
                <a:cubicBezTo>
                  <a:pt x="2923728" y="7262"/>
                  <a:pt x="2924066" y="7262"/>
                  <a:pt x="2924336" y="7262"/>
                </a:cubicBezTo>
                <a:close/>
                <a:moveTo>
                  <a:pt x="4127697" y="7262"/>
                </a:moveTo>
                <a:cubicBezTo>
                  <a:pt x="4131002" y="7262"/>
                  <a:pt x="4135184" y="8225"/>
                  <a:pt x="4137409" y="9436"/>
                </a:cubicBezTo>
                <a:cubicBezTo>
                  <a:pt x="4140445" y="11142"/>
                  <a:pt x="4135453" y="13656"/>
                  <a:pt x="4129113" y="13656"/>
                </a:cubicBezTo>
                <a:lnTo>
                  <a:pt x="4129046" y="13688"/>
                </a:lnTo>
                <a:cubicBezTo>
                  <a:pt x="4128304" y="13688"/>
                  <a:pt x="4127495" y="13656"/>
                  <a:pt x="4126684" y="13563"/>
                </a:cubicBezTo>
                <a:cubicBezTo>
                  <a:pt x="4123312" y="13190"/>
                  <a:pt x="4120412" y="11576"/>
                  <a:pt x="4117241" y="10521"/>
                </a:cubicBezTo>
                <a:lnTo>
                  <a:pt x="4121963" y="8536"/>
                </a:lnTo>
                <a:lnTo>
                  <a:pt x="4126820" y="7262"/>
                </a:lnTo>
                <a:cubicBezTo>
                  <a:pt x="4127090" y="7262"/>
                  <a:pt x="4127426" y="7262"/>
                  <a:pt x="4127697" y="7262"/>
                </a:cubicBezTo>
                <a:close/>
                <a:moveTo>
                  <a:pt x="4139637" y="0"/>
                </a:moveTo>
                <a:lnTo>
                  <a:pt x="4140378" y="280"/>
                </a:lnTo>
                <a:cubicBezTo>
                  <a:pt x="4137005" y="280"/>
                  <a:pt x="4133633" y="342"/>
                  <a:pt x="4130395" y="403"/>
                </a:cubicBezTo>
                <a:cubicBezTo>
                  <a:pt x="4128035" y="497"/>
                  <a:pt x="4125606" y="497"/>
                  <a:pt x="4123246" y="497"/>
                </a:cubicBezTo>
                <a:cubicBezTo>
                  <a:pt x="4120344" y="497"/>
                  <a:pt x="4117444" y="435"/>
                  <a:pt x="4114544" y="435"/>
                </a:cubicBezTo>
                <a:cubicBezTo>
                  <a:pt x="4111643" y="373"/>
                  <a:pt x="4108675" y="373"/>
                  <a:pt x="4105775" y="373"/>
                </a:cubicBezTo>
                <a:cubicBezTo>
                  <a:pt x="4091879" y="373"/>
                  <a:pt x="4078050" y="1024"/>
                  <a:pt x="4064291" y="5525"/>
                </a:cubicBezTo>
                <a:cubicBezTo>
                  <a:pt x="4059502" y="7076"/>
                  <a:pt x="4053228" y="7542"/>
                  <a:pt x="4046483" y="7542"/>
                </a:cubicBezTo>
                <a:cubicBezTo>
                  <a:pt x="4037040" y="7542"/>
                  <a:pt x="4026584" y="6642"/>
                  <a:pt x="4017343" y="6642"/>
                </a:cubicBezTo>
                <a:lnTo>
                  <a:pt x="4015454" y="6642"/>
                </a:lnTo>
                <a:cubicBezTo>
                  <a:pt x="4001357" y="6642"/>
                  <a:pt x="4001492" y="7107"/>
                  <a:pt x="4003852" y="19677"/>
                </a:cubicBezTo>
                <a:cubicBezTo>
                  <a:pt x="4004595" y="23619"/>
                  <a:pt x="4000346" y="26132"/>
                  <a:pt x="3993803" y="27591"/>
                </a:cubicBezTo>
                <a:lnTo>
                  <a:pt x="3987056" y="27932"/>
                </a:lnTo>
                <a:cubicBezTo>
                  <a:pt x="3985438" y="28243"/>
                  <a:pt x="3983887" y="28398"/>
                  <a:pt x="3982403" y="28398"/>
                </a:cubicBezTo>
                <a:cubicBezTo>
                  <a:pt x="3977816" y="28398"/>
                  <a:pt x="3973634" y="27094"/>
                  <a:pt x="3969588" y="25822"/>
                </a:cubicBezTo>
                <a:cubicBezTo>
                  <a:pt x="3965472" y="24550"/>
                  <a:pt x="3961560" y="23246"/>
                  <a:pt x="3957378" y="23246"/>
                </a:cubicBezTo>
                <a:cubicBezTo>
                  <a:pt x="3955286" y="23246"/>
                  <a:pt x="3953128" y="23557"/>
                  <a:pt x="3950902" y="24395"/>
                </a:cubicBezTo>
                <a:cubicBezTo>
                  <a:pt x="3942808" y="27405"/>
                  <a:pt x="3934511" y="27746"/>
                  <a:pt x="3926147" y="27746"/>
                </a:cubicBezTo>
                <a:cubicBezTo>
                  <a:pt x="3924866" y="27746"/>
                  <a:pt x="3923651" y="27746"/>
                  <a:pt x="3922370" y="27746"/>
                </a:cubicBezTo>
                <a:cubicBezTo>
                  <a:pt x="3921155" y="27746"/>
                  <a:pt x="3919874" y="27746"/>
                  <a:pt x="3918592" y="27746"/>
                </a:cubicBezTo>
                <a:cubicBezTo>
                  <a:pt x="3916299" y="27746"/>
                  <a:pt x="3913938" y="27777"/>
                  <a:pt x="3911577" y="27871"/>
                </a:cubicBezTo>
                <a:cubicBezTo>
                  <a:pt x="3900178" y="28368"/>
                  <a:pt x="3888710" y="28305"/>
                  <a:pt x="3877311" y="28368"/>
                </a:cubicBezTo>
                <a:cubicBezTo>
                  <a:pt x="3876637" y="28368"/>
                  <a:pt x="3876030" y="28368"/>
                  <a:pt x="3875355" y="28368"/>
                </a:cubicBezTo>
                <a:cubicBezTo>
                  <a:pt x="3871442" y="28368"/>
                  <a:pt x="3867464" y="28336"/>
                  <a:pt x="3863550" y="28274"/>
                </a:cubicBezTo>
                <a:cubicBezTo>
                  <a:pt x="3859572" y="28243"/>
                  <a:pt x="3855591" y="28180"/>
                  <a:pt x="3851611" y="28180"/>
                </a:cubicBezTo>
                <a:cubicBezTo>
                  <a:pt x="3846486" y="28180"/>
                  <a:pt x="3841359" y="28243"/>
                  <a:pt x="3836299" y="28554"/>
                </a:cubicBezTo>
                <a:cubicBezTo>
                  <a:pt x="3827733" y="29049"/>
                  <a:pt x="3829824" y="32277"/>
                  <a:pt x="3832860" y="35753"/>
                </a:cubicBezTo>
                <a:cubicBezTo>
                  <a:pt x="3834074" y="37150"/>
                  <a:pt x="3835423" y="37522"/>
                  <a:pt x="3836570" y="37522"/>
                </a:cubicBezTo>
                <a:cubicBezTo>
                  <a:pt x="3837177" y="37522"/>
                  <a:pt x="3837716" y="37429"/>
                  <a:pt x="3838121" y="37305"/>
                </a:cubicBezTo>
                <a:cubicBezTo>
                  <a:pt x="3838526" y="37181"/>
                  <a:pt x="3838795" y="37088"/>
                  <a:pt x="3838795" y="37088"/>
                </a:cubicBezTo>
                <a:cubicBezTo>
                  <a:pt x="3838863" y="37088"/>
                  <a:pt x="3838323" y="37429"/>
                  <a:pt x="3836772" y="38671"/>
                </a:cubicBezTo>
                <a:cubicBezTo>
                  <a:pt x="3833872" y="40998"/>
                  <a:pt x="3825304" y="42271"/>
                  <a:pt x="3817211" y="42271"/>
                </a:cubicBezTo>
                <a:cubicBezTo>
                  <a:pt x="3809992" y="42271"/>
                  <a:pt x="3803180" y="41247"/>
                  <a:pt x="3801225" y="39012"/>
                </a:cubicBezTo>
                <a:cubicBezTo>
                  <a:pt x="3799538" y="37088"/>
                  <a:pt x="3805676" y="33334"/>
                  <a:pt x="3808239" y="30415"/>
                </a:cubicBezTo>
                <a:cubicBezTo>
                  <a:pt x="3792050" y="28149"/>
                  <a:pt x="3779234" y="21322"/>
                  <a:pt x="3761292" y="21322"/>
                </a:cubicBezTo>
                <a:cubicBezTo>
                  <a:pt x="3760281" y="21322"/>
                  <a:pt x="3759201" y="21353"/>
                  <a:pt x="3758122" y="21384"/>
                </a:cubicBezTo>
                <a:cubicBezTo>
                  <a:pt x="3744294" y="21973"/>
                  <a:pt x="3743889" y="24798"/>
                  <a:pt x="3751511" y="29515"/>
                </a:cubicBezTo>
                <a:cubicBezTo>
                  <a:pt x="3755221" y="31812"/>
                  <a:pt x="3754345" y="33706"/>
                  <a:pt x="3747936" y="34358"/>
                </a:cubicBezTo>
                <a:cubicBezTo>
                  <a:pt x="3742608" y="34915"/>
                  <a:pt x="3737008" y="35102"/>
                  <a:pt x="3731478" y="35102"/>
                </a:cubicBezTo>
                <a:cubicBezTo>
                  <a:pt x="3730196" y="35102"/>
                  <a:pt x="3728982" y="35102"/>
                  <a:pt x="3727701" y="35102"/>
                </a:cubicBezTo>
                <a:lnTo>
                  <a:pt x="3710382" y="34961"/>
                </a:lnTo>
                <a:lnTo>
                  <a:pt x="3706859" y="31874"/>
                </a:lnTo>
                <a:lnTo>
                  <a:pt x="3702742" y="29080"/>
                </a:lnTo>
                <a:cubicBezTo>
                  <a:pt x="3700516" y="30850"/>
                  <a:pt x="3696336" y="32712"/>
                  <a:pt x="3696538" y="34420"/>
                </a:cubicBezTo>
                <a:lnTo>
                  <a:pt x="3696692" y="34850"/>
                </a:lnTo>
                <a:lnTo>
                  <a:pt x="3693367" y="34822"/>
                </a:lnTo>
                <a:cubicBezTo>
                  <a:pt x="3690264" y="34822"/>
                  <a:pt x="3688039" y="34822"/>
                  <a:pt x="3687228" y="34884"/>
                </a:cubicBezTo>
                <a:cubicBezTo>
                  <a:pt x="3682913" y="35195"/>
                  <a:pt x="3678528" y="35226"/>
                  <a:pt x="3674211" y="35381"/>
                </a:cubicBezTo>
                <a:cubicBezTo>
                  <a:pt x="3671107" y="41154"/>
                  <a:pt x="3662608" y="44661"/>
                  <a:pt x="3653636" y="47981"/>
                </a:cubicBezTo>
                <a:cubicBezTo>
                  <a:pt x="3642711" y="42860"/>
                  <a:pt x="3630163" y="41899"/>
                  <a:pt x="3617213" y="41899"/>
                </a:cubicBezTo>
                <a:cubicBezTo>
                  <a:pt x="3613367" y="41899"/>
                  <a:pt x="3609523" y="41960"/>
                  <a:pt x="3605679" y="42054"/>
                </a:cubicBezTo>
                <a:cubicBezTo>
                  <a:pt x="3601833" y="42116"/>
                  <a:pt x="3597988" y="42209"/>
                  <a:pt x="3594144" y="42209"/>
                </a:cubicBezTo>
                <a:cubicBezTo>
                  <a:pt x="3583554" y="42209"/>
                  <a:pt x="3573166" y="41588"/>
                  <a:pt x="3563588" y="38609"/>
                </a:cubicBezTo>
                <a:cubicBezTo>
                  <a:pt x="3554886" y="35908"/>
                  <a:pt x="3545510" y="34450"/>
                  <a:pt x="3536066" y="34450"/>
                </a:cubicBezTo>
                <a:cubicBezTo>
                  <a:pt x="3526218" y="34450"/>
                  <a:pt x="3516169" y="36033"/>
                  <a:pt x="3506522" y="39416"/>
                </a:cubicBezTo>
                <a:cubicBezTo>
                  <a:pt x="3503622" y="40408"/>
                  <a:pt x="3498832" y="41712"/>
                  <a:pt x="3496134" y="41712"/>
                </a:cubicBezTo>
                <a:cubicBezTo>
                  <a:pt x="3495527" y="41712"/>
                  <a:pt x="3495055" y="41650"/>
                  <a:pt x="3494718" y="41526"/>
                </a:cubicBezTo>
                <a:cubicBezTo>
                  <a:pt x="3488040" y="39198"/>
                  <a:pt x="3481633" y="38266"/>
                  <a:pt x="3475494" y="38266"/>
                </a:cubicBezTo>
                <a:cubicBezTo>
                  <a:pt x="3463284" y="38266"/>
                  <a:pt x="3452223" y="41868"/>
                  <a:pt x="3441835" y="45188"/>
                </a:cubicBezTo>
                <a:cubicBezTo>
                  <a:pt x="3432121" y="48292"/>
                  <a:pt x="3422814" y="49658"/>
                  <a:pt x="3413303" y="49658"/>
                </a:cubicBezTo>
                <a:cubicBezTo>
                  <a:pt x="3403792" y="49658"/>
                  <a:pt x="3394415" y="48230"/>
                  <a:pt x="3384972" y="45778"/>
                </a:cubicBezTo>
                <a:cubicBezTo>
                  <a:pt x="3379576" y="44381"/>
                  <a:pt x="3374517" y="42457"/>
                  <a:pt x="3369188" y="42457"/>
                </a:cubicBezTo>
                <a:cubicBezTo>
                  <a:pt x="3366490" y="42457"/>
                  <a:pt x="3363791" y="42954"/>
                  <a:pt x="3360960" y="44258"/>
                </a:cubicBezTo>
                <a:cubicBezTo>
                  <a:pt x="3356979" y="46088"/>
                  <a:pt x="3353337" y="47019"/>
                  <a:pt x="3349963" y="47019"/>
                </a:cubicBezTo>
                <a:cubicBezTo>
                  <a:pt x="3346119" y="47019"/>
                  <a:pt x="3342612" y="45809"/>
                  <a:pt x="3339238" y="43357"/>
                </a:cubicBezTo>
                <a:cubicBezTo>
                  <a:pt x="3333978" y="39509"/>
                  <a:pt x="3328649" y="37554"/>
                  <a:pt x="3322915" y="37554"/>
                </a:cubicBezTo>
                <a:cubicBezTo>
                  <a:pt x="3317924" y="37554"/>
                  <a:pt x="3312662" y="39012"/>
                  <a:pt x="3306928" y="41991"/>
                </a:cubicBezTo>
                <a:cubicBezTo>
                  <a:pt x="3305648" y="42643"/>
                  <a:pt x="3303220" y="42829"/>
                  <a:pt x="3300522" y="42829"/>
                </a:cubicBezTo>
                <a:cubicBezTo>
                  <a:pt x="3298228" y="42829"/>
                  <a:pt x="3295733" y="42674"/>
                  <a:pt x="3293708" y="42612"/>
                </a:cubicBezTo>
                <a:cubicBezTo>
                  <a:pt x="3292764" y="42551"/>
                  <a:pt x="3291887" y="42551"/>
                  <a:pt x="3291079" y="42551"/>
                </a:cubicBezTo>
                <a:cubicBezTo>
                  <a:pt x="3282209" y="42551"/>
                  <a:pt x="3278111" y="44289"/>
                  <a:pt x="3276163" y="46818"/>
                </a:cubicBezTo>
                <a:lnTo>
                  <a:pt x="3276019" y="47459"/>
                </a:lnTo>
                <a:lnTo>
                  <a:pt x="3274484" y="47237"/>
                </a:lnTo>
                <a:cubicBezTo>
                  <a:pt x="3267335" y="43978"/>
                  <a:pt x="3261332" y="42705"/>
                  <a:pt x="3255867" y="42705"/>
                </a:cubicBezTo>
                <a:lnTo>
                  <a:pt x="3238142" y="48601"/>
                </a:lnTo>
                <a:lnTo>
                  <a:pt x="3231719" y="49224"/>
                </a:lnTo>
                <a:cubicBezTo>
                  <a:pt x="3228144" y="49907"/>
                  <a:pt x="3225109" y="51488"/>
                  <a:pt x="3222208" y="52884"/>
                </a:cubicBezTo>
                <a:lnTo>
                  <a:pt x="3222952" y="53473"/>
                </a:lnTo>
                <a:lnTo>
                  <a:pt x="3220388" y="54250"/>
                </a:lnTo>
                <a:cubicBezTo>
                  <a:pt x="3216408" y="54250"/>
                  <a:pt x="3214046" y="51829"/>
                  <a:pt x="3212900" y="47981"/>
                </a:cubicBezTo>
                <a:cubicBezTo>
                  <a:pt x="3212361" y="46119"/>
                  <a:pt x="3207774" y="42985"/>
                  <a:pt x="3205479" y="42985"/>
                </a:cubicBezTo>
                <a:cubicBezTo>
                  <a:pt x="3205412" y="42985"/>
                  <a:pt x="3205345" y="42985"/>
                  <a:pt x="3205345" y="42985"/>
                </a:cubicBezTo>
                <a:cubicBezTo>
                  <a:pt x="3203389" y="43109"/>
                  <a:pt x="3201500" y="43172"/>
                  <a:pt x="3199679" y="43172"/>
                </a:cubicBezTo>
                <a:cubicBezTo>
                  <a:pt x="3181737" y="43172"/>
                  <a:pt x="3173035" y="37026"/>
                  <a:pt x="3164670" y="29018"/>
                </a:cubicBezTo>
                <a:cubicBezTo>
                  <a:pt x="3161230" y="25760"/>
                  <a:pt x="3149224" y="24767"/>
                  <a:pt x="3140928" y="22967"/>
                </a:cubicBezTo>
                <a:cubicBezTo>
                  <a:pt x="3134318" y="21508"/>
                  <a:pt x="3128178" y="20639"/>
                  <a:pt x="3122175" y="20639"/>
                </a:cubicBezTo>
                <a:cubicBezTo>
                  <a:pt x="3113946" y="20639"/>
                  <a:pt x="3106055" y="22285"/>
                  <a:pt x="3098028" y="26505"/>
                </a:cubicBezTo>
                <a:cubicBezTo>
                  <a:pt x="3090742" y="30322"/>
                  <a:pt x="3086426" y="32277"/>
                  <a:pt x="3082312" y="32277"/>
                </a:cubicBezTo>
                <a:cubicBezTo>
                  <a:pt x="3077320" y="32277"/>
                  <a:pt x="3072597" y="29484"/>
                  <a:pt x="3063221" y="23742"/>
                </a:cubicBezTo>
                <a:lnTo>
                  <a:pt x="3061603" y="20795"/>
                </a:lnTo>
                <a:cubicBezTo>
                  <a:pt x="3050068" y="17970"/>
                  <a:pt x="3038399" y="15238"/>
                  <a:pt x="3026931" y="12290"/>
                </a:cubicBezTo>
                <a:cubicBezTo>
                  <a:pt x="3015195" y="9249"/>
                  <a:pt x="3007843" y="7449"/>
                  <a:pt x="3003121" y="7449"/>
                </a:cubicBezTo>
                <a:cubicBezTo>
                  <a:pt x="2995836" y="7449"/>
                  <a:pt x="2994689" y="11764"/>
                  <a:pt x="2993137" y="22376"/>
                </a:cubicBezTo>
                <a:cubicBezTo>
                  <a:pt x="2992800" y="24704"/>
                  <a:pt x="2993137" y="27094"/>
                  <a:pt x="2992464" y="29392"/>
                </a:cubicBezTo>
                <a:lnTo>
                  <a:pt x="2988887" y="32153"/>
                </a:lnTo>
                <a:cubicBezTo>
                  <a:pt x="2985245" y="31843"/>
                  <a:pt x="2981064" y="31347"/>
                  <a:pt x="2978365" y="30136"/>
                </a:cubicBezTo>
                <a:cubicBezTo>
                  <a:pt x="2971352" y="27064"/>
                  <a:pt x="2967236" y="23215"/>
                  <a:pt x="2965550" y="18249"/>
                </a:cubicBezTo>
                <a:cubicBezTo>
                  <a:pt x="2963662" y="12725"/>
                  <a:pt x="2971080" y="5246"/>
                  <a:pt x="2959141" y="2110"/>
                </a:cubicBezTo>
                <a:cubicBezTo>
                  <a:pt x="2952598" y="403"/>
                  <a:pt x="2944437" y="0"/>
                  <a:pt x="2936275" y="0"/>
                </a:cubicBezTo>
                <a:lnTo>
                  <a:pt x="2937017" y="280"/>
                </a:lnTo>
                <a:cubicBezTo>
                  <a:pt x="2933644" y="280"/>
                  <a:pt x="2930272" y="342"/>
                  <a:pt x="2927034" y="403"/>
                </a:cubicBezTo>
                <a:cubicBezTo>
                  <a:pt x="2924674" y="497"/>
                  <a:pt x="2922245" y="497"/>
                  <a:pt x="2919884" y="497"/>
                </a:cubicBezTo>
                <a:cubicBezTo>
                  <a:pt x="2916984" y="497"/>
                  <a:pt x="2914084" y="435"/>
                  <a:pt x="2911184" y="435"/>
                </a:cubicBezTo>
                <a:cubicBezTo>
                  <a:pt x="2908282" y="373"/>
                  <a:pt x="2905314" y="373"/>
                  <a:pt x="2902414" y="373"/>
                </a:cubicBezTo>
                <a:cubicBezTo>
                  <a:pt x="2888518" y="373"/>
                  <a:pt x="2874690" y="1024"/>
                  <a:pt x="2860930" y="5525"/>
                </a:cubicBezTo>
                <a:cubicBezTo>
                  <a:pt x="2856141" y="7076"/>
                  <a:pt x="2849867" y="7542"/>
                  <a:pt x="2843122" y="7542"/>
                </a:cubicBezTo>
                <a:cubicBezTo>
                  <a:pt x="2833679" y="7542"/>
                  <a:pt x="2823222" y="6642"/>
                  <a:pt x="2813982" y="6642"/>
                </a:cubicBezTo>
                <a:lnTo>
                  <a:pt x="2812094" y="6642"/>
                </a:lnTo>
                <a:cubicBezTo>
                  <a:pt x="2797997" y="6642"/>
                  <a:pt x="2798131" y="7107"/>
                  <a:pt x="2800492" y="19677"/>
                </a:cubicBezTo>
                <a:cubicBezTo>
                  <a:pt x="2801234" y="23619"/>
                  <a:pt x="2796985" y="26132"/>
                  <a:pt x="2790442" y="27591"/>
                </a:cubicBezTo>
                <a:lnTo>
                  <a:pt x="2783696" y="27932"/>
                </a:lnTo>
                <a:cubicBezTo>
                  <a:pt x="2782077" y="28243"/>
                  <a:pt x="2780526" y="28398"/>
                  <a:pt x="2779042" y="28398"/>
                </a:cubicBezTo>
                <a:cubicBezTo>
                  <a:pt x="2774454" y="28398"/>
                  <a:pt x="2770273" y="27094"/>
                  <a:pt x="2766226" y="25822"/>
                </a:cubicBezTo>
                <a:cubicBezTo>
                  <a:pt x="2762112" y="24550"/>
                  <a:pt x="2758199" y="23246"/>
                  <a:pt x="2754017" y="23246"/>
                </a:cubicBezTo>
                <a:cubicBezTo>
                  <a:pt x="2751925" y="23246"/>
                  <a:pt x="2749767" y="23557"/>
                  <a:pt x="2747542" y="24395"/>
                </a:cubicBezTo>
                <a:cubicBezTo>
                  <a:pt x="2739446" y="27405"/>
                  <a:pt x="2731150" y="27746"/>
                  <a:pt x="2722787" y="27746"/>
                </a:cubicBezTo>
                <a:cubicBezTo>
                  <a:pt x="2721505" y="27746"/>
                  <a:pt x="2720291" y="27746"/>
                  <a:pt x="2719009" y="27746"/>
                </a:cubicBezTo>
                <a:cubicBezTo>
                  <a:pt x="2717796" y="27746"/>
                  <a:pt x="2716513" y="27746"/>
                  <a:pt x="2715231" y="27746"/>
                </a:cubicBezTo>
                <a:cubicBezTo>
                  <a:pt x="2712938" y="27746"/>
                  <a:pt x="2710577" y="27777"/>
                  <a:pt x="2708216" y="27871"/>
                </a:cubicBezTo>
                <a:cubicBezTo>
                  <a:pt x="2696818" y="28368"/>
                  <a:pt x="2685350" y="28305"/>
                  <a:pt x="2673952" y="28368"/>
                </a:cubicBezTo>
                <a:cubicBezTo>
                  <a:pt x="2673276" y="28368"/>
                  <a:pt x="2672670" y="28368"/>
                  <a:pt x="2671994" y="28368"/>
                </a:cubicBezTo>
                <a:cubicBezTo>
                  <a:pt x="2668082" y="28368"/>
                  <a:pt x="2664102" y="28336"/>
                  <a:pt x="2660190" y="28274"/>
                </a:cubicBezTo>
                <a:cubicBezTo>
                  <a:pt x="2656211" y="28243"/>
                  <a:pt x="2652230" y="28180"/>
                  <a:pt x="2648252" y="28180"/>
                </a:cubicBezTo>
                <a:cubicBezTo>
                  <a:pt x="2643125" y="28180"/>
                  <a:pt x="2637998" y="28243"/>
                  <a:pt x="2632939" y="28554"/>
                </a:cubicBezTo>
                <a:cubicBezTo>
                  <a:pt x="2624372" y="29049"/>
                  <a:pt x="2626463" y="32277"/>
                  <a:pt x="2629499" y="35753"/>
                </a:cubicBezTo>
                <a:cubicBezTo>
                  <a:pt x="2630712" y="37150"/>
                  <a:pt x="2632061" y="37522"/>
                  <a:pt x="2633209" y="37522"/>
                </a:cubicBezTo>
                <a:cubicBezTo>
                  <a:pt x="2633816" y="37522"/>
                  <a:pt x="2634355" y="37429"/>
                  <a:pt x="2634760" y="37305"/>
                </a:cubicBezTo>
                <a:cubicBezTo>
                  <a:pt x="2635166" y="37181"/>
                  <a:pt x="2635435" y="37088"/>
                  <a:pt x="2635435" y="37088"/>
                </a:cubicBezTo>
                <a:cubicBezTo>
                  <a:pt x="2635502" y="37088"/>
                  <a:pt x="2634962" y="37429"/>
                  <a:pt x="2633411" y="38671"/>
                </a:cubicBezTo>
                <a:cubicBezTo>
                  <a:pt x="2630511" y="40998"/>
                  <a:pt x="2621944" y="42271"/>
                  <a:pt x="2613850" y="42271"/>
                </a:cubicBezTo>
                <a:cubicBezTo>
                  <a:pt x="2606633" y="42271"/>
                  <a:pt x="2599819" y="41247"/>
                  <a:pt x="2597863" y="39012"/>
                </a:cubicBezTo>
                <a:cubicBezTo>
                  <a:pt x="2596176" y="37088"/>
                  <a:pt x="2602315" y="33334"/>
                  <a:pt x="2604879" y="30415"/>
                </a:cubicBezTo>
                <a:cubicBezTo>
                  <a:pt x="2588690" y="28149"/>
                  <a:pt x="2575874" y="21322"/>
                  <a:pt x="2557931" y="21322"/>
                </a:cubicBezTo>
                <a:cubicBezTo>
                  <a:pt x="2556920" y="21322"/>
                  <a:pt x="2555840" y="21353"/>
                  <a:pt x="2554762" y="21384"/>
                </a:cubicBezTo>
                <a:cubicBezTo>
                  <a:pt x="2540934" y="21973"/>
                  <a:pt x="2540529" y="24798"/>
                  <a:pt x="2548150" y="29515"/>
                </a:cubicBezTo>
                <a:cubicBezTo>
                  <a:pt x="2551862" y="31812"/>
                  <a:pt x="2550984" y="33706"/>
                  <a:pt x="2544576" y="34358"/>
                </a:cubicBezTo>
                <a:cubicBezTo>
                  <a:pt x="2539246" y="34915"/>
                  <a:pt x="2533648" y="35102"/>
                  <a:pt x="2528117" y="35102"/>
                </a:cubicBezTo>
                <a:cubicBezTo>
                  <a:pt x="2526835" y="35102"/>
                  <a:pt x="2525621" y="35102"/>
                  <a:pt x="2524340" y="35102"/>
                </a:cubicBezTo>
                <a:cubicBezTo>
                  <a:pt x="2520360" y="35071"/>
                  <a:pt x="2500461" y="34822"/>
                  <a:pt x="2490006" y="34822"/>
                </a:cubicBezTo>
                <a:cubicBezTo>
                  <a:pt x="2486904" y="34822"/>
                  <a:pt x="2484678" y="34822"/>
                  <a:pt x="2483868" y="34884"/>
                </a:cubicBezTo>
                <a:cubicBezTo>
                  <a:pt x="2479551" y="35195"/>
                  <a:pt x="2475166" y="35226"/>
                  <a:pt x="2470850" y="35381"/>
                </a:cubicBezTo>
                <a:cubicBezTo>
                  <a:pt x="2467747" y="41154"/>
                  <a:pt x="2459248" y="44661"/>
                  <a:pt x="2450277" y="47981"/>
                </a:cubicBezTo>
                <a:cubicBezTo>
                  <a:pt x="2439350" y="42860"/>
                  <a:pt x="2426802" y="41899"/>
                  <a:pt x="2413851" y="41899"/>
                </a:cubicBezTo>
                <a:cubicBezTo>
                  <a:pt x="2410007" y="41899"/>
                  <a:pt x="2406163" y="41960"/>
                  <a:pt x="2402317" y="42054"/>
                </a:cubicBezTo>
                <a:cubicBezTo>
                  <a:pt x="2398472" y="42116"/>
                  <a:pt x="2394627" y="42209"/>
                  <a:pt x="2390783" y="42209"/>
                </a:cubicBezTo>
                <a:cubicBezTo>
                  <a:pt x="2380194" y="42209"/>
                  <a:pt x="2369806" y="41588"/>
                  <a:pt x="2360227" y="38609"/>
                </a:cubicBezTo>
                <a:cubicBezTo>
                  <a:pt x="2351526" y="35908"/>
                  <a:pt x="2342150" y="34450"/>
                  <a:pt x="2332706" y="34450"/>
                </a:cubicBezTo>
                <a:cubicBezTo>
                  <a:pt x="2322857" y="34450"/>
                  <a:pt x="2312807" y="36033"/>
                  <a:pt x="2303162" y="39416"/>
                </a:cubicBezTo>
                <a:cubicBezTo>
                  <a:pt x="2300262" y="40408"/>
                  <a:pt x="2295472" y="41712"/>
                  <a:pt x="2292774" y="41712"/>
                </a:cubicBezTo>
                <a:cubicBezTo>
                  <a:pt x="2292166" y="41712"/>
                  <a:pt x="2291695" y="41650"/>
                  <a:pt x="2291357" y="41526"/>
                </a:cubicBezTo>
                <a:cubicBezTo>
                  <a:pt x="2284680" y="39198"/>
                  <a:pt x="2278271" y="38266"/>
                  <a:pt x="2272133" y="38266"/>
                </a:cubicBezTo>
                <a:cubicBezTo>
                  <a:pt x="2259924" y="38266"/>
                  <a:pt x="2248862" y="41868"/>
                  <a:pt x="2238474" y="45188"/>
                </a:cubicBezTo>
                <a:cubicBezTo>
                  <a:pt x="2228762" y="48292"/>
                  <a:pt x="2219453" y="49658"/>
                  <a:pt x="2209942" y="49658"/>
                </a:cubicBezTo>
                <a:cubicBezTo>
                  <a:pt x="2200431" y="49658"/>
                  <a:pt x="2191054" y="48230"/>
                  <a:pt x="2181611" y="45778"/>
                </a:cubicBezTo>
                <a:cubicBezTo>
                  <a:pt x="2176216" y="44381"/>
                  <a:pt x="2171156" y="42457"/>
                  <a:pt x="2165828" y="42457"/>
                </a:cubicBezTo>
                <a:cubicBezTo>
                  <a:pt x="2163130" y="42457"/>
                  <a:pt x="2160430" y="42954"/>
                  <a:pt x="2157599" y="44258"/>
                </a:cubicBezTo>
                <a:cubicBezTo>
                  <a:pt x="2153618" y="46088"/>
                  <a:pt x="2149976" y="47019"/>
                  <a:pt x="2146604" y="47019"/>
                </a:cubicBezTo>
                <a:cubicBezTo>
                  <a:pt x="2142758" y="47019"/>
                  <a:pt x="2139251" y="45809"/>
                  <a:pt x="2135878" y="43357"/>
                </a:cubicBezTo>
                <a:cubicBezTo>
                  <a:pt x="2130618" y="39509"/>
                  <a:pt x="2125289" y="37554"/>
                  <a:pt x="2119555" y="37554"/>
                </a:cubicBezTo>
                <a:cubicBezTo>
                  <a:pt x="2114563" y="37554"/>
                  <a:pt x="2109301" y="39012"/>
                  <a:pt x="2103568" y="41991"/>
                </a:cubicBezTo>
                <a:cubicBezTo>
                  <a:pt x="2102287" y="42643"/>
                  <a:pt x="2099859" y="42829"/>
                  <a:pt x="2097161" y="42829"/>
                </a:cubicBezTo>
                <a:cubicBezTo>
                  <a:pt x="2094867" y="42829"/>
                  <a:pt x="2092371" y="42674"/>
                  <a:pt x="2090348" y="42612"/>
                </a:cubicBezTo>
                <a:cubicBezTo>
                  <a:pt x="2089404" y="42551"/>
                  <a:pt x="2088526" y="42551"/>
                  <a:pt x="2087717" y="42551"/>
                </a:cubicBezTo>
                <a:cubicBezTo>
                  <a:pt x="2069978" y="42551"/>
                  <a:pt x="2071327" y="49502"/>
                  <a:pt x="2070787" y="55833"/>
                </a:cubicBezTo>
                <a:cubicBezTo>
                  <a:pt x="2058375" y="54716"/>
                  <a:pt x="2048998" y="48478"/>
                  <a:pt x="2036048" y="48478"/>
                </a:cubicBezTo>
                <a:cubicBezTo>
                  <a:pt x="2033619" y="48478"/>
                  <a:pt x="2031056" y="48726"/>
                  <a:pt x="2028358" y="49224"/>
                </a:cubicBezTo>
                <a:cubicBezTo>
                  <a:pt x="2024783" y="49907"/>
                  <a:pt x="2021748" y="51488"/>
                  <a:pt x="2018847" y="52884"/>
                </a:cubicBezTo>
                <a:lnTo>
                  <a:pt x="2022422" y="55709"/>
                </a:lnTo>
                <a:cubicBezTo>
                  <a:pt x="2027414" y="58099"/>
                  <a:pt x="2032607" y="62165"/>
                  <a:pt x="2037937" y="62258"/>
                </a:cubicBezTo>
                <a:cubicBezTo>
                  <a:pt x="2057296" y="62630"/>
                  <a:pt x="2055947" y="71506"/>
                  <a:pt x="2063164" y="76751"/>
                </a:cubicBezTo>
                <a:cubicBezTo>
                  <a:pt x="2065324" y="78334"/>
                  <a:pt x="2065660" y="80537"/>
                  <a:pt x="2066874" y="82431"/>
                </a:cubicBezTo>
                <a:cubicBezTo>
                  <a:pt x="2063501" y="82834"/>
                  <a:pt x="2058981" y="84014"/>
                  <a:pt x="2056216" y="84014"/>
                </a:cubicBezTo>
                <a:cubicBezTo>
                  <a:pt x="2055609" y="84014"/>
                  <a:pt x="2055002" y="83951"/>
                  <a:pt x="2054596" y="83796"/>
                </a:cubicBezTo>
                <a:cubicBezTo>
                  <a:pt x="2039622" y="77776"/>
                  <a:pt x="2022558" y="77465"/>
                  <a:pt x="2005492" y="77465"/>
                </a:cubicBezTo>
                <a:lnTo>
                  <a:pt x="2002523" y="77465"/>
                </a:lnTo>
                <a:cubicBezTo>
                  <a:pt x="2001445" y="77465"/>
                  <a:pt x="2000297" y="77465"/>
                  <a:pt x="1999218" y="77465"/>
                </a:cubicBezTo>
                <a:cubicBezTo>
                  <a:pt x="1995980" y="77465"/>
                  <a:pt x="1992744" y="77435"/>
                  <a:pt x="1989506" y="77372"/>
                </a:cubicBezTo>
                <a:cubicBezTo>
                  <a:pt x="1965559" y="76907"/>
                  <a:pt x="1945796" y="72221"/>
                  <a:pt x="1929135" y="63933"/>
                </a:cubicBezTo>
                <a:cubicBezTo>
                  <a:pt x="1924819" y="61761"/>
                  <a:pt x="1921445" y="58038"/>
                  <a:pt x="1921242" y="54965"/>
                </a:cubicBezTo>
                <a:cubicBezTo>
                  <a:pt x="1920973" y="51178"/>
                  <a:pt x="1927381" y="49564"/>
                  <a:pt x="1935071" y="49347"/>
                </a:cubicBezTo>
                <a:cubicBezTo>
                  <a:pt x="1946268" y="49036"/>
                  <a:pt x="1957600" y="48509"/>
                  <a:pt x="1968662" y="47578"/>
                </a:cubicBezTo>
                <a:cubicBezTo>
                  <a:pt x="1974127" y="47112"/>
                  <a:pt x="1976015" y="44598"/>
                  <a:pt x="1973788" y="41929"/>
                </a:cubicBezTo>
                <a:cubicBezTo>
                  <a:pt x="1972102" y="39973"/>
                  <a:pt x="1970213" y="36933"/>
                  <a:pt x="1967380" y="36591"/>
                </a:cubicBezTo>
                <a:cubicBezTo>
                  <a:pt x="1959421" y="35598"/>
                  <a:pt x="1951596" y="35133"/>
                  <a:pt x="1943907" y="35133"/>
                </a:cubicBezTo>
                <a:cubicBezTo>
                  <a:pt x="1922727" y="35133"/>
                  <a:pt x="1902625" y="38640"/>
                  <a:pt x="1883200" y="43978"/>
                </a:cubicBezTo>
                <a:cubicBezTo>
                  <a:pt x="1879085" y="45095"/>
                  <a:pt x="1877332" y="51551"/>
                  <a:pt x="1881243" y="53072"/>
                </a:cubicBezTo>
                <a:cubicBezTo>
                  <a:pt x="1884684" y="54437"/>
                  <a:pt x="1889337" y="54965"/>
                  <a:pt x="1893182" y="56082"/>
                </a:cubicBezTo>
                <a:cubicBezTo>
                  <a:pt x="1901952" y="58627"/>
                  <a:pt x="1908697" y="64834"/>
                  <a:pt x="1904313" y="66385"/>
                </a:cubicBezTo>
                <a:cubicBezTo>
                  <a:pt x="1899589" y="67999"/>
                  <a:pt x="1893115" y="70203"/>
                  <a:pt x="1888326" y="70203"/>
                </a:cubicBezTo>
                <a:cubicBezTo>
                  <a:pt x="1887651" y="70203"/>
                  <a:pt x="1887045" y="70172"/>
                  <a:pt x="1886436" y="70079"/>
                </a:cubicBezTo>
                <a:cubicBezTo>
                  <a:pt x="1861006" y="66169"/>
                  <a:pt x="1834566" y="63250"/>
                  <a:pt x="1821952" y="48199"/>
                </a:cubicBezTo>
                <a:cubicBezTo>
                  <a:pt x="1818647" y="44319"/>
                  <a:pt x="1815747" y="42333"/>
                  <a:pt x="1812239" y="42333"/>
                </a:cubicBezTo>
                <a:cubicBezTo>
                  <a:pt x="1808123" y="42333"/>
                  <a:pt x="1803200" y="45002"/>
                  <a:pt x="1795983" y="50433"/>
                </a:cubicBezTo>
                <a:cubicBezTo>
                  <a:pt x="1792003" y="53412"/>
                  <a:pt x="1789036" y="56020"/>
                  <a:pt x="1781143" y="56205"/>
                </a:cubicBezTo>
                <a:cubicBezTo>
                  <a:pt x="1779997" y="56237"/>
                  <a:pt x="1778851" y="56237"/>
                  <a:pt x="1777703" y="56237"/>
                </a:cubicBezTo>
                <a:cubicBezTo>
                  <a:pt x="1777230" y="56237"/>
                  <a:pt x="1776692" y="56237"/>
                  <a:pt x="1776219" y="56237"/>
                </a:cubicBezTo>
                <a:lnTo>
                  <a:pt x="1774734" y="56237"/>
                </a:lnTo>
                <a:cubicBezTo>
                  <a:pt x="1767922" y="56237"/>
                  <a:pt x="1761177" y="56423"/>
                  <a:pt x="1756118" y="59713"/>
                </a:cubicBezTo>
                <a:cubicBezTo>
                  <a:pt x="1763943" y="61792"/>
                  <a:pt x="1771700" y="63872"/>
                  <a:pt x="1779524" y="65889"/>
                </a:cubicBezTo>
                <a:cubicBezTo>
                  <a:pt x="1787484" y="67906"/>
                  <a:pt x="1795713" y="69674"/>
                  <a:pt x="1803470" y="71910"/>
                </a:cubicBezTo>
                <a:cubicBezTo>
                  <a:pt x="1808123" y="73245"/>
                  <a:pt x="1807180" y="75417"/>
                  <a:pt x="1801244" y="76844"/>
                </a:cubicBezTo>
                <a:cubicBezTo>
                  <a:pt x="1791193" y="79234"/>
                  <a:pt x="1781076" y="81810"/>
                  <a:pt x="1770553" y="83548"/>
                </a:cubicBezTo>
                <a:cubicBezTo>
                  <a:pt x="1769204" y="83765"/>
                  <a:pt x="1767854" y="83859"/>
                  <a:pt x="1766641" y="83859"/>
                </a:cubicBezTo>
                <a:cubicBezTo>
                  <a:pt x="1761109" y="83859"/>
                  <a:pt x="1756726" y="81810"/>
                  <a:pt x="1755377" y="78737"/>
                </a:cubicBezTo>
                <a:cubicBezTo>
                  <a:pt x="1753218" y="73648"/>
                  <a:pt x="1748294" y="70451"/>
                  <a:pt x="1741615" y="70451"/>
                </a:cubicBezTo>
                <a:cubicBezTo>
                  <a:pt x="1738715" y="70451"/>
                  <a:pt x="1735411" y="71072"/>
                  <a:pt x="1731835" y="72437"/>
                </a:cubicBezTo>
                <a:cubicBezTo>
                  <a:pt x="1707282" y="81841"/>
                  <a:pt x="1680435" y="84789"/>
                  <a:pt x="1652308" y="84789"/>
                </a:cubicBezTo>
                <a:cubicBezTo>
                  <a:pt x="1644417" y="84789"/>
                  <a:pt x="1636456" y="84542"/>
                  <a:pt x="1628430" y="84168"/>
                </a:cubicBezTo>
                <a:cubicBezTo>
                  <a:pt x="1621752" y="83859"/>
                  <a:pt x="1617502" y="81158"/>
                  <a:pt x="1616423" y="77558"/>
                </a:cubicBezTo>
                <a:cubicBezTo>
                  <a:pt x="1608193" y="76596"/>
                  <a:pt x="1599830" y="75758"/>
                  <a:pt x="1591668" y="74548"/>
                </a:cubicBezTo>
                <a:cubicBezTo>
                  <a:pt x="1586205" y="73710"/>
                  <a:pt x="1578717" y="70948"/>
                  <a:pt x="1575142" y="70948"/>
                </a:cubicBezTo>
                <a:cubicBezTo>
                  <a:pt x="1574670" y="70948"/>
                  <a:pt x="1574197" y="71009"/>
                  <a:pt x="1573860" y="71134"/>
                </a:cubicBezTo>
                <a:cubicBezTo>
                  <a:pt x="1555918" y="78210"/>
                  <a:pt x="1534940" y="75820"/>
                  <a:pt x="1515514" y="77931"/>
                </a:cubicBezTo>
                <a:cubicBezTo>
                  <a:pt x="1506745" y="78893"/>
                  <a:pt x="1499796" y="85689"/>
                  <a:pt x="1493186" y="90283"/>
                </a:cubicBezTo>
                <a:cubicBezTo>
                  <a:pt x="1485969" y="95249"/>
                  <a:pt x="1476728" y="98942"/>
                  <a:pt x="1468095" y="98942"/>
                </a:cubicBezTo>
                <a:cubicBezTo>
                  <a:pt x="1465867" y="98942"/>
                  <a:pt x="1463642" y="98694"/>
                  <a:pt x="1461552" y="98166"/>
                </a:cubicBezTo>
                <a:cubicBezTo>
                  <a:pt x="1452513" y="95901"/>
                  <a:pt x="1444081" y="92579"/>
                  <a:pt x="1435176" y="92579"/>
                </a:cubicBezTo>
                <a:cubicBezTo>
                  <a:pt x="1430118" y="92579"/>
                  <a:pt x="1424924" y="93634"/>
                  <a:pt x="1419325" y="96521"/>
                </a:cubicBezTo>
                <a:cubicBezTo>
                  <a:pt x="1409882" y="96521"/>
                  <a:pt x="1400438" y="97079"/>
                  <a:pt x="1390928" y="97639"/>
                </a:cubicBezTo>
                <a:cubicBezTo>
                  <a:pt x="1381484" y="98197"/>
                  <a:pt x="1371974" y="98755"/>
                  <a:pt x="1362598" y="98755"/>
                </a:cubicBezTo>
                <a:cubicBezTo>
                  <a:pt x="1348095" y="98755"/>
                  <a:pt x="1333794" y="97421"/>
                  <a:pt x="1319899" y="92673"/>
                </a:cubicBezTo>
                <a:lnTo>
                  <a:pt x="1307082" y="92890"/>
                </a:lnTo>
                <a:cubicBezTo>
                  <a:pt x="1302227" y="95310"/>
                  <a:pt x="1298045" y="96242"/>
                  <a:pt x="1294402" y="96242"/>
                </a:cubicBezTo>
                <a:cubicBezTo>
                  <a:pt x="1286578" y="96242"/>
                  <a:pt x="1280845" y="91990"/>
                  <a:pt x="1274234" y="89103"/>
                </a:cubicBezTo>
                <a:cubicBezTo>
                  <a:pt x="1271536" y="87893"/>
                  <a:pt x="1268972" y="86745"/>
                  <a:pt x="1266139" y="86745"/>
                </a:cubicBezTo>
                <a:cubicBezTo>
                  <a:pt x="1263981" y="86745"/>
                  <a:pt x="1261688" y="87428"/>
                  <a:pt x="1259056" y="89289"/>
                </a:cubicBezTo>
                <a:cubicBezTo>
                  <a:pt x="1249682" y="96024"/>
                  <a:pt x="1245634" y="98849"/>
                  <a:pt x="1238957" y="98849"/>
                </a:cubicBezTo>
                <a:cubicBezTo>
                  <a:pt x="1235112" y="98849"/>
                  <a:pt x="1230389" y="97918"/>
                  <a:pt x="1223239" y="96211"/>
                </a:cubicBezTo>
                <a:cubicBezTo>
                  <a:pt x="1217844" y="94907"/>
                  <a:pt x="1213930" y="94131"/>
                  <a:pt x="1210896" y="94131"/>
                </a:cubicBezTo>
                <a:cubicBezTo>
                  <a:pt x="1206241" y="94131"/>
                  <a:pt x="1203745" y="95993"/>
                  <a:pt x="1201115" y="100742"/>
                </a:cubicBezTo>
                <a:cubicBezTo>
                  <a:pt x="1199497" y="103660"/>
                  <a:pt x="1195449" y="105055"/>
                  <a:pt x="1190659" y="105055"/>
                </a:cubicBezTo>
                <a:cubicBezTo>
                  <a:pt x="1187017" y="105055"/>
                  <a:pt x="1182903" y="104217"/>
                  <a:pt x="1179261" y="102666"/>
                </a:cubicBezTo>
                <a:cubicBezTo>
                  <a:pt x="1173662" y="100307"/>
                  <a:pt x="1168266" y="98786"/>
                  <a:pt x="1162599" y="98786"/>
                </a:cubicBezTo>
                <a:cubicBezTo>
                  <a:pt x="1158214" y="98786"/>
                  <a:pt x="1153763" y="99686"/>
                  <a:pt x="1149040" y="101765"/>
                </a:cubicBezTo>
                <a:lnTo>
                  <a:pt x="1138519" y="103442"/>
                </a:lnTo>
                <a:cubicBezTo>
                  <a:pt x="1126378" y="99407"/>
                  <a:pt x="1113764" y="98322"/>
                  <a:pt x="1101014" y="98322"/>
                </a:cubicBezTo>
                <a:cubicBezTo>
                  <a:pt x="1087186" y="98322"/>
                  <a:pt x="1073225" y="99624"/>
                  <a:pt x="1059396" y="99904"/>
                </a:cubicBezTo>
                <a:lnTo>
                  <a:pt x="1053932" y="101984"/>
                </a:lnTo>
                <a:lnTo>
                  <a:pt x="1058654" y="104155"/>
                </a:lnTo>
                <a:cubicBezTo>
                  <a:pt x="1076530" y="104900"/>
                  <a:pt x="1094471" y="105367"/>
                  <a:pt x="1112346" y="106081"/>
                </a:cubicBezTo>
                <a:lnTo>
                  <a:pt x="1117540" y="108283"/>
                </a:lnTo>
                <a:lnTo>
                  <a:pt x="1110257" y="112287"/>
                </a:lnTo>
                <a:cubicBezTo>
                  <a:pt x="1085501" y="112566"/>
                  <a:pt x="1061218" y="111883"/>
                  <a:pt x="1038284" y="119146"/>
                </a:cubicBezTo>
                <a:cubicBezTo>
                  <a:pt x="1035855" y="119891"/>
                  <a:pt x="1033223" y="120233"/>
                  <a:pt x="1030458" y="120233"/>
                </a:cubicBezTo>
                <a:cubicBezTo>
                  <a:pt x="1022769" y="120233"/>
                  <a:pt x="1014202" y="117625"/>
                  <a:pt x="1007120" y="114739"/>
                </a:cubicBezTo>
                <a:cubicBezTo>
                  <a:pt x="1003411" y="113218"/>
                  <a:pt x="999970" y="112597"/>
                  <a:pt x="996800" y="112597"/>
                </a:cubicBezTo>
                <a:cubicBezTo>
                  <a:pt x="989718" y="112597"/>
                  <a:pt x="983848" y="115607"/>
                  <a:pt x="978250" y="118587"/>
                </a:cubicBezTo>
                <a:cubicBezTo>
                  <a:pt x="973327" y="121194"/>
                  <a:pt x="972585" y="123429"/>
                  <a:pt x="976362" y="127277"/>
                </a:cubicBezTo>
                <a:cubicBezTo>
                  <a:pt x="985737" y="136867"/>
                  <a:pt x="994034" y="141677"/>
                  <a:pt x="1007862" y="141677"/>
                </a:cubicBezTo>
                <a:cubicBezTo>
                  <a:pt x="1015080" y="141677"/>
                  <a:pt x="1023781" y="140374"/>
                  <a:pt x="1034979" y="137767"/>
                </a:cubicBezTo>
                <a:cubicBezTo>
                  <a:pt x="1049682" y="134322"/>
                  <a:pt x="1063579" y="133453"/>
                  <a:pt x="1077879" y="133453"/>
                </a:cubicBezTo>
                <a:cubicBezTo>
                  <a:pt x="1081116" y="133453"/>
                  <a:pt x="1084421" y="133515"/>
                  <a:pt x="1087726" y="133577"/>
                </a:cubicBezTo>
                <a:cubicBezTo>
                  <a:pt x="1096428" y="133764"/>
                  <a:pt x="1103797" y="135052"/>
                  <a:pt x="1109362" y="137473"/>
                </a:cubicBezTo>
                <a:lnTo>
                  <a:pt x="1111954" y="140036"/>
                </a:lnTo>
                <a:lnTo>
                  <a:pt x="1039849" y="142687"/>
                </a:lnTo>
                <a:cubicBezTo>
                  <a:pt x="832712" y="151561"/>
                  <a:pt x="679454" y="162438"/>
                  <a:pt x="615930" y="175767"/>
                </a:cubicBezTo>
                <a:cubicBezTo>
                  <a:pt x="609808" y="182463"/>
                  <a:pt x="603802" y="189159"/>
                  <a:pt x="614486" y="195884"/>
                </a:cubicBezTo>
                <a:cubicBezTo>
                  <a:pt x="592943" y="204332"/>
                  <a:pt x="557135" y="207694"/>
                  <a:pt x="533801" y="203936"/>
                </a:cubicBezTo>
                <a:cubicBezTo>
                  <a:pt x="535246" y="200489"/>
                  <a:pt x="536633" y="197070"/>
                  <a:pt x="538018" y="193793"/>
                </a:cubicBezTo>
                <a:cubicBezTo>
                  <a:pt x="519999" y="189583"/>
                  <a:pt x="511971" y="195799"/>
                  <a:pt x="501690" y="201336"/>
                </a:cubicBezTo>
                <a:lnTo>
                  <a:pt x="520172" y="220154"/>
                </a:lnTo>
                <a:lnTo>
                  <a:pt x="501286" y="233264"/>
                </a:lnTo>
                <a:lnTo>
                  <a:pt x="471657" y="209812"/>
                </a:lnTo>
                <a:lnTo>
                  <a:pt x="484943" y="208154"/>
                </a:lnTo>
                <a:lnTo>
                  <a:pt x="473765" y="198552"/>
                </a:lnTo>
                <a:lnTo>
                  <a:pt x="420889" y="216848"/>
                </a:lnTo>
                <a:lnTo>
                  <a:pt x="422276" y="229506"/>
                </a:lnTo>
                <a:lnTo>
                  <a:pt x="439660" y="223318"/>
                </a:lnTo>
                <a:cubicBezTo>
                  <a:pt x="478761" y="242474"/>
                  <a:pt x="487423" y="245950"/>
                  <a:pt x="487598" y="249453"/>
                </a:cubicBezTo>
                <a:cubicBezTo>
                  <a:pt x="487828" y="254073"/>
                  <a:pt x="491481" y="256842"/>
                  <a:pt x="496267" y="259007"/>
                </a:cubicBezTo>
                <a:lnTo>
                  <a:pt x="502572" y="261423"/>
                </a:lnTo>
                <a:lnTo>
                  <a:pt x="449284" y="261507"/>
                </a:lnTo>
                <a:cubicBezTo>
                  <a:pt x="443821" y="261537"/>
                  <a:pt x="432623" y="261847"/>
                  <a:pt x="437547" y="265819"/>
                </a:cubicBezTo>
                <a:cubicBezTo>
                  <a:pt x="448947" y="274975"/>
                  <a:pt x="438896" y="274944"/>
                  <a:pt x="425877" y="275130"/>
                </a:cubicBezTo>
                <a:cubicBezTo>
                  <a:pt x="421493" y="275192"/>
                  <a:pt x="417041" y="275782"/>
                  <a:pt x="412859" y="276465"/>
                </a:cubicBezTo>
                <a:lnTo>
                  <a:pt x="407666" y="278730"/>
                </a:lnTo>
                <a:lnTo>
                  <a:pt x="412523" y="280996"/>
                </a:lnTo>
                <a:cubicBezTo>
                  <a:pt x="426823" y="283261"/>
                  <a:pt x="441256" y="285371"/>
                  <a:pt x="455624" y="287514"/>
                </a:cubicBezTo>
                <a:cubicBezTo>
                  <a:pt x="458120" y="285155"/>
                  <a:pt x="461021" y="284378"/>
                  <a:pt x="463921" y="284378"/>
                </a:cubicBezTo>
                <a:cubicBezTo>
                  <a:pt x="466822" y="284378"/>
                  <a:pt x="469925" y="285124"/>
                  <a:pt x="473028" y="285837"/>
                </a:cubicBezTo>
                <a:cubicBezTo>
                  <a:pt x="476130" y="286582"/>
                  <a:pt x="479233" y="287296"/>
                  <a:pt x="482134" y="287296"/>
                </a:cubicBezTo>
                <a:cubicBezTo>
                  <a:pt x="484563" y="287296"/>
                  <a:pt x="486788" y="286800"/>
                  <a:pt x="488879" y="285402"/>
                </a:cubicBezTo>
                <a:lnTo>
                  <a:pt x="503740" y="287141"/>
                </a:lnTo>
                <a:lnTo>
                  <a:pt x="503061" y="290206"/>
                </a:lnTo>
                <a:cubicBezTo>
                  <a:pt x="499293" y="293438"/>
                  <a:pt x="493836" y="296171"/>
                  <a:pt x="490313" y="299040"/>
                </a:cubicBezTo>
                <a:lnTo>
                  <a:pt x="506109" y="310196"/>
                </a:lnTo>
                <a:lnTo>
                  <a:pt x="471341" y="311287"/>
                </a:lnTo>
                <a:cubicBezTo>
                  <a:pt x="452253" y="311287"/>
                  <a:pt x="433163" y="310076"/>
                  <a:pt x="413939" y="305855"/>
                </a:cubicBezTo>
                <a:cubicBezTo>
                  <a:pt x="392488" y="301138"/>
                  <a:pt x="366519" y="301262"/>
                  <a:pt x="343383" y="297321"/>
                </a:cubicBezTo>
                <a:cubicBezTo>
                  <a:pt x="339673" y="300083"/>
                  <a:pt x="335896" y="301014"/>
                  <a:pt x="331781" y="301014"/>
                </a:cubicBezTo>
                <a:cubicBezTo>
                  <a:pt x="327667" y="301014"/>
                  <a:pt x="323552" y="300052"/>
                  <a:pt x="319504" y="299059"/>
                </a:cubicBezTo>
                <a:cubicBezTo>
                  <a:pt x="315457" y="298096"/>
                  <a:pt x="311478" y="297103"/>
                  <a:pt x="307767" y="297103"/>
                </a:cubicBezTo>
                <a:cubicBezTo>
                  <a:pt x="305745" y="297103"/>
                  <a:pt x="303856" y="297383"/>
                  <a:pt x="302034" y="298096"/>
                </a:cubicBezTo>
                <a:cubicBezTo>
                  <a:pt x="290634" y="302473"/>
                  <a:pt x="279438" y="304272"/>
                  <a:pt x="266014" y="304272"/>
                </a:cubicBezTo>
                <a:cubicBezTo>
                  <a:pt x="265407" y="304272"/>
                  <a:pt x="264800" y="304272"/>
                  <a:pt x="264193" y="304272"/>
                </a:cubicBezTo>
                <a:lnTo>
                  <a:pt x="255154" y="308369"/>
                </a:lnTo>
                <a:cubicBezTo>
                  <a:pt x="253603" y="311783"/>
                  <a:pt x="255761" y="315134"/>
                  <a:pt x="262305" y="317215"/>
                </a:cubicBezTo>
                <a:lnTo>
                  <a:pt x="280468" y="320923"/>
                </a:lnTo>
                <a:lnTo>
                  <a:pt x="251496" y="319184"/>
                </a:lnTo>
                <a:cubicBezTo>
                  <a:pt x="242862" y="318377"/>
                  <a:pt x="234903" y="315801"/>
                  <a:pt x="226337" y="314715"/>
                </a:cubicBezTo>
                <a:cubicBezTo>
                  <a:pt x="224852" y="314528"/>
                  <a:pt x="223436" y="314436"/>
                  <a:pt x="221953" y="314436"/>
                </a:cubicBezTo>
                <a:cubicBezTo>
                  <a:pt x="213724" y="314436"/>
                  <a:pt x="206370" y="317322"/>
                  <a:pt x="205898" y="320953"/>
                </a:cubicBezTo>
                <a:cubicBezTo>
                  <a:pt x="205156" y="326819"/>
                  <a:pt x="204955" y="332715"/>
                  <a:pt x="204616" y="338581"/>
                </a:cubicBezTo>
                <a:cubicBezTo>
                  <a:pt x="204212" y="345657"/>
                  <a:pt x="211430" y="348885"/>
                  <a:pt x="224582" y="350127"/>
                </a:cubicBezTo>
                <a:cubicBezTo>
                  <a:pt x="230587" y="350685"/>
                  <a:pt x="231732" y="353509"/>
                  <a:pt x="227820" y="354782"/>
                </a:cubicBezTo>
                <a:cubicBezTo>
                  <a:pt x="218445" y="357792"/>
                  <a:pt x="205696" y="359344"/>
                  <a:pt x="199625" y="363502"/>
                </a:cubicBezTo>
                <a:cubicBezTo>
                  <a:pt x="194702" y="366886"/>
                  <a:pt x="190249" y="368033"/>
                  <a:pt x="185932" y="368033"/>
                </a:cubicBezTo>
                <a:cubicBezTo>
                  <a:pt x="179592" y="368033"/>
                  <a:pt x="173521" y="365582"/>
                  <a:pt x="166843" y="364030"/>
                </a:cubicBezTo>
                <a:cubicBezTo>
                  <a:pt x="165359" y="363689"/>
                  <a:pt x="163942" y="363533"/>
                  <a:pt x="162661" y="363533"/>
                </a:cubicBezTo>
                <a:cubicBezTo>
                  <a:pt x="157669" y="363533"/>
                  <a:pt x="154365" y="365831"/>
                  <a:pt x="155174" y="368841"/>
                </a:cubicBezTo>
                <a:cubicBezTo>
                  <a:pt x="155916" y="371603"/>
                  <a:pt x="166978" y="373559"/>
                  <a:pt x="156860" y="377221"/>
                </a:cubicBezTo>
                <a:cubicBezTo>
                  <a:pt x="130081" y="386935"/>
                  <a:pt x="95006" y="382155"/>
                  <a:pt x="67351" y="390907"/>
                </a:cubicBezTo>
                <a:cubicBezTo>
                  <a:pt x="66811" y="391062"/>
                  <a:pt x="66204" y="391156"/>
                  <a:pt x="65528" y="391156"/>
                </a:cubicBezTo>
                <a:cubicBezTo>
                  <a:pt x="63100" y="391156"/>
                  <a:pt x="59661" y="390255"/>
                  <a:pt x="56152" y="389355"/>
                </a:cubicBezTo>
                <a:cubicBezTo>
                  <a:pt x="52645" y="388456"/>
                  <a:pt x="49003" y="387556"/>
                  <a:pt x="46035" y="387556"/>
                </a:cubicBezTo>
                <a:cubicBezTo>
                  <a:pt x="45427" y="387556"/>
                  <a:pt x="44888" y="387587"/>
                  <a:pt x="44281" y="387679"/>
                </a:cubicBezTo>
                <a:cubicBezTo>
                  <a:pt x="31735" y="389603"/>
                  <a:pt x="20134" y="393638"/>
                  <a:pt x="8935" y="397424"/>
                </a:cubicBezTo>
                <a:cubicBezTo>
                  <a:pt x="-3273" y="401553"/>
                  <a:pt x="-3071" y="410987"/>
                  <a:pt x="10150" y="415207"/>
                </a:cubicBezTo>
                <a:cubicBezTo>
                  <a:pt x="27080" y="420608"/>
                  <a:pt x="43539" y="427125"/>
                  <a:pt x="65124" y="427157"/>
                </a:cubicBezTo>
                <a:cubicBezTo>
                  <a:pt x="73826" y="427157"/>
                  <a:pt x="83336" y="428087"/>
                  <a:pt x="92037" y="428087"/>
                </a:cubicBezTo>
                <a:cubicBezTo>
                  <a:pt x="97029" y="428087"/>
                  <a:pt x="101751" y="427777"/>
                  <a:pt x="105933" y="426815"/>
                </a:cubicBezTo>
                <a:cubicBezTo>
                  <a:pt x="128798" y="421477"/>
                  <a:pt x="154904" y="422346"/>
                  <a:pt x="176219" y="416325"/>
                </a:cubicBezTo>
                <a:cubicBezTo>
                  <a:pt x="192542" y="411732"/>
                  <a:pt x="210687" y="412415"/>
                  <a:pt x="227349" y="407883"/>
                </a:cubicBezTo>
                <a:cubicBezTo>
                  <a:pt x="233352" y="406238"/>
                  <a:pt x="238815" y="405432"/>
                  <a:pt x="243739" y="405432"/>
                </a:cubicBezTo>
                <a:cubicBezTo>
                  <a:pt x="257568" y="405432"/>
                  <a:pt x="267550" y="411732"/>
                  <a:pt x="276454" y="423649"/>
                </a:cubicBezTo>
                <a:cubicBezTo>
                  <a:pt x="280839" y="429515"/>
                  <a:pt x="291226" y="433053"/>
                  <a:pt x="302761" y="433053"/>
                </a:cubicBezTo>
                <a:cubicBezTo>
                  <a:pt x="306471" y="433053"/>
                  <a:pt x="310248" y="432681"/>
                  <a:pt x="314026" y="431935"/>
                </a:cubicBezTo>
                <a:cubicBezTo>
                  <a:pt x="320231" y="430694"/>
                  <a:pt x="326100" y="427901"/>
                  <a:pt x="332237" y="427838"/>
                </a:cubicBezTo>
                <a:cubicBezTo>
                  <a:pt x="362996" y="427560"/>
                  <a:pt x="393754" y="427281"/>
                  <a:pt x="424513" y="427281"/>
                </a:cubicBezTo>
                <a:lnTo>
                  <a:pt x="430825" y="427319"/>
                </a:lnTo>
                <a:lnTo>
                  <a:pt x="447732" y="429997"/>
                </a:lnTo>
                <a:cubicBezTo>
                  <a:pt x="449015" y="430401"/>
                  <a:pt x="450700" y="430556"/>
                  <a:pt x="452522" y="430556"/>
                </a:cubicBezTo>
                <a:lnTo>
                  <a:pt x="471034" y="427558"/>
                </a:lnTo>
                <a:lnTo>
                  <a:pt x="476587" y="427591"/>
                </a:lnTo>
                <a:cubicBezTo>
                  <a:pt x="491966" y="427777"/>
                  <a:pt x="504311" y="435382"/>
                  <a:pt x="520566" y="435382"/>
                </a:cubicBezTo>
                <a:cubicBezTo>
                  <a:pt x="522860" y="435382"/>
                  <a:pt x="525153" y="435225"/>
                  <a:pt x="527582" y="434915"/>
                </a:cubicBezTo>
                <a:cubicBezTo>
                  <a:pt x="533382" y="439694"/>
                  <a:pt x="538711" y="444660"/>
                  <a:pt x="545119" y="449254"/>
                </a:cubicBezTo>
                <a:lnTo>
                  <a:pt x="561892" y="455064"/>
                </a:lnTo>
                <a:lnTo>
                  <a:pt x="548237" y="460133"/>
                </a:lnTo>
                <a:cubicBezTo>
                  <a:pt x="544123" y="462647"/>
                  <a:pt x="540481" y="463484"/>
                  <a:pt x="536906" y="463484"/>
                </a:cubicBezTo>
                <a:cubicBezTo>
                  <a:pt x="531509" y="463484"/>
                  <a:pt x="526315" y="461560"/>
                  <a:pt x="519975" y="460474"/>
                </a:cubicBezTo>
                <a:cubicBezTo>
                  <a:pt x="515321" y="459667"/>
                  <a:pt x="509924" y="458892"/>
                  <a:pt x="504798" y="458892"/>
                </a:cubicBezTo>
                <a:cubicBezTo>
                  <a:pt x="497446" y="458892"/>
                  <a:pt x="490632" y="460505"/>
                  <a:pt x="487260" y="465968"/>
                </a:cubicBezTo>
                <a:lnTo>
                  <a:pt x="481662" y="466898"/>
                </a:lnTo>
                <a:lnTo>
                  <a:pt x="478132" y="471821"/>
                </a:lnTo>
                <a:lnTo>
                  <a:pt x="463628" y="470343"/>
                </a:lnTo>
                <a:lnTo>
                  <a:pt x="472917" y="455771"/>
                </a:lnTo>
                <a:lnTo>
                  <a:pt x="425813" y="463180"/>
                </a:lnTo>
                <a:cubicBezTo>
                  <a:pt x="417568" y="467157"/>
                  <a:pt x="416414" y="471657"/>
                  <a:pt x="420486" y="473846"/>
                </a:cubicBezTo>
                <a:cubicBezTo>
                  <a:pt x="425453" y="476531"/>
                  <a:pt x="421467" y="484074"/>
                  <a:pt x="421467" y="491731"/>
                </a:cubicBezTo>
                <a:cubicBezTo>
                  <a:pt x="401889" y="486364"/>
                  <a:pt x="382541" y="489923"/>
                  <a:pt x="364232" y="494698"/>
                </a:cubicBezTo>
                <a:lnTo>
                  <a:pt x="355452" y="487098"/>
                </a:lnTo>
                <a:lnTo>
                  <a:pt x="332740" y="494769"/>
                </a:lnTo>
                <a:lnTo>
                  <a:pt x="351757" y="499586"/>
                </a:lnTo>
                <a:lnTo>
                  <a:pt x="363122" y="508773"/>
                </a:lnTo>
                <a:lnTo>
                  <a:pt x="392185" y="507384"/>
                </a:lnTo>
                <a:lnTo>
                  <a:pt x="393411" y="508870"/>
                </a:lnTo>
                <a:lnTo>
                  <a:pt x="363385" y="508985"/>
                </a:lnTo>
                <a:lnTo>
                  <a:pt x="363122" y="508773"/>
                </a:lnTo>
                <a:lnTo>
                  <a:pt x="362614" y="508797"/>
                </a:lnTo>
                <a:lnTo>
                  <a:pt x="363074" y="508986"/>
                </a:lnTo>
                <a:lnTo>
                  <a:pt x="315862" y="509169"/>
                </a:lnTo>
                <a:cubicBezTo>
                  <a:pt x="315323" y="509169"/>
                  <a:pt x="314783" y="509169"/>
                  <a:pt x="314243" y="509169"/>
                </a:cubicBezTo>
                <a:cubicBezTo>
                  <a:pt x="308982" y="509169"/>
                  <a:pt x="303653" y="509014"/>
                  <a:pt x="298324" y="508828"/>
                </a:cubicBezTo>
                <a:cubicBezTo>
                  <a:pt x="292928" y="508672"/>
                  <a:pt x="287532" y="508486"/>
                  <a:pt x="282203" y="508486"/>
                </a:cubicBezTo>
                <a:cubicBezTo>
                  <a:pt x="268577" y="508486"/>
                  <a:pt x="255222" y="509635"/>
                  <a:pt x="243080" y="514848"/>
                </a:cubicBezTo>
                <a:cubicBezTo>
                  <a:pt x="241866" y="515376"/>
                  <a:pt x="239910" y="515501"/>
                  <a:pt x="237819" y="515501"/>
                </a:cubicBezTo>
                <a:cubicBezTo>
                  <a:pt x="237077" y="515501"/>
                  <a:pt x="236201" y="515469"/>
                  <a:pt x="235391" y="515469"/>
                </a:cubicBezTo>
                <a:cubicBezTo>
                  <a:pt x="234514" y="515438"/>
                  <a:pt x="233704" y="515438"/>
                  <a:pt x="232895" y="515438"/>
                </a:cubicBezTo>
                <a:cubicBezTo>
                  <a:pt x="231816" y="515438"/>
                  <a:pt x="230669" y="515469"/>
                  <a:pt x="229658" y="515562"/>
                </a:cubicBezTo>
                <a:cubicBezTo>
                  <a:pt x="224800" y="516059"/>
                  <a:pt x="219877" y="516182"/>
                  <a:pt x="214885" y="516182"/>
                </a:cubicBezTo>
                <a:cubicBezTo>
                  <a:pt x="212187" y="516182"/>
                  <a:pt x="209489" y="516152"/>
                  <a:pt x="206790" y="516120"/>
                </a:cubicBezTo>
                <a:cubicBezTo>
                  <a:pt x="204025" y="516059"/>
                  <a:pt x="201327" y="516028"/>
                  <a:pt x="198628" y="516028"/>
                </a:cubicBezTo>
                <a:cubicBezTo>
                  <a:pt x="188646" y="516028"/>
                  <a:pt x="178798" y="516524"/>
                  <a:pt x="169422" y="519504"/>
                </a:cubicBezTo>
                <a:cubicBezTo>
                  <a:pt x="160585" y="522297"/>
                  <a:pt x="151075" y="522700"/>
                  <a:pt x="141361" y="522700"/>
                </a:cubicBezTo>
                <a:cubicBezTo>
                  <a:pt x="139337" y="522700"/>
                  <a:pt x="137314" y="522669"/>
                  <a:pt x="135290" y="522669"/>
                </a:cubicBezTo>
                <a:cubicBezTo>
                  <a:pt x="133198" y="522638"/>
                  <a:pt x="131108" y="522638"/>
                  <a:pt x="129084" y="522638"/>
                </a:cubicBezTo>
                <a:cubicBezTo>
                  <a:pt x="122474" y="522638"/>
                  <a:pt x="116000" y="522825"/>
                  <a:pt x="109726" y="523818"/>
                </a:cubicBezTo>
                <a:lnTo>
                  <a:pt x="104397" y="526021"/>
                </a:lnTo>
                <a:lnTo>
                  <a:pt x="113639" y="529745"/>
                </a:lnTo>
                <a:cubicBezTo>
                  <a:pt x="116269" y="529901"/>
                  <a:pt x="118899" y="529931"/>
                  <a:pt x="121597" y="529931"/>
                </a:cubicBezTo>
                <a:cubicBezTo>
                  <a:pt x="123419" y="529931"/>
                  <a:pt x="125173" y="529901"/>
                  <a:pt x="126994" y="529901"/>
                </a:cubicBezTo>
                <a:cubicBezTo>
                  <a:pt x="128883" y="529870"/>
                  <a:pt x="130703" y="529870"/>
                  <a:pt x="132525" y="529870"/>
                </a:cubicBezTo>
                <a:cubicBezTo>
                  <a:pt x="137786" y="529870"/>
                  <a:pt x="142913" y="530056"/>
                  <a:pt x="147634" y="530894"/>
                </a:cubicBezTo>
                <a:cubicBezTo>
                  <a:pt x="154178" y="532042"/>
                  <a:pt x="159978" y="534370"/>
                  <a:pt x="165981" y="534370"/>
                </a:cubicBezTo>
                <a:cubicBezTo>
                  <a:pt x="169422" y="534370"/>
                  <a:pt x="172861" y="533625"/>
                  <a:pt x="176638" y="531514"/>
                </a:cubicBezTo>
                <a:cubicBezTo>
                  <a:pt x="190399" y="535208"/>
                  <a:pt x="204025" y="539118"/>
                  <a:pt x="218190" y="542346"/>
                </a:cubicBezTo>
                <a:cubicBezTo>
                  <a:pt x="218393" y="542407"/>
                  <a:pt x="218595" y="542407"/>
                  <a:pt x="218864" y="542407"/>
                </a:cubicBezTo>
                <a:cubicBezTo>
                  <a:pt x="221293" y="542407"/>
                  <a:pt x="225813" y="540267"/>
                  <a:pt x="228982" y="539087"/>
                </a:cubicBezTo>
                <a:cubicBezTo>
                  <a:pt x="234447" y="537101"/>
                  <a:pt x="240584" y="536666"/>
                  <a:pt x="246858" y="536666"/>
                </a:cubicBezTo>
                <a:cubicBezTo>
                  <a:pt x="249151" y="536666"/>
                  <a:pt x="251512" y="536729"/>
                  <a:pt x="253805" y="536791"/>
                </a:cubicBezTo>
                <a:cubicBezTo>
                  <a:pt x="256167" y="536852"/>
                  <a:pt x="258460" y="536915"/>
                  <a:pt x="260752" y="536915"/>
                </a:cubicBezTo>
                <a:lnTo>
                  <a:pt x="276910" y="534164"/>
                </a:lnTo>
                <a:lnTo>
                  <a:pt x="277145" y="536634"/>
                </a:lnTo>
                <a:cubicBezTo>
                  <a:pt x="278983" y="538466"/>
                  <a:pt x="282660" y="539799"/>
                  <a:pt x="288798" y="540188"/>
                </a:cubicBezTo>
                <a:lnTo>
                  <a:pt x="295071" y="541305"/>
                </a:lnTo>
                <a:lnTo>
                  <a:pt x="299860" y="543757"/>
                </a:lnTo>
                <a:lnTo>
                  <a:pt x="296015" y="545837"/>
                </a:lnTo>
                <a:cubicBezTo>
                  <a:pt x="278074" y="546675"/>
                  <a:pt x="260063" y="547139"/>
                  <a:pt x="242119" y="548071"/>
                </a:cubicBezTo>
                <a:cubicBezTo>
                  <a:pt x="236319" y="548382"/>
                  <a:pt x="232407" y="552727"/>
                  <a:pt x="226404" y="552727"/>
                </a:cubicBezTo>
                <a:cubicBezTo>
                  <a:pt x="224449" y="552727"/>
                  <a:pt x="222223" y="552261"/>
                  <a:pt x="219659" y="551050"/>
                </a:cubicBezTo>
                <a:cubicBezTo>
                  <a:pt x="213588" y="548164"/>
                  <a:pt x="206641" y="547605"/>
                  <a:pt x="199422" y="547605"/>
                </a:cubicBezTo>
                <a:cubicBezTo>
                  <a:pt x="197129" y="547605"/>
                  <a:pt x="194836" y="547667"/>
                  <a:pt x="192475" y="547730"/>
                </a:cubicBezTo>
                <a:cubicBezTo>
                  <a:pt x="190182" y="547791"/>
                  <a:pt x="187821" y="547853"/>
                  <a:pt x="185528" y="547853"/>
                </a:cubicBezTo>
                <a:cubicBezTo>
                  <a:pt x="179254" y="547853"/>
                  <a:pt x="173116" y="547419"/>
                  <a:pt x="167652" y="545432"/>
                </a:cubicBezTo>
                <a:cubicBezTo>
                  <a:pt x="164482" y="544254"/>
                  <a:pt x="159963" y="542112"/>
                  <a:pt x="157534" y="542112"/>
                </a:cubicBezTo>
                <a:cubicBezTo>
                  <a:pt x="157265" y="542112"/>
                  <a:pt x="157063" y="542112"/>
                  <a:pt x="156860" y="542175"/>
                </a:cubicBezTo>
                <a:cubicBezTo>
                  <a:pt x="142695" y="545401"/>
                  <a:pt x="129069" y="549312"/>
                  <a:pt x="115308" y="553005"/>
                </a:cubicBezTo>
                <a:cubicBezTo>
                  <a:pt x="111531" y="550895"/>
                  <a:pt x="108092" y="550151"/>
                  <a:pt x="104651" y="550151"/>
                </a:cubicBezTo>
                <a:cubicBezTo>
                  <a:pt x="98647" y="550151"/>
                  <a:pt x="92847" y="552478"/>
                  <a:pt x="86304" y="553626"/>
                </a:cubicBezTo>
                <a:cubicBezTo>
                  <a:pt x="81583" y="554465"/>
                  <a:pt x="76456" y="554651"/>
                  <a:pt x="71195" y="554651"/>
                </a:cubicBezTo>
                <a:cubicBezTo>
                  <a:pt x="69373" y="554651"/>
                  <a:pt x="67553" y="554651"/>
                  <a:pt x="65664" y="554618"/>
                </a:cubicBezTo>
                <a:cubicBezTo>
                  <a:pt x="63842" y="554618"/>
                  <a:pt x="62089" y="554588"/>
                  <a:pt x="60267" y="554588"/>
                </a:cubicBezTo>
                <a:cubicBezTo>
                  <a:pt x="57569" y="554588"/>
                  <a:pt x="54939" y="554618"/>
                  <a:pt x="52308" y="554775"/>
                </a:cubicBezTo>
                <a:lnTo>
                  <a:pt x="43067" y="558499"/>
                </a:lnTo>
                <a:lnTo>
                  <a:pt x="48396" y="560703"/>
                </a:lnTo>
                <a:cubicBezTo>
                  <a:pt x="54670" y="561695"/>
                  <a:pt x="61144" y="561882"/>
                  <a:pt x="67754" y="561882"/>
                </a:cubicBezTo>
                <a:cubicBezTo>
                  <a:pt x="69778" y="561882"/>
                  <a:pt x="71868" y="561882"/>
                  <a:pt x="73960" y="561851"/>
                </a:cubicBezTo>
                <a:cubicBezTo>
                  <a:pt x="75983" y="561851"/>
                  <a:pt x="78007" y="561819"/>
                  <a:pt x="80031" y="561819"/>
                </a:cubicBezTo>
                <a:cubicBezTo>
                  <a:pt x="89745" y="561819"/>
                  <a:pt x="99255" y="562223"/>
                  <a:pt x="108092" y="565016"/>
                </a:cubicBezTo>
                <a:cubicBezTo>
                  <a:pt x="117468" y="567996"/>
                  <a:pt x="127316" y="568492"/>
                  <a:pt x="137298" y="568492"/>
                </a:cubicBezTo>
                <a:cubicBezTo>
                  <a:pt x="139997" y="568492"/>
                  <a:pt x="142695" y="568460"/>
                  <a:pt x="145460" y="568399"/>
                </a:cubicBezTo>
                <a:cubicBezTo>
                  <a:pt x="148158" y="568368"/>
                  <a:pt x="150856" y="568337"/>
                  <a:pt x="153554" y="568337"/>
                </a:cubicBezTo>
                <a:cubicBezTo>
                  <a:pt x="158546" y="568337"/>
                  <a:pt x="163470" y="568460"/>
                  <a:pt x="168327" y="568958"/>
                </a:cubicBezTo>
                <a:cubicBezTo>
                  <a:pt x="169339" y="569050"/>
                  <a:pt x="170486" y="569082"/>
                  <a:pt x="171565" y="569082"/>
                </a:cubicBezTo>
                <a:cubicBezTo>
                  <a:pt x="172374" y="569082"/>
                  <a:pt x="173184" y="569082"/>
                  <a:pt x="174061" y="569050"/>
                </a:cubicBezTo>
                <a:cubicBezTo>
                  <a:pt x="174870" y="569050"/>
                  <a:pt x="175747" y="569020"/>
                  <a:pt x="176489" y="569020"/>
                </a:cubicBezTo>
                <a:cubicBezTo>
                  <a:pt x="178580" y="569020"/>
                  <a:pt x="180536" y="569143"/>
                  <a:pt x="181750" y="569672"/>
                </a:cubicBezTo>
                <a:cubicBezTo>
                  <a:pt x="193891" y="574886"/>
                  <a:pt x="207247" y="576034"/>
                  <a:pt x="220874" y="576034"/>
                </a:cubicBezTo>
                <a:cubicBezTo>
                  <a:pt x="226202" y="576034"/>
                  <a:pt x="231598" y="575847"/>
                  <a:pt x="236994" y="575693"/>
                </a:cubicBezTo>
                <a:cubicBezTo>
                  <a:pt x="242323" y="575507"/>
                  <a:pt x="247651" y="575351"/>
                  <a:pt x="252913" y="575351"/>
                </a:cubicBezTo>
                <a:cubicBezTo>
                  <a:pt x="253453" y="575351"/>
                  <a:pt x="253992" y="575351"/>
                  <a:pt x="254532" y="575351"/>
                </a:cubicBezTo>
                <a:lnTo>
                  <a:pt x="402364" y="575922"/>
                </a:lnTo>
                <a:lnTo>
                  <a:pt x="400560" y="577030"/>
                </a:lnTo>
                <a:cubicBezTo>
                  <a:pt x="413440" y="578556"/>
                  <a:pt x="425482" y="579136"/>
                  <a:pt x="436946" y="578525"/>
                </a:cubicBezTo>
                <a:lnTo>
                  <a:pt x="451017" y="576111"/>
                </a:lnTo>
                <a:lnTo>
                  <a:pt x="475321" y="576204"/>
                </a:lnTo>
                <a:lnTo>
                  <a:pt x="498225" y="588926"/>
                </a:lnTo>
                <a:lnTo>
                  <a:pt x="497937" y="589349"/>
                </a:lnTo>
                <a:lnTo>
                  <a:pt x="498318" y="589345"/>
                </a:lnTo>
                <a:lnTo>
                  <a:pt x="494596" y="595462"/>
                </a:lnTo>
                <a:cubicBezTo>
                  <a:pt x="493518" y="601080"/>
                  <a:pt x="489201" y="603965"/>
                  <a:pt x="478274" y="604059"/>
                </a:cubicBezTo>
                <a:cubicBezTo>
                  <a:pt x="459927" y="604245"/>
                  <a:pt x="441579" y="604184"/>
                  <a:pt x="423299" y="604711"/>
                </a:cubicBezTo>
                <a:cubicBezTo>
                  <a:pt x="419792" y="604804"/>
                  <a:pt x="413585" y="607410"/>
                  <a:pt x="413856" y="608590"/>
                </a:cubicBezTo>
                <a:cubicBezTo>
                  <a:pt x="414396" y="611694"/>
                  <a:pt x="417566" y="614735"/>
                  <a:pt x="420331" y="617622"/>
                </a:cubicBezTo>
                <a:lnTo>
                  <a:pt x="425931" y="618553"/>
                </a:lnTo>
                <a:cubicBezTo>
                  <a:pt x="429302" y="624015"/>
                  <a:pt x="436116" y="625629"/>
                  <a:pt x="443468" y="625629"/>
                </a:cubicBezTo>
                <a:cubicBezTo>
                  <a:pt x="448594" y="625629"/>
                  <a:pt x="453991" y="624852"/>
                  <a:pt x="458645" y="624046"/>
                </a:cubicBezTo>
                <a:cubicBezTo>
                  <a:pt x="464985" y="622959"/>
                  <a:pt x="470179" y="621035"/>
                  <a:pt x="475576" y="621035"/>
                </a:cubicBezTo>
                <a:cubicBezTo>
                  <a:pt x="479151" y="621035"/>
                  <a:pt x="482793" y="621873"/>
                  <a:pt x="486907" y="624388"/>
                </a:cubicBezTo>
                <a:cubicBezTo>
                  <a:pt x="492506" y="627801"/>
                  <a:pt x="500466" y="630750"/>
                  <a:pt x="508560" y="632425"/>
                </a:cubicBezTo>
                <a:cubicBezTo>
                  <a:pt x="522455" y="635343"/>
                  <a:pt x="522523" y="636584"/>
                  <a:pt x="508560" y="639501"/>
                </a:cubicBezTo>
                <a:cubicBezTo>
                  <a:pt x="500533" y="641178"/>
                  <a:pt x="494057" y="644746"/>
                  <a:pt x="486840" y="647447"/>
                </a:cubicBezTo>
                <a:lnTo>
                  <a:pt x="455078" y="657053"/>
                </a:lnTo>
                <a:lnTo>
                  <a:pt x="408527" y="656771"/>
                </a:lnTo>
                <a:lnTo>
                  <a:pt x="391192" y="653964"/>
                </a:lnTo>
                <a:cubicBezTo>
                  <a:pt x="389370" y="653964"/>
                  <a:pt x="387684" y="654119"/>
                  <a:pt x="386402" y="654523"/>
                </a:cubicBezTo>
                <a:lnTo>
                  <a:pt x="384978" y="654749"/>
                </a:lnTo>
                <a:lnTo>
                  <a:pt x="375356" y="652585"/>
                </a:lnTo>
                <a:cubicBezTo>
                  <a:pt x="371579" y="651839"/>
                  <a:pt x="367801" y="651467"/>
                  <a:pt x="364092" y="651467"/>
                </a:cubicBezTo>
                <a:cubicBezTo>
                  <a:pt x="352556" y="651467"/>
                  <a:pt x="342169" y="655004"/>
                  <a:pt x="337785" y="660870"/>
                </a:cubicBezTo>
                <a:lnTo>
                  <a:pt x="337150" y="661465"/>
                </a:lnTo>
                <a:lnTo>
                  <a:pt x="321850" y="663120"/>
                </a:lnTo>
                <a:cubicBezTo>
                  <a:pt x="319286" y="663586"/>
                  <a:pt x="317397" y="667123"/>
                  <a:pt x="317870" y="669016"/>
                </a:cubicBezTo>
                <a:lnTo>
                  <a:pt x="324065" y="673709"/>
                </a:lnTo>
                <a:lnTo>
                  <a:pt x="323275" y="674448"/>
                </a:lnTo>
                <a:cubicBezTo>
                  <a:pt x="317936" y="677513"/>
                  <a:pt x="311983" y="679087"/>
                  <a:pt x="305069" y="679087"/>
                </a:cubicBezTo>
                <a:cubicBezTo>
                  <a:pt x="300146" y="679087"/>
                  <a:pt x="294682" y="678281"/>
                  <a:pt x="288679" y="676637"/>
                </a:cubicBezTo>
                <a:cubicBezTo>
                  <a:pt x="272017" y="672105"/>
                  <a:pt x="253873" y="672788"/>
                  <a:pt x="237550" y="668195"/>
                </a:cubicBezTo>
                <a:cubicBezTo>
                  <a:pt x="216235" y="662174"/>
                  <a:pt x="190129" y="663043"/>
                  <a:pt x="167264" y="657705"/>
                </a:cubicBezTo>
                <a:cubicBezTo>
                  <a:pt x="163081" y="656742"/>
                  <a:pt x="158359" y="656432"/>
                  <a:pt x="153367" y="656432"/>
                </a:cubicBezTo>
                <a:cubicBezTo>
                  <a:pt x="144666" y="656432"/>
                  <a:pt x="135157" y="657363"/>
                  <a:pt x="126454" y="657363"/>
                </a:cubicBezTo>
                <a:cubicBezTo>
                  <a:pt x="104869" y="657394"/>
                  <a:pt x="88410" y="663911"/>
                  <a:pt x="71480" y="669312"/>
                </a:cubicBezTo>
                <a:cubicBezTo>
                  <a:pt x="58259" y="673533"/>
                  <a:pt x="58057" y="682968"/>
                  <a:pt x="70266" y="687095"/>
                </a:cubicBezTo>
                <a:cubicBezTo>
                  <a:pt x="81464" y="690882"/>
                  <a:pt x="93065" y="694916"/>
                  <a:pt x="105612" y="696841"/>
                </a:cubicBezTo>
                <a:cubicBezTo>
                  <a:pt x="106218" y="696934"/>
                  <a:pt x="106758" y="696965"/>
                  <a:pt x="107365" y="696965"/>
                </a:cubicBezTo>
                <a:cubicBezTo>
                  <a:pt x="110333" y="696965"/>
                  <a:pt x="113975" y="696065"/>
                  <a:pt x="117482" y="695165"/>
                </a:cubicBezTo>
                <a:cubicBezTo>
                  <a:pt x="120991" y="694265"/>
                  <a:pt x="124431" y="693364"/>
                  <a:pt x="126858" y="693364"/>
                </a:cubicBezTo>
                <a:cubicBezTo>
                  <a:pt x="127534" y="693364"/>
                  <a:pt x="128141" y="693458"/>
                  <a:pt x="128681" y="693612"/>
                </a:cubicBezTo>
                <a:cubicBezTo>
                  <a:pt x="156336" y="702364"/>
                  <a:pt x="191411" y="697586"/>
                  <a:pt x="218190" y="707300"/>
                </a:cubicBezTo>
                <a:cubicBezTo>
                  <a:pt x="228309" y="710962"/>
                  <a:pt x="217246" y="712916"/>
                  <a:pt x="216504" y="715679"/>
                </a:cubicBezTo>
                <a:cubicBezTo>
                  <a:pt x="215695" y="718690"/>
                  <a:pt x="218999" y="720986"/>
                  <a:pt x="223991" y="720986"/>
                </a:cubicBezTo>
                <a:cubicBezTo>
                  <a:pt x="225273" y="720986"/>
                  <a:pt x="226689" y="720832"/>
                  <a:pt x="228173" y="720490"/>
                </a:cubicBezTo>
                <a:cubicBezTo>
                  <a:pt x="234852" y="718937"/>
                  <a:pt x="240922" y="716486"/>
                  <a:pt x="247262" y="716486"/>
                </a:cubicBezTo>
                <a:cubicBezTo>
                  <a:pt x="251580" y="716486"/>
                  <a:pt x="256032" y="717635"/>
                  <a:pt x="260956" y="721017"/>
                </a:cubicBezTo>
                <a:cubicBezTo>
                  <a:pt x="267026" y="725175"/>
                  <a:pt x="279776" y="726727"/>
                  <a:pt x="289150" y="729738"/>
                </a:cubicBezTo>
                <a:cubicBezTo>
                  <a:pt x="293063" y="731012"/>
                  <a:pt x="291917" y="733834"/>
                  <a:pt x="285912" y="734394"/>
                </a:cubicBezTo>
                <a:cubicBezTo>
                  <a:pt x="272760" y="735635"/>
                  <a:pt x="265542" y="738863"/>
                  <a:pt x="265946" y="745939"/>
                </a:cubicBezTo>
                <a:lnTo>
                  <a:pt x="266955" y="759797"/>
                </a:lnTo>
                <a:lnTo>
                  <a:pt x="262222" y="759702"/>
                </a:lnTo>
                <a:cubicBezTo>
                  <a:pt x="241109" y="759702"/>
                  <a:pt x="220334" y="761129"/>
                  <a:pt x="200974" y="767306"/>
                </a:cubicBezTo>
                <a:cubicBezTo>
                  <a:pt x="194431" y="769385"/>
                  <a:pt x="192273" y="772736"/>
                  <a:pt x="193824" y="776151"/>
                </a:cubicBezTo>
                <a:lnTo>
                  <a:pt x="202863" y="780247"/>
                </a:lnTo>
                <a:cubicBezTo>
                  <a:pt x="203469" y="780247"/>
                  <a:pt x="204076" y="780247"/>
                  <a:pt x="204685" y="780247"/>
                </a:cubicBezTo>
                <a:cubicBezTo>
                  <a:pt x="218108" y="780247"/>
                  <a:pt x="229304" y="782047"/>
                  <a:pt x="240704" y="786424"/>
                </a:cubicBezTo>
                <a:cubicBezTo>
                  <a:pt x="242526" y="787136"/>
                  <a:pt x="244415" y="787416"/>
                  <a:pt x="246437" y="787416"/>
                </a:cubicBezTo>
                <a:cubicBezTo>
                  <a:pt x="250147" y="787416"/>
                  <a:pt x="254127" y="786424"/>
                  <a:pt x="258174" y="785461"/>
                </a:cubicBezTo>
                <a:cubicBezTo>
                  <a:pt x="262222" y="784468"/>
                  <a:pt x="266337" y="783506"/>
                  <a:pt x="270451" y="783506"/>
                </a:cubicBezTo>
                <a:cubicBezTo>
                  <a:pt x="274565" y="783506"/>
                  <a:pt x="278343" y="784437"/>
                  <a:pt x="282052" y="787199"/>
                </a:cubicBezTo>
                <a:cubicBezTo>
                  <a:pt x="305189" y="783257"/>
                  <a:pt x="331158" y="783382"/>
                  <a:pt x="352609" y="778664"/>
                </a:cubicBezTo>
                <a:cubicBezTo>
                  <a:pt x="371833" y="774443"/>
                  <a:pt x="390922" y="773233"/>
                  <a:pt x="410011" y="773233"/>
                </a:cubicBezTo>
                <a:cubicBezTo>
                  <a:pt x="431056" y="773233"/>
                  <a:pt x="452102" y="774692"/>
                  <a:pt x="473281" y="775220"/>
                </a:cubicBezTo>
                <a:cubicBezTo>
                  <a:pt x="476250" y="775281"/>
                  <a:pt x="479960" y="780775"/>
                  <a:pt x="480972" y="783909"/>
                </a:cubicBezTo>
                <a:cubicBezTo>
                  <a:pt x="481916" y="787105"/>
                  <a:pt x="483534" y="791079"/>
                  <a:pt x="476115" y="793437"/>
                </a:cubicBezTo>
                <a:lnTo>
                  <a:pt x="427549" y="799117"/>
                </a:lnTo>
                <a:cubicBezTo>
                  <a:pt x="425458" y="797720"/>
                  <a:pt x="423233" y="797224"/>
                  <a:pt x="420804" y="797224"/>
                </a:cubicBezTo>
                <a:cubicBezTo>
                  <a:pt x="417903" y="797224"/>
                  <a:pt x="414800" y="797937"/>
                  <a:pt x="411698" y="798682"/>
                </a:cubicBezTo>
                <a:cubicBezTo>
                  <a:pt x="408594" y="799397"/>
                  <a:pt x="405492" y="800141"/>
                  <a:pt x="402591" y="800141"/>
                </a:cubicBezTo>
                <a:cubicBezTo>
                  <a:pt x="399691" y="800141"/>
                  <a:pt x="396790" y="799365"/>
                  <a:pt x="394294" y="797007"/>
                </a:cubicBezTo>
                <a:cubicBezTo>
                  <a:pt x="379926" y="799148"/>
                  <a:pt x="365493" y="801258"/>
                  <a:pt x="351192" y="803524"/>
                </a:cubicBezTo>
                <a:lnTo>
                  <a:pt x="346336" y="805790"/>
                </a:lnTo>
                <a:lnTo>
                  <a:pt x="351529" y="808055"/>
                </a:lnTo>
                <a:cubicBezTo>
                  <a:pt x="355711" y="808737"/>
                  <a:pt x="360163" y="809327"/>
                  <a:pt x="364547" y="809390"/>
                </a:cubicBezTo>
                <a:cubicBezTo>
                  <a:pt x="377566" y="809576"/>
                  <a:pt x="387617" y="809546"/>
                  <a:pt x="376217" y="818701"/>
                </a:cubicBezTo>
                <a:cubicBezTo>
                  <a:pt x="371293" y="822672"/>
                  <a:pt x="382490" y="822983"/>
                  <a:pt x="387954" y="823014"/>
                </a:cubicBezTo>
                <a:lnTo>
                  <a:pt x="530279" y="823235"/>
                </a:lnTo>
                <a:lnTo>
                  <a:pt x="524042" y="827926"/>
                </a:lnTo>
                <a:lnTo>
                  <a:pt x="529585" y="835781"/>
                </a:lnTo>
                <a:lnTo>
                  <a:pt x="502209" y="838295"/>
                </a:lnTo>
                <a:cubicBezTo>
                  <a:pt x="530106" y="838974"/>
                  <a:pt x="616335" y="838126"/>
                  <a:pt x="592885" y="853158"/>
                </a:cubicBezTo>
                <a:lnTo>
                  <a:pt x="578982" y="858809"/>
                </a:lnTo>
                <a:lnTo>
                  <a:pt x="574815" y="859713"/>
                </a:lnTo>
                <a:cubicBezTo>
                  <a:pt x="560253" y="861140"/>
                  <a:pt x="545468" y="861040"/>
                  <a:pt x="533801" y="859162"/>
                </a:cubicBezTo>
                <a:cubicBezTo>
                  <a:pt x="535246" y="855715"/>
                  <a:pt x="536633" y="852296"/>
                  <a:pt x="538018" y="849019"/>
                </a:cubicBezTo>
                <a:cubicBezTo>
                  <a:pt x="519999" y="844808"/>
                  <a:pt x="511971" y="851025"/>
                  <a:pt x="501690" y="856562"/>
                </a:cubicBezTo>
                <a:lnTo>
                  <a:pt x="520172" y="875380"/>
                </a:lnTo>
                <a:lnTo>
                  <a:pt x="501286" y="888489"/>
                </a:lnTo>
                <a:lnTo>
                  <a:pt x="471657" y="865038"/>
                </a:lnTo>
                <a:lnTo>
                  <a:pt x="484943" y="863380"/>
                </a:lnTo>
                <a:lnTo>
                  <a:pt x="473765" y="853778"/>
                </a:lnTo>
                <a:lnTo>
                  <a:pt x="420889" y="872074"/>
                </a:lnTo>
                <a:lnTo>
                  <a:pt x="422276" y="884731"/>
                </a:lnTo>
                <a:lnTo>
                  <a:pt x="439660" y="878544"/>
                </a:lnTo>
                <a:cubicBezTo>
                  <a:pt x="478761" y="897700"/>
                  <a:pt x="487423" y="901175"/>
                  <a:pt x="487598" y="904679"/>
                </a:cubicBezTo>
                <a:cubicBezTo>
                  <a:pt x="487828" y="909299"/>
                  <a:pt x="491481" y="912068"/>
                  <a:pt x="496267" y="914233"/>
                </a:cubicBezTo>
                <a:lnTo>
                  <a:pt x="502572" y="916649"/>
                </a:lnTo>
                <a:lnTo>
                  <a:pt x="449284" y="916732"/>
                </a:lnTo>
                <a:cubicBezTo>
                  <a:pt x="443821" y="916763"/>
                  <a:pt x="432623" y="917073"/>
                  <a:pt x="437547" y="921045"/>
                </a:cubicBezTo>
                <a:cubicBezTo>
                  <a:pt x="448947" y="930200"/>
                  <a:pt x="438896" y="930170"/>
                  <a:pt x="425877" y="930356"/>
                </a:cubicBezTo>
                <a:cubicBezTo>
                  <a:pt x="421493" y="930418"/>
                  <a:pt x="417041" y="931008"/>
                  <a:pt x="412859" y="931691"/>
                </a:cubicBezTo>
                <a:lnTo>
                  <a:pt x="407666" y="933956"/>
                </a:lnTo>
                <a:lnTo>
                  <a:pt x="412523" y="936222"/>
                </a:lnTo>
                <a:cubicBezTo>
                  <a:pt x="426823" y="938487"/>
                  <a:pt x="441256" y="940597"/>
                  <a:pt x="455624" y="942739"/>
                </a:cubicBezTo>
                <a:cubicBezTo>
                  <a:pt x="458120" y="940380"/>
                  <a:pt x="461021" y="939604"/>
                  <a:pt x="463921" y="939604"/>
                </a:cubicBezTo>
                <a:cubicBezTo>
                  <a:pt x="466822" y="939604"/>
                  <a:pt x="469925" y="940350"/>
                  <a:pt x="473028" y="941063"/>
                </a:cubicBezTo>
                <a:cubicBezTo>
                  <a:pt x="476130" y="941808"/>
                  <a:pt x="479233" y="942521"/>
                  <a:pt x="482134" y="942521"/>
                </a:cubicBezTo>
                <a:cubicBezTo>
                  <a:pt x="484563" y="942521"/>
                  <a:pt x="486788" y="942026"/>
                  <a:pt x="488879" y="940628"/>
                </a:cubicBezTo>
                <a:lnTo>
                  <a:pt x="503740" y="942367"/>
                </a:lnTo>
                <a:lnTo>
                  <a:pt x="503061" y="945432"/>
                </a:lnTo>
                <a:cubicBezTo>
                  <a:pt x="499293" y="948663"/>
                  <a:pt x="493836" y="951397"/>
                  <a:pt x="490313" y="954265"/>
                </a:cubicBezTo>
                <a:lnTo>
                  <a:pt x="506109" y="965421"/>
                </a:lnTo>
                <a:lnTo>
                  <a:pt x="471341" y="966513"/>
                </a:lnTo>
                <a:cubicBezTo>
                  <a:pt x="452253" y="966513"/>
                  <a:pt x="433163" y="965301"/>
                  <a:pt x="413939" y="961081"/>
                </a:cubicBezTo>
                <a:cubicBezTo>
                  <a:pt x="392488" y="956364"/>
                  <a:pt x="366519" y="956487"/>
                  <a:pt x="343383" y="952547"/>
                </a:cubicBezTo>
                <a:cubicBezTo>
                  <a:pt x="339673" y="955309"/>
                  <a:pt x="335896" y="956240"/>
                  <a:pt x="331781" y="956240"/>
                </a:cubicBezTo>
                <a:cubicBezTo>
                  <a:pt x="327667" y="956240"/>
                  <a:pt x="323552" y="955278"/>
                  <a:pt x="319504" y="954285"/>
                </a:cubicBezTo>
                <a:cubicBezTo>
                  <a:pt x="315457" y="953322"/>
                  <a:pt x="311478" y="952329"/>
                  <a:pt x="307767" y="952329"/>
                </a:cubicBezTo>
                <a:cubicBezTo>
                  <a:pt x="305745" y="952329"/>
                  <a:pt x="303856" y="952609"/>
                  <a:pt x="302034" y="953322"/>
                </a:cubicBezTo>
                <a:cubicBezTo>
                  <a:pt x="290634" y="957699"/>
                  <a:pt x="279438" y="959497"/>
                  <a:pt x="266014" y="959497"/>
                </a:cubicBezTo>
                <a:cubicBezTo>
                  <a:pt x="265407" y="959497"/>
                  <a:pt x="264800" y="959497"/>
                  <a:pt x="264193" y="959497"/>
                </a:cubicBezTo>
                <a:lnTo>
                  <a:pt x="255154" y="963594"/>
                </a:lnTo>
                <a:cubicBezTo>
                  <a:pt x="253603" y="967008"/>
                  <a:pt x="255761" y="970360"/>
                  <a:pt x="262305" y="972440"/>
                </a:cubicBezTo>
                <a:lnTo>
                  <a:pt x="280468" y="976149"/>
                </a:lnTo>
                <a:lnTo>
                  <a:pt x="251496" y="974410"/>
                </a:lnTo>
                <a:cubicBezTo>
                  <a:pt x="242862" y="973603"/>
                  <a:pt x="234903" y="971027"/>
                  <a:pt x="226337" y="969941"/>
                </a:cubicBezTo>
                <a:cubicBezTo>
                  <a:pt x="224852" y="969754"/>
                  <a:pt x="223436" y="969662"/>
                  <a:pt x="221953" y="969662"/>
                </a:cubicBezTo>
                <a:cubicBezTo>
                  <a:pt x="213724" y="969662"/>
                  <a:pt x="206370" y="972548"/>
                  <a:pt x="205898" y="976179"/>
                </a:cubicBezTo>
                <a:cubicBezTo>
                  <a:pt x="205156" y="982045"/>
                  <a:pt x="204955" y="987941"/>
                  <a:pt x="204616" y="993807"/>
                </a:cubicBezTo>
                <a:cubicBezTo>
                  <a:pt x="204212" y="1000883"/>
                  <a:pt x="211430" y="1004111"/>
                  <a:pt x="224582" y="1005352"/>
                </a:cubicBezTo>
                <a:cubicBezTo>
                  <a:pt x="230587" y="1005911"/>
                  <a:pt x="231732" y="1008735"/>
                  <a:pt x="227820" y="1010008"/>
                </a:cubicBezTo>
                <a:cubicBezTo>
                  <a:pt x="218445" y="1013018"/>
                  <a:pt x="205696" y="1014569"/>
                  <a:pt x="199625" y="1018728"/>
                </a:cubicBezTo>
                <a:cubicBezTo>
                  <a:pt x="194702" y="1022111"/>
                  <a:pt x="190249" y="1023259"/>
                  <a:pt x="185932" y="1023259"/>
                </a:cubicBezTo>
                <a:cubicBezTo>
                  <a:pt x="179592" y="1023259"/>
                  <a:pt x="173521" y="1020808"/>
                  <a:pt x="166843" y="1019256"/>
                </a:cubicBezTo>
                <a:cubicBezTo>
                  <a:pt x="165359" y="1018914"/>
                  <a:pt x="163942" y="1018759"/>
                  <a:pt x="162661" y="1018759"/>
                </a:cubicBezTo>
                <a:cubicBezTo>
                  <a:pt x="157669" y="1018759"/>
                  <a:pt x="154365" y="1021056"/>
                  <a:pt x="155174" y="1024066"/>
                </a:cubicBezTo>
                <a:cubicBezTo>
                  <a:pt x="155916" y="1026828"/>
                  <a:pt x="166978" y="1028785"/>
                  <a:pt x="156860" y="1032446"/>
                </a:cubicBezTo>
                <a:cubicBezTo>
                  <a:pt x="130081" y="1042160"/>
                  <a:pt x="95006" y="1037380"/>
                  <a:pt x="67351" y="1046133"/>
                </a:cubicBezTo>
                <a:cubicBezTo>
                  <a:pt x="66811" y="1046288"/>
                  <a:pt x="66204" y="1046382"/>
                  <a:pt x="65528" y="1046382"/>
                </a:cubicBezTo>
                <a:cubicBezTo>
                  <a:pt x="63100" y="1046382"/>
                  <a:pt x="59661" y="1045481"/>
                  <a:pt x="56152" y="1044581"/>
                </a:cubicBezTo>
                <a:cubicBezTo>
                  <a:pt x="52645" y="1043681"/>
                  <a:pt x="49003" y="1042782"/>
                  <a:pt x="46035" y="1042782"/>
                </a:cubicBezTo>
                <a:cubicBezTo>
                  <a:pt x="45427" y="1042782"/>
                  <a:pt x="44888" y="1042812"/>
                  <a:pt x="44281" y="1042905"/>
                </a:cubicBezTo>
                <a:cubicBezTo>
                  <a:pt x="31735" y="1044829"/>
                  <a:pt x="20134" y="1048864"/>
                  <a:pt x="8935" y="1052649"/>
                </a:cubicBezTo>
                <a:cubicBezTo>
                  <a:pt x="-3273" y="1056779"/>
                  <a:pt x="-3071" y="1066213"/>
                  <a:pt x="10150" y="1070433"/>
                </a:cubicBezTo>
                <a:cubicBezTo>
                  <a:pt x="27080" y="1075834"/>
                  <a:pt x="43539" y="1082351"/>
                  <a:pt x="65124" y="1082383"/>
                </a:cubicBezTo>
                <a:cubicBezTo>
                  <a:pt x="73826" y="1082383"/>
                  <a:pt x="83336" y="1083313"/>
                  <a:pt x="92037" y="1083313"/>
                </a:cubicBezTo>
                <a:cubicBezTo>
                  <a:pt x="97029" y="1083313"/>
                  <a:pt x="101751" y="1083002"/>
                  <a:pt x="105933" y="1082041"/>
                </a:cubicBezTo>
                <a:cubicBezTo>
                  <a:pt x="128798" y="1076703"/>
                  <a:pt x="154904" y="1077572"/>
                  <a:pt x="176219" y="1071551"/>
                </a:cubicBezTo>
                <a:cubicBezTo>
                  <a:pt x="192542" y="1066958"/>
                  <a:pt x="210687" y="1067641"/>
                  <a:pt x="227349" y="1063109"/>
                </a:cubicBezTo>
                <a:cubicBezTo>
                  <a:pt x="233352" y="1061464"/>
                  <a:pt x="238815" y="1060657"/>
                  <a:pt x="243739" y="1060657"/>
                </a:cubicBezTo>
                <a:cubicBezTo>
                  <a:pt x="257568" y="1060657"/>
                  <a:pt x="267550" y="1066958"/>
                  <a:pt x="276454" y="1078875"/>
                </a:cubicBezTo>
                <a:cubicBezTo>
                  <a:pt x="280839" y="1084740"/>
                  <a:pt x="291226" y="1088279"/>
                  <a:pt x="302761" y="1088279"/>
                </a:cubicBezTo>
                <a:cubicBezTo>
                  <a:pt x="306471" y="1088279"/>
                  <a:pt x="310248" y="1087907"/>
                  <a:pt x="314026" y="1087161"/>
                </a:cubicBezTo>
                <a:cubicBezTo>
                  <a:pt x="320231" y="1085920"/>
                  <a:pt x="326100" y="1083127"/>
                  <a:pt x="332237" y="1083064"/>
                </a:cubicBezTo>
                <a:cubicBezTo>
                  <a:pt x="362996" y="1082786"/>
                  <a:pt x="393754" y="1082507"/>
                  <a:pt x="424513" y="1082507"/>
                </a:cubicBezTo>
                <a:lnTo>
                  <a:pt x="430825" y="1082545"/>
                </a:lnTo>
                <a:lnTo>
                  <a:pt x="447732" y="1085222"/>
                </a:lnTo>
                <a:cubicBezTo>
                  <a:pt x="449015" y="1085626"/>
                  <a:pt x="450700" y="1085782"/>
                  <a:pt x="452522" y="1085782"/>
                </a:cubicBezTo>
                <a:lnTo>
                  <a:pt x="471034" y="1082783"/>
                </a:lnTo>
                <a:lnTo>
                  <a:pt x="476587" y="1082816"/>
                </a:lnTo>
                <a:cubicBezTo>
                  <a:pt x="491966" y="1083002"/>
                  <a:pt x="504311" y="1090607"/>
                  <a:pt x="520566" y="1090607"/>
                </a:cubicBezTo>
                <a:cubicBezTo>
                  <a:pt x="522860" y="1090607"/>
                  <a:pt x="525153" y="1090451"/>
                  <a:pt x="527582" y="1090140"/>
                </a:cubicBezTo>
                <a:cubicBezTo>
                  <a:pt x="533382" y="1094920"/>
                  <a:pt x="538711" y="1099886"/>
                  <a:pt x="545119" y="1104480"/>
                </a:cubicBezTo>
                <a:lnTo>
                  <a:pt x="561892" y="1110290"/>
                </a:lnTo>
                <a:lnTo>
                  <a:pt x="548237" y="1115358"/>
                </a:lnTo>
                <a:cubicBezTo>
                  <a:pt x="544123" y="1117873"/>
                  <a:pt x="540481" y="1118710"/>
                  <a:pt x="536906" y="1118710"/>
                </a:cubicBezTo>
                <a:cubicBezTo>
                  <a:pt x="531509" y="1118710"/>
                  <a:pt x="526315" y="1116786"/>
                  <a:pt x="519975" y="1115700"/>
                </a:cubicBezTo>
                <a:cubicBezTo>
                  <a:pt x="515321" y="1114892"/>
                  <a:pt x="509924" y="1114117"/>
                  <a:pt x="504798" y="1114117"/>
                </a:cubicBezTo>
                <a:cubicBezTo>
                  <a:pt x="497446" y="1114117"/>
                  <a:pt x="490632" y="1115731"/>
                  <a:pt x="487260" y="1121193"/>
                </a:cubicBezTo>
                <a:lnTo>
                  <a:pt x="481662" y="1122124"/>
                </a:lnTo>
                <a:lnTo>
                  <a:pt x="478132" y="1127047"/>
                </a:lnTo>
                <a:lnTo>
                  <a:pt x="463628" y="1125569"/>
                </a:lnTo>
                <a:lnTo>
                  <a:pt x="472917" y="1110996"/>
                </a:lnTo>
                <a:lnTo>
                  <a:pt x="425813" y="1118406"/>
                </a:lnTo>
                <a:cubicBezTo>
                  <a:pt x="417568" y="1122383"/>
                  <a:pt x="416414" y="1126882"/>
                  <a:pt x="420486" y="1129072"/>
                </a:cubicBezTo>
                <a:cubicBezTo>
                  <a:pt x="425453" y="1131757"/>
                  <a:pt x="421467" y="1139300"/>
                  <a:pt x="421467" y="1146957"/>
                </a:cubicBezTo>
                <a:cubicBezTo>
                  <a:pt x="401889" y="1141589"/>
                  <a:pt x="382541" y="1145148"/>
                  <a:pt x="364232" y="1149924"/>
                </a:cubicBezTo>
                <a:lnTo>
                  <a:pt x="355452" y="1142324"/>
                </a:lnTo>
                <a:lnTo>
                  <a:pt x="332740" y="1149995"/>
                </a:lnTo>
                <a:lnTo>
                  <a:pt x="351757" y="1154812"/>
                </a:lnTo>
                <a:lnTo>
                  <a:pt x="363122" y="1163998"/>
                </a:lnTo>
                <a:lnTo>
                  <a:pt x="392185" y="1162610"/>
                </a:lnTo>
                <a:lnTo>
                  <a:pt x="393411" y="1164096"/>
                </a:lnTo>
                <a:lnTo>
                  <a:pt x="363385" y="1164211"/>
                </a:lnTo>
                <a:lnTo>
                  <a:pt x="363122" y="1163998"/>
                </a:lnTo>
                <a:lnTo>
                  <a:pt x="362614" y="1164022"/>
                </a:lnTo>
                <a:lnTo>
                  <a:pt x="363074" y="1164212"/>
                </a:lnTo>
                <a:lnTo>
                  <a:pt x="315862" y="1164395"/>
                </a:lnTo>
                <a:cubicBezTo>
                  <a:pt x="315323" y="1164395"/>
                  <a:pt x="314783" y="1164395"/>
                  <a:pt x="314243" y="1164395"/>
                </a:cubicBezTo>
                <a:cubicBezTo>
                  <a:pt x="308982" y="1164395"/>
                  <a:pt x="303653" y="1164239"/>
                  <a:pt x="298324" y="1164053"/>
                </a:cubicBezTo>
                <a:cubicBezTo>
                  <a:pt x="292928" y="1163898"/>
                  <a:pt x="287532" y="1163712"/>
                  <a:pt x="282203" y="1163712"/>
                </a:cubicBezTo>
                <a:cubicBezTo>
                  <a:pt x="268577" y="1163712"/>
                  <a:pt x="255222" y="1164860"/>
                  <a:pt x="243080" y="1170073"/>
                </a:cubicBezTo>
                <a:cubicBezTo>
                  <a:pt x="241866" y="1170602"/>
                  <a:pt x="239910" y="1170726"/>
                  <a:pt x="237819" y="1170726"/>
                </a:cubicBezTo>
                <a:cubicBezTo>
                  <a:pt x="237077" y="1170726"/>
                  <a:pt x="236201" y="1170694"/>
                  <a:pt x="235391" y="1170694"/>
                </a:cubicBezTo>
                <a:cubicBezTo>
                  <a:pt x="234514" y="1170664"/>
                  <a:pt x="233704" y="1170664"/>
                  <a:pt x="232895" y="1170664"/>
                </a:cubicBezTo>
                <a:cubicBezTo>
                  <a:pt x="231816" y="1170664"/>
                  <a:pt x="230669" y="1170694"/>
                  <a:pt x="229658" y="1170788"/>
                </a:cubicBezTo>
                <a:cubicBezTo>
                  <a:pt x="224800" y="1171285"/>
                  <a:pt x="219877" y="1171408"/>
                  <a:pt x="214885" y="1171408"/>
                </a:cubicBezTo>
                <a:cubicBezTo>
                  <a:pt x="212187" y="1171408"/>
                  <a:pt x="209489" y="1171377"/>
                  <a:pt x="206790" y="1171346"/>
                </a:cubicBezTo>
                <a:cubicBezTo>
                  <a:pt x="204025" y="1171285"/>
                  <a:pt x="201327" y="1171254"/>
                  <a:pt x="198628" y="1171254"/>
                </a:cubicBezTo>
                <a:cubicBezTo>
                  <a:pt x="188646" y="1171254"/>
                  <a:pt x="178798" y="1171749"/>
                  <a:pt x="169422" y="1174730"/>
                </a:cubicBezTo>
                <a:cubicBezTo>
                  <a:pt x="160585" y="1177523"/>
                  <a:pt x="151075" y="1177926"/>
                  <a:pt x="141361" y="1177926"/>
                </a:cubicBezTo>
                <a:cubicBezTo>
                  <a:pt x="139337" y="1177926"/>
                  <a:pt x="137314" y="1177895"/>
                  <a:pt x="135290" y="1177895"/>
                </a:cubicBezTo>
                <a:cubicBezTo>
                  <a:pt x="133198" y="1177864"/>
                  <a:pt x="131108" y="1177864"/>
                  <a:pt x="129084" y="1177864"/>
                </a:cubicBezTo>
                <a:cubicBezTo>
                  <a:pt x="122474" y="1177864"/>
                  <a:pt x="116000" y="1178050"/>
                  <a:pt x="109726" y="1179044"/>
                </a:cubicBezTo>
                <a:lnTo>
                  <a:pt x="104397" y="1181246"/>
                </a:lnTo>
                <a:lnTo>
                  <a:pt x="113639" y="1184971"/>
                </a:lnTo>
                <a:cubicBezTo>
                  <a:pt x="116269" y="1185126"/>
                  <a:pt x="118899" y="1185157"/>
                  <a:pt x="121597" y="1185157"/>
                </a:cubicBezTo>
                <a:cubicBezTo>
                  <a:pt x="123419" y="1185157"/>
                  <a:pt x="125173" y="1185126"/>
                  <a:pt x="126994" y="1185126"/>
                </a:cubicBezTo>
                <a:cubicBezTo>
                  <a:pt x="128883" y="1185096"/>
                  <a:pt x="130703" y="1185096"/>
                  <a:pt x="132525" y="1185096"/>
                </a:cubicBezTo>
                <a:cubicBezTo>
                  <a:pt x="137786" y="1185096"/>
                  <a:pt x="142913" y="1185282"/>
                  <a:pt x="147634" y="1186120"/>
                </a:cubicBezTo>
                <a:cubicBezTo>
                  <a:pt x="154178" y="1187267"/>
                  <a:pt x="159978" y="1189596"/>
                  <a:pt x="165981" y="1189596"/>
                </a:cubicBezTo>
                <a:cubicBezTo>
                  <a:pt x="169422" y="1189596"/>
                  <a:pt x="172861" y="1188851"/>
                  <a:pt x="176638" y="1186740"/>
                </a:cubicBezTo>
                <a:cubicBezTo>
                  <a:pt x="190399" y="1190434"/>
                  <a:pt x="204025" y="1194343"/>
                  <a:pt x="218190" y="1197571"/>
                </a:cubicBezTo>
                <a:cubicBezTo>
                  <a:pt x="218393" y="1197633"/>
                  <a:pt x="218595" y="1197633"/>
                  <a:pt x="218864" y="1197633"/>
                </a:cubicBezTo>
                <a:cubicBezTo>
                  <a:pt x="221293" y="1197633"/>
                  <a:pt x="225813" y="1195492"/>
                  <a:pt x="228982" y="1194313"/>
                </a:cubicBezTo>
                <a:cubicBezTo>
                  <a:pt x="234447" y="1192327"/>
                  <a:pt x="240584" y="1191892"/>
                  <a:pt x="246858" y="1191892"/>
                </a:cubicBezTo>
                <a:cubicBezTo>
                  <a:pt x="249151" y="1191892"/>
                  <a:pt x="251512" y="1191955"/>
                  <a:pt x="253805" y="1192016"/>
                </a:cubicBezTo>
                <a:cubicBezTo>
                  <a:pt x="256167" y="1192078"/>
                  <a:pt x="258460" y="1192141"/>
                  <a:pt x="260752" y="1192141"/>
                </a:cubicBezTo>
                <a:lnTo>
                  <a:pt x="276910" y="1189390"/>
                </a:lnTo>
                <a:lnTo>
                  <a:pt x="277145" y="1191860"/>
                </a:lnTo>
                <a:cubicBezTo>
                  <a:pt x="278983" y="1193691"/>
                  <a:pt x="282660" y="1195025"/>
                  <a:pt x="288798" y="1195413"/>
                </a:cubicBezTo>
                <a:lnTo>
                  <a:pt x="295071" y="1196531"/>
                </a:lnTo>
                <a:lnTo>
                  <a:pt x="299860" y="1198983"/>
                </a:lnTo>
                <a:lnTo>
                  <a:pt x="296015" y="1201062"/>
                </a:lnTo>
                <a:cubicBezTo>
                  <a:pt x="278074" y="1201900"/>
                  <a:pt x="260063" y="1202365"/>
                  <a:pt x="242119" y="1203297"/>
                </a:cubicBezTo>
                <a:cubicBezTo>
                  <a:pt x="236319" y="1203607"/>
                  <a:pt x="232407" y="1207952"/>
                  <a:pt x="226404" y="1207952"/>
                </a:cubicBezTo>
                <a:cubicBezTo>
                  <a:pt x="224449" y="1207952"/>
                  <a:pt x="222223" y="1207486"/>
                  <a:pt x="219659" y="1206276"/>
                </a:cubicBezTo>
                <a:cubicBezTo>
                  <a:pt x="213588" y="1203389"/>
                  <a:pt x="206641" y="1202831"/>
                  <a:pt x="199422" y="1202831"/>
                </a:cubicBezTo>
                <a:cubicBezTo>
                  <a:pt x="197129" y="1202831"/>
                  <a:pt x="194836" y="1202893"/>
                  <a:pt x="192475" y="1202955"/>
                </a:cubicBezTo>
                <a:cubicBezTo>
                  <a:pt x="190182" y="1203017"/>
                  <a:pt x="187821" y="1203079"/>
                  <a:pt x="185528" y="1203079"/>
                </a:cubicBezTo>
                <a:cubicBezTo>
                  <a:pt x="179254" y="1203079"/>
                  <a:pt x="173116" y="1202645"/>
                  <a:pt x="167652" y="1200658"/>
                </a:cubicBezTo>
                <a:cubicBezTo>
                  <a:pt x="164482" y="1199480"/>
                  <a:pt x="159963" y="1197337"/>
                  <a:pt x="157534" y="1197337"/>
                </a:cubicBezTo>
                <a:cubicBezTo>
                  <a:pt x="157265" y="1197337"/>
                  <a:pt x="157063" y="1197337"/>
                  <a:pt x="156860" y="1197400"/>
                </a:cubicBezTo>
                <a:cubicBezTo>
                  <a:pt x="142695" y="1200627"/>
                  <a:pt x="129069" y="1204538"/>
                  <a:pt x="115308" y="1208231"/>
                </a:cubicBezTo>
                <a:cubicBezTo>
                  <a:pt x="111531" y="1206121"/>
                  <a:pt x="108092" y="1205376"/>
                  <a:pt x="104651" y="1205376"/>
                </a:cubicBezTo>
                <a:cubicBezTo>
                  <a:pt x="98647" y="1205376"/>
                  <a:pt x="92847" y="1207703"/>
                  <a:pt x="86304" y="1208852"/>
                </a:cubicBezTo>
                <a:cubicBezTo>
                  <a:pt x="81583" y="1209690"/>
                  <a:pt x="76456" y="1209876"/>
                  <a:pt x="71195" y="1209876"/>
                </a:cubicBezTo>
                <a:cubicBezTo>
                  <a:pt x="69373" y="1209876"/>
                  <a:pt x="67553" y="1209876"/>
                  <a:pt x="65664" y="1209844"/>
                </a:cubicBezTo>
                <a:cubicBezTo>
                  <a:pt x="63842" y="1209844"/>
                  <a:pt x="62089" y="1209813"/>
                  <a:pt x="60267" y="1209813"/>
                </a:cubicBezTo>
                <a:cubicBezTo>
                  <a:pt x="57569" y="1209813"/>
                  <a:pt x="54939" y="1209844"/>
                  <a:pt x="52308" y="1210001"/>
                </a:cubicBezTo>
                <a:lnTo>
                  <a:pt x="43067" y="1213724"/>
                </a:lnTo>
                <a:lnTo>
                  <a:pt x="48396" y="1215928"/>
                </a:lnTo>
                <a:cubicBezTo>
                  <a:pt x="54670" y="1216920"/>
                  <a:pt x="61144" y="1217108"/>
                  <a:pt x="67754" y="1217108"/>
                </a:cubicBezTo>
                <a:cubicBezTo>
                  <a:pt x="69778" y="1217108"/>
                  <a:pt x="71868" y="1217108"/>
                  <a:pt x="73960" y="1217077"/>
                </a:cubicBezTo>
                <a:cubicBezTo>
                  <a:pt x="75983" y="1217077"/>
                  <a:pt x="78007" y="1217045"/>
                  <a:pt x="80031" y="1217045"/>
                </a:cubicBezTo>
                <a:cubicBezTo>
                  <a:pt x="89745" y="1217045"/>
                  <a:pt x="99255" y="1217449"/>
                  <a:pt x="108092" y="1220242"/>
                </a:cubicBezTo>
                <a:cubicBezTo>
                  <a:pt x="117468" y="1223221"/>
                  <a:pt x="127316" y="1223718"/>
                  <a:pt x="137298" y="1223718"/>
                </a:cubicBezTo>
                <a:cubicBezTo>
                  <a:pt x="139997" y="1223718"/>
                  <a:pt x="142695" y="1223686"/>
                  <a:pt x="145460" y="1223624"/>
                </a:cubicBezTo>
                <a:cubicBezTo>
                  <a:pt x="148158" y="1223593"/>
                  <a:pt x="150856" y="1223563"/>
                  <a:pt x="153554" y="1223563"/>
                </a:cubicBezTo>
                <a:cubicBezTo>
                  <a:pt x="158546" y="1223563"/>
                  <a:pt x="163470" y="1223686"/>
                  <a:pt x="168327" y="1224184"/>
                </a:cubicBezTo>
                <a:cubicBezTo>
                  <a:pt x="169339" y="1224276"/>
                  <a:pt x="170486" y="1224307"/>
                  <a:pt x="171565" y="1224307"/>
                </a:cubicBezTo>
                <a:cubicBezTo>
                  <a:pt x="172374" y="1224307"/>
                  <a:pt x="173184" y="1224307"/>
                  <a:pt x="174061" y="1224276"/>
                </a:cubicBezTo>
                <a:cubicBezTo>
                  <a:pt x="174870" y="1224276"/>
                  <a:pt x="175747" y="1224245"/>
                  <a:pt x="176489" y="1224245"/>
                </a:cubicBezTo>
                <a:cubicBezTo>
                  <a:pt x="178580" y="1224245"/>
                  <a:pt x="180536" y="1224369"/>
                  <a:pt x="181750" y="1224898"/>
                </a:cubicBezTo>
                <a:cubicBezTo>
                  <a:pt x="193891" y="1230111"/>
                  <a:pt x="207247" y="1231260"/>
                  <a:pt x="220874" y="1231260"/>
                </a:cubicBezTo>
                <a:cubicBezTo>
                  <a:pt x="226202" y="1231260"/>
                  <a:pt x="231598" y="1231073"/>
                  <a:pt x="236994" y="1230919"/>
                </a:cubicBezTo>
                <a:cubicBezTo>
                  <a:pt x="242323" y="1230732"/>
                  <a:pt x="247651" y="1230577"/>
                  <a:pt x="252913" y="1230577"/>
                </a:cubicBezTo>
                <a:cubicBezTo>
                  <a:pt x="253453" y="1230577"/>
                  <a:pt x="253992" y="1230577"/>
                  <a:pt x="254532" y="1230577"/>
                </a:cubicBezTo>
                <a:lnTo>
                  <a:pt x="402364" y="1231148"/>
                </a:lnTo>
                <a:lnTo>
                  <a:pt x="400560" y="1232256"/>
                </a:lnTo>
                <a:cubicBezTo>
                  <a:pt x="413440" y="1233781"/>
                  <a:pt x="425482" y="1234361"/>
                  <a:pt x="436946" y="1233750"/>
                </a:cubicBezTo>
                <a:lnTo>
                  <a:pt x="451017" y="1231336"/>
                </a:lnTo>
                <a:lnTo>
                  <a:pt x="475321" y="1231430"/>
                </a:lnTo>
                <a:lnTo>
                  <a:pt x="498225" y="1244151"/>
                </a:lnTo>
                <a:lnTo>
                  <a:pt x="497937" y="1244575"/>
                </a:lnTo>
                <a:lnTo>
                  <a:pt x="498318" y="1244571"/>
                </a:lnTo>
                <a:lnTo>
                  <a:pt x="494596" y="1250688"/>
                </a:lnTo>
                <a:cubicBezTo>
                  <a:pt x="493518" y="1256305"/>
                  <a:pt x="489201" y="1259191"/>
                  <a:pt x="478274" y="1259285"/>
                </a:cubicBezTo>
                <a:cubicBezTo>
                  <a:pt x="459927" y="1259471"/>
                  <a:pt x="441579" y="1259409"/>
                  <a:pt x="423299" y="1259937"/>
                </a:cubicBezTo>
                <a:cubicBezTo>
                  <a:pt x="419792" y="1260029"/>
                  <a:pt x="413585" y="1262636"/>
                  <a:pt x="413856" y="1263816"/>
                </a:cubicBezTo>
                <a:cubicBezTo>
                  <a:pt x="414396" y="1266919"/>
                  <a:pt x="417566" y="1269961"/>
                  <a:pt x="420331" y="1272848"/>
                </a:cubicBezTo>
                <a:lnTo>
                  <a:pt x="425931" y="1273778"/>
                </a:lnTo>
                <a:cubicBezTo>
                  <a:pt x="429302" y="1279241"/>
                  <a:pt x="436116" y="1280854"/>
                  <a:pt x="443468" y="1280854"/>
                </a:cubicBezTo>
                <a:cubicBezTo>
                  <a:pt x="448594" y="1280854"/>
                  <a:pt x="453991" y="1280078"/>
                  <a:pt x="458645" y="1279272"/>
                </a:cubicBezTo>
                <a:cubicBezTo>
                  <a:pt x="464985" y="1278185"/>
                  <a:pt x="470179" y="1276261"/>
                  <a:pt x="475576" y="1276261"/>
                </a:cubicBezTo>
                <a:cubicBezTo>
                  <a:pt x="479151" y="1276261"/>
                  <a:pt x="482793" y="1277099"/>
                  <a:pt x="486907" y="1279613"/>
                </a:cubicBezTo>
                <a:cubicBezTo>
                  <a:pt x="492506" y="1283026"/>
                  <a:pt x="500466" y="1285976"/>
                  <a:pt x="508560" y="1287651"/>
                </a:cubicBezTo>
                <a:cubicBezTo>
                  <a:pt x="522455" y="1290568"/>
                  <a:pt x="522523" y="1291810"/>
                  <a:pt x="508560" y="1294727"/>
                </a:cubicBezTo>
                <a:cubicBezTo>
                  <a:pt x="500533" y="1296403"/>
                  <a:pt x="494057" y="1299972"/>
                  <a:pt x="486840" y="1302672"/>
                </a:cubicBezTo>
                <a:lnTo>
                  <a:pt x="455078" y="1312279"/>
                </a:lnTo>
                <a:lnTo>
                  <a:pt x="408527" y="1311996"/>
                </a:lnTo>
                <a:lnTo>
                  <a:pt x="391192" y="1309190"/>
                </a:lnTo>
                <a:cubicBezTo>
                  <a:pt x="389370" y="1309190"/>
                  <a:pt x="387684" y="1309345"/>
                  <a:pt x="386402" y="1309748"/>
                </a:cubicBezTo>
                <a:lnTo>
                  <a:pt x="384978" y="1309974"/>
                </a:lnTo>
                <a:lnTo>
                  <a:pt x="375356" y="1307810"/>
                </a:lnTo>
                <a:cubicBezTo>
                  <a:pt x="371579" y="1307065"/>
                  <a:pt x="367801" y="1306693"/>
                  <a:pt x="364092" y="1306693"/>
                </a:cubicBezTo>
                <a:cubicBezTo>
                  <a:pt x="352556" y="1306693"/>
                  <a:pt x="342169" y="1310230"/>
                  <a:pt x="337785" y="1316096"/>
                </a:cubicBezTo>
                <a:lnTo>
                  <a:pt x="337150" y="1316691"/>
                </a:lnTo>
                <a:lnTo>
                  <a:pt x="321850" y="1318345"/>
                </a:lnTo>
                <a:cubicBezTo>
                  <a:pt x="319286" y="1318811"/>
                  <a:pt x="317397" y="1322349"/>
                  <a:pt x="317870" y="1324242"/>
                </a:cubicBezTo>
                <a:lnTo>
                  <a:pt x="324065" y="1328935"/>
                </a:lnTo>
                <a:lnTo>
                  <a:pt x="323275" y="1329674"/>
                </a:lnTo>
                <a:cubicBezTo>
                  <a:pt x="317936" y="1332738"/>
                  <a:pt x="311983" y="1334313"/>
                  <a:pt x="305069" y="1334313"/>
                </a:cubicBezTo>
                <a:cubicBezTo>
                  <a:pt x="300146" y="1334313"/>
                  <a:pt x="294682" y="1333507"/>
                  <a:pt x="288679" y="1331863"/>
                </a:cubicBezTo>
                <a:cubicBezTo>
                  <a:pt x="272017" y="1327331"/>
                  <a:pt x="253873" y="1328013"/>
                  <a:pt x="237550" y="1323421"/>
                </a:cubicBezTo>
                <a:cubicBezTo>
                  <a:pt x="216235" y="1317400"/>
                  <a:pt x="190129" y="1318269"/>
                  <a:pt x="167264" y="1312931"/>
                </a:cubicBezTo>
                <a:cubicBezTo>
                  <a:pt x="163081" y="1311968"/>
                  <a:pt x="158359" y="1311657"/>
                  <a:pt x="153367" y="1311657"/>
                </a:cubicBezTo>
                <a:cubicBezTo>
                  <a:pt x="144666" y="1311657"/>
                  <a:pt x="135157" y="1312589"/>
                  <a:pt x="126454" y="1312589"/>
                </a:cubicBezTo>
                <a:cubicBezTo>
                  <a:pt x="104869" y="1312620"/>
                  <a:pt x="88410" y="1319137"/>
                  <a:pt x="71480" y="1324538"/>
                </a:cubicBezTo>
                <a:cubicBezTo>
                  <a:pt x="58259" y="1328759"/>
                  <a:pt x="58057" y="1338193"/>
                  <a:pt x="70266" y="1342321"/>
                </a:cubicBezTo>
                <a:cubicBezTo>
                  <a:pt x="81464" y="1346107"/>
                  <a:pt x="93065" y="1350142"/>
                  <a:pt x="105612" y="1352067"/>
                </a:cubicBezTo>
                <a:cubicBezTo>
                  <a:pt x="106218" y="1352159"/>
                  <a:pt x="106758" y="1352190"/>
                  <a:pt x="107365" y="1352190"/>
                </a:cubicBezTo>
                <a:cubicBezTo>
                  <a:pt x="110333" y="1352190"/>
                  <a:pt x="113975" y="1351290"/>
                  <a:pt x="117482" y="1350391"/>
                </a:cubicBezTo>
                <a:cubicBezTo>
                  <a:pt x="120991" y="1349491"/>
                  <a:pt x="124431" y="1348590"/>
                  <a:pt x="126858" y="1348590"/>
                </a:cubicBezTo>
                <a:cubicBezTo>
                  <a:pt x="127534" y="1348590"/>
                  <a:pt x="128141" y="1348684"/>
                  <a:pt x="128681" y="1348838"/>
                </a:cubicBezTo>
                <a:cubicBezTo>
                  <a:pt x="156336" y="1357590"/>
                  <a:pt x="191411" y="1352811"/>
                  <a:pt x="218190" y="1362525"/>
                </a:cubicBezTo>
                <a:cubicBezTo>
                  <a:pt x="228309" y="1366187"/>
                  <a:pt x="217246" y="1368142"/>
                  <a:pt x="216504" y="1370904"/>
                </a:cubicBezTo>
                <a:cubicBezTo>
                  <a:pt x="215695" y="1373915"/>
                  <a:pt x="218999" y="1376212"/>
                  <a:pt x="223991" y="1376212"/>
                </a:cubicBezTo>
                <a:cubicBezTo>
                  <a:pt x="225273" y="1376212"/>
                  <a:pt x="226689" y="1376057"/>
                  <a:pt x="228173" y="1375716"/>
                </a:cubicBezTo>
                <a:cubicBezTo>
                  <a:pt x="234852" y="1374163"/>
                  <a:pt x="240922" y="1371712"/>
                  <a:pt x="247262" y="1371712"/>
                </a:cubicBezTo>
                <a:cubicBezTo>
                  <a:pt x="251580" y="1371712"/>
                  <a:pt x="256032" y="1372860"/>
                  <a:pt x="260956" y="1376242"/>
                </a:cubicBezTo>
                <a:cubicBezTo>
                  <a:pt x="267026" y="1380401"/>
                  <a:pt x="279776" y="1381953"/>
                  <a:pt x="289150" y="1384964"/>
                </a:cubicBezTo>
                <a:cubicBezTo>
                  <a:pt x="293063" y="1386237"/>
                  <a:pt x="291917" y="1389060"/>
                  <a:pt x="285912" y="1389619"/>
                </a:cubicBezTo>
                <a:cubicBezTo>
                  <a:pt x="272760" y="1390861"/>
                  <a:pt x="265542" y="1394089"/>
                  <a:pt x="265946" y="1401165"/>
                </a:cubicBezTo>
                <a:lnTo>
                  <a:pt x="266955" y="1415022"/>
                </a:lnTo>
                <a:lnTo>
                  <a:pt x="262222" y="1414928"/>
                </a:lnTo>
                <a:cubicBezTo>
                  <a:pt x="241109" y="1414928"/>
                  <a:pt x="220334" y="1416355"/>
                  <a:pt x="200974" y="1422531"/>
                </a:cubicBezTo>
                <a:cubicBezTo>
                  <a:pt x="194431" y="1424611"/>
                  <a:pt x="192273" y="1427962"/>
                  <a:pt x="193824" y="1431376"/>
                </a:cubicBezTo>
                <a:lnTo>
                  <a:pt x="202863" y="1435473"/>
                </a:lnTo>
                <a:cubicBezTo>
                  <a:pt x="203469" y="1435473"/>
                  <a:pt x="204076" y="1435473"/>
                  <a:pt x="204685" y="1435473"/>
                </a:cubicBezTo>
                <a:cubicBezTo>
                  <a:pt x="218108" y="1435473"/>
                  <a:pt x="229304" y="1437273"/>
                  <a:pt x="240704" y="1441649"/>
                </a:cubicBezTo>
                <a:cubicBezTo>
                  <a:pt x="242526" y="1442362"/>
                  <a:pt x="244415" y="1442642"/>
                  <a:pt x="246437" y="1442642"/>
                </a:cubicBezTo>
                <a:cubicBezTo>
                  <a:pt x="250147" y="1442642"/>
                  <a:pt x="254127" y="1441649"/>
                  <a:pt x="258174" y="1440687"/>
                </a:cubicBezTo>
                <a:cubicBezTo>
                  <a:pt x="262222" y="1439694"/>
                  <a:pt x="266337" y="1438732"/>
                  <a:pt x="270451" y="1438732"/>
                </a:cubicBezTo>
                <a:cubicBezTo>
                  <a:pt x="274565" y="1438732"/>
                  <a:pt x="278343" y="1439663"/>
                  <a:pt x="282052" y="1442425"/>
                </a:cubicBezTo>
                <a:cubicBezTo>
                  <a:pt x="305189" y="1438483"/>
                  <a:pt x="331158" y="1438608"/>
                  <a:pt x="352609" y="1433889"/>
                </a:cubicBezTo>
                <a:cubicBezTo>
                  <a:pt x="371833" y="1429669"/>
                  <a:pt x="390922" y="1428459"/>
                  <a:pt x="410011" y="1428459"/>
                </a:cubicBezTo>
                <a:cubicBezTo>
                  <a:pt x="431056" y="1428459"/>
                  <a:pt x="452102" y="1429918"/>
                  <a:pt x="473281" y="1430446"/>
                </a:cubicBezTo>
                <a:cubicBezTo>
                  <a:pt x="476250" y="1430507"/>
                  <a:pt x="479960" y="1436001"/>
                  <a:pt x="480972" y="1439135"/>
                </a:cubicBezTo>
                <a:cubicBezTo>
                  <a:pt x="481916" y="1442331"/>
                  <a:pt x="483534" y="1446305"/>
                  <a:pt x="476115" y="1448663"/>
                </a:cubicBezTo>
                <a:lnTo>
                  <a:pt x="427549" y="1454343"/>
                </a:lnTo>
                <a:cubicBezTo>
                  <a:pt x="425458" y="1452946"/>
                  <a:pt x="423233" y="1452449"/>
                  <a:pt x="420804" y="1452449"/>
                </a:cubicBezTo>
                <a:cubicBezTo>
                  <a:pt x="417903" y="1452449"/>
                  <a:pt x="414800" y="1453163"/>
                  <a:pt x="411698" y="1453908"/>
                </a:cubicBezTo>
                <a:cubicBezTo>
                  <a:pt x="408594" y="1454622"/>
                  <a:pt x="405492" y="1455367"/>
                  <a:pt x="402591" y="1455367"/>
                </a:cubicBezTo>
                <a:cubicBezTo>
                  <a:pt x="399691" y="1455367"/>
                  <a:pt x="396790" y="1454590"/>
                  <a:pt x="394294" y="1452232"/>
                </a:cubicBezTo>
                <a:cubicBezTo>
                  <a:pt x="379926" y="1454373"/>
                  <a:pt x="365493" y="1456483"/>
                  <a:pt x="351192" y="1458750"/>
                </a:cubicBezTo>
                <a:lnTo>
                  <a:pt x="346336" y="1461015"/>
                </a:lnTo>
                <a:lnTo>
                  <a:pt x="351529" y="1463281"/>
                </a:lnTo>
                <a:cubicBezTo>
                  <a:pt x="355711" y="1463963"/>
                  <a:pt x="360163" y="1464553"/>
                  <a:pt x="364547" y="1464616"/>
                </a:cubicBezTo>
                <a:cubicBezTo>
                  <a:pt x="377566" y="1464802"/>
                  <a:pt x="387617" y="1464771"/>
                  <a:pt x="376217" y="1473927"/>
                </a:cubicBezTo>
                <a:cubicBezTo>
                  <a:pt x="371293" y="1477898"/>
                  <a:pt x="382490" y="1478209"/>
                  <a:pt x="387954" y="1478239"/>
                </a:cubicBezTo>
                <a:lnTo>
                  <a:pt x="530279" y="1478461"/>
                </a:lnTo>
                <a:lnTo>
                  <a:pt x="524042" y="1483152"/>
                </a:lnTo>
                <a:lnTo>
                  <a:pt x="529585" y="1491007"/>
                </a:lnTo>
                <a:lnTo>
                  <a:pt x="502209" y="1493521"/>
                </a:lnTo>
                <a:cubicBezTo>
                  <a:pt x="530106" y="1494199"/>
                  <a:pt x="616335" y="1493352"/>
                  <a:pt x="592885" y="1508384"/>
                </a:cubicBezTo>
                <a:cubicBezTo>
                  <a:pt x="562969" y="1527539"/>
                  <a:pt x="533340" y="1527680"/>
                  <a:pt x="528200" y="1528415"/>
                </a:cubicBezTo>
                <a:lnTo>
                  <a:pt x="528638" y="1528707"/>
                </a:lnTo>
                <a:lnTo>
                  <a:pt x="528894" y="1528443"/>
                </a:lnTo>
                <a:lnTo>
                  <a:pt x="529471" y="1529262"/>
                </a:lnTo>
                <a:lnTo>
                  <a:pt x="528638" y="1528707"/>
                </a:lnTo>
                <a:lnTo>
                  <a:pt x="520489" y="1537142"/>
                </a:lnTo>
                <a:lnTo>
                  <a:pt x="535371" y="1544981"/>
                </a:lnTo>
                <a:lnTo>
                  <a:pt x="535361" y="1544944"/>
                </a:lnTo>
                <a:lnTo>
                  <a:pt x="537341" y="1544546"/>
                </a:lnTo>
                <a:lnTo>
                  <a:pt x="545988" y="1539632"/>
                </a:lnTo>
                <a:lnTo>
                  <a:pt x="549165" y="1542176"/>
                </a:lnTo>
                <a:lnTo>
                  <a:pt x="537341" y="1544546"/>
                </a:lnTo>
                <a:lnTo>
                  <a:pt x="535998" y="1545310"/>
                </a:lnTo>
                <a:lnTo>
                  <a:pt x="535371" y="1544981"/>
                </a:lnTo>
                <a:lnTo>
                  <a:pt x="537844" y="1553558"/>
                </a:lnTo>
                <a:cubicBezTo>
                  <a:pt x="533397" y="1556020"/>
                  <a:pt x="524444" y="1558506"/>
                  <a:pt x="513298" y="1562321"/>
                </a:cubicBezTo>
                <a:cubicBezTo>
                  <a:pt x="537267" y="1579216"/>
                  <a:pt x="576714" y="1569864"/>
                  <a:pt x="602820" y="1580375"/>
                </a:cubicBezTo>
                <a:cubicBezTo>
                  <a:pt x="586301" y="1600434"/>
                  <a:pt x="552687" y="1573396"/>
                  <a:pt x="541656" y="1591959"/>
                </a:cubicBezTo>
                <a:lnTo>
                  <a:pt x="552307" y="1596458"/>
                </a:lnTo>
                <a:lnTo>
                  <a:pt x="533801" y="1596209"/>
                </a:lnTo>
                <a:cubicBezTo>
                  <a:pt x="535246" y="1592762"/>
                  <a:pt x="536633" y="1589343"/>
                  <a:pt x="538018" y="1586066"/>
                </a:cubicBezTo>
                <a:cubicBezTo>
                  <a:pt x="519999" y="1581856"/>
                  <a:pt x="511971" y="1588072"/>
                  <a:pt x="501690" y="1593609"/>
                </a:cubicBezTo>
                <a:lnTo>
                  <a:pt x="520172" y="1612427"/>
                </a:lnTo>
                <a:lnTo>
                  <a:pt x="501286" y="1625537"/>
                </a:lnTo>
                <a:lnTo>
                  <a:pt x="471657" y="1602085"/>
                </a:lnTo>
                <a:lnTo>
                  <a:pt x="484943" y="1600427"/>
                </a:lnTo>
                <a:lnTo>
                  <a:pt x="473765" y="1590825"/>
                </a:lnTo>
                <a:lnTo>
                  <a:pt x="420889" y="1609121"/>
                </a:lnTo>
                <a:lnTo>
                  <a:pt x="422276" y="1621779"/>
                </a:lnTo>
                <a:lnTo>
                  <a:pt x="439660" y="1615591"/>
                </a:lnTo>
                <a:cubicBezTo>
                  <a:pt x="478761" y="1634747"/>
                  <a:pt x="487423" y="1638223"/>
                  <a:pt x="487598" y="1641726"/>
                </a:cubicBezTo>
                <a:cubicBezTo>
                  <a:pt x="487828" y="1646346"/>
                  <a:pt x="491481" y="1649115"/>
                  <a:pt x="496267" y="1651280"/>
                </a:cubicBezTo>
                <a:lnTo>
                  <a:pt x="502572" y="1653696"/>
                </a:lnTo>
                <a:lnTo>
                  <a:pt x="449284" y="1653779"/>
                </a:lnTo>
                <a:cubicBezTo>
                  <a:pt x="443821" y="1653810"/>
                  <a:pt x="432623" y="1654120"/>
                  <a:pt x="437547" y="1658092"/>
                </a:cubicBezTo>
                <a:cubicBezTo>
                  <a:pt x="448947" y="1667248"/>
                  <a:pt x="438896" y="1667217"/>
                  <a:pt x="425877" y="1667403"/>
                </a:cubicBezTo>
                <a:cubicBezTo>
                  <a:pt x="421493" y="1667465"/>
                  <a:pt x="417041" y="1668055"/>
                  <a:pt x="412859" y="1668738"/>
                </a:cubicBezTo>
                <a:lnTo>
                  <a:pt x="407666" y="1671003"/>
                </a:lnTo>
                <a:lnTo>
                  <a:pt x="412523" y="1673269"/>
                </a:lnTo>
                <a:cubicBezTo>
                  <a:pt x="426823" y="1675534"/>
                  <a:pt x="441256" y="1677644"/>
                  <a:pt x="455624" y="1679787"/>
                </a:cubicBezTo>
                <a:cubicBezTo>
                  <a:pt x="458120" y="1677427"/>
                  <a:pt x="461021" y="1676651"/>
                  <a:pt x="463921" y="1676651"/>
                </a:cubicBezTo>
                <a:cubicBezTo>
                  <a:pt x="466822" y="1676651"/>
                  <a:pt x="469925" y="1677397"/>
                  <a:pt x="473028" y="1678110"/>
                </a:cubicBezTo>
                <a:cubicBezTo>
                  <a:pt x="476130" y="1678855"/>
                  <a:pt x="479233" y="1679568"/>
                  <a:pt x="482134" y="1679568"/>
                </a:cubicBezTo>
                <a:cubicBezTo>
                  <a:pt x="484563" y="1679568"/>
                  <a:pt x="486788" y="1679073"/>
                  <a:pt x="488879" y="1677675"/>
                </a:cubicBezTo>
                <a:lnTo>
                  <a:pt x="503740" y="1679414"/>
                </a:lnTo>
                <a:lnTo>
                  <a:pt x="503061" y="1682479"/>
                </a:lnTo>
                <a:cubicBezTo>
                  <a:pt x="499293" y="1685710"/>
                  <a:pt x="493836" y="1688444"/>
                  <a:pt x="490313" y="1691313"/>
                </a:cubicBezTo>
                <a:lnTo>
                  <a:pt x="506109" y="1702468"/>
                </a:lnTo>
                <a:lnTo>
                  <a:pt x="471341" y="1703560"/>
                </a:lnTo>
                <a:cubicBezTo>
                  <a:pt x="452253" y="1703560"/>
                  <a:pt x="433163" y="1702349"/>
                  <a:pt x="413939" y="1698128"/>
                </a:cubicBezTo>
                <a:cubicBezTo>
                  <a:pt x="392488" y="1693411"/>
                  <a:pt x="366519" y="1693535"/>
                  <a:pt x="343383" y="1689594"/>
                </a:cubicBezTo>
                <a:cubicBezTo>
                  <a:pt x="339673" y="1692356"/>
                  <a:pt x="335896" y="1693287"/>
                  <a:pt x="331781" y="1693287"/>
                </a:cubicBezTo>
                <a:cubicBezTo>
                  <a:pt x="327667" y="1693287"/>
                  <a:pt x="323552" y="1692325"/>
                  <a:pt x="319504" y="1691332"/>
                </a:cubicBezTo>
                <a:cubicBezTo>
                  <a:pt x="315457" y="1690369"/>
                  <a:pt x="311478" y="1689376"/>
                  <a:pt x="307767" y="1689376"/>
                </a:cubicBezTo>
                <a:cubicBezTo>
                  <a:pt x="305745" y="1689376"/>
                  <a:pt x="303856" y="1689656"/>
                  <a:pt x="302034" y="1690369"/>
                </a:cubicBezTo>
                <a:cubicBezTo>
                  <a:pt x="290634" y="1694746"/>
                  <a:pt x="279438" y="1696545"/>
                  <a:pt x="266014" y="1696545"/>
                </a:cubicBezTo>
                <a:cubicBezTo>
                  <a:pt x="265407" y="1696545"/>
                  <a:pt x="264800" y="1696545"/>
                  <a:pt x="264193" y="1696545"/>
                </a:cubicBezTo>
                <a:lnTo>
                  <a:pt x="255154" y="1700641"/>
                </a:lnTo>
                <a:cubicBezTo>
                  <a:pt x="253603" y="1704056"/>
                  <a:pt x="255761" y="1707407"/>
                  <a:pt x="262305" y="1709488"/>
                </a:cubicBezTo>
                <a:lnTo>
                  <a:pt x="280468" y="1713196"/>
                </a:lnTo>
                <a:lnTo>
                  <a:pt x="251496" y="1711457"/>
                </a:lnTo>
                <a:cubicBezTo>
                  <a:pt x="242862" y="1710650"/>
                  <a:pt x="234903" y="1708074"/>
                  <a:pt x="226337" y="1706988"/>
                </a:cubicBezTo>
                <a:cubicBezTo>
                  <a:pt x="224852" y="1706801"/>
                  <a:pt x="223436" y="1706709"/>
                  <a:pt x="221953" y="1706709"/>
                </a:cubicBezTo>
                <a:cubicBezTo>
                  <a:pt x="213724" y="1706709"/>
                  <a:pt x="206370" y="1709595"/>
                  <a:pt x="205898" y="1713226"/>
                </a:cubicBezTo>
                <a:cubicBezTo>
                  <a:pt x="205156" y="1719092"/>
                  <a:pt x="204955" y="1724988"/>
                  <a:pt x="204616" y="1730854"/>
                </a:cubicBezTo>
                <a:cubicBezTo>
                  <a:pt x="204212" y="1737930"/>
                  <a:pt x="211430" y="1741158"/>
                  <a:pt x="224582" y="1742400"/>
                </a:cubicBezTo>
                <a:cubicBezTo>
                  <a:pt x="230587" y="1742958"/>
                  <a:pt x="231732" y="1745782"/>
                  <a:pt x="227820" y="1747055"/>
                </a:cubicBezTo>
                <a:cubicBezTo>
                  <a:pt x="218445" y="1750065"/>
                  <a:pt x="205696" y="1751617"/>
                  <a:pt x="199625" y="1755775"/>
                </a:cubicBezTo>
                <a:cubicBezTo>
                  <a:pt x="194702" y="1759159"/>
                  <a:pt x="190249" y="1760306"/>
                  <a:pt x="185932" y="1760306"/>
                </a:cubicBezTo>
                <a:cubicBezTo>
                  <a:pt x="179592" y="1760306"/>
                  <a:pt x="173521" y="1757855"/>
                  <a:pt x="166843" y="1756303"/>
                </a:cubicBezTo>
                <a:cubicBezTo>
                  <a:pt x="165359" y="1755961"/>
                  <a:pt x="163942" y="1755806"/>
                  <a:pt x="162661" y="1755806"/>
                </a:cubicBezTo>
                <a:cubicBezTo>
                  <a:pt x="157669" y="1755806"/>
                  <a:pt x="154365" y="1758103"/>
                  <a:pt x="155174" y="1761113"/>
                </a:cubicBezTo>
                <a:cubicBezTo>
                  <a:pt x="155916" y="1763876"/>
                  <a:pt x="166978" y="1765832"/>
                  <a:pt x="156860" y="1769494"/>
                </a:cubicBezTo>
                <a:cubicBezTo>
                  <a:pt x="130081" y="1779208"/>
                  <a:pt x="95006" y="1774428"/>
                  <a:pt x="67351" y="1783180"/>
                </a:cubicBezTo>
                <a:cubicBezTo>
                  <a:pt x="66811" y="1783335"/>
                  <a:pt x="66204" y="1783429"/>
                  <a:pt x="65528" y="1783429"/>
                </a:cubicBezTo>
                <a:cubicBezTo>
                  <a:pt x="63100" y="1783429"/>
                  <a:pt x="59661" y="1782528"/>
                  <a:pt x="56152" y="1781628"/>
                </a:cubicBezTo>
                <a:cubicBezTo>
                  <a:pt x="52645" y="1780728"/>
                  <a:pt x="49003" y="1779829"/>
                  <a:pt x="46035" y="1779829"/>
                </a:cubicBezTo>
                <a:cubicBezTo>
                  <a:pt x="45427" y="1779829"/>
                  <a:pt x="44888" y="1779860"/>
                  <a:pt x="44281" y="1779952"/>
                </a:cubicBezTo>
                <a:cubicBezTo>
                  <a:pt x="31735" y="1781876"/>
                  <a:pt x="20134" y="1785911"/>
                  <a:pt x="8935" y="1789697"/>
                </a:cubicBezTo>
                <a:cubicBezTo>
                  <a:pt x="-3273" y="1793826"/>
                  <a:pt x="-3071" y="1803260"/>
                  <a:pt x="10150" y="1807480"/>
                </a:cubicBezTo>
                <a:cubicBezTo>
                  <a:pt x="27080" y="1812881"/>
                  <a:pt x="43539" y="1819398"/>
                  <a:pt x="65124" y="1819430"/>
                </a:cubicBezTo>
                <a:cubicBezTo>
                  <a:pt x="73826" y="1819430"/>
                  <a:pt x="83336" y="1820360"/>
                  <a:pt x="92037" y="1820360"/>
                </a:cubicBezTo>
                <a:cubicBezTo>
                  <a:pt x="97029" y="1820360"/>
                  <a:pt x="101751" y="1820050"/>
                  <a:pt x="105933" y="1819088"/>
                </a:cubicBezTo>
                <a:cubicBezTo>
                  <a:pt x="128798" y="1813750"/>
                  <a:pt x="154904" y="1814619"/>
                  <a:pt x="176219" y="1808598"/>
                </a:cubicBezTo>
                <a:cubicBezTo>
                  <a:pt x="192542" y="1804005"/>
                  <a:pt x="210687" y="1804688"/>
                  <a:pt x="227349" y="1800156"/>
                </a:cubicBezTo>
                <a:cubicBezTo>
                  <a:pt x="233352" y="1798511"/>
                  <a:pt x="238815" y="1797705"/>
                  <a:pt x="243739" y="1797705"/>
                </a:cubicBezTo>
                <a:cubicBezTo>
                  <a:pt x="257568" y="1797705"/>
                  <a:pt x="267550" y="1804005"/>
                  <a:pt x="276454" y="1815922"/>
                </a:cubicBezTo>
                <a:cubicBezTo>
                  <a:pt x="280839" y="1821788"/>
                  <a:pt x="291226" y="1825326"/>
                  <a:pt x="302761" y="1825326"/>
                </a:cubicBezTo>
                <a:cubicBezTo>
                  <a:pt x="306471" y="1825326"/>
                  <a:pt x="310248" y="1824954"/>
                  <a:pt x="314026" y="1824208"/>
                </a:cubicBezTo>
                <a:cubicBezTo>
                  <a:pt x="320231" y="1822967"/>
                  <a:pt x="326100" y="1820174"/>
                  <a:pt x="332237" y="1820111"/>
                </a:cubicBezTo>
                <a:cubicBezTo>
                  <a:pt x="362996" y="1819833"/>
                  <a:pt x="393754" y="1819554"/>
                  <a:pt x="424513" y="1819554"/>
                </a:cubicBezTo>
                <a:lnTo>
                  <a:pt x="430825" y="1819592"/>
                </a:lnTo>
                <a:lnTo>
                  <a:pt x="447732" y="1822269"/>
                </a:lnTo>
                <a:cubicBezTo>
                  <a:pt x="449015" y="1822674"/>
                  <a:pt x="450700" y="1822829"/>
                  <a:pt x="452522" y="1822829"/>
                </a:cubicBezTo>
                <a:lnTo>
                  <a:pt x="471034" y="1819830"/>
                </a:lnTo>
                <a:lnTo>
                  <a:pt x="476587" y="1819864"/>
                </a:lnTo>
                <a:cubicBezTo>
                  <a:pt x="491966" y="1820050"/>
                  <a:pt x="504311" y="1827655"/>
                  <a:pt x="520566" y="1827655"/>
                </a:cubicBezTo>
                <a:cubicBezTo>
                  <a:pt x="522860" y="1827655"/>
                  <a:pt x="525153" y="1827498"/>
                  <a:pt x="527582" y="1827187"/>
                </a:cubicBezTo>
                <a:cubicBezTo>
                  <a:pt x="533382" y="1831967"/>
                  <a:pt x="538711" y="1836933"/>
                  <a:pt x="545119" y="1841527"/>
                </a:cubicBezTo>
                <a:lnTo>
                  <a:pt x="561892" y="1847337"/>
                </a:lnTo>
                <a:lnTo>
                  <a:pt x="548237" y="1852406"/>
                </a:lnTo>
                <a:cubicBezTo>
                  <a:pt x="544123" y="1854920"/>
                  <a:pt x="540481" y="1855757"/>
                  <a:pt x="536906" y="1855757"/>
                </a:cubicBezTo>
                <a:cubicBezTo>
                  <a:pt x="531509" y="1855757"/>
                  <a:pt x="526315" y="1853833"/>
                  <a:pt x="519975" y="1852747"/>
                </a:cubicBezTo>
                <a:cubicBezTo>
                  <a:pt x="515321" y="1851940"/>
                  <a:pt x="509924" y="1851164"/>
                  <a:pt x="504798" y="1851164"/>
                </a:cubicBezTo>
                <a:cubicBezTo>
                  <a:pt x="497446" y="1851164"/>
                  <a:pt x="490632" y="1852778"/>
                  <a:pt x="487260" y="1858240"/>
                </a:cubicBezTo>
                <a:lnTo>
                  <a:pt x="481662" y="1859171"/>
                </a:lnTo>
                <a:lnTo>
                  <a:pt x="478132" y="1864094"/>
                </a:lnTo>
                <a:lnTo>
                  <a:pt x="463628" y="1862616"/>
                </a:lnTo>
                <a:lnTo>
                  <a:pt x="472917" y="1848044"/>
                </a:lnTo>
                <a:lnTo>
                  <a:pt x="425813" y="1855453"/>
                </a:lnTo>
                <a:cubicBezTo>
                  <a:pt x="417568" y="1859430"/>
                  <a:pt x="416414" y="1863929"/>
                  <a:pt x="420486" y="1866119"/>
                </a:cubicBezTo>
                <a:cubicBezTo>
                  <a:pt x="425453" y="1868804"/>
                  <a:pt x="421467" y="1876347"/>
                  <a:pt x="421467" y="1884004"/>
                </a:cubicBezTo>
                <a:cubicBezTo>
                  <a:pt x="401889" y="1878636"/>
                  <a:pt x="382541" y="1882196"/>
                  <a:pt x="364232" y="1886971"/>
                </a:cubicBezTo>
                <a:lnTo>
                  <a:pt x="355452" y="1879371"/>
                </a:lnTo>
                <a:lnTo>
                  <a:pt x="332740" y="1887042"/>
                </a:lnTo>
                <a:lnTo>
                  <a:pt x="351757" y="1891859"/>
                </a:lnTo>
                <a:lnTo>
                  <a:pt x="363122" y="1901045"/>
                </a:lnTo>
                <a:lnTo>
                  <a:pt x="392185" y="1899657"/>
                </a:lnTo>
                <a:lnTo>
                  <a:pt x="393411" y="1901142"/>
                </a:lnTo>
                <a:lnTo>
                  <a:pt x="363385" y="1901258"/>
                </a:lnTo>
                <a:lnTo>
                  <a:pt x="363122" y="1901045"/>
                </a:lnTo>
                <a:lnTo>
                  <a:pt x="362614" y="1901070"/>
                </a:lnTo>
                <a:lnTo>
                  <a:pt x="363074" y="1901259"/>
                </a:lnTo>
                <a:lnTo>
                  <a:pt x="315862" y="1901442"/>
                </a:lnTo>
                <a:cubicBezTo>
                  <a:pt x="315323" y="1901442"/>
                  <a:pt x="314783" y="1901442"/>
                  <a:pt x="314243" y="1901442"/>
                </a:cubicBezTo>
                <a:cubicBezTo>
                  <a:pt x="308982" y="1901442"/>
                  <a:pt x="303653" y="1901286"/>
                  <a:pt x="298324" y="1901100"/>
                </a:cubicBezTo>
                <a:cubicBezTo>
                  <a:pt x="292928" y="1900945"/>
                  <a:pt x="287532" y="1900759"/>
                  <a:pt x="282203" y="1900759"/>
                </a:cubicBezTo>
                <a:cubicBezTo>
                  <a:pt x="268577" y="1900759"/>
                  <a:pt x="255222" y="1901908"/>
                  <a:pt x="243080" y="1907120"/>
                </a:cubicBezTo>
                <a:cubicBezTo>
                  <a:pt x="241866" y="1907649"/>
                  <a:pt x="239910" y="1907773"/>
                  <a:pt x="237819" y="1907773"/>
                </a:cubicBezTo>
                <a:cubicBezTo>
                  <a:pt x="237077" y="1907773"/>
                  <a:pt x="236201" y="1907741"/>
                  <a:pt x="235391" y="1907741"/>
                </a:cubicBezTo>
                <a:cubicBezTo>
                  <a:pt x="234514" y="1907711"/>
                  <a:pt x="233704" y="1907711"/>
                  <a:pt x="232895" y="1907711"/>
                </a:cubicBezTo>
                <a:cubicBezTo>
                  <a:pt x="231816" y="1907711"/>
                  <a:pt x="230669" y="1907741"/>
                  <a:pt x="229658" y="1907835"/>
                </a:cubicBezTo>
                <a:cubicBezTo>
                  <a:pt x="224800" y="1908332"/>
                  <a:pt x="219877" y="1908455"/>
                  <a:pt x="214885" y="1908455"/>
                </a:cubicBezTo>
                <a:cubicBezTo>
                  <a:pt x="212187" y="1908455"/>
                  <a:pt x="209489" y="1908424"/>
                  <a:pt x="206790" y="1908393"/>
                </a:cubicBezTo>
                <a:cubicBezTo>
                  <a:pt x="204025" y="1908332"/>
                  <a:pt x="201327" y="1908301"/>
                  <a:pt x="198628" y="1908301"/>
                </a:cubicBezTo>
                <a:cubicBezTo>
                  <a:pt x="188646" y="1908301"/>
                  <a:pt x="178798" y="1908796"/>
                  <a:pt x="169422" y="1911777"/>
                </a:cubicBezTo>
                <a:cubicBezTo>
                  <a:pt x="160585" y="1914570"/>
                  <a:pt x="151075" y="1914973"/>
                  <a:pt x="141361" y="1914973"/>
                </a:cubicBezTo>
                <a:cubicBezTo>
                  <a:pt x="139337" y="1914973"/>
                  <a:pt x="137314" y="1914942"/>
                  <a:pt x="135290" y="1914942"/>
                </a:cubicBezTo>
                <a:cubicBezTo>
                  <a:pt x="133198" y="1914911"/>
                  <a:pt x="131108" y="1914911"/>
                  <a:pt x="129084" y="1914911"/>
                </a:cubicBezTo>
                <a:cubicBezTo>
                  <a:pt x="122474" y="1914911"/>
                  <a:pt x="116000" y="1915097"/>
                  <a:pt x="109726" y="1916091"/>
                </a:cubicBezTo>
                <a:lnTo>
                  <a:pt x="104397" y="1918293"/>
                </a:lnTo>
                <a:lnTo>
                  <a:pt x="113639" y="1922018"/>
                </a:lnTo>
                <a:cubicBezTo>
                  <a:pt x="116269" y="1922173"/>
                  <a:pt x="118899" y="1922204"/>
                  <a:pt x="121597" y="1922204"/>
                </a:cubicBezTo>
                <a:cubicBezTo>
                  <a:pt x="123419" y="1922204"/>
                  <a:pt x="125173" y="1922173"/>
                  <a:pt x="126994" y="1922173"/>
                </a:cubicBezTo>
                <a:cubicBezTo>
                  <a:pt x="128883" y="1922143"/>
                  <a:pt x="130703" y="1922143"/>
                  <a:pt x="132525" y="1922143"/>
                </a:cubicBezTo>
                <a:cubicBezTo>
                  <a:pt x="137786" y="1922143"/>
                  <a:pt x="142913" y="1922329"/>
                  <a:pt x="147634" y="1923167"/>
                </a:cubicBezTo>
                <a:cubicBezTo>
                  <a:pt x="154178" y="1924314"/>
                  <a:pt x="159978" y="1926643"/>
                  <a:pt x="165981" y="1926643"/>
                </a:cubicBezTo>
                <a:cubicBezTo>
                  <a:pt x="169422" y="1926643"/>
                  <a:pt x="172861" y="1925898"/>
                  <a:pt x="176638" y="1923787"/>
                </a:cubicBezTo>
                <a:cubicBezTo>
                  <a:pt x="190399" y="1927481"/>
                  <a:pt x="204025" y="1931391"/>
                  <a:pt x="218190" y="1934619"/>
                </a:cubicBezTo>
                <a:cubicBezTo>
                  <a:pt x="218393" y="1934680"/>
                  <a:pt x="218595" y="1934680"/>
                  <a:pt x="218864" y="1934680"/>
                </a:cubicBezTo>
                <a:cubicBezTo>
                  <a:pt x="221293" y="1934680"/>
                  <a:pt x="225813" y="1932539"/>
                  <a:pt x="228982" y="1931360"/>
                </a:cubicBezTo>
                <a:cubicBezTo>
                  <a:pt x="234447" y="1929374"/>
                  <a:pt x="240584" y="1928939"/>
                  <a:pt x="246858" y="1928939"/>
                </a:cubicBezTo>
                <a:cubicBezTo>
                  <a:pt x="249151" y="1928939"/>
                  <a:pt x="251512" y="1929002"/>
                  <a:pt x="253805" y="1929063"/>
                </a:cubicBezTo>
                <a:cubicBezTo>
                  <a:pt x="256167" y="1929125"/>
                  <a:pt x="258460" y="1929188"/>
                  <a:pt x="260752" y="1929188"/>
                </a:cubicBezTo>
                <a:lnTo>
                  <a:pt x="276910" y="1926437"/>
                </a:lnTo>
                <a:lnTo>
                  <a:pt x="277145" y="1928907"/>
                </a:lnTo>
                <a:cubicBezTo>
                  <a:pt x="278983" y="1930739"/>
                  <a:pt x="282660" y="1932072"/>
                  <a:pt x="288798" y="1932461"/>
                </a:cubicBezTo>
                <a:lnTo>
                  <a:pt x="295071" y="1933578"/>
                </a:lnTo>
                <a:lnTo>
                  <a:pt x="299860" y="1936030"/>
                </a:lnTo>
                <a:lnTo>
                  <a:pt x="296015" y="1938109"/>
                </a:lnTo>
                <a:cubicBezTo>
                  <a:pt x="278074" y="1938947"/>
                  <a:pt x="260063" y="1939412"/>
                  <a:pt x="242119" y="1940344"/>
                </a:cubicBezTo>
                <a:cubicBezTo>
                  <a:pt x="236319" y="1940655"/>
                  <a:pt x="232407" y="1944999"/>
                  <a:pt x="226404" y="1944999"/>
                </a:cubicBezTo>
                <a:cubicBezTo>
                  <a:pt x="224449" y="1944999"/>
                  <a:pt x="222223" y="1944533"/>
                  <a:pt x="219659" y="1943323"/>
                </a:cubicBezTo>
                <a:cubicBezTo>
                  <a:pt x="213588" y="1940436"/>
                  <a:pt x="206641" y="1939878"/>
                  <a:pt x="199422" y="1939878"/>
                </a:cubicBezTo>
                <a:cubicBezTo>
                  <a:pt x="197129" y="1939878"/>
                  <a:pt x="194836" y="1939940"/>
                  <a:pt x="192475" y="1940003"/>
                </a:cubicBezTo>
                <a:cubicBezTo>
                  <a:pt x="190182" y="1940064"/>
                  <a:pt x="187821" y="1940126"/>
                  <a:pt x="185528" y="1940126"/>
                </a:cubicBezTo>
                <a:cubicBezTo>
                  <a:pt x="179254" y="1940126"/>
                  <a:pt x="173116" y="1939692"/>
                  <a:pt x="167652" y="1937705"/>
                </a:cubicBezTo>
                <a:cubicBezTo>
                  <a:pt x="164482" y="1936527"/>
                  <a:pt x="159963" y="1934385"/>
                  <a:pt x="157534" y="1934385"/>
                </a:cubicBezTo>
                <a:cubicBezTo>
                  <a:pt x="157265" y="1934385"/>
                  <a:pt x="157063" y="1934385"/>
                  <a:pt x="156860" y="1934447"/>
                </a:cubicBezTo>
                <a:cubicBezTo>
                  <a:pt x="142695" y="1937674"/>
                  <a:pt x="129069" y="1941585"/>
                  <a:pt x="115308" y="1945278"/>
                </a:cubicBezTo>
                <a:cubicBezTo>
                  <a:pt x="111531" y="1943168"/>
                  <a:pt x="108092" y="1942423"/>
                  <a:pt x="104651" y="1942423"/>
                </a:cubicBezTo>
                <a:cubicBezTo>
                  <a:pt x="98647" y="1942423"/>
                  <a:pt x="92847" y="1944750"/>
                  <a:pt x="86304" y="1945899"/>
                </a:cubicBezTo>
                <a:cubicBezTo>
                  <a:pt x="81583" y="1946737"/>
                  <a:pt x="76456" y="1946923"/>
                  <a:pt x="71195" y="1946923"/>
                </a:cubicBezTo>
                <a:cubicBezTo>
                  <a:pt x="69373" y="1946923"/>
                  <a:pt x="67553" y="1946923"/>
                  <a:pt x="65664" y="1946891"/>
                </a:cubicBezTo>
                <a:cubicBezTo>
                  <a:pt x="63842" y="1946891"/>
                  <a:pt x="62089" y="1946861"/>
                  <a:pt x="60267" y="1946861"/>
                </a:cubicBezTo>
                <a:cubicBezTo>
                  <a:pt x="57569" y="1946861"/>
                  <a:pt x="54939" y="1946891"/>
                  <a:pt x="52308" y="1947048"/>
                </a:cubicBezTo>
                <a:lnTo>
                  <a:pt x="43067" y="1950771"/>
                </a:lnTo>
                <a:lnTo>
                  <a:pt x="48396" y="1952975"/>
                </a:lnTo>
                <a:cubicBezTo>
                  <a:pt x="54670" y="1953967"/>
                  <a:pt x="61144" y="1954155"/>
                  <a:pt x="67754" y="1954155"/>
                </a:cubicBezTo>
                <a:cubicBezTo>
                  <a:pt x="69778" y="1954155"/>
                  <a:pt x="71868" y="1954155"/>
                  <a:pt x="73960" y="1954124"/>
                </a:cubicBezTo>
                <a:cubicBezTo>
                  <a:pt x="75983" y="1954124"/>
                  <a:pt x="78007" y="1954092"/>
                  <a:pt x="80031" y="1954092"/>
                </a:cubicBezTo>
                <a:cubicBezTo>
                  <a:pt x="89745" y="1954092"/>
                  <a:pt x="99255" y="1954496"/>
                  <a:pt x="108092" y="1957289"/>
                </a:cubicBezTo>
                <a:cubicBezTo>
                  <a:pt x="117468" y="1960268"/>
                  <a:pt x="127316" y="1960765"/>
                  <a:pt x="137298" y="1960765"/>
                </a:cubicBezTo>
                <a:cubicBezTo>
                  <a:pt x="139997" y="1960765"/>
                  <a:pt x="142695" y="1960733"/>
                  <a:pt x="145460" y="1960671"/>
                </a:cubicBezTo>
                <a:cubicBezTo>
                  <a:pt x="148158" y="1960641"/>
                  <a:pt x="150856" y="1960610"/>
                  <a:pt x="153554" y="1960610"/>
                </a:cubicBezTo>
                <a:cubicBezTo>
                  <a:pt x="158546" y="1960610"/>
                  <a:pt x="163470" y="1960733"/>
                  <a:pt x="168327" y="1961231"/>
                </a:cubicBezTo>
                <a:cubicBezTo>
                  <a:pt x="169339" y="1961323"/>
                  <a:pt x="170486" y="1961354"/>
                  <a:pt x="171565" y="1961354"/>
                </a:cubicBezTo>
                <a:cubicBezTo>
                  <a:pt x="172374" y="1961354"/>
                  <a:pt x="173184" y="1961354"/>
                  <a:pt x="174061" y="1961323"/>
                </a:cubicBezTo>
                <a:cubicBezTo>
                  <a:pt x="174870" y="1961323"/>
                  <a:pt x="175747" y="1961293"/>
                  <a:pt x="176489" y="1961293"/>
                </a:cubicBezTo>
                <a:cubicBezTo>
                  <a:pt x="178580" y="1961293"/>
                  <a:pt x="180536" y="1961416"/>
                  <a:pt x="181750" y="1961945"/>
                </a:cubicBezTo>
                <a:cubicBezTo>
                  <a:pt x="193891" y="1967158"/>
                  <a:pt x="207247" y="1968307"/>
                  <a:pt x="220874" y="1968307"/>
                </a:cubicBezTo>
                <a:cubicBezTo>
                  <a:pt x="226202" y="1968307"/>
                  <a:pt x="231598" y="1968120"/>
                  <a:pt x="236994" y="1967966"/>
                </a:cubicBezTo>
                <a:cubicBezTo>
                  <a:pt x="242323" y="1967779"/>
                  <a:pt x="247651" y="1967624"/>
                  <a:pt x="252913" y="1967624"/>
                </a:cubicBezTo>
                <a:cubicBezTo>
                  <a:pt x="253453" y="1967624"/>
                  <a:pt x="253992" y="1967624"/>
                  <a:pt x="254532" y="1967624"/>
                </a:cubicBezTo>
                <a:lnTo>
                  <a:pt x="402364" y="1968195"/>
                </a:lnTo>
                <a:lnTo>
                  <a:pt x="400560" y="1969303"/>
                </a:lnTo>
                <a:cubicBezTo>
                  <a:pt x="413440" y="1970828"/>
                  <a:pt x="425482" y="1971408"/>
                  <a:pt x="436946" y="1970797"/>
                </a:cubicBezTo>
                <a:lnTo>
                  <a:pt x="451017" y="1968384"/>
                </a:lnTo>
                <a:lnTo>
                  <a:pt x="475321" y="1968477"/>
                </a:lnTo>
                <a:lnTo>
                  <a:pt x="498225" y="1981199"/>
                </a:lnTo>
                <a:lnTo>
                  <a:pt x="497937" y="1981622"/>
                </a:lnTo>
                <a:lnTo>
                  <a:pt x="498318" y="1981618"/>
                </a:lnTo>
                <a:lnTo>
                  <a:pt x="494596" y="1987735"/>
                </a:lnTo>
                <a:cubicBezTo>
                  <a:pt x="493518" y="1993353"/>
                  <a:pt x="489201" y="1996238"/>
                  <a:pt x="478274" y="1996332"/>
                </a:cubicBezTo>
                <a:cubicBezTo>
                  <a:pt x="459927" y="1996518"/>
                  <a:pt x="441579" y="1996456"/>
                  <a:pt x="423299" y="1996984"/>
                </a:cubicBezTo>
                <a:cubicBezTo>
                  <a:pt x="419792" y="1997076"/>
                  <a:pt x="413585" y="1999683"/>
                  <a:pt x="413856" y="2000863"/>
                </a:cubicBezTo>
                <a:cubicBezTo>
                  <a:pt x="414396" y="2003966"/>
                  <a:pt x="417566" y="2007008"/>
                  <a:pt x="420331" y="2009895"/>
                </a:cubicBezTo>
                <a:lnTo>
                  <a:pt x="425931" y="2010826"/>
                </a:lnTo>
                <a:cubicBezTo>
                  <a:pt x="429302" y="2016288"/>
                  <a:pt x="436116" y="2017902"/>
                  <a:pt x="443468" y="2017902"/>
                </a:cubicBezTo>
                <a:cubicBezTo>
                  <a:pt x="448594" y="2017902"/>
                  <a:pt x="453991" y="2017125"/>
                  <a:pt x="458645" y="2016319"/>
                </a:cubicBezTo>
                <a:cubicBezTo>
                  <a:pt x="464985" y="2015232"/>
                  <a:pt x="470179" y="2013308"/>
                  <a:pt x="475576" y="2013308"/>
                </a:cubicBezTo>
                <a:cubicBezTo>
                  <a:pt x="479151" y="2013308"/>
                  <a:pt x="482793" y="2014146"/>
                  <a:pt x="486907" y="2016660"/>
                </a:cubicBezTo>
                <a:cubicBezTo>
                  <a:pt x="492506" y="2020073"/>
                  <a:pt x="500466" y="2023023"/>
                  <a:pt x="508560" y="2024698"/>
                </a:cubicBezTo>
                <a:cubicBezTo>
                  <a:pt x="522455" y="2027616"/>
                  <a:pt x="522523" y="2028857"/>
                  <a:pt x="508560" y="2031774"/>
                </a:cubicBezTo>
                <a:cubicBezTo>
                  <a:pt x="500533" y="2033450"/>
                  <a:pt x="494057" y="2037019"/>
                  <a:pt x="486840" y="2039719"/>
                </a:cubicBezTo>
                <a:lnTo>
                  <a:pt x="455078" y="2049326"/>
                </a:lnTo>
                <a:lnTo>
                  <a:pt x="408527" y="2049044"/>
                </a:lnTo>
                <a:lnTo>
                  <a:pt x="391192" y="2046237"/>
                </a:lnTo>
                <a:cubicBezTo>
                  <a:pt x="389370" y="2046237"/>
                  <a:pt x="387684" y="2046392"/>
                  <a:pt x="386402" y="2046795"/>
                </a:cubicBezTo>
                <a:lnTo>
                  <a:pt x="384978" y="2047021"/>
                </a:lnTo>
                <a:lnTo>
                  <a:pt x="375356" y="2044858"/>
                </a:lnTo>
                <a:cubicBezTo>
                  <a:pt x="371579" y="2044112"/>
                  <a:pt x="367801" y="2043740"/>
                  <a:pt x="364092" y="2043740"/>
                </a:cubicBezTo>
                <a:cubicBezTo>
                  <a:pt x="352556" y="2043740"/>
                  <a:pt x="342169" y="2047277"/>
                  <a:pt x="337785" y="2053143"/>
                </a:cubicBezTo>
                <a:lnTo>
                  <a:pt x="337150" y="2053738"/>
                </a:lnTo>
                <a:lnTo>
                  <a:pt x="321850" y="2055392"/>
                </a:lnTo>
                <a:cubicBezTo>
                  <a:pt x="319286" y="2055858"/>
                  <a:pt x="317397" y="2059396"/>
                  <a:pt x="317870" y="2061289"/>
                </a:cubicBezTo>
                <a:lnTo>
                  <a:pt x="324065" y="2065982"/>
                </a:lnTo>
                <a:lnTo>
                  <a:pt x="323275" y="2066721"/>
                </a:lnTo>
                <a:cubicBezTo>
                  <a:pt x="317936" y="2069786"/>
                  <a:pt x="311983" y="2071360"/>
                  <a:pt x="305069" y="2071360"/>
                </a:cubicBezTo>
                <a:cubicBezTo>
                  <a:pt x="300146" y="2071360"/>
                  <a:pt x="294682" y="2070554"/>
                  <a:pt x="288679" y="2068910"/>
                </a:cubicBezTo>
                <a:cubicBezTo>
                  <a:pt x="272017" y="2064378"/>
                  <a:pt x="253873" y="2065061"/>
                  <a:pt x="237550" y="2060468"/>
                </a:cubicBezTo>
                <a:cubicBezTo>
                  <a:pt x="216235" y="2054447"/>
                  <a:pt x="190129" y="2055316"/>
                  <a:pt x="167264" y="2049978"/>
                </a:cubicBezTo>
                <a:cubicBezTo>
                  <a:pt x="163081" y="2049015"/>
                  <a:pt x="158359" y="2048705"/>
                  <a:pt x="153367" y="2048705"/>
                </a:cubicBezTo>
                <a:cubicBezTo>
                  <a:pt x="144666" y="2048705"/>
                  <a:pt x="135157" y="2049636"/>
                  <a:pt x="126454" y="2049636"/>
                </a:cubicBezTo>
                <a:cubicBezTo>
                  <a:pt x="104869" y="2049667"/>
                  <a:pt x="88410" y="2056184"/>
                  <a:pt x="71480" y="2061585"/>
                </a:cubicBezTo>
                <a:cubicBezTo>
                  <a:pt x="58259" y="2065806"/>
                  <a:pt x="58057" y="2075240"/>
                  <a:pt x="70266" y="2079368"/>
                </a:cubicBezTo>
                <a:cubicBezTo>
                  <a:pt x="81464" y="2083155"/>
                  <a:pt x="93065" y="2087189"/>
                  <a:pt x="105612" y="2089114"/>
                </a:cubicBezTo>
                <a:cubicBezTo>
                  <a:pt x="106218" y="2089207"/>
                  <a:pt x="106758" y="2089237"/>
                  <a:pt x="107365" y="2089237"/>
                </a:cubicBezTo>
                <a:cubicBezTo>
                  <a:pt x="110333" y="2089237"/>
                  <a:pt x="113975" y="2088338"/>
                  <a:pt x="117482" y="2087438"/>
                </a:cubicBezTo>
                <a:cubicBezTo>
                  <a:pt x="120991" y="2086538"/>
                  <a:pt x="124431" y="2085637"/>
                  <a:pt x="126858" y="2085637"/>
                </a:cubicBezTo>
                <a:cubicBezTo>
                  <a:pt x="127534" y="2085637"/>
                  <a:pt x="128141" y="2085731"/>
                  <a:pt x="128681" y="2085885"/>
                </a:cubicBezTo>
                <a:cubicBezTo>
                  <a:pt x="156336" y="2094637"/>
                  <a:pt x="191411" y="2089859"/>
                  <a:pt x="218190" y="2099572"/>
                </a:cubicBezTo>
                <a:cubicBezTo>
                  <a:pt x="228309" y="2103234"/>
                  <a:pt x="217246" y="2105189"/>
                  <a:pt x="216504" y="2107951"/>
                </a:cubicBezTo>
                <a:cubicBezTo>
                  <a:pt x="215695" y="2110963"/>
                  <a:pt x="218999" y="2113259"/>
                  <a:pt x="223991" y="2113259"/>
                </a:cubicBezTo>
                <a:cubicBezTo>
                  <a:pt x="225273" y="2113259"/>
                  <a:pt x="226689" y="2113105"/>
                  <a:pt x="228173" y="2112763"/>
                </a:cubicBezTo>
                <a:cubicBezTo>
                  <a:pt x="234852" y="2111210"/>
                  <a:pt x="240922" y="2108759"/>
                  <a:pt x="247262" y="2108759"/>
                </a:cubicBezTo>
                <a:cubicBezTo>
                  <a:pt x="251580" y="2108759"/>
                  <a:pt x="256032" y="2109907"/>
                  <a:pt x="260956" y="2113289"/>
                </a:cubicBezTo>
                <a:cubicBezTo>
                  <a:pt x="267026" y="2117448"/>
                  <a:pt x="279776" y="2119000"/>
                  <a:pt x="289150" y="2122011"/>
                </a:cubicBezTo>
                <a:cubicBezTo>
                  <a:pt x="293063" y="2123284"/>
                  <a:pt x="291917" y="2126107"/>
                  <a:pt x="285912" y="2126667"/>
                </a:cubicBezTo>
                <a:cubicBezTo>
                  <a:pt x="272760" y="2127908"/>
                  <a:pt x="265542" y="2131136"/>
                  <a:pt x="265946" y="2138212"/>
                </a:cubicBezTo>
                <a:lnTo>
                  <a:pt x="266955" y="2152069"/>
                </a:lnTo>
                <a:lnTo>
                  <a:pt x="262222" y="2151975"/>
                </a:lnTo>
                <a:cubicBezTo>
                  <a:pt x="241109" y="2151975"/>
                  <a:pt x="220334" y="2153402"/>
                  <a:pt x="200974" y="2159579"/>
                </a:cubicBezTo>
                <a:cubicBezTo>
                  <a:pt x="194431" y="2161658"/>
                  <a:pt x="192273" y="2165009"/>
                  <a:pt x="193824" y="2168423"/>
                </a:cubicBezTo>
                <a:lnTo>
                  <a:pt x="202863" y="2172520"/>
                </a:lnTo>
                <a:cubicBezTo>
                  <a:pt x="203469" y="2172520"/>
                  <a:pt x="204076" y="2172520"/>
                  <a:pt x="204685" y="2172520"/>
                </a:cubicBezTo>
                <a:cubicBezTo>
                  <a:pt x="218108" y="2172520"/>
                  <a:pt x="229304" y="2174320"/>
                  <a:pt x="240704" y="2178697"/>
                </a:cubicBezTo>
                <a:cubicBezTo>
                  <a:pt x="242526" y="2179409"/>
                  <a:pt x="244415" y="2179689"/>
                  <a:pt x="246437" y="2179689"/>
                </a:cubicBezTo>
                <a:cubicBezTo>
                  <a:pt x="250147" y="2179689"/>
                  <a:pt x="254127" y="2178697"/>
                  <a:pt x="258174" y="2177734"/>
                </a:cubicBezTo>
                <a:cubicBezTo>
                  <a:pt x="262222" y="2176741"/>
                  <a:pt x="266337" y="2175779"/>
                  <a:pt x="270451" y="2175779"/>
                </a:cubicBezTo>
                <a:cubicBezTo>
                  <a:pt x="274565" y="2175779"/>
                  <a:pt x="278343" y="2176710"/>
                  <a:pt x="282052" y="2179472"/>
                </a:cubicBezTo>
                <a:cubicBezTo>
                  <a:pt x="305189" y="2175530"/>
                  <a:pt x="331158" y="2175655"/>
                  <a:pt x="352609" y="2170936"/>
                </a:cubicBezTo>
                <a:cubicBezTo>
                  <a:pt x="371833" y="2166716"/>
                  <a:pt x="390922" y="2165506"/>
                  <a:pt x="410011" y="2165506"/>
                </a:cubicBezTo>
                <a:cubicBezTo>
                  <a:pt x="431056" y="2165506"/>
                  <a:pt x="452102" y="2166965"/>
                  <a:pt x="473281" y="2167493"/>
                </a:cubicBezTo>
                <a:cubicBezTo>
                  <a:pt x="476250" y="2167554"/>
                  <a:pt x="479960" y="2173048"/>
                  <a:pt x="480972" y="2176182"/>
                </a:cubicBezTo>
                <a:cubicBezTo>
                  <a:pt x="481916" y="2179378"/>
                  <a:pt x="483534" y="2183352"/>
                  <a:pt x="476115" y="2185710"/>
                </a:cubicBezTo>
                <a:lnTo>
                  <a:pt x="427549" y="2191389"/>
                </a:lnTo>
                <a:cubicBezTo>
                  <a:pt x="425458" y="2189993"/>
                  <a:pt x="423233" y="2189497"/>
                  <a:pt x="420804" y="2189497"/>
                </a:cubicBezTo>
                <a:cubicBezTo>
                  <a:pt x="417903" y="2189497"/>
                  <a:pt x="414800" y="2190210"/>
                  <a:pt x="411698" y="2190955"/>
                </a:cubicBezTo>
                <a:cubicBezTo>
                  <a:pt x="408594" y="2191669"/>
                  <a:pt x="405492" y="2192414"/>
                  <a:pt x="402591" y="2192414"/>
                </a:cubicBezTo>
                <a:cubicBezTo>
                  <a:pt x="399691" y="2192414"/>
                  <a:pt x="396790" y="2191637"/>
                  <a:pt x="394294" y="2189279"/>
                </a:cubicBezTo>
                <a:cubicBezTo>
                  <a:pt x="379926" y="2191421"/>
                  <a:pt x="365493" y="2193531"/>
                  <a:pt x="351192" y="2195797"/>
                </a:cubicBezTo>
                <a:lnTo>
                  <a:pt x="346336" y="2198063"/>
                </a:lnTo>
                <a:lnTo>
                  <a:pt x="351529" y="2200328"/>
                </a:lnTo>
                <a:cubicBezTo>
                  <a:pt x="355711" y="2201010"/>
                  <a:pt x="360163" y="2201600"/>
                  <a:pt x="364547" y="2201663"/>
                </a:cubicBezTo>
                <a:cubicBezTo>
                  <a:pt x="377566" y="2201849"/>
                  <a:pt x="387617" y="2201818"/>
                  <a:pt x="376217" y="2210974"/>
                </a:cubicBezTo>
                <a:cubicBezTo>
                  <a:pt x="371293" y="2214945"/>
                  <a:pt x="382490" y="2215256"/>
                  <a:pt x="387954" y="2215286"/>
                </a:cubicBezTo>
                <a:lnTo>
                  <a:pt x="530279" y="2215508"/>
                </a:lnTo>
                <a:lnTo>
                  <a:pt x="524042" y="2220199"/>
                </a:lnTo>
                <a:lnTo>
                  <a:pt x="529585" y="2228054"/>
                </a:lnTo>
                <a:lnTo>
                  <a:pt x="502209" y="2230568"/>
                </a:lnTo>
                <a:cubicBezTo>
                  <a:pt x="530106" y="2231247"/>
                  <a:pt x="616335" y="2230399"/>
                  <a:pt x="592885" y="2245430"/>
                </a:cubicBezTo>
                <a:cubicBezTo>
                  <a:pt x="562969" y="2264587"/>
                  <a:pt x="533340" y="2264727"/>
                  <a:pt x="528200" y="2265462"/>
                </a:cubicBezTo>
                <a:lnTo>
                  <a:pt x="528638" y="2265755"/>
                </a:lnTo>
                <a:lnTo>
                  <a:pt x="528894" y="2265490"/>
                </a:lnTo>
                <a:lnTo>
                  <a:pt x="529471" y="2266310"/>
                </a:lnTo>
                <a:lnTo>
                  <a:pt x="528638" y="2265755"/>
                </a:lnTo>
                <a:lnTo>
                  <a:pt x="520489" y="2274190"/>
                </a:lnTo>
                <a:lnTo>
                  <a:pt x="535371" y="2282029"/>
                </a:lnTo>
                <a:lnTo>
                  <a:pt x="535361" y="2281991"/>
                </a:lnTo>
                <a:lnTo>
                  <a:pt x="537341" y="2281594"/>
                </a:lnTo>
                <a:lnTo>
                  <a:pt x="545988" y="2276679"/>
                </a:lnTo>
                <a:lnTo>
                  <a:pt x="549165" y="2279223"/>
                </a:lnTo>
                <a:lnTo>
                  <a:pt x="537341" y="2281594"/>
                </a:lnTo>
                <a:lnTo>
                  <a:pt x="535998" y="2282357"/>
                </a:lnTo>
                <a:lnTo>
                  <a:pt x="535371" y="2282029"/>
                </a:lnTo>
                <a:lnTo>
                  <a:pt x="537844" y="2290605"/>
                </a:lnTo>
                <a:cubicBezTo>
                  <a:pt x="533397" y="2293067"/>
                  <a:pt x="524444" y="2295553"/>
                  <a:pt x="513298" y="2299368"/>
                </a:cubicBezTo>
                <a:cubicBezTo>
                  <a:pt x="537267" y="2316263"/>
                  <a:pt x="576714" y="2306911"/>
                  <a:pt x="602820" y="2317422"/>
                </a:cubicBezTo>
                <a:lnTo>
                  <a:pt x="593513" y="2322183"/>
                </a:lnTo>
                <a:lnTo>
                  <a:pt x="582103" y="2324658"/>
                </a:lnTo>
                <a:lnTo>
                  <a:pt x="570180" y="2323775"/>
                </a:lnTo>
                <a:cubicBezTo>
                  <a:pt x="564256" y="2322809"/>
                  <a:pt x="558504" y="2321796"/>
                  <a:pt x="553544" y="2322186"/>
                </a:cubicBezTo>
                <a:lnTo>
                  <a:pt x="547127" y="2325867"/>
                </a:lnTo>
                <a:lnTo>
                  <a:pt x="533801" y="2325688"/>
                </a:lnTo>
                <a:cubicBezTo>
                  <a:pt x="535246" y="2322241"/>
                  <a:pt x="536633" y="2318822"/>
                  <a:pt x="538018" y="2315545"/>
                </a:cubicBezTo>
                <a:cubicBezTo>
                  <a:pt x="519999" y="2311334"/>
                  <a:pt x="511971" y="2317551"/>
                  <a:pt x="501690" y="2323088"/>
                </a:cubicBezTo>
                <a:lnTo>
                  <a:pt x="520172" y="2341906"/>
                </a:lnTo>
                <a:lnTo>
                  <a:pt x="501286" y="2355015"/>
                </a:lnTo>
                <a:lnTo>
                  <a:pt x="471657" y="2331564"/>
                </a:lnTo>
                <a:lnTo>
                  <a:pt x="484943" y="2329906"/>
                </a:lnTo>
                <a:lnTo>
                  <a:pt x="473765" y="2320304"/>
                </a:lnTo>
                <a:lnTo>
                  <a:pt x="420889" y="2338600"/>
                </a:lnTo>
                <a:lnTo>
                  <a:pt x="422276" y="2351257"/>
                </a:lnTo>
                <a:lnTo>
                  <a:pt x="439660" y="2345070"/>
                </a:lnTo>
                <a:lnTo>
                  <a:pt x="473407" y="2361640"/>
                </a:lnTo>
                <a:lnTo>
                  <a:pt x="420889" y="2379813"/>
                </a:lnTo>
                <a:lnTo>
                  <a:pt x="422276" y="2392471"/>
                </a:lnTo>
                <a:lnTo>
                  <a:pt x="439660" y="2386283"/>
                </a:lnTo>
                <a:lnTo>
                  <a:pt x="440256" y="2386575"/>
                </a:lnTo>
                <a:lnTo>
                  <a:pt x="437547" y="2387571"/>
                </a:lnTo>
                <a:cubicBezTo>
                  <a:pt x="448947" y="2396726"/>
                  <a:pt x="438896" y="2396696"/>
                  <a:pt x="425877" y="2396882"/>
                </a:cubicBezTo>
                <a:cubicBezTo>
                  <a:pt x="421493" y="2396944"/>
                  <a:pt x="417041" y="2397534"/>
                  <a:pt x="412859" y="2398217"/>
                </a:cubicBezTo>
                <a:lnTo>
                  <a:pt x="407666" y="2400482"/>
                </a:lnTo>
                <a:lnTo>
                  <a:pt x="412523" y="2402748"/>
                </a:lnTo>
                <a:cubicBezTo>
                  <a:pt x="426823" y="2405013"/>
                  <a:pt x="441256" y="2407123"/>
                  <a:pt x="455624" y="2409265"/>
                </a:cubicBezTo>
                <a:cubicBezTo>
                  <a:pt x="458120" y="2406906"/>
                  <a:pt x="461021" y="2406130"/>
                  <a:pt x="463921" y="2406130"/>
                </a:cubicBezTo>
                <a:cubicBezTo>
                  <a:pt x="466822" y="2406130"/>
                  <a:pt x="469925" y="2406876"/>
                  <a:pt x="473028" y="2407589"/>
                </a:cubicBezTo>
                <a:cubicBezTo>
                  <a:pt x="476130" y="2408334"/>
                  <a:pt x="479233" y="2409047"/>
                  <a:pt x="482134" y="2409047"/>
                </a:cubicBezTo>
                <a:lnTo>
                  <a:pt x="482921" y="2408826"/>
                </a:lnTo>
                <a:lnTo>
                  <a:pt x="487598" y="2412418"/>
                </a:lnTo>
                <a:lnTo>
                  <a:pt x="493311" y="2418714"/>
                </a:lnTo>
                <a:lnTo>
                  <a:pt x="490313" y="2420791"/>
                </a:lnTo>
                <a:lnTo>
                  <a:pt x="495422" y="2424400"/>
                </a:lnTo>
                <a:lnTo>
                  <a:pt x="449284" y="2424471"/>
                </a:lnTo>
                <a:cubicBezTo>
                  <a:pt x="443821" y="2424502"/>
                  <a:pt x="432623" y="2424812"/>
                  <a:pt x="437547" y="2428784"/>
                </a:cubicBezTo>
                <a:lnTo>
                  <a:pt x="438003" y="2429884"/>
                </a:lnTo>
                <a:lnTo>
                  <a:pt x="413939" y="2427607"/>
                </a:lnTo>
                <a:cubicBezTo>
                  <a:pt x="392488" y="2422890"/>
                  <a:pt x="366519" y="2423013"/>
                  <a:pt x="343383" y="2419073"/>
                </a:cubicBezTo>
                <a:cubicBezTo>
                  <a:pt x="339673" y="2421835"/>
                  <a:pt x="335896" y="2422766"/>
                  <a:pt x="331781" y="2422766"/>
                </a:cubicBezTo>
                <a:cubicBezTo>
                  <a:pt x="327667" y="2422766"/>
                  <a:pt x="323552" y="2421804"/>
                  <a:pt x="319504" y="2420811"/>
                </a:cubicBezTo>
                <a:cubicBezTo>
                  <a:pt x="315457" y="2419848"/>
                  <a:pt x="311478" y="2418855"/>
                  <a:pt x="307767" y="2418855"/>
                </a:cubicBezTo>
                <a:cubicBezTo>
                  <a:pt x="305745" y="2418855"/>
                  <a:pt x="303856" y="2419135"/>
                  <a:pt x="302034" y="2419848"/>
                </a:cubicBezTo>
                <a:cubicBezTo>
                  <a:pt x="290634" y="2424225"/>
                  <a:pt x="279438" y="2426023"/>
                  <a:pt x="266014" y="2426023"/>
                </a:cubicBezTo>
                <a:cubicBezTo>
                  <a:pt x="265407" y="2426023"/>
                  <a:pt x="264800" y="2426023"/>
                  <a:pt x="264193" y="2426023"/>
                </a:cubicBezTo>
                <a:lnTo>
                  <a:pt x="255154" y="2430120"/>
                </a:lnTo>
                <a:cubicBezTo>
                  <a:pt x="253603" y="2433534"/>
                  <a:pt x="255761" y="2436886"/>
                  <a:pt x="262305" y="2438966"/>
                </a:cubicBezTo>
                <a:lnTo>
                  <a:pt x="280468" y="2442675"/>
                </a:lnTo>
                <a:lnTo>
                  <a:pt x="251496" y="2440936"/>
                </a:lnTo>
                <a:cubicBezTo>
                  <a:pt x="242862" y="2440129"/>
                  <a:pt x="234903" y="2437553"/>
                  <a:pt x="226337" y="2436467"/>
                </a:cubicBezTo>
                <a:cubicBezTo>
                  <a:pt x="224852" y="2436280"/>
                  <a:pt x="223436" y="2436188"/>
                  <a:pt x="221953" y="2436188"/>
                </a:cubicBezTo>
                <a:cubicBezTo>
                  <a:pt x="213724" y="2436188"/>
                  <a:pt x="206370" y="2439074"/>
                  <a:pt x="205898" y="2442705"/>
                </a:cubicBezTo>
                <a:cubicBezTo>
                  <a:pt x="205156" y="2448570"/>
                  <a:pt x="204955" y="2454467"/>
                  <a:pt x="204616" y="2460333"/>
                </a:cubicBezTo>
                <a:cubicBezTo>
                  <a:pt x="204212" y="2467409"/>
                  <a:pt x="211430" y="2470637"/>
                  <a:pt x="224582" y="2471878"/>
                </a:cubicBezTo>
                <a:cubicBezTo>
                  <a:pt x="230587" y="2472437"/>
                  <a:pt x="231732" y="2475261"/>
                  <a:pt x="227820" y="2476534"/>
                </a:cubicBezTo>
                <a:lnTo>
                  <a:pt x="224492" y="2477563"/>
                </a:lnTo>
                <a:lnTo>
                  <a:pt x="221953" y="2477401"/>
                </a:lnTo>
                <a:lnTo>
                  <a:pt x="212152" y="2481380"/>
                </a:lnTo>
                <a:lnTo>
                  <a:pt x="199625" y="2485254"/>
                </a:lnTo>
                <a:cubicBezTo>
                  <a:pt x="194702" y="2488637"/>
                  <a:pt x="190249" y="2489785"/>
                  <a:pt x="185932" y="2489785"/>
                </a:cubicBezTo>
                <a:cubicBezTo>
                  <a:pt x="179592" y="2489785"/>
                  <a:pt x="173521" y="2487334"/>
                  <a:pt x="166843" y="2485782"/>
                </a:cubicBezTo>
                <a:cubicBezTo>
                  <a:pt x="165359" y="2485440"/>
                  <a:pt x="163942" y="2485285"/>
                  <a:pt x="162661" y="2485285"/>
                </a:cubicBezTo>
                <a:cubicBezTo>
                  <a:pt x="157669" y="2485285"/>
                  <a:pt x="154365" y="2487582"/>
                  <a:pt x="155174" y="2490592"/>
                </a:cubicBezTo>
                <a:cubicBezTo>
                  <a:pt x="155916" y="2493354"/>
                  <a:pt x="166978" y="2495311"/>
                  <a:pt x="156860" y="2498972"/>
                </a:cubicBezTo>
                <a:cubicBezTo>
                  <a:pt x="130081" y="2508686"/>
                  <a:pt x="95006" y="2503906"/>
                  <a:pt x="67351" y="2512659"/>
                </a:cubicBezTo>
                <a:cubicBezTo>
                  <a:pt x="66811" y="2512814"/>
                  <a:pt x="66204" y="2512908"/>
                  <a:pt x="65528" y="2512908"/>
                </a:cubicBezTo>
                <a:cubicBezTo>
                  <a:pt x="63100" y="2512908"/>
                  <a:pt x="59661" y="2512007"/>
                  <a:pt x="56152" y="2511107"/>
                </a:cubicBezTo>
                <a:cubicBezTo>
                  <a:pt x="52645" y="2510207"/>
                  <a:pt x="49003" y="2509308"/>
                  <a:pt x="46035" y="2509308"/>
                </a:cubicBezTo>
                <a:cubicBezTo>
                  <a:pt x="45427" y="2509308"/>
                  <a:pt x="44888" y="2509338"/>
                  <a:pt x="44281" y="2509431"/>
                </a:cubicBezTo>
                <a:cubicBezTo>
                  <a:pt x="31735" y="2511355"/>
                  <a:pt x="20134" y="2515390"/>
                  <a:pt x="8935" y="2519175"/>
                </a:cubicBezTo>
                <a:cubicBezTo>
                  <a:pt x="-3273" y="2523305"/>
                  <a:pt x="-3071" y="2532738"/>
                  <a:pt x="10150" y="2536959"/>
                </a:cubicBezTo>
                <a:cubicBezTo>
                  <a:pt x="27080" y="2542360"/>
                  <a:pt x="43539" y="2548877"/>
                  <a:pt x="65124" y="2548909"/>
                </a:cubicBezTo>
                <a:cubicBezTo>
                  <a:pt x="73826" y="2548909"/>
                  <a:pt x="83336" y="2549839"/>
                  <a:pt x="92037" y="2549839"/>
                </a:cubicBezTo>
                <a:lnTo>
                  <a:pt x="101288" y="2548992"/>
                </a:lnTo>
                <a:lnTo>
                  <a:pt x="67351" y="2553872"/>
                </a:lnTo>
                <a:cubicBezTo>
                  <a:pt x="66811" y="2554027"/>
                  <a:pt x="66204" y="2554121"/>
                  <a:pt x="65528" y="2554121"/>
                </a:cubicBezTo>
                <a:cubicBezTo>
                  <a:pt x="63100" y="2554121"/>
                  <a:pt x="59661" y="2553220"/>
                  <a:pt x="56152" y="2552320"/>
                </a:cubicBezTo>
                <a:cubicBezTo>
                  <a:pt x="52645" y="2551420"/>
                  <a:pt x="49003" y="2550521"/>
                  <a:pt x="46035" y="2550521"/>
                </a:cubicBezTo>
                <a:cubicBezTo>
                  <a:pt x="45427" y="2550521"/>
                  <a:pt x="44888" y="2550551"/>
                  <a:pt x="44281" y="2550644"/>
                </a:cubicBezTo>
                <a:cubicBezTo>
                  <a:pt x="31735" y="2552568"/>
                  <a:pt x="20134" y="2556603"/>
                  <a:pt x="8935" y="2560389"/>
                </a:cubicBezTo>
                <a:cubicBezTo>
                  <a:pt x="-3273" y="2564518"/>
                  <a:pt x="-3071" y="2573952"/>
                  <a:pt x="10150" y="2578172"/>
                </a:cubicBezTo>
                <a:cubicBezTo>
                  <a:pt x="27080" y="2583573"/>
                  <a:pt x="43539" y="2590090"/>
                  <a:pt x="65124" y="2590122"/>
                </a:cubicBezTo>
                <a:cubicBezTo>
                  <a:pt x="73826" y="2590122"/>
                  <a:pt x="83336" y="2591052"/>
                  <a:pt x="92037" y="2591052"/>
                </a:cubicBezTo>
                <a:cubicBezTo>
                  <a:pt x="97029" y="2591052"/>
                  <a:pt x="101751" y="2590742"/>
                  <a:pt x="105933" y="2589780"/>
                </a:cubicBezTo>
                <a:cubicBezTo>
                  <a:pt x="128798" y="2584442"/>
                  <a:pt x="154904" y="2585311"/>
                  <a:pt x="176219" y="2579290"/>
                </a:cubicBezTo>
                <a:cubicBezTo>
                  <a:pt x="192542" y="2574697"/>
                  <a:pt x="210687" y="2575380"/>
                  <a:pt x="227349" y="2570848"/>
                </a:cubicBezTo>
                <a:cubicBezTo>
                  <a:pt x="233352" y="2569203"/>
                  <a:pt x="238815" y="2568397"/>
                  <a:pt x="243739" y="2568397"/>
                </a:cubicBezTo>
                <a:cubicBezTo>
                  <a:pt x="257568" y="2568397"/>
                  <a:pt x="267550" y="2574697"/>
                  <a:pt x="276454" y="2586614"/>
                </a:cubicBezTo>
                <a:cubicBezTo>
                  <a:pt x="280839" y="2592480"/>
                  <a:pt x="291226" y="2596018"/>
                  <a:pt x="302761" y="2596018"/>
                </a:cubicBezTo>
                <a:cubicBezTo>
                  <a:pt x="306471" y="2596018"/>
                  <a:pt x="310248" y="2595646"/>
                  <a:pt x="314026" y="2594900"/>
                </a:cubicBezTo>
                <a:cubicBezTo>
                  <a:pt x="320231" y="2593659"/>
                  <a:pt x="326100" y="2590866"/>
                  <a:pt x="332237" y="2590803"/>
                </a:cubicBezTo>
                <a:lnTo>
                  <a:pt x="423155" y="2590254"/>
                </a:lnTo>
                <a:lnTo>
                  <a:pt x="420486" y="2595598"/>
                </a:lnTo>
                <a:cubicBezTo>
                  <a:pt x="425453" y="2598283"/>
                  <a:pt x="421467" y="2605826"/>
                  <a:pt x="421467" y="2613483"/>
                </a:cubicBezTo>
                <a:cubicBezTo>
                  <a:pt x="401889" y="2608115"/>
                  <a:pt x="382541" y="2611674"/>
                  <a:pt x="364232" y="2616450"/>
                </a:cubicBezTo>
                <a:lnTo>
                  <a:pt x="355452" y="2608849"/>
                </a:lnTo>
                <a:lnTo>
                  <a:pt x="332740" y="2616520"/>
                </a:lnTo>
                <a:lnTo>
                  <a:pt x="351757" y="2621338"/>
                </a:lnTo>
                <a:lnTo>
                  <a:pt x="363122" y="2630524"/>
                </a:lnTo>
                <a:lnTo>
                  <a:pt x="392185" y="2629136"/>
                </a:lnTo>
                <a:lnTo>
                  <a:pt x="393411" y="2630621"/>
                </a:lnTo>
                <a:lnTo>
                  <a:pt x="363385" y="2630737"/>
                </a:lnTo>
                <a:lnTo>
                  <a:pt x="363122" y="2630524"/>
                </a:lnTo>
                <a:lnTo>
                  <a:pt x="362614" y="2630548"/>
                </a:lnTo>
                <a:lnTo>
                  <a:pt x="363074" y="2630738"/>
                </a:lnTo>
                <a:lnTo>
                  <a:pt x="315862" y="2630920"/>
                </a:lnTo>
                <a:cubicBezTo>
                  <a:pt x="315323" y="2630920"/>
                  <a:pt x="314783" y="2630920"/>
                  <a:pt x="314243" y="2630920"/>
                </a:cubicBezTo>
                <a:cubicBezTo>
                  <a:pt x="308982" y="2630920"/>
                  <a:pt x="303653" y="2630765"/>
                  <a:pt x="298324" y="2630579"/>
                </a:cubicBezTo>
                <a:cubicBezTo>
                  <a:pt x="292928" y="2630424"/>
                  <a:pt x="287532" y="2630238"/>
                  <a:pt x="282203" y="2630238"/>
                </a:cubicBezTo>
                <a:cubicBezTo>
                  <a:pt x="268577" y="2630238"/>
                  <a:pt x="255222" y="2631386"/>
                  <a:pt x="243080" y="2636599"/>
                </a:cubicBezTo>
                <a:cubicBezTo>
                  <a:pt x="241866" y="2637128"/>
                  <a:pt x="239910" y="2637252"/>
                  <a:pt x="237819" y="2637252"/>
                </a:cubicBezTo>
                <a:cubicBezTo>
                  <a:pt x="237077" y="2637252"/>
                  <a:pt x="236201" y="2637220"/>
                  <a:pt x="235391" y="2637220"/>
                </a:cubicBezTo>
                <a:cubicBezTo>
                  <a:pt x="234514" y="2637189"/>
                  <a:pt x="233704" y="2637189"/>
                  <a:pt x="232895" y="2637189"/>
                </a:cubicBezTo>
                <a:cubicBezTo>
                  <a:pt x="231816" y="2637189"/>
                  <a:pt x="230669" y="2637220"/>
                  <a:pt x="229658" y="2637314"/>
                </a:cubicBezTo>
                <a:cubicBezTo>
                  <a:pt x="224800" y="2637810"/>
                  <a:pt x="219877" y="2637934"/>
                  <a:pt x="214885" y="2637934"/>
                </a:cubicBezTo>
                <a:cubicBezTo>
                  <a:pt x="212187" y="2637934"/>
                  <a:pt x="209489" y="2637903"/>
                  <a:pt x="206790" y="2637872"/>
                </a:cubicBezTo>
                <a:cubicBezTo>
                  <a:pt x="204025" y="2637810"/>
                  <a:pt x="201327" y="2637780"/>
                  <a:pt x="198628" y="2637780"/>
                </a:cubicBezTo>
                <a:cubicBezTo>
                  <a:pt x="188646" y="2637780"/>
                  <a:pt x="178798" y="2638275"/>
                  <a:pt x="169422" y="2641255"/>
                </a:cubicBezTo>
                <a:cubicBezTo>
                  <a:pt x="160585" y="2644048"/>
                  <a:pt x="151075" y="2644452"/>
                  <a:pt x="141361" y="2644452"/>
                </a:cubicBezTo>
                <a:cubicBezTo>
                  <a:pt x="139337" y="2644452"/>
                  <a:pt x="137314" y="2644421"/>
                  <a:pt x="135290" y="2644421"/>
                </a:cubicBezTo>
                <a:cubicBezTo>
                  <a:pt x="133198" y="2644390"/>
                  <a:pt x="131108" y="2644390"/>
                  <a:pt x="129084" y="2644390"/>
                </a:cubicBezTo>
                <a:cubicBezTo>
                  <a:pt x="122474" y="2644390"/>
                  <a:pt x="116000" y="2644576"/>
                  <a:pt x="109726" y="2645569"/>
                </a:cubicBezTo>
                <a:lnTo>
                  <a:pt x="104397" y="2647772"/>
                </a:lnTo>
                <a:lnTo>
                  <a:pt x="113639" y="2651497"/>
                </a:lnTo>
                <a:cubicBezTo>
                  <a:pt x="116269" y="2651652"/>
                  <a:pt x="118899" y="2651683"/>
                  <a:pt x="121597" y="2651683"/>
                </a:cubicBezTo>
                <a:cubicBezTo>
                  <a:pt x="123419" y="2651683"/>
                  <a:pt x="125173" y="2651652"/>
                  <a:pt x="126994" y="2651652"/>
                </a:cubicBezTo>
                <a:cubicBezTo>
                  <a:pt x="128883" y="2651621"/>
                  <a:pt x="130703" y="2651621"/>
                  <a:pt x="132525" y="2651621"/>
                </a:cubicBezTo>
                <a:cubicBezTo>
                  <a:pt x="137786" y="2651621"/>
                  <a:pt x="142913" y="2651807"/>
                  <a:pt x="147634" y="2652646"/>
                </a:cubicBezTo>
                <a:cubicBezTo>
                  <a:pt x="154178" y="2653793"/>
                  <a:pt x="159978" y="2656121"/>
                  <a:pt x="165981" y="2656121"/>
                </a:cubicBezTo>
                <a:cubicBezTo>
                  <a:pt x="169422" y="2656121"/>
                  <a:pt x="172861" y="2655377"/>
                  <a:pt x="176638" y="2653266"/>
                </a:cubicBezTo>
                <a:cubicBezTo>
                  <a:pt x="190399" y="2656960"/>
                  <a:pt x="204025" y="2660869"/>
                  <a:pt x="218190" y="2664097"/>
                </a:cubicBezTo>
                <a:cubicBezTo>
                  <a:pt x="218393" y="2664159"/>
                  <a:pt x="218595" y="2664159"/>
                  <a:pt x="218864" y="2664159"/>
                </a:cubicBezTo>
                <a:cubicBezTo>
                  <a:pt x="221293" y="2664159"/>
                  <a:pt x="225813" y="2662018"/>
                  <a:pt x="228982" y="2660838"/>
                </a:cubicBezTo>
                <a:cubicBezTo>
                  <a:pt x="234447" y="2658853"/>
                  <a:pt x="240584" y="2658418"/>
                  <a:pt x="246858" y="2658418"/>
                </a:cubicBezTo>
                <a:cubicBezTo>
                  <a:pt x="249151" y="2658418"/>
                  <a:pt x="251512" y="2658480"/>
                  <a:pt x="253805" y="2658542"/>
                </a:cubicBezTo>
                <a:cubicBezTo>
                  <a:pt x="256167" y="2658604"/>
                  <a:pt x="258460" y="2658667"/>
                  <a:pt x="260752" y="2658667"/>
                </a:cubicBezTo>
                <a:lnTo>
                  <a:pt x="276910" y="2655916"/>
                </a:lnTo>
                <a:lnTo>
                  <a:pt x="277145" y="2658386"/>
                </a:lnTo>
                <a:cubicBezTo>
                  <a:pt x="278983" y="2660217"/>
                  <a:pt x="282660" y="2661551"/>
                  <a:pt x="288798" y="2661939"/>
                </a:cubicBezTo>
                <a:lnTo>
                  <a:pt x="295071" y="2663057"/>
                </a:lnTo>
                <a:lnTo>
                  <a:pt x="299860" y="2665509"/>
                </a:lnTo>
                <a:lnTo>
                  <a:pt x="296015" y="2667588"/>
                </a:lnTo>
                <a:cubicBezTo>
                  <a:pt x="278074" y="2668426"/>
                  <a:pt x="260063" y="2668891"/>
                  <a:pt x="242119" y="2669823"/>
                </a:cubicBezTo>
                <a:cubicBezTo>
                  <a:pt x="236319" y="2670133"/>
                  <a:pt x="232407" y="2674478"/>
                  <a:pt x="226404" y="2674478"/>
                </a:cubicBezTo>
                <a:cubicBezTo>
                  <a:pt x="224449" y="2674478"/>
                  <a:pt x="222223" y="2674012"/>
                  <a:pt x="219659" y="2672802"/>
                </a:cubicBezTo>
                <a:cubicBezTo>
                  <a:pt x="213588" y="2669915"/>
                  <a:pt x="206641" y="2669357"/>
                  <a:pt x="199422" y="2669357"/>
                </a:cubicBezTo>
                <a:cubicBezTo>
                  <a:pt x="197129" y="2669357"/>
                  <a:pt x="194836" y="2669418"/>
                  <a:pt x="192475" y="2669481"/>
                </a:cubicBezTo>
                <a:cubicBezTo>
                  <a:pt x="190182" y="2669543"/>
                  <a:pt x="187821" y="2669605"/>
                  <a:pt x="185528" y="2669605"/>
                </a:cubicBezTo>
                <a:cubicBezTo>
                  <a:pt x="179254" y="2669605"/>
                  <a:pt x="173116" y="2669171"/>
                  <a:pt x="167652" y="2667184"/>
                </a:cubicBezTo>
                <a:cubicBezTo>
                  <a:pt x="164482" y="2666005"/>
                  <a:pt x="159963" y="2663863"/>
                  <a:pt x="157534" y="2663863"/>
                </a:cubicBezTo>
                <a:cubicBezTo>
                  <a:pt x="157265" y="2663863"/>
                  <a:pt x="157063" y="2663863"/>
                  <a:pt x="156860" y="2663926"/>
                </a:cubicBezTo>
                <a:cubicBezTo>
                  <a:pt x="142695" y="2667153"/>
                  <a:pt x="129069" y="2671064"/>
                  <a:pt x="115308" y="2674757"/>
                </a:cubicBezTo>
                <a:cubicBezTo>
                  <a:pt x="111531" y="2672646"/>
                  <a:pt x="108092" y="2671902"/>
                  <a:pt x="104651" y="2671902"/>
                </a:cubicBezTo>
                <a:cubicBezTo>
                  <a:pt x="98647" y="2671902"/>
                  <a:pt x="92847" y="2674229"/>
                  <a:pt x="86304" y="2675378"/>
                </a:cubicBezTo>
                <a:cubicBezTo>
                  <a:pt x="81583" y="2676216"/>
                  <a:pt x="76456" y="2676402"/>
                  <a:pt x="71195" y="2676402"/>
                </a:cubicBezTo>
                <a:cubicBezTo>
                  <a:pt x="69373" y="2676402"/>
                  <a:pt x="67553" y="2676402"/>
                  <a:pt x="65664" y="2676370"/>
                </a:cubicBezTo>
                <a:cubicBezTo>
                  <a:pt x="63842" y="2676370"/>
                  <a:pt x="62089" y="2676339"/>
                  <a:pt x="60267" y="2676339"/>
                </a:cubicBezTo>
                <a:cubicBezTo>
                  <a:pt x="57569" y="2676339"/>
                  <a:pt x="54939" y="2676370"/>
                  <a:pt x="52308" y="2676526"/>
                </a:cubicBezTo>
                <a:lnTo>
                  <a:pt x="43067" y="2680250"/>
                </a:lnTo>
                <a:lnTo>
                  <a:pt x="48396" y="2682454"/>
                </a:lnTo>
                <a:cubicBezTo>
                  <a:pt x="54670" y="2683446"/>
                  <a:pt x="61144" y="2683633"/>
                  <a:pt x="67754" y="2683633"/>
                </a:cubicBezTo>
                <a:cubicBezTo>
                  <a:pt x="69778" y="2683633"/>
                  <a:pt x="71868" y="2683633"/>
                  <a:pt x="73960" y="2683603"/>
                </a:cubicBezTo>
                <a:cubicBezTo>
                  <a:pt x="75983" y="2683603"/>
                  <a:pt x="78007" y="2683571"/>
                  <a:pt x="80031" y="2683571"/>
                </a:cubicBezTo>
                <a:cubicBezTo>
                  <a:pt x="89745" y="2683571"/>
                  <a:pt x="99255" y="2683975"/>
                  <a:pt x="108092" y="2686768"/>
                </a:cubicBezTo>
                <a:lnTo>
                  <a:pt x="109389" y="2686922"/>
                </a:lnTo>
                <a:lnTo>
                  <a:pt x="104397" y="2688985"/>
                </a:lnTo>
                <a:lnTo>
                  <a:pt x="113639" y="2692710"/>
                </a:lnTo>
                <a:cubicBezTo>
                  <a:pt x="116269" y="2692865"/>
                  <a:pt x="118899" y="2692896"/>
                  <a:pt x="121597" y="2692896"/>
                </a:cubicBezTo>
                <a:cubicBezTo>
                  <a:pt x="123419" y="2692896"/>
                  <a:pt x="125173" y="2692865"/>
                  <a:pt x="126994" y="2692865"/>
                </a:cubicBezTo>
                <a:cubicBezTo>
                  <a:pt x="128883" y="2692835"/>
                  <a:pt x="130703" y="2692835"/>
                  <a:pt x="132525" y="2692835"/>
                </a:cubicBezTo>
                <a:cubicBezTo>
                  <a:pt x="137786" y="2692835"/>
                  <a:pt x="142913" y="2693021"/>
                  <a:pt x="147634" y="2693859"/>
                </a:cubicBezTo>
                <a:cubicBezTo>
                  <a:pt x="154178" y="2695006"/>
                  <a:pt x="159978" y="2697335"/>
                  <a:pt x="165981" y="2697335"/>
                </a:cubicBezTo>
                <a:cubicBezTo>
                  <a:pt x="169422" y="2697335"/>
                  <a:pt x="172861" y="2696590"/>
                  <a:pt x="176638" y="2694479"/>
                </a:cubicBezTo>
                <a:cubicBezTo>
                  <a:pt x="190399" y="2698173"/>
                  <a:pt x="204025" y="2702083"/>
                  <a:pt x="218190" y="2705311"/>
                </a:cubicBezTo>
                <a:cubicBezTo>
                  <a:pt x="218393" y="2705372"/>
                  <a:pt x="218595" y="2705372"/>
                  <a:pt x="218864" y="2705372"/>
                </a:cubicBezTo>
                <a:cubicBezTo>
                  <a:pt x="221293" y="2705372"/>
                  <a:pt x="225813" y="2703231"/>
                  <a:pt x="228982" y="2702052"/>
                </a:cubicBezTo>
                <a:cubicBezTo>
                  <a:pt x="234447" y="2700066"/>
                  <a:pt x="240584" y="2699631"/>
                  <a:pt x="246858" y="2699631"/>
                </a:cubicBezTo>
                <a:cubicBezTo>
                  <a:pt x="249151" y="2699631"/>
                  <a:pt x="251512" y="2699694"/>
                  <a:pt x="253805" y="2699755"/>
                </a:cubicBezTo>
                <a:cubicBezTo>
                  <a:pt x="256167" y="2699817"/>
                  <a:pt x="258460" y="2699880"/>
                  <a:pt x="260752" y="2699880"/>
                </a:cubicBezTo>
                <a:lnTo>
                  <a:pt x="276565" y="2697187"/>
                </a:lnTo>
                <a:lnTo>
                  <a:pt x="276916" y="2697190"/>
                </a:lnTo>
                <a:lnTo>
                  <a:pt x="277145" y="2699599"/>
                </a:lnTo>
                <a:cubicBezTo>
                  <a:pt x="278983" y="2701431"/>
                  <a:pt x="282660" y="2702764"/>
                  <a:pt x="288798" y="2703152"/>
                </a:cubicBezTo>
                <a:lnTo>
                  <a:pt x="295071" y="2704270"/>
                </a:lnTo>
                <a:lnTo>
                  <a:pt x="299860" y="2706722"/>
                </a:lnTo>
                <a:lnTo>
                  <a:pt x="296015" y="2708801"/>
                </a:lnTo>
                <a:cubicBezTo>
                  <a:pt x="278074" y="2709639"/>
                  <a:pt x="260063" y="2710104"/>
                  <a:pt x="242119" y="2711036"/>
                </a:cubicBezTo>
                <a:cubicBezTo>
                  <a:pt x="236319" y="2711347"/>
                  <a:pt x="232407" y="2715691"/>
                  <a:pt x="226404" y="2715691"/>
                </a:cubicBezTo>
                <a:cubicBezTo>
                  <a:pt x="224449" y="2715691"/>
                  <a:pt x="222223" y="2715225"/>
                  <a:pt x="219659" y="2714015"/>
                </a:cubicBezTo>
                <a:cubicBezTo>
                  <a:pt x="213588" y="2711128"/>
                  <a:pt x="206641" y="2710570"/>
                  <a:pt x="199422" y="2710570"/>
                </a:cubicBezTo>
                <a:cubicBezTo>
                  <a:pt x="197129" y="2710570"/>
                  <a:pt x="194836" y="2710632"/>
                  <a:pt x="192475" y="2710694"/>
                </a:cubicBezTo>
                <a:cubicBezTo>
                  <a:pt x="190182" y="2710756"/>
                  <a:pt x="187821" y="2710818"/>
                  <a:pt x="185528" y="2710818"/>
                </a:cubicBezTo>
                <a:cubicBezTo>
                  <a:pt x="179254" y="2710818"/>
                  <a:pt x="173116" y="2710384"/>
                  <a:pt x="167652" y="2708397"/>
                </a:cubicBezTo>
                <a:cubicBezTo>
                  <a:pt x="164482" y="2707219"/>
                  <a:pt x="159963" y="2705077"/>
                  <a:pt x="157534" y="2705077"/>
                </a:cubicBezTo>
                <a:cubicBezTo>
                  <a:pt x="157265" y="2705077"/>
                  <a:pt x="157063" y="2705077"/>
                  <a:pt x="156860" y="2705139"/>
                </a:cubicBezTo>
                <a:cubicBezTo>
                  <a:pt x="142695" y="2708366"/>
                  <a:pt x="129069" y="2712277"/>
                  <a:pt x="115308" y="2715970"/>
                </a:cubicBezTo>
                <a:cubicBezTo>
                  <a:pt x="111531" y="2713860"/>
                  <a:pt x="108092" y="2713115"/>
                  <a:pt x="104651" y="2713115"/>
                </a:cubicBezTo>
                <a:cubicBezTo>
                  <a:pt x="98647" y="2713115"/>
                  <a:pt x="92847" y="2715442"/>
                  <a:pt x="86304" y="2716591"/>
                </a:cubicBezTo>
                <a:cubicBezTo>
                  <a:pt x="81583" y="2717429"/>
                  <a:pt x="76456" y="2717615"/>
                  <a:pt x="71195" y="2717615"/>
                </a:cubicBezTo>
                <a:cubicBezTo>
                  <a:pt x="69373" y="2717615"/>
                  <a:pt x="67553" y="2717615"/>
                  <a:pt x="65664" y="2717583"/>
                </a:cubicBezTo>
                <a:cubicBezTo>
                  <a:pt x="63842" y="2717583"/>
                  <a:pt x="62089" y="2717553"/>
                  <a:pt x="60267" y="2717553"/>
                </a:cubicBezTo>
                <a:cubicBezTo>
                  <a:pt x="57569" y="2717553"/>
                  <a:pt x="54939" y="2717583"/>
                  <a:pt x="52308" y="2717740"/>
                </a:cubicBezTo>
                <a:lnTo>
                  <a:pt x="43067" y="2721463"/>
                </a:lnTo>
                <a:lnTo>
                  <a:pt x="48396" y="2723667"/>
                </a:lnTo>
                <a:cubicBezTo>
                  <a:pt x="54670" y="2724659"/>
                  <a:pt x="61144" y="2724847"/>
                  <a:pt x="67754" y="2724847"/>
                </a:cubicBezTo>
                <a:cubicBezTo>
                  <a:pt x="69778" y="2724847"/>
                  <a:pt x="71868" y="2724847"/>
                  <a:pt x="73960" y="2724816"/>
                </a:cubicBezTo>
                <a:cubicBezTo>
                  <a:pt x="75983" y="2724816"/>
                  <a:pt x="78007" y="2724784"/>
                  <a:pt x="80031" y="2724784"/>
                </a:cubicBezTo>
                <a:cubicBezTo>
                  <a:pt x="89745" y="2724784"/>
                  <a:pt x="99255" y="2725188"/>
                  <a:pt x="108092" y="2727981"/>
                </a:cubicBezTo>
                <a:cubicBezTo>
                  <a:pt x="117468" y="2730960"/>
                  <a:pt x="127316" y="2731457"/>
                  <a:pt x="137298" y="2731457"/>
                </a:cubicBezTo>
                <a:cubicBezTo>
                  <a:pt x="139997" y="2731457"/>
                  <a:pt x="142695" y="2731425"/>
                  <a:pt x="145460" y="2731363"/>
                </a:cubicBezTo>
                <a:cubicBezTo>
                  <a:pt x="148158" y="2731333"/>
                  <a:pt x="150856" y="2731302"/>
                  <a:pt x="153554" y="2731302"/>
                </a:cubicBezTo>
                <a:cubicBezTo>
                  <a:pt x="158546" y="2731302"/>
                  <a:pt x="163470" y="2731425"/>
                  <a:pt x="168327" y="2731923"/>
                </a:cubicBezTo>
                <a:cubicBezTo>
                  <a:pt x="169339" y="2732015"/>
                  <a:pt x="170486" y="2732046"/>
                  <a:pt x="171565" y="2732046"/>
                </a:cubicBezTo>
                <a:cubicBezTo>
                  <a:pt x="172374" y="2732046"/>
                  <a:pt x="173184" y="2732046"/>
                  <a:pt x="174061" y="2732015"/>
                </a:cubicBezTo>
                <a:cubicBezTo>
                  <a:pt x="174870" y="2732015"/>
                  <a:pt x="175747" y="2731985"/>
                  <a:pt x="176489" y="2731985"/>
                </a:cubicBezTo>
                <a:cubicBezTo>
                  <a:pt x="178580" y="2731985"/>
                  <a:pt x="180536" y="2732108"/>
                  <a:pt x="181750" y="2732637"/>
                </a:cubicBezTo>
                <a:cubicBezTo>
                  <a:pt x="193891" y="2737850"/>
                  <a:pt x="207247" y="2738999"/>
                  <a:pt x="220874" y="2738999"/>
                </a:cubicBezTo>
                <a:cubicBezTo>
                  <a:pt x="226202" y="2738999"/>
                  <a:pt x="231598" y="2738812"/>
                  <a:pt x="236994" y="2738658"/>
                </a:cubicBezTo>
                <a:cubicBezTo>
                  <a:pt x="242323" y="2738471"/>
                  <a:pt x="247651" y="2738316"/>
                  <a:pt x="252913" y="2738316"/>
                </a:cubicBezTo>
                <a:cubicBezTo>
                  <a:pt x="253453" y="2738316"/>
                  <a:pt x="253992" y="2738316"/>
                  <a:pt x="254532" y="2738316"/>
                </a:cubicBezTo>
                <a:lnTo>
                  <a:pt x="402364" y="2738887"/>
                </a:lnTo>
                <a:lnTo>
                  <a:pt x="400560" y="2739995"/>
                </a:lnTo>
                <a:lnTo>
                  <a:pt x="427953" y="2741119"/>
                </a:lnTo>
                <a:lnTo>
                  <a:pt x="443468" y="2747380"/>
                </a:lnTo>
                <a:cubicBezTo>
                  <a:pt x="448594" y="2747380"/>
                  <a:pt x="453991" y="2746604"/>
                  <a:pt x="458645" y="2745798"/>
                </a:cubicBezTo>
                <a:cubicBezTo>
                  <a:pt x="464985" y="2744711"/>
                  <a:pt x="470179" y="2742787"/>
                  <a:pt x="475576" y="2742787"/>
                </a:cubicBezTo>
                <a:cubicBezTo>
                  <a:pt x="479151" y="2742787"/>
                  <a:pt x="482793" y="2743625"/>
                  <a:pt x="486907" y="2746139"/>
                </a:cubicBezTo>
                <a:lnTo>
                  <a:pt x="489810" y="2747216"/>
                </a:lnTo>
                <a:lnTo>
                  <a:pt x="498225" y="2751891"/>
                </a:lnTo>
                <a:lnTo>
                  <a:pt x="497937" y="2752314"/>
                </a:lnTo>
                <a:lnTo>
                  <a:pt x="498318" y="2752310"/>
                </a:lnTo>
                <a:lnTo>
                  <a:pt x="494596" y="2758427"/>
                </a:lnTo>
                <a:cubicBezTo>
                  <a:pt x="493518" y="2764045"/>
                  <a:pt x="489201" y="2766930"/>
                  <a:pt x="478274" y="2767024"/>
                </a:cubicBezTo>
                <a:cubicBezTo>
                  <a:pt x="459927" y="2767210"/>
                  <a:pt x="441579" y="2767148"/>
                  <a:pt x="423299" y="2767676"/>
                </a:cubicBezTo>
                <a:cubicBezTo>
                  <a:pt x="419792" y="2767768"/>
                  <a:pt x="413585" y="2770375"/>
                  <a:pt x="413856" y="2771555"/>
                </a:cubicBezTo>
                <a:lnTo>
                  <a:pt x="418896" y="2778585"/>
                </a:lnTo>
                <a:lnTo>
                  <a:pt x="408527" y="2778522"/>
                </a:lnTo>
                <a:lnTo>
                  <a:pt x="391192" y="2775716"/>
                </a:lnTo>
                <a:cubicBezTo>
                  <a:pt x="389370" y="2775716"/>
                  <a:pt x="387684" y="2775871"/>
                  <a:pt x="386402" y="2776274"/>
                </a:cubicBezTo>
                <a:lnTo>
                  <a:pt x="384978" y="2776500"/>
                </a:lnTo>
                <a:lnTo>
                  <a:pt x="375356" y="2774336"/>
                </a:lnTo>
                <a:cubicBezTo>
                  <a:pt x="371579" y="2773591"/>
                  <a:pt x="367801" y="2773218"/>
                  <a:pt x="364092" y="2773218"/>
                </a:cubicBezTo>
                <a:cubicBezTo>
                  <a:pt x="352556" y="2773218"/>
                  <a:pt x="342169" y="2776756"/>
                  <a:pt x="337785" y="2782622"/>
                </a:cubicBezTo>
                <a:lnTo>
                  <a:pt x="337150" y="2783217"/>
                </a:lnTo>
                <a:lnTo>
                  <a:pt x="321850" y="2784871"/>
                </a:lnTo>
                <a:cubicBezTo>
                  <a:pt x="319286" y="2785337"/>
                  <a:pt x="317397" y="2788875"/>
                  <a:pt x="317870" y="2790768"/>
                </a:cubicBezTo>
                <a:lnTo>
                  <a:pt x="324065" y="2795461"/>
                </a:lnTo>
                <a:lnTo>
                  <a:pt x="323275" y="2796200"/>
                </a:lnTo>
                <a:cubicBezTo>
                  <a:pt x="317936" y="2799264"/>
                  <a:pt x="311983" y="2800839"/>
                  <a:pt x="305069" y="2800839"/>
                </a:cubicBezTo>
                <a:cubicBezTo>
                  <a:pt x="300146" y="2800839"/>
                  <a:pt x="294682" y="2800033"/>
                  <a:pt x="288679" y="2798389"/>
                </a:cubicBezTo>
                <a:cubicBezTo>
                  <a:pt x="272017" y="2793856"/>
                  <a:pt x="253873" y="2794539"/>
                  <a:pt x="237550" y="2789947"/>
                </a:cubicBezTo>
                <a:cubicBezTo>
                  <a:pt x="216235" y="2783926"/>
                  <a:pt x="190129" y="2784795"/>
                  <a:pt x="167264" y="2779456"/>
                </a:cubicBezTo>
                <a:cubicBezTo>
                  <a:pt x="163081" y="2778494"/>
                  <a:pt x="158359" y="2778183"/>
                  <a:pt x="153367" y="2778183"/>
                </a:cubicBezTo>
                <a:cubicBezTo>
                  <a:pt x="144666" y="2778183"/>
                  <a:pt x="135157" y="2779115"/>
                  <a:pt x="126454" y="2779115"/>
                </a:cubicBezTo>
                <a:cubicBezTo>
                  <a:pt x="104869" y="2779146"/>
                  <a:pt x="88410" y="2785662"/>
                  <a:pt x="71480" y="2791063"/>
                </a:cubicBezTo>
                <a:cubicBezTo>
                  <a:pt x="58259" y="2795285"/>
                  <a:pt x="58057" y="2804719"/>
                  <a:pt x="70266" y="2808847"/>
                </a:cubicBezTo>
                <a:cubicBezTo>
                  <a:pt x="81464" y="2812633"/>
                  <a:pt x="93065" y="2816667"/>
                  <a:pt x="105612" y="2818593"/>
                </a:cubicBezTo>
                <a:cubicBezTo>
                  <a:pt x="106218" y="2818685"/>
                  <a:pt x="106758" y="2818716"/>
                  <a:pt x="107365" y="2818716"/>
                </a:cubicBezTo>
                <a:cubicBezTo>
                  <a:pt x="110333" y="2818716"/>
                  <a:pt x="113975" y="2817816"/>
                  <a:pt x="117482" y="2816916"/>
                </a:cubicBezTo>
                <a:cubicBezTo>
                  <a:pt x="120991" y="2816017"/>
                  <a:pt x="124431" y="2815116"/>
                  <a:pt x="126858" y="2815116"/>
                </a:cubicBezTo>
                <a:cubicBezTo>
                  <a:pt x="127534" y="2815116"/>
                  <a:pt x="128141" y="2815209"/>
                  <a:pt x="128681" y="2815363"/>
                </a:cubicBezTo>
                <a:lnTo>
                  <a:pt x="162622" y="2820244"/>
                </a:lnTo>
                <a:lnTo>
                  <a:pt x="153367" y="2819397"/>
                </a:lnTo>
                <a:cubicBezTo>
                  <a:pt x="144666" y="2819397"/>
                  <a:pt x="135157" y="2820328"/>
                  <a:pt x="126454" y="2820328"/>
                </a:cubicBezTo>
                <a:cubicBezTo>
                  <a:pt x="104869" y="2820359"/>
                  <a:pt x="88410" y="2826876"/>
                  <a:pt x="71480" y="2832277"/>
                </a:cubicBezTo>
                <a:cubicBezTo>
                  <a:pt x="58259" y="2836498"/>
                  <a:pt x="58057" y="2845932"/>
                  <a:pt x="70266" y="2850060"/>
                </a:cubicBezTo>
                <a:cubicBezTo>
                  <a:pt x="81464" y="2853847"/>
                  <a:pt x="93065" y="2857881"/>
                  <a:pt x="105612" y="2859806"/>
                </a:cubicBezTo>
                <a:cubicBezTo>
                  <a:pt x="106218" y="2859898"/>
                  <a:pt x="106758" y="2859929"/>
                  <a:pt x="107365" y="2859929"/>
                </a:cubicBezTo>
                <a:cubicBezTo>
                  <a:pt x="110333" y="2859929"/>
                  <a:pt x="113975" y="2859030"/>
                  <a:pt x="117482" y="2858130"/>
                </a:cubicBezTo>
                <a:cubicBezTo>
                  <a:pt x="120991" y="2857230"/>
                  <a:pt x="124431" y="2856329"/>
                  <a:pt x="126858" y="2856329"/>
                </a:cubicBezTo>
                <a:cubicBezTo>
                  <a:pt x="127534" y="2856329"/>
                  <a:pt x="128141" y="2856423"/>
                  <a:pt x="128681" y="2856577"/>
                </a:cubicBezTo>
                <a:cubicBezTo>
                  <a:pt x="156336" y="2865329"/>
                  <a:pt x="191411" y="2860550"/>
                  <a:pt x="218190" y="2870264"/>
                </a:cubicBezTo>
                <a:cubicBezTo>
                  <a:pt x="228309" y="2873926"/>
                  <a:pt x="217246" y="2875881"/>
                  <a:pt x="216504" y="2878643"/>
                </a:cubicBezTo>
                <a:cubicBezTo>
                  <a:pt x="215695" y="2881654"/>
                  <a:pt x="218999" y="2883951"/>
                  <a:pt x="223991" y="2883951"/>
                </a:cubicBezTo>
                <a:cubicBezTo>
                  <a:pt x="225273" y="2883951"/>
                  <a:pt x="226689" y="2883797"/>
                  <a:pt x="228173" y="2883455"/>
                </a:cubicBezTo>
                <a:cubicBezTo>
                  <a:pt x="234852" y="2881902"/>
                  <a:pt x="240922" y="2879451"/>
                  <a:pt x="247262" y="2879451"/>
                </a:cubicBezTo>
                <a:lnTo>
                  <a:pt x="255745" y="2882257"/>
                </a:lnTo>
                <a:lnTo>
                  <a:pt x="200974" y="2889057"/>
                </a:lnTo>
                <a:cubicBezTo>
                  <a:pt x="194431" y="2891136"/>
                  <a:pt x="192273" y="2894488"/>
                  <a:pt x="193824" y="2897902"/>
                </a:cubicBezTo>
                <a:lnTo>
                  <a:pt x="202863" y="2901999"/>
                </a:lnTo>
                <a:cubicBezTo>
                  <a:pt x="203469" y="2901999"/>
                  <a:pt x="204076" y="2901999"/>
                  <a:pt x="204685" y="2901999"/>
                </a:cubicBezTo>
                <a:cubicBezTo>
                  <a:pt x="218108" y="2901999"/>
                  <a:pt x="229304" y="2903799"/>
                  <a:pt x="240704" y="2908175"/>
                </a:cubicBezTo>
                <a:cubicBezTo>
                  <a:pt x="242526" y="2908888"/>
                  <a:pt x="244415" y="2909168"/>
                  <a:pt x="246437" y="2909168"/>
                </a:cubicBezTo>
                <a:cubicBezTo>
                  <a:pt x="250147" y="2909168"/>
                  <a:pt x="254127" y="2908175"/>
                  <a:pt x="258174" y="2907213"/>
                </a:cubicBezTo>
                <a:cubicBezTo>
                  <a:pt x="262222" y="2906219"/>
                  <a:pt x="266337" y="2905258"/>
                  <a:pt x="270451" y="2905258"/>
                </a:cubicBezTo>
                <a:lnTo>
                  <a:pt x="271612" y="2905628"/>
                </a:lnTo>
                <a:lnTo>
                  <a:pt x="265946" y="2908904"/>
                </a:lnTo>
                <a:lnTo>
                  <a:pt x="266955" y="2922762"/>
                </a:lnTo>
                <a:lnTo>
                  <a:pt x="262222" y="2922667"/>
                </a:lnTo>
                <a:cubicBezTo>
                  <a:pt x="241109" y="2922667"/>
                  <a:pt x="220334" y="2924094"/>
                  <a:pt x="200974" y="2930270"/>
                </a:cubicBezTo>
                <a:cubicBezTo>
                  <a:pt x="194431" y="2932350"/>
                  <a:pt x="192273" y="2935701"/>
                  <a:pt x="193824" y="2939115"/>
                </a:cubicBezTo>
                <a:lnTo>
                  <a:pt x="202863" y="2943212"/>
                </a:lnTo>
                <a:cubicBezTo>
                  <a:pt x="203469" y="2943212"/>
                  <a:pt x="204076" y="2943212"/>
                  <a:pt x="204685" y="2943212"/>
                </a:cubicBezTo>
                <a:cubicBezTo>
                  <a:pt x="218108" y="2943212"/>
                  <a:pt x="229304" y="2945012"/>
                  <a:pt x="240704" y="2949389"/>
                </a:cubicBezTo>
                <a:cubicBezTo>
                  <a:pt x="242526" y="2950101"/>
                  <a:pt x="244415" y="2950381"/>
                  <a:pt x="246437" y="2950381"/>
                </a:cubicBezTo>
                <a:cubicBezTo>
                  <a:pt x="250147" y="2950381"/>
                  <a:pt x="254127" y="2949389"/>
                  <a:pt x="258174" y="2948426"/>
                </a:cubicBezTo>
                <a:cubicBezTo>
                  <a:pt x="262222" y="2947433"/>
                  <a:pt x="266337" y="2946471"/>
                  <a:pt x="270451" y="2946471"/>
                </a:cubicBezTo>
                <a:cubicBezTo>
                  <a:pt x="274565" y="2946471"/>
                  <a:pt x="278343" y="2947402"/>
                  <a:pt x="282052" y="2950164"/>
                </a:cubicBezTo>
                <a:cubicBezTo>
                  <a:pt x="305189" y="2946222"/>
                  <a:pt x="331158" y="2946347"/>
                  <a:pt x="352609" y="2941629"/>
                </a:cubicBezTo>
                <a:lnTo>
                  <a:pt x="376673" y="2939352"/>
                </a:lnTo>
                <a:lnTo>
                  <a:pt x="376217" y="2940452"/>
                </a:lnTo>
                <a:cubicBezTo>
                  <a:pt x="371293" y="2944424"/>
                  <a:pt x="382490" y="2944734"/>
                  <a:pt x="387954" y="2944765"/>
                </a:cubicBezTo>
                <a:lnTo>
                  <a:pt x="479231" y="2944908"/>
                </a:lnTo>
                <a:lnTo>
                  <a:pt x="480972" y="2946874"/>
                </a:lnTo>
                <a:cubicBezTo>
                  <a:pt x="481916" y="2950070"/>
                  <a:pt x="483534" y="2954044"/>
                  <a:pt x="476115" y="2956402"/>
                </a:cubicBezTo>
                <a:lnTo>
                  <a:pt x="427549" y="2962082"/>
                </a:lnTo>
                <a:cubicBezTo>
                  <a:pt x="425458" y="2960685"/>
                  <a:pt x="423233" y="2960188"/>
                  <a:pt x="420804" y="2960188"/>
                </a:cubicBezTo>
                <a:cubicBezTo>
                  <a:pt x="417903" y="2960188"/>
                  <a:pt x="414800" y="2960902"/>
                  <a:pt x="411698" y="2961647"/>
                </a:cubicBezTo>
                <a:cubicBezTo>
                  <a:pt x="408594" y="2962361"/>
                  <a:pt x="405492" y="2963106"/>
                  <a:pt x="402591" y="2963106"/>
                </a:cubicBezTo>
                <a:cubicBezTo>
                  <a:pt x="399691" y="2963106"/>
                  <a:pt x="396790" y="2962329"/>
                  <a:pt x="394294" y="2959971"/>
                </a:cubicBezTo>
                <a:cubicBezTo>
                  <a:pt x="379926" y="2962112"/>
                  <a:pt x="365493" y="2964223"/>
                  <a:pt x="351192" y="2966489"/>
                </a:cubicBezTo>
                <a:lnTo>
                  <a:pt x="346336" y="2968755"/>
                </a:lnTo>
                <a:lnTo>
                  <a:pt x="351529" y="2971020"/>
                </a:lnTo>
                <a:cubicBezTo>
                  <a:pt x="355711" y="2971702"/>
                  <a:pt x="360163" y="2972292"/>
                  <a:pt x="364547" y="2972355"/>
                </a:cubicBezTo>
                <a:cubicBezTo>
                  <a:pt x="377566" y="2972541"/>
                  <a:pt x="387617" y="2972510"/>
                  <a:pt x="376217" y="2981666"/>
                </a:cubicBezTo>
                <a:cubicBezTo>
                  <a:pt x="371293" y="2985637"/>
                  <a:pt x="382490" y="2985948"/>
                  <a:pt x="387954" y="2985979"/>
                </a:cubicBezTo>
                <a:lnTo>
                  <a:pt x="530279" y="2986200"/>
                </a:lnTo>
                <a:lnTo>
                  <a:pt x="524042" y="2990891"/>
                </a:lnTo>
                <a:lnTo>
                  <a:pt x="527753" y="2996150"/>
                </a:lnTo>
                <a:lnTo>
                  <a:pt x="524822" y="2999183"/>
                </a:lnTo>
                <a:lnTo>
                  <a:pt x="502209" y="3001260"/>
                </a:lnTo>
                <a:lnTo>
                  <a:pt x="522203" y="3001895"/>
                </a:lnTo>
                <a:lnTo>
                  <a:pt x="520489" y="3003668"/>
                </a:lnTo>
                <a:lnTo>
                  <a:pt x="535371" y="3011507"/>
                </a:lnTo>
                <a:lnTo>
                  <a:pt x="535361" y="3011470"/>
                </a:lnTo>
                <a:lnTo>
                  <a:pt x="537341" y="3011072"/>
                </a:lnTo>
                <a:lnTo>
                  <a:pt x="545988" y="3006158"/>
                </a:lnTo>
                <a:lnTo>
                  <a:pt x="549165" y="3008702"/>
                </a:lnTo>
                <a:lnTo>
                  <a:pt x="537341" y="3011072"/>
                </a:lnTo>
                <a:lnTo>
                  <a:pt x="535998" y="3011836"/>
                </a:lnTo>
                <a:lnTo>
                  <a:pt x="535371" y="3011507"/>
                </a:lnTo>
                <a:lnTo>
                  <a:pt x="537844" y="3020084"/>
                </a:lnTo>
                <a:cubicBezTo>
                  <a:pt x="533397" y="3022546"/>
                  <a:pt x="524444" y="3025031"/>
                  <a:pt x="513298" y="3028846"/>
                </a:cubicBezTo>
                <a:lnTo>
                  <a:pt x="530255" y="3035878"/>
                </a:lnTo>
                <a:lnTo>
                  <a:pt x="528200" y="3036154"/>
                </a:lnTo>
                <a:lnTo>
                  <a:pt x="528638" y="3036447"/>
                </a:lnTo>
                <a:lnTo>
                  <a:pt x="528894" y="3036182"/>
                </a:lnTo>
                <a:lnTo>
                  <a:pt x="529471" y="3037002"/>
                </a:lnTo>
                <a:lnTo>
                  <a:pt x="528638" y="3036447"/>
                </a:lnTo>
                <a:lnTo>
                  <a:pt x="520489" y="3044882"/>
                </a:lnTo>
                <a:lnTo>
                  <a:pt x="535371" y="3052721"/>
                </a:lnTo>
                <a:lnTo>
                  <a:pt x="535361" y="3052683"/>
                </a:lnTo>
                <a:lnTo>
                  <a:pt x="537341" y="3052285"/>
                </a:lnTo>
                <a:lnTo>
                  <a:pt x="545988" y="3047371"/>
                </a:lnTo>
                <a:lnTo>
                  <a:pt x="549165" y="3049915"/>
                </a:lnTo>
                <a:lnTo>
                  <a:pt x="537341" y="3052285"/>
                </a:lnTo>
                <a:lnTo>
                  <a:pt x="535998" y="3053049"/>
                </a:lnTo>
                <a:lnTo>
                  <a:pt x="535371" y="3052721"/>
                </a:lnTo>
                <a:lnTo>
                  <a:pt x="537131" y="3058824"/>
                </a:lnTo>
                <a:lnTo>
                  <a:pt x="516952" y="3058935"/>
                </a:lnTo>
                <a:cubicBezTo>
                  <a:pt x="511408" y="3060654"/>
                  <a:pt x="506831" y="3063593"/>
                  <a:pt x="501690" y="3066361"/>
                </a:cubicBezTo>
                <a:lnTo>
                  <a:pt x="520172" y="3085179"/>
                </a:lnTo>
                <a:lnTo>
                  <a:pt x="501286" y="3098289"/>
                </a:lnTo>
                <a:lnTo>
                  <a:pt x="471657" y="3074837"/>
                </a:lnTo>
                <a:lnTo>
                  <a:pt x="484943" y="3073179"/>
                </a:lnTo>
                <a:lnTo>
                  <a:pt x="473765" y="3063577"/>
                </a:lnTo>
                <a:lnTo>
                  <a:pt x="420889" y="3081873"/>
                </a:lnTo>
                <a:lnTo>
                  <a:pt x="422276" y="3094531"/>
                </a:lnTo>
                <a:lnTo>
                  <a:pt x="439660" y="3088343"/>
                </a:lnTo>
                <a:cubicBezTo>
                  <a:pt x="478761" y="3107499"/>
                  <a:pt x="487423" y="3110975"/>
                  <a:pt x="487598" y="3114478"/>
                </a:cubicBezTo>
                <a:cubicBezTo>
                  <a:pt x="487828" y="3119098"/>
                  <a:pt x="491481" y="3121867"/>
                  <a:pt x="496267" y="3124032"/>
                </a:cubicBezTo>
                <a:lnTo>
                  <a:pt x="502572" y="3126448"/>
                </a:lnTo>
                <a:lnTo>
                  <a:pt x="449284" y="3126532"/>
                </a:lnTo>
                <a:cubicBezTo>
                  <a:pt x="443821" y="3126563"/>
                  <a:pt x="432623" y="3126872"/>
                  <a:pt x="437547" y="3130845"/>
                </a:cubicBezTo>
                <a:cubicBezTo>
                  <a:pt x="448947" y="3140000"/>
                  <a:pt x="438896" y="3139969"/>
                  <a:pt x="425877" y="3140155"/>
                </a:cubicBezTo>
                <a:cubicBezTo>
                  <a:pt x="421493" y="3140217"/>
                  <a:pt x="417041" y="3140807"/>
                  <a:pt x="412859" y="3141490"/>
                </a:cubicBezTo>
                <a:lnTo>
                  <a:pt x="407666" y="3143756"/>
                </a:lnTo>
                <a:lnTo>
                  <a:pt x="412523" y="3146021"/>
                </a:lnTo>
                <a:cubicBezTo>
                  <a:pt x="426823" y="3148287"/>
                  <a:pt x="441256" y="3150397"/>
                  <a:pt x="455624" y="3152539"/>
                </a:cubicBezTo>
                <a:cubicBezTo>
                  <a:pt x="458120" y="3150180"/>
                  <a:pt x="461021" y="3149403"/>
                  <a:pt x="463921" y="3149403"/>
                </a:cubicBezTo>
                <a:cubicBezTo>
                  <a:pt x="466822" y="3149403"/>
                  <a:pt x="469925" y="3150149"/>
                  <a:pt x="473028" y="3150863"/>
                </a:cubicBezTo>
                <a:cubicBezTo>
                  <a:pt x="476130" y="3151607"/>
                  <a:pt x="479233" y="3152321"/>
                  <a:pt x="482134" y="3152321"/>
                </a:cubicBezTo>
                <a:cubicBezTo>
                  <a:pt x="484563" y="3152321"/>
                  <a:pt x="486788" y="3151825"/>
                  <a:pt x="488879" y="3150428"/>
                </a:cubicBezTo>
                <a:lnTo>
                  <a:pt x="503740" y="3152167"/>
                </a:lnTo>
                <a:lnTo>
                  <a:pt x="503061" y="3155231"/>
                </a:lnTo>
                <a:cubicBezTo>
                  <a:pt x="499293" y="3158463"/>
                  <a:pt x="493836" y="3161196"/>
                  <a:pt x="490313" y="3164065"/>
                </a:cubicBezTo>
                <a:lnTo>
                  <a:pt x="506109" y="3175221"/>
                </a:lnTo>
                <a:lnTo>
                  <a:pt x="471341" y="3176312"/>
                </a:lnTo>
                <a:cubicBezTo>
                  <a:pt x="452253" y="3176312"/>
                  <a:pt x="433163" y="3175101"/>
                  <a:pt x="413939" y="3170881"/>
                </a:cubicBezTo>
                <a:cubicBezTo>
                  <a:pt x="392488" y="3166164"/>
                  <a:pt x="366519" y="3166287"/>
                  <a:pt x="343383" y="3162346"/>
                </a:cubicBezTo>
                <a:cubicBezTo>
                  <a:pt x="339673" y="3165109"/>
                  <a:pt x="335896" y="3166039"/>
                  <a:pt x="331781" y="3166039"/>
                </a:cubicBezTo>
                <a:cubicBezTo>
                  <a:pt x="327667" y="3166039"/>
                  <a:pt x="323552" y="3165078"/>
                  <a:pt x="319504" y="3164084"/>
                </a:cubicBezTo>
                <a:cubicBezTo>
                  <a:pt x="315457" y="3163122"/>
                  <a:pt x="311478" y="3162128"/>
                  <a:pt x="307767" y="3162128"/>
                </a:cubicBezTo>
                <a:cubicBezTo>
                  <a:pt x="305745" y="3162128"/>
                  <a:pt x="303856" y="3162408"/>
                  <a:pt x="302034" y="3163122"/>
                </a:cubicBezTo>
                <a:cubicBezTo>
                  <a:pt x="290634" y="3167498"/>
                  <a:pt x="279438" y="3169297"/>
                  <a:pt x="266014" y="3169297"/>
                </a:cubicBezTo>
                <a:cubicBezTo>
                  <a:pt x="265407" y="3169297"/>
                  <a:pt x="264800" y="3169297"/>
                  <a:pt x="264193" y="3169297"/>
                </a:cubicBezTo>
                <a:lnTo>
                  <a:pt x="255154" y="3173394"/>
                </a:lnTo>
                <a:cubicBezTo>
                  <a:pt x="253603" y="3176808"/>
                  <a:pt x="255761" y="3180159"/>
                  <a:pt x="262305" y="3182240"/>
                </a:cubicBezTo>
                <a:lnTo>
                  <a:pt x="280468" y="3185949"/>
                </a:lnTo>
                <a:lnTo>
                  <a:pt x="251496" y="3184210"/>
                </a:lnTo>
                <a:cubicBezTo>
                  <a:pt x="242862" y="3183402"/>
                  <a:pt x="234903" y="3180826"/>
                  <a:pt x="226337" y="3179740"/>
                </a:cubicBezTo>
                <a:cubicBezTo>
                  <a:pt x="224852" y="3179553"/>
                  <a:pt x="223436" y="3179462"/>
                  <a:pt x="221953" y="3179462"/>
                </a:cubicBezTo>
                <a:cubicBezTo>
                  <a:pt x="213724" y="3179462"/>
                  <a:pt x="206370" y="3182347"/>
                  <a:pt x="205898" y="3185978"/>
                </a:cubicBezTo>
                <a:cubicBezTo>
                  <a:pt x="205156" y="3191844"/>
                  <a:pt x="204955" y="3197741"/>
                  <a:pt x="204616" y="3203606"/>
                </a:cubicBezTo>
                <a:cubicBezTo>
                  <a:pt x="204212" y="3210683"/>
                  <a:pt x="211430" y="3213911"/>
                  <a:pt x="224582" y="3215152"/>
                </a:cubicBezTo>
                <a:cubicBezTo>
                  <a:pt x="230587" y="3215710"/>
                  <a:pt x="231732" y="3218534"/>
                  <a:pt x="227820" y="3219807"/>
                </a:cubicBezTo>
                <a:cubicBezTo>
                  <a:pt x="218445" y="3222817"/>
                  <a:pt x="205696" y="3224369"/>
                  <a:pt x="199625" y="3228528"/>
                </a:cubicBezTo>
                <a:cubicBezTo>
                  <a:pt x="194702" y="3231911"/>
                  <a:pt x="190249" y="3233059"/>
                  <a:pt x="185932" y="3233059"/>
                </a:cubicBezTo>
                <a:cubicBezTo>
                  <a:pt x="179592" y="3233059"/>
                  <a:pt x="173521" y="3230607"/>
                  <a:pt x="166843" y="3229055"/>
                </a:cubicBezTo>
                <a:cubicBezTo>
                  <a:pt x="165359" y="3228714"/>
                  <a:pt x="163942" y="3228558"/>
                  <a:pt x="162661" y="3228558"/>
                </a:cubicBezTo>
                <a:cubicBezTo>
                  <a:pt x="157669" y="3228558"/>
                  <a:pt x="154365" y="3230856"/>
                  <a:pt x="155174" y="3233866"/>
                </a:cubicBezTo>
                <a:cubicBezTo>
                  <a:pt x="155916" y="3236628"/>
                  <a:pt x="166978" y="3238584"/>
                  <a:pt x="156860" y="3242246"/>
                </a:cubicBezTo>
                <a:cubicBezTo>
                  <a:pt x="130081" y="3251960"/>
                  <a:pt x="95006" y="3247180"/>
                  <a:pt x="67351" y="3255932"/>
                </a:cubicBezTo>
                <a:cubicBezTo>
                  <a:pt x="66811" y="3256088"/>
                  <a:pt x="66204" y="3256181"/>
                  <a:pt x="65528" y="3256181"/>
                </a:cubicBezTo>
                <a:cubicBezTo>
                  <a:pt x="63100" y="3256181"/>
                  <a:pt x="59661" y="3255280"/>
                  <a:pt x="56152" y="3254381"/>
                </a:cubicBezTo>
                <a:cubicBezTo>
                  <a:pt x="52645" y="3253481"/>
                  <a:pt x="49003" y="3252581"/>
                  <a:pt x="46035" y="3252581"/>
                </a:cubicBezTo>
                <a:cubicBezTo>
                  <a:pt x="45427" y="3252581"/>
                  <a:pt x="44888" y="3252612"/>
                  <a:pt x="44281" y="3252704"/>
                </a:cubicBezTo>
                <a:cubicBezTo>
                  <a:pt x="31735" y="3254628"/>
                  <a:pt x="20134" y="3258664"/>
                  <a:pt x="8935" y="3262449"/>
                </a:cubicBezTo>
                <a:cubicBezTo>
                  <a:pt x="-3273" y="3266578"/>
                  <a:pt x="-3071" y="3276012"/>
                  <a:pt x="10150" y="3280232"/>
                </a:cubicBezTo>
                <a:cubicBezTo>
                  <a:pt x="27080" y="3285633"/>
                  <a:pt x="43539" y="3292150"/>
                  <a:pt x="65124" y="3292182"/>
                </a:cubicBezTo>
                <a:cubicBezTo>
                  <a:pt x="73826" y="3292182"/>
                  <a:pt x="83336" y="3293113"/>
                  <a:pt x="92037" y="3293113"/>
                </a:cubicBezTo>
                <a:cubicBezTo>
                  <a:pt x="97029" y="3293113"/>
                  <a:pt x="101751" y="3292802"/>
                  <a:pt x="105933" y="3291841"/>
                </a:cubicBezTo>
                <a:cubicBezTo>
                  <a:pt x="128798" y="3286502"/>
                  <a:pt x="154904" y="3287371"/>
                  <a:pt x="176219" y="3281350"/>
                </a:cubicBezTo>
                <a:cubicBezTo>
                  <a:pt x="192542" y="3276758"/>
                  <a:pt x="210687" y="3277441"/>
                  <a:pt x="227349" y="3272908"/>
                </a:cubicBezTo>
                <a:cubicBezTo>
                  <a:pt x="233352" y="3271263"/>
                  <a:pt x="238815" y="3270457"/>
                  <a:pt x="243739" y="3270457"/>
                </a:cubicBezTo>
                <a:cubicBezTo>
                  <a:pt x="257568" y="3270457"/>
                  <a:pt x="267550" y="3276758"/>
                  <a:pt x="276454" y="3288674"/>
                </a:cubicBezTo>
                <a:cubicBezTo>
                  <a:pt x="280839" y="3294540"/>
                  <a:pt x="291226" y="3298079"/>
                  <a:pt x="302761" y="3298079"/>
                </a:cubicBezTo>
                <a:cubicBezTo>
                  <a:pt x="306471" y="3298079"/>
                  <a:pt x="310248" y="3297706"/>
                  <a:pt x="314026" y="3296961"/>
                </a:cubicBezTo>
                <a:cubicBezTo>
                  <a:pt x="320231" y="3295720"/>
                  <a:pt x="326100" y="3292927"/>
                  <a:pt x="332237" y="3292864"/>
                </a:cubicBezTo>
                <a:cubicBezTo>
                  <a:pt x="362996" y="3292585"/>
                  <a:pt x="393754" y="3292306"/>
                  <a:pt x="424513" y="3292306"/>
                </a:cubicBezTo>
                <a:lnTo>
                  <a:pt x="430825" y="3292344"/>
                </a:lnTo>
                <a:lnTo>
                  <a:pt x="447732" y="3295022"/>
                </a:lnTo>
                <a:cubicBezTo>
                  <a:pt x="449015" y="3295426"/>
                  <a:pt x="450700" y="3295581"/>
                  <a:pt x="452522" y="3295581"/>
                </a:cubicBezTo>
                <a:lnTo>
                  <a:pt x="471034" y="3292583"/>
                </a:lnTo>
                <a:lnTo>
                  <a:pt x="476587" y="3292616"/>
                </a:lnTo>
                <a:cubicBezTo>
                  <a:pt x="491966" y="3292802"/>
                  <a:pt x="504311" y="3300407"/>
                  <a:pt x="520566" y="3300407"/>
                </a:cubicBezTo>
                <a:cubicBezTo>
                  <a:pt x="522860" y="3300407"/>
                  <a:pt x="525153" y="3300250"/>
                  <a:pt x="527582" y="3299940"/>
                </a:cubicBezTo>
                <a:cubicBezTo>
                  <a:pt x="533382" y="3304720"/>
                  <a:pt x="538711" y="3309686"/>
                  <a:pt x="545119" y="3314279"/>
                </a:cubicBezTo>
                <a:lnTo>
                  <a:pt x="561892" y="3320089"/>
                </a:lnTo>
                <a:lnTo>
                  <a:pt x="548237" y="3325158"/>
                </a:lnTo>
                <a:cubicBezTo>
                  <a:pt x="544123" y="3327672"/>
                  <a:pt x="540481" y="3328509"/>
                  <a:pt x="536906" y="3328509"/>
                </a:cubicBezTo>
                <a:cubicBezTo>
                  <a:pt x="531509" y="3328509"/>
                  <a:pt x="526315" y="3326585"/>
                  <a:pt x="519975" y="3325499"/>
                </a:cubicBezTo>
                <a:cubicBezTo>
                  <a:pt x="515321" y="3324692"/>
                  <a:pt x="509924" y="3323917"/>
                  <a:pt x="504798" y="3323917"/>
                </a:cubicBezTo>
                <a:cubicBezTo>
                  <a:pt x="497446" y="3323917"/>
                  <a:pt x="490632" y="3325530"/>
                  <a:pt x="487260" y="3330993"/>
                </a:cubicBezTo>
                <a:lnTo>
                  <a:pt x="481662" y="3331923"/>
                </a:lnTo>
                <a:lnTo>
                  <a:pt x="478132" y="3336846"/>
                </a:lnTo>
                <a:lnTo>
                  <a:pt x="463628" y="3335368"/>
                </a:lnTo>
                <a:lnTo>
                  <a:pt x="472917" y="3320796"/>
                </a:lnTo>
                <a:lnTo>
                  <a:pt x="425813" y="3328206"/>
                </a:lnTo>
                <a:cubicBezTo>
                  <a:pt x="417568" y="3332183"/>
                  <a:pt x="416414" y="3336682"/>
                  <a:pt x="420486" y="3338872"/>
                </a:cubicBezTo>
                <a:cubicBezTo>
                  <a:pt x="425453" y="3341556"/>
                  <a:pt x="421467" y="3349099"/>
                  <a:pt x="421467" y="3356757"/>
                </a:cubicBezTo>
                <a:cubicBezTo>
                  <a:pt x="401889" y="3351389"/>
                  <a:pt x="382541" y="3354948"/>
                  <a:pt x="364232" y="3359723"/>
                </a:cubicBezTo>
                <a:lnTo>
                  <a:pt x="355452" y="3352123"/>
                </a:lnTo>
                <a:lnTo>
                  <a:pt x="332740" y="3359794"/>
                </a:lnTo>
                <a:lnTo>
                  <a:pt x="351757" y="3364612"/>
                </a:lnTo>
                <a:lnTo>
                  <a:pt x="363122" y="3373798"/>
                </a:lnTo>
                <a:lnTo>
                  <a:pt x="392185" y="3372409"/>
                </a:lnTo>
                <a:lnTo>
                  <a:pt x="393411" y="3373895"/>
                </a:lnTo>
                <a:lnTo>
                  <a:pt x="363385" y="3374010"/>
                </a:lnTo>
                <a:lnTo>
                  <a:pt x="363122" y="3373798"/>
                </a:lnTo>
                <a:lnTo>
                  <a:pt x="362614" y="3373822"/>
                </a:lnTo>
                <a:lnTo>
                  <a:pt x="363074" y="3374011"/>
                </a:lnTo>
                <a:lnTo>
                  <a:pt x="315862" y="3374194"/>
                </a:lnTo>
                <a:cubicBezTo>
                  <a:pt x="315323" y="3374194"/>
                  <a:pt x="314783" y="3374194"/>
                  <a:pt x="314243" y="3374194"/>
                </a:cubicBezTo>
                <a:cubicBezTo>
                  <a:pt x="308982" y="3374194"/>
                  <a:pt x="303653" y="3374039"/>
                  <a:pt x="298324" y="3373853"/>
                </a:cubicBezTo>
                <a:cubicBezTo>
                  <a:pt x="292928" y="3373697"/>
                  <a:pt x="287532" y="3373511"/>
                  <a:pt x="282203" y="3373511"/>
                </a:cubicBezTo>
                <a:cubicBezTo>
                  <a:pt x="268577" y="3373511"/>
                  <a:pt x="255222" y="3374660"/>
                  <a:pt x="243080" y="3379873"/>
                </a:cubicBezTo>
                <a:cubicBezTo>
                  <a:pt x="241866" y="3380401"/>
                  <a:pt x="239910" y="3380526"/>
                  <a:pt x="237819" y="3380526"/>
                </a:cubicBezTo>
                <a:cubicBezTo>
                  <a:pt x="237077" y="3380526"/>
                  <a:pt x="236201" y="3380494"/>
                  <a:pt x="235391" y="3380494"/>
                </a:cubicBezTo>
                <a:cubicBezTo>
                  <a:pt x="234514" y="3380463"/>
                  <a:pt x="233704" y="3380463"/>
                  <a:pt x="232895" y="3380463"/>
                </a:cubicBezTo>
                <a:cubicBezTo>
                  <a:pt x="231816" y="3380463"/>
                  <a:pt x="230669" y="3380494"/>
                  <a:pt x="229658" y="3380587"/>
                </a:cubicBezTo>
                <a:cubicBezTo>
                  <a:pt x="224800" y="3381084"/>
                  <a:pt x="219877" y="3381207"/>
                  <a:pt x="214885" y="3381207"/>
                </a:cubicBezTo>
                <a:cubicBezTo>
                  <a:pt x="212187" y="3381207"/>
                  <a:pt x="209489" y="3381177"/>
                  <a:pt x="206790" y="3381146"/>
                </a:cubicBezTo>
                <a:cubicBezTo>
                  <a:pt x="204025" y="3381084"/>
                  <a:pt x="201327" y="3381053"/>
                  <a:pt x="198628" y="3381053"/>
                </a:cubicBezTo>
                <a:cubicBezTo>
                  <a:pt x="188646" y="3381053"/>
                  <a:pt x="178798" y="3381549"/>
                  <a:pt x="169422" y="3384529"/>
                </a:cubicBezTo>
                <a:cubicBezTo>
                  <a:pt x="160585" y="3387322"/>
                  <a:pt x="151075" y="3387725"/>
                  <a:pt x="141361" y="3387725"/>
                </a:cubicBezTo>
                <a:cubicBezTo>
                  <a:pt x="139337" y="3387725"/>
                  <a:pt x="137314" y="3387694"/>
                  <a:pt x="135290" y="3387694"/>
                </a:cubicBezTo>
                <a:cubicBezTo>
                  <a:pt x="133198" y="3387664"/>
                  <a:pt x="131108" y="3387664"/>
                  <a:pt x="129084" y="3387664"/>
                </a:cubicBezTo>
                <a:cubicBezTo>
                  <a:pt x="122474" y="3387664"/>
                  <a:pt x="116000" y="3387850"/>
                  <a:pt x="109726" y="3388843"/>
                </a:cubicBezTo>
                <a:lnTo>
                  <a:pt x="104397" y="3391046"/>
                </a:lnTo>
                <a:lnTo>
                  <a:pt x="113639" y="3394771"/>
                </a:lnTo>
                <a:cubicBezTo>
                  <a:pt x="116269" y="3394926"/>
                  <a:pt x="118899" y="3394957"/>
                  <a:pt x="121597" y="3394957"/>
                </a:cubicBezTo>
                <a:cubicBezTo>
                  <a:pt x="123419" y="3394957"/>
                  <a:pt x="125173" y="3394926"/>
                  <a:pt x="126994" y="3394926"/>
                </a:cubicBezTo>
                <a:cubicBezTo>
                  <a:pt x="128883" y="3394895"/>
                  <a:pt x="130703" y="3394895"/>
                  <a:pt x="132525" y="3394895"/>
                </a:cubicBezTo>
                <a:cubicBezTo>
                  <a:pt x="137786" y="3394895"/>
                  <a:pt x="142913" y="3395081"/>
                  <a:pt x="147634" y="3395919"/>
                </a:cubicBezTo>
                <a:cubicBezTo>
                  <a:pt x="154178" y="3397067"/>
                  <a:pt x="159978" y="3399395"/>
                  <a:pt x="165981" y="3399395"/>
                </a:cubicBezTo>
                <a:cubicBezTo>
                  <a:pt x="169422" y="3399395"/>
                  <a:pt x="172861" y="3398651"/>
                  <a:pt x="176638" y="3396539"/>
                </a:cubicBezTo>
                <a:cubicBezTo>
                  <a:pt x="190399" y="3400233"/>
                  <a:pt x="204025" y="3404143"/>
                  <a:pt x="218190" y="3407371"/>
                </a:cubicBezTo>
                <a:cubicBezTo>
                  <a:pt x="218393" y="3407433"/>
                  <a:pt x="218595" y="3407433"/>
                  <a:pt x="218864" y="3407433"/>
                </a:cubicBezTo>
                <a:cubicBezTo>
                  <a:pt x="221293" y="3407433"/>
                  <a:pt x="225813" y="3405292"/>
                  <a:pt x="228982" y="3404112"/>
                </a:cubicBezTo>
                <a:cubicBezTo>
                  <a:pt x="234447" y="3402126"/>
                  <a:pt x="240584" y="3401691"/>
                  <a:pt x="246858" y="3401691"/>
                </a:cubicBezTo>
                <a:cubicBezTo>
                  <a:pt x="249151" y="3401691"/>
                  <a:pt x="251512" y="3401754"/>
                  <a:pt x="253805" y="3401816"/>
                </a:cubicBezTo>
                <a:cubicBezTo>
                  <a:pt x="256167" y="3401877"/>
                  <a:pt x="258460" y="3401940"/>
                  <a:pt x="260752" y="3401940"/>
                </a:cubicBezTo>
                <a:lnTo>
                  <a:pt x="276910" y="3399190"/>
                </a:lnTo>
                <a:lnTo>
                  <a:pt x="277145" y="3401659"/>
                </a:lnTo>
                <a:cubicBezTo>
                  <a:pt x="278983" y="3403491"/>
                  <a:pt x="282660" y="3404825"/>
                  <a:pt x="288798" y="3405213"/>
                </a:cubicBezTo>
                <a:lnTo>
                  <a:pt x="295071" y="3406331"/>
                </a:lnTo>
                <a:lnTo>
                  <a:pt x="299860" y="3408782"/>
                </a:lnTo>
                <a:lnTo>
                  <a:pt x="296015" y="3410862"/>
                </a:lnTo>
                <a:cubicBezTo>
                  <a:pt x="278074" y="3411700"/>
                  <a:pt x="260063" y="3412165"/>
                  <a:pt x="242119" y="3413096"/>
                </a:cubicBezTo>
                <a:cubicBezTo>
                  <a:pt x="236319" y="3413407"/>
                  <a:pt x="232407" y="3417752"/>
                  <a:pt x="226404" y="3417752"/>
                </a:cubicBezTo>
                <a:cubicBezTo>
                  <a:pt x="224449" y="3417752"/>
                  <a:pt x="222223" y="3417286"/>
                  <a:pt x="219659" y="3416075"/>
                </a:cubicBezTo>
                <a:cubicBezTo>
                  <a:pt x="213588" y="3413189"/>
                  <a:pt x="206641" y="3412630"/>
                  <a:pt x="199422" y="3412630"/>
                </a:cubicBezTo>
                <a:cubicBezTo>
                  <a:pt x="197129" y="3412630"/>
                  <a:pt x="194836" y="3412692"/>
                  <a:pt x="192475" y="3412755"/>
                </a:cubicBezTo>
                <a:cubicBezTo>
                  <a:pt x="190182" y="3412817"/>
                  <a:pt x="187821" y="3412878"/>
                  <a:pt x="185528" y="3412878"/>
                </a:cubicBezTo>
                <a:cubicBezTo>
                  <a:pt x="179254" y="3412878"/>
                  <a:pt x="173116" y="3412444"/>
                  <a:pt x="167652" y="3410457"/>
                </a:cubicBezTo>
                <a:cubicBezTo>
                  <a:pt x="164482" y="3409279"/>
                  <a:pt x="159963" y="3407137"/>
                  <a:pt x="157534" y="3407137"/>
                </a:cubicBezTo>
                <a:cubicBezTo>
                  <a:pt x="157265" y="3407137"/>
                  <a:pt x="157063" y="3407137"/>
                  <a:pt x="156860" y="3407200"/>
                </a:cubicBezTo>
                <a:cubicBezTo>
                  <a:pt x="142695" y="3410427"/>
                  <a:pt x="129069" y="3414338"/>
                  <a:pt x="115308" y="3418030"/>
                </a:cubicBezTo>
                <a:cubicBezTo>
                  <a:pt x="111531" y="3415920"/>
                  <a:pt x="108092" y="3415176"/>
                  <a:pt x="104651" y="3415176"/>
                </a:cubicBezTo>
                <a:cubicBezTo>
                  <a:pt x="98647" y="3415176"/>
                  <a:pt x="92847" y="3417503"/>
                  <a:pt x="86304" y="3418651"/>
                </a:cubicBezTo>
                <a:cubicBezTo>
                  <a:pt x="81583" y="3419490"/>
                  <a:pt x="76456" y="3419676"/>
                  <a:pt x="71195" y="3419676"/>
                </a:cubicBezTo>
                <a:cubicBezTo>
                  <a:pt x="69373" y="3419676"/>
                  <a:pt x="67553" y="3419676"/>
                  <a:pt x="65664" y="3419644"/>
                </a:cubicBezTo>
                <a:cubicBezTo>
                  <a:pt x="63842" y="3419644"/>
                  <a:pt x="62089" y="3419613"/>
                  <a:pt x="60267" y="3419613"/>
                </a:cubicBezTo>
                <a:cubicBezTo>
                  <a:pt x="57569" y="3419613"/>
                  <a:pt x="54939" y="3419644"/>
                  <a:pt x="52308" y="3419800"/>
                </a:cubicBezTo>
                <a:lnTo>
                  <a:pt x="43067" y="3423524"/>
                </a:lnTo>
                <a:lnTo>
                  <a:pt x="48396" y="3425728"/>
                </a:lnTo>
                <a:cubicBezTo>
                  <a:pt x="54670" y="3426720"/>
                  <a:pt x="61144" y="3426907"/>
                  <a:pt x="67754" y="3426907"/>
                </a:cubicBezTo>
                <a:cubicBezTo>
                  <a:pt x="69778" y="3426907"/>
                  <a:pt x="71868" y="3426907"/>
                  <a:pt x="73960" y="3426876"/>
                </a:cubicBezTo>
                <a:cubicBezTo>
                  <a:pt x="75983" y="3426876"/>
                  <a:pt x="78007" y="3426844"/>
                  <a:pt x="80031" y="3426844"/>
                </a:cubicBezTo>
                <a:cubicBezTo>
                  <a:pt x="89745" y="3426844"/>
                  <a:pt x="99255" y="3427249"/>
                  <a:pt x="108092" y="3430042"/>
                </a:cubicBezTo>
                <a:cubicBezTo>
                  <a:pt x="117468" y="3433021"/>
                  <a:pt x="127316" y="3433517"/>
                  <a:pt x="137298" y="3433517"/>
                </a:cubicBezTo>
                <a:cubicBezTo>
                  <a:pt x="139997" y="3433517"/>
                  <a:pt x="142695" y="3433485"/>
                  <a:pt x="145460" y="3433424"/>
                </a:cubicBezTo>
                <a:cubicBezTo>
                  <a:pt x="148158" y="3433393"/>
                  <a:pt x="150856" y="3433362"/>
                  <a:pt x="153554" y="3433362"/>
                </a:cubicBezTo>
                <a:cubicBezTo>
                  <a:pt x="158546" y="3433362"/>
                  <a:pt x="163470" y="3433485"/>
                  <a:pt x="168327" y="3433983"/>
                </a:cubicBezTo>
                <a:cubicBezTo>
                  <a:pt x="169339" y="3434076"/>
                  <a:pt x="170486" y="3434107"/>
                  <a:pt x="171565" y="3434107"/>
                </a:cubicBezTo>
                <a:cubicBezTo>
                  <a:pt x="172374" y="3434107"/>
                  <a:pt x="173184" y="3434107"/>
                  <a:pt x="174061" y="3434076"/>
                </a:cubicBezTo>
                <a:cubicBezTo>
                  <a:pt x="174870" y="3434076"/>
                  <a:pt x="175747" y="3434045"/>
                  <a:pt x="176489" y="3434045"/>
                </a:cubicBezTo>
                <a:cubicBezTo>
                  <a:pt x="178580" y="3434045"/>
                  <a:pt x="180536" y="3434168"/>
                  <a:pt x="181750" y="3434697"/>
                </a:cubicBezTo>
                <a:cubicBezTo>
                  <a:pt x="193891" y="3439911"/>
                  <a:pt x="207247" y="3441059"/>
                  <a:pt x="220874" y="3441059"/>
                </a:cubicBezTo>
                <a:cubicBezTo>
                  <a:pt x="226202" y="3441059"/>
                  <a:pt x="231598" y="3440872"/>
                  <a:pt x="236994" y="3440718"/>
                </a:cubicBezTo>
                <a:cubicBezTo>
                  <a:pt x="242323" y="3440532"/>
                  <a:pt x="247651" y="3440377"/>
                  <a:pt x="252913" y="3440377"/>
                </a:cubicBezTo>
                <a:cubicBezTo>
                  <a:pt x="253453" y="3440377"/>
                  <a:pt x="253992" y="3440377"/>
                  <a:pt x="254532" y="3440377"/>
                </a:cubicBezTo>
                <a:lnTo>
                  <a:pt x="402364" y="3440948"/>
                </a:lnTo>
                <a:lnTo>
                  <a:pt x="400560" y="3442055"/>
                </a:lnTo>
                <a:cubicBezTo>
                  <a:pt x="413440" y="3443581"/>
                  <a:pt x="425482" y="3444161"/>
                  <a:pt x="436946" y="3443550"/>
                </a:cubicBezTo>
                <a:lnTo>
                  <a:pt x="451017" y="3441136"/>
                </a:lnTo>
                <a:lnTo>
                  <a:pt x="475321" y="3441230"/>
                </a:lnTo>
                <a:lnTo>
                  <a:pt x="498225" y="3453951"/>
                </a:lnTo>
                <a:lnTo>
                  <a:pt x="497937" y="3454375"/>
                </a:lnTo>
                <a:lnTo>
                  <a:pt x="498318" y="3454370"/>
                </a:lnTo>
                <a:lnTo>
                  <a:pt x="494596" y="3460487"/>
                </a:lnTo>
                <a:cubicBezTo>
                  <a:pt x="493518" y="3466105"/>
                  <a:pt x="489201" y="3468991"/>
                  <a:pt x="478274" y="3469084"/>
                </a:cubicBezTo>
                <a:cubicBezTo>
                  <a:pt x="459927" y="3469270"/>
                  <a:pt x="441579" y="3469209"/>
                  <a:pt x="423299" y="3469736"/>
                </a:cubicBezTo>
                <a:cubicBezTo>
                  <a:pt x="419792" y="3469829"/>
                  <a:pt x="413585" y="3472436"/>
                  <a:pt x="413856" y="3473615"/>
                </a:cubicBezTo>
                <a:cubicBezTo>
                  <a:pt x="414396" y="3476719"/>
                  <a:pt x="417566" y="3479761"/>
                  <a:pt x="420331" y="3482647"/>
                </a:cubicBezTo>
                <a:lnTo>
                  <a:pt x="425931" y="3483578"/>
                </a:lnTo>
                <a:cubicBezTo>
                  <a:pt x="429302" y="3489041"/>
                  <a:pt x="436116" y="3490654"/>
                  <a:pt x="443468" y="3490654"/>
                </a:cubicBezTo>
                <a:cubicBezTo>
                  <a:pt x="448594" y="3490654"/>
                  <a:pt x="453991" y="3489878"/>
                  <a:pt x="458645" y="3489071"/>
                </a:cubicBezTo>
                <a:cubicBezTo>
                  <a:pt x="464985" y="3487984"/>
                  <a:pt x="470179" y="3486060"/>
                  <a:pt x="475576" y="3486060"/>
                </a:cubicBezTo>
                <a:cubicBezTo>
                  <a:pt x="479151" y="3486060"/>
                  <a:pt x="482793" y="3486898"/>
                  <a:pt x="486907" y="3489413"/>
                </a:cubicBezTo>
                <a:cubicBezTo>
                  <a:pt x="492506" y="3492826"/>
                  <a:pt x="500466" y="3495775"/>
                  <a:pt x="508560" y="3497450"/>
                </a:cubicBezTo>
                <a:cubicBezTo>
                  <a:pt x="522455" y="3500368"/>
                  <a:pt x="522523" y="3501609"/>
                  <a:pt x="508560" y="3504527"/>
                </a:cubicBezTo>
                <a:cubicBezTo>
                  <a:pt x="500533" y="3506203"/>
                  <a:pt x="494057" y="3509771"/>
                  <a:pt x="486840" y="3512472"/>
                </a:cubicBezTo>
                <a:lnTo>
                  <a:pt x="455078" y="3522078"/>
                </a:lnTo>
                <a:lnTo>
                  <a:pt x="408527" y="3521796"/>
                </a:lnTo>
                <a:lnTo>
                  <a:pt x="391192" y="3518989"/>
                </a:lnTo>
                <a:cubicBezTo>
                  <a:pt x="389370" y="3518989"/>
                  <a:pt x="387684" y="3519145"/>
                  <a:pt x="386402" y="3519548"/>
                </a:cubicBezTo>
                <a:lnTo>
                  <a:pt x="384978" y="3519774"/>
                </a:lnTo>
                <a:lnTo>
                  <a:pt x="375356" y="3517610"/>
                </a:lnTo>
                <a:cubicBezTo>
                  <a:pt x="371579" y="3516864"/>
                  <a:pt x="367801" y="3516492"/>
                  <a:pt x="364092" y="3516492"/>
                </a:cubicBezTo>
                <a:cubicBezTo>
                  <a:pt x="352556" y="3516492"/>
                  <a:pt x="342169" y="3520030"/>
                  <a:pt x="337785" y="3525895"/>
                </a:cubicBezTo>
                <a:lnTo>
                  <a:pt x="337150" y="3526490"/>
                </a:lnTo>
                <a:lnTo>
                  <a:pt x="321850" y="3528145"/>
                </a:lnTo>
                <a:cubicBezTo>
                  <a:pt x="319286" y="3528611"/>
                  <a:pt x="317397" y="3532148"/>
                  <a:pt x="317870" y="3534041"/>
                </a:cubicBezTo>
                <a:lnTo>
                  <a:pt x="324065" y="3538734"/>
                </a:lnTo>
                <a:lnTo>
                  <a:pt x="323275" y="3539473"/>
                </a:lnTo>
                <a:cubicBezTo>
                  <a:pt x="317936" y="3542538"/>
                  <a:pt x="311983" y="3544113"/>
                  <a:pt x="305069" y="3544113"/>
                </a:cubicBezTo>
                <a:cubicBezTo>
                  <a:pt x="300146" y="3544113"/>
                  <a:pt x="294682" y="3543307"/>
                  <a:pt x="288679" y="3541662"/>
                </a:cubicBezTo>
                <a:cubicBezTo>
                  <a:pt x="272017" y="3537130"/>
                  <a:pt x="253873" y="3537813"/>
                  <a:pt x="237550" y="3533220"/>
                </a:cubicBezTo>
                <a:cubicBezTo>
                  <a:pt x="216235" y="3527199"/>
                  <a:pt x="190129" y="3528068"/>
                  <a:pt x="167264" y="3522730"/>
                </a:cubicBezTo>
                <a:cubicBezTo>
                  <a:pt x="163081" y="3521768"/>
                  <a:pt x="158359" y="3521457"/>
                  <a:pt x="153367" y="3521457"/>
                </a:cubicBezTo>
                <a:cubicBezTo>
                  <a:pt x="144666" y="3521457"/>
                  <a:pt x="135157" y="3522389"/>
                  <a:pt x="126454" y="3522389"/>
                </a:cubicBezTo>
                <a:cubicBezTo>
                  <a:pt x="104869" y="3522420"/>
                  <a:pt x="88410" y="3528936"/>
                  <a:pt x="71480" y="3534337"/>
                </a:cubicBezTo>
                <a:cubicBezTo>
                  <a:pt x="58259" y="3538559"/>
                  <a:pt x="58057" y="3547993"/>
                  <a:pt x="70266" y="3552121"/>
                </a:cubicBezTo>
                <a:cubicBezTo>
                  <a:pt x="81464" y="3555907"/>
                  <a:pt x="93065" y="3559941"/>
                  <a:pt x="105612" y="3561866"/>
                </a:cubicBezTo>
                <a:cubicBezTo>
                  <a:pt x="106218" y="3561959"/>
                  <a:pt x="106758" y="3561990"/>
                  <a:pt x="107365" y="3561990"/>
                </a:cubicBezTo>
                <a:cubicBezTo>
                  <a:pt x="110333" y="3561990"/>
                  <a:pt x="113975" y="3561090"/>
                  <a:pt x="117482" y="3560190"/>
                </a:cubicBezTo>
                <a:cubicBezTo>
                  <a:pt x="120991" y="3559290"/>
                  <a:pt x="124431" y="3558389"/>
                  <a:pt x="126858" y="3558389"/>
                </a:cubicBezTo>
                <a:cubicBezTo>
                  <a:pt x="127534" y="3558389"/>
                  <a:pt x="128141" y="3558483"/>
                  <a:pt x="128681" y="3558637"/>
                </a:cubicBezTo>
                <a:cubicBezTo>
                  <a:pt x="156336" y="3567390"/>
                  <a:pt x="191411" y="3562611"/>
                  <a:pt x="218190" y="3572325"/>
                </a:cubicBezTo>
                <a:cubicBezTo>
                  <a:pt x="228309" y="3575987"/>
                  <a:pt x="217246" y="3577942"/>
                  <a:pt x="216504" y="3580704"/>
                </a:cubicBezTo>
                <a:cubicBezTo>
                  <a:pt x="215695" y="3583715"/>
                  <a:pt x="218999" y="3586011"/>
                  <a:pt x="223991" y="3586011"/>
                </a:cubicBezTo>
                <a:cubicBezTo>
                  <a:pt x="225273" y="3586011"/>
                  <a:pt x="226689" y="3585857"/>
                  <a:pt x="228173" y="3585516"/>
                </a:cubicBezTo>
                <a:cubicBezTo>
                  <a:pt x="234852" y="3583963"/>
                  <a:pt x="240922" y="3581511"/>
                  <a:pt x="247262" y="3581511"/>
                </a:cubicBezTo>
                <a:cubicBezTo>
                  <a:pt x="251580" y="3581511"/>
                  <a:pt x="256032" y="3582660"/>
                  <a:pt x="260956" y="3586042"/>
                </a:cubicBezTo>
                <a:cubicBezTo>
                  <a:pt x="267026" y="3590201"/>
                  <a:pt x="279776" y="3591752"/>
                  <a:pt x="289150" y="3594763"/>
                </a:cubicBezTo>
                <a:cubicBezTo>
                  <a:pt x="293063" y="3596037"/>
                  <a:pt x="291917" y="3598859"/>
                  <a:pt x="285912" y="3599419"/>
                </a:cubicBezTo>
                <a:cubicBezTo>
                  <a:pt x="272760" y="3600660"/>
                  <a:pt x="265542" y="3603888"/>
                  <a:pt x="265946" y="3610964"/>
                </a:cubicBezTo>
                <a:lnTo>
                  <a:pt x="266955" y="3624822"/>
                </a:lnTo>
                <a:lnTo>
                  <a:pt x="262222" y="3624727"/>
                </a:lnTo>
                <a:cubicBezTo>
                  <a:pt x="241109" y="3624727"/>
                  <a:pt x="220334" y="3626154"/>
                  <a:pt x="200974" y="3632331"/>
                </a:cubicBezTo>
                <a:cubicBezTo>
                  <a:pt x="194431" y="3634410"/>
                  <a:pt x="192273" y="3637762"/>
                  <a:pt x="193824" y="3641176"/>
                </a:cubicBezTo>
                <a:lnTo>
                  <a:pt x="202863" y="3645273"/>
                </a:lnTo>
                <a:cubicBezTo>
                  <a:pt x="203469" y="3645273"/>
                  <a:pt x="204076" y="3645273"/>
                  <a:pt x="204685" y="3645273"/>
                </a:cubicBezTo>
                <a:cubicBezTo>
                  <a:pt x="218108" y="3645273"/>
                  <a:pt x="229304" y="3647072"/>
                  <a:pt x="240704" y="3651449"/>
                </a:cubicBezTo>
                <a:cubicBezTo>
                  <a:pt x="242526" y="3652162"/>
                  <a:pt x="244415" y="3652441"/>
                  <a:pt x="246437" y="3652441"/>
                </a:cubicBezTo>
                <a:cubicBezTo>
                  <a:pt x="250147" y="3652441"/>
                  <a:pt x="254127" y="3651449"/>
                  <a:pt x="258174" y="3650486"/>
                </a:cubicBezTo>
                <a:cubicBezTo>
                  <a:pt x="262222" y="3649493"/>
                  <a:pt x="266337" y="3648532"/>
                  <a:pt x="270451" y="3648532"/>
                </a:cubicBezTo>
                <a:cubicBezTo>
                  <a:pt x="274565" y="3648532"/>
                  <a:pt x="278343" y="3649462"/>
                  <a:pt x="282052" y="3652224"/>
                </a:cubicBezTo>
                <a:cubicBezTo>
                  <a:pt x="305189" y="3648283"/>
                  <a:pt x="331158" y="3648407"/>
                  <a:pt x="352609" y="3643689"/>
                </a:cubicBezTo>
                <a:cubicBezTo>
                  <a:pt x="371833" y="3639469"/>
                  <a:pt x="390922" y="3638258"/>
                  <a:pt x="410011" y="3638258"/>
                </a:cubicBezTo>
                <a:cubicBezTo>
                  <a:pt x="431056" y="3638258"/>
                  <a:pt x="452102" y="3639718"/>
                  <a:pt x="473281" y="3640245"/>
                </a:cubicBezTo>
                <a:cubicBezTo>
                  <a:pt x="476250" y="3640307"/>
                  <a:pt x="479960" y="3645800"/>
                  <a:pt x="480972" y="3648935"/>
                </a:cubicBezTo>
                <a:cubicBezTo>
                  <a:pt x="481916" y="3652131"/>
                  <a:pt x="483534" y="3656104"/>
                  <a:pt x="476115" y="3658462"/>
                </a:cubicBezTo>
                <a:lnTo>
                  <a:pt x="427549" y="3664142"/>
                </a:lnTo>
                <a:cubicBezTo>
                  <a:pt x="425458" y="3662746"/>
                  <a:pt x="423233" y="3662249"/>
                  <a:pt x="420804" y="3662249"/>
                </a:cubicBezTo>
                <a:cubicBezTo>
                  <a:pt x="417903" y="3662249"/>
                  <a:pt x="414800" y="3662962"/>
                  <a:pt x="411698" y="3663707"/>
                </a:cubicBezTo>
                <a:cubicBezTo>
                  <a:pt x="408594" y="3664422"/>
                  <a:pt x="405492" y="3665166"/>
                  <a:pt x="402591" y="3665166"/>
                </a:cubicBezTo>
                <a:cubicBezTo>
                  <a:pt x="399691" y="3665166"/>
                  <a:pt x="396790" y="3664390"/>
                  <a:pt x="394294" y="3662032"/>
                </a:cubicBezTo>
                <a:cubicBezTo>
                  <a:pt x="379926" y="3664173"/>
                  <a:pt x="365493" y="3666283"/>
                  <a:pt x="351192" y="3668550"/>
                </a:cubicBezTo>
                <a:lnTo>
                  <a:pt x="346336" y="3670815"/>
                </a:lnTo>
                <a:lnTo>
                  <a:pt x="351529" y="3673081"/>
                </a:lnTo>
                <a:cubicBezTo>
                  <a:pt x="355711" y="3673762"/>
                  <a:pt x="360163" y="3674353"/>
                  <a:pt x="364547" y="3674415"/>
                </a:cubicBezTo>
                <a:cubicBezTo>
                  <a:pt x="377566" y="3674601"/>
                  <a:pt x="387617" y="3674571"/>
                  <a:pt x="376217" y="3683726"/>
                </a:cubicBezTo>
                <a:cubicBezTo>
                  <a:pt x="371293" y="3687698"/>
                  <a:pt x="382490" y="3688008"/>
                  <a:pt x="387954" y="3688039"/>
                </a:cubicBezTo>
                <a:lnTo>
                  <a:pt x="530279" y="3688260"/>
                </a:lnTo>
                <a:lnTo>
                  <a:pt x="524042" y="3692951"/>
                </a:lnTo>
                <a:lnTo>
                  <a:pt x="529585" y="3700806"/>
                </a:lnTo>
                <a:lnTo>
                  <a:pt x="502209" y="3703321"/>
                </a:lnTo>
                <a:cubicBezTo>
                  <a:pt x="530106" y="3703999"/>
                  <a:pt x="616335" y="3703152"/>
                  <a:pt x="592885" y="3718183"/>
                </a:cubicBezTo>
                <a:cubicBezTo>
                  <a:pt x="562969" y="3737339"/>
                  <a:pt x="533340" y="3737479"/>
                  <a:pt x="528200" y="3738215"/>
                </a:cubicBezTo>
                <a:lnTo>
                  <a:pt x="528638" y="3738507"/>
                </a:lnTo>
                <a:lnTo>
                  <a:pt x="528894" y="3738242"/>
                </a:lnTo>
                <a:lnTo>
                  <a:pt x="529471" y="3739062"/>
                </a:lnTo>
                <a:lnTo>
                  <a:pt x="528638" y="3738507"/>
                </a:lnTo>
                <a:lnTo>
                  <a:pt x="520489" y="3746942"/>
                </a:lnTo>
                <a:lnTo>
                  <a:pt x="535371" y="3754781"/>
                </a:lnTo>
                <a:lnTo>
                  <a:pt x="535361" y="3754743"/>
                </a:lnTo>
                <a:lnTo>
                  <a:pt x="537341" y="3754346"/>
                </a:lnTo>
                <a:lnTo>
                  <a:pt x="545988" y="3749431"/>
                </a:lnTo>
                <a:lnTo>
                  <a:pt x="549165" y="3751975"/>
                </a:lnTo>
                <a:lnTo>
                  <a:pt x="537341" y="3754346"/>
                </a:lnTo>
                <a:lnTo>
                  <a:pt x="535998" y="3755110"/>
                </a:lnTo>
                <a:lnTo>
                  <a:pt x="535371" y="3754781"/>
                </a:lnTo>
                <a:lnTo>
                  <a:pt x="537844" y="3763357"/>
                </a:lnTo>
                <a:cubicBezTo>
                  <a:pt x="533397" y="3765819"/>
                  <a:pt x="524444" y="3768305"/>
                  <a:pt x="513298" y="3772120"/>
                </a:cubicBezTo>
                <a:cubicBezTo>
                  <a:pt x="537267" y="3789015"/>
                  <a:pt x="576714" y="3779663"/>
                  <a:pt x="602820" y="3790174"/>
                </a:cubicBezTo>
                <a:cubicBezTo>
                  <a:pt x="586301" y="3810233"/>
                  <a:pt x="552687" y="3783195"/>
                  <a:pt x="541656" y="3801758"/>
                </a:cubicBezTo>
                <a:cubicBezTo>
                  <a:pt x="548183" y="3804385"/>
                  <a:pt x="558233" y="3806279"/>
                  <a:pt x="560253" y="3809613"/>
                </a:cubicBezTo>
                <a:cubicBezTo>
                  <a:pt x="571863" y="3828854"/>
                  <a:pt x="683331" y="3812720"/>
                  <a:pt x="730749" y="3822101"/>
                </a:cubicBezTo>
                <a:lnTo>
                  <a:pt x="723875" y="3830210"/>
                </a:lnTo>
                <a:cubicBezTo>
                  <a:pt x="755815" y="3837584"/>
                  <a:pt x="758874" y="3807155"/>
                  <a:pt x="805599" y="3823005"/>
                </a:cubicBezTo>
                <a:cubicBezTo>
                  <a:pt x="812617" y="3825392"/>
                  <a:pt x="812603" y="3825965"/>
                  <a:pt x="851963" y="3826071"/>
                </a:cubicBezTo>
                <a:lnTo>
                  <a:pt x="915855" y="3826055"/>
                </a:lnTo>
                <a:lnTo>
                  <a:pt x="916920" y="3830958"/>
                </a:lnTo>
                <a:cubicBezTo>
                  <a:pt x="922518" y="3833937"/>
                  <a:pt x="928388" y="3836948"/>
                  <a:pt x="935470" y="3836948"/>
                </a:cubicBezTo>
                <a:cubicBezTo>
                  <a:pt x="938640" y="3836948"/>
                  <a:pt x="942081" y="3836327"/>
                  <a:pt x="945789" y="3834806"/>
                </a:cubicBezTo>
                <a:cubicBezTo>
                  <a:pt x="952872" y="3831920"/>
                  <a:pt x="961439" y="3829313"/>
                  <a:pt x="969128" y="3829313"/>
                </a:cubicBezTo>
                <a:cubicBezTo>
                  <a:pt x="971893" y="3829313"/>
                  <a:pt x="974525" y="3829654"/>
                  <a:pt x="976954" y="3830400"/>
                </a:cubicBezTo>
                <a:cubicBezTo>
                  <a:pt x="999888" y="3837662"/>
                  <a:pt x="1024170" y="3836979"/>
                  <a:pt x="1048926" y="3837258"/>
                </a:cubicBezTo>
                <a:lnTo>
                  <a:pt x="1056210" y="3841262"/>
                </a:lnTo>
                <a:lnTo>
                  <a:pt x="1051016" y="3843465"/>
                </a:lnTo>
                <a:cubicBezTo>
                  <a:pt x="1033141" y="3844179"/>
                  <a:pt x="1015200" y="3844644"/>
                  <a:pt x="997324" y="3845389"/>
                </a:cubicBezTo>
                <a:lnTo>
                  <a:pt x="992602" y="3847562"/>
                </a:lnTo>
                <a:lnTo>
                  <a:pt x="998066" y="3849641"/>
                </a:lnTo>
                <a:cubicBezTo>
                  <a:pt x="1011895" y="3849920"/>
                  <a:pt x="1025857" y="3851224"/>
                  <a:pt x="1039684" y="3851224"/>
                </a:cubicBezTo>
                <a:cubicBezTo>
                  <a:pt x="1052434" y="3851224"/>
                  <a:pt x="1065047" y="3850138"/>
                  <a:pt x="1077188" y="3846104"/>
                </a:cubicBezTo>
                <a:lnTo>
                  <a:pt x="1087710" y="3847779"/>
                </a:lnTo>
                <a:cubicBezTo>
                  <a:pt x="1092433" y="3849858"/>
                  <a:pt x="1096884" y="3850759"/>
                  <a:pt x="1101269" y="3850759"/>
                </a:cubicBezTo>
                <a:cubicBezTo>
                  <a:pt x="1106935" y="3850759"/>
                  <a:pt x="1112332" y="3849237"/>
                  <a:pt x="1117931" y="3846879"/>
                </a:cubicBezTo>
                <a:cubicBezTo>
                  <a:pt x="1121573" y="3845327"/>
                  <a:pt x="1125687" y="3844489"/>
                  <a:pt x="1129329" y="3844489"/>
                </a:cubicBezTo>
                <a:cubicBezTo>
                  <a:pt x="1134119" y="3844489"/>
                  <a:pt x="1138167" y="3845886"/>
                  <a:pt x="1139784" y="3848803"/>
                </a:cubicBezTo>
                <a:cubicBezTo>
                  <a:pt x="1142415" y="3853552"/>
                  <a:pt x="1144911" y="3855415"/>
                  <a:pt x="1149565" y="3855415"/>
                </a:cubicBezTo>
                <a:cubicBezTo>
                  <a:pt x="1152600" y="3855415"/>
                  <a:pt x="1156514" y="3854637"/>
                  <a:pt x="1161909" y="3853334"/>
                </a:cubicBezTo>
                <a:cubicBezTo>
                  <a:pt x="1169059" y="3851627"/>
                  <a:pt x="1173782" y="3850696"/>
                  <a:pt x="1177626" y="3850696"/>
                </a:cubicBezTo>
                <a:cubicBezTo>
                  <a:pt x="1184303" y="3850696"/>
                  <a:pt x="1188351" y="3853520"/>
                  <a:pt x="1197726" y="3860256"/>
                </a:cubicBezTo>
                <a:cubicBezTo>
                  <a:pt x="1200358" y="3862117"/>
                  <a:pt x="1202651" y="3862800"/>
                  <a:pt x="1204809" y="3862800"/>
                </a:cubicBezTo>
                <a:cubicBezTo>
                  <a:pt x="1207642" y="3862800"/>
                  <a:pt x="1210205" y="3861651"/>
                  <a:pt x="1212904" y="3860441"/>
                </a:cubicBezTo>
                <a:cubicBezTo>
                  <a:pt x="1219515" y="3857556"/>
                  <a:pt x="1225247" y="3853303"/>
                  <a:pt x="1233072" y="3853303"/>
                </a:cubicBezTo>
                <a:cubicBezTo>
                  <a:pt x="1236715" y="3853303"/>
                  <a:pt x="1240897" y="3854234"/>
                  <a:pt x="1245754" y="3856655"/>
                </a:cubicBezTo>
                <a:lnTo>
                  <a:pt x="1258569" y="3856873"/>
                </a:lnTo>
                <a:cubicBezTo>
                  <a:pt x="1272464" y="3852124"/>
                  <a:pt x="1286765" y="3850789"/>
                  <a:pt x="1301267" y="3850789"/>
                </a:cubicBezTo>
                <a:cubicBezTo>
                  <a:pt x="1310644" y="3850789"/>
                  <a:pt x="1320154" y="3851348"/>
                  <a:pt x="1329598" y="3851907"/>
                </a:cubicBezTo>
                <a:cubicBezTo>
                  <a:pt x="1339108" y="3852465"/>
                  <a:pt x="1348551" y="3853025"/>
                  <a:pt x="1357995" y="3853025"/>
                </a:cubicBezTo>
                <a:cubicBezTo>
                  <a:pt x="1363594" y="3855910"/>
                  <a:pt x="1368788" y="3856965"/>
                  <a:pt x="1373846" y="3856965"/>
                </a:cubicBezTo>
                <a:cubicBezTo>
                  <a:pt x="1382750" y="3856965"/>
                  <a:pt x="1391182" y="3853645"/>
                  <a:pt x="1400222" y="3851379"/>
                </a:cubicBezTo>
                <a:cubicBezTo>
                  <a:pt x="1402311" y="3850852"/>
                  <a:pt x="1404539" y="3850603"/>
                  <a:pt x="1406765" y="3850603"/>
                </a:cubicBezTo>
                <a:cubicBezTo>
                  <a:pt x="1415398" y="3850603"/>
                  <a:pt x="1424639" y="3854297"/>
                  <a:pt x="1431856" y="3859263"/>
                </a:cubicBezTo>
                <a:cubicBezTo>
                  <a:pt x="1438466" y="3863855"/>
                  <a:pt x="1445415" y="3870653"/>
                  <a:pt x="1454184" y="3871614"/>
                </a:cubicBezTo>
                <a:cubicBezTo>
                  <a:pt x="1473610" y="3873725"/>
                  <a:pt x="1494588" y="3871336"/>
                  <a:pt x="1512530" y="3878412"/>
                </a:cubicBezTo>
                <a:cubicBezTo>
                  <a:pt x="1512867" y="3878535"/>
                  <a:pt x="1513340" y="3878597"/>
                  <a:pt x="1513812" y="3878597"/>
                </a:cubicBezTo>
                <a:cubicBezTo>
                  <a:pt x="1517386" y="3878597"/>
                  <a:pt x="1524874" y="3875835"/>
                  <a:pt x="1530338" y="3874998"/>
                </a:cubicBezTo>
                <a:cubicBezTo>
                  <a:pt x="1538500" y="3873787"/>
                  <a:pt x="1546863" y="3872949"/>
                  <a:pt x="1555093" y="3871988"/>
                </a:cubicBezTo>
                <a:cubicBezTo>
                  <a:pt x="1556171" y="3868386"/>
                  <a:pt x="1560422" y="3865687"/>
                  <a:pt x="1567099" y="3865376"/>
                </a:cubicBezTo>
                <a:cubicBezTo>
                  <a:pt x="1575127" y="3865004"/>
                  <a:pt x="1583087" y="3864755"/>
                  <a:pt x="1590978" y="3864755"/>
                </a:cubicBezTo>
                <a:cubicBezTo>
                  <a:pt x="1619105" y="3864755"/>
                  <a:pt x="1645952" y="3867704"/>
                  <a:pt x="1670505" y="3877108"/>
                </a:cubicBezTo>
                <a:cubicBezTo>
                  <a:pt x="1674080" y="3878473"/>
                  <a:pt x="1677385" y="3879095"/>
                  <a:pt x="1680285" y="3879095"/>
                </a:cubicBezTo>
                <a:cubicBezTo>
                  <a:pt x="1686964" y="3879095"/>
                  <a:pt x="1691887" y="3875897"/>
                  <a:pt x="1694046" y="3870807"/>
                </a:cubicBezTo>
                <a:cubicBezTo>
                  <a:pt x="1695395" y="3867735"/>
                  <a:pt x="1699779" y="3865687"/>
                  <a:pt x="1705311" y="3865687"/>
                </a:cubicBezTo>
                <a:cubicBezTo>
                  <a:pt x="1706524" y="3865687"/>
                  <a:pt x="1707873" y="3865779"/>
                  <a:pt x="1709222" y="3865997"/>
                </a:cubicBezTo>
                <a:cubicBezTo>
                  <a:pt x="1719746" y="3867735"/>
                  <a:pt x="1729863" y="3870311"/>
                  <a:pt x="1739914" y="3872701"/>
                </a:cubicBezTo>
                <a:cubicBezTo>
                  <a:pt x="1745850" y="3874129"/>
                  <a:pt x="1746793" y="3876300"/>
                  <a:pt x="1742140" y="3877635"/>
                </a:cubicBezTo>
                <a:cubicBezTo>
                  <a:pt x="1734382" y="3879870"/>
                  <a:pt x="1726154" y="3881639"/>
                  <a:pt x="1718194" y="3883656"/>
                </a:cubicBezTo>
                <a:cubicBezTo>
                  <a:pt x="1710369" y="3885673"/>
                  <a:pt x="1702613" y="3887752"/>
                  <a:pt x="1694788" y="3889831"/>
                </a:cubicBezTo>
                <a:cubicBezTo>
                  <a:pt x="1699846" y="3893121"/>
                  <a:pt x="1706593" y="3893308"/>
                  <a:pt x="1713405" y="3893308"/>
                </a:cubicBezTo>
                <a:lnTo>
                  <a:pt x="1714889" y="3893308"/>
                </a:lnTo>
                <a:cubicBezTo>
                  <a:pt x="1715361" y="3893308"/>
                  <a:pt x="1715901" y="3893308"/>
                  <a:pt x="1716373" y="3893308"/>
                </a:cubicBezTo>
                <a:cubicBezTo>
                  <a:pt x="1717521" y="3893308"/>
                  <a:pt x="1718666" y="3893308"/>
                  <a:pt x="1719812" y="3893339"/>
                </a:cubicBezTo>
                <a:cubicBezTo>
                  <a:pt x="1727706" y="3893525"/>
                  <a:pt x="1730673" y="3896132"/>
                  <a:pt x="1734653" y="3899113"/>
                </a:cubicBezTo>
                <a:cubicBezTo>
                  <a:pt x="1741869" y="3904543"/>
                  <a:pt x="1746793" y="3907212"/>
                  <a:pt x="1750908" y="3907212"/>
                </a:cubicBezTo>
                <a:cubicBezTo>
                  <a:pt x="1754417" y="3907212"/>
                  <a:pt x="1757317" y="3905226"/>
                  <a:pt x="1760622" y="3901346"/>
                </a:cubicBezTo>
                <a:cubicBezTo>
                  <a:pt x="1773236" y="3886294"/>
                  <a:pt x="1799676" y="3883377"/>
                  <a:pt x="1825106" y="3879467"/>
                </a:cubicBezTo>
                <a:cubicBezTo>
                  <a:pt x="1825715" y="3879373"/>
                  <a:pt x="1826321" y="3879342"/>
                  <a:pt x="1826996" y="3879342"/>
                </a:cubicBezTo>
                <a:cubicBezTo>
                  <a:pt x="1831784" y="3879342"/>
                  <a:pt x="1838259" y="3881546"/>
                  <a:pt x="1842983" y="3883160"/>
                </a:cubicBezTo>
                <a:cubicBezTo>
                  <a:pt x="1847367" y="3884711"/>
                  <a:pt x="1840622" y="3890919"/>
                  <a:pt x="1831852" y="3893463"/>
                </a:cubicBezTo>
                <a:cubicBezTo>
                  <a:pt x="1828007" y="3894580"/>
                  <a:pt x="1823354" y="3895108"/>
                  <a:pt x="1819913" y="3896474"/>
                </a:cubicBezTo>
                <a:cubicBezTo>
                  <a:pt x="1816001" y="3897995"/>
                  <a:pt x="1817754" y="3904451"/>
                  <a:pt x="1821870" y="3905568"/>
                </a:cubicBezTo>
                <a:cubicBezTo>
                  <a:pt x="1841295" y="3910906"/>
                  <a:pt x="1861397" y="3914412"/>
                  <a:pt x="1882577" y="3914412"/>
                </a:cubicBezTo>
                <a:cubicBezTo>
                  <a:pt x="1890266" y="3914412"/>
                  <a:pt x="1898091" y="3913947"/>
                  <a:pt x="1906050" y="3912954"/>
                </a:cubicBezTo>
                <a:cubicBezTo>
                  <a:pt x="1908883" y="3912612"/>
                  <a:pt x="1910772" y="3909571"/>
                  <a:pt x="1912458" y="3907615"/>
                </a:cubicBezTo>
                <a:cubicBezTo>
                  <a:pt x="1914685" y="3904946"/>
                  <a:pt x="1912795" y="3902433"/>
                  <a:pt x="1907332" y="3901967"/>
                </a:cubicBezTo>
                <a:cubicBezTo>
                  <a:pt x="1896269" y="3901037"/>
                  <a:pt x="1884937" y="3900508"/>
                  <a:pt x="1873741" y="3900197"/>
                </a:cubicBezTo>
                <a:cubicBezTo>
                  <a:pt x="1866051" y="3899980"/>
                  <a:pt x="1859642" y="3898367"/>
                  <a:pt x="1859912" y="3894580"/>
                </a:cubicBezTo>
                <a:cubicBezTo>
                  <a:pt x="1860115" y="3891508"/>
                  <a:pt x="1863489" y="3887783"/>
                  <a:pt x="1867804" y="3885611"/>
                </a:cubicBezTo>
                <a:cubicBezTo>
                  <a:pt x="1884466" y="3877325"/>
                  <a:pt x="1904229" y="3872638"/>
                  <a:pt x="1928175" y="3872173"/>
                </a:cubicBezTo>
                <a:cubicBezTo>
                  <a:pt x="1931413" y="3872111"/>
                  <a:pt x="1934651" y="3872080"/>
                  <a:pt x="1937888" y="3872080"/>
                </a:cubicBezTo>
                <a:cubicBezTo>
                  <a:pt x="1938966" y="3872080"/>
                  <a:pt x="1940115" y="3872080"/>
                  <a:pt x="1941193" y="3872080"/>
                </a:cubicBezTo>
                <a:lnTo>
                  <a:pt x="1944162" y="3872080"/>
                </a:lnTo>
                <a:cubicBezTo>
                  <a:pt x="1961228" y="3872080"/>
                  <a:pt x="1978292" y="3871769"/>
                  <a:pt x="1993268" y="3865748"/>
                </a:cubicBezTo>
                <a:cubicBezTo>
                  <a:pt x="1993671" y="3865594"/>
                  <a:pt x="1994280" y="3865531"/>
                  <a:pt x="1994886" y="3865531"/>
                </a:cubicBezTo>
                <a:cubicBezTo>
                  <a:pt x="1997651" y="3865531"/>
                  <a:pt x="2002172" y="3866711"/>
                  <a:pt x="2005543" y="3867114"/>
                </a:cubicBezTo>
                <a:cubicBezTo>
                  <a:pt x="2004330" y="3869007"/>
                  <a:pt x="2003993" y="3871211"/>
                  <a:pt x="2001834" y="3872794"/>
                </a:cubicBezTo>
                <a:cubicBezTo>
                  <a:pt x="1994617" y="3878038"/>
                  <a:pt x="1995965" y="3886915"/>
                  <a:pt x="1976607" y="3887287"/>
                </a:cubicBezTo>
                <a:cubicBezTo>
                  <a:pt x="1971277" y="3887380"/>
                  <a:pt x="1966084" y="3891446"/>
                  <a:pt x="1961092" y="3893835"/>
                </a:cubicBezTo>
                <a:lnTo>
                  <a:pt x="1957517" y="3896660"/>
                </a:lnTo>
                <a:cubicBezTo>
                  <a:pt x="1960417" y="3898056"/>
                  <a:pt x="1963453" y="3899639"/>
                  <a:pt x="1967028" y="3900322"/>
                </a:cubicBezTo>
                <a:cubicBezTo>
                  <a:pt x="1969726" y="3900818"/>
                  <a:pt x="1972289" y="3901067"/>
                  <a:pt x="1974718" y="3901067"/>
                </a:cubicBezTo>
                <a:cubicBezTo>
                  <a:pt x="1987668" y="3901067"/>
                  <a:pt x="1997045" y="3894828"/>
                  <a:pt x="2009457" y="3893712"/>
                </a:cubicBezTo>
                <a:cubicBezTo>
                  <a:pt x="2009996" y="3900043"/>
                  <a:pt x="2008648" y="3906995"/>
                  <a:pt x="2026387" y="3906995"/>
                </a:cubicBezTo>
                <a:cubicBezTo>
                  <a:pt x="2027196" y="3906995"/>
                  <a:pt x="2028074" y="3906995"/>
                  <a:pt x="2029018" y="3906933"/>
                </a:cubicBezTo>
                <a:cubicBezTo>
                  <a:pt x="2031041" y="3906870"/>
                  <a:pt x="2033537" y="3906715"/>
                  <a:pt x="2035830" y="3906715"/>
                </a:cubicBezTo>
                <a:cubicBezTo>
                  <a:pt x="2038529" y="3906715"/>
                  <a:pt x="2040957" y="3906901"/>
                  <a:pt x="2042237" y="3907553"/>
                </a:cubicBezTo>
                <a:cubicBezTo>
                  <a:pt x="2047971" y="3910533"/>
                  <a:pt x="2053232" y="3911992"/>
                  <a:pt x="2058226" y="3911992"/>
                </a:cubicBezTo>
                <a:cubicBezTo>
                  <a:pt x="2063958" y="3911992"/>
                  <a:pt x="2069287" y="3910037"/>
                  <a:pt x="2074548" y="3906189"/>
                </a:cubicBezTo>
                <a:cubicBezTo>
                  <a:pt x="2077921" y="3903736"/>
                  <a:pt x="2081427" y="3902526"/>
                  <a:pt x="2085273" y="3902526"/>
                </a:cubicBezTo>
                <a:cubicBezTo>
                  <a:pt x="2088646" y="3902526"/>
                  <a:pt x="2092288" y="3903457"/>
                  <a:pt x="2096269" y="3905288"/>
                </a:cubicBezTo>
                <a:cubicBezTo>
                  <a:pt x="2099100" y="3906592"/>
                  <a:pt x="2101800" y="3907087"/>
                  <a:pt x="2104498" y="3907087"/>
                </a:cubicBezTo>
                <a:cubicBezTo>
                  <a:pt x="2109826" y="3907087"/>
                  <a:pt x="2114886" y="3905163"/>
                  <a:pt x="2120280" y="3903768"/>
                </a:cubicBezTo>
                <a:cubicBezTo>
                  <a:pt x="2129724" y="3901315"/>
                  <a:pt x="2139100" y="3899888"/>
                  <a:pt x="2148612" y="3899888"/>
                </a:cubicBezTo>
                <a:cubicBezTo>
                  <a:pt x="2158123" y="3899888"/>
                  <a:pt x="2167431" y="3901254"/>
                  <a:pt x="2177144" y="3904356"/>
                </a:cubicBezTo>
                <a:cubicBezTo>
                  <a:pt x="2187532" y="3907678"/>
                  <a:pt x="2198593" y="3911278"/>
                  <a:pt x="2210803" y="3911278"/>
                </a:cubicBezTo>
                <a:cubicBezTo>
                  <a:pt x="2216941" y="3911278"/>
                  <a:pt x="2223349" y="3910346"/>
                  <a:pt x="2230027" y="3908018"/>
                </a:cubicBezTo>
                <a:cubicBezTo>
                  <a:pt x="2230364" y="3907895"/>
                  <a:pt x="2230836" y="3907833"/>
                  <a:pt x="2231444" y="3907833"/>
                </a:cubicBezTo>
                <a:cubicBezTo>
                  <a:pt x="2234142" y="3907833"/>
                  <a:pt x="2238932" y="3909136"/>
                  <a:pt x="2241832" y="3910129"/>
                </a:cubicBezTo>
                <a:cubicBezTo>
                  <a:pt x="2251477" y="3913513"/>
                  <a:pt x="2261527" y="3915095"/>
                  <a:pt x="2271375" y="3915095"/>
                </a:cubicBezTo>
                <a:cubicBezTo>
                  <a:pt x="2280820" y="3915095"/>
                  <a:pt x="2290195" y="3913637"/>
                  <a:pt x="2298897" y="3910937"/>
                </a:cubicBezTo>
                <a:cubicBezTo>
                  <a:pt x="2308476" y="3907957"/>
                  <a:pt x="2318864" y="3907336"/>
                  <a:pt x="2329453" y="3907336"/>
                </a:cubicBezTo>
                <a:cubicBezTo>
                  <a:pt x="2333297" y="3907336"/>
                  <a:pt x="2337142" y="3907429"/>
                  <a:pt x="2340987" y="3907492"/>
                </a:cubicBezTo>
                <a:cubicBezTo>
                  <a:pt x="2344833" y="3907584"/>
                  <a:pt x="2348677" y="3907646"/>
                  <a:pt x="2352521" y="3907646"/>
                </a:cubicBezTo>
                <a:cubicBezTo>
                  <a:pt x="2365472" y="3907646"/>
                  <a:pt x="2378020" y="3906684"/>
                  <a:pt x="2388946" y="3901563"/>
                </a:cubicBezTo>
                <a:cubicBezTo>
                  <a:pt x="2397917" y="3904885"/>
                  <a:pt x="2406416" y="3908391"/>
                  <a:pt x="2409520" y="3914163"/>
                </a:cubicBezTo>
                <a:cubicBezTo>
                  <a:pt x="2413836" y="3914319"/>
                  <a:pt x="2418221" y="3914350"/>
                  <a:pt x="2422537" y="3914661"/>
                </a:cubicBezTo>
                <a:cubicBezTo>
                  <a:pt x="2423348" y="3914722"/>
                  <a:pt x="2425573" y="3914722"/>
                  <a:pt x="2428676" y="3914722"/>
                </a:cubicBezTo>
                <a:cubicBezTo>
                  <a:pt x="2439131" y="3914722"/>
                  <a:pt x="2459029" y="3914474"/>
                  <a:pt x="2463010" y="3914443"/>
                </a:cubicBezTo>
                <a:cubicBezTo>
                  <a:pt x="2464291" y="3914443"/>
                  <a:pt x="2465505" y="3914443"/>
                  <a:pt x="2466787" y="3914443"/>
                </a:cubicBezTo>
                <a:cubicBezTo>
                  <a:pt x="2472318" y="3914443"/>
                  <a:pt x="2477916" y="3914630"/>
                  <a:pt x="2483246" y="3915188"/>
                </a:cubicBezTo>
                <a:cubicBezTo>
                  <a:pt x="2489654" y="3915840"/>
                  <a:pt x="2490532" y="3917733"/>
                  <a:pt x="2486820" y="3920030"/>
                </a:cubicBezTo>
                <a:cubicBezTo>
                  <a:pt x="2479198" y="3924747"/>
                  <a:pt x="2479604" y="3927571"/>
                  <a:pt x="2493432" y="3928162"/>
                </a:cubicBezTo>
                <a:cubicBezTo>
                  <a:pt x="2494510" y="3928192"/>
                  <a:pt x="2495590" y="3928223"/>
                  <a:pt x="2496601" y="3928223"/>
                </a:cubicBezTo>
                <a:cubicBezTo>
                  <a:pt x="2514544" y="3928223"/>
                  <a:pt x="2527359" y="3921395"/>
                  <a:pt x="2543548" y="3919129"/>
                </a:cubicBezTo>
                <a:cubicBezTo>
                  <a:pt x="2540985" y="3916212"/>
                  <a:pt x="2534846" y="3912456"/>
                  <a:pt x="2536533" y="3910533"/>
                </a:cubicBezTo>
                <a:cubicBezTo>
                  <a:pt x="2538489" y="3908299"/>
                  <a:pt x="2545302" y="3907273"/>
                  <a:pt x="2552520" y="3907273"/>
                </a:cubicBezTo>
                <a:cubicBezTo>
                  <a:pt x="2560614" y="3907273"/>
                  <a:pt x="2569181" y="3908547"/>
                  <a:pt x="2572082" y="3910875"/>
                </a:cubicBezTo>
                <a:cubicBezTo>
                  <a:pt x="2573632" y="3912115"/>
                  <a:pt x="2574172" y="3912456"/>
                  <a:pt x="2574104" y="3912456"/>
                </a:cubicBezTo>
                <a:cubicBezTo>
                  <a:pt x="2574104" y="3912456"/>
                  <a:pt x="2573835" y="3912364"/>
                  <a:pt x="2573430" y="3912239"/>
                </a:cubicBezTo>
                <a:cubicBezTo>
                  <a:pt x="2573025" y="3912115"/>
                  <a:pt x="2572486" y="3912022"/>
                  <a:pt x="2571879" y="3912022"/>
                </a:cubicBezTo>
                <a:cubicBezTo>
                  <a:pt x="2570731" y="3912022"/>
                  <a:pt x="2569382" y="3912395"/>
                  <a:pt x="2568169" y="3913791"/>
                </a:cubicBezTo>
                <a:cubicBezTo>
                  <a:pt x="2565133" y="3917268"/>
                  <a:pt x="2563042" y="3920495"/>
                  <a:pt x="2571608" y="3920992"/>
                </a:cubicBezTo>
                <a:cubicBezTo>
                  <a:pt x="2576668" y="3921302"/>
                  <a:pt x="2581794" y="3921364"/>
                  <a:pt x="2586921" y="3921364"/>
                </a:cubicBezTo>
                <a:cubicBezTo>
                  <a:pt x="2590900" y="3921364"/>
                  <a:pt x="2594881" y="3921302"/>
                  <a:pt x="2598860" y="3921270"/>
                </a:cubicBezTo>
                <a:cubicBezTo>
                  <a:pt x="2602772" y="3921209"/>
                  <a:pt x="2606752" y="3921178"/>
                  <a:pt x="2610664" y="3921178"/>
                </a:cubicBezTo>
                <a:cubicBezTo>
                  <a:pt x="2611340" y="3921178"/>
                  <a:pt x="2611946" y="3921178"/>
                  <a:pt x="2612621" y="3921178"/>
                </a:cubicBezTo>
                <a:cubicBezTo>
                  <a:pt x="2624020" y="3921240"/>
                  <a:pt x="2635487" y="3921178"/>
                  <a:pt x="2646886" y="3921675"/>
                </a:cubicBezTo>
                <a:cubicBezTo>
                  <a:pt x="2649247" y="3921768"/>
                  <a:pt x="2651608" y="3921799"/>
                  <a:pt x="2653901" y="3921799"/>
                </a:cubicBezTo>
                <a:cubicBezTo>
                  <a:pt x="2655184" y="3921799"/>
                  <a:pt x="2656466" y="3921799"/>
                  <a:pt x="2657679" y="3921799"/>
                </a:cubicBezTo>
                <a:cubicBezTo>
                  <a:pt x="2658960" y="3921799"/>
                  <a:pt x="2660175" y="3921799"/>
                  <a:pt x="2661456" y="3921799"/>
                </a:cubicBezTo>
                <a:cubicBezTo>
                  <a:pt x="2669820" y="3921799"/>
                  <a:pt x="2678118" y="3922141"/>
                  <a:pt x="2686211" y="3925150"/>
                </a:cubicBezTo>
                <a:cubicBezTo>
                  <a:pt x="2688437" y="3925989"/>
                  <a:pt x="2690595" y="3926299"/>
                  <a:pt x="2692687" y="3926299"/>
                </a:cubicBezTo>
                <a:cubicBezTo>
                  <a:pt x="2696869" y="3926299"/>
                  <a:pt x="2700782" y="3924995"/>
                  <a:pt x="2704896" y="3923723"/>
                </a:cubicBezTo>
                <a:cubicBezTo>
                  <a:pt x="2708942" y="3922451"/>
                  <a:pt x="2713124" y="3921147"/>
                  <a:pt x="2717712" y="3921147"/>
                </a:cubicBezTo>
                <a:cubicBezTo>
                  <a:pt x="2719196" y="3921147"/>
                  <a:pt x="2720747" y="3921302"/>
                  <a:pt x="2722366" y="3921612"/>
                </a:cubicBezTo>
                <a:lnTo>
                  <a:pt x="2729112" y="3921953"/>
                </a:lnTo>
                <a:cubicBezTo>
                  <a:pt x="2735655" y="3923413"/>
                  <a:pt x="2739904" y="3925927"/>
                  <a:pt x="2739162" y="3929868"/>
                </a:cubicBezTo>
                <a:cubicBezTo>
                  <a:pt x="2736801" y="3942437"/>
                  <a:pt x="2736667" y="3942903"/>
                  <a:pt x="2750763" y="3942903"/>
                </a:cubicBezTo>
                <a:lnTo>
                  <a:pt x="2752652" y="3942903"/>
                </a:lnTo>
                <a:cubicBezTo>
                  <a:pt x="2761892" y="3942903"/>
                  <a:pt x="2772349" y="3942003"/>
                  <a:pt x="2781792" y="3942003"/>
                </a:cubicBezTo>
                <a:cubicBezTo>
                  <a:pt x="2788537" y="3942003"/>
                  <a:pt x="2794811" y="3942468"/>
                  <a:pt x="2799600" y="3944020"/>
                </a:cubicBezTo>
                <a:cubicBezTo>
                  <a:pt x="2813360" y="3948520"/>
                  <a:pt x="2827188" y="3949172"/>
                  <a:pt x="2841084" y="3949172"/>
                </a:cubicBezTo>
                <a:cubicBezTo>
                  <a:pt x="2843984" y="3949172"/>
                  <a:pt x="2846952" y="3949172"/>
                  <a:pt x="2849853" y="3949110"/>
                </a:cubicBezTo>
                <a:cubicBezTo>
                  <a:pt x="2852754" y="3949110"/>
                  <a:pt x="2855654" y="3949049"/>
                  <a:pt x="2858554" y="3949049"/>
                </a:cubicBezTo>
                <a:cubicBezTo>
                  <a:pt x="2860915" y="3949049"/>
                  <a:pt x="2863344" y="3949049"/>
                  <a:pt x="2865704" y="3949141"/>
                </a:cubicBezTo>
                <a:cubicBezTo>
                  <a:pt x="2868942" y="3949203"/>
                  <a:pt x="2872314" y="3949266"/>
                  <a:pt x="2875687" y="3949266"/>
                </a:cubicBezTo>
                <a:lnTo>
                  <a:pt x="2874945" y="3949544"/>
                </a:lnTo>
                <a:cubicBezTo>
                  <a:pt x="2883106" y="3949544"/>
                  <a:pt x="2891268" y="3949141"/>
                  <a:pt x="2897811" y="3947434"/>
                </a:cubicBezTo>
                <a:cubicBezTo>
                  <a:pt x="2909750" y="3944300"/>
                  <a:pt x="2902332" y="3936820"/>
                  <a:pt x="2904219" y="3931296"/>
                </a:cubicBezTo>
                <a:cubicBezTo>
                  <a:pt x="2905906" y="3926330"/>
                  <a:pt x="2910022" y="3922482"/>
                  <a:pt x="2917035" y="3919409"/>
                </a:cubicBezTo>
                <a:cubicBezTo>
                  <a:pt x="2919734" y="3918199"/>
                  <a:pt x="2923915" y="3917702"/>
                  <a:pt x="2927557" y="3917392"/>
                </a:cubicBezTo>
                <a:lnTo>
                  <a:pt x="2931134" y="3920154"/>
                </a:lnTo>
                <a:cubicBezTo>
                  <a:pt x="2931807" y="3922451"/>
                  <a:pt x="2931470" y="3924840"/>
                  <a:pt x="2931807" y="3927168"/>
                </a:cubicBezTo>
                <a:cubicBezTo>
                  <a:pt x="2933359" y="3937782"/>
                  <a:pt x="2934506" y="3942096"/>
                  <a:pt x="2941791" y="3942096"/>
                </a:cubicBezTo>
                <a:cubicBezTo>
                  <a:pt x="2946512" y="3942096"/>
                  <a:pt x="2953865" y="3940296"/>
                  <a:pt x="2965601" y="3937254"/>
                </a:cubicBezTo>
                <a:cubicBezTo>
                  <a:pt x="2977069" y="3934306"/>
                  <a:pt x="2988738" y="3931575"/>
                  <a:pt x="3000272" y="3928751"/>
                </a:cubicBezTo>
                <a:lnTo>
                  <a:pt x="3001891" y="3925802"/>
                </a:lnTo>
                <a:cubicBezTo>
                  <a:pt x="3011267" y="3920061"/>
                  <a:pt x="3015989" y="3917268"/>
                  <a:pt x="3020982" y="3917268"/>
                </a:cubicBezTo>
                <a:cubicBezTo>
                  <a:pt x="3025096" y="3917268"/>
                  <a:pt x="3029413" y="3919223"/>
                  <a:pt x="3036697" y="3923040"/>
                </a:cubicBezTo>
                <a:cubicBezTo>
                  <a:pt x="3044725" y="3927261"/>
                  <a:pt x="3052616" y="3928906"/>
                  <a:pt x="3060845" y="3928906"/>
                </a:cubicBezTo>
                <a:cubicBezTo>
                  <a:pt x="3066848" y="3928906"/>
                  <a:pt x="3072987" y="3928037"/>
                  <a:pt x="3079598" y="3926578"/>
                </a:cubicBezTo>
                <a:cubicBezTo>
                  <a:pt x="3087894" y="3924778"/>
                  <a:pt x="3099900" y="3923785"/>
                  <a:pt x="3103340" y="3920526"/>
                </a:cubicBezTo>
                <a:cubicBezTo>
                  <a:pt x="3111705" y="3912519"/>
                  <a:pt x="3120407" y="3906374"/>
                  <a:pt x="3138348" y="3906374"/>
                </a:cubicBezTo>
                <a:cubicBezTo>
                  <a:pt x="3140170" y="3906374"/>
                  <a:pt x="3142059" y="3906436"/>
                  <a:pt x="3144015" y="3906561"/>
                </a:cubicBezTo>
                <a:cubicBezTo>
                  <a:pt x="3144015" y="3906561"/>
                  <a:pt x="3144082" y="3906561"/>
                  <a:pt x="3144148" y="3906561"/>
                </a:cubicBezTo>
                <a:cubicBezTo>
                  <a:pt x="3146444" y="3906561"/>
                  <a:pt x="3151030" y="3903425"/>
                  <a:pt x="3151570" y="3901563"/>
                </a:cubicBezTo>
                <a:cubicBezTo>
                  <a:pt x="3152716" y="3897715"/>
                  <a:pt x="3155078" y="3895294"/>
                  <a:pt x="3159057" y="3895294"/>
                </a:cubicBezTo>
                <a:lnTo>
                  <a:pt x="3161622" y="3896072"/>
                </a:lnTo>
                <a:lnTo>
                  <a:pt x="3160878" y="3896660"/>
                </a:lnTo>
                <a:cubicBezTo>
                  <a:pt x="3163779" y="3898056"/>
                  <a:pt x="3166814" y="3899639"/>
                  <a:pt x="3170388" y="3900322"/>
                </a:cubicBezTo>
                <a:lnTo>
                  <a:pt x="3176815" y="3900944"/>
                </a:lnTo>
                <a:lnTo>
                  <a:pt x="3194537" y="3906840"/>
                </a:lnTo>
                <a:cubicBezTo>
                  <a:pt x="3200002" y="3906840"/>
                  <a:pt x="3206005" y="3905568"/>
                  <a:pt x="3213154" y="3902309"/>
                </a:cubicBezTo>
                <a:lnTo>
                  <a:pt x="3214689" y="3902086"/>
                </a:lnTo>
                <a:lnTo>
                  <a:pt x="3214832" y="3902728"/>
                </a:lnTo>
                <a:cubicBezTo>
                  <a:pt x="3216781" y="3905257"/>
                  <a:pt x="3220878" y="3906995"/>
                  <a:pt x="3229748" y="3906995"/>
                </a:cubicBezTo>
                <a:cubicBezTo>
                  <a:pt x="3230557" y="3906995"/>
                  <a:pt x="3231434" y="3906995"/>
                  <a:pt x="3232378" y="3906933"/>
                </a:cubicBezTo>
                <a:cubicBezTo>
                  <a:pt x="3234403" y="3906870"/>
                  <a:pt x="3236898" y="3906715"/>
                  <a:pt x="3239191" y="3906715"/>
                </a:cubicBezTo>
                <a:cubicBezTo>
                  <a:pt x="3241890" y="3906715"/>
                  <a:pt x="3244317" y="3906901"/>
                  <a:pt x="3245598" y="3907553"/>
                </a:cubicBezTo>
                <a:cubicBezTo>
                  <a:pt x="3251332" y="3910533"/>
                  <a:pt x="3256594" y="3911992"/>
                  <a:pt x="3261586" y="3911992"/>
                </a:cubicBezTo>
                <a:cubicBezTo>
                  <a:pt x="3267319" y="3911992"/>
                  <a:pt x="3272648" y="3910037"/>
                  <a:pt x="3277908" y="3906189"/>
                </a:cubicBezTo>
                <a:cubicBezTo>
                  <a:pt x="3281282" y="3903736"/>
                  <a:pt x="3284789" y="3902526"/>
                  <a:pt x="3288633" y="3902526"/>
                </a:cubicBezTo>
                <a:cubicBezTo>
                  <a:pt x="3292007" y="3902526"/>
                  <a:pt x="3295649" y="3903457"/>
                  <a:pt x="3299629" y="3905288"/>
                </a:cubicBezTo>
                <a:cubicBezTo>
                  <a:pt x="3302461" y="3906592"/>
                  <a:pt x="3305160" y="3907087"/>
                  <a:pt x="3307858" y="3907087"/>
                </a:cubicBezTo>
                <a:cubicBezTo>
                  <a:pt x="3313187" y="3907087"/>
                  <a:pt x="3318246" y="3905163"/>
                  <a:pt x="3323641" y="3903768"/>
                </a:cubicBezTo>
                <a:cubicBezTo>
                  <a:pt x="3333084" y="3901315"/>
                  <a:pt x="3342461" y="3899888"/>
                  <a:pt x="3351973" y="3899888"/>
                </a:cubicBezTo>
                <a:cubicBezTo>
                  <a:pt x="3361483" y="3899888"/>
                  <a:pt x="3370792" y="3901254"/>
                  <a:pt x="3380504" y="3904356"/>
                </a:cubicBezTo>
                <a:cubicBezTo>
                  <a:pt x="3390892" y="3907678"/>
                  <a:pt x="3401954" y="3911278"/>
                  <a:pt x="3414164" y="3911278"/>
                </a:cubicBezTo>
                <a:cubicBezTo>
                  <a:pt x="3420302" y="3911278"/>
                  <a:pt x="3426710" y="3910346"/>
                  <a:pt x="3433388" y="3908018"/>
                </a:cubicBezTo>
                <a:cubicBezTo>
                  <a:pt x="3433724" y="3907895"/>
                  <a:pt x="3434197" y="3907833"/>
                  <a:pt x="3434804" y="3907833"/>
                </a:cubicBezTo>
                <a:cubicBezTo>
                  <a:pt x="3437502" y="3907833"/>
                  <a:pt x="3442292" y="3909136"/>
                  <a:pt x="3445192" y="3910129"/>
                </a:cubicBezTo>
                <a:cubicBezTo>
                  <a:pt x="3454838" y="3913513"/>
                  <a:pt x="3464888" y="3915095"/>
                  <a:pt x="3474736" y="3915095"/>
                </a:cubicBezTo>
                <a:cubicBezTo>
                  <a:pt x="3484180" y="3915095"/>
                  <a:pt x="3493556" y="3913637"/>
                  <a:pt x="3502257" y="3910937"/>
                </a:cubicBezTo>
                <a:cubicBezTo>
                  <a:pt x="3511836" y="3907957"/>
                  <a:pt x="3522223" y="3907336"/>
                  <a:pt x="3532813" y="3907336"/>
                </a:cubicBezTo>
                <a:cubicBezTo>
                  <a:pt x="3536657" y="3907336"/>
                  <a:pt x="3540502" y="3907429"/>
                  <a:pt x="3544348" y="3907492"/>
                </a:cubicBezTo>
                <a:cubicBezTo>
                  <a:pt x="3548192" y="3907584"/>
                  <a:pt x="3552036" y="3907646"/>
                  <a:pt x="3555883" y="3907646"/>
                </a:cubicBezTo>
                <a:cubicBezTo>
                  <a:pt x="3568833" y="3907646"/>
                  <a:pt x="3581380" y="3906684"/>
                  <a:pt x="3592306" y="3901563"/>
                </a:cubicBezTo>
                <a:cubicBezTo>
                  <a:pt x="3601278" y="3904885"/>
                  <a:pt x="3609777" y="3908391"/>
                  <a:pt x="3612880" y="3914163"/>
                </a:cubicBezTo>
                <a:cubicBezTo>
                  <a:pt x="3617198" y="3914319"/>
                  <a:pt x="3621583" y="3914350"/>
                  <a:pt x="3625898" y="3914661"/>
                </a:cubicBezTo>
                <a:cubicBezTo>
                  <a:pt x="3626708" y="3914722"/>
                  <a:pt x="3628934" y="3914722"/>
                  <a:pt x="3632037" y="3914722"/>
                </a:cubicBezTo>
                <a:lnTo>
                  <a:pt x="3635363" y="3914694"/>
                </a:lnTo>
                <a:lnTo>
                  <a:pt x="3635208" y="3915126"/>
                </a:lnTo>
                <a:cubicBezTo>
                  <a:pt x="3635006" y="3916833"/>
                  <a:pt x="3639186" y="3918696"/>
                  <a:pt x="3641413" y="3920464"/>
                </a:cubicBezTo>
                <a:lnTo>
                  <a:pt x="3645528" y="3917671"/>
                </a:lnTo>
                <a:lnTo>
                  <a:pt x="3649052" y="3914584"/>
                </a:lnTo>
                <a:lnTo>
                  <a:pt x="3666371" y="3914443"/>
                </a:lnTo>
                <a:cubicBezTo>
                  <a:pt x="3667651" y="3914443"/>
                  <a:pt x="3668866" y="3914443"/>
                  <a:pt x="3670147" y="3914443"/>
                </a:cubicBezTo>
                <a:cubicBezTo>
                  <a:pt x="3675678" y="3914443"/>
                  <a:pt x="3681277" y="3914630"/>
                  <a:pt x="3686606" y="3915188"/>
                </a:cubicBezTo>
                <a:cubicBezTo>
                  <a:pt x="3693015" y="3915840"/>
                  <a:pt x="3693891" y="3917733"/>
                  <a:pt x="3690181" y="3920030"/>
                </a:cubicBezTo>
                <a:cubicBezTo>
                  <a:pt x="3682559" y="3924747"/>
                  <a:pt x="3682964" y="3927571"/>
                  <a:pt x="3696792" y="3928162"/>
                </a:cubicBezTo>
                <a:cubicBezTo>
                  <a:pt x="3697871" y="3928192"/>
                  <a:pt x="3698950" y="3928223"/>
                  <a:pt x="3699962" y="3928223"/>
                </a:cubicBezTo>
                <a:cubicBezTo>
                  <a:pt x="3717904" y="3928223"/>
                  <a:pt x="3730720" y="3921395"/>
                  <a:pt x="3746909" y="3919129"/>
                </a:cubicBezTo>
                <a:cubicBezTo>
                  <a:pt x="3744346" y="3916212"/>
                  <a:pt x="3738208" y="3912456"/>
                  <a:pt x="3739895" y="3910533"/>
                </a:cubicBezTo>
                <a:cubicBezTo>
                  <a:pt x="3741850" y="3908299"/>
                  <a:pt x="3748662" y="3907273"/>
                  <a:pt x="3755881" y="3907273"/>
                </a:cubicBezTo>
                <a:cubicBezTo>
                  <a:pt x="3763974" y="3907273"/>
                  <a:pt x="3772542" y="3908547"/>
                  <a:pt x="3775442" y="3910875"/>
                </a:cubicBezTo>
                <a:cubicBezTo>
                  <a:pt x="3776993" y="3912115"/>
                  <a:pt x="3777533" y="3912456"/>
                  <a:pt x="3777465" y="3912456"/>
                </a:cubicBezTo>
                <a:cubicBezTo>
                  <a:pt x="3777465" y="3912456"/>
                  <a:pt x="3777196" y="3912364"/>
                  <a:pt x="3776791" y="3912239"/>
                </a:cubicBezTo>
                <a:cubicBezTo>
                  <a:pt x="3776386" y="3912115"/>
                  <a:pt x="3775847" y="3912022"/>
                  <a:pt x="3775240" y="3912022"/>
                </a:cubicBezTo>
                <a:cubicBezTo>
                  <a:pt x="3774093" y="3912022"/>
                  <a:pt x="3772744" y="3912395"/>
                  <a:pt x="3771529" y="3913791"/>
                </a:cubicBezTo>
                <a:cubicBezTo>
                  <a:pt x="3768493" y="3917268"/>
                  <a:pt x="3766403" y="3920495"/>
                  <a:pt x="3774969" y="3920992"/>
                </a:cubicBezTo>
                <a:cubicBezTo>
                  <a:pt x="3780029" y="3921302"/>
                  <a:pt x="3785155" y="3921364"/>
                  <a:pt x="3790281" y="3921364"/>
                </a:cubicBezTo>
                <a:cubicBezTo>
                  <a:pt x="3794261" y="3921364"/>
                  <a:pt x="3798241" y="3921302"/>
                  <a:pt x="3802220" y="3921270"/>
                </a:cubicBezTo>
                <a:cubicBezTo>
                  <a:pt x="3806134" y="3921209"/>
                  <a:pt x="3810112" y="3921178"/>
                  <a:pt x="3814025" y="3921178"/>
                </a:cubicBezTo>
                <a:cubicBezTo>
                  <a:pt x="3814700" y="3921178"/>
                  <a:pt x="3815306" y="3921178"/>
                  <a:pt x="3815981" y="3921178"/>
                </a:cubicBezTo>
                <a:cubicBezTo>
                  <a:pt x="3827380" y="3921240"/>
                  <a:pt x="3838848" y="3921178"/>
                  <a:pt x="3850247" y="3921675"/>
                </a:cubicBezTo>
                <a:cubicBezTo>
                  <a:pt x="3852607" y="3921768"/>
                  <a:pt x="3854969" y="3921799"/>
                  <a:pt x="3857262" y="3921799"/>
                </a:cubicBezTo>
                <a:cubicBezTo>
                  <a:pt x="3858544" y="3921799"/>
                  <a:pt x="3859825" y="3921799"/>
                  <a:pt x="3861039" y="3921799"/>
                </a:cubicBezTo>
                <a:cubicBezTo>
                  <a:pt x="3862321" y="3921799"/>
                  <a:pt x="3863535" y="3921799"/>
                  <a:pt x="3864817" y="3921799"/>
                </a:cubicBezTo>
                <a:cubicBezTo>
                  <a:pt x="3873181" y="3921799"/>
                  <a:pt x="3881479" y="3922141"/>
                  <a:pt x="3889572" y="3925150"/>
                </a:cubicBezTo>
                <a:cubicBezTo>
                  <a:pt x="3891797" y="3925989"/>
                  <a:pt x="3893956" y="3926299"/>
                  <a:pt x="3896048" y="3926299"/>
                </a:cubicBezTo>
                <a:cubicBezTo>
                  <a:pt x="3900229" y="3926299"/>
                  <a:pt x="3904142" y="3924995"/>
                  <a:pt x="3908257" y="3923723"/>
                </a:cubicBezTo>
                <a:cubicBezTo>
                  <a:pt x="3912303" y="3922451"/>
                  <a:pt x="3916486" y="3921147"/>
                  <a:pt x="3921073" y="3921147"/>
                </a:cubicBezTo>
                <a:cubicBezTo>
                  <a:pt x="3922557" y="3921147"/>
                  <a:pt x="3924108" y="3921302"/>
                  <a:pt x="3925726" y="3921612"/>
                </a:cubicBezTo>
                <a:lnTo>
                  <a:pt x="3932472" y="3921953"/>
                </a:lnTo>
                <a:cubicBezTo>
                  <a:pt x="3939015" y="3923413"/>
                  <a:pt x="3943264" y="3925927"/>
                  <a:pt x="3942522" y="3929868"/>
                </a:cubicBezTo>
                <a:cubicBezTo>
                  <a:pt x="3940161" y="3942437"/>
                  <a:pt x="3940027" y="3942903"/>
                  <a:pt x="3954124" y="3942903"/>
                </a:cubicBezTo>
                <a:lnTo>
                  <a:pt x="3956013" y="3942903"/>
                </a:lnTo>
                <a:cubicBezTo>
                  <a:pt x="3965254" y="3942903"/>
                  <a:pt x="3975709" y="3942003"/>
                  <a:pt x="3985153" y="3942003"/>
                </a:cubicBezTo>
                <a:cubicBezTo>
                  <a:pt x="3991898" y="3942003"/>
                  <a:pt x="3998171" y="3942468"/>
                  <a:pt x="4002960" y="3944020"/>
                </a:cubicBezTo>
                <a:cubicBezTo>
                  <a:pt x="4016720" y="3948520"/>
                  <a:pt x="4030549" y="3949172"/>
                  <a:pt x="4044444" y="3949172"/>
                </a:cubicBezTo>
                <a:cubicBezTo>
                  <a:pt x="4047345" y="3949172"/>
                  <a:pt x="4050313" y="3949172"/>
                  <a:pt x="4053214" y="3949110"/>
                </a:cubicBezTo>
                <a:cubicBezTo>
                  <a:pt x="4056113" y="3949110"/>
                  <a:pt x="4059014" y="3949049"/>
                  <a:pt x="4061915" y="3949049"/>
                </a:cubicBezTo>
                <a:cubicBezTo>
                  <a:pt x="4064276" y="3949049"/>
                  <a:pt x="4066704" y="3949049"/>
                  <a:pt x="4069065" y="3949141"/>
                </a:cubicBezTo>
                <a:cubicBezTo>
                  <a:pt x="4072301" y="3949203"/>
                  <a:pt x="4075675" y="3949266"/>
                  <a:pt x="4079047" y="3949266"/>
                </a:cubicBezTo>
                <a:lnTo>
                  <a:pt x="4078307" y="3949544"/>
                </a:lnTo>
                <a:cubicBezTo>
                  <a:pt x="4086467" y="3949544"/>
                  <a:pt x="4094629" y="3949141"/>
                  <a:pt x="4101172" y="3947434"/>
                </a:cubicBezTo>
                <a:cubicBezTo>
                  <a:pt x="4113112" y="3944300"/>
                  <a:pt x="4105691" y="3936820"/>
                  <a:pt x="4107580" y="3931296"/>
                </a:cubicBezTo>
                <a:cubicBezTo>
                  <a:pt x="4109266" y="3926330"/>
                  <a:pt x="4113382" y="3922482"/>
                  <a:pt x="4120396" y="3919409"/>
                </a:cubicBezTo>
                <a:cubicBezTo>
                  <a:pt x="4123095" y="3918199"/>
                  <a:pt x="4127276" y="3917702"/>
                  <a:pt x="4130919" y="3917392"/>
                </a:cubicBezTo>
                <a:lnTo>
                  <a:pt x="4134494" y="3920154"/>
                </a:lnTo>
                <a:cubicBezTo>
                  <a:pt x="4135168" y="3922451"/>
                  <a:pt x="4134831" y="3924840"/>
                  <a:pt x="4135168" y="3927168"/>
                </a:cubicBezTo>
                <a:cubicBezTo>
                  <a:pt x="4136720" y="3937782"/>
                  <a:pt x="4137867" y="3942096"/>
                  <a:pt x="4145152" y="3942096"/>
                </a:cubicBezTo>
                <a:cubicBezTo>
                  <a:pt x="4149873" y="3942096"/>
                  <a:pt x="4157226" y="3940296"/>
                  <a:pt x="4168963" y="3937254"/>
                </a:cubicBezTo>
                <a:cubicBezTo>
                  <a:pt x="4180430" y="3934306"/>
                  <a:pt x="4192098" y="3931575"/>
                  <a:pt x="4203633" y="3928751"/>
                </a:cubicBezTo>
                <a:lnTo>
                  <a:pt x="4205252" y="3925802"/>
                </a:lnTo>
                <a:cubicBezTo>
                  <a:pt x="4214628" y="3920061"/>
                  <a:pt x="4219350" y="3917268"/>
                  <a:pt x="4224342" y="3917268"/>
                </a:cubicBezTo>
                <a:cubicBezTo>
                  <a:pt x="4228457" y="3917268"/>
                  <a:pt x="4232774" y="3919223"/>
                  <a:pt x="4240058" y="3923040"/>
                </a:cubicBezTo>
                <a:cubicBezTo>
                  <a:pt x="4248086" y="3927261"/>
                  <a:pt x="4255977" y="3928906"/>
                  <a:pt x="4264207" y="3928906"/>
                </a:cubicBezTo>
                <a:cubicBezTo>
                  <a:pt x="4270209" y="3928906"/>
                  <a:pt x="4276348" y="3928037"/>
                  <a:pt x="4282958" y="3926578"/>
                </a:cubicBezTo>
                <a:cubicBezTo>
                  <a:pt x="4291255" y="3924778"/>
                  <a:pt x="4303261" y="3923785"/>
                  <a:pt x="4306702" y="3920526"/>
                </a:cubicBezTo>
                <a:cubicBezTo>
                  <a:pt x="4315065" y="3912519"/>
                  <a:pt x="4323768" y="3906374"/>
                  <a:pt x="4341710" y="3906374"/>
                </a:cubicBezTo>
                <a:cubicBezTo>
                  <a:pt x="4343531" y="3906374"/>
                  <a:pt x="4345420" y="3906436"/>
                  <a:pt x="4347376" y="3906561"/>
                </a:cubicBezTo>
                <a:cubicBezTo>
                  <a:pt x="4347376" y="3906561"/>
                  <a:pt x="4347443" y="3906561"/>
                  <a:pt x="4347510" y="3906561"/>
                </a:cubicBezTo>
                <a:cubicBezTo>
                  <a:pt x="4349804" y="3906561"/>
                  <a:pt x="4354391" y="3903425"/>
                  <a:pt x="4354931" y="3901563"/>
                </a:cubicBezTo>
                <a:lnTo>
                  <a:pt x="4360714" y="3896721"/>
                </a:lnTo>
                <a:lnTo>
                  <a:pt x="4363723" y="3895690"/>
                </a:lnTo>
                <a:lnTo>
                  <a:pt x="4371119" y="3897932"/>
                </a:lnTo>
                <a:cubicBezTo>
                  <a:pt x="4379888" y="3902433"/>
                  <a:pt x="4387847" y="3906840"/>
                  <a:pt x="4397898" y="3906840"/>
                </a:cubicBezTo>
                <a:cubicBezTo>
                  <a:pt x="4403362" y="3906840"/>
                  <a:pt x="4409366" y="3905568"/>
                  <a:pt x="4416515" y="3902309"/>
                </a:cubicBezTo>
                <a:cubicBezTo>
                  <a:pt x="4419955" y="3900726"/>
                  <a:pt x="4427847" y="3899763"/>
                  <a:pt x="4434053" y="3899763"/>
                </a:cubicBezTo>
                <a:cubicBezTo>
                  <a:pt x="4437628" y="3899763"/>
                  <a:pt x="4440596" y="3900105"/>
                  <a:pt x="4441809" y="3900818"/>
                </a:cubicBezTo>
                <a:cubicBezTo>
                  <a:pt x="4447746" y="3904388"/>
                  <a:pt x="4453750" y="3905660"/>
                  <a:pt x="4459415" y="3905660"/>
                </a:cubicBezTo>
                <a:cubicBezTo>
                  <a:pt x="4468453" y="3905660"/>
                  <a:pt x="4476819" y="3902464"/>
                  <a:pt x="4482888" y="3900229"/>
                </a:cubicBezTo>
                <a:lnTo>
                  <a:pt x="4514967" y="3894741"/>
                </a:lnTo>
                <a:lnTo>
                  <a:pt x="4532264" y="3897684"/>
                </a:lnTo>
                <a:lnTo>
                  <a:pt x="4553009" y="3895286"/>
                </a:lnTo>
                <a:lnTo>
                  <a:pt x="4553985" y="3895388"/>
                </a:lnTo>
                <a:lnTo>
                  <a:pt x="4568224" y="3896471"/>
                </a:lnTo>
                <a:lnTo>
                  <a:pt x="4580360" y="3899671"/>
                </a:lnTo>
                <a:lnTo>
                  <a:pt x="4592703" y="3898522"/>
                </a:lnTo>
                <a:lnTo>
                  <a:pt x="4593451" y="3898392"/>
                </a:lnTo>
                <a:lnTo>
                  <a:pt x="4620020" y="3900415"/>
                </a:lnTo>
                <a:cubicBezTo>
                  <a:pt x="4626025" y="3900539"/>
                  <a:pt x="4631961" y="3900570"/>
                  <a:pt x="4637963" y="3900570"/>
                </a:cubicBezTo>
                <a:cubicBezTo>
                  <a:pt x="4640526" y="3900570"/>
                  <a:pt x="4643022" y="3900570"/>
                  <a:pt x="4645584" y="3900570"/>
                </a:cubicBezTo>
                <a:cubicBezTo>
                  <a:pt x="4648080" y="3900570"/>
                  <a:pt x="4650577" y="3900570"/>
                  <a:pt x="4653005" y="3900570"/>
                </a:cubicBezTo>
                <a:cubicBezTo>
                  <a:pt x="4660357" y="3900570"/>
                  <a:pt x="4667642" y="3900602"/>
                  <a:pt x="4674927" y="3900818"/>
                </a:cubicBezTo>
                <a:cubicBezTo>
                  <a:pt x="4681538" y="3901005"/>
                  <a:pt x="4685787" y="3903674"/>
                  <a:pt x="4686663" y="3907273"/>
                </a:cubicBezTo>
                <a:cubicBezTo>
                  <a:pt x="4695096" y="3907398"/>
                  <a:pt x="4704539" y="3908391"/>
                  <a:pt x="4712768" y="3908391"/>
                </a:cubicBezTo>
                <a:cubicBezTo>
                  <a:pt x="4717760" y="3908391"/>
                  <a:pt x="4722347" y="3908050"/>
                  <a:pt x="4725989" y="3906933"/>
                </a:cubicBezTo>
                <a:cubicBezTo>
                  <a:pt x="4751487" y="3899205"/>
                  <a:pt x="4778265" y="3901378"/>
                  <a:pt x="4804843" y="3900197"/>
                </a:cubicBezTo>
                <a:cubicBezTo>
                  <a:pt x="4813274" y="3899825"/>
                  <a:pt x="4821300" y="3897033"/>
                  <a:pt x="4829529" y="3895388"/>
                </a:cubicBezTo>
                <a:cubicBezTo>
                  <a:pt x="4832834" y="3894705"/>
                  <a:pt x="4836343" y="3894115"/>
                  <a:pt x="4839581" y="3894115"/>
                </a:cubicBezTo>
                <a:cubicBezTo>
                  <a:pt x="4842818" y="3894115"/>
                  <a:pt x="4845584" y="3894674"/>
                  <a:pt x="4848011" y="3896257"/>
                </a:cubicBezTo>
                <a:cubicBezTo>
                  <a:pt x="4849158" y="3897001"/>
                  <a:pt x="4844302" y="3899794"/>
                  <a:pt x="4843358" y="3901781"/>
                </a:cubicBezTo>
                <a:cubicBezTo>
                  <a:pt x="4841266" y="3906189"/>
                  <a:pt x="4839108" y="3910626"/>
                  <a:pt x="4838568" y="3915126"/>
                </a:cubicBezTo>
                <a:cubicBezTo>
                  <a:pt x="4838366" y="3916833"/>
                  <a:pt x="4842548" y="3918696"/>
                  <a:pt x="4844774" y="3920464"/>
                </a:cubicBezTo>
                <a:lnTo>
                  <a:pt x="4848889" y="3917671"/>
                </a:lnTo>
                <a:cubicBezTo>
                  <a:pt x="4854352" y="3905008"/>
                  <a:pt x="4869732" y="3900632"/>
                  <a:pt x="4891114" y="3900632"/>
                </a:cubicBezTo>
                <a:cubicBezTo>
                  <a:pt x="4893879" y="3900632"/>
                  <a:pt x="4896780" y="3900695"/>
                  <a:pt x="4899815" y="3900850"/>
                </a:cubicBezTo>
                <a:cubicBezTo>
                  <a:pt x="4913305" y="3901470"/>
                  <a:pt x="4926797" y="3900602"/>
                  <a:pt x="4939074" y="3905288"/>
                </a:cubicBezTo>
                <a:cubicBezTo>
                  <a:pt x="4941164" y="3906095"/>
                  <a:pt x="4944739" y="3906467"/>
                  <a:pt x="4948315" y="3906467"/>
                </a:cubicBezTo>
                <a:cubicBezTo>
                  <a:pt x="4951889" y="3906467"/>
                  <a:pt x="4955330" y="3906095"/>
                  <a:pt x="4957556" y="3905380"/>
                </a:cubicBezTo>
                <a:cubicBezTo>
                  <a:pt x="4965785" y="3902681"/>
                  <a:pt x="4975362" y="3900322"/>
                  <a:pt x="4983863" y="3900322"/>
                </a:cubicBezTo>
                <a:cubicBezTo>
                  <a:pt x="4988178" y="3900322"/>
                  <a:pt x="4992158" y="3900943"/>
                  <a:pt x="4995530" y="3902433"/>
                </a:cubicBezTo>
                <a:cubicBezTo>
                  <a:pt x="4999444" y="3904202"/>
                  <a:pt x="5003020" y="3904823"/>
                  <a:pt x="5006257" y="3904823"/>
                </a:cubicBezTo>
                <a:cubicBezTo>
                  <a:pt x="5010372" y="3904823"/>
                  <a:pt x="5014013" y="3903830"/>
                  <a:pt x="5017453" y="3902805"/>
                </a:cubicBezTo>
                <a:cubicBezTo>
                  <a:pt x="5020894" y="3901812"/>
                  <a:pt x="5024064" y="3900788"/>
                  <a:pt x="5027301" y="3900788"/>
                </a:cubicBezTo>
                <a:cubicBezTo>
                  <a:pt x="5028381" y="3900788"/>
                  <a:pt x="5029393" y="3900911"/>
                  <a:pt x="5030471" y="3901160"/>
                </a:cubicBezTo>
                <a:cubicBezTo>
                  <a:pt x="5036948" y="3902712"/>
                  <a:pt x="5042883" y="3903301"/>
                  <a:pt x="5048752" y="3903301"/>
                </a:cubicBezTo>
                <a:cubicBezTo>
                  <a:pt x="5056509" y="3903301"/>
                  <a:pt x="5064063" y="3902309"/>
                  <a:pt x="5072495" y="3901223"/>
                </a:cubicBezTo>
                <a:cubicBezTo>
                  <a:pt x="5077487" y="3900570"/>
                  <a:pt x="5082681" y="3900354"/>
                  <a:pt x="5087943" y="3900354"/>
                </a:cubicBezTo>
                <a:cubicBezTo>
                  <a:pt x="5098397" y="3900354"/>
                  <a:pt x="5109189" y="3901254"/>
                  <a:pt x="5119645" y="3901719"/>
                </a:cubicBezTo>
                <a:cubicBezTo>
                  <a:pt x="5126053" y="3901998"/>
                  <a:pt x="5125244" y="3904016"/>
                  <a:pt x="5121062" y="3906746"/>
                </a:cubicBezTo>
                <a:cubicBezTo>
                  <a:pt x="5117284" y="3909260"/>
                  <a:pt x="5112697" y="3913326"/>
                  <a:pt x="5114249" y="3915747"/>
                </a:cubicBezTo>
                <a:cubicBezTo>
                  <a:pt x="5116070" y="3918571"/>
                  <a:pt x="5118160" y="3919533"/>
                  <a:pt x="5120387" y="3919533"/>
                </a:cubicBezTo>
                <a:cubicBezTo>
                  <a:pt x="5124569" y="3919533"/>
                  <a:pt x="5129291" y="3916275"/>
                  <a:pt x="5133540" y="3915778"/>
                </a:cubicBezTo>
                <a:cubicBezTo>
                  <a:pt x="5153035" y="3913513"/>
                  <a:pt x="5175497" y="3917236"/>
                  <a:pt x="5191752" y="3908267"/>
                </a:cubicBezTo>
                <a:cubicBezTo>
                  <a:pt x="5193439" y="3908330"/>
                  <a:pt x="5195125" y="3908361"/>
                  <a:pt x="5196879" y="3908361"/>
                </a:cubicBezTo>
                <a:cubicBezTo>
                  <a:pt x="5201600" y="3908361"/>
                  <a:pt x="5206255" y="3908144"/>
                  <a:pt x="5211044" y="3907927"/>
                </a:cubicBezTo>
                <a:cubicBezTo>
                  <a:pt x="5215765" y="3907709"/>
                  <a:pt x="5220487" y="3907492"/>
                  <a:pt x="5225141" y="3907492"/>
                </a:cubicBezTo>
                <a:cubicBezTo>
                  <a:pt x="5234113" y="3907492"/>
                  <a:pt x="5242949" y="3908267"/>
                  <a:pt x="5251651" y="3911247"/>
                </a:cubicBezTo>
                <a:cubicBezTo>
                  <a:pt x="5258531" y="3913637"/>
                  <a:pt x="5268513" y="3914226"/>
                  <a:pt x="5277215" y="3914412"/>
                </a:cubicBezTo>
                <a:cubicBezTo>
                  <a:pt x="5284500" y="3914568"/>
                  <a:pt x="5291784" y="3914599"/>
                  <a:pt x="5299136" y="3914599"/>
                </a:cubicBezTo>
                <a:cubicBezTo>
                  <a:pt x="5303926" y="3914599"/>
                  <a:pt x="5308783" y="3914599"/>
                  <a:pt x="5313572" y="3914568"/>
                </a:cubicBezTo>
                <a:cubicBezTo>
                  <a:pt x="5318361" y="3914568"/>
                  <a:pt x="5323150" y="3914537"/>
                  <a:pt x="5328008" y="3914537"/>
                </a:cubicBezTo>
                <a:cubicBezTo>
                  <a:pt x="5331650" y="3914537"/>
                  <a:pt x="5335359" y="3914537"/>
                  <a:pt x="5339002" y="3914568"/>
                </a:cubicBezTo>
                <a:cubicBezTo>
                  <a:pt x="5339407" y="3914568"/>
                  <a:pt x="5339811" y="3914568"/>
                  <a:pt x="5340216" y="3914568"/>
                </a:cubicBezTo>
                <a:cubicBezTo>
                  <a:pt x="5354179" y="3914568"/>
                  <a:pt x="5367534" y="3912582"/>
                  <a:pt x="5380958" y="3910564"/>
                </a:cubicBezTo>
                <a:cubicBezTo>
                  <a:pt x="5394314" y="3908577"/>
                  <a:pt x="5407668" y="3906561"/>
                  <a:pt x="5421632" y="3906561"/>
                </a:cubicBezTo>
                <a:cubicBezTo>
                  <a:pt x="5425072" y="3906561"/>
                  <a:pt x="5428512" y="3906684"/>
                  <a:pt x="5432019" y="3906933"/>
                </a:cubicBezTo>
                <a:lnTo>
                  <a:pt x="5437686" y="3905288"/>
                </a:lnTo>
                <a:lnTo>
                  <a:pt x="5439641" y="3903147"/>
                </a:lnTo>
                <a:lnTo>
                  <a:pt x="5434786" y="3900788"/>
                </a:lnTo>
                <a:cubicBezTo>
                  <a:pt x="5429052" y="3899950"/>
                  <a:pt x="5419069" y="3900074"/>
                  <a:pt x="5420823" y="3896443"/>
                </a:cubicBezTo>
                <a:cubicBezTo>
                  <a:pt x="5422307" y="3893339"/>
                  <a:pt x="5428039" y="3888653"/>
                  <a:pt x="5434988" y="3888653"/>
                </a:cubicBezTo>
                <a:cubicBezTo>
                  <a:pt x="5436337" y="3888653"/>
                  <a:pt x="5437686" y="3888807"/>
                  <a:pt x="5439035" y="3889181"/>
                </a:cubicBezTo>
                <a:cubicBezTo>
                  <a:pt x="5443892" y="3890483"/>
                  <a:pt x="5447601" y="3891415"/>
                  <a:pt x="5451042" y="3891415"/>
                </a:cubicBezTo>
                <a:cubicBezTo>
                  <a:pt x="5454346" y="3891415"/>
                  <a:pt x="5457449" y="3890577"/>
                  <a:pt x="5461362" y="3888466"/>
                </a:cubicBezTo>
                <a:cubicBezTo>
                  <a:pt x="5465747" y="3886077"/>
                  <a:pt x="5469523" y="3881608"/>
                  <a:pt x="5476404" y="3881608"/>
                </a:cubicBezTo>
                <a:cubicBezTo>
                  <a:pt x="5477820" y="3881608"/>
                  <a:pt x="5479303" y="3881794"/>
                  <a:pt x="5480990" y="3882197"/>
                </a:cubicBezTo>
                <a:cubicBezTo>
                  <a:pt x="5484633" y="3883098"/>
                  <a:pt x="5484295" y="3888404"/>
                  <a:pt x="5485510" y="3891725"/>
                </a:cubicBezTo>
                <a:lnTo>
                  <a:pt x="5485510" y="3895139"/>
                </a:lnTo>
                <a:cubicBezTo>
                  <a:pt x="5485510" y="3895139"/>
                  <a:pt x="5493942" y="3898119"/>
                  <a:pt x="5493942" y="3898119"/>
                </a:cubicBezTo>
                <a:cubicBezTo>
                  <a:pt x="5500283" y="3896101"/>
                  <a:pt x="5507095" y="3893650"/>
                  <a:pt x="5513706" y="3893650"/>
                </a:cubicBezTo>
                <a:cubicBezTo>
                  <a:pt x="5517347" y="3893650"/>
                  <a:pt x="5520922" y="3894394"/>
                  <a:pt x="5524227" y="3896381"/>
                </a:cubicBezTo>
                <a:cubicBezTo>
                  <a:pt x="5526858" y="3897932"/>
                  <a:pt x="5529218" y="3898491"/>
                  <a:pt x="5531446" y="3898491"/>
                </a:cubicBezTo>
                <a:cubicBezTo>
                  <a:pt x="5534345" y="3898491"/>
                  <a:pt x="5536977" y="3897560"/>
                  <a:pt x="5539539" y="3896629"/>
                </a:cubicBezTo>
                <a:cubicBezTo>
                  <a:pt x="5542102" y="3895698"/>
                  <a:pt x="5544598" y="3894767"/>
                  <a:pt x="5547229" y="3894767"/>
                </a:cubicBezTo>
                <a:cubicBezTo>
                  <a:pt x="5548714" y="3894767"/>
                  <a:pt x="5550198" y="3895077"/>
                  <a:pt x="5551816" y="3895853"/>
                </a:cubicBezTo>
                <a:cubicBezTo>
                  <a:pt x="5554988" y="3897436"/>
                  <a:pt x="5557752" y="3898056"/>
                  <a:pt x="5560179" y="3898056"/>
                </a:cubicBezTo>
                <a:cubicBezTo>
                  <a:pt x="5565171" y="3898056"/>
                  <a:pt x="5569084" y="3895574"/>
                  <a:pt x="5573401" y="3893525"/>
                </a:cubicBezTo>
                <a:cubicBezTo>
                  <a:pt x="5582911" y="3888994"/>
                  <a:pt x="5580888" y="3882912"/>
                  <a:pt x="5583114" y="3877294"/>
                </a:cubicBezTo>
                <a:cubicBezTo>
                  <a:pt x="5584260" y="3874376"/>
                  <a:pt x="5589522" y="3872855"/>
                  <a:pt x="5595188" y="3872855"/>
                </a:cubicBezTo>
                <a:cubicBezTo>
                  <a:pt x="5596537" y="3872855"/>
                  <a:pt x="5597887" y="3872949"/>
                  <a:pt x="5599167" y="3873104"/>
                </a:cubicBezTo>
                <a:cubicBezTo>
                  <a:pt x="5602743" y="3873569"/>
                  <a:pt x="5606723" y="3875556"/>
                  <a:pt x="5608207" y="3877355"/>
                </a:cubicBezTo>
                <a:cubicBezTo>
                  <a:pt x="5609893" y="3879373"/>
                  <a:pt x="5608746" y="3881980"/>
                  <a:pt x="5609083" y="3884339"/>
                </a:cubicBezTo>
                <a:cubicBezTo>
                  <a:pt x="5610095" y="3891787"/>
                  <a:pt x="5610972" y="3890919"/>
                  <a:pt x="5634378" y="3896535"/>
                </a:cubicBezTo>
                <a:cubicBezTo>
                  <a:pt x="5642945" y="3898584"/>
                  <a:pt x="5650972" y="3900602"/>
                  <a:pt x="5658998" y="3900602"/>
                </a:cubicBezTo>
                <a:cubicBezTo>
                  <a:pt x="5663383" y="3900602"/>
                  <a:pt x="5667768" y="3900012"/>
                  <a:pt x="5672287" y="3898491"/>
                </a:cubicBezTo>
                <a:cubicBezTo>
                  <a:pt x="5683618" y="3894705"/>
                  <a:pt x="5694749" y="3892626"/>
                  <a:pt x="5705879" y="3892626"/>
                </a:cubicBezTo>
                <a:cubicBezTo>
                  <a:pt x="5715727" y="3892626"/>
                  <a:pt x="5725576" y="3894239"/>
                  <a:pt x="5735625" y="3897684"/>
                </a:cubicBezTo>
                <a:cubicBezTo>
                  <a:pt x="5745002" y="3896753"/>
                  <a:pt x="5754512" y="3894425"/>
                  <a:pt x="5763821" y="3894425"/>
                </a:cubicBezTo>
                <a:cubicBezTo>
                  <a:pt x="5770633" y="3894425"/>
                  <a:pt x="5777379" y="3895668"/>
                  <a:pt x="5783720" y="3899671"/>
                </a:cubicBezTo>
                <a:lnTo>
                  <a:pt x="5796064" y="3898522"/>
                </a:lnTo>
                <a:cubicBezTo>
                  <a:pt x="5804698" y="3894177"/>
                  <a:pt x="5814681" y="3893463"/>
                  <a:pt x="5825135" y="3893463"/>
                </a:cubicBezTo>
                <a:cubicBezTo>
                  <a:pt x="5828171" y="3893463"/>
                  <a:pt x="5831274" y="3893525"/>
                  <a:pt x="5834443" y="3893556"/>
                </a:cubicBezTo>
                <a:cubicBezTo>
                  <a:pt x="5841324" y="3893650"/>
                  <a:pt x="5848204" y="3893681"/>
                  <a:pt x="5855018" y="3893681"/>
                </a:cubicBezTo>
                <a:cubicBezTo>
                  <a:pt x="5859268" y="3893681"/>
                  <a:pt x="5863516" y="3893681"/>
                  <a:pt x="5867766" y="3893681"/>
                </a:cubicBezTo>
                <a:cubicBezTo>
                  <a:pt x="5871880" y="3893681"/>
                  <a:pt x="5875927" y="3893681"/>
                  <a:pt x="5880042" y="3893681"/>
                </a:cubicBezTo>
                <a:cubicBezTo>
                  <a:pt x="5883145" y="3893681"/>
                  <a:pt x="5886248" y="3893681"/>
                  <a:pt x="5889419" y="3893681"/>
                </a:cubicBezTo>
                <a:cubicBezTo>
                  <a:pt x="5889553" y="3893681"/>
                  <a:pt x="5889756" y="3893681"/>
                  <a:pt x="5889891" y="3893681"/>
                </a:cubicBezTo>
                <a:cubicBezTo>
                  <a:pt x="5902707" y="3893681"/>
                  <a:pt x="5910868" y="3891135"/>
                  <a:pt x="5912892" y="3883998"/>
                </a:cubicBezTo>
                <a:cubicBezTo>
                  <a:pt x="5913499" y="3881949"/>
                  <a:pt x="5915590" y="3880956"/>
                  <a:pt x="5918221" y="3880956"/>
                </a:cubicBezTo>
                <a:cubicBezTo>
                  <a:pt x="5919502" y="3880956"/>
                  <a:pt x="5920851" y="3881205"/>
                  <a:pt x="5922202" y="3881669"/>
                </a:cubicBezTo>
                <a:cubicBezTo>
                  <a:pt x="5926180" y="3883066"/>
                  <a:pt x="5929958" y="3884649"/>
                  <a:pt x="5933128" y="3884649"/>
                </a:cubicBezTo>
                <a:cubicBezTo>
                  <a:pt x="5936028" y="3884649"/>
                  <a:pt x="5938390" y="3883315"/>
                  <a:pt x="5939806" y="3879249"/>
                </a:cubicBezTo>
                <a:lnTo>
                  <a:pt x="5942887" y="3874634"/>
                </a:lnTo>
                <a:lnTo>
                  <a:pt x="5952678" y="3877108"/>
                </a:lnTo>
                <a:cubicBezTo>
                  <a:pt x="5956254" y="3878473"/>
                  <a:pt x="5959558" y="3879095"/>
                  <a:pt x="5962459" y="3879095"/>
                </a:cubicBezTo>
                <a:cubicBezTo>
                  <a:pt x="5969137" y="3879095"/>
                  <a:pt x="5974061" y="3875897"/>
                  <a:pt x="5976220" y="3870807"/>
                </a:cubicBezTo>
                <a:cubicBezTo>
                  <a:pt x="5977569" y="3867735"/>
                  <a:pt x="5981953" y="3865687"/>
                  <a:pt x="5987485" y="3865687"/>
                </a:cubicBezTo>
                <a:cubicBezTo>
                  <a:pt x="5988699" y="3865687"/>
                  <a:pt x="5990047" y="3865779"/>
                  <a:pt x="5991396" y="3865997"/>
                </a:cubicBezTo>
                <a:cubicBezTo>
                  <a:pt x="6001920" y="3867735"/>
                  <a:pt x="6012038" y="3870311"/>
                  <a:pt x="6022088" y="3872701"/>
                </a:cubicBezTo>
                <a:cubicBezTo>
                  <a:pt x="6028024" y="3874129"/>
                  <a:pt x="6028968" y="3876300"/>
                  <a:pt x="6024315" y="3877635"/>
                </a:cubicBezTo>
                <a:cubicBezTo>
                  <a:pt x="6016556" y="3879870"/>
                  <a:pt x="6008327" y="3881639"/>
                  <a:pt x="6000368" y="3883656"/>
                </a:cubicBezTo>
                <a:cubicBezTo>
                  <a:pt x="5992544" y="3885673"/>
                  <a:pt x="5984787" y="3887752"/>
                  <a:pt x="5976962" y="3889831"/>
                </a:cubicBezTo>
                <a:cubicBezTo>
                  <a:pt x="5982020" y="3893121"/>
                  <a:pt x="5988766" y="3893308"/>
                  <a:pt x="5995579" y="3893308"/>
                </a:cubicBezTo>
                <a:lnTo>
                  <a:pt x="5997063" y="3893308"/>
                </a:lnTo>
                <a:cubicBezTo>
                  <a:pt x="5997535" y="3893308"/>
                  <a:pt x="5998075" y="3893308"/>
                  <a:pt x="5998546" y="3893308"/>
                </a:cubicBezTo>
                <a:cubicBezTo>
                  <a:pt x="5999694" y="3893308"/>
                  <a:pt x="6000840" y="3893308"/>
                  <a:pt x="6001986" y="3893339"/>
                </a:cubicBezTo>
                <a:cubicBezTo>
                  <a:pt x="6009879" y="3893525"/>
                  <a:pt x="6012847" y="3896132"/>
                  <a:pt x="6016827" y="3899113"/>
                </a:cubicBezTo>
                <a:cubicBezTo>
                  <a:pt x="6024044" y="3904543"/>
                  <a:pt x="6028968" y="3907212"/>
                  <a:pt x="6033083" y="3907212"/>
                </a:cubicBezTo>
                <a:cubicBezTo>
                  <a:pt x="6036590" y="3907212"/>
                  <a:pt x="6039491" y="3905226"/>
                  <a:pt x="6042796" y="3901346"/>
                </a:cubicBezTo>
                <a:cubicBezTo>
                  <a:pt x="6049103" y="3893820"/>
                  <a:pt x="6058866" y="3889328"/>
                  <a:pt x="6070232" y="3886228"/>
                </a:cubicBezTo>
                <a:lnTo>
                  <a:pt x="6103852" y="3880093"/>
                </a:lnTo>
                <a:lnTo>
                  <a:pt x="6103852" y="48034"/>
                </a:lnTo>
                <a:lnTo>
                  <a:pt x="6094413" y="42333"/>
                </a:lnTo>
                <a:cubicBezTo>
                  <a:pt x="6090298" y="42333"/>
                  <a:pt x="6085374" y="45002"/>
                  <a:pt x="6078157" y="50433"/>
                </a:cubicBezTo>
                <a:cubicBezTo>
                  <a:pt x="6074177" y="53412"/>
                  <a:pt x="6071210" y="56020"/>
                  <a:pt x="6063316" y="56205"/>
                </a:cubicBezTo>
                <a:cubicBezTo>
                  <a:pt x="6062171" y="56237"/>
                  <a:pt x="6061025" y="56237"/>
                  <a:pt x="6059877" y="56237"/>
                </a:cubicBezTo>
                <a:cubicBezTo>
                  <a:pt x="6059405" y="56237"/>
                  <a:pt x="6058865" y="56237"/>
                  <a:pt x="6058393" y="56237"/>
                </a:cubicBezTo>
                <a:lnTo>
                  <a:pt x="6056909" y="56237"/>
                </a:lnTo>
                <a:cubicBezTo>
                  <a:pt x="6050097" y="56237"/>
                  <a:pt x="6043351" y="56423"/>
                  <a:pt x="6038292" y="59713"/>
                </a:cubicBezTo>
                <a:cubicBezTo>
                  <a:pt x="6046117" y="61792"/>
                  <a:pt x="6053874" y="63872"/>
                  <a:pt x="6061698" y="65889"/>
                </a:cubicBezTo>
                <a:cubicBezTo>
                  <a:pt x="6069658" y="67906"/>
                  <a:pt x="6077886" y="69674"/>
                  <a:pt x="6085645" y="71910"/>
                </a:cubicBezTo>
                <a:cubicBezTo>
                  <a:pt x="6090298" y="73245"/>
                  <a:pt x="6089354" y="75417"/>
                  <a:pt x="6083418" y="76844"/>
                </a:cubicBezTo>
                <a:cubicBezTo>
                  <a:pt x="6073368" y="79234"/>
                  <a:pt x="6063250" y="81810"/>
                  <a:pt x="6052726" y="83548"/>
                </a:cubicBezTo>
                <a:cubicBezTo>
                  <a:pt x="6051377" y="83765"/>
                  <a:pt x="6050028" y="83859"/>
                  <a:pt x="6048815" y="83859"/>
                </a:cubicBezTo>
                <a:cubicBezTo>
                  <a:pt x="6043283" y="83859"/>
                  <a:pt x="6038899" y="81810"/>
                  <a:pt x="6037550" y="78737"/>
                </a:cubicBezTo>
                <a:cubicBezTo>
                  <a:pt x="6035392" y="73648"/>
                  <a:pt x="6030467" y="70451"/>
                  <a:pt x="6023790" y="70451"/>
                </a:cubicBezTo>
                <a:cubicBezTo>
                  <a:pt x="6020889" y="70451"/>
                  <a:pt x="6017584" y="71072"/>
                  <a:pt x="6014009" y="72437"/>
                </a:cubicBezTo>
                <a:lnTo>
                  <a:pt x="6004216" y="74910"/>
                </a:lnTo>
                <a:lnTo>
                  <a:pt x="6001136" y="70296"/>
                </a:lnTo>
                <a:cubicBezTo>
                  <a:pt x="5999720" y="66231"/>
                  <a:pt x="5997359" y="64896"/>
                  <a:pt x="5994459" y="64896"/>
                </a:cubicBezTo>
                <a:cubicBezTo>
                  <a:pt x="5991288" y="64896"/>
                  <a:pt x="5987510" y="66480"/>
                  <a:pt x="5983532" y="67875"/>
                </a:cubicBezTo>
                <a:cubicBezTo>
                  <a:pt x="5982182" y="68341"/>
                  <a:pt x="5980833" y="68590"/>
                  <a:pt x="5979551" y="68590"/>
                </a:cubicBezTo>
                <a:cubicBezTo>
                  <a:pt x="5976920" y="68590"/>
                  <a:pt x="5974829" y="67596"/>
                  <a:pt x="5974222" y="65548"/>
                </a:cubicBezTo>
                <a:cubicBezTo>
                  <a:pt x="5972199" y="58410"/>
                  <a:pt x="5964037" y="55864"/>
                  <a:pt x="5951222" y="55864"/>
                </a:cubicBezTo>
                <a:cubicBezTo>
                  <a:pt x="5951086" y="55864"/>
                  <a:pt x="5950884" y="55864"/>
                  <a:pt x="5950749" y="55864"/>
                </a:cubicBezTo>
                <a:cubicBezTo>
                  <a:pt x="5947579" y="55864"/>
                  <a:pt x="5944475" y="55864"/>
                  <a:pt x="5941372" y="55864"/>
                </a:cubicBezTo>
                <a:cubicBezTo>
                  <a:pt x="5937258" y="55864"/>
                  <a:pt x="5933211" y="55864"/>
                  <a:pt x="5929096" y="55864"/>
                </a:cubicBezTo>
                <a:cubicBezTo>
                  <a:pt x="5924846" y="55864"/>
                  <a:pt x="5920598" y="55864"/>
                  <a:pt x="5916348" y="55864"/>
                </a:cubicBezTo>
                <a:cubicBezTo>
                  <a:pt x="5909534" y="55864"/>
                  <a:pt x="5902655" y="55896"/>
                  <a:pt x="5895774" y="55989"/>
                </a:cubicBezTo>
                <a:cubicBezTo>
                  <a:pt x="5892604" y="56020"/>
                  <a:pt x="5889501" y="56082"/>
                  <a:pt x="5886465" y="56082"/>
                </a:cubicBezTo>
                <a:cubicBezTo>
                  <a:pt x="5876011" y="56082"/>
                  <a:pt x="5866028" y="55368"/>
                  <a:pt x="5857394" y="51023"/>
                </a:cubicBezTo>
                <a:lnTo>
                  <a:pt x="5845051" y="49875"/>
                </a:lnTo>
                <a:cubicBezTo>
                  <a:pt x="5838710" y="53878"/>
                  <a:pt x="5831964" y="55119"/>
                  <a:pt x="5825151" y="55119"/>
                </a:cubicBezTo>
                <a:cubicBezTo>
                  <a:pt x="5815843" y="55119"/>
                  <a:pt x="5806332" y="52792"/>
                  <a:pt x="5796955" y="51860"/>
                </a:cubicBezTo>
                <a:cubicBezTo>
                  <a:pt x="5786906" y="55306"/>
                  <a:pt x="5777058" y="56920"/>
                  <a:pt x="5767209" y="56920"/>
                </a:cubicBezTo>
                <a:cubicBezTo>
                  <a:pt x="5756079" y="56920"/>
                  <a:pt x="5744948" y="54840"/>
                  <a:pt x="5733617" y="51054"/>
                </a:cubicBezTo>
                <a:cubicBezTo>
                  <a:pt x="5729098" y="49533"/>
                  <a:pt x="5724713" y="48944"/>
                  <a:pt x="5720328" y="48944"/>
                </a:cubicBezTo>
                <a:cubicBezTo>
                  <a:pt x="5712302" y="48944"/>
                  <a:pt x="5704276" y="50962"/>
                  <a:pt x="5695709" y="53009"/>
                </a:cubicBezTo>
                <a:cubicBezTo>
                  <a:pt x="5672302" y="58627"/>
                  <a:pt x="5671426" y="57758"/>
                  <a:pt x="5670413" y="65206"/>
                </a:cubicBezTo>
                <a:cubicBezTo>
                  <a:pt x="5670077" y="67564"/>
                  <a:pt x="5671224" y="70172"/>
                  <a:pt x="5669537" y="72189"/>
                </a:cubicBezTo>
                <a:cubicBezTo>
                  <a:pt x="5668053" y="73990"/>
                  <a:pt x="5664073" y="75975"/>
                  <a:pt x="5660498" y="76441"/>
                </a:cubicBezTo>
                <a:cubicBezTo>
                  <a:pt x="5659217" y="76596"/>
                  <a:pt x="5657867" y="76689"/>
                  <a:pt x="5656518" y="76689"/>
                </a:cubicBezTo>
                <a:cubicBezTo>
                  <a:pt x="5650853" y="76689"/>
                  <a:pt x="5645590" y="75168"/>
                  <a:pt x="5644444" y="72252"/>
                </a:cubicBezTo>
                <a:cubicBezTo>
                  <a:pt x="5642219" y="66634"/>
                  <a:pt x="5644241" y="60551"/>
                  <a:pt x="5634732" y="56020"/>
                </a:cubicBezTo>
                <a:cubicBezTo>
                  <a:pt x="5630414" y="53972"/>
                  <a:pt x="5626502" y="51488"/>
                  <a:pt x="5621510" y="51488"/>
                </a:cubicBezTo>
                <a:cubicBezTo>
                  <a:pt x="5619082" y="51488"/>
                  <a:pt x="5616317" y="52109"/>
                  <a:pt x="5613146" y="53692"/>
                </a:cubicBezTo>
                <a:cubicBezTo>
                  <a:pt x="5611528" y="54468"/>
                  <a:pt x="5610044" y="54778"/>
                  <a:pt x="5608559" y="54778"/>
                </a:cubicBezTo>
                <a:cubicBezTo>
                  <a:pt x="5605929" y="54778"/>
                  <a:pt x="5603433" y="53847"/>
                  <a:pt x="5600869" y="52916"/>
                </a:cubicBezTo>
                <a:cubicBezTo>
                  <a:pt x="5598307" y="51985"/>
                  <a:pt x="5595675" y="51054"/>
                  <a:pt x="5592776" y="51054"/>
                </a:cubicBezTo>
                <a:cubicBezTo>
                  <a:pt x="5590548" y="51054"/>
                  <a:pt x="5588188" y="51612"/>
                  <a:pt x="5585558" y="53164"/>
                </a:cubicBezTo>
                <a:cubicBezTo>
                  <a:pt x="5582252" y="55150"/>
                  <a:pt x="5578678" y="55896"/>
                  <a:pt x="5575036" y="55896"/>
                </a:cubicBezTo>
                <a:cubicBezTo>
                  <a:pt x="5568425" y="55896"/>
                  <a:pt x="5561613" y="53444"/>
                  <a:pt x="5555272" y="51426"/>
                </a:cubicBezTo>
                <a:cubicBezTo>
                  <a:pt x="5555272" y="51426"/>
                  <a:pt x="5546840" y="54405"/>
                  <a:pt x="5546840" y="54405"/>
                </a:cubicBezTo>
                <a:lnTo>
                  <a:pt x="5546840" y="57820"/>
                </a:lnTo>
                <a:cubicBezTo>
                  <a:pt x="5545626" y="61141"/>
                  <a:pt x="5545963" y="66448"/>
                  <a:pt x="5542320" y="67347"/>
                </a:cubicBezTo>
                <a:cubicBezTo>
                  <a:pt x="5540634" y="67750"/>
                  <a:pt x="5539150" y="67937"/>
                  <a:pt x="5537734" y="67937"/>
                </a:cubicBezTo>
                <a:cubicBezTo>
                  <a:pt x="5530854" y="67937"/>
                  <a:pt x="5527077" y="63468"/>
                  <a:pt x="5522692" y="61079"/>
                </a:cubicBezTo>
                <a:cubicBezTo>
                  <a:pt x="5518779" y="58968"/>
                  <a:pt x="5515677" y="58130"/>
                  <a:pt x="5512373" y="58130"/>
                </a:cubicBezTo>
                <a:cubicBezTo>
                  <a:pt x="5508932" y="58130"/>
                  <a:pt x="5505222" y="59062"/>
                  <a:pt x="5500365" y="60365"/>
                </a:cubicBezTo>
                <a:cubicBezTo>
                  <a:pt x="5499016" y="60737"/>
                  <a:pt x="5497667" y="60892"/>
                  <a:pt x="5496318" y="60892"/>
                </a:cubicBezTo>
                <a:cubicBezTo>
                  <a:pt x="5489370" y="60892"/>
                  <a:pt x="5483637" y="56205"/>
                  <a:pt x="5482153" y="53103"/>
                </a:cubicBezTo>
                <a:cubicBezTo>
                  <a:pt x="5480399" y="49470"/>
                  <a:pt x="5490382" y="49596"/>
                  <a:pt x="5496116" y="48757"/>
                </a:cubicBezTo>
                <a:lnTo>
                  <a:pt x="5500971" y="46399"/>
                </a:lnTo>
                <a:lnTo>
                  <a:pt x="5499016" y="44258"/>
                </a:lnTo>
                <a:lnTo>
                  <a:pt x="5493349" y="42612"/>
                </a:lnTo>
                <a:cubicBezTo>
                  <a:pt x="5489842" y="42860"/>
                  <a:pt x="5486402" y="42985"/>
                  <a:pt x="5482962" y="42985"/>
                </a:cubicBezTo>
                <a:cubicBezTo>
                  <a:pt x="5468999" y="42985"/>
                  <a:pt x="5455644" y="40967"/>
                  <a:pt x="5442289" y="38981"/>
                </a:cubicBezTo>
                <a:cubicBezTo>
                  <a:pt x="5428865" y="36963"/>
                  <a:pt x="5415509" y="34978"/>
                  <a:pt x="5401546" y="34978"/>
                </a:cubicBezTo>
                <a:cubicBezTo>
                  <a:pt x="5401141" y="34978"/>
                  <a:pt x="5400737" y="34978"/>
                  <a:pt x="5400332" y="34978"/>
                </a:cubicBezTo>
                <a:cubicBezTo>
                  <a:pt x="5396689" y="35009"/>
                  <a:pt x="5392980" y="35009"/>
                  <a:pt x="5389338" y="35009"/>
                </a:cubicBezTo>
                <a:cubicBezTo>
                  <a:pt x="5384481" y="35009"/>
                  <a:pt x="5379692" y="34978"/>
                  <a:pt x="5374903" y="34978"/>
                </a:cubicBezTo>
                <a:cubicBezTo>
                  <a:pt x="5370113" y="34946"/>
                  <a:pt x="5365256" y="34946"/>
                  <a:pt x="5360466" y="34946"/>
                </a:cubicBezTo>
                <a:cubicBezTo>
                  <a:pt x="5353114" y="34946"/>
                  <a:pt x="5345830" y="34978"/>
                  <a:pt x="5338545" y="35133"/>
                </a:cubicBezTo>
                <a:cubicBezTo>
                  <a:pt x="5329843" y="35319"/>
                  <a:pt x="5319861" y="35908"/>
                  <a:pt x="5312981" y="38298"/>
                </a:cubicBezTo>
                <a:cubicBezTo>
                  <a:pt x="5304279" y="41277"/>
                  <a:pt x="5295443" y="42054"/>
                  <a:pt x="5286471" y="42054"/>
                </a:cubicBezTo>
                <a:cubicBezTo>
                  <a:pt x="5281817" y="42054"/>
                  <a:pt x="5277095" y="41837"/>
                  <a:pt x="5272374" y="41619"/>
                </a:cubicBezTo>
                <a:cubicBezTo>
                  <a:pt x="5267585" y="41402"/>
                  <a:pt x="5262931" y="41185"/>
                  <a:pt x="5258209" y="41185"/>
                </a:cubicBezTo>
                <a:cubicBezTo>
                  <a:pt x="5256455" y="41185"/>
                  <a:pt x="5254769" y="41216"/>
                  <a:pt x="5253082" y="41277"/>
                </a:cubicBezTo>
                <a:cubicBezTo>
                  <a:pt x="5236827" y="32309"/>
                  <a:pt x="5214365" y="36033"/>
                  <a:pt x="5194870" y="33767"/>
                </a:cubicBezTo>
                <a:cubicBezTo>
                  <a:pt x="5190621" y="33271"/>
                  <a:pt x="5185900" y="30012"/>
                  <a:pt x="5181717" y="30012"/>
                </a:cubicBezTo>
                <a:cubicBezTo>
                  <a:pt x="5179490" y="30012"/>
                  <a:pt x="5177400" y="30975"/>
                  <a:pt x="5175579" y="33798"/>
                </a:cubicBezTo>
                <a:cubicBezTo>
                  <a:pt x="5174027" y="36219"/>
                  <a:pt x="5178615" y="40284"/>
                  <a:pt x="5182392" y="42799"/>
                </a:cubicBezTo>
                <a:cubicBezTo>
                  <a:pt x="5186574" y="45530"/>
                  <a:pt x="5187383" y="47547"/>
                  <a:pt x="5180975" y="47826"/>
                </a:cubicBezTo>
                <a:cubicBezTo>
                  <a:pt x="5170520" y="48292"/>
                  <a:pt x="5159727" y="49192"/>
                  <a:pt x="5149273" y="49192"/>
                </a:cubicBezTo>
                <a:cubicBezTo>
                  <a:pt x="5144012" y="49192"/>
                  <a:pt x="5138818" y="48975"/>
                  <a:pt x="5133825" y="48323"/>
                </a:cubicBezTo>
                <a:cubicBezTo>
                  <a:pt x="5125394" y="47237"/>
                  <a:pt x="5117839" y="46243"/>
                  <a:pt x="5110082" y="46243"/>
                </a:cubicBezTo>
                <a:cubicBezTo>
                  <a:pt x="5104213" y="46243"/>
                  <a:pt x="5098278" y="46834"/>
                  <a:pt x="5091802" y="48384"/>
                </a:cubicBezTo>
                <a:cubicBezTo>
                  <a:pt x="5090723" y="48633"/>
                  <a:pt x="5089711" y="48757"/>
                  <a:pt x="5088631" y="48757"/>
                </a:cubicBezTo>
                <a:cubicBezTo>
                  <a:pt x="5085394" y="48757"/>
                  <a:pt x="5082224" y="47734"/>
                  <a:pt x="5078783" y="46740"/>
                </a:cubicBezTo>
                <a:cubicBezTo>
                  <a:pt x="5075343" y="45716"/>
                  <a:pt x="5071702" y="44722"/>
                  <a:pt x="5067587" y="44722"/>
                </a:cubicBezTo>
                <a:cubicBezTo>
                  <a:pt x="5064350" y="44722"/>
                  <a:pt x="5060774" y="45342"/>
                  <a:pt x="5056861" y="47112"/>
                </a:cubicBezTo>
                <a:cubicBezTo>
                  <a:pt x="5053488" y="48602"/>
                  <a:pt x="5049508" y="49224"/>
                  <a:pt x="5045193" y="49224"/>
                </a:cubicBezTo>
                <a:cubicBezTo>
                  <a:pt x="5036693" y="49224"/>
                  <a:pt x="5027115" y="46865"/>
                  <a:pt x="5018886" y="44164"/>
                </a:cubicBezTo>
                <a:cubicBezTo>
                  <a:pt x="5016660" y="43450"/>
                  <a:pt x="5013220" y="43078"/>
                  <a:pt x="5009645" y="43078"/>
                </a:cubicBezTo>
                <a:cubicBezTo>
                  <a:pt x="5006069" y="43078"/>
                  <a:pt x="5002495" y="43450"/>
                  <a:pt x="5000404" y="44258"/>
                </a:cubicBezTo>
                <a:cubicBezTo>
                  <a:pt x="4988127" y="48944"/>
                  <a:pt x="4974636" y="48074"/>
                  <a:pt x="4961145" y="48695"/>
                </a:cubicBezTo>
                <a:cubicBezTo>
                  <a:pt x="4958111" y="48850"/>
                  <a:pt x="4955209" y="48913"/>
                  <a:pt x="4952444" y="48913"/>
                </a:cubicBezTo>
                <a:cubicBezTo>
                  <a:pt x="4931062" y="48913"/>
                  <a:pt x="4915683" y="44536"/>
                  <a:pt x="4910219" y="31874"/>
                </a:cubicBezTo>
                <a:lnTo>
                  <a:pt x="4906104" y="29080"/>
                </a:lnTo>
                <a:cubicBezTo>
                  <a:pt x="4903878" y="30850"/>
                  <a:pt x="4899696" y="32712"/>
                  <a:pt x="4899898" y="34420"/>
                </a:cubicBezTo>
                <a:cubicBezTo>
                  <a:pt x="4900438" y="38919"/>
                  <a:pt x="4902597" y="43357"/>
                  <a:pt x="4904688" y="47764"/>
                </a:cubicBezTo>
                <a:cubicBezTo>
                  <a:pt x="4905632" y="49750"/>
                  <a:pt x="4910489" y="52543"/>
                  <a:pt x="4909342" y="53289"/>
                </a:cubicBezTo>
                <a:cubicBezTo>
                  <a:pt x="4906914" y="54871"/>
                  <a:pt x="4904149" y="55430"/>
                  <a:pt x="4900911" y="55430"/>
                </a:cubicBezTo>
                <a:cubicBezTo>
                  <a:pt x="4897673" y="55430"/>
                  <a:pt x="4894165" y="54840"/>
                  <a:pt x="4890859" y="54157"/>
                </a:cubicBezTo>
                <a:cubicBezTo>
                  <a:pt x="4882631" y="52512"/>
                  <a:pt x="4874604" y="49719"/>
                  <a:pt x="4866173" y="49347"/>
                </a:cubicBezTo>
                <a:cubicBezTo>
                  <a:pt x="4839596" y="48168"/>
                  <a:pt x="4812817" y="50341"/>
                  <a:pt x="4787319" y="42612"/>
                </a:cubicBezTo>
                <a:cubicBezTo>
                  <a:pt x="4783677" y="41496"/>
                  <a:pt x="4779090" y="41154"/>
                  <a:pt x="4774098" y="41154"/>
                </a:cubicBezTo>
                <a:cubicBezTo>
                  <a:pt x="4765870" y="41154"/>
                  <a:pt x="4756427" y="42148"/>
                  <a:pt x="4747994" y="42271"/>
                </a:cubicBezTo>
                <a:cubicBezTo>
                  <a:pt x="4747117" y="45871"/>
                  <a:pt x="4742868" y="48541"/>
                  <a:pt x="4736257" y="48726"/>
                </a:cubicBezTo>
                <a:cubicBezTo>
                  <a:pt x="4728973" y="48944"/>
                  <a:pt x="4721688" y="48975"/>
                  <a:pt x="4714335" y="48975"/>
                </a:cubicBezTo>
                <a:cubicBezTo>
                  <a:pt x="4711908" y="48975"/>
                  <a:pt x="4709411" y="48975"/>
                  <a:pt x="4706915" y="48975"/>
                </a:cubicBezTo>
                <a:cubicBezTo>
                  <a:pt x="4704352" y="48975"/>
                  <a:pt x="4701856" y="48975"/>
                  <a:pt x="4699293" y="48975"/>
                </a:cubicBezTo>
                <a:cubicBezTo>
                  <a:pt x="4693291" y="48975"/>
                  <a:pt x="4687355" y="49006"/>
                  <a:pt x="4681351" y="49129"/>
                </a:cubicBezTo>
                <a:lnTo>
                  <a:pt x="4654777" y="51152"/>
                </a:lnTo>
                <a:lnTo>
                  <a:pt x="4654033" y="51023"/>
                </a:lnTo>
                <a:lnTo>
                  <a:pt x="4641690" y="49875"/>
                </a:lnTo>
                <a:lnTo>
                  <a:pt x="4629556" y="53073"/>
                </a:lnTo>
                <a:lnTo>
                  <a:pt x="4615315" y="54157"/>
                </a:lnTo>
                <a:lnTo>
                  <a:pt x="4614340" y="54258"/>
                </a:lnTo>
                <a:lnTo>
                  <a:pt x="4593595" y="51860"/>
                </a:lnTo>
                <a:lnTo>
                  <a:pt x="4576295" y="54803"/>
                </a:lnTo>
                <a:lnTo>
                  <a:pt x="4544219" y="49316"/>
                </a:lnTo>
                <a:cubicBezTo>
                  <a:pt x="4538149" y="47082"/>
                  <a:pt x="4529783" y="43885"/>
                  <a:pt x="4520745" y="43885"/>
                </a:cubicBezTo>
                <a:cubicBezTo>
                  <a:pt x="4515080" y="43885"/>
                  <a:pt x="4509077" y="45158"/>
                  <a:pt x="4503140" y="48726"/>
                </a:cubicBezTo>
                <a:cubicBezTo>
                  <a:pt x="4501926" y="49439"/>
                  <a:pt x="4498958" y="49781"/>
                  <a:pt x="4495383" y="49781"/>
                </a:cubicBezTo>
                <a:cubicBezTo>
                  <a:pt x="4489177" y="49781"/>
                  <a:pt x="4481285" y="48819"/>
                  <a:pt x="4477845" y="47237"/>
                </a:cubicBezTo>
                <a:cubicBezTo>
                  <a:pt x="4470696" y="43978"/>
                  <a:pt x="4464693" y="42705"/>
                  <a:pt x="4459228" y="42705"/>
                </a:cubicBezTo>
                <a:cubicBezTo>
                  <a:pt x="4449178" y="42705"/>
                  <a:pt x="4441218" y="47112"/>
                  <a:pt x="4432450" y="51612"/>
                </a:cubicBezTo>
                <a:lnTo>
                  <a:pt x="4425055" y="53855"/>
                </a:lnTo>
                <a:lnTo>
                  <a:pt x="4422043" y="52823"/>
                </a:lnTo>
                <a:lnTo>
                  <a:pt x="4416261" y="47981"/>
                </a:lnTo>
                <a:cubicBezTo>
                  <a:pt x="4415722" y="46119"/>
                  <a:pt x="4411135" y="42985"/>
                  <a:pt x="4408841" y="42985"/>
                </a:cubicBezTo>
                <a:cubicBezTo>
                  <a:pt x="4408773" y="42985"/>
                  <a:pt x="4408706" y="42985"/>
                  <a:pt x="4408706" y="42985"/>
                </a:cubicBezTo>
                <a:cubicBezTo>
                  <a:pt x="4406750" y="43109"/>
                  <a:pt x="4404861" y="43172"/>
                  <a:pt x="4403041" y="43172"/>
                </a:cubicBezTo>
                <a:cubicBezTo>
                  <a:pt x="4385098" y="43172"/>
                  <a:pt x="4376396" y="37026"/>
                  <a:pt x="4368032" y="29018"/>
                </a:cubicBezTo>
                <a:cubicBezTo>
                  <a:pt x="4364591" y="25760"/>
                  <a:pt x="4352585" y="24767"/>
                  <a:pt x="4344289" y="22967"/>
                </a:cubicBezTo>
                <a:cubicBezTo>
                  <a:pt x="4337678" y="21508"/>
                  <a:pt x="4331539" y="20639"/>
                  <a:pt x="4325536" y="20639"/>
                </a:cubicBezTo>
                <a:cubicBezTo>
                  <a:pt x="4317307" y="20639"/>
                  <a:pt x="4309416" y="22285"/>
                  <a:pt x="4301388" y="26505"/>
                </a:cubicBezTo>
                <a:cubicBezTo>
                  <a:pt x="4294103" y="30322"/>
                  <a:pt x="4289787" y="32277"/>
                  <a:pt x="4285672" y="32277"/>
                </a:cubicBezTo>
                <a:cubicBezTo>
                  <a:pt x="4280680" y="32277"/>
                  <a:pt x="4275958" y="29484"/>
                  <a:pt x="4266582" y="23742"/>
                </a:cubicBezTo>
                <a:lnTo>
                  <a:pt x="4264964" y="20795"/>
                </a:lnTo>
                <a:cubicBezTo>
                  <a:pt x="4253428" y="17970"/>
                  <a:pt x="4241761" y="15238"/>
                  <a:pt x="4230293" y="12290"/>
                </a:cubicBezTo>
                <a:cubicBezTo>
                  <a:pt x="4218556" y="9249"/>
                  <a:pt x="4211204" y="7449"/>
                  <a:pt x="4206482" y="7449"/>
                </a:cubicBezTo>
                <a:cubicBezTo>
                  <a:pt x="4199197" y="7449"/>
                  <a:pt x="4198050" y="11764"/>
                  <a:pt x="4196498" y="22376"/>
                </a:cubicBezTo>
                <a:cubicBezTo>
                  <a:pt x="4196161" y="24704"/>
                  <a:pt x="4196498" y="27094"/>
                  <a:pt x="4195825" y="29392"/>
                </a:cubicBezTo>
                <a:lnTo>
                  <a:pt x="4192249" y="32153"/>
                </a:lnTo>
                <a:cubicBezTo>
                  <a:pt x="4188606" y="31843"/>
                  <a:pt x="4184425" y="31347"/>
                  <a:pt x="4181726" y="30136"/>
                </a:cubicBezTo>
                <a:cubicBezTo>
                  <a:pt x="4174713" y="27064"/>
                  <a:pt x="4170597" y="23215"/>
                  <a:pt x="4168910" y="18249"/>
                </a:cubicBezTo>
                <a:cubicBezTo>
                  <a:pt x="4167023" y="12725"/>
                  <a:pt x="4174442" y="5246"/>
                  <a:pt x="4162502" y="2110"/>
                </a:cubicBezTo>
                <a:cubicBezTo>
                  <a:pt x="4155959" y="403"/>
                  <a:pt x="4147797" y="0"/>
                  <a:pt x="4139637" y="0"/>
                </a:cubicBezTo>
                <a:close/>
              </a:path>
            </a:pathLst>
          </a:custGeom>
          <a:solidFill>
            <a:schemeClr val="accent2"/>
          </a:solidFill>
          <a:ln w="9525" cap="flat">
            <a:noFill/>
            <a:prstDash val="solid"/>
            <a:miter/>
          </a:ln>
        </p:spPr>
        <p:txBody>
          <a:bodyPr wrap="square" rtlCol="0" anchor="ctr">
            <a:noAutofit/>
          </a:bodyPr>
          <a:lstStyle/>
          <a:p>
            <a:endParaRPr lang="en-IN" dirty="0"/>
          </a:p>
        </p:txBody>
      </p:sp>
      <p:sp>
        <p:nvSpPr>
          <p:cNvPr id="17" name="TextBox 16">
            <a:extLst>
              <a:ext uri="{FF2B5EF4-FFF2-40B4-BE49-F238E27FC236}">
                <a16:creationId xmlns:a16="http://schemas.microsoft.com/office/drawing/2014/main" id="{5B18BE5A-D67A-B66E-FF3D-FD1229FC8C1F}"/>
              </a:ext>
            </a:extLst>
          </p:cNvPr>
          <p:cNvSpPr txBox="1"/>
          <p:nvPr/>
        </p:nvSpPr>
        <p:spPr>
          <a:xfrm>
            <a:off x="390072" y="2017258"/>
            <a:ext cx="4501242" cy="3277820"/>
          </a:xfrm>
          <a:prstGeom prst="rect">
            <a:avLst/>
          </a:prstGeom>
          <a:noFill/>
        </p:spPr>
        <p:txBody>
          <a:bodyPr wrap="square" lIns="0" tIns="0" rIns="0" bIns="0" rtlCol="0" anchor="t">
            <a:spAutoFit/>
          </a:bodyPr>
          <a:lstStyle/>
          <a:p>
            <a:pPr>
              <a:spcAft>
                <a:spcPts val="600"/>
              </a:spcAft>
            </a:pPr>
            <a:r>
              <a:rPr lang="en-US" sz="1600" b="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a:t>
            </a:r>
          </a:p>
          <a:p>
            <a:pPr>
              <a:spcAft>
                <a:spcPts val="600"/>
              </a:spcAft>
            </a:pPr>
            <a:r>
              <a:rPr lang="en-US" sz="1600" b="0" i="0" dirty="0">
                <a:solidFill>
                  <a:schemeClr val="tx2"/>
                </a:solidFill>
                <a:effectLst/>
                <a:latin typeface="+mn-lt"/>
              </a:rPr>
              <a:t>Lorem Ipsum is simply dummy text of the printing and typesetting industry. Lorem Ipsum has been the industry's standard dummy text ever since the 1500s.</a:t>
            </a:r>
          </a:p>
        </p:txBody>
      </p:sp>
      <p:pic>
        <p:nvPicPr>
          <p:cNvPr id="12" name="Graphic 11">
            <a:extLst>
              <a:ext uri="{FF2B5EF4-FFF2-40B4-BE49-F238E27FC236}">
                <a16:creationId xmlns:a16="http://schemas.microsoft.com/office/drawing/2014/main" id="{FBDC232A-220A-6982-30BA-3F9588CF2ADE}"/>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rot="21312549">
            <a:off x="5039099" y="1215110"/>
            <a:ext cx="812789" cy="1405161"/>
          </a:xfrm>
          <a:prstGeom prst="rect">
            <a:avLst/>
          </a:prstGeom>
        </p:spPr>
      </p:pic>
      <p:sp>
        <p:nvSpPr>
          <p:cNvPr id="3" name="Slide Number Placeholder 2">
            <a:extLst>
              <a:ext uri="{FF2B5EF4-FFF2-40B4-BE49-F238E27FC236}">
                <a16:creationId xmlns:a16="http://schemas.microsoft.com/office/drawing/2014/main" id="{A3D98F61-32C7-C7CC-5A49-0655656ECA8E}"/>
              </a:ext>
            </a:extLst>
          </p:cNvPr>
          <p:cNvSpPr>
            <a:spLocks noGrp="1"/>
          </p:cNvSpPr>
          <p:nvPr>
            <p:ph type="sldNum" sz="quarter" idx="4"/>
          </p:nvPr>
        </p:nvSpPr>
        <p:spPr/>
        <p:txBody>
          <a:bodyPr/>
          <a:lstStyle/>
          <a:p>
            <a:fld id="{9A131BC9-40DA-43B6-B58E-D925B527BF77}" type="slidenum">
              <a:rPr lang="en-IN" smtClean="0"/>
              <a:pPr/>
              <a:t>7</a:t>
            </a:fld>
            <a:endParaRPr lang="en-IN"/>
          </a:p>
        </p:txBody>
      </p:sp>
    </p:spTree>
    <p:extLst>
      <p:ext uri="{BB962C8B-B14F-4D97-AF65-F5344CB8AC3E}">
        <p14:creationId xmlns:p14="http://schemas.microsoft.com/office/powerpoint/2010/main" val="244928859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Sp="0">
  <p:cSld>
    <p:bg>
      <p:bgPr>
        <a:solidFill>
          <a:schemeClr val="tx2"/>
        </a:solidFill>
        <a:effectLst/>
      </p:bgPr>
    </p:bg>
    <p:spTree>
      <p:nvGrpSpPr>
        <p:cNvPr id="1" name="">
          <a:extLst>
            <a:ext uri="{FF2B5EF4-FFF2-40B4-BE49-F238E27FC236}">
              <a16:creationId xmlns:a16="http://schemas.microsoft.com/office/drawing/2014/main" id="{D5D39A9E-3AC6-B643-F0F5-9C47B1D1A249}"/>
            </a:ext>
          </a:extLst>
        </p:cNvPr>
        <p:cNvGrpSpPr/>
        <p:nvPr/>
      </p:nvGrpSpPr>
      <p:grpSpPr>
        <a:xfrm>
          <a:off x="0" y="0"/>
          <a:ext cx="0" cy="0"/>
          <a:chOff x="0" y="0"/>
          <a:chExt cx="0" cy="0"/>
        </a:xfrm>
      </p:grpSpPr>
      <p:grpSp>
        <p:nvGrpSpPr>
          <p:cNvPr id="432" name="Group 431">
            <a:extLst>
              <a:ext uri="{FF2B5EF4-FFF2-40B4-BE49-F238E27FC236}">
                <a16:creationId xmlns:a16="http://schemas.microsoft.com/office/drawing/2014/main" id="{D9A09122-5A9B-59EF-52F6-6B4E2A7A3480}"/>
              </a:ext>
            </a:extLst>
          </p:cNvPr>
          <p:cNvGrpSpPr/>
          <p:nvPr/>
        </p:nvGrpSpPr>
        <p:grpSpPr>
          <a:xfrm>
            <a:off x="6336714" y="-581931"/>
            <a:ext cx="4680000" cy="4680000"/>
            <a:chOff x="7150099" y="1006450"/>
            <a:chExt cx="4680000" cy="4680000"/>
          </a:xfrm>
        </p:grpSpPr>
        <p:cxnSp>
          <p:nvCxnSpPr>
            <p:cNvPr id="433" name="Straight Connector 432">
              <a:extLst>
                <a:ext uri="{FF2B5EF4-FFF2-40B4-BE49-F238E27FC236}">
                  <a16:creationId xmlns:a16="http://schemas.microsoft.com/office/drawing/2014/main" id="{2660938A-5953-E564-FEEF-7DB82FF4CE76}"/>
                </a:ext>
              </a:extLst>
            </p:cNvPr>
            <p:cNvCxnSpPr/>
            <p:nvPr/>
          </p:nvCxnSpPr>
          <p:spPr>
            <a:xfrm>
              <a:off x="7150099" y="138430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34" name="Straight Connector 433">
              <a:extLst>
                <a:ext uri="{FF2B5EF4-FFF2-40B4-BE49-F238E27FC236}">
                  <a16:creationId xmlns:a16="http://schemas.microsoft.com/office/drawing/2014/main" id="{BA93B903-ED29-E485-E09F-B4DB01DCD401}"/>
                </a:ext>
              </a:extLst>
            </p:cNvPr>
            <p:cNvCxnSpPr/>
            <p:nvPr/>
          </p:nvCxnSpPr>
          <p:spPr>
            <a:xfrm>
              <a:off x="7150099" y="177673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35" name="Straight Connector 434">
              <a:extLst>
                <a:ext uri="{FF2B5EF4-FFF2-40B4-BE49-F238E27FC236}">
                  <a16:creationId xmlns:a16="http://schemas.microsoft.com/office/drawing/2014/main" id="{4206B577-A08D-8AF4-E873-A9ABEBA1B226}"/>
                </a:ext>
              </a:extLst>
            </p:cNvPr>
            <p:cNvCxnSpPr/>
            <p:nvPr/>
          </p:nvCxnSpPr>
          <p:spPr>
            <a:xfrm>
              <a:off x="7150099" y="216916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FA011DB2-C8D2-F6EB-73B3-1666B6537E1F}"/>
                </a:ext>
              </a:extLst>
            </p:cNvPr>
            <p:cNvCxnSpPr/>
            <p:nvPr/>
          </p:nvCxnSpPr>
          <p:spPr>
            <a:xfrm>
              <a:off x="7150099" y="256159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7972EE-6212-4080-4DBB-3649EB03956E}"/>
                </a:ext>
              </a:extLst>
            </p:cNvPr>
            <p:cNvCxnSpPr/>
            <p:nvPr/>
          </p:nvCxnSpPr>
          <p:spPr>
            <a:xfrm>
              <a:off x="7150099" y="295402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926E751B-96C3-0CD2-6E42-89858BF15148}"/>
                </a:ext>
              </a:extLst>
            </p:cNvPr>
            <p:cNvCxnSpPr/>
            <p:nvPr/>
          </p:nvCxnSpPr>
          <p:spPr>
            <a:xfrm>
              <a:off x="7150099" y="334645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EE5E93CF-0C16-F991-7769-18D5B6496B2F}"/>
                </a:ext>
              </a:extLst>
            </p:cNvPr>
            <p:cNvCxnSpPr/>
            <p:nvPr/>
          </p:nvCxnSpPr>
          <p:spPr>
            <a:xfrm>
              <a:off x="7150099" y="373888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699C007B-3EBE-F52C-5477-D2807C3A4421}"/>
                </a:ext>
              </a:extLst>
            </p:cNvPr>
            <p:cNvCxnSpPr/>
            <p:nvPr/>
          </p:nvCxnSpPr>
          <p:spPr>
            <a:xfrm>
              <a:off x="7150099" y="413131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8638A53-907A-8B9D-1B99-758A8470E329}"/>
                </a:ext>
              </a:extLst>
            </p:cNvPr>
            <p:cNvCxnSpPr/>
            <p:nvPr/>
          </p:nvCxnSpPr>
          <p:spPr>
            <a:xfrm>
              <a:off x="7150099" y="452374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8340D58F-37B6-07A5-3A41-5FE287D02AF7}"/>
                </a:ext>
              </a:extLst>
            </p:cNvPr>
            <p:cNvCxnSpPr/>
            <p:nvPr/>
          </p:nvCxnSpPr>
          <p:spPr>
            <a:xfrm>
              <a:off x="7150099" y="491617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9FB9EDD-B691-CC5A-DBFC-15E6182DC20D}"/>
                </a:ext>
              </a:extLst>
            </p:cNvPr>
            <p:cNvCxnSpPr/>
            <p:nvPr/>
          </p:nvCxnSpPr>
          <p:spPr>
            <a:xfrm>
              <a:off x="7150099" y="5308600"/>
              <a:ext cx="4680000" cy="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5D424042-7B6A-B4B8-D446-43922A39F147}"/>
                </a:ext>
              </a:extLst>
            </p:cNvPr>
            <p:cNvCxnSpPr/>
            <p:nvPr/>
          </p:nvCxnSpPr>
          <p:spPr>
            <a:xfrm>
              <a:off x="1147129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A47BC42-FFA2-AD51-C90C-20F6C78B4079}"/>
                </a:ext>
              </a:extLst>
            </p:cNvPr>
            <p:cNvCxnSpPr/>
            <p:nvPr/>
          </p:nvCxnSpPr>
          <p:spPr>
            <a:xfrm>
              <a:off x="1107505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92C9BB30-5262-3999-B0EC-53B90B5C3DFB}"/>
                </a:ext>
              </a:extLst>
            </p:cNvPr>
            <p:cNvCxnSpPr/>
            <p:nvPr/>
          </p:nvCxnSpPr>
          <p:spPr>
            <a:xfrm>
              <a:off x="1067881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264DE7EB-0C31-404F-0DBD-0CB510BFABE2}"/>
                </a:ext>
              </a:extLst>
            </p:cNvPr>
            <p:cNvCxnSpPr/>
            <p:nvPr/>
          </p:nvCxnSpPr>
          <p:spPr>
            <a:xfrm>
              <a:off x="1028257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8" name="Straight Connector 447">
              <a:extLst>
                <a:ext uri="{FF2B5EF4-FFF2-40B4-BE49-F238E27FC236}">
                  <a16:creationId xmlns:a16="http://schemas.microsoft.com/office/drawing/2014/main" id="{9CF7A8D5-39E1-2F29-7404-5B24E8E236ED}"/>
                </a:ext>
              </a:extLst>
            </p:cNvPr>
            <p:cNvCxnSpPr/>
            <p:nvPr/>
          </p:nvCxnSpPr>
          <p:spPr>
            <a:xfrm>
              <a:off x="988633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49" name="Straight Connector 448">
              <a:extLst>
                <a:ext uri="{FF2B5EF4-FFF2-40B4-BE49-F238E27FC236}">
                  <a16:creationId xmlns:a16="http://schemas.microsoft.com/office/drawing/2014/main" id="{51702F02-CCBC-D08A-0DA7-65CE7E36AAFB}"/>
                </a:ext>
              </a:extLst>
            </p:cNvPr>
            <p:cNvCxnSpPr/>
            <p:nvPr/>
          </p:nvCxnSpPr>
          <p:spPr>
            <a:xfrm>
              <a:off x="949009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15D20980-31DD-043B-2CD6-6E23F509C4E1}"/>
                </a:ext>
              </a:extLst>
            </p:cNvPr>
            <p:cNvCxnSpPr/>
            <p:nvPr/>
          </p:nvCxnSpPr>
          <p:spPr>
            <a:xfrm>
              <a:off x="909385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D595DF53-2DF6-0968-EDCB-725B9BCCE241}"/>
                </a:ext>
              </a:extLst>
            </p:cNvPr>
            <p:cNvCxnSpPr/>
            <p:nvPr/>
          </p:nvCxnSpPr>
          <p:spPr>
            <a:xfrm>
              <a:off x="869761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23D93DD5-F846-5E04-11A1-69BD6A08E50B}"/>
                </a:ext>
              </a:extLst>
            </p:cNvPr>
            <p:cNvCxnSpPr/>
            <p:nvPr/>
          </p:nvCxnSpPr>
          <p:spPr>
            <a:xfrm>
              <a:off x="830137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2AAEC71E-1DAD-57F2-ADCF-FFA88AAC6790}"/>
                </a:ext>
              </a:extLst>
            </p:cNvPr>
            <p:cNvCxnSpPr/>
            <p:nvPr/>
          </p:nvCxnSpPr>
          <p:spPr>
            <a:xfrm>
              <a:off x="790513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17E8A01E-EE5D-760D-71C7-B5CF6A7B58E3}"/>
                </a:ext>
              </a:extLst>
            </p:cNvPr>
            <p:cNvCxnSpPr/>
            <p:nvPr/>
          </p:nvCxnSpPr>
          <p:spPr>
            <a:xfrm>
              <a:off x="7508899" y="1006450"/>
              <a:ext cx="0" cy="4680000"/>
            </a:xfrm>
            <a:prstGeom prst="line">
              <a:avLst/>
            </a:prstGeom>
            <a:ln w="3175">
              <a:solidFill>
                <a:schemeClr val="bg1">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6A46803C-3AA9-B5BE-8C59-03B7B15F9E0A}"/>
              </a:ext>
            </a:extLst>
          </p:cNvPr>
          <p:cNvGrpSpPr/>
          <p:nvPr/>
        </p:nvGrpSpPr>
        <p:grpSpPr>
          <a:xfrm>
            <a:off x="6336714" y="-2089308"/>
            <a:ext cx="7366526" cy="7366526"/>
            <a:chOff x="1046786" y="1195383"/>
            <a:chExt cx="5737927" cy="5737927"/>
          </a:xfrm>
          <a:solidFill>
            <a:schemeClr val="accent3"/>
          </a:solidFill>
        </p:grpSpPr>
        <p:sp>
          <p:nvSpPr>
            <p:cNvPr id="467" name="Freeform: Shape 466">
              <a:extLst>
                <a:ext uri="{FF2B5EF4-FFF2-40B4-BE49-F238E27FC236}">
                  <a16:creationId xmlns:a16="http://schemas.microsoft.com/office/drawing/2014/main" id="{103DE8C2-FF46-4F61-FCA2-7EEDC94E14F5}"/>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468" name="Freeform: Shape 467">
              <a:extLst>
                <a:ext uri="{FF2B5EF4-FFF2-40B4-BE49-F238E27FC236}">
                  <a16:creationId xmlns:a16="http://schemas.microsoft.com/office/drawing/2014/main" id="{04DC2868-6A31-4755-19FC-DC4A3D7A8A2C}"/>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grpSp>
        <p:nvGrpSpPr>
          <p:cNvPr id="463" name="Group 462">
            <a:extLst>
              <a:ext uri="{FF2B5EF4-FFF2-40B4-BE49-F238E27FC236}">
                <a16:creationId xmlns:a16="http://schemas.microsoft.com/office/drawing/2014/main" id="{3ACAC3AF-7A70-CFCA-EB06-9C88ADFCF61B}"/>
              </a:ext>
            </a:extLst>
          </p:cNvPr>
          <p:cNvGrpSpPr/>
          <p:nvPr/>
        </p:nvGrpSpPr>
        <p:grpSpPr>
          <a:xfrm>
            <a:off x="-11290" y="36985"/>
            <a:ext cx="1043721" cy="1043721"/>
            <a:chOff x="1046786" y="1195383"/>
            <a:chExt cx="5737927" cy="5737927"/>
          </a:xfrm>
          <a:solidFill>
            <a:schemeClr val="accent3"/>
          </a:solidFill>
        </p:grpSpPr>
        <p:sp>
          <p:nvSpPr>
            <p:cNvPr id="464" name="Freeform: Shape 463">
              <a:extLst>
                <a:ext uri="{FF2B5EF4-FFF2-40B4-BE49-F238E27FC236}">
                  <a16:creationId xmlns:a16="http://schemas.microsoft.com/office/drawing/2014/main" id="{79C08282-497D-EC9A-0192-0929CE10F46E}"/>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465" name="Freeform: Shape 464">
              <a:extLst>
                <a:ext uri="{FF2B5EF4-FFF2-40B4-BE49-F238E27FC236}">
                  <a16:creationId xmlns:a16="http://schemas.microsoft.com/office/drawing/2014/main" id="{BC1E0D90-5DB7-7E02-9652-32509B44D3DF}"/>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pic>
        <p:nvPicPr>
          <p:cNvPr id="470" name="Graphic 469">
            <a:extLst>
              <a:ext uri="{FF2B5EF4-FFF2-40B4-BE49-F238E27FC236}">
                <a16:creationId xmlns:a16="http://schemas.microsoft.com/office/drawing/2014/main" id="{28725E04-6DE4-2BCC-D24E-4D7510D4C681}"/>
              </a:ext>
            </a:extLst>
          </p:cNvPr>
          <p:cNvPicPr>
            <a:picLocks noChangeAspect="1"/>
          </p:cNvPicPr>
          <p:nvPr/>
        </p:nvPicPr>
        <p:blipFill>
          <a:blip>
            <a:extLst>
              <a:ext uri="{96DAC541-7B7A-43D3-8B79-37D633B846F1}">
                <asvg:svgBlip xmlns:asvg="http://schemas.microsoft.com/office/drawing/2016/SVG/main" r:embed="rId2"/>
              </a:ext>
            </a:extLst>
          </a:blip>
          <a:srcRect l="83716"/>
          <a:stretch>
            <a:fillRect/>
          </a:stretch>
        </p:blipFill>
        <p:spPr>
          <a:xfrm>
            <a:off x="0" y="1228854"/>
            <a:ext cx="1035197" cy="4952871"/>
          </a:xfrm>
          <a:custGeom>
            <a:avLst/>
            <a:gdLst>
              <a:gd name="connsiteX0" fmla="*/ 0 w 1035197"/>
              <a:gd name="connsiteY0" fmla="*/ 0 h 4952871"/>
              <a:gd name="connsiteX1" fmla="*/ 1035197 w 1035197"/>
              <a:gd name="connsiteY1" fmla="*/ 0 h 4952871"/>
              <a:gd name="connsiteX2" fmla="*/ 1035197 w 1035197"/>
              <a:gd name="connsiteY2" fmla="*/ 4952871 h 4952871"/>
              <a:gd name="connsiteX3" fmla="*/ 0 w 1035197"/>
              <a:gd name="connsiteY3" fmla="*/ 4952871 h 4952871"/>
            </a:gdLst>
            <a:ahLst/>
            <a:cxnLst>
              <a:cxn ang="0">
                <a:pos x="connsiteX0" y="connsiteY0"/>
              </a:cxn>
              <a:cxn ang="0">
                <a:pos x="connsiteX1" y="connsiteY1"/>
              </a:cxn>
              <a:cxn ang="0">
                <a:pos x="connsiteX2" y="connsiteY2"/>
              </a:cxn>
              <a:cxn ang="0">
                <a:pos x="connsiteX3" y="connsiteY3"/>
              </a:cxn>
            </a:cxnLst>
            <a:rect l="l" t="t" r="r" b="b"/>
            <a:pathLst>
              <a:path w="1035197" h="4952871">
                <a:moveTo>
                  <a:pt x="0" y="0"/>
                </a:moveTo>
                <a:lnTo>
                  <a:pt x="1035197" y="0"/>
                </a:lnTo>
                <a:lnTo>
                  <a:pt x="1035197" y="4952871"/>
                </a:lnTo>
                <a:lnTo>
                  <a:pt x="0" y="4952871"/>
                </a:lnTo>
                <a:close/>
              </a:path>
            </a:pathLst>
          </a:custGeom>
        </p:spPr>
      </p:pic>
      <p:pic>
        <p:nvPicPr>
          <p:cNvPr id="3" name="Picture 2" descr="A person and person in black hoodies&#10;&#10;AI-generated content may be incorrect.">
            <a:extLst>
              <a:ext uri="{FF2B5EF4-FFF2-40B4-BE49-F238E27FC236}">
                <a16:creationId xmlns:a16="http://schemas.microsoft.com/office/drawing/2014/main" id="{27FAA410-887C-D3B5-A265-CD461D294E58}"/>
              </a:ext>
            </a:extLst>
          </p:cNvPr>
          <p:cNvPicPr>
            <a:picLocks noChangeAspect="1"/>
          </p:cNvPicPr>
          <p:nvPr/>
        </p:nvPicPr>
        <p:blipFill>
          <a:blip r:embed="rId3">
            <a:extLst>
              <a:ext uri="{28A0092B-C50C-407E-A947-70E740481C1C}">
                <a14:useLocalDpi xmlns:a14="http://schemas.microsoft.com/office/drawing/2010/main" val="0"/>
              </a:ext>
            </a:extLst>
          </a:blip>
          <a:srcRect l="21607" t="1018" r="21596"/>
          <a:stretch>
            <a:fillRect/>
          </a:stretch>
        </p:blipFill>
        <p:spPr>
          <a:xfrm>
            <a:off x="5921186" y="839514"/>
            <a:ext cx="6364179" cy="5668843"/>
          </a:xfrm>
          <a:prstGeom prst="rect">
            <a:avLst/>
          </a:prstGeom>
        </p:spPr>
      </p:pic>
      <p:sp>
        <p:nvSpPr>
          <p:cNvPr id="2" name="Title 1">
            <a:extLst>
              <a:ext uri="{FF2B5EF4-FFF2-40B4-BE49-F238E27FC236}">
                <a16:creationId xmlns:a16="http://schemas.microsoft.com/office/drawing/2014/main" id="{BAE43926-1CAF-236C-F3AC-076B3DD6B84F}"/>
              </a:ext>
            </a:extLst>
          </p:cNvPr>
          <p:cNvSpPr>
            <a:spLocks noGrp="1"/>
          </p:cNvSpPr>
          <p:nvPr>
            <p:ph type="title"/>
          </p:nvPr>
        </p:nvSpPr>
        <p:spPr>
          <a:xfrm>
            <a:off x="381000" y="300000"/>
            <a:ext cx="5800344" cy="502920"/>
          </a:xfrm>
        </p:spPr>
        <p:txBody>
          <a:bodyPr/>
          <a:lstStyle/>
          <a:p>
            <a:r>
              <a:rPr lang="en-IN" dirty="0">
                <a:solidFill>
                  <a:schemeClr val="bg1"/>
                </a:solidFill>
              </a:rPr>
              <a:t>WHAT IS </a:t>
            </a:r>
            <a:r>
              <a:rPr lang="en-IN" dirty="0">
                <a:ln w="12700">
                  <a:solidFill>
                    <a:schemeClr val="accent2"/>
                  </a:solidFill>
                </a:ln>
                <a:noFill/>
              </a:rPr>
              <a:t>LOREM IPSUM</a:t>
            </a:r>
          </a:p>
        </p:txBody>
      </p:sp>
      <p:sp>
        <p:nvSpPr>
          <p:cNvPr id="41" name="TextBox 40">
            <a:extLst>
              <a:ext uri="{FF2B5EF4-FFF2-40B4-BE49-F238E27FC236}">
                <a16:creationId xmlns:a16="http://schemas.microsoft.com/office/drawing/2014/main" id="{DB43DF60-954B-118C-90FC-926AF284F1E9}"/>
              </a:ext>
            </a:extLst>
          </p:cNvPr>
          <p:cNvSpPr txBox="1"/>
          <p:nvPr/>
        </p:nvSpPr>
        <p:spPr>
          <a:xfrm>
            <a:off x="1030515" y="1213170"/>
            <a:ext cx="4949372" cy="4847481"/>
          </a:xfrm>
          <a:prstGeom prst="rect">
            <a:avLst/>
          </a:prstGeom>
          <a:noFill/>
        </p:spPr>
        <p:txBody>
          <a:bodyPr wrap="square" lIns="0" tIns="0" rIns="0" bIns="0" rtlCol="0" anchor="t">
            <a:spAutoFit/>
          </a:bodyPr>
          <a:lstStyle/>
          <a:p>
            <a:pPr>
              <a:spcAft>
                <a:spcPts val="600"/>
              </a:spcAft>
            </a:pPr>
            <a:r>
              <a:rPr lang="en-GB" sz="1000" b="0" i="0" dirty="0">
                <a:solidFill>
                  <a:schemeClr val="bg1"/>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popularised in the 1960s with the release of Letraset sheets containing Lorem Ipsum passages, and more recently with desktop publishing software like Aldus PageMaker including versions of Lorem Ipsum.</a:t>
            </a:r>
          </a:p>
          <a:p>
            <a:pPr>
              <a:spcAft>
                <a:spcPts val="600"/>
              </a:spcAft>
            </a:pPr>
            <a:r>
              <a:rPr lang="en-GB" sz="1000" b="0" i="0" dirty="0">
                <a:solidFill>
                  <a:schemeClr val="bg1"/>
                </a:solidFill>
                <a:effectLst/>
                <a:latin typeface="+mn-lt"/>
              </a:rPr>
              <a:t>It is a long established fact that a reader will be distracted by the readable content of a page when looking at its layout. The point of using Lorem Ipsum is that it has a more-or-less normal distribution of letters, as opposed to using 'Content here, content here', making it look like readable English. Many desktop publishing packages and web page editors now use Lorem Ipsum as their default model text, and a search for 'lorem ipsum' will uncover many web sites still in their infancy. Various versions have evolved over the years, sometimes by accident, sometimes on purpose (injected humour and the like).</a:t>
            </a:r>
          </a:p>
          <a:p>
            <a:pPr>
              <a:spcAft>
                <a:spcPts val="600"/>
              </a:spcAft>
            </a:pPr>
            <a:r>
              <a:rPr lang="en-GB" sz="1000" b="0" i="0" dirty="0">
                <a:solidFill>
                  <a:schemeClr val="bg1"/>
                </a:solidFill>
                <a:effectLst/>
                <a:latin typeface="+mn-lt"/>
              </a:rPr>
              <a:t>There are many variations of passages of Lorem Ipsum available, but the majority have suffered alteration in some form, by injected humour, or randomised words which don't look even slightly believable. If you are going to use a passage of Lorem Ipsum, you need to be sure there isn't anything embarrassing hidden in the middle of text. All the Lorem Ipsum generators on the Internet tend to repeat predefined chunks as necessary, making this the first true generator on the Internet. It uses a dictionary of over 200 Latin words, combined with a handful of model sentence structures, to generate Lorem Ipsum which looks reasonable. The generated Lorem Ipsum is therefore always free from repetition, injected humour, or non-characteristic words etc.</a:t>
            </a:r>
          </a:p>
          <a:p>
            <a:pPr>
              <a:spcAft>
                <a:spcPts val="600"/>
              </a:spcAft>
            </a:pPr>
            <a:r>
              <a:rPr lang="en-GB" sz="1000" b="0" i="0" dirty="0">
                <a:solidFill>
                  <a:schemeClr val="bg1"/>
                </a:solidFill>
                <a:effectLst/>
                <a:latin typeface="+mn-lt"/>
              </a:rPr>
              <a:t>The standard chunk of Lorem Ipsum used since the 1500s is reproduced below for those interested. Sections 1.10.32 and 1.10.33 from "de </a:t>
            </a:r>
            <a:r>
              <a:rPr lang="en-GB" sz="1000" b="0" i="0" dirty="0" err="1">
                <a:solidFill>
                  <a:schemeClr val="bg1"/>
                </a:solidFill>
                <a:effectLst/>
                <a:latin typeface="+mn-lt"/>
              </a:rPr>
              <a:t>Finibus</a:t>
            </a:r>
            <a:r>
              <a:rPr lang="en-GB" sz="1000" b="0" i="0" dirty="0">
                <a:solidFill>
                  <a:schemeClr val="bg1"/>
                </a:solidFill>
                <a:effectLst/>
                <a:latin typeface="+mn-lt"/>
              </a:rPr>
              <a:t> </a:t>
            </a:r>
            <a:r>
              <a:rPr lang="en-GB" sz="1000" b="0" i="0" dirty="0" err="1">
                <a:solidFill>
                  <a:schemeClr val="bg1"/>
                </a:solidFill>
                <a:effectLst/>
                <a:latin typeface="+mn-lt"/>
              </a:rPr>
              <a:t>Bonorum</a:t>
            </a:r>
            <a:r>
              <a:rPr lang="en-GB" sz="1000" b="0" i="0" dirty="0">
                <a:solidFill>
                  <a:schemeClr val="bg1"/>
                </a:solidFill>
                <a:effectLst/>
                <a:latin typeface="+mn-lt"/>
              </a:rPr>
              <a:t> et </a:t>
            </a:r>
            <a:r>
              <a:rPr lang="en-GB" sz="1000" b="0" i="0" dirty="0" err="1">
                <a:solidFill>
                  <a:schemeClr val="bg1"/>
                </a:solidFill>
                <a:effectLst/>
                <a:latin typeface="+mn-lt"/>
              </a:rPr>
              <a:t>Malorum</a:t>
            </a:r>
            <a:r>
              <a:rPr lang="en-GB" sz="1000" b="0" i="0" dirty="0">
                <a:solidFill>
                  <a:schemeClr val="bg1"/>
                </a:solidFill>
                <a:effectLst/>
                <a:latin typeface="+mn-lt"/>
              </a:rPr>
              <a:t>" by Cicero are also reproduced in their exact original form, accompanied by English versions from the 1914 translation by H. Rackham.</a:t>
            </a:r>
          </a:p>
        </p:txBody>
      </p:sp>
      <p:pic>
        <p:nvPicPr>
          <p:cNvPr id="49" name="Picture 5">
            <a:extLst>
              <a:ext uri="{FF2B5EF4-FFF2-40B4-BE49-F238E27FC236}">
                <a16:creationId xmlns:a16="http://schemas.microsoft.com/office/drawing/2014/main" id="{4DB0D5F8-0440-B31F-E124-4EB7E611D7C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Slide Number Placeholder 2">
            <a:extLst>
              <a:ext uri="{FF2B5EF4-FFF2-40B4-BE49-F238E27FC236}">
                <a16:creationId xmlns:a16="http://schemas.microsoft.com/office/drawing/2014/main" id="{8A21063F-CD76-21A4-66C9-7C6463AC299E}"/>
              </a:ext>
            </a:extLst>
          </p:cNvPr>
          <p:cNvSpPr>
            <a:spLocks noGrp="1"/>
          </p:cNvSpPr>
          <p:nvPr>
            <p:ph type="sldNum" sz="quarter" idx="4"/>
          </p:nvPr>
        </p:nvSpPr>
        <p:spPr>
          <a:xfrm>
            <a:off x="11602792" y="6575225"/>
            <a:ext cx="217732" cy="164592"/>
          </a:xfrm>
        </p:spPr>
        <p:txBody>
          <a:bodyPr/>
          <a:lstStyle/>
          <a:p>
            <a:fld id="{9A131BC9-40DA-43B6-B58E-D925B527BF77}" type="slidenum">
              <a:rPr lang="en-IN" smtClean="0"/>
              <a:pPr/>
              <a:t>8</a:t>
            </a:fld>
            <a:endParaRPr lang="en-IN" dirty="0"/>
          </a:p>
        </p:txBody>
      </p:sp>
      <p:sp>
        <p:nvSpPr>
          <p:cNvPr id="4" name="Graphic 11">
            <a:extLst>
              <a:ext uri="{FF2B5EF4-FFF2-40B4-BE49-F238E27FC236}">
                <a16:creationId xmlns:a16="http://schemas.microsoft.com/office/drawing/2014/main" id="{1E04E1DB-F859-C341-942B-1D9D38AE89D1}"/>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endParaRPr lang="en-IN"/>
          </a:p>
        </p:txBody>
      </p:sp>
    </p:spTree>
    <p:extLst>
      <p:ext uri="{BB962C8B-B14F-4D97-AF65-F5344CB8AC3E}">
        <p14:creationId xmlns:p14="http://schemas.microsoft.com/office/powerpoint/2010/main" val="242780236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Sp="0">
  <p:cSld>
    <p:bg>
      <p:bgPr>
        <a:solidFill>
          <a:schemeClr val="tx2"/>
        </a:solidFill>
        <a:effectLst/>
      </p:bgPr>
    </p:bg>
    <p:spTree>
      <p:nvGrpSpPr>
        <p:cNvPr id="1" name="">
          <a:extLst>
            <a:ext uri="{FF2B5EF4-FFF2-40B4-BE49-F238E27FC236}">
              <a16:creationId xmlns:a16="http://schemas.microsoft.com/office/drawing/2014/main" id="{997E7EA3-D093-4D5B-BC3C-8D9C56C7C2EA}"/>
            </a:ext>
          </a:extLst>
        </p:cNvPr>
        <p:cNvGrpSpPr/>
        <p:nvPr/>
      </p:nvGrpSpPr>
      <p:grpSpPr>
        <a:xfrm>
          <a:off x="0" y="0"/>
          <a:ext cx="0" cy="0"/>
          <a:chOff x="0" y="0"/>
          <a:chExt cx="0" cy="0"/>
        </a:xfrm>
      </p:grpSpPr>
      <p:grpSp>
        <p:nvGrpSpPr>
          <p:cNvPr id="330" name="Group 329">
            <a:extLst>
              <a:ext uri="{FF2B5EF4-FFF2-40B4-BE49-F238E27FC236}">
                <a16:creationId xmlns:a16="http://schemas.microsoft.com/office/drawing/2014/main" id="{27A882A7-CE04-3B44-DB3C-6291864A7E3B}"/>
              </a:ext>
            </a:extLst>
          </p:cNvPr>
          <p:cNvGrpSpPr/>
          <p:nvPr/>
        </p:nvGrpSpPr>
        <p:grpSpPr>
          <a:xfrm>
            <a:off x="2104434" y="4113357"/>
            <a:ext cx="2078226" cy="2078226"/>
            <a:chOff x="7150099" y="1006450"/>
            <a:chExt cx="4680000" cy="4680000"/>
          </a:xfrm>
        </p:grpSpPr>
        <p:cxnSp>
          <p:nvCxnSpPr>
            <p:cNvPr id="331" name="Straight Connector 330">
              <a:extLst>
                <a:ext uri="{FF2B5EF4-FFF2-40B4-BE49-F238E27FC236}">
                  <a16:creationId xmlns:a16="http://schemas.microsoft.com/office/drawing/2014/main" id="{60CB23A2-44A0-32C2-E726-A2DAC6F95A0F}"/>
                </a:ext>
              </a:extLst>
            </p:cNvPr>
            <p:cNvCxnSpPr/>
            <p:nvPr/>
          </p:nvCxnSpPr>
          <p:spPr>
            <a:xfrm>
              <a:off x="7150099" y="138430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ADF2F21C-4F88-6BA9-3177-68E07D979269}"/>
                </a:ext>
              </a:extLst>
            </p:cNvPr>
            <p:cNvCxnSpPr/>
            <p:nvPr/>
          </p:nvCxnSpPr>
          <p:spPr>
            <a:xfrm>
              <a:off x="7150099" y="177673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4D7CCB1B-836E-777B-18EE-7D8A1150B8AF}"/>
                </a:ext>
              </a:extLst>
            </p:cNvPr>
            <p:cNvCxnSpPr/>
            <p:nvPr/>
          </p:nvCxnSpPr>
          <p:spPr>
            <a:xfrm>
              <a:off x="7150099" y="216916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BC17C596-5930-7159-D2F0-702410C6FDAC}"/>
                </a:ext>
              </a:extLst>
            </p:cNvPr>
            <p:cNvCxnSpPr/>
            <p:nvPr/>
          </p:nvCxnSpPr>
          <p:spPr>
            <a:xfrm>
              <a:off x="7150099" y="256159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2B8D82B6-2FA7-70B9-5269-D90298425173}"/>
                </a:ext>
              </a:extLst>
            </p:cNvPr>
            <p:cNvCxnSpPr/>
            <p:nvPr/>
          </p:nvCxnSpPr>
          <p:spPr>
            <a:xfrm>
              <a:off x="7150099" y="295402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1C19906-9ED4-4F48-640B-8E89659A2347}"/>
                </a:ext>
              </a:extLst>
            </p:cNvPr>
            <p:cNvCxnSpPr/>
            <p:nvPr/>
          </p:nvCxnSpPr>
          <p:spPr>
            <a:xfrm>
              <a:off x="7150099" y="334645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1F7AC22-624E-DC5B-97F5-761846279A4A}"/>
                </a:ext>
              </a:extLst>
            </p:cNvPr>
            <p:cNvCxnSpPr/>
            <p:nvPr/>
          </p:nvCxnSpPr>
          <p:spPr>
            <a:xfrm>
              <a:off x="7150099" y="373888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12FC3B8A-C73B-50FC-0908-B2457B224610}"/>
                </a:ext>
              </a:extLst>
            </p:cNvPr>
            <p:cNvCxnSpPr/>
            <p:nvPr/>
          </p:nvCxnSpPr>
          <p:spPr>
            <a:xfrm>
              <a:off x="7150099" y="413131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5710FC8B-7542-F8CD-42C7-068E8D169835}"/>
                </a:ext>
              </a:extLst>
            </p:cNvPr>
            <p:cNvCxnSpPr/>
            <p:nvPr/>
          </p:nvCxnSpPr>
          <p:spPr>
            <a:xfrm>
              <a:off x="7150099" y="452374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7189F849-3EA5-E8E5-3532-B53AC021669F}"/>
                </a:ext>
              </a:extLst>
            </p:cNvPr>
            <p:cNvCxnSpPr/>
            <p:nvPr/>
          </p:nvCxnSpPr>
          <p:spPr>
            <a:xfrm>
              <a:off x="7150099" y="491617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00FD330C-9A5A-BBAC-0F2E-EBC40C0554AC}"/>
                </a:ext>
              </a:extLst>
            </p:cNvPr>
            <p:cNvCxnSpPr/>
            <p:nvPr/>
          </p:nvCxnSpPr>
          <p:spPr>
            <a:xfrm>
              <a:off x="7150099" y="530860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6471F39-2289-58CF-6937-3741AB4B2D85}"/>
                </a:ext>
              </a:extLst>
            </p:cNvPr>
            <p:cNvCxnSpPr/>
            <p:nvPr/>
          </p:nvCxnSpPr>
          <p:spPr>
            <a:xfrm>
              <a:off x="114712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D997E26-0626-0717-79CA-4DB7078EF73D}"/>
                </a:ext>
              </a:extLst>
            </p:cNvPr>
            <p:cNvCxnSpPr/>
            <p:nvPr/>
          </p:nvCxnSpPr>
          <p:spPr>
            <a:xfrm>
              <a:off x="1107505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3A0E0F03-B5D1-26B3-903D-F9EE8AF16C6C}"/>
                </a:ext>
              </a:extLst>
            </p:cNvPr>
            <p:cNvCxnSpPr/>
            <p:nvPr/>
          </p:nvCxnSpPr>
          <p:spPr>
            <a:xfrm>
              <a:off x="1067881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A8FC5C20-E3EA-A22C-315F-00F994CCE6F4}"/>
                </a:ext>
              </a:extLst>
            </p:cNvPr>
            <p:cNvCxnSpPr/>
            <p:nvPr/>
          </p:nvCxnSpPr>
          <p:spPr>
            <a:xfrm>
              <a:off x="1028257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8A194EF4-73DA-3E97-4F78-507D7423E074}"/>
                </a:ext>
              </a:extLst>
            </p:cNvPr>
            <p:cNvCxnSpPr/>
            <p:nvPr/>
          </p:nvCxnSpPr>
          <p:spPr>
            <a:xfrm>
              <a:off x="988633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2B3E6234-6B03-F7C6-78F0-D1E9FB6FA6F9}"/>
                </a:ext>
              </a:extLst>
            </p:cNvPr>
            <p:cNvCxnSpPr/>
            <p:nvPr/>
          </p:nvCxnSpPr>
          <p:spPr>
            <a:xfrm>
              <a:off x="94900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C9E63DAD-9EEE-A7D6-E7BF-660F5B91C57C}"/>
                </a:ext>
              </a:extLst>
            </p:cNvPr>
            <p:cNvCxnSpPr/>
            <p:nvPr/>
          </p:nvCxnSpPr>
          <p:spPr>
            <a:xfrm>
              <a:off x="909385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AE7378B8-BBEF-E3AE-1726-F74949CEC466}"/>
                </a:ext>
              </a:extLst>
            </p:cNvPr>
            <p:cNvCxnSpPr/>
            <p:nvPr/>
          </p:nvCxnSpPr>
          <p:spPr>
            <a:xfrm>
              <a:off x="869761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6A9CDC42-C950-4F55-31C1-138D6E3AB950}"/>
                </a:ext>
              </a:extLst>
            </p:cNvPr>
            <p:cNvCxnSpPr/>
            <p:nvPr/>
          </p:nvCxnSpPr>
          <p:spPr>
            <a:xfrm>
              <a:off x="830137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40D28DCF-7933-76FF-2E43-989F01E655D8}"/>
                </a:ext>
              </a:extLst>
            </p:cNvPr>
            <p:cNvCxnSpPr/>
            <p:nvPr/>
          </p:nvCxnSpPr>
          <p:spPr>
            <a:xfrm>
              <a:off x="790513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66B3C070-B0A9-7695-7460-66BF024A1257}"/>
                </a:ext>
              </a:extLst>
            </p:cNvPr>
            <p:cNvCxnSpPr/>
            <p:nvPr/>
          </p:nvCxnSpPr>
          <p:spPr>
            <a:xfrm>
              <a:off x="75088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grpSp>
      <p:grpSp>
        <p:nvGrpSpPr>
          <p:cNvPr id="353" name="Group 352">
            <a:extLst>
              <a:ext uri="{FF2B5EF4-FFF2-40B4-BE49-F238E27FC236}">
                <a16:creationId xmlns:a16="http://schemas.microsoft.com/office/drawing/2014/main" id="{01AEBBC7-1A7E-5929-A3F0-A04730EEDA7D}"/>
              </a:ext>
            </a:extLst>
          </p:cNvPr>
          <p:cNvGrpSpPr/>
          <p:nvPr/>
        </p:nvGrpSpPr>
        <p:grpSpPr>
          <a:xfrm>
            <a:off x="6118841" y="4113357"/>
            <a:ext cx="2078226" cy="2078226"/>
            <a:chOff x="7150099" y="1006450"/>
            <a:chExt cx="4680000" cy="4680000"/>
          </a:xfrm>
        </p:grpSpPr>
        <p:cxnSp>
          <p:nvCxnSpPr>
            <p:cNvPr id="354" name="Straight Connector 353">
              <a:extLst>
                <a:ext uri="{FF2B5EF4-FFF2-40B4-BE49-F238E27FC236}">
                  <a16:creationId xmlns:a16="http://schemas.microsoft.com/office/drawing/2014/main" id="{68331904-8C94-94DC-1B60-09D6BD593A82}"/>
                </a:ext>
              </a:extLst>
            </p:cNvPr>
            <p:cNvCxnSpPr/>
            <p:nvPr/>
          </p:nvCxnSpPr>
          <p:spPr>
            <a:xfrm>
              <a:off x="7150099" y="138430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09DED523-41BB-64E6-0670-67F418D78892}"/>
                </a:ext>
              </a:extLst>
            </p:cNvPr>
            <p:cNvCxnSpPr/>
            <p:nvPr/>
          </p:nvCxnSpPr>
          <p:spPr>
            <a:xfrm>
              <a:off x="7150099" y="177673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6BBDA6CA-5BC7-3C2F-5C79-CAF42855CEC5}"/>
                </a:ext>
              </a:extLst>
            </p:cNvPr>
            <p:cNvCxnSpPr/>
            <p:nvPr/>
          </p:nvCxnSpPr>
          <p:spPr>
            <a:xfrm>
              <a:off x="7150099" y="216916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B8040A6-D134-CB46-89FC-F137886A914C}"/>
                </a:ext>
              </a:extLst>
            </p:cNvPr>
            <p:cNvCxnSpPr/>
            <p:nvPr/>
          </p:nvCxnSpPr>
          <p:spPr>
            <a:xfrm>
              <a:off x="7150099" y="256159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0B39FA-4599-7A38-5E12-61608D53E687}"/>
                </a:ext>
              </a:extLst>
            </p:cNvPr>
            <p:cNvCxnSpPr/>
            <p:nvPr/>
          </p:nvCxnSpPr>
          <p:spPr>
            <a:xfrm>
              <a:off x="7150099" y="295402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AE2CA6C8-B777-6C70-69B6-39499E5C94AE}"/>
                </a:ext>
              </a:extLst>
            </p:cNvPr>
            <p:cNvCxnSpPr/>
            <p:nvPr/>
          </p:nvCxnSpPr>
          <p:spPr>
            <a:xfrm>
              <a:off x="7150099" y="334645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F206DA1D-C56A-D458-37EF-674905D6A42A}"/>
                </a:ext>
              </a:extLst>
            </p:cNvPr>
            <p:cNvCxnSpPr/>
            <p:nvPr/>
          </p:nvCxnSpPr>
          <p:spPr>
            <a:xfrm>
              <a:off x="7150099" y="373888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51D2CF04-6791-251C-953D-C5F443885A27}"/>
                </a:ext>
              </a:extLst>
            </p:cNvPr>
            <p:cNvCxnSpPr/>
            <p:nvPr/>
          </p:nvCxnSpPr>
          <p:spPr>
            <a:xfrm>
              <a:off x="7150099" y="413131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B9C8F33E-D2AA-2088-03E3-1C7088B87618}"/>
                </a:ext>
              </a:extLst>
            </p:cNvPr>
            <p:cNvCxnSpPr/>
            <p:nvPr/>
          </p:nvCxnSpPr>
          <p:spPr>
            <a:xfrm>
              <a:off x="7150099" y="452374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BF8EE377-EC2F-BA08-13CB-A75C785E6D40}"/>
                </a:ext>
              </a:extLst>
            </p:cNvPr>
            <p:cNvCxnSpPr/>
            <p:nvPr/>
          </p:nvCxnSpPr>
          <p:spPr>
            <a:xfrm>
              <a:off x="7150099" y="491617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F1438866-CE61-CAEB-21E0-C903CE0A6CA0}"/>
                </a:ext>
              </a:extLst>
            </p:cNvPr>
            <p:cNvCxnSpPr/>
            <p:nvPr/>
          </p:nvCxnSpPr>
          <p:spPr>
            <a:xfrm>
              <a:off x="7150099" y="530860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D6A28438-77DC-9713-378D-3FFE58AF306B}"/>
                </a:ext>
              </a:extLst>
            </p:cNvPr>
            <p:cNvCxnSpPr/>
            <p:nvPr/>
          </p:nvCxnSpPr>
          <p:spPr>
            <a:xfrm>
              <a:off x="114712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4AE8AD13-65E3-5CA9-472D-98CBB7BDC7FF}"/>
                </a:ext>
              </a:extLst>
            </p:cNvPr>
            <p:cNvCxnSpPr/>
            <p:nvPr/>
          </p:nvCxnSpPr>
          <p:spPr>
            <a:xfrm>
              <a:off x="1107505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EE5A0667-385D-A377-B92A-3073801FD7CB}"/>
                </a:ext>
              </a:extLst>
            </p:cNvPr>
            <p:cNvCxnSpPr/>
            <p:nvPr/>
          </p:nvCxnSpPr>
          <p:spPr>
            <a:xfrm>
              <a:off x="1067881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4BCA1F99-4CFA-4410-CFC1-2D7AC94E2542}"/>
                </a:ext>
              </a:extLst>
            </p:cNvPr>
            <p:cNvCxnSpPr/>
            <p:nvPr/>
          </p:nvCxnSpPr>
          <p:spPr>
            <a:xfrm>
              <a:off x="1028257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CD78CD2B-351A-161B-30C5-7D153A695058}"/>
                </a:ext>
              </a:extLst>
            </p:cNvPr>
            <p:cNvCxnSpPr/>
            <p:nvPr/>
          </p:nvCxnSpPr>
          <p:spPr>
            <a:xfrm>
              <a:off x="988633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7E6B9745-FFA4-2CEC-4E01-223ECFA7BF40}"/>
                </a:ext>
              </a:extLst>
            </p:cNvPr>
            <p:cNvCxnSpPr/>
            <p:nvPr/>
          </p:nvCxnSpPr>
          <p:spPr>
            <a:xfrm>
              <a:off x="94900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B021F81D-215F-8088-DAB2-D13BA1D4F462}"/>
                </a:ext>
              </a:extLst>
            </p:cNvPr>
            <p:cNvCxnSpPr/>
            <p:nvPr/>
          </p:nvCxnSpPr>
          <p:spPr>
            <a:xfrm>
              <a:off x="909385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8C1B9065-2B8C-9CF3-B0AA-0F6CF98D9C72}"/>
                </a:ext>
              </a:extLst>
            </p:cNvPr>
            <p:cNvCxnSpPr/>
            <p:nvPr/>
          </p:nvCxnSpPr>
          <p:spPr>
            <a:xfrm>
              <a:off x="869761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0C529F21-A953-A8E6-2D24-B8EAB00CBA62}"/>
                </a:ext>
              </a:extLst>
            </p:cNvPr>
            <p:cNvCxnSpPr/>
            <p:nvPr/>
          </p:nvCxnSpPr>
          <p:spPr>
            <a:xfrm>
              <a:off x="830137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0C6D49D7-352C-425F-FCE8-281F82485EDD}"/>
                </a:ext>
              </a:extLst>
            </p:cNvPr>
            <p:cNvCxnSpPr/>
            <p:nvPr/>
          </p:nvCxnSpPr>
          <p:spPr>
            <a:xfrm>
              <a:off x="790513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D3FB4398-D1BF-8DFD-61DF-3BF671B27901}"/>
                </a:ext>
              </a:extLst>
            </p:cNvPr>
            <p:cNvCxnSpPr/>
            <p:nvPr/>
          </p:nvCxnSpPr>
          <p:spPr>
            <a:xfrm>
              <a:off x="75088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grpSp>
      <p:grpSp>
        <p:nvGrpSpPr>
          <p:cNvPr id="376" name="Group 375">
            <a:extLst>
              <a:ext uri="{FF2B5EF4-FFF2-40B4-BE49-F238E27FC236}">
                <a16:creationId xmlns:a16="http://schemas.microsoft.com/office/drawing/2014/main" id="{C9D56BC8-CE17-A78A-19B7-60C71776E909}"/>
              </a:ext>
            </a:extLst>
          </p:cNvPr>
          <p:cNvGrpSpPr/>
          <p:nvPr/>
        </p:nvGrpSpPr>
        <p:grpSpPr>
          <a:xfrm>
            <a:off x="10144054" y="4113357"/>
            <a:ext cx="2078226" cy="2078226"/>
            <a:chOff x="7150099" y="1006450"/>
            <a:chExt cx="4680000" cy="4680000"/>
          </a:xfrm>
        </p:grpSpPr>
        <p:cxnSp>
          <p:nvCxnSpPr>
            <p:cNvPr id="377" name="Straight Connector 376">
              <a:extLst>
                <a:ext uri="{FF2B5EF4-FFF2-40B4-BE49-F238E27FC236}">
                  <a16:creationId xmlns:a16="http://schemas.microsoft.com/office/drawing/2014/main" id="{4F03D896-3749-BCA7-FD68-110374589FA0}"/>
                </a:ext>
              </a:extLst>
            </p:cNvPr>
            <p:cNvCxnSpPr/>
            <p:nvPr/>
          </p:nvCxnSpPr>
          <p:spPr>
            <a:xfrm>
              <a:off x="7150099" y="138430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75414F67-D541-4798-8AB0-A2343F985D24}"/>
                </a:ext>
              </a:extLst>
            </p:cNvPr>
            <p:cNvCxnSpPr/>
            <p:nvPr/>
          </p:nvCxnSpPr>
          <p:spPr>
            <a:xfrm>
              <a:off x="7150099" y="177673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97AA22B-0CD7-6E24-853E-92599FDA9C24}"/>
                </a:ext>
              </a:extLst>
            </p:cNvPr>
            <p:cNvCxnSpPr/>
            <p:nvPr/>
          </p:nvCxnSpPr>
          <p:spPr>
            <a:xfrm>
              <a:off x="7150099" y="216916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192C09AE-42BE-F99B-5B88-1FF0F03FDBD0}"/>
                </a:ext>
              </a:extLst>
            </p:cNvPr>
            <p:cNvCxnSpPr/>
            <p:nvPr/>
          </p:nvCxnSpPr>
          <p:spPr>
            <a:xfrm>
              <a:off x="7150099" y="256159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1" name="Straight Connector 380">
              <a:extLst>
                <a:ext uri="{FF2B5EF4-FFF2-40B4-BE49-F238E27FC236}">
                  <a16:creationId xmlns:a16="http://schemas.microsoft.com/office/drawing/2014/main" id="{F6B37ECE-6D4E-D702-B007-B4DAED3A9422}"/>
                </a:ext>
              </a:extLst>
            </p:cNvPr>
            <p:cNvCxnSpPr/>
            <p:nvPr/>
          </p:nvCxnSpPr>
          <p:spPr>
            <a:xfrm>
              <a:off x="7150099" y="295402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2" name="Straight Connector 381">
              <a:extLst>
                <a:ext uri="{FF2B5EF4-FFF2-40B4-BE49-F238E27FC236}">
                  <a16:creationId xmlns:a16="http://schemas.microsoft.com/office/drawing/2014/main" id="{FBBCF883-C270-1926-97CD-531BE40B66D0}"/>
                </a:ext>
              </a:extLst>
            </p:cNvPr>
            <p:cNvCxnSpPr/>
            <p:nvPr/>
          </p:nvCxnSpPr>
          <p:spPr>
            <a:xfrm>
              <a:off x="7150099" y="334645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3" name="Straight Connector 382">
              <a:extLst>
                <a:ext uri="{FF2B5EF4-FFF2-40B4-BE49-F238E27FC236}">
                  <a16:creationId xmlns:a16="http://schemas.microsoft.com/office/drawing/2014/main" id="{CE5F4378-A36B-86B8-30DC-0E9033507D20}"/>
                </a:ext>
              </a:extLst>
            </p:cNvPr>
            <p:cNvCxnSpPr/>
            <p:nvPr/>
          </p:nvCxnSpPr>
          <p:spPr>
            <a:xfrm>
              <a:off x="7150099" y="373888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4" name="Straight Connector 383">
              <a:extLst>
                <a:ext uri="{FF2B5EF4-FFF2-40B4-BE49-F238E27FC236}">
                  <a16:creationId xmlns:a16="http://schemas.microsoft.com/office/drawing/2014/main" id="{981F8B0C-50F4-5CD5-5786-0CEAC027A2FA}"/>
                </a:ext>
              </a:extLst>
            </p:cNvPr>
            <p:cNvCxnSpPr/>
            <p:nvPr/>
          </p:nvCxnSpPr>
          <p:spPr>
            <a:xfrm>
              <a:off x="7150099" y="413131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5" name="Straight Connector 384">
              <a:extLst>
                <a:ext uri="{FF2B5EF4-FFF2-40B4-BE49-F238E27FC236}">
                  <a16:creationId xmlns:a16="http://schemas.microsoft.com/office/drawing/2014/main" id="{9D94D045-627A-34AE-43FE-79AC21CC58EA}"/>
                </a:ext>
              </a:extLst>
            </p:cNvPr>
            <p:cNvCxnSpPr/>
            <p:nvPr/>
          </p:nvCxnSpPr>
          <p:spPr>
            <a:xfrm>
              <a:off x="7150099" y="452374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6" name="Straight Connector 385">
              <a:extLst>
                <a:ext uri="{FF2B5EF4-FFF2-40B4-BE49-F238E27FC236}">
                  <a16:creationId xmlns:a16="http://schemas.microsoft.com/office/drawing/2014/main" id="{B6373D06-C491-151B-208D-B455D213D244}"/>
                </a:ext>
              </a:extLst>
            </p:cNvPr>
            <p:cNvCxnSpPr/>
            <p:nvPr/>
          </p:nvCxnSpPr>
          <p:spPr>
            <a:xfrm>
              <a:off x="7150099" y="491617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A8825DE9-773A-88C7-1BAD-59AA6AE85C1C}"/>
                </a:ext>
              </a:extLst>
            </p:cNvPr>
            <p:cNvCxnSpPr/>
            <p:nvPr/>
          </p:nvCxnSpPr>
          <p:spPr>
            <a:xfrm>
              <a:off x="7150099" y="5308600"/>
              <a:ext cx="4680000"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F420B6D9-C700-15FE-6A6E-539362F9B198}"/>
                </a:ext>
              </a:extLst>
            </p:cNvPr>
            <p:cNvCxnSpPr/>
            <p:nvPr/>
          </p:nvCxnSpPr>
          <p:spPr>
            <a:xfrm>
              <a:off x="114712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BEA7B46D-3706-16A6-83C7-66F2F69D85CE}"/>
                </a:ext>
              </a:extLst>
            </p:cNvPr>
            <p:cNvCxnSpPr/>
            <p:nvPr/>
          </p:nvCxnSpPr>
          <p:spPr>
            <a:xfrm>
              <a:off x="1107505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0" name="Straight Connector 389">
              <a:extLst>
                <a:ext uri="{FF2B5EF4-FFF2-40B4-BE49-F238E27FC236}">
                  <a16:creationId xmlns:a16="http://schemas.microsoft.com/office/drawing/2014/main" id="{B1572520-A6BA-09E5-26DA-35F82C919AB0}"/>
                </a:ext>
              </a:extLst>
            </p:cNvPr>
            <p:cNvCxnSpPr/>
            <p:nvPr/>
          </p:nvCxnSpPr>
          <p:spPr>
            <a:xfrm>
              <a:off x="1067881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1" name="Straight Connector 390">
              <a:extLst>
                <a:ext uri="{FF2B5EF4-FFF2-40B4-BE49-F238E27FC236}">
                  <a16:creationId xmlns:a16="http://schemas.microsoft.com/office/drawing/2014/main" id="{6F1447F4-76EA-4F48-E545-2AFF405B80EF}"/>
                </a:ext>
              </a:extLst>
            </p:cNvPr>
            <p:cNvCxnSpPr/>
            <p:nvPr/>
          </p:nvCxnSpPr>
          <p:spPr>
            <a:xfrm>
              <a:off x="1028257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2" name="Straight Connector 391">
              <a:extLst>
                <a:ext uri="{FF2B5EF4-FFF2-40B4-BE49-F238E27FC236}">
                  <a16:creationId xmlns:a16="http://schemas.microsoft.com/office/drawing/2014/main" id="{5B8B9C6D-F52F-4A30-268F-6ACC2C70CB33}"/>
                </a:ext>
              </a:extLst>
            </p:cNvPr>
            <p:cNvCxnSpPr/>
            <p:nvPr/>
          </p:nvCxnSpPr>
          <p:spPr>
            <a:xfrm>
              <a:off x="988633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8C5297B8-1208-9F38-EE11-C0DD870F9801}"/>
                </a:ext>
              </a:extLst>
            </p:cNvPr>
            <p:cNvCxnSpPr/>
            <p:nvPr/>
          </p:nvCxnSpPr>
          <p:spPr>
            <a:xfrm>
              <a:off x="94900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7B9243B9-0B43-2AF7-5BE1-2C378CD0E57E}"/>
                </a:ext>
              </a:extLst>
            </p:cNvPr>
            <p:cNvCxnSpPr/>
            <p:nvPr/>
          </p:nvCxnSpPr>
          <p:spPr>
            <a:xfrm>
              <a:off x="909385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5" name="Straight Connector 394">
              <a:extLst>
                <a:ext uri="{FF2B5EF4-FFF2-40B4-BE49-F238E27FC236}">
                  <a16:creationId xmlns:a16="http://schemas.microsoft.com/office/drawing/2014/main" id="{6091864D-3ABB-F74D-A11D-6A3A3E1A62C4}"/>
                </a:ext>
              </a:extLst>
            </p:cNvPr>
            <p:cNvCxnSpPr/>
            <p:nvPr/>
          </p:nvCxnSpPr>
          <p:spPr>
            <a:xfrm>
              <a:off x="869761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EF85AEB1-6D4E-CFDD-D8CA-8008A350427E}"/>
                </a:ext>
              </a:extLst>
            </p:cNvPr>
            <p:cNvCxnSpPr/>
            <p:nvPr/>
          </p:nvCxnSpPr>
          <p:spPr>
            <a:xfrm>
              <a:off x="830137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83210637-AD90-1A1E-F77A-DA72C796A7F5}"/>
                </a:ext>
              </a:extLst>
            </p:cNvPr>
            <p:cNvCxnSpPr/>
            <p:nvPr/>
          </p:nvCxnSpPr>
          <p:spPr>
            <a:xfrm>
              <a:off x="790513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67FCCFE8-2612-50EB-A009-49373109D09E}"/>
                </a:ext>
              </a:extLst>
            </p:cNvPr>
            <p:cNvCxnSpPr/>
            <p:nvPr/>
          </p:nvCxnSpPr>
          <p:spPr>
            <a:xfrm>
              <a:off x="7508899" y="1006450"/>
              <a:ext cx="0" cy="468000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grpSp>
      <p:sp>
        <p:nvSpPr>
          <p:cNvPr id="4" name="Graphic 11">
            <a:extLst>
              <a:ext uri="{FF2B5EF4-FFF2-40B4-BE49-F238E27FC236}">
                <a16:creationId xmlns:a16="http://schemas.microsoft.com/office/drawing/2014/main" id="{94564CCA-B10F-ADB7-C11D-18E10EA6750B}"/>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endParaRPr lang="en-IN"/>
          </a:p>
        </p:txBody>
      </p:sp>
      <p:grpSp>
        <p:nvGrpSpPr>
          <p:cNvPr id="294" name="Group 293">
            <a:extLst>
              <a:ext uri="{FF2B5EF4-FFF2-40B4-BE49-F238E27FC236}">
                <a16:creationId xmlns:a16="http://schemas.microsoft.com/office/drawing/2014/main" id="{BB20B783-CF06-4F5B-B011-45B3EE901713}"/>
              </a:ext>
            </a:extLst>
          </p:cNvPr>
          <p:cNvGrpSpPr/>
          <p:nvPr/>
        </p:nvGrpSpPr>
        <p:grpSpPr>
          <a:xfrm>
            <a:off x="-48134" y="937945"/>
            <a:ext cx="1043721" cy="1043721"/>
            <a:chOff x="1046786" y="1195383"/>
            <a:chExt cx="5737927" cy="5737927"/>
          </a:xfrm>
          <a:solidFill>
            <a:schemeClr val="bg1"/>
          </a:solidFill>
        </p:grpSpPr>
        <p:sp>
          <p:nvSpPr>
            <p:cNvPr id="295" name="Freeform: Shape 294">
              <a:extLst>
                <a:ext uri="{FF2B5EF4-FFF2-40B4-BE49-F238E27FC236}">
                  <a16:creationId xmlns:a16="http://schemas.microsoft.com/office/drawing/2014/main" id="{6304358F-9102-9FB6-7154-4DE7F7050594}"/>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296" name="Freeform: Shape 295">
              <a:extLst>
                <a:ext uri="{FF2B5EF4-FFF2-40B4-BE49-F238E27FC236}">
                  <a16:creationId xmlns:a16="http://schemas.microsoft.com/office/drawing/2014/main" id="{37E9C9A7-1617-C5E5-F9CB-80789FE0FBBB}"/>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305" name="Freeform: Shape 304">
            <a:extLst>
              <a:ext uri="{FF2B5EF4-FFF2-40B4-BE49-F238E27FC236}">
                <a16:creationId xmlns:a16="http://schemas.microsoft.com/office/drawing/2014/main" id="{FCA626A3-6DA1-B165-11F5-D10FDB443CF7}"/>
              </a:ext>
            </a:extLst>
          </p:cNvPr>
          <p:cNvSpPr/>
          <p:nvPr/>
        </p:nvSpPr>
        <p:spPr>
          <a:xfrm>
            <a:off x="559201" y="1273173"/>
            <a:ext cx="3232511" cy="5292726"/>
          </a:xfrm>
          <a:custGeom>
            <a:avLst/>
            <a:gdLst>
              <a:gd name="connsiteX0" fmla="*/ 1266773 w 3386022"/>
              <a:gd name="connsiteY0" fmla="*/ 5276414 h 5292726"/>
              <a:gd name="connsiteX1" fmla="*/ 1271293 w 3386022"/>
              <a:gd name="connsiteY1" fmla="*/ 5280395 h 5292726"/>
              <a:gd name="connsiteX2" fmla="*/ 1273802 w 3386022"/>
              <a:gd name="connsiteY2" fmla="*/ 5284418 h 5292726"/>
              <a:gd name="connsiteX3" fmla="*/ 1271668 w 3386022"/>
              <a:gd name="connsiteY3" fmla="*/ 5288529 h 5292726"/>
              <a:gd name="connsiteX4" fmla="*/ 1262192 w 3386022"/>
              <a:gd name="connsiteY4" fmla="*/ 5292726 h 5292726"/>
              <a:gd name="connsiteX5" fmla="*/ 1263510 w 3386022"/>
              <a:gd name="connsiteY5" fmla="*/ 5288010 h 5292726"/>
              <a:gd name="connsiteX6" fmla="*/ 1264703 w 3386022"/>
              <a:gd name="connsiteY6" fmla="*/ 5283856 h 5292726"/>
              <a:gd name="connsiteX7" fmla="*/ 1265769 w 3386022"/>
              <a:gd name="connsiteY7" fmla="*/ 5280048 h 5292726"/>
              <a:gd name="connsiteX8" fmla="*/ 1266773 w 3386022"/>
              <a:gd name="connsiteY8" fmla="*/ 5276414 h 5292726"/>
              <a:gd name="connsiteX9" fmla="*/ 1438158 w 3386022"/>
              <a:gd name="connsiteY9" fmla="*/ 5244957 h 5292726"/>
              <a:gd name="connsiteX10" fmla="*/ 1439224 w 3386022"/>
              <a:gd name="connsiteY10" fmla="*/ 5245477 h 5292726"/>
              <a:gd name="connsiteX11" fmla="*/ 1439224 w 3386022"/>
              <a:gd name="connsiteY11" fmla="*/ 5245520 h 5292726"/>
              <a:gd name="connsiteX12" fmla="*/ 1440605 w 3386022"/>
              <a:gd name="connsiteY12" fmla="*/ 5246515 h 5292726"/>
              <a:gd name="connsiteX13" fmla="*/ 1434518 w 3386022"/>
              <a:gd name="connsiteY13" fmla="*/ 5247597 h 5292726"/>
              <a:gd name="connsiteX14" fmla="*/ 1431756 w 3386022"/>
              <a:gd name="connsiteY14" fmla="*/ 5247770 h 5292726"/>
              <a:gd name="connsiteX15" fmla="*/ 1430627 w 3386022"/>
              <a:gd name="connsiteY15" fmla="*/ 5247251 h 5292726"/>
              <a:gd name="connsiteX16" fmla="*/ 1429308 w 3386022"/>
              <a:gd name="connsiteY16" fmla="*/ 5246213 h 5292726"/>
              <a:gd name="connsiteX17" fmla="*/ 1435458 w 3386022"/>
              <a:gd name="connsiteY17" fmla="*/ 5245131 h 5292726"/>
              <a:gd name="connsiteX18" fmla="*/ 1438158 w 3386022"/>
              <a:gd name="connsiteY18" fmla="*/ 5244957 h 5292726"/>
              <a:gd name="connsiteX19" fmla="*/ 1931100 w 3386022"/>
              <a:gd name="connsiteY19" fmla="*/ 5242621 h 5292726"/>
              <a:gd name="connsiteX20" fmla="*/ 1931978 w 3386022"/>
              <a:gd name="connsiteY20" fmla="*/ 5242751 h 5292726"/>
              <a:gd name="connsiteX21" fmla="*/ 1932794 w 3386022"/>
              <a:gd name="connsiteY21" fmla="*/ 5242838 h 5292726"/>
              <a:gd name="connsiteX22" fmla="*/ 1933673 w 3386022"/>
              <a:gd name="connsiteY22" fmla="*/ 5242967 h 5292726"/>
              <a:gd name="connsiteX23" fmla="*/ 1934489 w 3386022"/>
              <a:gd name="connsiteY23" fmla="*/ 5243054 h 5292726"/>
              <a:gd name="connsiteX24" fmla="*/ 1933924 w 3386022"/>
              <a:gd name="connsiteY24" fmla="*/ 5243574 h 5292726"/>
              <a:gd name="connsiteX25" fmla="*/ 1933297 w 3386022"/>
              <a:gd name="connsiteY25" fmla="*/ 5244049 h 5292726"/>
              <a:gd name="connsiteX26" fmla="*/ 1932732 w 3386022"/>
              <a:gd name="connsiteY26" fmla="*/ 5244569 h 5292726"/>
              <a:gd name="connsiteX27" fmla="*/ 1932104 w 3386022"/>
              <a:gd name="connsiteY27" fmla="*/ 5245045 h 5292726"/>
              <a:gd name="connsiteX28" fmla="*/ 1931854 w 3386022"/>
              <a:gd name="connsiteY28" fmla="*/ 5244438 h 5292726"/>
              <a:gd name="connsiteX29" fmla="*/ 1931602 w 3386022"/>
              <a:gd name="connsiteY29" fmla="*/ 5243833 h 5292726"/>
              <a:gd name="connsiteX30" fmla="*/ 1931351 w 3386022"/>
              <a:gd name="connsiteY30" fmla="*/ 5243227 h 5292726"/>
              <a:gd name="connsiteX31" fmla="*/ 1521750 w 3386022"/>
              <a:gd name="connsiteY31" fmla="*/ 5226828 h 5292726"/>
              <a:gd name="connsiteX32" fmla="*/ 1526018 w 3386022"/>
              <a:gd name="connsiteY32" fmla="*/ 5227304 h 5292726"/>
              <a:gd name="connsiteX33" fmla="*/ 1525955 w 3386022"/>
              <a:gd name="connsiteY33" fmla="*/ 5227304 h 5292726"/>
              <a:gd name="connsiteX34" fmla="*/ 1528905 w 3386022"/>
              <a:gd name="connsiteY34" fmla="*/ 5229987 h 5292726"/>
              <a:gd name="connsiteX35" fmla="*/ 1527461 w 3386022"/>
              <a:gd name="connsiteY35" fmla="*/ 5232496 h 5292726"/>
              <a:gd name="connsiteX36" fmla="*/ 1523570 w 3386022"/>
              <a:gd name="connsiteY36" fmla="*/ 5234876 h 5292726"/>
              <a:gd name="connsiteX37" fmla="*/ 1519177 w 3386022"/>
              <a:gd name="connsiteY37" fmla="*/ 5237126 h 5292726"/>
              <a:gd name="connsiteX38" fmla="*/ 1515099 w 3386022"/>
              <a:gd name="connsiteY38" fmla="*/ 5231674 h 5292726"/>
              <a:gd name="connsiteX39" fmla="*/ 1517042 w 3386022"/>
              <a:gd name="connsiteY39" fmla="*/ 5228256 h 5292726"/>
              <a:gd name="connsiteX40" fmla="*/ 1521750 w 3386022"/>
              <a:gd name="connsiteY40" fmla="*/ 5226828 h 5292726"/>
              <a:gd name="connsiteX41" fmla="*/ 1287543 w 3386022"/>
              <a:gd name="connsiteY41" fmla="*/ 5223323 h 5292726"/>
              <a:gd name="connsiteX42" fmla="*/ 1288799 w 3386022"/>
              <a:gd name="connsiteY42" fmla="*/ 5223323 h 5292726"/>
              <a:gd name="connsiteX43" fmla="*/ 1289175 w 3386022"/>
              <a:gd name="connsiteY43" fmla="*/ 5223713 h 5292726"/>
              <a:gd name="connsiteX44" fmla="*/ 1289803 w 3386022"/>
              <a:gd name="connsiteY44" fmla="*/ 5225010 h 5292726"/>
              <a:gd name="connsiteX45" fmla="*/ 1288737 w 3386022"/>
              <a:gd name="connsiteY45" fmla="*/ 5225184 h 5292726"/>
              <a:gd name="connsiteX46" fmla="*/ 1287670 w 3386022"/>
              <a:gd name="connsiteY46" fmla="*/ 5225356 h 5292726"/>
              <a:gd name="connsiteX47" fmla="*/ 1286602 w 3386022"/>
              <a:gd name="connsiteY47" fmla="*/ 5225530 h 5292726"/>
              <a:gd name="connsiteX48" fmla="*/ 1285536 w 3386022"/>
              <a:gd name="connsiteY48" fmla="*/ 5225703 h 5292726"/>
              <a:gd name="connsiteX49" fmla="*/ 1285286 w 3386022"/>
              <a:gd name="connsiteY49" fmla="*/ 5225227 h 5292726"/>
              <a:gd name="connsiteX50" fmla="*/ 1285034 w 3386022"/>
              <a:gd name="connsiteY50" fmla="*/ 5224751 h 5292726"/>
              <a:gd name="connsiteX51" fmla="*/ 1284782 w 3386022"/>
              <a:gd name="connsiteY51" fmla="*/ 5224275 h 5292726"/>
              <a:gd name="connsiteX52" fmla="*/ 1284532 w 3386022"/>
              <a:gd name="connsiteY52" fmla="*/ 5223799 h 5292726"/>
              <a:gd name="connsiteX53" fmla="*/ 1287543 w 3386022"/>
              <a:gd name="connsiteY53" fmla="*/ 5223323 h 5292726"/>
              <a:gd name="connsiteX54" fmla="*/ 1288674 w 3386022"/>
              <a:gd name="connsiteY54" fmla="*/ 5223193 h 5292726"/>
              <a:gd name="connsiteX55" fmla="*/ 1288800 w 3386022"/>
              <a:gd name="connsiteY55" fmla="*/ 5223323 h 5292726"/>
              <a:gd name="connsiteX56" fmla="*/ 1288799 w 3386022"/>
              <a:gd name="connsiteY56" fmla="*/ 5223323 h 5292726"/>
              <a:gd name="connsiteX57" fmla="*/ 1645943 w 3386022"/>
              <a:gd name="connsiteY57" fmla="*/ 5189704 h 5292726"/>
              <a:gd name="connsiteX58" fmla="*/ 1649019 w 3386022"/>
              <a:gd name="connsiteY58" fmla="*/ 5192257 h 5292726"/>
              <a:gd name="connsiteX59" fmla="*/ 1651780 w 3386022"/>
              <a:gd name="connsiteY59" fmla="*/ 5194507 h 5292726"/>
              <a:gd name="connsiteX60" fmla="*/ 1651842 w 3386022"/>
              <a:gd name="connsiteY60" fmla="*/ 5194507 h 5292726"/>
              <a:gd name="connsiteX61" fmla="*/ 1654354 w 3386022"/>
              <a:gd name="connsiteY61" fmla="*/ 5196583 h 5292726"/>
              <a:gd name="connsiteX62" fmla="*/ 1656738 w 3386022"/>
              <a:gd name="connsiteY62" fmla="*/ 5198530 h 5292726"/>
              <a:gd name="connsiteX63" fmla="*/ 1645064 w 3386022"/>
              <a:gd name="connsiteY63" fmla="*/ 5200910 h 5292726"/>
              <a:gd name="connsiteX64" fmla="*/ 1637723 w 3386022"/>
              <a:gd name="connsiteY64" fmla="*/ 5200391 h 5292726"/>
              <a:gd name="connsiteX65" fmla="*/ 1637220 w 3386022"/>
              <a:gd name="connsiteY65" fmla="*/ 5196713 h 5292726"/>
              <a:gd name="connsiteX66" fmla="*/ 1645943 w 3386022"/>
              <a:gd name="connsiteY66" fmla="*/ 5189704 h 5292726"/>
              <a:gd name="connsiteX67" fmla="*/ 1428868 w 3386022"/>
              <a:gd name="connsiteY67" fmla="*/ 5171661 h 5292726"/>
              <a:gd name="connsiteX68" fmla="*/ 1429559 w 3386022"/>
              <a:gd name="connsiteY68" fmla="*/ 5171748 h 5292726"/>
              <a:gd name="connsiteX69" fmla="*/ 1430250 w 3386022"/>
              <a:gd name="connsiteY69" fmla="*/ 5171791 h 5292726"/>
              <a:gd name="connsiteX70" fmla="*/ 1430938 w 3386022"/>
              <a:gd name="connsiteY70" fmla="*/ 5171834 h 5292726"/>
              <a:gd name="connsiteX71" fmla="*/ 1431630 w 3386022"/>
              <a:gd name="connsiteY71" fmla="*/ 5171920 h 5292726"/>
              <a:gd name="connsiteX72" fmla="*/ 1431192 w 3386022"/>
              <a:gd name="connsiteY72" fmla="*/ 5172353 h 5292726"/>
              <a:gd name="connsiteX73" fmla="*/ 1430689 w 3386022"/>
              <a:gd name="connsiteY73" fmla="*/ 5172743 h 5292726"/>
              <a:gd name="connsiteX74" fmla="*/ 1430250 w 3386022"/>
              <a:gd name="connsiteY74" fmla="*/ 5173176 h 5292726"/>
              <a:gd name="connsiteX75" fmla="*/ 1429746 w 3386022"/>
              <a:gd name="connsiteY75" fmla="*/ 5173608 h 5292726"/>
              <a:gd name="connsiteX76" fmla="*/ 1429497 w 3386022"/>
              <a:gd name="connsiteY76" fmla="*/ 5173089 h 5292726"/>
              <a:gd name="connsiteX77" fmla="*/ 1429308 w 3386022"/>
              <a:gd name="connsiteY77" fmla="*/ 5172613 h 5292726"/>
              <a:gd name="connsiteX78" fmla="*/ 1429057 w 3386022"/>
              <a:gd name="connsiteY78" fmla="*/ 5172137 h 5292726"/>
              <a:gd name="connsiteX79" fmla="*/ 1641864 w 3386022"/>
              <a:gd name="connsiteY79" fmla="*/ 5167334 h 5292726"/>
              <a:gd name="connsiteX80" fmla="*/ 1650963 w 3386022"/>
              <a:gd name="connsiteY80" fmla="*/ 5167896 h 5292726"/>
              <a:gd name="connsiteX81" fmla="*/ 1649144 w 3386022"/>
              <a:gd name="connsiteY81" fmla="*/ 5177978 h 5292726"/>
              <a:gd name="connsiteX82" fmla="*/ 1648579 w 3386022"/>
              <a:gd name="connsiteY82" fmla="*/ 5178497 h 5292726"/>
              <a:gd name="connsiteX83" fmla="*/ 1647700 w 3386022"/>
              <a:gd name="connsiteY83" fmla="*/ 5178973 h 5292726"/>
              <a:gd name="connsiteX84" fmla="*/ 1646757 w 3386022"/>
              <a:gd name="connsiteY84" fmla="*/ 5179406 h 5292726"/>
              <a:gd name="connsiteX85" fmla="*/ 1645817 w 3386022"/>
              <a:gd name="connsiteY85" fmla="*/ 5179882 h 5292726"/>
              <a:gd name="connsiteX86" fmla="*/ 1635588 w 3386022"/>
              <a:gd name="connsiteY86" fmla="*/ 5172569 h 5292726"/>
              <a:gd name="connsiteX87" fmla="*/ 1641864 w 3386022"/>
              <a:gd name="connsiteY87" fmla="*/ 5167334 h 5292726"/>
              <a:gd name="connsiteX88" fmla="*/ 884403 w 3386022"/>
              <a:gd name="connsiteY88" fmla="*/ 5151238 h 5292726"/>
              <a:gd name="connsiteX89" fmla="*/ 889800 w 3386022"/>
              <a:gd name="connsiteY89" fmla="*/ 5152406 h 5292726"/>
              <a:gd name="connsiteX90" fmla="*/ 889863 w 3386022"/>
              <a:gd name="connsiteY90" fmla="*/ 5152321 h 5292726"/>
              <a:gd name="connsiteX91" fmla="*/ 891997 w 3386022"/>
              <a:gd name="connsiteY91" fmla="*/ 5152969 h 5292726"/>
              <a:gd name="connsiteX92" fmla="*/ 891934 w 3386022"/>
              <a:gd name="connsiteY92" fmla="*/ 5153748 h 5292726"/>
              <a:gd name="connsiteX93" fmla="*/ 890678 w 3386022"/>
              <a:gd name="connsiteY93" fmla="*/ 5155263 h 5292726"/>
              <a:gd name="connsiteX94" fmla="*/ 888732 w 3386022"/>
              <a:gd name="connsiteY94" fmla="*/ 5154830 h 5292726"/>
              <a:gd name="connsiteX95" fmla="*/ 886788 w 3386022"/>
              <a:gd name="connsiteY95" fmla="*/ 5154397 h 5292726"/>
              <a:gd name="connsiteX96" fmla="*/ 884843 w 3386022"/>
              <a:gd name="connsiteY96" fmla="*/ 5153964 h 5292726"/>
              <a:gd name="connsiteX97" fmla="*/ 882896 w 3386022"/>
              <a:gd name="connsiteY97" fmla="*/ 5153488 h 5292726"/>
              <a:gd name="connsiteX98" fmla="*/ 883274 w 3386022"/>
              <a:gd name="connsiteY98" fmla="*/ 5152926 h 5292726"/>
              <a:gd name="connsiteX99" fmla="*/ 883649 w 3386022"/>
              <a:gd name="connsiteY99" fmla="*/ 5152363 h 5292726"/>
              <a:gd name="connsiteX100" fmla="*/ 884027 w 3386022"/>
              <a:gd name="connsiteY100" fmla="*/ 5151801 h 5292726"/>
              <a:gd name="connsiteX101" fmla="*/ 884403 w 3386022"/>
              <a:gd name="connsiteY101" fmla="*/ 5151238 h 5292726"/>
              <a:gd name="connsiteX102" fmla="*/ 1729907 w 3386022"/>
              <a:gd name="connsiteY102" fmla="*/ 5150978 h 5292726"/>
              <a:gd name="connsiteX103" fmla="*/ 1730660 w 3386022"/>
              <a:gd name="connsiteY103" fmla="*/ 5151238 h 5292726"/>
              <a:gd name="connsiteX104" fmla="*/ 1731413 w 3386022"/>
              <a:gd name="connsiteY104" fmla="*/ 5151498 h 5292726"/>
              <a:gd name="connsiteX105" fmla="*/ 1732165 w 3386022"/>
              <a:gd name="connsiteY105" fmla="*/ 5151757 h 5292726"/>
              <a:gd name="connsiteX106" fmla="*/ 1732919 w 3386022"/>
              <a:gd name="connsiteY106" fmla="*/ 5152016 h 5292726"/>
              <a:gd name="connsiteX107" fmla="*/ 1732103 w 3386022"/>
              <a:gd name="connsiteY107" fmla="*/ 5152190 h 5292726"/>
              <a:gd name="connsiteX108" fmla="*/ 1731225 w 3386022"/>
              <a:gd name="connsiteY108" fmla="*/ 5152363 h 5292726"/>
              <a:gd name="connsiteX109" fmla="*/ 1730346 w 3386022"/>
              <a:gd name="connsiteY109" fmla="*/ 5152536 h 5292726"/>
              <a:gd name="connsiteX110" fmla="*/ 1729530 w 3386022"/>
              <a:gd name="connsiteY110" fmla="*/ 5152709 h 5292726"/>
              <a:gd name="connsiteX111" fmla="*/ 1729592 w 3386022"/>
              <a:gd name="connsiteY111" fmla="*/ 5152276 h 5292726"/>
              <a:gd name="connsiteX112" fmla="*/ 1729718 w 3386022"/>
              <a:gd name="connsiteY112" fmla="*/ 5151844 h 5292726"/>
              <a:gd name="connsiteX113" fmla="*/ 1729781 w 3386022"/>
              <a:gd name="connsiteY113" fmla="*/ 5151411 h 5292726"/>
              <a:gd name="connsiteX114" fmla="*/ 1333043 w 3386022"/>
              <a:gd name="connsiteY114" fmla="*/ 5120214 h 5292726"/>
              <a:gd name="connsiteX115" fmla="*/ 1343023 w 3386022"/>
              <a:gd name="connsiteY115" fmla="*/ 5121079 h 5292726"/>
              <a:gd name="connsiteX116" fmla="*/ 1349299 w 3386022"/>
              <a:gd name="connsiteY116" fmla="*/ 5122335 h 5292726"/>
              <a:gd name="connsiteX117" fmla="*/ 1354507 w 3386022"/>
              <a:gd name="connsiteY117" fmla="*/ 5124844 h 5292726"/>
              <a:gd name="connsiteX118" fmla="*/ 1354507 w 3386022"/>
              <a:gd name="connsiteY118" fmla="*/ 5124801 h 5292726"/>
              <a:gd name="connsiteX119" fmla="*/ 1361347 w 3386022"/>
              <a:gd name="connsiteY119" fmla="*/ 5129387 h 5292726"/>
              <a:gd name="connsiteX120" fmla="*/ 1348734 w 3386022"/>
              <a:gd name="connsiteY120" fmla="*/ 5130210 h 5292726"/>
              <a:gd name="connsiteX121" fmla="*/ 1341577 w 3386022"/>
              <a:gd name="connsiteY121" fmla="*/ 5129517 h 5292726"/>
              <a:gd name="connsiteX122" fmla="*/ 1337247 w 3386022"/>
              <a:gd name="connsiteY122" fmla="*/ 5126488 h 5292726"/>
              <a:gd name="connsiteX123" fmla="*/ 1333043 w 3386022"/>
              <a:gd name="connsiteY123" fmla="*/ 5120214 h 5292726"/>
              <a:gd name="connsiteX124" fmla="*/ 1632076 w 3386022"/>
              <a:gd name="connsiteY124" fmla="*/ 5117013 h 5292726"/>
              <a:gd name="connsiteX125" fmla="*/ 1654607 w 3386022"/>
              <a:gd name="connsiteY125" fmla="*/ 5121729 h 5292726"/>
              <a:gd name="connsiteX126" fmla="*/ 1656928 w 3386022"/>
              <a:gd name="connsiteY126" fmla="*/ 5136657 h 5292726"/>
              <a:gd name="connsiteX127" fmla="*/ 1648770 w 3386022"/>
              <a:gd name="connsiteY127" fmla="*/ 5148815 h 5292726"/>
              <a:gd name="connsiteX128" fmla="*/ 1639922 w 3386022"/>
              <a:gd name="connsiteY128" fmla="*/ 5145181 h 5292726"/>
              <a:gd name="connsiteX129" fmla="*/ 1637726 w 3386022"/>
              <a:gd name="connsiteY129" fmla="*/ 5138560 h 5292726"/>
              <a:gd name="connsiteX130" fmla="*/ 1635843 w 3386022"/>
              <a:gd name="connsiteY130" fmla="*/ 5131768 h 5292726"/>
              <a:gd name="connsiteX131" fmla="*/ 1634022 w 3386022"/>
              <a:gd name="connsiteY131" fmla="*/ 5124628 h 5292726"/>
              <a:gd name="connsiteX132" fmla="*/ 1632140 w 3386022"/>
              <a:gd name="connsiteY132" fmla="*/ 5117056 h 5292726"/>
              <a:gd name="connsiteX133" fmla="*/ 1277820 w 3386022"/>
              <a:gd name="connsiteY133" fmla="*/ 5112989 h 5292726"/>
              <a:gd name="connsiteX134" fmla="*/ 1285598 w 3386022"/>
              <a:gd name="connsiteY134" fmla="*/ 5121816 h 5292726"/>
              <a:gd name="connsiteX135" fmla="*/ 1287480 w 3386022"/>
              <a:gd name="connsiteY135" fmla="*/ 5127181 h 5292726"/>
              <a:gd name="connsiteX136" fmla="*/ 1287543 w 3386022"/>
              <a:gd name="connsiteY136" fmla="*/ 5127181 h 5292726"/>
              <a:gd name="connsiteX137" fmla="*/ 1283027 w 3386022"/>
              <a:gd name="connsiteY137" fmla="*/ 5131292 h 5292726"/>
              <a:gd name="connsiteX138" fmla="*/ 1271419 w 3386022"/>
              <a:gd name="connsiteY138" fmla="*/ 5136354 h 5292726"/>
              <a:gd name="connsiteX139" fmla="*/ 1267841 w 3386022"/>
              <a:gd name="connsiteY139" fmla="*/ 5129344 h 5292726"/>
              <a:gd name="connsiteX140" fmla="*/ 1265832 w 3386022"/>
              <a:gd name="connsiteY140" fmla="*/ 5123114 h 5292726"/>
              <a:gd name="connsiteX141" fmla="*/ 1268217 w 3386022"/>
              <a:gd name="connsiteY141" fmla="*/ 5117662 h 5292726"/>
              <a:gd name="connsiteX142" fmla="*/ 1277820 w 3386022"/>
              <a:gd name="connsiteY142" fmla="*/ 5112989 h 5292726"/>
              <a:gd name="connsiteX143" fmla="*/ 1658932 w 3386022"/>
              <a:gd name="connsiteY143" fmla="*/ 5087071 h 5292726"/>
              <a:gd name="connsiteX144" fmla="*/ 1660815 w 3386022"/>
              <a:gd name="connsiteY144" fmla="*/ 5088153 h 5292726"/>
              <a:gd name="connsiteX145" fmla="*/ 1664017 w 3386022"/>
              <a:gd name="connsiteY145" fmla="*/ 5091138 h 5292726"/>
              <a:gd name="connsiteX146" fmla="*/ 1657928 w 3386022"/>
              <a:gd name="connsiteY146" fmla="*/ 5092350 h 5292726"/>
              <a:gd name="connsiteX147" fmla="*/ 1655230 w 3386022"/>
              <a:gd name="connsiteY147" fmla="*/ 5092566 h 5292726"/>
              <a:gd name="connsiteX148" fmla="*/ 1653786 w 3386022"/>
              <a:gd name="connsiteY148" fmla="*/ 5091398 h 5292726"/>
              <a:gd name="connsiteX149" fmla="*/ 1651527 w 3386022"/>
              <a:gd name="connsiteY149" fmla="*/ 5088412 h 5292726"/>
              <a:gd name="connsiteX150" fmla="*/ 1656485 w 3386022"/>
              <a:gd name="connsiteY150" fmla="*/ 5087374 h 5292726"/>
              <a:gd name="connsiteX151" fmla="*/ 1658932 w 3386022"/>
              <a:gd name="connsiteY151" fmla="*/ 5087114 h 5292726"/>
              <a:gd name="connsiteX152" fmla="*/ 1283026 w 3386022"/>
              <a:gd name="connsiteY152" fmla="*/ 5083219 h 5292726"/>
              <a:gd name="connsiteX153" fmla="*/ 1284534 w 3386022"/>
              <a:gd name="connsiteY153" fmla="*/ 5084128 h 5292726"/>
              <a:gd name="connsiteX154" fmla="*/ 1286041 w 3386022"/>
              <a:gd name="connsiteY154" fmla="*/ 5085037 h 5292726"/>
              <a:gd name="connsiteX155" fmla="*/ 1287543 w 3386022"/>
              <a:gd name="connsiteY155" fmla="*/ 5085945 h 5292726"/>
              <a:gd name="connsiteX156" fmla="*/ 1289050 w 3386022"/>
              <a:gd name="connsiteY156" fmla="*/ 5086854 h 5292726"/>
              <a:gd name="connsiteX157" fmla="*/ 1286413 w 3386022"/>
              <a:gd name="connsiteY157" fmla="*/ 5087849 h 5292726"/>
              <a:gd name="connsiteX158" fmla="*/ 1283780 w 3386022"/>
              <a:gd name="connsiteY158" fmla="*/ 5088844 h 5292726"/>
              <a:gd name="connsiteX159" fmla="*/ 1281146 w 3386022"/>
              <a:gd name="connsiteY159" fmla="*/ 5089840 h 5292726"/>
              <a:gd name="connsiteX160" fmla="*/ 1281208 w 3386022"/>
              <a:gd name="connsiteY160" fmla="*/ 5089926 h 5292726"/>
              <a:gd name="connsiteX161" fmla="*/ 1278572 w 3386022"/>
              <a:gd name="connsiteY161" fmla="*/ 5090922 h 5292726"/>
              <a:gd name="connsiteX162" fmla="*/ 1276311 w 3386022"/>
              <a:gd name="connsiteY162" fmla="*/ 5087330 h 5292726"/>
              <a:gd name="connsiteX163" fmla="*/ 1275999 w 3386022"/>
              <a:gd name="connsiteY163" fmla="*/ 5085729 h 5292726"/>
              <a:gd name="connsiteX164" fmla="*/ 1278068 w 3386022"/>
              <a:gd name="connsiteY164" fmla="*/ 5084777 h 5292726"/>
              <a:gd name="connsiteX165" fmla="*/ 1283026 w 3386022"/>
              <a:gd name="connsiteY165" fmla="*/ 5083219 h 5292726"/>
              <a:gd name="connsiteX166" fmla="*/ 934164 w 3386022"/>
              <a:gd name="connsiteY166" fmla="*/ 5055400 h 5292726"/>
              <a:gd name="connsiteX167" fmla="*/ 936741 w 3386022"/>
              <a:gd name="connsiteY167" fmla="*/ 5058210 h 5292726"/>
              <a:gd name="connsiteX168" fmla="*/ 937432 w 3386022"/>
              <a:gd name="connsiteY168" fmla="*/ 5059595 h 5292726"/>
              <a:gd name="connsiteX169" fmla="*/ 935298 w 3386022"/>
              <a:gd name="connsiteY169" fmla="*/ 5060547 h 5292726"/>
              <a:gd name="connsiteX170" fmla="*/ 929398 w 3386022"/>
              <a:gd name="connsiteY170" fmla="*/ 5062148 h 5292726"/>
              <a:gd name="connsiteX171" fmla="*/ 927893 w 3386022"/>
              <a:gd name="connsiteY171" fmla="*/ 5061282 h 5292726"/>
              <a:gd name="connsiteX172" fmla="*/ 926386 w 3386022"/>
              <a:gd name="connsiteY172" fmla="*/ 5060417 h 5292726"/>
              <a:gd name="connsiteX173" fmla="*/ 924881 w 3386022"/>
              <a:gd name="connsiteY173" fmla="*/ 5059552 h 5292726"/>
              <a:gd name="connsiteX174" fmla="*/ 923374 w 3386022"/>
              <a:gd name="connsiteY174" fmla="*/ 5058686 h 5292726"/>
              <a:gd name="connsiteX175" fmla="*/ 926073 w 3386022"/>
              <a:gd name="connsiteY175" fmla="*/ 5057864 h 5292726"/>
              <a:gd name="connsiteX176" fmla="*/ 928771 w 3386022"/>
              <a:gd name="connsiteY176" fmla="*/ 5057042 h 5292726"/>
              <a:gd name="connsiteX177" fmla="*/ 931470 w 3386022"/>
              <a:gd name="connsiteY177" fmla="*/ 5056220 h 5292726"/>
              <a:gd name="connsiteX178" fmla="*/ 934043 w 3386022"/>
              <a:gd name="connsiteY178" fmla="*/ 5055268 h 5292726"/>
              <a:gd name="connsiteX179" fmla="*/ 934168 w 3386022"/>
              <a:gd name="connsiteY179" fmla="*/ 5055398 h 5292726"/>
              <a:gd name="connsiteX180" fmla="*/ 934164 w 3386022"/>
              <a:gd name="connsiteY180" fmla="*/ 5055400 h 5292726"/>
              <a:gd name="connsiteX181" fmla="*/ 1676441 w 3386022"/>
              <a:gd name="connsiteY181" fmla="*/ 5054143 h 5292726"/>
              <a:gd name="connsiteX182" fmla="*/ 1677885 w 3386022"/>
              <a:gd name="connsiteY182" fmla="*/ 5054835 h 5292726"/>
              <a:gd name="connsiteX183" fmla="*/ 1679329 w 3386022"/>
              <a:gd name="connsiteY183" fmla="*/ 5055527 h 5292726"/>
              <a:gd name="connsiteX184" fmla="*/ 1679329 w 3386022"/>
              <a:gd name="connsiteY184" fmla="*/ 5055614 h 5292726"/>
              <a:gd name="connsiteX185" fmla="*/ 1680772 w 3386022"/>
              <a:gd name="connsiteY185" fmla="*/ 5056306 h 5292726"/>
              <a:gd name="connsiteX186" fmla="*/ 1682216 w 3386022"/>
              <a:gd name="connsiteY186" fmla="*/ 5056999 h 5292726"/>
              <a:gd name="connsiteX187" fmla="*/ 1675814 w 3386022"/>
              <a:gd name="connsiteY187" fmla="*/ 5058989 h 5292726"/>
              <a:gd name="connsiteX188" fmla="*/ 1672928 w 3386022"/>
              <a:gd name="connsiteY188" fmla="*/ 5058989 h 5292726"/>
              <a:gd name="connsiteX189" fmla="*/ 1673241 w 3386022"/>
              <a:gd name="connsiteY189" fmla="*/ 5057302 h 5292726"/>
              <a:gd name="connsiteX190" fmla="*/ 1676441 w 3386022"/>
              <a:gd name="connsiteY190" fmla="*/ 5054143 h 5292726"/>
              <a:gd name="connsiteX191" fmla="*/ 827799 w 3386022"/>
              <a:gd name="connsiteY191" fmla="*/ 5051763 h 5292726"/>
              <a:gd name="connsiteX192" fmla="*/ 851143 w 3386022"/>
              <a:gd name="connsiteY192" fmla="*/ 5059206 h 5292726"/>
              <a:gd name="connsiteX193" fmla="*/ 852586 w 3386022"/>
              <a:gd name="connsiteY193" fmla="*/ 5064701 h 5292726"/>
              <a:gd name="connsiteX194" fmla="*/ 842106 w 3386022"/>
              <a:gd name="connsiteY194" fmla="*/ 5066431 h 5292726"/>
              <a:gd name="connsiteX195" fmla="*/ 829618 w 3386022"/>
              <a:gd name="connsiteY195" fmla="*/ 5062494 h 5292726"/>
              <a:gd name="connsiteX196" fmla="*/ 828426 w 3386022"/>
              <a:gd name="connsiteY196" fmla="*/ 5060893 h 5292726"/>
              <a:gd name="connsiteX197" fmla="*/ 828050 w 3386022"/>
              <a:gd name="connsiteY197" fmla="*/ 5058643 h 5292726"/>
              <a:gd name="connsiteX198" fmla="*/ 828050 w 3386022"/>
              <a:gd name="connsiteY198" fmla="*/ 5055657 h 5292726"/>
              <a:gd name="connsiteX199" fmla="*/ 827736 w 3386022"/>
              <a:gd name="connsiteY199" fmla="*/ 5051806 h 5292726"/>
              <a:gd name="connsiteX200" fmla="*/ 1456420 w 3386022"/>
              <a:gd name="connsiteY200" fmla="*/ 5049860 h 5292726"/>
              <a:gd name="connsiteX201" fmla="*/ 1458115 w 3386022"/>
              <a:gd name="connsiteY201" fmla="*/ 5050855 h 5292726"/>
              <a:gd name="connsiteX202" fmla="*/ 1460938 w 3386022"/>
              <a:gd name="connsiteY202" fmla="*/ 5053710 h 5292726"/>
              <a:gd name="connsiteX203" fmla="*/ 1459370 w 3386022"/>
              <a:gd name="connsiteY203" fmla="*/ 5054532 h 5292726"/>
              <a:gd name="connsiteX204" fmla="*/ 1457801 w 3386022"/>
              <a:gd name="connsiteY204" fmla="*/ 5055355 h 5292726"/>
              <a:gd name="connsiteX205" fmla="*/ 1456294 w 3386022"/>
              <a:gd name="connsiteY205" fmla="*/ 5056177 h 5292726"/>
              <a:gd name="connsiteX206" fmla="*/ 1454790 w 3386022"/>
              <a:gd name="connsiteY206" fmla="*/ 5056999 h 5292726"/>
              <a:gd name="connsiteX207" fmla="*/ 1453408 w 3386022"/>
              <a:gd name="connsiteY207" fmla="*/ 5055657 h 5292726"/>
              <a:gd name="connsiteX208" fmla="*/ 1452027 w 3386022"/>
              <a:gd name="connsiteY208" fmla="*/ 5054316 h 5292726"/>
              <a:gd name="connsiteX209" fmla="*/ 1450647 w 3386022"/>
              <a:gd name="connsiteY209" fmla="*/ 5052975 h 5292726"/>
              <a:gd name="connsiteX210" fmla="*/ 1449266 w 3386022"/>
              <a:gd name="connsiteY210" fmla="*/ 5051634 h 5292726"/>
              <a:gd name="connsiteX211" fmla="*/ 1454034 w 3386022"/>
              <a:gd name="connsiteY211" fmla="*/ 5050335 h 5292726"/>
              <a:gd name="connsiteX212" fmla="*/ 1456360 w 3386022"/>
              <a:gd name="connsiteY212" fmla="*/ 5049946 h 5292726"/>
              <a:gd name="connsiteX213" fmla="*/ 1368624 w 3386022"/>
              <a:gd name="connsiteY213" fmla="*/ 5042158 h 5292726"/>
              <a:gd name="connsiteX214" fmla="*/ 1368247 w 3386022"/>
              <a:gd name="connsiteY214" fmla="*/ 5042764 h 5292726"/>
              <a:gd name="connsiteX215" fmla="*/ 1367870 w 3386022"/>
              <a:gd name="connsiteY215" fmla="*/ 5043370 h 5292726"/>
              <a:gd name="connsiteX216" fmla="*/ 1367495 w 3386022"/>
              <a:gd name="connsiteY216" fmla="*/ 5043975 h 5292726"/>
              <a:gd name="connsiteX217" fmla="*/ 1367118 w 3386022"/>
              <a:gd name="connsiteY217" fmla="*/ 5044582 h 5292726"/>
              <a:gd name="connsiteX218" fmla="*/ 1366239 w 3386022"/>
              <a:gd name="connsiteY218" fmla="*/ 5044365 h 5292726"/>
              <a:gd name="connsiteX219" fmla="*/ 1365361 w 3386022"/>
              <a:gd name="connsiteY219" fmla="*/ 5044149 h 5292726"/>
              <a:gd name="connsiteX220" fmla="*/ 1364482 w 3386022"/>
              <a:gd name="connsiteY220" fmla="*/ 5043932 h 5292726"/>
              <a:gd name="connsiteX221" fmla="*/ 1363603 w 3386022"/>
              <a:gd name="connsiteY221" fmla="*/ 5043716 h 5292726"/>
              <a:gd name="connsiteX222" fmla="*/ 1364858 w 3386022"/>
              <a:gd name="connsiteY222" fmla="*/ 5043326 h 5292726"/>
              <a:gd name="connsiteX223" fmla="*/ 1366114 w 3386022"/>
              <a:gd name="connsiteY223" fmla="*/ 5042937 h 5292726"/>
              <a:gd name="connsiteX224" fmla="*/ 1367369 w 3386022"/>
              <a:gd name="connsiteY224" fmla="*/ 5042548 h 5292726"/>
              <a:gd name="connsiteX225" fmla="*/ 1368624 w 3386022"/>
              <a:gd name="connsiteY225" fmla="*/ 5042158 h 5292726"/>
              <a:gd name="connsiteX226" fmla="*/ 929650 w 3386022"/>
              <a:gd name="connsiteY226" fmla="*/ 5032465 h 5292726"/>
              <a:gd name="connsiteX227" fmla="*/ 938937 w 3386022"/>
              <a:gd name="connsiteY227" fmla="*/ 5033590 h 5292726"/>
              <a:gd name="connsiteX228" fmla="*/ 938123 w 3386022"/>
              <a:gd name="connsiteY228" fmla="*/ 5034629 h 5292726"/>
              <a:gd name="connsiteX229" fmla="*/ 937243 w 3386022"/>
              <a:gd name="connsiteY229" fmla="*/ 5035668 h 5292726"/>
              <a:gd name="connsiteX230" fmla="*/ 936364 w 3386022"/>
              <a:gd name="connsiteY230" fmla="*/ 5036706 h 5292726"/>
              <a:gd name="connsiteX231" fmla="*/ 935486 w 3386022"/>
              <a:gd name="connsiteY231" fmla="*/ 5037744 h 5292726"/>
              <a:gd name="connsiteX232" fmla="*/ 929525 w 3386022"/>
              <a:gd name="connsiteY232" fmla="*/ 5035624 h 5292726"/>
              <a:gd name="connsiteX233" fmla="*/ 927015 w 3386022"/>
              <a:gd name="connsiteY233" fmla="*/ 5033503 h 5292726"/>
              <a:gd name="connsiteX234" fmla="*/ 927077 w 3386022"/>
              <a:gd name="connsiteY234" fmla="*/ 5033503 h 5292726"/>
              <a:gd name="connsiteX235" fmla="*/ 929650 w 3386022"/>
              <a:gd name="connsiteY235" fmla="*/ 5032465 h 5292726"/>
              <a:gd name="connsiteX236" fmla="*/ 1388018 w 3386022"/>
              <a:gd name="connsiteY236" fmla="*/ 5031254 h 5292726"/>
              <a:gd name="connsiteX237" fmla="*/ 1390087 w 3386022"/>
              <a:gd name="connsiteY237" fmla="*/ 5031730 h 5292726"/>
              <a:gd name="connsiteX238" fmla="*/ 1392158 w 3386022"/>
              <a:gd name="connsiteY238" fmla="*/ 5032206 h 5292726"/>
              <a:gd name="connsiteX239" fmla="*/ 1394229 w 3386022"/>
              <a:gd name="connsiteY239" fmla="*/ 5032682 h 5292726"/>
              <a:gd name="connsiteX240" fmla="*/ 1396300 w 3386022"/>
              <a:gd name="connsiteY240" fmla="*/ 5033158 h 5292726"/>
              <a:gd name="connsiteX241" fmla="*/ 1395359 w 3386022"/>
              <a:gd name="connsiteY241" fmla="*/ 5034413 h 5292726"/>
              <a:gd name="connsiteX242" fmla="*/ 1394355 w 3386022"/>
              <a:gd name="connsiteY242" fmla="*/ 5034846 h 5292726"/>
              <a:gd name="connsiteX243" fmla="*/ 1391844 w 3386022"/>
              <a:gd name="connsiteY243" fmla="*/ 5034543 h 5292726"/>
              <a:gd name="connsiteX244" fmla="*/ 1386259 w 3386022"/>
              <a:gd name="connsiteY244" fmla="*/ 5033504 h 5292726"/>
              <a:gd name="connsiteX245" fmla="*/ 1386698 w 3386022"/>
              <a:gd name="connsiteY245" fmla="*/ 5032942 h 5292726"/>
              <a:gd name="connsiteX246" fmla="*/ 1387138 w 3386022"/>
              <a:gd name="connsiteY246" fmla="*/ 5032379 h 5292726"/>
              <a:gd name="connsiteX247" fmla="*/ 1387577 w 3386022"/>
              <a:gd name="connsiteY247" fmla="*/ 5031817 h 5292726"/>
              <a:gd name="connsiteX248" fmla="*/ 1388018 w 3386022"/>
              <a:gd name="connsiteY248" fmla="*/ 5031254 h 5292726"/>
              <a:gd name="connsiteX249" fmla="*/ 1612933 w 3386022"/>
              <a:gd name="connsiteY249" fmla="*/ 5027663 h 5292726"/>
              <a:gd name="connsiteX250" fmla="*/ 1620464 w 3386022"/>
              <a:gd name="connsiteY250" fmla="*/ 5028960 h 5292726"/>
              <a:gd name="connsiteX251" fmla="*/ 1620652 w 3386022"/>
              <a:gd name="connsiteY251" fmla="*/ 5032466 h 5292726"/>
              <a:gd name="connsiteX252" fmla="*/ 1610612 w 3386022"/>
              <a:gd name="connsiteY252" fmla="*/ 5037096 h 5292726"/>
              <a:gd name="connsiteX253" fmla="*/ 1608290 w 3386022"/>
              <a:gd name="connsiteY253" fmla="*/ 5035279 h 5292726"/>
              <a:gd name="connsiteX254" fmla="*/ 1605904 w 3386022"/>
              <a:gd name="connsiteY254" fmla="*/ 5033460 h 5292726"/>
              <a:gd name="connsiteX255" fmla="*/ 1603459 w 3386022"/>
              <a:gd name="connsiteY255" fmla="*/ 5031600 h 5292726"/>
              <a:gd name="connsiteX256" fmla="*/ 1601011 w 3386022"/>
              <a:gd name="connsiteY256" fmla="*/ 5029739 h 5292726"/>
              <a:gd name="connsiteX257" fmla="*/ 1612872 w 3386022"/>
              <a:gd name="connsiteY257" fmla="*/ 5027706 h 5292726"/>
              <a:gd name="connsiteX258" fmla="*/ 1301353 w 3386022"/>
              <a:gd name="connsiteY258" fmla="*/ 5018879 h 5292726"/>
              <a:gd name="connsiteX259" fmla="*/ 1298402 w 3386022"/>
              <a:gd name="connsiteY259" fmla="*/ 5045360 h 5292726"/>
              <a:gd name="connsiteX260" fmla="*/ 1286666 w 3386022"/>
              <a:gd name="connsiteY260" fmla="*/ 5052802 h 5292726"/>
              <a:gd name="connsiteX261" fmla="*/ 1277130 w 3386022"/>
              <a:gd name="connsiteY261" fmla="*/ 5044278 h 5292726"/>
              <a:gd name="connsiteX262" fmla="*/ 1280768 w 3386022"/>
              <a:gd name="connsiteY262" fmla="*/ 5022904 h 5292726"/>
              <a:gd name="connsiteX263" fmla="*/ 1283028 w 3386022"/>
              <a:gd name="connsiteY263" fmla="*/ 5021779 h 5292726"/>
              <a:gd name="connsiteX264" fmla="*/ 1287803 w 3386022"/>
              <a:gd name="connsiteY264" fmla="*/ 5020913 h 5292726"/>
              <a:gd name="connsiteX265" fmla="*/ 1294199 w 3386022"/>
              <a:gd name="connsiteY265" fmla="*/ 5020047 h 5292726"/>
              <a:gd name="connsiteX266" fmla="*/ 1294199 w 3386022"/>
              <a:gd name="connsiteY266" fmla="*/ 5020004 h 5292726"/>
              <a:gd name="connsiteX267" fmla="*/ 1301353 w 3386022"/>
              <a:gd name="connsiteY267" fmla="*/ 5018879 h 5292726"/>
              <a:gd name="connsiteX268" fmla="*/ 1036839 w 3386022"/>
              <a:gd name="connsiteY268" fmla="*/ 5014466 h 5292726"/>
              <a:gd name="connsiteX269" fmla="*/ 1036964 w 3386022"/>
              <a:gd name="connsiteY269" fmla="*/ 5014553 h 5292726"/>
              <a:gd name="connsiteX270" fmla="*/ 1040730 w 3386022"/>
              <a:gd name="connsiteY270" fmla="*/ 5037052 h 5292726"/>
              <a:gd name="connsiteX271" fmla="*/ 1041734 w 3386022"/>
              <a:gd name="connsiteY271" fmla="*/ 5047393 h 5292726"/>
              <a:gd name="connsiteX272" fmla="*/ 1039098 w 3386022"/>
              <a:gd name="connsiteY272" fmla="*/ 5051417 h 5292726"/>
              <a:gd name="connsiteX273" fmla="*/ 1031756 w 3386022"/>
              <a:gd name="connsiteY273" fmla="*/ 5054922 h 5292726"/>
              <a:gd name="connsiteX274" fmla="*/ 1024790 w 3386022"/>
              <a:gd name="connsiteY274" fmla="*/ 5051504 h 5292726"/>
              <a:gd name="connsiteX275" fmla="*/ 1022467 w 3386022"/>
              <a:gd name="connsiteY275" fmla="*/ 5047480 h 5292726"/>
              <a:gd name="connsiteX276" fmla="*/ 1024225 w 3386022"/>
              <a:gd name="connsiteY276" fmla="*/ 5037182 h 5292726"/>
              <a:gd name="connsiteX277" fmla="*/ 1029559 w 3386022"/>
              <a:gd name="connsiteY277" fmla="*/ 5014986 h 5292726"/>
              <a:gd name="connsiteX278" fmla="*/ 1031379 w 3386022"/>
              <a:gd name="connsiteY278" fmla="*/ 5014855 h 5292726"/>
              <a:gd name="connsiteX279" fmla="*/ 1033199 w 3386022"/>
              <a:gd name="connsiteY279" fmla="*/ 5014726 h 5292726"/>
              <a:gd name="connsiteX280" fmla="*/ 1035020 w 3386022"/>
              <a:gd name="connsiteY280" fmla="*/ 5014596 h 5292726"/>
              <a:gd name="connsiteX281" fmla="*/ 1036839 w 3386022"/>
              <a:gd name="connsiteY281" fmla="*/ 5014466 h 5292726"/>
              <a:gd name="connsiteX282" fmla="*/ 854281 w 3386022"/>
              <a:gd name="connsiteY282" fmla="*/ 5009143 h 5292726"/>
              <a:gd name="connsiteX283" fmla="*/ 854281 w 3386022"/>
              <a:gd name="connsiteY283" fmla="*/ 5026840 h 5292726"/>
              <a:gd name="connsiteX284" fmla="*/ 837149 w 3386022"/>
              <a:gd name="connsiteY284" fmla="*/ 5020307 h 5292726"/>
              <a:gd name="connsiteX285" fmla="*/ 834891 w 3386022"/>
              <a:gd name="connsiteY285" fmla="*/ 5014726 h 5292726"/>
              <a:gd name="connsiteX286" fmla="*/ 834828 w 3386022"/>
              <a:gd name="connsiteY286" fmla="*/ 5014682 h 5292726"/>
              <a:gd name="connsiteX287" fmla="*/ 842295 w 3386022"/>
              <a:gd name="connsiteY287" fmla="*/ 5010744 h 5292726"/>
              <a:gd name="connsiteX288" fmla="*/ 854281 w 3386022"/>
              <a:gd name="connsiteY288" fmla="*/ 5009143 h 5292726"/>
              <a:gd name="connsiteX289" fmla="*/ 1982559 w 3386022"/>
              <a:gd name="connsiteY289" fmla="*/ 5005509 h 5292726"/>
              <a:gd name="connsiteX290" fmla="*/ 1983375 w 3386022"/>
              <a:gd name="connsiteY290" fmla="*/ 5005682 h 5292726"/>
              <a:gd name="connsiteX291" fmla="*/ 1984191 w 3386022"/>
              <a:gd name="connsiteY291" fmla="*/ 5005855 h 5292726"/>
              <a:gd name="connsiteX292" fmla="*/ 1984944 w 3386022"/>
              <a:gd name="connsiteY292" fmla="*/ 5006029 h 5292726"/>
              <a:gd name="connsiteX293" fmla="*/ 1985760 w 3386022"/>
              <a:gd name="connsiteY293" fmla="*/ 5006201 h 5292726"/>
              <a:gd name="connsiteX294" fmla="*/ 1984944 w 3386022"/>
              <a:gd name="connsiteY294" fmla="*/ 5006418 h 5292726"/>
              <a:gd name="connsiteX295" fmla="*/ 1984128 w 3386022"/>
              <a:gd name="connsiteY295" fmla="*/ 5006591 h 5292726"/>
              <a:gd name="connsiteX296" fmla="*/ 1983375 w 3386022"/>
              <a:gd name="connsiteY296" fmla="*/ 5006764 h 5292726"/>
              <a:gd name="connsiteX297" fmla="*/ 1982559 w 3386022"/>
              <a:gd name="connsiteY297" fmla="*/ 5006980 h 5292726"/>
              <a:gd name="connsiteX298" fmla="*/ 1982559 w 3386022"/>
              <a:gd name="connsiteY298" fmla="*/ 5006591 h 5292726"/>
              <a:gd name="connsiteX299" fmla="*/ 1982559 w 3386022"/>
              <a:gd name="connsiteY299" fmla="*/ 5006244 h 5292726"/>
              <a:gd name="connsiteX300" fmla="*/ 1982559 w 3386022"/>
              <a:gd name="connsiteY300" fmla="*/ 5005898 h 5292726"/>
              <a:gd name="connsiteX301" fmla="*/ 936114 w 3386022"/>
              <a:gd name="connsiteY301" fmla="*/ 4996640 h 5292726"/>
              <a:gd name="connsiteX302" fmla="*/ 936114 w 3386022"/>
              <a:gd name="connsiteY302" fmla="*/ 4996683 h 5292726"/>
              <a:gd name="connsiteX303" fmla="*/ 939628 w 3386022"/>
              <a:gd name="connsiteY303" fmla="*/ 4999539 h 5292726"/>
              <a:gd name="connsiteX304" fmla="*/ 940632 w 3386022"/>
              <a:gd name="connsiteY304" fmla="*/ 5001140 h 5292726"/>
              <a:gd name="connsiteX305" fmla="*/ 937871 w 3386022"/>
              <a:gd name="connsiteY305" fmla="*/ 5003433 h 5292726"/>
              <a:gd name="connsiteX306" fmla="*/ 930089 w 3386022"/>
              <a:gd name="connsiteY306" fmla="*/ 5008408 h 5292726"/>
              <a:gd name="connsiteX307" fmla="*/ 925633 w 3386022"/>
              <a:gd name="connsiteY307" fmla="*/ 5003216 h 5292726"/>
              <a:gd name="connsiteX308" fmla="*/ 924128 w 3386022"/>
              <a:gd name="connsiteY308" fmla="*/ 5000750 h 5292726"/>
              <a:gd name="connsiteX309" fmla="*/ 927140 w 3386022"/>
              <a:gd name="connsiteY309" fmla="*/ 4999149 h 5292726"/>
              <a:gd name="connsiteX310" fmla="*/ 936114 w 3386022"/>
              <a:gd name="connsiteY310" fmla="*/ 4996640 h 5292726"/>
              <a:gd name="connsiteX311" fmla="*/ 1987957 w 3386022"/>
              <a:gd name="connsiteY311" fmla="*/ 4990625 h 5292726"/>
              <a:gd name="connsiteX312" fmla="*/ 1988270 w 3386022"/>
              <a:gd name="connsiteY312" fmla="*/ 4991145 h 5292726"/>
              <a:gd name="connsiteX313" fmla="*/ 1988584 w 3386022"/>
              <a:gd name="connsiteY313" fmla="*/ 4991663 h 5292726"/>
              <a:gd name="connsiteX314" fmla="*/ 1988710 w 3386022"/>
              <a:gd name="connsiteY314" fmla="*/ 4991663 h 5292726"/>
              <a:gd name="connsiteX315" fmla="*/ 1989024 w 3386022"/>
              <a:gd name="connsiteY315" fmla="*/ 4992183 h 5292726"/>
              <a:gd name="connsiteX316" fmla="*/ 1989338 w 3386022"/>
              <a:gd name="connsiteY316" fmla="*/ 4992701 h 5292726"/>
              <a:gd name="connsiteX317" fmla="*/ 1988020 w 3386022"/>
              <a:gd name="connsiteY317" fmla="*/ 4992832 h 5292726"/>
              <a:gd name="connsiteX318" fmla="*/ 1986701 w 3386022"/>
              <a:gd name="connsiteY318" fmla="*/ 4992962 h 5292726"/>
              <a:gd name="connsiteX319" fmla="*/ 1985384 w 3386022"/>
              <a:gd name="connsiteY319" fmla="*/ 4993091 h 5292726"/>
              <a:gd name="connsiteX320" fmla="*/ 1984066 w 3386022"/>
              <a:gd name="connsiteY320" fmla="*/ 4993221 h 5292726"/>
              <a:gd name="connsiteX321" fmla="*/ 1984693 w 3386022"/>
              <a:gd name="connsiteY321" fmla="*/ 4991620 h 5292726"/>
              <a:gd name="connsiteX322" fmla="*/ 1985196 w 3386022"/>
              <a:gd name="connsiteY322" fmla="*/ 4990971 h 5292726"/>
              <a:gd name="connsiteX323" fmla="*/ 1986137 w 3386022"/>
              <a:gd name="connsiteY323" fmla="*/ 4990798 h 5292726"/>
              <a:gd name="connsiteX324" fmla="*/ 1987957 w 3386022"/>
              <a:gd name="connsiteY324" fmla="*/ 4990625 h 5292726"/>
              <a:gd name="connsiteX325" fmla="*/ 1669919 w 3386022"/>
              <a:gd name="connsiteY325" fmla="*/ 4990322 h 5292726"/>
              <a:gd name="connsiteX326" fmla="*/ 1681026 w 3386022"/>
              <a:gd name="connsiteY326" fmla="*/ 4992961 h 5292726"/>
              <a:gd name="connsiteX327" fmla="*/ 1680962 w 3386022"/>
              <a:gd name="connsiteY327" fmla="*/ 4993005 h 5292726"/>
              <a:gd name="connsiteX328" fmla="*/ 1692700 w 3386022"/>
              <a:gd name="connsiteY328" fmla="*/ 4998543 h 5292726"/>
              <a:gd name="connsiteX329" fmla="*/ 1701854 w 3386022"/>
              <a:gd name="connsiteY329" fmla="*/ 5003476 h 5292726"/>
              <a:gd name="connsiteX330" fmla="*/ 1684226 w 3386022"/>
              <a:gd name="connsiteY330" fmla="*/ 5003778 h 5292726"/>
              <a:gd name="connsiteX331" fmla="*/ 1670357 w 3386022"/>
              <a:gd name="connsiteY331" fmla="*/ 5003519 h 5292726"/>
              <a:gd name="connsiteX332" fmla="*/ 1662451 w 3386022"/>
              <a:gd name="connsiteY332" fmla="*/ 5000880 h 5292726"/>
              <a:gd name="connsiteX333" fmla="*/ 1662639 w 3386022"/>
              <a:gd name="connsiteY333" fmla="*/ 4994086 h 5292726"/>
              <a:gd name="connsiteX334" fmla="*/ 1669919 w 3386022"/>
              <a:gd name="connsiteY334" fmla="*/ 4990322 h 5292726"/>
              <a:gd name="connsiteX335" fmla="*/ 2055105 w 3386022"/>
              <a:gd name="connsiteY335" fmla="*/ 4984351 h 5292726"/>
              <a:gd name="connsiteX336" fmla="*/ 2055167 w 3386022"/>
              <a:gd name="connsiteY336" fmla="*/ 4984394 h 5292726"/>
              <a:gd name="connsiteX337" fmla="*/ 2068910 w 3386022"/>
              <a:gd name="connsiteY337" fmla="*/ 5003389 h 5292726"/>
              <a:gd name="connsiteX338" fmla="*/ 2065333 w 3386022"/>
              <a:gd name="connsiteY338" fmla="*/ 5018706 h 5292726"/>
              <a:gd name="connsiteX339" fmla="*/ 2053033 w 3386022"/>
              <a:gd name="connsiteY339" fmla="*/ 5026235 h 5292726"/>
              <a:gd name="connsiteX340" fmla="*/ 2040545 w 3386022"/>
              <a:gd name="connsiteY340" fmla="*/ 5021779 h 5292726"/>
              <a:gd name="connsiteX341" fmla="*/ 2039479 w 3386022"/>
              <a:gd name="connsiteY341" fmla="*/ 5018057 h 5292726"/>
              <a:gd name="connsiteX342" fmla="*/ 2041424 w 3386022"/>
              <a:gd name="connsiteY342" fmla="*/ 5011826 h 5292726"/>
              <a:gd name="connsiteX343" fmla="*/ 2046570 w 3386022"/>
              <a:gd name="connsiteY343" fmla="*/ 5001226 h 5292726"/>
              <a:gd name="connsiteX344" fmla="*/ 2055105 w 3386022"/>
              <a:gd name="connsiteY344" fmla="*/ 4984351 h 5292726"/>
              <a:gd name="connsiteX345" fmla="*/ 1283026 w 3386022"/>
              <a:gd name="connsiteY345" fmla="*/ 4978855 h 5292726"/>
              <a:gd name="connsiteX346" fmla="*/ 1284844 w 3386022"/>
              <a:gd name="connsiteY346" fmla="*/ 4981019 h 5292726"/>
              <a:gd name="connsiteX347" fmla="*/ 1286664 w 3386022"/>
              <a:gd name="connsiteY347" fmla="*/ 4983182 h 5292726"/>
              <a:gd name="connsiteX348" fmla="*/ 1288486 w 3386022"/>
              <a:gd name="connsiteY348" fmla="*/ 4985346 h 5292726"/>
              <a:gd name="connsiteX349" fmla="*/ 1290309 w 3386022"/>
              <a:gd name="connsiteY349" fmla="*/ 4987509 h 5292726"/>
              <a:gd name="connsiteX350" fmla="*/ 1288108 w 3386022"/>
              <a:gd name="connsiteY350" fmla="*/ 4987898 h 5292726"/>
              <a:gd name="connsiteX351" fmla="*/ 1285913 w 3386022"/>
              <a:gd name="connsiteY351" fmla="*/ 4988288 h 5292726"/>
              <a:gd name="connsiteX352" fmla="*/ 1283718 w 3386022"/>
              <a:gd name="connsiteY352" fmla="*/ 4988677 h 5292726"/>
              <a:gd name="connsiteX353" fmla="*/ 1281519 w 3386022"/>
              <a:gd name="connsiteY353" fmla="*/ 4989067 h 5292726"/>
              <a:gd name="connsiteX354" fmla="*/ 1280266 w 3386022"/>
              <a:gd name="connsiteY354" fmla="*/ 4986817 h 5292726"/>
              <a:gd name="connsiteX355" fmla="*/ 1279011 w 3386022"/>
              <a:gd name="connsiteY355" fmla="*/ 4984567 h 5292726"/>
              <a:gd name="connsiteX356" fmla="*/ 1277755 w 3386022"/>
              <a:gd name="connsiteY356" fmla="*/ 4982317 h 5292726"/>
              <a:gd name="connsiteX357" fmla="*/ 1276500 w 3386022"/>
              <a:gd name="connsiteY357" fmla="*/ 4980067 h 5292726"/>
              <a:gd name="connsiteX358" fmla="*/ 1278131 w 3386022"/>
              <a:gd name="connsiteY358" fmla="*/ 4979764 h 5292726"/>
              <a:gd name="connsiteX359" fmla="*/ 1279762 w 3386022"/>
              <a:gd name="connsiteY359" fmla="*/ 4979461 h 5292726"/>
              <a:gd name="connsiteX360" fmla="*/ 1281394 w 3386022"/>
              <a:gd name="connsiteY360" fmla="*/ 4979159 h 5292726"/>
              <a:gd name="connsiteX361" fmla="*/ 1283026 w 3386022"/>
              <a:gd name="connsiteY361" fmla="*/ 4978855 h 5292726"/>
              <a:gd name="connsiteX362" fmla="*/ 2265963 w 3386022"/>
              <a:gd name="connsiteY362" fmla="*/ 4978163 h 5292726"/>
              <a:gd name="connsiteX363" fmla="*/ 2266026 w 3386022"/>
              <a:gd name="connsiteY363" fmla="*/ 4978206 h 5292726"/>
              <a:gd name="connsiteX364" fmla="*/ 2267971 w 3386022"/>
              <a:gd name="connsiteY364" fmla="*/ 4981322 h 5292726"/>
              <a:gd name="connsiteX365" fmla="*/ 2268285 w 3386022"/>
              <a:gd name="connsiteY365" fmla="*/ 4982750 h 5292726"/>
              <a:gd name="connsiteX366" fmla="*/ 2267344 w 3386022"/>
              <a:gd name="connsiteY366" fmla="*/ 4983355 h 5292726"/>
              <a:gd name="connsiteX367" fmla="*/ 2265398 w 3386022"/>
              <a:gd name="connsiteY367" fmla="*/ 4984048 h 5292726"/>
              <a:gd name="connsiteX368" fmla="*/ 2263453 w 3386022"/>
              <a:gd name="connsiteY368" fmla="*/ 4980889 h 5292726"/>
              <a:gd name="connsiteX369" fmla="*/ 2263139 w 3386022"/>
              <a:gd name="connsiteY369" fmla="*/ 4979461 h 5292726"/>
              <a:gd name="connsiteX370" fmla="*/ 2264081 w 3386022"/>
              <a:gd name="connsiteY370" fmla="*/ 4978855 h 5292726"/>
              <a:gd name="connsiteX371" fmla="*/ 2265963 w 3386022"/>
              <a:gd name="connsiteY371" fmla="*/ 4978163 h 5292726"/>
              <a:gd name="connsiteX372" fmla="*/ 1759777 w 3386022"/>
              <a:gd name="connsiteY372" fmla="*/ 4968948 h 5292726"/>
              <a:gd name="connsiteX373" fmla="*/ 1771639 w 3386022"/>
              <a:gd name="connsiteY373" fmla="*/ 4976952 h 5292726"/>
              <a:gd name="connsiteX374" fmla="*/ 1774839 w 3386022"/>
              <a:gd name="connsiteY374" fmla="*/ 4989933 h 5292726"/>
              <a:gd name="connsiteX375" fmla="*/ 1772328 w 3386022"/>
              <a:gd name="connsiteY375" fmla="*/ 5009750 h 5292726"/>
              <a:gd name="connsiteX376" fmla="*/ 1767057 w 3386022"/>
              <a:gd name="connsiteY376" fmla="*/ 5038265 h 5292726"/>
              <a:gd name="connsiteX377" fmla="*/ 1757895 w 3386022"/>
              <a:gd name="connsiteY377" fmla="*/ 5034890 h 5292726"/>
              <a:gd name="connsiteX378" fmla="*/ 1750615 w 3386022"/>
              <a:gd name="connsiteY378" fmla="*/ 5032207 h 5292726"/>
              <a:gd name="connsiteX379" fmla="*/ 1744591 w 3386022"/>
              <a:gd name="connsiteY379" fmla="*/ 5029957 h 5292726"/>
              <a:gd name="connsiteX380" fmla="*/ 1739131 w 3386022"/>
              <a:gd name="connsiteY380" fmla="*/ 5027923 h 5292726"/>
              <a:gd name="connsiteX381" fmla="*/ 1745155 w 3386022"/>
              <a:gd name="connsiteY381" fmla="*/ 5001702 h 5292726"/>
              <a:gd name="connsiteX382" fmla="*/ 1741327 w 3386022"/>
              <a:gd name="connsiteY382" fmla="*/ 4988332 h 5292726"/>
              <a:gd name="connsiteX383" fmla="*/ 1741578 w 3386022"/>
              <a:gd name="connsiteY383" fmla="*/ 4980024 h 5292726"/>
              <a:gd name="connsiteX384" fmla="*/ 1759777 w 3386022"/>
              <a:gd name="connsiteY384" fmla="*/ 4968991 h 5292726"/>
              <a:gd name="connsiteX385" fmla="*/ 1482342 w 3386022"/>
              <a:gd name="connsiteY385" fmla="*/ 4962976 h 5292726"/>
              <a:gd name="connsiteX386" fmla="*/ 1497904 w 3386022"/>
              <a:gd name="connsiteY386" fmla="*/ 4966611 h 5292726"/>
              <a:gd name="connsiteX387" fmla="*/ 1509140 w 3386022"/>
              <a:gd name="connsiteY387" fmla="*/ 4974572 h 5292726"/>
              <a:gd name="connsiteX388" fmla="*/ 1510396 w 3386022"/>
              <a:gd name="connsiteY388" fmla="*/ 4979634 h 5292726"/>
              <a:gd name="connsiteX389" fmla="*/ 1510520 w 3386022"/>
              <a:gd name="connsiteY389" fmla="*/ 4985346 h 5292726"/>
              <a:gd name="connsiteX390" fmla="*/ 1510143 w 3386022"/>
              <a:gd name="connsiteY390" fmla="*/ 4992096 h 5292726"/>
              <a:gd name="connsiteX391" fmla="*/ 1509894 w 3386022"/>
              <a:gd name="connsiteY391" fmla="*/ 5000360 h 5292726"/>
              <a:gd name="connsiteX392" fmla="*/ 1480334 w 3386022"/>
              <a:gd name="connsiteY392" fmla="*/ 4971587 h 5292726"/>
              <a:gd name="connsiteX393" fmla="*/ 1482342 w 3386022"/>
              <a:gd name="connsiteY393" fmla="*/ 4962976 h 5292726"/>
              <a:gd name="connsiteX394" fmla="*/ 1819897 w 3386022"/>
              <a:gd name="connsiteY394" fmla="*/ 4960467 h 5292726"/>
              <a:gd name="connsiteX395" fmla="*/ 1838661 w 3386022"/>
              <a:gd name="connsiteY395" fmla="*/ 4961592 h 5292726"/>
              <a:gd name="connsiteX396" fmla="*/ 1838724 w 3386022"/>
              <a:gd name="connsiteY396" fmla="*/ 4961592 h 5292726"/>
              <a:gd name="connsiteX397" fmla="*/ 1844874 w 3386022"/>
              <a:gd name="connsiteY397" fmla="*/ 4965356 h 5292726"/>
              <a:gd name="connsiteX398" fmla="*/ 1841046 w 3386022"/>
              <a:gd name="connsiteY398" fmla="*/ 4971544 h 5292726"/>
              <a:gd name="connsiteX399" fmla="*/ 1829813 w 3386022"/>
              <a:gd name="connsiteY399" fmla="*/ 4979895 h 5292726"/>
              <a:gd name="connsiteX400" fmla="*/ 1826110 w 3386022"/>
              <a:gd name="connsiteY400" fmla="*/ 4977342 h 5292726"/>
              <a:gd name="connsiteX401" fmla="*/ 1824290 w 3386022"/>
              <a:gd name="connsiteY401" fmla="*/ 4975481 h 5292726"/>
              <a:gd name="connsiteX402" fmla="*/ 1822784 w 3386022"/>
              <a:gd name="connsiteY402" fmla="*/ 4970981 h 5292726"/>
              <a:gd name="connsiteX403" fmla="*/ 1819897 w 3386022"/>
              <a:gd name="connsiteY403" fmla="*/ 4960467 h 5292726"/>
              <a:gd name="connsiteX404" fmla="*/ 1674751 w 3386022"/>
              <a:gd name="connsiteY404" fmla="*/ 4960163 h 5292726"/>
              <a:gd name="connsiteX405" fmla="*/ 1687490 w 3386022"/>
              <a:gd name="connsiteY405" fmla="*/ 4964880 h 5292726"/>
              <a:gd name="connsiteX406" fmla="*/ 1683789 w 3386022"/>
              <a:gd name="connsiteY406" fmla="*/ 4966481 h 5292726"/>
              <a:gd name="connsiteX407" fmla="*/ 1679897 w 3386022"/>
              <a:gd name="connsiteY407" fmla="*/ 4968125 h 5292726"/>
              <a:gd name="connsiteX408" fmla="*/ 1675693 w 3386022"/>
              <a:gd name="connsiteY408" fmla="*/ 4969942 h 5292726"/>
              <a:gd name="connsiteX409" fmla="*/ 1670923 w 3386022"/>
              <a:gd name="connsiteY409" fmla="*/ 4971976 h 5292726"/>
              <a:gd name="connsiteX410" fmla="*/ 1664520 w 3386022"/>
              <a:gd name="connsiteY410" fmla="*/ 4964534 h 5292726"/>
              <a:gd name="connsiteX411" fmla="*/ 1664584 w 3386022"/>
              <a:gd name="connsiteY411" fmla="*/ 4964534 h 5292726"/>
              <a:gd name="connsiteX412" fmla="*/ 1666467 w 3386022"/>
              <a:gd name="connsiteY412" fmla="*/ 4960337 h 5292726"/>
              <a:gd name="connsiteX413" fmla="*/ 1674751 w 3386022"/>
              <a:gd name="connsiteY413" fmla="*/ 4960163 h 5292726"/>
              <a:gd name="connsiteX414" fmla="*/ 1047821 w 3386022"/>
              <a:gd name="connsiteY414" fmla="*/ 4959341 h 5292726"/>
              <a:gd name="connsiteX415" fmla="*/ 1050205 w 3386022"/>
              <a:gd name="connsiteY415" fmla="*/ 4962500 h 5292726"/>
              <a:gd name="connsiteX416" fmla="*/ 1052653 w 3386022"/>
              <a:gd name="connsiteY416" fmla="*/ 4965529 h 5292726"/>
              <a:gd name="connsiteX417" fmla="*/ 1054722 w 3386022"/>
              <a:gd name="connsiteY417" fmla="*/ 4968515 h 5292726"/>
              <a:gd name="connsiteX418" fmla="*/ 1054722 w 3386022"/>
              <a:gd name="connsiteY418" fmla="*/ 4968471 h 5292726"/>
              <a:gd name="connsiteX419" fmla="*/ 1056042 w 3386022"/>
              <a:gd name="connsiteY419" fmla="*/ 4971500 h 5292726"/>
              <a:gd name="connsiteX420" fmla="*/ 1051084 w 3386022"/>
              <a:gd name="connsiteY420" fmla="*/ 4979245 h 5292726"/>
              <a:gd name="connsiteX421" fmla="*/ 1038407 w 3386022"/>
              <a:gd name="connsiteY421" fmla="*/ 4977471 h 5292726"/>
              <a:gd name="connsiteX422" fmla="*/ 1032508 w 3386022"/>
              <a:gd name="connsiteY422" fmla="*/ 4969683 h 5292726"/>
              <a:gd name="connsiteX423" fmla="*/ 1047821 w 3386022"/>
              <a:gd name="connsiteY423" fmla="*/ 4959341 h 5292726"/>
              <a:gd name="connsiteX424" fmla="*/ 1585113 w 3386022"/>
              <a:gd name="connsiteY424" fmla="*/ 4956207 h 5292726"/>
              <a:gd name="connsiteX425" fmla="*/ 1587769 w 3386022"/>
              <a:gd name="connsiteY425" fmla="*/ 4957741 h 5292726"/>
              <a:gd name="connsiteX426" fmla="*/ 1588336 w 3386022"/>
              <a:gd name="connsiteY426" fmla="*/ 4962803 h 5292726"/>
              <a:gd name="connsiteX427" fmla="*/ 1586953 w 3386022"/>
              <a:gd name="connsiteY427" fmla="*/ 4976389 h 5292726"/>
              <a:gd name="connsiteX428" fmla="*/ 1583880 w 3386022"/>
              <a:gd name="connsiteY428" fmla="*/ 5003433 h 5292726"/>
              <a:gd name="connsiteX429" fmla="*/ 1569007 w 3386022"/>
              <a:gd name="connsiteY429" fmla="*/ 4992832 h 5292726"/>
              <a:gd name="connsiteX430" fmla="*/ 1564239 w 3386022"/>
              <a:gd name="connsiteY430" fmla="*/ 4984178 h 5292726"/>
              <a:gd name="connsiteX431" fmla="*/ 1569572 w 3386022"/>
              <a:gd name="connsiteY431" fmla="*/ 4973361 h 5292726"/>
              <a:gd name="connsiteX432" fmla="*/ 1585072 w 3386022"/>
              <a:gd name="connsiteY432" fmla="*/ 4956183 h 5292726"/>
              <a:gd name="connsiteX433" fmla="*/ 1585135 w 3386022"/>
              <a:gd name="connsiteY433" fmla="*/ 4956183 h 5292726"/>
              <a:gd name="connsiteX434" fmla="*/ 1585113 w 3386022"/>
              <a:gd name="connsiteY434" fmla="*/ 4956207 h 5292726"/>
              <a:gd name="connsiteX435" fmla="*/ 2007849 w 3386022"/>
              <a:gd name="connsiteY435" fmla="*/ 4952635 h 5292726"/>
              <a:gd name="connsiteX436" fmla="*/ 2005653 w 3386022"/>
              <a:gd name="connsiteY436" fmla="*/ 4953674 h 5292726"/>
              <a:gd name="connsiteX437" fmla="*/ 2003456 w 3386022"/>
              <a:gd name="connsiteY437" fmla="*/ 4954064 h 5292726"/>
              <a:gd name="connsiteX438" fmla="*/ 2001260 w 3386022"/>
              <a:gd name="connsiteY438" fmla="*/ 4954453 h 5292726"/>
              <a:gd name="connsiteX439" fmla="*/ 1999064 w 3386022"/>
              <a:gd name="connsiteY439" fmla="*/ 4954842 h 5292726"/>
              <a:gd name="connsiteX440" fmla="*/ 1996867 w 3386022"/>
              <a:gd name="connsiteY440" fmla="*/ 4955231 h 5292726"/>
              <a:gd name="connsiteX441" fmla="*/ 1998751 w 3386022"/>
              <a:gd name="connsiteY441" fmla="*/ 4954713 h 5292726"/>
              <a:gd name="connsiteX442" fmla="*/ 2000633 w 3386022"/>
              <a:gd name="connsiteY442" fmla="*/ 4954193 h 5292726"/>
              <a:gd name="connsiteX443" fmla="*/ 2002515 w 3386022"/>
              <a:gd name="connsiteY443" fmla="*/ 4953674 h 5292726"/>
              <a:gd name="connsiteX444" fmla="*/ 2004398 w 3386022"/>
              <a:gd name="connsiteY444" fmla="*/ 4953155 h 5292726"/>
              <a:gd name="connsiteX445" fmla="*/ 2004272 w 3386022"/>
              <a:gd name="connsiteY445" fmla="*/ 4953068 h 5292726"/>
              <a:gd name="connsiteX446" fmla="*/ 2007097 w 3386022"/>
              <a:gd name="connsiteY446" fmla="*/ 4952722 h 5292726"/>
              <a:gd name="connsiteX447" fmla="*/ 2012305 w 3386022"/>
              <a:gd name="connsiteY447" fmla="*/ 4950817 h 5292726"/>
              <a:gd name="connsiteX448" fmla="*/ 2013560 w 3386022"/>
              <a:gd name="connsiteY448" fmla="*/ 4950991 h 5292726"/>
              <a:gd name="connsiteX449" fmla="*/ 2015694 w 3386022"/>
              <a:gd name="connsiteY449" fmla="*/ 4951770 h 5292726"/>
              <a:gd name="connsiteX450" fmla="*/ 2012870 w 3386022"/>
              <a:gd name="connsiteY450" fmla="*/ 4952116 h 5292726"/>
              <a:gd name="connsiteX451" fmla="*/ 2010046 w 3386022"/>
              <a:gd name="connsiteY451" fmla="*/ 4952462 h 5292726"/>
              <a:gd name="connsiteX452" fmla="*/ 2007975 w 3386022"/>
              <a:gd name="connsiteY452" fmla="*/ 4952721 h 5292726"/>
              <a:gd name="connsiteX453" fmla="*/ 2010234 w 3386022"/>
              <a:gd name="connsiteY453" fmla="*/ 4951640 h 5292726"/>
              <a:gd name="connsiteX454" fmla="*/ 2012305 w 3386022"/>
              <a:gd name="connsiteY454" fmla="*/ 4950861 h 5292726"/>
              <a:gd name="connsiteX455" fmla="*/ 2058618 w 3386022"/>
              <a:gd name="connsiteY455" fmla="*/ 4944111 h 5292726"/>
              <a:gd name="connsiteX456" fmla="*/ 2074810 w 3386022"/>
              <a:gd name="connsiteY456" fmla="*/ 4944241 h 5292726"/>
              <a:gd name="connsiteX457" fmla="*/ 2078073 w 3386022"/>
              <a:gd name="connsiteY457" fmla="*/ 4961116 h 5292726"/>
              <a:gd name="connsiteX458" fmla="*/ 2071734 w 3386022"/>
              <a:gd name="connsiteY458" fmla="*/ 4970592 h 5292726"/>
              <a:gd name="connsiteX459" fmla="*/ 2061255 w 3386022"/>
              <a:gd name="connsiteY459" fmla="*/ 4975265 h 5292726"/>
              <a:gd name="connsiteX460" fmla="*/ 2052218 w 3386022"/>
              <a:gd name="connsiteY460" fmla="*/ 4977730 h 5292726"/>
              <a:gd name="connsiteX461" fmla="*/ 2051527 w 3386022"/>
              <a:gd name="connsiteY461" fmla="*/ 4963495 h 5292726"/>
              <a:gd name="connsiteX462" fmla="*/ 2052280 w 3386022"/>
              <a:gd name="connsiteY462" fmla="*/ 4951424 h 5292726"/>
              <a:gd name="connsiteX463" fmla="*/ 2058618 w 3386022"/>
              <a:gd name="connsiteY463" fmla="*/ 4944111 h 5292726"/>
              <a:gd name="connsiteX464" fmla="*/ 1679203 w 3386022"/>
              <a:gd name="connsiteY464" fmla="*/ 4936323 h 5292726"/>
              <a:gd name="connsiteX465" fmla="*/ 1681651 w 3386022"/>
              <a:gd name="connsiteY465" fmla="*/ 4937361 h 5292726"/>
              <a:gd name="connsiteX466" fmla="*/ 1683721 w 3386022"/>
              <a:gd name="connsiteY466" fmla="*/ 4938227 h 5292726"/>
              <a:gd name="connsiteX467" fmla="*/ 1685480 w 3386022"/>
              <a:gd name="connsiteY467" fmla="*/ 4938962 h 5292726"/>
              <a:gd name="connsiteX468" fmla="*/ 1687110 w 3386022"/>
              <a:gd name="connsiteY468" fmla="*/ 4939654 h 5292726"/>
              <a:gd name="connsiteX469" fmla="*/ 1678827 w 3386022"/>
              <a:gd name="connsiteY469" fmla="*/ 4941602 h 5292726"/>
              <a:gd name="connsiteX470" fmla="*/ 1675126 w 3386022"/>
              <a:gd name="connsiteY470" fmla="*/ 4942294 h 5292726"/>
              <a:gd name="connsiteX471" fmla="*/ 1673431 w 3386022"/>
              <a:gd name="connsiteY471" fmla="*/ 4941948 h 5292726"/>
              <a:gd name="connsiteX472" fmla="*/ 1673368 w 3386022"/>
              <a:gd name="connsiteY472" fmla="*/ 4941948 h 5292726"/>
              <a:gd name="connsiteX473" fmla="*/ 1671046 w 3386022"/>
              <a:gd name="connsiteY473" fmla="*/ 4940736 h 5292726"/>
              <a:gd name="connsiteX474" fmla="*/ 1673115 w 3386022"/>
              <a:gd name="connsiteY474" fmla="*/ 4939611 h 5292726"/>
              <a:gd name="connsiteX475" fmla="*/ 1675188 w 3386022"/>
              <a:gd name="connsiteY475" fmla="*/ 4938486 h 5292726"/>
              <a:gd name="connsiteX476" fmla="*/ 1677195 w 3386022"/>
              <a:gd name="connsiteY476" fmla="*/ 4937405 h 5292726"/>
              <a:gd name="connsiteX477" fmla="*/ 1679203 w 3386022"/>
              <a:gd name="connsiteY477" fmla="*/ 4936323 h 5292726"/>
              <a:gd name="connsiteX478" fmla="*/ 1054030 w 3386022"/>
              <a:gd name="connsiteY478" fmla="*/ 4927323 h 5292726"/>
              <a:gd name="connsiteX479" fmla="*/ 1054784 w 3386022"/>
              <a:gd name="connsiteY479" fmla="*/ 4927366 h 5292726"/>
              <a:gd name="connsiteX480" fmla="*/ 1055473 w 3386022"/>
              <a:gd name="connsiteY480" fmla="*/ 4927453 h 5292726"/>
              <a:gd name="connsiteX481" fmla="*/ 1056227 w 3386022"/>
              <a:gd name="connsiteY481" fmla="*/ 4927496 h 5292726"/>
              <a:gd name="connsiteX482" fmla="*/ 1056918 w 3386022"/>
              <a:gd name="connsiteY482" fmla="*/ 4927539 h 5292726"/>
              <a:gd name="connsiteX483" fmla="*/ 1056478 w 3386022"/>
              <a:gd name="connsiteY483" fmla="*/ 4927928 h 5292726"/>
              <a:gd name="connsiteX484" fmla="*/ 1055976 w 3386022"/>
              <a:gd name="connsiteY484" fmla="*/ 4928275 h 5292726"/>
              <a:gd name="connsiteX485" fmla="*/ 1055537 w 3386022"/>
              <a:gd name="connsiteY485" fmla="*/ 4928621 h 5292726"/>
              <a:gd name="connsiteX486" fmla="*/ 1055034 w 3386022"/>
              <a:gd name="connsiteY486" fmla="*/ 4928968 h 5292726"/>
              <a:gd name="connsiteX487" fmla="*/ 1054784 w 3386022"/>
              <a:gd name="connsiteY487" fmla="*/ 4928578 h 5292726"/>
              <a:gd name="connsiteX488" fmla="*/ 1054533 w 3386022"/>
              <a:gd name="connsiteY488" fmla="*/ 4928145 h 5292726"/>
              <a:gd name="connsiteX489" fmla="*/ 1054281 w 3386022"/>
              <a:gd name="connsiteY489" fmla="*/ 4927756 h 5292726"/>
              <a:gd name="connsiteX490" fmla="*/ 1924637 w 3386022"/>
              <a:gd name="connsiteY490" fmla="*/ 4925289 h 5292726"/>
              <a:gd name="connsiteX491" fmla="*/ 1932042 w 3386022"/>
              <a:gd name="connsiteY491" fmla="*/ 4943635 h 5292726"/>
              <a:gd name="connsiteX492" fmla="*/ 1931979 w 3386022"/>
              <a:gd name="connsiteY492" fmla="*/ 4963366 h 5292726"/>
              <a:gd name="connsiteX493" fmla="*/ 1926268 w 3386022"/>
              <a:gd name="connsiteY493" fmla="*/ 4980544 h 5292726"/>
              <a:gd name="connsiteX494" fmla="*/ 1916792 w 3386022"/>
              <a:gd name="connsiteY494" fmla="*/ 4991102 h 5292726"/>
              <a:gd name="connsiteX495" fmla="*/ 1908320 w 3386022"/>
              <a:gd name="connsiteY495" fmla="*/ 4982535 h 5292726"/>
              <a:gd name="connsiteX496" fmla="*/ 1907881 w 3386022"/>
              <a:gd name="connsiteY496" fmla="*/ 4971068 h 5292726"/>
              <a:gd name="connsiteX497" fmla="*/ 1913842 w 3386022"/>
              <a:gd name="connsiteY497" fmla="*/ 4953154 h 5292726"/>
              <a:gd name="connsiteX498" fmla="*/ 1924637 w 3386022"/>
              <a:gd name="connsiteY498" fmla="*/ 4925289 h 5292726"/>
              <a:gd name="connsiteX499" fmla="*/ 1838536 w 3386022"/>
              <a:gd name="connsiteY499" fmla="*/ 4922823 h 5292726"/>
              <a:gd name="connsiteX500" fmla="*/ 1838536 w 3386022"/>
              <a:gd name="connsiteY500" fmla="*/ 4925419 h 5292726"/>
              <a:gd name="connsiteX501" fmla="*/ 1836842 w 3386022"/>
              <a:gd name="connsiteY501" fmla="*/ 4925678 h 5292726"/>
              <a:gd name="connsiteX502" fmla="*/ 1835084 w 3386022"/>
              <a:gd name="connsiteY502" fmla="*/ 4925982 h 5292726"/>
              <a:gd name="connsiteX503" fmla="*/ 1833327 w 3386022"/>
              <a:gd name="connsiteY503" fmla="*/ 4926285 h 5292726"/>
              <a:gd name="connsiteX504" fmla="*/ 1831507 w 3386022"/>
              <a:gd name="connsiteY504" fmla="*/ 4926587 h 5292726"/>
              <a:gd name="connsiteX505" fmla="*/ 1831319 w 3386022"/>
              <a:gd name="connsiteY505" fmla="*/ 4924986 h 5292726"/>
              <a:gd name="connsiteX506" fmla="*/ 1831570 w 3386022"/>
              <a:gd name="connsiteY506" fmla="*/ 4924207 h 5292726"/>
              <a:gd name="connsiteX507" fmla="*/ 1833515 w 3386022"/>
              <a:gd name="connsiteY507" fmla="*/ 4923688 h 5292726"/>
              <a:gd name="connsiteX508" fmla="*/ 1838536 w 3386022"/>
              <a:gd name="connsiteY508" fmla="*/ 4922823 h 5292726"/>
              <a:gd name="connsiteX509" fmla="*/ 1761393 w 3386022"/>
              <a:gd name="connsiteY509" fmla="*/ 4919731 h 5292726"/>
              <a:gd name="connsiteX510" fmla="*/ 1772768 w 3386022"/>
              <a:gd name="connsiteY510" fmla="*/ 4925462 h 5292726"/>
              <a:gd name="connsiteX511" fmla="*/ 1776722 w 3386022"/>
              <a:gd name="connsiteY511" fmla="*/ 4930914 h 5292726"/>
              <a:gd name="connsiteX512" fmla="*/ 1773333 w 3386022"/>
              <a:gd name="connsiteY512" fmla="*/ 4939265 h 5292726"/>
              <a:gd name="connsiteX513" fmla="*/ 1762665 w 3386022"/>
              <a:gd name="connsiteY513" fmla="*/ 4953717 h 5292726"/>
              <a:gd name="connsiteX514" fmla="*/ 1756577 w 3386022"/>
              <a:gd name="connsiteY514" fmla="*/ 4951207 h 5292726"/>
              <a:gd name="connsiteX515" fmla="*/ 1751431 w 3386022"/>
              <a:gd name="connsiteY515" fmla="*/ 4949087 h 5292726"/>
              <a:gd name="connsiteX516" fmla="*/ 1746850 w 3386022"/>
              <a:gd name="connsiteY516" fmla="*/ 4947183 h 5292726"/>
              <a:gd name="connsiteX517" fmla="*/ 1742457 w 3386022"/>
              <a:gd name="connsiteY517" fmla="*/ 4945366 h 5292726"/>
              <a:gd name="connsiteX518" fmla="*/ 1747227 w 3386022"/>
              <a:gd name="connsiteY518" fmla="*/ 4938875 h 5292726"/>
              <a:gd name="connsiteX519" fmla="*/ 1751934 w 3386022"/>
              <a:gd name="connsiteY519" fmla="*/ 4932515 h 5292726"/>
              <a:gd name="connsiteX520" fmla="*/ 1756641 w 3386022"/>
              <a:gd name="connsiteY520" fmla="*/ 4926154 h 5292726"/>
              <a:gd name="connsiteX521" fmla="*/ 1761346 w 3386022"/>
              <a:gd name="connsiteY521" fmla="*/ 4919707 h 5292726"/>
              <a:gd name="connsiteX522" fmla="*/ 1761410 w 3386022"/>
              <a:gd name="connsiteY522" fmla="*/ 4919707 h 5292726"/>
              <a:gd name="connsiteX523" fmla="*/ 1761393 w 3386022"/>
              <a:gd name="connsiteY523" fmla="*/ 4919731 h 5292726"/>
              <a:gd name="connsiteX524" fmla="*/ 2275440 w 3386022"/>
              <a:gd name="connsiteY524" fmla="*/ 4919578 h 5292726"/>
              <a:gd name="connsiteX525" fmla="*/ 2275440 w 3386022"/>
              <a:gd name="connsiteY525" fmla="*/ 4946274 h 5292726"/>
              <a:gd name="connsiteX526" fmla="*/ 2266716 w 3386022"/>
              <a:gd name="connsiteY526" fmla="*/ 4934073 h 5292726"/>
              <a:gd name="connsiteX527" fmla="*/ 2263829 w 3386022"/>
              <a:gd name="connsiteY527" fmla="*/ 4927236 h 5292726"/>
              <a:gd name="connsiteX528" fmla="*/ 2263829 w 3386022"/>
              <a:gd name="connsiteY528" fmla="*/ 4927192 h 5292726"/>
              <a:gd name="connsiteX529" fmla="*/ 2266716 w 3386022"/>
              <a:gd name="connsiteY529" fmla="*/ 4923212 h 5292726"/>
              <a:gd name="connsiteX530" fmla="*/ 2275440 w 3386022"/>
              <a:gd name="connsiteY530" fmla="*/ 4919578 h 5292726"/>
              <a:gd name="connsiteX531" fmla="*/ 2073493 w 3386022"/>
              <a:gd name="connsiteY531" fmla="*/ 4918626 h 5292726"/>
              <a:gd name="connsiteX532" fmla="*/ 2075062 w 3386022"/>
              <a:gd name="connsiteY532" fmla="*/ 4919881 h 5292726"/>
              <a:gd name="connsiteX533" fmla="*/ 2075563 w 3386022"/>
              <a:gd name="connsiteY533" fmla="*/ 4920617 h 5292726"/>
              <a:gd name="connsiteX534" fmla="*/ 2074747 w 3386022"/>
              <a:gd name="connsiteY534" fmla="*/ 4921915 h 5292726"/>
              <a:gd name="connsiteX535" fmla="*/ 2072237 w 3386022"/>
              <a:gd name="connsiteY535" fmla="*/ 4924814 h 5292726"/>
              <a:gd name="connsiteX536" fmla="*/ 2071673 w 3386022"/>
              <a:gd name="connsiteY536" fmla="*/ 4924294 h 5292726"/>
              <a:gd name="connsiteX537" fmla="*/ 2071673 w 3386022"/>
              <a:gd name="connsiteY537" fmla="*/ 4924338 h 5292726"/>
              <a:gd name="connsiteX538" fmla="*/ 2071108 w 3386022"/>
              <a:gd name="connsiteY538" fmla="*/ 4923818 h 5292726"/>
              <a:gd name="connsiteX539" fmla="*/ 2070543 w 3386022"/>
              <a:gd name="connsiteY539" fmla="*/ 4923300 h 5292726"/>
              <a:gd name="connsiteX540" fmla="*/ 2069978 w 3386022"/>
              <a:gd name="connsiteY540" fmla="*/ 4922780 h 5292726"/>
              <a:gd name="connsiteX541" fmla="*/ 2070857 w 3386022"/>
              <a:gd name="connsiteY541" fmla="*/ 4921742 h 5292726"/>
              <a:gd name="connsiteX542" fmla="*/ 2071735 w 3386022"/>
              <a:gd name="connsiteY542" fmla="*/ 4920703 h 5292726"/>
              <a:gd name="connsiteX543" fmla="*/ 2072613 w 3386022"/>
              <a:gd name="connsiteY543" fmla="*/ 4919665 h 5292726"/>
              <a:gd name="connsiteX544" fmla="*/ 2073493 w 3386022"/>
              <a:gd name="connsiteY544" fmla="*/ 4918626 h 5292726"/>
              <a:gd name="connsiteX545" fmla="*/ 1597997 w 3386022"/>
              <a:gd name="connsiteY545" fmla="*/ 4915597 h 5292726"/>
              <a:gd name="connsiteX546" fmla="*/ 1600507 w 3386022"/>
              <a:gd name="connsiteY546" fmla="*/ 4918886 h 5292726"/>
              <a:gd name="connsiteX547" fmla="*/ 1600507 w 3386022"/>
              <a:gd name="connsiteY547" fmla="*/ 4918843 h 5292726"/>
              <a:gd name="connsiteX548" fmla="*/ 1601009 w 3386022"/>
              <a:gd name="connsiteY548" fmla="*/ 4920357 h 5292726"/>
              <a:gd name="connsiteX549" fmla="*/ 1598813 w 3386022"/>
              <a:gd name="connsiteY549" fmla="*/ 4921352 h 5292726"/>
              <a:gd name="connsiteX550" fmla="*/ 1593228 w 3386022"/>
              <a:gd name="connsiteY550" fmla="*/ 4923039 h 5292726"/>
              <a:gd name="connsiteX551" fmla="*/ 1591847 w 3386022"/>
              <a:gd name="connsiteY551" fmla="*/ 4922131 h 5292726"/>
              <a:gd name="connsiteX552" fmla="*/ 1590467 w 3386022"/>
              <a:gd name="connsiteY552" fmla="*/ 4921222 h 5292726"/>
              <a:gd name="connsiteX553" fmla="*/ 1589086 w 3386022"/>
              <a:gd name="connsiteY553" fmla="*/ 4920314 h 5292726"/>
              <a:gd name="connsiteX554" fmla="*/ 1587705 w 3386022"/>
              <a:gd name="connsiteY554" fmla="*/ 4919405 h 5292726"/>
              <a:gd name="connsiteX555" fmla="*/ 1590279 w 3386022"/>
              <a:gd name="connsiteY555" fmla="*/ 4918454 h 5292726"/>
              <a:gd name="connsiteX556" fmla="*/ 1592852 w 3386022"/>
              <a:gd name="connsiteY556" fmla="*/ 4917501 h 5292726"/>
              <a:gd name="connsiteX557" fmla="*/ 1595424 w 3386022"/>
              <a:gd name="connsiteY557" fmla="*/ 4916550 h 5292726"/>
              <a:gd name="connsiteX558" fmla="*/ 1597997 w 3386022"/>
              <a:gd name="connsiteY558" fmla="*/ 4915597 h 5292726"/>
              <a:gd name="connsiteX559" fmla="*/ 1540767 w 3386022"/>
              <a:gd name="connsiteY559" fmla="*/ 4914776 h 5292726"/>
              <a:gd name="connsiteX560" fmla="*/ 1540830 w 3386022"/>
              <a:gd name="connsiteY560" fmla="*/ 4914818 h 5292726"/>
              <a:gd name="connsiteX561" fmla="*/ 1543778 w 3386022"/>
              <a:gd name="connsiteY561" fmla="*/ 4916419 h 5292726"/>
              <a:gd name="connsiteX562" fmla="*/ 1547481 w 3386022"/>
              <a:gd name="connsiteY562" fmla="*/ 4920617 h 5292726"/>
              <a:gd name="connsiteX563" fmla="*/ 1534805 w 3386022"/>
              <a:gd name="connsiteY563" fmla="*/ 4923169 h 5292726"/>
              <a:gd name="connsiteX564" fmla="*/ 1528843 w 3386022"/>
              <a:gd name="connsiteY564" fmla="*/ 4923689 h 5292726"/>
              <a:gd name="connsiteX565" fmla="*/ 1523948 w 3386022"/>
              <a:gd name="connsiteY565" fmla="*/ 4921958 h 5292726"/>
              <a:gd name="connsiteX566" fmla="*/ 1514534 w 3386022"/>
              <a:gd name="connsiteY566" fmla="*/ 4917718 h 5292726"/>
              <a:gd name="connsiteX567" fmla="*/ 1532924 w 3386022"/>
              <a:gd name="connsiteY567" fmla="*/ 4915338 h 5292726"/>
              <a:gd name="connsiteX568" fmla="*/ 1540767 w 3386022"/>
              <a:gd name="connsiteY568" fmla="*/ 4914776 h 5292726"/>
              <a:gd name="connsiteX569" fmla="*/ 1836465 w 3386022"/>
              <a:gd name="connsiteY569" fmla="*/ 4905602 h 5292726"/>
              <a:gd name="connsiteX570" fmla="*/ 1838222 w 3386022"/>
              <a:gd name="connsiteY570" fmla="*/ 4906208 h 5292726"/>
              <a:gd name="connsiteX571" fmla="*/ 1839980 w 3386022"/>
              <a:gd name="connsiteY571" fmla="*/ 4906814 h 5292726"/>
              <a:gd name="connsiteX572" fmla="*/ 1841736 w 3386022"/>
              <a:gd name="connsiteY572" fmla="*/ 4907419 h 5292726"/>
              <a:gd name="connsiteX573" fmla="*/ 1843493 w 3386022"/>
              <a:gd name="connsiteY573" fmla="*/ 4908026 h 5292726"/>
              <a:gd name="connsiteX574" fmla="*/ 1842050 w 3386022"/>
              <a:gd name="connsiteY574" fmla="*/ 4908977 h 5292726"/>
              <a:gd name="connsiteX575" fmla="*/ 1840607 w 3386022"/>
              <a:gd name="connsiteY575" fmla="*/ 4909929 h 5292726"/>
              <a:gd name="connsiteX576" fmla="*/ 1839164 w 3386022"/>
              <a:gd name="connsiteY576" fmla="*/ 4910881 h 5292726"/>
              <a:gd name="connsiteX577" fmla="*/ 1839226 w 3386022"/>
              <a:gd name="connsiteY577" fmla="*/ 4910881 h 5292726"/>
              <a:gd name="connsiteX578" fmla="*/ 1837783 w 3386022"/>
              <a:gd name="connsiteY578" fmla="*/ 4911832 h 5292726"/>
              <a:gd name="connsiteX579" fmla="*/ 1835022 w 3386022"/>
              <a:gd name="connsiteY579" fmla="*/ 4909107 h 5292726"/>
              <a:gd name="connsiteX580" fmla="*/ 1834080 w 3386022"/>
              <a:gd name="connsiteY580" fmla="*/ 4907852 h 5292726"/>
              <a:gd name="connsiteX581" fmla="*/ 1834645 w 3386022"/>
              <a:gd name="connsiteY581" fmla="*/ 4907030 h 5292726"/>
              <a:gd name="connsiteX582" fmla="*/ 1836465 w 3386022"/>
              <a:gd name="connsiteY582" fmla="*/ 4905602 h 5292726"/>
              <a:gd name="connsiteX583" fmla="*/ 1284598 w 3386022"/>
              <a:gd name="connsiteY583" fmla="*/ 4903179 h 5292726"/>
              <a:gd name="connsiteX584" fmla="*/ 1302358 w 3386022"/>
              <a:gd name="connsiteY584" fmla="*/ 4903265 h 5292726"/>
              <a:gd name="connsiteX585" fmla="*/ 1314846 w 3386022"/>
              <a:gd name="connsiteY585" fmla="*/ 4907809 h 5292726"/>
              <a:gd name="connsiteX586" fmla="*/ 1317859 w 3386022"/>
              <a:gd name="connsiteY586" fmla="*/ 4913997 h 5292726"/>
              <a:gd name="connsiteX587" fmla="*/ 1307377 w 3386022"/>
              <a:gd name="connsiteY587" fmla="*/ 4920703 h 5292726"/>
              <a:gd name="connsiteX588" fmla="*/ 1291812 w 3386022"/>
              <a:gd name="connsiteY588" fmla="*/ 4919491 h 5292726"/>
              <a:gd name="connsiteX589" fmla="*/ 1276253 w 3386022"/>
              <a:gd name="connsiteY589" fmla="*/ 4914602 h 5292726"/>
              <a:gd name="connsiteX590" fmla="*/ 1265834 w 3386022"/>
              <a:gd name="connsiteY590" fmla="*/ 4910361 h 5292726"/>
              <a:gd name="connsiteX591" fmla="*/ 1284598 w 3386022"/>
              <a:gd name="connsiteY591" fmla="*/ 4903179 h 5292726"/>
              <a:gd name="connsiteX592" fmla="*/ 775400 w 3386022"/>
              <a:gd name="connsiteY592" fmla="*/ 4899890 h 5292726"/>
              <a:gd name="connsiteX593" fmla="*/ 784312 w 3386022"/>
              <a:gd name="connsiteY593" fmla="*/ 4924035 h 5292726"/>
              <a:gd name="connsiteX594" fmla="*/ 779229 w 3386022"/>
              <a:gd name="connsiteY594" fmla="*/ 4951380 h 5292726"/>
              <a:gd name="connsiteX595" fmla="*/ 767117 w 3386022"/>
              <a:gd name="connsiteY595" fmla="*/ 4974355 h 5292726"/>
              <a:gd name="connsiteX596" fmla="*/ 754943 w 3386022"/>
              <a:gd name="connsiteY596" fmla="*/ 4985389 h 5292726"/>
              <a:gd name="connsiteX597" fmla="*/ 750613 w 3386022"/>
              <a:gd name="connsiteY597" fmla="*/ 4979678 h 5292726"/>
              <a:gd name="connsiteX598" fmla="*/ 752056 w 3386022"/>
              <a:gd name="connsiteY598" fmla="*/ 4970721 h 5292726"/>
              <a:gd name="connsiteX599" fmla="*/ 760088 w 3386022"/>
              <a:gd name="connsiteY599" fmla="*/ 4947703 h 5292726"/>
              <a:gd name="connsiteX600" fmla="*/ 759964 w 3386022"/>
              <a:gd name="connsiteY600" fmla="*/ 4947745 h 5292726"/>
              <a:gd name="connsiteX601" fmla="*/ 775400 w 3386022"/>
              <a:gd name="connsiteY601" fmla="*/ 4899890 h 5292726"/>
              <a:gd name="connsiteX602" fmla="*/ 1997935 w 3386022"/>
              <a:gd name="connsiteY602" fmla="*/ 4899198 h 5292726"/>
              <a:gd name="connsiteX603" fmla="*/ 1997871 w 3386022"/>
              <a:gd name="connsiteY603" fmla="*/ 4899631 h 5292726"/>
              <a:gd name="connsiteX604" fmla="*/ 1997809 w 3386022"/>
              <a:gd name="connsiteY604" fmla="*/ 4900020 h 5292726"/>
              <a:gd name="connsiteX605" fmla="*/ 1997683 w 3386022"/>
              <a:gd name="connsiteY605" fmla="*/ 4900410 h 5292726"/>
              <a:gd name="connsiteX606" fmla="*/ 1997621 w 3386022"/>
              <a:gd name="connsiteY606" fmla="*/ 4900843 h 5292726"/>
              <a:gd name="connsiteX607" fmla="*/ 1996867 w 3386022"/>
              <a:gd name="connsiteY607" fmla="*/ 4900583 h 5292726"/>
              <a:gd name="connsiteX608" fmla="*/ 1996178 w 3386022"/>
              <a:gd name="connsiteY608" fmla="*/ 4900323 h 5292726"/>
              <a:gd name="connsiteX609" fmla="*/ 1995424 w 3386022"/>
              <a:gd name="connsiteY609" fmla="*/ 4900107 h 5292726"/>
              <a:gd name="connsiteX610" fmla="*/ 1994671 w 3386022"/>
              <a:gd name="connsiteY610" fmla="*/ 4899848 h 5292726"/>
              <a:gd name="connsiteX611" fmla="*/ 1995487 w 3386022"/>
              <a:gd name="connsiteY611" fmla="*/ 4899718 h 5292726"/>
              <a:gd name="connsiteX612" fmla="*/ 1996302 w 3386022"/>
              <a:gd name="connsiteY612" fmla="*/ 4899544 h 5292726"/>
              <a:gd name="connsiteX613" fmla="*/ 1997118 w 3386022"/>
              <a:gd name="connsiteY613" fmla="*/ 4899371 h 5292726"/>
              <a:gd name="connsiteX614" fmla="*/ 911237 w 3386022"/>
              <a:gd name="connsiteY614" fmla="*/ 4896323 h 5292726"/>
              <a:gd name="connsiteX615" fmla="*/ 917350 w 3386022"/>
              <a:gd name="connsiteY615" fmla="*/ 4903222 h 5292726"/>
              <a:gd name="connsiteX616" fmla="*/ 918920 w 3386022"/>
              <a:gd name="connsiteY616" fmla="*/ 4914991 h 5292726"/>
              <a:gd name="connsiteX617" fmla="*/ 918418 w 3386022"/>
              <a:gd name="connsiteY617" fmla="*/ 4925635 h 5292726"/>
              <a:gd name="connsiteX618" fmla="*/ 916785 w 3386022"/>
              <a:gd name="connsiteY618" fmla="*/ 4925765 h 5292726"/>
              <a:gd name="connsiteX619" fmla="*/ 915154 w 3386022"/>
              <a:gd name="connsiteY619" fmla="*/ 4925895 h 5292726"/>
              <a:gd name="connsiteX620" fmla="*/ 913522 w 3386022"/>
              <a:gd name="connsiteY620" fmla="*/ 4926025 h 5292726"/>
              <a:gd name="connsiteX621" fmla="*/ 911891 w 3386022"/>
              <a:gd name="connsiteY621" fmla="*/ 4926154 h 5292726"/>
              <a:gd name="connsiteX622" fmla="*/ 908376 w 3386022"/>
              <a:gd name="connsiteY622" fmla="*/ 4919621 h 5292726"/>
              <a:gd name="connsiteX623" fmla="*/ 904862 w 3386022"/>
              <a:gd name="connsiteY623" fmla="*/ 4913044 h 5292726"/>
              <a:gd name="connsiteX624" fmla="*/ 901348 w 3386022"/>
              <a:gd name="connsiteY624" fmla="*/ 4906467 h 5292726"/>
              <a:gd name="connsiteX625" fmla="*/ 897834 w 3386022"/>
              <a:gd name="connsiteY625" fmla="*/ 4899890 h 5292726"/>
              <a:gd name="connsiteX626" fmla="*/ 911138 w 3386022"/>
              <a:gd name="connsiteY626" fmla="*/ 4896212 h 5292726"/>
              <a:gd name="connsiteX627" fmla="*/ 911327 w 3386022"/>
              <a:gd name="connsiteY627" fmla="*/ 4896299 h 5292726"/>
              <a:gd name="connsiteX628" fmla="*/ 911237 w 3386022"/>
              <a:gd name="connsiteY628" fmla="*/ 4896323 h 5292726"/>
              <a:gd name="connsiteX629" fmla="*/ 1065205 w 3386022"/>
              <a:gd name="connsiteY629" fmla="*/ 4887169 h 5292726"/>
              <a:gd name="connsiteX630" fmla="*/ 1097398 w 3386022"/>
              <a:gd name="connsiteY630" fmla="*/ 4901275 h 5292726"/>
              <a:gd name="connsiteX631" fmla="*/ 1087670 w 3386022"/>
              <a:gd name="connsiteY631" fmla="*/ 4901794 h 5292726"/>
              <a:gd name="connsiteX632" fmla="*/ 1077756 w 3386022"/>
              <a:gd name="connsiteY632" fmla="*/ 4902357 h 5292726"/>
              <a:gd name="connsiteX633" fmla="*/ 1067713 w 3386022"/>
              <a:gd name="connsiteY633" fmla="*/ 4902919 h 5292726"/>
              <a:gd name="connsiteX634" fmla="*/ 1057610 w 3386022"/>
              <a:gd name="connsiteY634" fmla="*/ 4903482 h 5292726"/>
              <a:gd name="connsiteX635" fmla="*/ 1052653 w 3386022"/>
              <a:gd name="connsiteY635" fmla="*/ 4897035 h 5292726"/>
              <a:gd name="connsiteX636" fmla="*/ 1052778 w 3386022"/>
              <a:gd name="connsiteY636" fmla="*/ 4888684 h 5292726"/>
              <a:gd name="connsiteX637" fmla="*/ 1052715 w 3386022"/>
              <a:gd name="connsiteY637" fmla="*/ 4888640 h 5292726"/>
              <a:gd name="connsiteX638" fmla="*/ 1065205 w 3386022"/>
              <a:gd name="connsiteY638" fmla="*/ 4887169 h 5292726"/>
              <a:gd name="connsiteX639" fmla="*/ 1550307 w 3386022"/>
              <a:gd name="connsiteY639" fmla="*/ 4880376 h 5292726"/>
              <a:gd name="connsiteX640" fmla="*/ 1577479 w 3386022"/>
              <a:gd name="connsiteY640" fmla="*/ 4881804 h 5292726"/>
              <a:gd name="connsiteX641" fmla="*/ 1569132 w 3386022"/>
              <a:gd name="connsiteY641" fmla="*/ 4888640 h 5292726"/>
              <a:gd name="connsiteX642" fmla="*/ 1558339 w 3386022"/>
              <a:gd name="connsiteY642" fmla="*/ 4893313 h 5292726"/>
              <a:gd name="connsiteX643" fmla="*/ 1545978 w 3386022"/>
              <a:gd name="connsiteY643" fmla="*/ 4896515 h 5292726"/>
              <a:gd name="connsiteX644" fmla="*/ 1532863 w 3386022"/>
              <a:gd name="connsiteY644" fmla="*/ 4898938 h 5292726"/>
              <a:gd name="connsiteX645" fmla="*/ 1526021 w 3386022"/>
              <a:gd name="connsiteY645" fmla="*/ 4892967 h 5292726"/>
              <a:gd name="connsiteX646" fmla="*/ 1532486 w 3386022"/>
              <a:gd name="connsiteY646" fmla="*/ 4885438 h 5292726"/>
              <a:gd name="connsiteX647" fmla="*/ 1550307 w 3386022"/>
              <a:gd name="connsiteY647" fmla="*/ 4880376 h 5292726"/>
              <a:gd name="connsiteX648" fmla="*/ 996047 w 3386022"/>
              <a:gd name="connsiteY648" fmla="*/ 4877305 h 5292726"/>
              <a:gd name="connsiteX649" fmla="*/ 1000377 w 3386022"/>
              <a:gd name="connsiteY649" fmla="*/ 4877823 h 5292726"/>
              <a:gd name="connsiteX650" fmla="*/ 1000314 w 3386022"/>
              <a:gd name="connsiteY650" fmla="*/ 4877823 h 5292726"/>
              <a:gd name="connsiteX651" fmla="*/ 1005586 w 3386022"/>
              <a:gd name="connsiteY651" fmla="*/ 4882453 h 5292726"/>
              <a:gd name="connsiteX652" fmla="*/ 1004519 w 3386022"/>
              <a:gd name="connsiteY652" fmla="*/ 4886305 h 5292726"/>
              <a:gd name="connsiteX653" fmla="*/ 1000251 w 3386022"/>
              <a:gd name="connsiteY653" fmla="*/ 4889419 h 5292726"/>
              <a:gd name="connsiteX654" fmla="*/ 996047 w 3386022"/>
              <a:gd name="connsiteY654" fmla="*/ 4891886 h 5292726"/>
              <a:gd name="connsiteX655" fmla="*/ 989771 w 3386022"/>
              <a:gd name="connsiteY655" fmla="*/ 4883621 h 5292726"/>
              <a:gd name="connsiteX656" fmla="*/ 991152 w 3386022"/>
              <a:gd name="connsiteY656" fmla="*/ 4878992 h 5292726"/>
              <a:gd name="connsiteX657" fmla="*/ 996047 w 3386022"/>
              <a:gd name="connsiteY657" fmla="*/ 4877305 h 5292726"/>
              <a:gd name="connsiteX658" fmla="*/ 1801133 w 3386022"/>
              <a:gd name="connsiteY658" fmla="*/ 4873670 h 5292726"/>
              <a:gd name="connsiteX659" fmla="*/ 1800820 w 3386022"/>
              <a:gd name="connsiteY659" fmla="*/ 4874016 h 5292726"/>
              <a:gd name="connsiteX660" fmla="*/ 1800505 w 3386022"/>
              <a:gd name="connsiteY660" fmla="*/ 4874362 h 5292726"/>
              <a:gd name="connsiteX661" fmla="*/ 1800192 w 3386022"/>
              <a:gd name="connsiteY661" fmla="*/ 4874708 h 5292726"/>
              <a:gd name="connsiteX662" fmla="*/ 1799887 w 3386022"/>
              <a:gd name="connsiteY662" fmla="*/ 4875045 h 5292726"/>
              <a:gd name="connsiteX663" fmla="*/ 1799816 w 3386022"/>
              <a:gd name="connsiteY663" fmla="*/ 4875011 h 5292726"/>
              <a:gd name="connsiteX664" fmla="*/ 1799773 w 3386022"/>
              <a:gd name="connsiteY664" fmla="*/ 4874996 h 5292726"/>
              <a:gd name="connsiteX665" fmla="*/ 1799564 w 3386022"/>
              <a:gd name="connsiteY665" fmla="*/ 4874881 h 5292726"/>
              <a:gd name="connsiteX666" fmla="*/ 1799501 w 3386022"/>
              <a:gd name="connsiteY666" fmla="*/ 4874881 h 5292726"/>
              <a:gd name="connsiteX667" fmla="*/ 1799690 w 3386022"/>
              <a:gd name="connsiteY667" fmla="*/ 4874967 h 5292726"/>
              <a:gd name="connsiteX668" fmla="*/ 1799773 w 3386022"/>
              <a:gd name="connsiteY668" fmla="*/ 4874996 h 5292726"/>
              <a:gd name="connsiteX669" fmla="*/ 1799878 w 3386022"/>
              <a:gd name="connsiteY669" fmla="*/ 4875054 h 5292726"/>
              <a:gd name="connsiteX670" fmla="*/ 1799887 w 3386022"/>
              <a:gd name="connsiteY670" fmla="*/ 4875045 h 5292726"/>
              <a:gd name="connsiteX671" fmla="*/ 1800004 w 3386022"/>
              <a:gd name="connsiteY671" fmla="*/ 4875098 h 5292726"/>
              <a:gd name="connsiteX672" fmla="*/ 1798874 w 3386022"/>
              <a:gd name="connsiteY672" fmla="*/ 4874752 h 5292726"/>
              <a:gd name="connsiteX673" fmla="*/ 1798874 w 3386022"/>
              <a:gd name="connsiteY673" fmla="*/ 4874535 h 5292726"/>
              <a:gd name="connsiteX674" fmla="*/ 1799439 w 3386022"/>
              <a:gd name="connsiteY674" fmla="*/ 4874319 h 5292726"/>
              <a:gd name="connsiteX675" fmla="*/ 1800004 w 3386022"/>
              <a:gd name="connsiteY675" fmla="*/ 4874102 h 5292726"/>
              <a:gd name="connsiteX676" fmla="*/ 1800568 w 3386022"/>
              <a:gd name="connsiteY676" fmla="*/ 4873886 h 5292726"/>
              <a:gd name="connsiteX677" fmla="*/ 1773709 w 3386022"/>
              <a:gd name="connsiteY677" fmla="*/ 4866531 h 5292726"/>
              <a:gd name="connsiteX678" fmla="*/ 1780550 w 3386022"/>
              <a:gd name="connsiteY678" fmla="*/ 4868781 h 5292726"/>
              <a:gd name="connsiteX679" fmla="*/ 1787139 w 3386022"/>
              <a:gd name="connsiteY679" fmla="*/ 4870944 h 5292726"/>
              <a:gd name="connsiteX680" fmla="*/ 1793540 w 3386022"/>
              <a:gd name="connsiteY680" fmla="*/ 4873021 h 5292726"/>
              <a:gd name="connsiteX681" fmla="*/ 1798748 w 3386022"/>
              <a:gd name="connsiteY681" fmla="*/ 4874708 h 5292726"/>
              <a:gd name="connsiteX682" fmla="*/ 1799690 w 3386022"/>
              <a:gd name="connsiteY682" fmla="*/ 4879078 h 5292726"/>
              <a:gd name="connsiteX683" fmla="*/ 1800631 w 3386022"/>
              <a:gd name="connsiteY683" fmla="*/ 4883578 h 5292726"/>
              <a:gd name="connsiteX684" fmla="*/ 1800694 w 3386022"/>
              <a:gd name="connsiteY684" fmla="*/ 4883578 h 5292726"/>
              <a:gd name="connsiteX685" fmla="*/ 1801635 w 3386022"/>
              <a:gd name="connsiteY685" fmla="*/ 4887905 h 5292726"/>
              <a:gd name="connsiteX686" fmla="*/ 1802513 w 3386022"/>
              <a:gd name="connsiteY686" fmla="*/ 4891973 h 5292726"/>
              <a:gd name="connsiteX687" fmla="*/ 1786512 w 3386022"/>
              <a:gd name="connsiteY687" fmla="*/ 4893790 h 5292726"/>
              <a:gd name="connsiteX688" fmla="*/ 1773835 w 3386022"/>
              <a:gd name="connsiteY688" fmla="*/ 4888078 h 5292726"/>
              <a:gd name="connsiteX689" fmla="*/ 1768312 w 3386022"/>
              <a:gd name="connsiteY689" fmla="*/ 4877953 h 5292726"/>
              <a:gd name="connsiteX690" fmla="*/ 1773709 w 3386022"/>
              <a:gd name="connsiteY690" fmla="*/ 4866531 h 5292726"/>
              <a:gd name="connsiteX691" fmla="*/ 2056045 w 3386022"/>
              <a:gd name="connsiteY691" fmla="*/ 4865838 h 5292726"/>
              <a:gd name="connsiteX692" fmla="*/ 2083094 w 3386022"/>
              <a:gd name="connsiteY692" fmla="*/ 4867742 h 5292726"/>
              <a:gd name="connsiteX693" fmla="*/ 2083094 w 3386022"/>
              <a:gd name="connsiteY693" fmla="*/ 4867698 h 5292726"/>
              <a:gd name="connsiteX694" fmla="*/ 2086482 w 3386022"/>
              <a:gd name="connsiteY694" fmla="*/ 4874232 h 5292726"/>
              <a:gd name="connsiteX695" fmla="*/ 2086357 w 3386022"/>
              <a:gd name="connsiteY695" fmla="*/ 4879944 h 5292726"/>
              <a:gd name="connsiteX696" fmla="*/ 2082968 w 3386022"/>
              <a:gd name="connsiteY696" fmla="*/ 4885006 h 5292726"/>
              <a:gd name="connsiteX697" fmla="*/ 2076441 w 3386022"/>
              <a:gd name="connsiteY697" fmla="*/ 4889593 h 5292726"/>
              <a:gd name="connsiteX698" fmla="*/ 2058179 w 3386022"/>
              <a:gd name="connsiteY698" fmla="*/ 4883232 h 5292726"/>
              <a:gd name="connsiteX699" fmla="*/ 2049206 w 3386022"/>
              <a:gd name="connsiteY699" fmla="*/ 4880549 h 5292726"/>
              <a:gd name="connsiteX700" fmla="*/ 2041236 w 3386022"/>
              <a:gd name="connsiteY700" fmla="*/ 4879468 h 5292726"/>
              <a:gd name="connsiteX701" fmla="*/ 2026049 w 3386022"/>
              <a:gd name="connsiteY701" fmla="*/ 4877997 h 5292726"/>
              <a:gd name="connsiteX702" fmla="*/ 2032889 w 3386022"/>
              <a:gd name="connsiteY702" fmla="*/ 4869992 h 5292726"/>
              <a:gd name="connsiteX703" fmla="*/ 2041110 w 3386022"/>
              <a:gd name="connsiteY703" fmla="*/ 4866271 h 5292726"/>
              <a:gd name="connsiteX704" fmla="*/ 2056045 w 3386022"/>
              <a:gd name="connsiteY704" fmla="*/ 4865838 h 5292726"/>
              <a:gd name="connsiteX705" fmla="*/ 1146532 w 3386022"/>
              <a:gd name="connsiteY705" fmla="*/ 4865102 h 5292726"/>
              <a:gd name="connsiteX706" fmla="*/ 1147473 w 3386022"/>
              <a:gd name="connsiteY706" fmla="*/ 4865275 h 5292726"/>
              <a:gd name="connsiteX707" fmla="*/ 1148415 w 3386022"/>
              <a:gd name="connsiteY707" fmla="*/ 4865449 h 5292726"/>
              <a:gd name="connsiteX708" fmla="*/ 1149356 w 3386022"/>
              <a:gd name="connsiteY708" fmla="*/ 4865622 h 5292726"/>
              <a:gd name="connsiteX709" fmla="*/ 1150297 w 3386022"/>
              <a:gd name="connsiteY709" fmla="*/ 4865795 h 5292726"/>
              <a:gd name="connsiteX710" fmla="*/ 1149983 w 3386022"/>
              <a:gd name="connsiteY710" fmla="*/ 4866185 h 5292726"/>
              <a:gd name="connsiteX711" fmla="*/ 1149671 w 3386022"/>
              <a:gd name="connsiteY711" fmla="*/ 4866573 h 5292726"/>
              <a:gd name="connsiteX712" fmla="*/ 1149356 w 3386022"/>
              <a:gd name="connsiteY712" fmla="*/ 4866962 h 5292726"/>
              <a:gd name="connsiteX713" fmla="*/ 1149043 w 3386022"/>
              <a:gd name="connsiteY713" fmla="*/ 4867352 h 5292726"/>
              <a:gd name="connsiteX714" fmla="*/ 1148415 w 3386022"/>
              <a:gd name="connsiteY714" fmla="*/ 4866790 h 5292726"/>
              <a:gd name="connsiteX715" fmla="*/ 1147787 w 3386022"/>
              <a:gd name="connsiteY715" fmla="*/ 4866227 h 5292726"/>
              <a:gd name="connsiteX716" fmla="*/ 1147159 w 3386022"/>
              <a:gd name="connsiteY716" fmla="*/ 4865665 h 5292726"/>
              <a:gd name="connsiteX717" fmla="*/ 1146532 w 3386022"/>
              <a:gd name="connsiteY717" fmla="*/ 4865102 h 5292726"/>
              <a:gd name="connsiteX718" fmla="*/ 1233387 w 3386022"/>
              <a:gd name="connsiteY718" fmla="*/ 4860386 h 5292726"/>
              <a:gd name="connsiteX719" fmla="*/ 1235396 w 3386022"/>
              <a:gd name="connsiteY719" fmla="*/ 4861122 h 5292726"/>
              <a:gd name="connsiteX720" fmla="*/ 1237404 w 3386022"/>
              <a:gd name="connsiteY720" fmla="*/ 4861857 h 5292726"/>
              <a:gd name="connsiteX721" fmla="*/ 1237341 w 3386022"/>
              <a:gd name="connsiteY721" fmla="*/ 4862031 h 5292726"/>
              <a:gd name="connsiteX722" fmla="*/ 1239349 w 3386022"/>
              <a:gd name="connsiteY722" fmla="*/ 4862766 h 5292726"/>
              <a:gd name="connsiteX723" fmla="*/ 1241357 w 3386022"/>
              <a:gd name="connsiteY723" fmla="*/ 4863502 h 5292726"/>
              <a:gd name="connsiteX724" fmla="*/ 1241169 w 3386022"/>
              <a:gd name="connsiteY724" fmla="*/ 4864064 h 5292726"/>
              <a:gd name="connsiteX725" fmla="*/ 1240981 w 3386022"/>
              <a:gd name="connsiteY725" fmla="*/ 4864627 h 5292726"/>
              <a:gd name="connsiteX726" fmla="*/ 1240792 w 3386022"/>
              <a:gd name="connsiteY726" fmla="*/ 4865189 h 5292726"/>
              <a:gd name="connsiteX727" fmla="*/ 1240605 w 3386022"/>
              <a:gd name="connsiteY727" fmla="*/ 4865752 h 5292726"/>
              <a:gd name="connsiteX728" fmla="*/ 1234329 w 3386022"/>
              <a:gd name="connsiteY728" fmla="*/ 4864367 h 5292726"/>
              <a:gd name="connsiteX729" fmla="*/ 1231944 w 3386022"/>
              <a:gd name="connsiteY729" fmla="*/ 4863588 h 5292726"/>
              <a:gd name="connsiteX730" fmla="*/ 1232071 w 3386022"/>
              <a:gd name="connsiteY730" fmla="*/ 4862549 h 5292726"/>
              <a:gd name="connsiteX731" fmla="*/ 1233387 w 3386022"/>
              <a:gd name="connsiteY731" fmla="*/ 4860386 h 5292726"/>
              <a:gd name="connsiteX732" fmla="*/ 1473556 w 3386022"/>
              <a:gd name="connsiteY732" fmla="*/ 4858915 h 5292726"/>
              <a:gd name="connsiteX733" fmla="*/ 1491315 w 3386022"/>
              <a:gd name="connsiteY733" fmla="*/ 4862160 h 5292726"/>
              <a:gd name="connsiteX734" fmla="*/ 1498911 w 3386022"/>
              <a:gd name="connsiteY734" fmla="*/ 4874016 h 5292726"/>
              <a:gd name="connsiteX735" fmla="*/ 1499099 w 3386022"/>
              <a:gd name="connsiteY735" fmla="*/ 4898765 h 5292726"/>
              <a:gd name="connsiteX736" fmla="*/ 1494706 w 3386022"/>
              <a:gd name="connsiteY736" fmla="*/ 4940779 h 5292726"/>
              <a:gd name="connsiteX737" fmla="*/ 1483284 w 3386022"/>
              <a:gd name="connsiteY737" fmla="*/ 4940779 h 5292726"/>
              <a:gd name="connsiteX738" fmla="*/ 1483221 w 3386022"/>
              <a:gd name="connsiteY738" fmla="*/ 4940736 h 5292726"/>
              <a:gd name="connsiteX739" fmla="*/ 1479016 w 3386022"/>
              <a:gd name="connsiteY739" fmla="*/ 4940736 h 5292726"/>
              <a:gd name="connsiteX740" fmla="*/ 1469980 w 3386022"/>
              <a:gd name="connsiteY740" fmla="*/ 4895650 h 5292726"/>
              <a:gd name="connsiteX741" fmla="*/ 1466466 w 3386022"/>
              <a:gd name="connsiteY741" fmla="*/ 4874795 h 5292726"/>
              <a:gd name="connsiteX742" fmla="*/ 1467845 w 3386022"/>
              <a:gd name="connsiteY742" fmla="*/ 4866444 h 5292726"/>
              <a:gd name="connsiteX743" fmla="*/ 1473556 w 3386022"/>
              <a:gd name="connsiteY743" fmla="*/ 4858915 h 5292726"/>
              <a:gd name="connsiteX744" fmla="*/ 1800067 w 3386022"/>
              <a:gd name="connsiteY744" fmla="*/ 4853636 h 5292726"/>
              <a:gd name="connsiteX745" fmla="*/ 1802515 w 3386022"/>
              <a:gd name="connsiteY745" fmla="*/ 4854631 h 5292726"/>
              <a:gd name="connsiteX746" fmla="*/ 1805841 w 3386022"/>
              <a:gd name="connsiteY746" fmla="*/ 4857098 h 5292726"/>
              <a:gd name="connsiteX747" fmla="*/ 1800192 w 3386022"/>
              <a:gd name="connsiteY747" fmla="*/ 4858179 h 5292726"/>
              <a:gd name="connsiteX748" fmla="*/ 1796929 w 3386022"/>
              <a:gd name="connsiteY748" fmla="*/ 4858439 h 5292726"/>
              <a:gd name="connsiteX749" fmla="*/ 1791783 w 3386022"/>
              <a:gd name="connsiteY749" fmla="*/ 4857314 h 5292726"/>
              <a:gd name="connsiteX750" fmla="*/ 1780487 w 3386022"/>
              <a:gd name="connsiteY750" fmla="*/ 4854241 h 5292726"/>
              <a:gd name="connsiteX751" fmla="*/ 1794168 w 3386022"/>
              <a:gd name="connsiteY751" fmla="*/ 4853679 h 5292726"/>
              <a:gd name="connsiteX752" fmla="*/ 1800067 w 3386022"/>
              <a:gd name="connsiteY752" fmla="*/ 4853679 h 5292726"/>
              <a:gd name="connsiteX753" fmla="*/ 1061248 w 3386022"/>
              <a:gd name="connsiteY753" fmla="*/ 4850910 h 5292726"/>
              <a:gd name="connsiteX754" fmla="*/ 1062504 w 3386022"/>
              <a:gd name="connsiteY754" fmla="*/ 4851516 h 5292726"/>
              <a:gd name="connsiteX755" fmla="*/ 1062440 w 3386022"/>
              <a:gd name="connsiteY755" fmla="*/ 4851516 h 5292726"/>
              <a:gd name="connsiteX756" fmla="*/ 1063696 w 3386022"/>
              <a:gd name="connsiteY756" fmla="*/ 4852122 h 5292726"/>
              <a:gd name="connsiteX757" fmla="*/ 1064951 w 3386022"/>
              <a:gd name="connsiteY757" fmla="*/ 4852728 h 5292726"/>
              <a:gd name="connsiteX758" fmla="*/ 1066206 w 3386022"/>
              <a:gd name="connsiteY758" fmla="*/ 4853334 h 5292726"/>
              <a:gd name="connsiteX759" fmla="*/ 1065139 w 3386022"/>
              <a:gd name="connsiteY759" fmla="*/ 4853680 h 5292726"/>
              <a:gd name="connsiteX760" fmla="*/ 1064074 w 3386022"/>
              <a:gd name="connsiteY760" fmla="*/ 4854026 h 5292726"/>
              <a:gd name="connsiteX761" fmla="*/ 1063005 w 3386022"/>
              <a:gd name="connsiteY761" fmla="*/ 4854372 h 5292726"/>
              <a:gd name="connsiteX762" fmla="*/ 1061939 w 3386022"/>
              <a:gd name="connsiteY762" fmla="*/ 4854718 h 5292726"/>
              <a:gd name="connsiteX763" fmla="*/ 1059867 w 3386022"/>
              <a:gd name="connsiteY763" fmla="*/ 4853810 h 5292726"/>
              <a:gd name="connsiteX764" fmla="*/ 1059052 w 3386022"/>
              <a:gd name="connsiteY764" fmla="*/ 4853290 h 5292726"/>
              <a:gd name="connsiteX765" fmla="*/ 1059492 w 3386022"/>
              <a:gd name="connsiteY765" fmla="*/ 4852555 h 5292726"/>
              <a:gd name="connsiteX766" fmla="*/ 1061248 w 3386022"/>
              <a:gd name="connsiteY766" fmla="*/ 4850910 h 5292726"/>
              <a:gd name="connsiteX767" fmla="*/ 1861190 w 3386022"/>
              <a:gd name="connsiteY767" fmla="*/ 4850131 h 5292726"/>
              <a:gd name="connsiteX768" fmla="*/ 1862069 w 3386022"/>
              <a:gd name="connsiteY768" fmla="*/ 4850305 h 5292726"/>
              <a:gd name="connsiteX769" fmla="*/ 1862947 w 3386022"/>
              <a:gd name="connsiteY769" fmla="*/ 4850478 h 5292726"/>
              <a:gd name="connsiteX770" fmla="*/ 1862885 w 3386022"/>
              <a:gd name="connsiteY770" fmla="*/ 4850521 h 5292726"/>
              <a:gd name="connsiteX771" fmla="*/ 1863763 w 3386022"/>
              <a:gd name="connsiteY771" fmla="*/ 4850694 h 5292726"/>
              <a:gd name="connsiteX772" fmla="*/ 1864641 w 3386022"/>
              <a:gd name="connsiteY772" fmla="*/ 4850867 h 5292726"/>
              <a:gd name="connsiteX773" fmla="*/ 1863262 w 3386022"/>
              <a:gd name="connsiteY773" fmla="*/ 4852252 h 5292726"/>
              <a:gd name="connsiteX774" fmla="*/ 1862446 w 3386022"/>
              <a:gd name="connsiteY774" fmla="*/ 4852728 h 5292726"/>
              <a:gd name="connsiteX775" fmla="*/ 1861378 w 3386022"/>
              <a:gd name="connsiteY775" fmla="*/ 4852555 h 5292726"/>
              <a:gd name="connsiteX776" fmla="*/ 1859182 w 3386022"/>
              <a:gd name="connsiteY776" fmla="*/ 4852035 h 5292726"/>
              <a:gd name="connsiteX777" fmla="*/ 1859685 w 3386022"/>
              <a:gd name="connsiteY777" fmla="*/ 4851560 h 5292726"/>
              <a:gd name="connsiteX778" fmla="*/ 1860186 w 3386022"/>
              <a:gd name="connsiteY778" fmla="*/ 4851084 h 5292726"/>
              <a:gd name="connsiteX779" fmla="*/ 1860689 w 3386022"/>
              <a:gd name="connsiteY779" fmla="*/ 4850607 h 5292726"/>
              <a:gd name="connsiteX780" fmla="*/ 1861190 w 3386022"/>
              <a:gd name="connsiteY780" fmla="*/ 4850131 h 5292726"/>
              <a:gd name="connsiteX781" fmla="*/ 1939133 w 3386022"/>
              <a:gd name="connsiteY781" fmla="*/ 4846411 h 5292726"/>
              <a:gd name="connsiteX782" fmla="*/ 1942711 w 3386022"/>
              <a:gd name="connsiteY782" fmla="*/ 4847103 h 5292726"/>
              <a:gd name="connsiteX783" fmla="*/ 1950554 w 3386022"/>
              <a:gd name="connsiteY783" fmla="*/ 4849526 h 5292726"/>
              <a:gd name="connsiteX784" fmla="*/ 1948484 w 3386022"/>
              <a:gd name="connsiteY784" fmla="*/ 4850825 h 5292726"/>
              <a:gd name="connsiteX785" fmla="*/ 1946727 w 3386022"/>
              <a:gd name="connsiteY785" fmla="*/ 4851300 h 5292726"/>
              <a:gd name="connsiteX786" fmla="*/ 1942334 w 3386022"/>
              <a:gd name="connsiteY786" fmla="*/ 4851084 h 5292726"/>
              <a:gd name="connsiteX787" fmla="*/ 1932230 w 3386022"/>
              <a:gd name="connsiteY787" fmla="*/ 4850305 h 5292726"/>
              <a:gd name="connsiteX788" fmla="*/ 1936685 w 3386022"/>
              <a:gd name="connsiteY788" fmla="*/ 4847450 h 5292726"/>
              <a:gd name="connsiteX789" fmla="*/ 1939133 w 3386022"/>
              <a:gd name="connsiteY789" fmla="*/ 4846411 h 5292726"/>
              <a:gd name="connsiteX790" fmla="*/ 1620280 w 3386022"/>
              <a:gd name="connsiteY790" fmla="*/ 4841958 h 5292726"/>
              <a:gd name="connsiteX791" fmla="*/ 1621655 w 3386022"/>
              <a:gd name="connsiteY791" fmla="*/ 4843122 h 5292726"/>
              <a:gd name="connsiteX792" fmla="*/ 1623727 w 3386022"/>
              <a:gd name="connsiteY792" fmla="*/ 4845935 h 5292726"/>
              <a:gd name="connsiteX793" fmla="*/ 1621466 w 3386022"/>
              <a:gd name="connsiteY793" fmla="*/ 4846367 h 5292726"/>
              <a:gd name="connsiteX794" fmla="*/ 1619208 w 3386022"/>
              <a:gd name="connsiteY794" fmla="*/ 4846800 h 5292726"/>
              <a:gd name="connsiteX795" fmla="*/ 1616949 w 3386022"/>
              <a:gd name="connsiteY795" fmla="*/ 4847233 h 5292726"/>
              <a:gd name="connsiteX796" fmla="*/ 1614689 w 3386022"/>
              <a:gd name="connsiteY796" fmla="*/ 4847666 h 5292726"/>
              <a:gd name="connsiteX797" fmla="*/ 1613685 w 3386022"/>
              <a:gd name="connsiteY797" fmla="*/ 4846584 h 5292726"/>
              <a:gd name="connsiteX798" fmla="*/ 1612681 w 3386022"/>
              <a:gd name="connsiteY798" fmla="*/ 4845502 h 5292726"/>
              <a:gd name="connsiteX799" fmla="*/ 1611677 w 3386022"/>
              <a:gd name="connsiteY799" fmla="*/ 4844421 h 5292726"/>
              <a:gd name="connsiteX800" fmla="*/ 1610673 w 3386022"/>
              <a:gd name="connsiteY800" fmla="*/ 4843339 h 5292726"/>
              <a:gd name="connsiteX801" fmla="*/ 1617388 w 3386022"/>
              <a:gd name="connsiteY801" fmla="*/ 4842128 h 5292726"/>
              <a:gd name="connsiteX802" fmla="*/ 1620275 w 3386022"/>
              <a:gd name="connsiteY802" fmla="*/ 4841954 h 5292726"/>
              <a:gd name="connsiteX803" fmla="*/ 1620338 w 3386022"/>
              <a:gd name="connsiteY803" fmla="*/ 4841954 h 5292726"/>
              <a:gd name="connsiteX804" fmla="*/ 1620280 w 3386022"/>
              <a:gd name="connsiteY804" fmla="*/ 4841958 h 5292726"/>
              <a:gd name="connsiteX805" fmla="*/ 1698277 w 3386022"/>
              <a:gd name="connsiteY805" fmla="*/ 4835637 h 5292726"/>
              <a:gd name="connsiteX806" fmla="*/ 1702670 w 3386022"/>
              <a:gd name="connsiteY806" fmla="*/ 4849007 h 5292726"/>
              <a:gd name="connsiteX807" fmla="*/ 1707565 w 3386022"/>
              <a:gd name="connsiteY807" fmla="*/ 4862117 h 5292726"/>
              <a:gd name="connsiteX808" fmla="*/ 1708443 w 3386022"/>
              <a:gd name="connsiteY808" fmla="*/ 4875098 h 5292726"/>
              <a:gd name="connsiteX809" fmla="*/ 1700850 w 3386022"/>
              <a:gd name="connsiteY809" fmla="*/ 4888079 h 5292726"/>
              <a:gd name="connsiteX810" fmla="*/ 1685422 w 3386022"/>
              <a:gd name="connsiteY810" fmla="*/ 4885483 h 5292726"/>
              <a:gd name="connsiteX811" fmla="*/ 1681845 w 3386022"/>
              <a:gd name="connsiteY811" fmla="*/ 4879944 h 5292726"/>
              <a:gd name="connsiteX812" fmla="*/ 1680652 w 3386022"/>
              <a:gd name="connsiteY812" fmla="*/ 4870728 h 5292726"/>
              <a:gd name="connsiteX813" fmla="*/ 1672306 w 3386022"/>
              <a:gd name="connsiteY813" fmla="*/ 4857012 h 5292726"/>
              <a:gd name="connsiteX814" fmla="*/ 1683539 w 3386022"/>
              <a:gd name="connsiteY814" fmla="*/ 4849267 h 5292726"/>
              <a:gd name="connsiteX815" fmla="*/ 1688687 w 3386022"/>
              <a:gd name="connsiteY815" fmla="*/ 4845459 h 5292726"/>
              <a:gd name="connsiteX816" fmla="*/ 1692136 w 3386022"/>
              <a:gd name="connsiteY816" fmla="*/ 4842084 h 5292726"/>
              <a:gd name="connsiteX817" fmla="*/ 1698277 w 3386022"/>
              <a:gd name="connsiteY817" fmla="*/ 4835637 h 5292726"/>
              <a:gd name="connsiteX818" fmla="*/ 994290 w 3386022"/>
              <a:gd name="connsiteY818" fmla="*/ 4830661 h 5292726"/>
              <a:gd name="connsiteX819" fmla="*/ 1016756 w 3386022"/>
              <a:gd name="connsiteY819" fmla="*/ 4836243 h 5292726"/>
              <a:gd name="connsiteX820" fmla="*/ 1016756 w 3386022"/>
              <a:gd name="connsiteY820" fmla="*/ 4836199 h 5292726"/>
              <a:gd name="connsiteX821" fmla="*/ 1022781 w 3386022"/>
              <a:gd name="connsiteY821" fmla="*/ 4840266 h 5292726"/>
              <a:gd name="connsiteX822" fmla="*/ 1014058 w 3386022"/>
              <a:gd name="connsiteY822" fmla="*/ 4840613 h 5292726"/>
              <a:gd name="connsiteX823" fmla="*/ 992282 w 3386022"/>
              <a:gd name="connsiteY823" fmla="*/ 4834987 h 5292726"/>
              <a:gd name="connsiteX824" fmla="*/ 992783 w 3386022"/>
              <a:gd name="connsiteY824" fmla="*/ 4833906 h 5292726"/>
              <a:gd name="connsiteX825" fmla="*/ 993286 w 3386022"/>
              <a:gd name="connsiteY825" fmla="*/ 4832824 h 5292726"/>
              <a:gd name="connsiteX826" fmla="*/ 993788 w 3386022"/>
              <a:gd name="connsiteY826" fmla="*/ 4831743 h 5292726"/>
              <a:gd name="connsiteX827" fmla="*/ 994290 w 3386022"/>
              <a:gd name="connsiteY827" fmla="*/ 4830661 h 5292726"/>
              <a:gd name="connsiteX828" fmla="*/ 1153877 w 3386022"/>
              <a:gd name="connsiteY828" fmla="*/ 4827589 h 5292726"/>
              <a:gd name="connsiteX829" fmla="*/ 1160906 w 3386022"/>
              <a:gd name="connsiteY829" fmla="*/ 4830531 h 5292726"/>
              <a:gd name="connsiteX830" fmla="*/ 1167370 w 3386022"/>
              <a:gd name="connsiteY830" fmla="*/ 4833732 h 5292726"/>
              <a:gd name="connsiteX831" fmla="*/ 1167433 w 3386022"/>
              <a:gd name="connsiteY831" fmla="*/ 4833732 h 5292726"/>
              <a:gd name="connsiteX832" fmla="*/ 1169880 w 3386022"/>
              <a:gd name="connsiteY832" fmla="*/ 4836632 h 5292726"/>
              <a:gd name="connsiteX833" fmla="*/ 1164860 w 3386022"/>
              <a:gd name="connsiteY833" fmla="*/ 4838709 h 5292726"/>
              <a:gd name="connsiteX834" fmla="*/ 1157706 w 3386022"/>
              <a:gd name="connsiteY834" fmla="*/ 4839098 h 5292726"/>
              <a:gd name="connsiteX835" fmla="*/ 1152372 w 3386022"/>
              <a:gd name="connsiteY835" fmla="*/ 4837714 h 5292726"/>
              <a:gd name="connsiteX836" fmla="*/ 1150552 w 3386022"/>
              <a:gd name="connsiteY836" fmla="*/ 4834035 h 5292726"/>
              <a:gd name="connsiteX837" fmla="*/ 1153877 w 3386022"/>
              <a:gd name="connsiteY837" fmla="*/ 4827589 h 5292726"/>
              <a:gd name="connsiteX838" fmla="*/ 1668658 w 3386022"/>
              <a:gd name="connsiteY838" fmla="*/ 4825901 h 5292726"/>
              <a:gd name="connsiteX839" fmla="*/ 1669537 w 3386022"/>
              <a:gd name="connsiteY839" fmla="*/ 4826247 h 5292726"/>
              <a:gd name="connsiteX840" fmla="*/ 1670479 w 3386022"/>
              <a:gd name="connsiteY840" fmla="*/ 4826550 h 5292726"/>
              <a:gd name="connsiteX841" fmla="*/ 1671357 w 3386022"/>
              <a:gd name="connsiteY841" fmla="*/ 4826853 h 5292726"/>
              <a:gd name="connsiteX842" fmla="*/ 1672236 w 3386022"/>
              <a:gd name="connsiteY842" fmla="*/ 4827156 h 5292726"/>
              <a:gd name="connsiteX843" fmla="*/ 1671168 w 3386022"/>
              <a:gd name="connsiteY843" fmla="*/ 4827243 h 5292726"/>
              <a:gd name="connsiteX844" fmla="*/ 1670102 w 3386022"/>
              <a:gd name="connsiteY844" fmla="*/ 4827329 h 5292726"/>
              <a:gd name="connsiteX845" fmla="*/ 1669035 w 3386022"/>
              <a:gd name="connsiteY845" fmla="*/ 4827459 h 5292726"/>
              <a:gd name="connsiteX846" fmla="*/ 1667968 w 3386022"/>
              <a:gd name="connsiteY846" fmla="*/ 4827546 h 5292726"/>
              <a:gd name="connsiteX847" fmla="*/ 1668156 w 3386022"/>
              <a:gd name="connsiteY847" fmla="*/ 4827156 h 5292726"/>
              <a:gd name="connsiteX848" fmla="*/ 1668345 w 3386022"/>
              <a:gd name="connsiteY848" fmla="*/ 4826723 h 5292726"/>
              <a:gd name="connsiteX849" fmla="*/ 1668533 w 3386022"/>
              <a:gd name="connsiteY849" fmla="*/ 4826334 h 5292726"/>
              <a:gd name="connsiteX850" fmla="*/ 1321623 w 3386022"/>
              <a:gd name="connsiteY850" fmla="*/ 4825728 h 5292726"/>
              <a:gd name="connsiteX851" fmla="*/ 1330407 w 3386022"/>
              <a:gd name="connsiteY851" fmla="*/ 4828108 h 5292726"/>
              <a:gd name="connsiteX852" fmla="*/ 1322627 w 3386022"/>
              <a:gd name="connsiteY852" fmla="*/ 4833214 h 5292726"/>
              <a:gd name="connsiteX853" fmla="*/ 1318736 w 3386022"/>
              <a:gd name="connsiteY853" fmla="*/ 4835074 h 5292726"/>
              <a:gd name="connsiteX854" fmla="*/ 1315535 w 3386022"/>
              <a:gd name="connsiteY854" fmla="*/ 4834382 h 5292726"/>
              <a:gd name="connsiteX855" fmla="*/ 1309950 w 3386022"/>
              <a:gd name="connsiteY855" fmla="*/ 4831786 h 5292726"/>
              <a:gd name="connsiteX856" fmla="*/ 1311269 w 3386022"/>
              <a:gd name="connsiteY856" fmla="*/ 4828022 h 5292726"/>
              <a:gd name="connsiteX857" fmla="*/ 1315222 w 3386022"/>
              <a:gd name="connsiteY857" fmla="*/ 4825857 h 5292726"/>
              <a:gd name="connsiteX858" fmla="*/ 1321623 w 3386022"/>
              <a:gd name="connsiteY858" fmla="*/ 4825728 h 5292726"/>
              <a:gd name="connsiteX859" fmla="*/ 1969694 w 3386022"/>
              <a:gd name="connsiteY859" fmla="*/ 4824257 h 5292726"/>
              <a:gd name="connsiteX860" fmla="*/ 1979045 w 3386022"/>
              <a:gd name="connsiteY860" fmla="*/ 4824949 h 5292726"/>
              <a:gd name="connsiteX861" fmla="*/ 1985509 w 3386022"/>
              <a:gd name="connsiteY861" fmla="*/ 4826939 h 5292726"/>
              <a:gd name="connsiteX862" fmla="*/ 1985571 w 3386022"/>
              <a:gd name="connsiteY862" fmla="*/ 4826939 h 5292726"/>
              <a:gd name="connsiteX863" fmla="*/ 1988960 w 3386022"/>
              <a:gd name="connsiteY863" fmla="*/ 4830185 h 5292726"/>
              <a:gd name="connsiteX864" fmla="*/ 1989086 w 3386022"/>
              <a:gd name="connsiteY864" fmla="*/ 4834684 h 5292726"/>
              <a:gd name="connsiteX865" fmla="*/ 1973083 w 3386022"/>
              <a:gd name="connsiteY865" fmla="*/ 4835549 h 5292726"/>
              <a:gd name="connsiteX866" fmla="*/ 1962603 w 3386022"/>
              <a:gd name="connsiteY866" fmla="*/ 4831656 h 5292726"/>
              <a:gd name="connsiteX867" fmla="*/ 1960532 w 3386022"/>
              <a:gd name="connsiteY867" fmla="*/ 4826680 h 5292726"/>
              <a:gd name="connsiteX868" fmla="*/ 1969694 w 3386022"/>
              <a:gd name="connsiteY868" fmla="*/ 4824257 h 5292726"/>
              <a:gd name="connsiteX869" fmla="*/ 2034396 w 3386022"/>
              <a:gd name="connsiteY869" fmla="*/ 4819107 h 5292726"/>
              <a:gd name="connsiteX870" fmla="*/ 2046947 w 3386022"/>
              <a:gd name="connsiteY870" fmla="*/ 4821488 h 5292726"/>
              <a:gd name="connsiteX871" fmla="*/ 2052720 w 3386022"/>
              <a:gd name="connsiteY871" fmla="*/ 4828411 h 5292726"/>
              <a:gd name="connsiteX872" fmla="*/ 2051590 w 3386022"/>
              <a:gd name="connsiteY872" fmla="*/ 4829882 h 5292726"/>
              <a:gd name="connsiteX873" fmla="*/ 2049143 w 3386022"/>
              <a:gd name="connsiteY873" fmla="*/ 4831439 h 5292726"/>
              <a:gd name="connsiteX874" fmla="*/ 2045754 w 3386022"/>
              <a:gd name="connsiteY874" fmla="*/ 4833257 h 5292726"/>
              <a:gd name="connsiteX875" fmla="*/ 2041738 w 3386022"/>
              <a:gd name="connsiteY875" fmla="*/ 4835549 h 5292726"/>
              <a:gd name="connsiteX876" fmla="*/ 2041676 w 3386022"/>
              <a:gd name="connsiteY876" fmla="*/ 4835593 h 5292726"/>
              <a:gd name="connsiteX877" fmla="*/ 2028246 w 3386022"/>
              <a:gd name="connsiteY877" fmla="*/ 4823175 h 5292726"/>
              <a:gd name="connsiteX878" fmla="*/ 2034396 w 3386022"/>
              <a:gd name="connsiteY878" fmla="*/ 4819107 h 5292726"/>
              <a:gd name="connsiteX879" fmla="*/ 1835648 w 3386022"/>
              <a:gd name="connsiteY879" fmla="*/ 4816426 h 5292726"/>
              <a:gd name="connsiteX880" fmla="*/ 1845376 w 3386022"/>
              <a:gd name="connsiteY880" fmla="*/ 4821055 h 5292726"/>
              <a:gd name="connsiteX881" fmla="*/ 1854098 w 3386022"/>
              <a:gd name="connsiteY881" fmla="*/ 4825209 h 5292726"/>
              <a:gd name="connsiteX882" fmla="*/ 1854162 w 3386022"/>
              <a:gd name="connsiteY882" fmla="*/ 4825209 h 5292726"/>
              <a:gd name="connsiteX883" fmla="*/ 1862258 w 3386022"/>
              <a:gd name="connsiteY883" fmla="*/ 4829060 h 5292726"/>
              <a:gd name="connsiteX884" fmla="*/ 1869976 w 3386022"/>
              <a:gd name="connsiteY884" fmla="*/ 4832738 h 5292726"/>
              <a:gd name="connsiteX885" fmla="*/ 1865270 w 3386022"/>
              <a:gd name="connsiteY885" fmla="*/ 4835247 h 5292726"/>
              <a:gd name="connsiteX886" fmla="*/ 1856421 w 3386022"/>
              <a:gd name="connsiteY886" fmla="*/ 4836069 h 5292726"/>
              <a:gd name="connsiteX887" fmla="*/ 1833075 w 3386022"/>
              <a:gd name="connsiteY887" fmla="*/ 4835680 h 5292726"/>
              <a:gd name="connsiteX888" fmla="*/ 1784943 w 3386022"/>
              <a:gd name="connsiteY888" fmla="*/ 4834555 h 5292726"/>
              <a:gd name="connsiteX889" fmla="*/ 1788770 w 3386022"/>
              <a:gd name="connsiteY889" fmla="*/ 4827589 h 5292726"/>
              <a:gd name="connsiteX890" fmla="*/ 1804020 w 3386022"/>
              <a:gd name="connsiteY890" fmla="*/ 4825468 h 5292726"/>
              <a:gd name="connsiteX891" fmla="*/ 1822408 w 3386022"/>
              <a:gd name="connsiteY891" fmla="*/ 4823348 h 5292726"/>
              <a:gd name="connsiteX892" fmla="*/ 1835648 w 3386022"/>
              <a:gd name="connsiteY892" fmla="*/ 4816426 h 5292726"/>
              <a:gd name="connsiteX893" fmla="*/ 1224226 w 3386022"/>
              <a:gd name="connsiteY893" fmla="*/ 4814565 h 5292726"/>
              <a:gd name="connsiteX894" fmla="*/ 1226610 w 3386022"/>
              <a:gd name="connsiteY894" fmla="*/ 4816685 h 5292726"/>
              <a:gd name="connsiteX895" fmla="*/ 1228995 w 3386022"/>
              <a:gd name="connsiteY895" fmla="*/ 4818805 h 5292726"/>
              <a:gd name="connsiteX896" fmla="*/ 1231379 w 3386022"/>
              <a:gd name="connsiteY896" fmla="*/ 4820925 h 5292726"/>
              <a:gd name="connsiteX897" fmla="*/ 1231379 w 3386022"/>
              <a:gd name="connsiteY897" fmla="*/ 4820882 h 5292726"/>
              <a:gd name="connsiteX898" fmla="*/ 1233765 w 3386022"/>
              <a:gd name="connsiteY898" fmla="*/ 4823002 h 5292726"/>
              <a:gd name="connsiteX899" fmla="*/ 1231568 w 3386022"/>
              <a:gd name="connsiteY899" fmla="*/ 4823607 h 5292726"/>
              <a:gd name="connsiteX900" fmla="*/ 1229057 w 3386022"/>
              <a:gd name="connsiteY900" fmla="*/ 4824300 h 5292726"/>
              <a:gd name="connsiteX901" fmla="*/ 1226046 w 3386022"/>
              <a:gd name="connsiteY901" fmla="*/ 4825122 h 5292726"/>
              <a:gd name="connsiteX902" fmla="*/ 1222218 w 3386022"/>
              <a:gd name="connsiteY902" fmla="*/ 4826203 h 5292726"/>
              <a:gd name="connsiteX903" fmla="*/ 1215754 w 3386022"/>
              <a:gd name="connsiteY903" fmla="*/ 4820708 h 5292726"/>
              <a:gd name="connsiteX904" fmla="*/ 1213873 w 3386022"/>
              <a:gd name="connsiteY904" fmla="*/ 4818199 h 5292726"/>
              <a:gd name="connsiteX905" fmla="*/ 1216633 w 3386022"/>
              <a:gd name="connsiteY905" fmla="*/ 4816772 h 5292726"/>
              <a:gd name="connsiteX906" fmla="*/ 1224226 w 3386022"/>
              <a:gd name="connsiteY906" fmla="*/ 4814565 h 5292726"/>
              <a:gd name="connsiteX907" fmla="*/ 1701603 w 3386022"/>
              <a:gd name="connsiteY907" fmla="*/ 4810671 h 5292726"/>
              <a:gd name="connsiteX908" fmla="*/ 1702607 w 3386022"/>
              <a:gd name="connsiteY908" fmla="*/ 4811320 h 5292726"/>
              <a:gd name="connsiteX909" fmla="*/ 1703988 w 3386022"/>
              <a:gd name="connsiteY909" fmla="*/ 4812186 h 5292726"/>
              <a:gd name="connsiteX910" fmla="*/ 1704239 w 3386022"/>
              <a:gd name="connsiteY910" fmla="*/ 4812704 h 5292726"/>
              <a:gd name="connsiteX911" fmla="*/ 1704491 w 3386022"/>
              <a:gd name="connsiteY911" fmla="*/ 4813224 h 5292726"/>
              <a:gd name="connsiteX912" fmla="*/ 1704741 w 3386022"/>
              <a:gd name="connsiteY912" fmla="*/ 4813743 h 5292726"/>
              <a:gd name="connsiteX913" fmla="*/ 1704992 w 3386022"/>
              <a:gd name="connsiteY913" fmla="*/ 4814262 h 5292726"/>
              <a:gd name="connsiteX914" fmla="*/ 1704365 w 3386022"/>
              <a:gd name="connsiteY914" fmla="*/ 4813916 h 5292726"/>
              <a:gd name="connsiteX915" fmla="*/ 1703737 w 3386022"/>
              <a:gd name="connsiteY915" fmla="*/ 4813570 h 5292726"/>
              <a:gd name="connsiteX916" fmla="*/ 1703110 w 3386022"/>
              <a:gd name="connsiteY916" fmla="*/ 4813224 h 5292726"/>
              <a:gd name="connsiteX917" fmla="*/ 1702481 w 3386022"/>
              <a:gd name="connsiteY917" fmla="*/ 4812878 h 5292726"/>
              <a:gd name="connsiteX918" fmla="*/ 1702545 w 3386022"/>
              <a:gd name="connsiteY918" fmla="*/ 4812878 h 5292726"/>
              <a:gd name="connsiteX919" fmla="*/ 1701729 w 3386022"/>
              <a:gd name="connsiteY919" fmla="*/ 4810974 h 5292726"/>
              <a:gd name="connsiteX920" fmla="*/ 1701603 w 3386022"/>
              <a:gd name="connsiteY920" fmla="*/ 4810671 h 5292726"/>
              <a:gd name="connsiteX921" fmla="*/ 2269603 w 3386022"/>
              <a:gd name="connsiteY921" fmla="*/ 4809416 h 5292726"/>
              <a:gd name="connsiteX922" fmla="*/ 2279769 w 3386022"/>
              <a:gd name="connsiteY922" fmla="*/ 4820753 h 5292726"/>
              <a:gd name="connsiteX923" fmla="*/ 2280710 w 3386022"/>
              <a:gd name="connsiteY923" fmla="*/ 4838666 h 5292726"/>
              <a:gd name="connsiteX924" fmla="*/ 2276067 w 3386022"/>
              <a:gd name="connsiteY924" fmla="*/ 4857488 h 5292726"/>
              <a:gd name="connsiteX925" fmla="*/ 2269414 w 3386022"/>
              <a:gd name="connsiteY925" fmla="*/ 4871550 h 5292726"/>
              <a:gd name="connsiteX926" fmla="*/ 2266465 w 3386022"/>
              <a:gd name="connsiteY926" fmla="*/ 4859738 h 5292726"/>
              <a:gd name="connsiteX927" fmla="*/ 2264080 w 3386022"/>
              <a:gd name="connsiteY927" fmla="*/ 4840743 h 5292726"/>
              <a:gd name="connsiteX928" fmla="*/ 2264394 w 3386022"/>
              <a:gd name="connsiteY928" fmla="*/ 4821618 h 5292726"/>
              <a:gd name="connsiteX929" fmla="*/ 2269540 w 3386022"/>
              <a:gd name="connsiteY929" fmla="*/ 4809459 h 5292726"/>
              <a:gd name="connsiteX930" fmla="*/ 1698341 w 3386022"/>
              <a:gd name="connsiteY930" fmla="*/ 4808723 h 5292726"/>
              <a:gd name="connsiteX931" fmla="*/ 1700224 w 3386022"/>
              <a:gd name="connsiteY931" fmla="*/ 4809589 h 5292726"/>
              <a:gd name="connsiteX932" fmla="*/ 1701102 w 3386022"/>
              <a:gd name="connsiteY932" fmla="*/ 4810107 h 5292726"/>
              <a:gd name="connsiteX933" fmla="*/ 1701479 w 3386022"/>
              <a:gd name="connsiteY933" fmla="*/ 4810670 h 5292726"/>
              <a:gd name="connsiteX934" fmla="*/ 1701102 w 3386022"/>
              <a:gd name="connsiteY934" fmla="*/ 4810454 h 5292726"/>
              <a:gd name="connsiteX935" fmla="*/ 1699721 w 3386022"/>
              <a:gd name="connsiteY935" fmla="*/ 4809589 h 5292726"/>
              <a:gd name="connsiteX936" fmla="*/ 1698341 w 3386022"/>
              <a:gd name="connsiteY936" fmla="*/ 4808723 h 5292726"/>
              <a:gd name="connsiteX937" fmla="*/ 1664703 w 3386022"/>
              <a:gd name="connsiteY937" fmla="*/ 4803921 h 5292726"/>
              <a:gd name="connsiteX938" fmla="*/ 1665331 w 3386022"/>
              <a:gd name="connsiteY938" fmla="*/ 4804180 h 5292726"/>
              <a:gd name="connsiteX939" fmla="*/ 1665958 w 3386022"/>
              <a:gd name="connsiteY939" fmla="*/ 4804441 h 5292726"/>
              <a:gd name="connsiteX940" fmla="*/ 1666649 w 3386022"/>
              <a:gd name="connsiteY940" fmla="*/ 4804700 h 5292726"/>
              <a:gd name="connsiteX941" fmla="*/ 1667276 w 3386022"/>
              <a:gd name="connsiteY941" fmla="*/ 4804959 h 5292726"/>
              <a:gd name="connsiteX942" fmla="*/ 1666461 w 3386022"/>
              <a:gd name="connsiteY942" fmla="*/ 4805046 h 5292726"/>
              <a:gd name="connsiteX943" fmla="*/ 1665707 w 3386022"/>
              <a:gd name="connsiteY943" fmla="*/ 4805176 h 5292726"/>
              <a:gd name="connsiteX944" fmla="*/ 1664955 w 3386022"/>
              <a:gd name="connsiteY944" fmla="*/ 4805262 h 5292726"/>
              <a:gd name="connsiteX945" fmla="*/ 1664138 w 3386022"/>
              <a:gd name="connsiteY945" fmla="*/ 4805392 h 5292726"/>
              <a:gd name="connsiteX946" fmla="*/ 1664264 w 3386022"/>
              <a:gd name="connsiteY946" fmla="*/ 4805003 h 5292726"/>
              <a:gd name="connsiteX947" fmla="*/ 1664389 w 3386022"/>
              <a:gd name="connsiteY947" fmla="*/ 4804656 h 5292726"/>
              <a:gd name="connsiteX948" fmla="*/ 1664515 w 3386022"/>
              <a:gd name="connsiteY948" fmla="*/ 4804311 h 5292726"/>
              <a:gd name="connsiteX949" fmla="*/ 937932 w 3386022"/>
              <a:gd name="connsiteY949" fmla="*/ 4787998 h 5292726"/>
              <a:gd name="connsiteX950" fmla="*/ 938246 w 3386022"/>
              <a:gd name="connsiteY950" fmla="*/ 4788560 h 5292726"/>
              <a:gd name="connsiteX951" fmla="*/ 938562 w 3386022"/>
              <a:gd name="connsiteY951" fmla="*/ 4789123 h 5292726"/>
              <a:gd name="connsiteX952" fmla="*/ 938937 w 3386022"/>
              <a:gd name="connsiteY952" fmla="*/ 4789685 h 5292726"/>
              <a:gd name="connsiteX953" fmla="*/ 939251 w 3386022"/>
              <a:gd name="connsiteY953" fmla="*/ 4790248 h 5292726"/>
              <a:gd name="connsiteX954" fmla="*/ 938436 w 3386022"/>
              <a:gd name="connsiteY954" fmla="*/ 4790161 h 5292726"/>
              <a:gd name="connsiteX955" fmla="*/ 937556 w 3386022"/>
              <a:gd name="connsiteY955" fmla="*/ 4790118 h 5292726"/>
              <a:gd name="connsiteX956" fmla="*/ 936677 w 3386022"/>
              <a:gd name="connsiteY956" fmla="*/ 4790031 h 5292726"/>
              <a:gd name="connsiteX957" fmla="*/ 935862 w 3386022"/>
              <a:gd name="connsiteY957" fmla="*/ 4789988 h 5292726"/>
              <a:gd name="connsiteX958" fmla="*/ 936364 w 3386022"/>
              <a:gd name="connsiteY958" fmla="*/ 4789469 h 5292726"/>
              <a:gd name="connsiteX959" fmla="*/ 936867 w 3386022"/>
              <a:gd name="connsiteY959" fmla="*/ 4788993 h 5292726"/>
              <a:gd name="connsiteX960" fmla="*/ 937368 w 3386022"/>
              <a:gd name="connsiteY960" fmla="*/ 4788473 h 5292726"/>
              <a:gd name="connsiteX961" fmla="*/ 811359 w 3386022"/>
              <a:gd name="connsiteY961" fmla="*/ 4786310 h 5292726"/>
              <a:gd name="connsiteX962" fmla="*/ 811359 w 3386022"/>
              <a:gd name="connsiteY962" fmla="*/ 4786397 h 5292726"/>
              <a:gd name="connsiteX963" fmla="*/ 815437 w 3386022"/>
              <a:gd name="connsiteY963" fmla="*/ 4795656 h 5292726"/>
              <a:gd name="connsiteX964" fmla="*/ 814621 w 3386022"/>
              <a:gd name="connsiteY964" fmla="*/ 4803618 h 5292726"/>
              <a:gd name="connsiteX965" fmla="*/ 811609 w 3386022"/>
              <a:gd name="connsiteY965" fmla="*/ 4810627 h 5292726"/>
              <a:gd name="connsiteX966" fmla="*/ 809036 w 3386022"/>
              <a:gd name="connsiteY966" fmla="*/ 4817074 h 5292726"/>
              <a:gd name="connsiteX967" fmla="*/ 795356 w 3386022"/>
              <a:gd name="connsiteY967" fmla="*/ 4816295 h 5292726"/>
              <a:gd name="connsiteX968" fmla="*/ 793724 w 3386022"/>
              <a:gd name="connsiteY968" fmla="*/ 4806993 h 5292726"/>
              <a:gd name="connsiteX969" fmla="*/ 800313 w 3386022"/>
              <a:gd name="connsiteY969" fmla="*/ 4795051 h 5292726"/>
              <a:gd name="connsiteX970" fmla="*/ 811359 w 3386022"/>
              <a:gd name="connsiteY970" fmla="*/ 4786310 h 5292726"/>
              <a:gd name="connsiteX971" fmla="*/ 2094829 w 3386022"/>
              <a:gd name="connsiteY971" fmla="*/ 4778912 h 5292726"/>
              <a:gd name="connsiteX972" fmla="*/ 2084537 w 3386022"/>
              <a:gd name="connsiteY972" fmla="*/ 4789296 h 5292726"/>
              <a:gd name="connsiteX973" fmla="*/ 2053223 w 3386022"/>
              <a:gd name="connsiteY973" fmla="*/ 4799551 h 5292726"/>
              <a:gd name="connsiteX974" fmla="*/ 2015130 w 3386022"/>
              <a:gd name="connsiteY974" fmla="*/ 4806517 h 5292726"/>
              <a:gd name="connsiteX975" fmla="*/ 1984631 w 3386022"/>
              <a:gd name="connsiteY975" fmla="*/ 4807122 h 5292726"/>
              <a:gd name="connsiteX976" fmla="*/ 1986011 w 3386022"/>
              <a:gd name="connsiteY976" fmla="*/ 4799032 h 5292726"/>
              <a:gd name="connsiteX977" fmla="*/ 1990342 w 3386022"/>
              <a:gd name="connsiteY977" fmla="*/ 4792022 h 5292726"/>
              <a:gd name="connsiteX978" fmla="*/ 1999566 w 3386022"/>
              <a:gd name="connsiteY978" fmla="*/ 4786657 h 5292726"/>
              <a:gd name="connsiteX979" fmla="*/ 2015569 w 3386022"/>
              <a:gd name="connsiteY979" fmla="*/ 4783541 h 5292726"/>
              <a:gd name="connsiteX980" fmla="*/ 2015632 w 3386022"/>
              <a:gd name="connsiteY980" fmla="*/ 4783671 h 5292726"/>
              <a:gd name="connsiteX981" fmla="*/ 2026928 w 3386022"/>
              <a:gd name="connsiteY981" fmla="*/ 4779041 h 5292726"/>
              <a:gd name="connsiteX982" fmla="*/ 2034521 w 3386022"/>
              <a:gd name="connsiteY982" fmla="*/ 4779041 h 5292726"/>
              <a:gd name="connsiteX983" fmla="*/ 2052155 w 3386022"/>
              <a:gd name="connsiteY983" fmla="*/ 4780339 h 5292726"/>
              <a:gd name="connsiteX984" fmla="*/ 2094829 w 3386022"/>
              <a:gd name="connsiteY984" fmla="*/ 4778912 h 5292726"/>
              <a:gd name="connsiteX985" fmla="*/ 991024 w 3386022"/>
              <a:gd name="connsiteY985" fmla="*/ 4778479 h 5292726"/>
              <a:gd name="connsiteX986" fmla="*/ 990898 w 3386022"/>
              <a:gd name="connsiteY986" fmla="*/ 4779474 h 5292726"/>
              <a:gd name="connsiteX987" fmla="*/ 990773 w 3386022"/>
              <a:gd name="connsiteY987" fmla="*/ 4780470 h 5292726"/>
              <a:gd name="connsiteX988" fmla="*/ 990647 w 3386022"/>
              <a:gd name="connsiteY988" fmla="*/ 4781465 h 5292726"/>
              <a:gd name="connsiteX989" fmla="*/ 990522 w 3386022"/>
              <a:gd name="connsiteY989" fmla="*/ 4782460 h 5292726"/>
              <a:gd name="connsiteX990" fmla="*/ 989957 w 3386022"/>
              <a:gd name="connsiteY990" fmla="*/ 4781941 h 5292726"/>
              <a:gd name="connsiteX991" fmla="*/ 989392 w 3386022"/>
              <a:gd name="connsiteY991" fmla="*/ 4781421 h 5292726"/>
              <a:gd name="connsiteX992" fmla="*/ 988827 w 3386022"/>
              <a:gd name="connsiteY992" fmla="*/ 4780902 h 5292726"/>
              <a:gd name="connsiteX993" fmla="*/ 988262 w 3386022"/>
              <a:gd name="connsiteY993" fmla="*/ 4780383 h 5292726"/>
              <a:gd name="connsiteX994" fmla="*/ 988952 w 3386022"/>
              <a:gd name="connsiteY994" fmla="*/ 4779907 h 5292726"/>
              <a:gd name="connsiteX995" fmla="*/ 989644 w 3386022"/>
              <a:gd name="connsiteY995" fmla="*/ 4779431 h 5292726"/>
              <a:gd name="connsiteX996" fmla="*/ 990334 w 3386022"/>
              <a:gd name="connsiteY996" fmla="*/ 4778955 h 5292726"/>
              <a:gd name="connsiteX997" fmla="*/ 991024 w 3386022"/>
              <a:gd name="connsiteY997" fmla="*/ 4778479 h 5292726"/>
              <a:gd name="connsiteX998" fmla="*/ 439468 w 3386022"/>
              <a:gd name="connsiteY998" fmla="*/ 4776186 h 5292726"/>
              <a:gd name="connsiteX999" fmla="*/ 440347 w 3386022"/>
              <a:gd name="connsiteY999" fmla="*/ 4776403 h 5292726"/>
              <a:gd name="connsiteX1000" fmla="*/ 441226 w 3386022"/>
              <a:gd name="connsiteY1000" fmla="*/ 4776575 h 5292726"/>
              <a:gd name="connsiteX1001" fmla="*/ 442167 w 3386022"/>
              <a:gd name="connsiteY1001" fmla="*/ 4776792 h 5292726"/>
              <a:gd name="connsiteX1002" fmla="*/ 443046 w 3386022"/>
              <a:gd name="connsiteY1002" fmla="*/ 4776965 h 5292726"/>
              <a:gd name="connsiteX1003" fmla="*/ 442167 w 3386022"/>
              <a:gd name="connsiteY1003" fmla="*/ 4777181 h 5292726"/>
              <a:gd name="connsiteX1004" fmla="*/ 441288 w 3386022"/>
              <a:gd name="connsiteY1004" fmla="*/ 4777354 h 5292726"/>
              <a:gd name="connsiteX1005" fmla="*/ 440410 w 3386022"/>
              <a:gd name="connsiteY1005" fmla="*/ 4777570 h 5292726"/>
              <a:gd name="connsiteX1006" fmla="*/ 439531 w 3386022"/>
              <a:gd name="connsiteY1006" fmla="*/ 4777787 h 5292726"/>
              <a:gd name="connsiteX1007" fmla="*/ 439531 w 3386022"/>
              <a:gd name="connsiteY1007" fmla="*/ 4777398 h 5292726"/>
              <a:gd name="connsiteX1008" fmla="*/ 439468 w 3386022"/>
              <a:gd name="connsiteY1008" fmla="*/ 4777008 h 5292726"/>
              <a:gd name="connsiteX1009" fmla="*/ 439468 w 3386022"/>
              <a:gd name="connsiteY1009" fmla="*/ 4776619 h 5292726"/>
              <a:gd name="connsiteX1010" fmla="*/ 2268850 w 3386022"/>
              <a:gd name="connsiteY1010" fmla="*/ 4775969 h 5292726"/>
              <a:gd name="connsiteX1011" fmla="*/ 2276569 w 3386022"/>
              <a:gd name="connsiteY1011" fmla="*/ 4776229 h 5292726"/>
              <a:gd name="connsiteX1012" fmla="*/ 2276506 w 3386022"/>
              <a:gd name="connsiteY1012" fmla="*/ 4776229 h 5292726"/>
              <a:gd name="connsiteX1013" fmla="*/ 2281904 w 3386022"/>
              <a:gd name="connsiteY1013" fmla="*/ 4778868 h 5292726"/>
              <a:gd name="connsiteX1014" fmla="*/ 2283409 w 3386022"/>
              <a:gd name="connsiteY1014" fmla="*/ 4784363 h 5292726"/>
              <a:gd name="connsiteX1015" fmla="*/ 2279393 w 3386022"/>
              <a:gd name="connsiteY1015" fmla="*/ 4793190 h 5292726"/>
              <a:gd name="connsiteX1016" fmla="*/ 2264646 w 3386022"/>
              <a:gd name="connsiteY1016" fmla="*/ 4790377 h 5292726"/>
              <a:gd name="connsiteX1017" fmla="*/ 2261320 w 3386022"/>
              <a:gd name="connsiteY1017" fmla="*/ 4784580 h 5292726"/>
              <a:gd name="connsiteX1018" fmla="*/ 2264394 w 3386022"/>
              <a:gd name="connsiteY1018" fmla="*/ 4778781 h 5292726"/>
              <a:gd name="connsiteX1019" fmla="*/ 2268850 w 3386022"/>
              <a:gd name="connsiteY1019" fmla="*/ 4775969 h 5292726"/>
              <a:gd name="connsiteX1020" fmla="*/ 1836465 w 3386022"/>
              <a:gd name="connsiteY1020" fmla="*/ 4772767 h 5292726"/>
              <a:gd name="connsiteX1021" fmla="*/ 1848829 w 3386022"/>
              <a:gd name="connsiteY1021" fmla="*/ 4775060 h 5292726"/>
              <a:gd name="connsiteX1022" fmla="*/ 1850021 w 3386022"/>
              <a:gd name="connsiteY1022" fmla="*/ 4781767 h 5292726"/>
              <a:gd name="connsiteX1023" fmla="*/ 1844435 w 3386022"/>
              <a:gd name="connsiteY1023" fmla="*/ 4791719 h 5292726"/>
              <a:gd name="connsiteX1024" fmla="*/ 1836403 w 3386022"/>
              <a:gd name="connsiteY1024" fmla="*/ 4803790 h 5292726"/>
              <a:gd name="connsiteX1025" fmla="*/ 1836403 w 3386022"/>
              <a:gd name="connsiteY1025" fmla="*/ 4779993 h 5292726"/>
              <a:gd name="connsiteX1026" fmla="*/ 1836465 w 3386022"/>
              <a:gd name="connsiteY1026" fmla="*/ 4780036 h 5292726"/>
              <a:gd name="connsiteX1027" fmla="*/ 1890246 w 3386022"/>
              <a:gd name="connsiteY1027" fmla="*/ 4764763 h 5292726"/>
              <a:gd name="connsiteX1028" fmla="*/ 1895016 w 3386022"/>
              <a:gd name="connsiteY1028" fmla="*/ 4765412 h 5292726"/>
              <a:gd name="connsiteX1029" fmla="*/ 1904805 w 3386022"/>
              <a:gd name="connsiteY1029" fmla="*/ 4767359 h 5292726"/>
              <a:gd name="connsiteX1030" fmla="*/ 1897212 w 3386022"/>
              <a:gd name="connsiteY1030" fmla="*/ 4771036 h 5292726"/>
              <a:gd name="connsiteX1031" fmla="*/ 1893258 w 3386022"/>
              <a:gd name="connsiteY1031" fmla="*/ 4772594 h 5292726"/>
              <a:gd name="connsiteX1032" fmla="*/ 1888866 w 3386022"/>
              <a:gd name="connsiteY1032" fmla="*/ 4772248 h 5292726"/>
              <a:gd name="connsiteX1033" fmla="*/ 1879954 w 3386022"/>
              <a:gd name="connsiteY1033" fmla="*/ 4770258 h 5292726"/>
              <a:gd name="connsiteX1034" fmla="*/ 1886543 w 3386022"/>
              <a:gd name="connsiteY1034" fmla="*/ 4766147 h 5292726"/>
              <a:gd name="connsiteX1035" fmla="*/ 1890246 w 3386022"/>
              <a:gd name="connsiteY1035" fmla="*/ 4764763 h 5292726"/>
              <a:gd name="connsiteX1036" fmla="*/ 687852 w 3386022"/>
              <a:gd name="connsiteY1036" fmla="*/ 4764373 h 5292726"/>
              <a:gd name="connsiteX1037" fmla="*/ 688481 w 3386022"/>
              <a:gd name="connsiteY1037" fmla="*/ 4765022 h 5292726"/>
              <a:gd name="connsiteX1038" fmla="*/ 689108 w 3386022"/>
              <a:gd name="connsiteY1038" fmla="*/ 4765671 h 5292726"/>
              <a:gd name="connsiteX1039" fmla="*/ 689108 w 3386022"/>
              <a:gd name="connsiteY1039" fmla="*/ 4765627 h 5292726"/>
              <a:gd name="connsiteX1040" fmla="*/ 689736 w 3386022"/>
              <a:gd name="connsiteY1040" fmla="*/ 4766277 h 5292726"/>
              <a:gd name="connsiteX1041" fmla="*/ 690363 w 3386022"/>
              <a:gd name="connsiteY1041" fmla="*/ 4766926 h 5292726"/>
              <a:gd name="connsiteX1042" fmla="*/ 687477 w 3386022"/>
              <a:gd name="connsiteY1042" fmla="*/ 4767185 h 5292726"/>
              <a:gd name="connsiteX1043" fmla="*/ 686221 w 3386022"/>
              <a:gd name="connsiteY1043" fmla="*/ 4767185 h 5292726"/>
              <a:gd name="connsiteX1044" fmla="*/ 685594 w 3386022"/>
              <a:gd name="connsiteY1044" fmla="*/ 4766709 h 5292726"/>
              <a:gd name="connsiteX1045" fmla="*/ 684589 w 3386022"/>
              <a:gd name="connsiteY1045" fmla="*/ 4765585 h 5292726"/>
              <a:gd name="connsiteX1046" fmla="*/ 685405 w 3386022"/>
              <a:gd name="connsiteY1046" fmla="*/ 4765281 h 5292726"/>
              <a:gd name="connsiteX1047" fmla="*/ 686221 w 3386022"/>
              <a:gd name="connsiteY1047" fmla="*/ 4764978 h 5292726"/>
              <a:gd name="connsiteX1048" fmla="*/ 687037 w 3386022"/>
              <a:gd name="connsiteY1048" fmla="*/ 4764676 h 5292726"/>
              <a:gd name="connsiteX1049" fmla="*/ 687852 w 3386022"/>
              <a:gd name="connsiteY1049" fmla="*/ 4764373 h 5292726"/>
              <a:gd name="connsiteX1050" fmla="*/ 1723881 w 3386022"/>
              <a:gd name="connsiteY1050" fmla="*/ 4751825 h 5292726"/>
              <a:gd name="connsiteX1051" fmla="*/ 1725200 w 3386022"/>
              <a:gd name="connsiteY1051" fmla="*/ 4753339 h 5292726"/>
              <a:gd name="connsiteX1052" fmla="*/ 1727270 w 3386022"/>
              <a:gd name="connsiteY1052" fmla="*/ 4755719 h 5292726"/>
              <a:gd name="connsiteX1053" fmla="*/ 1729466 w 3386022"/>
              <a:gd name="connsiteY1053" fmla="*/ 4758272 h 5292726"/>
              <a:gd name="connsiteX1054" fmla="*/ 1731851 w 3386022"/>
              <a:gd name="connsiteY1054" fmla="*/ 4761042 h 5292726"/>
              <a:gd name="connsiteX1055" fmla="*/ 1713276 w 3386022"/>
              <a:gd name="connsiteY1055" fmla="*/ 4760522 h 5292726"/>
              <a:gd name="connsiteX1056" fmla="*/ 1708946 w 3386022"/>
              <a:gd name="connsiteY1056" fmla="*/ 4757580 h 5292726"/>
              <a:gd name="connsiteX1057" fmla="*/ 1708883 w 3386022"/>
              <a:gd name="connsiteY1057" fmla="*/ 4757580 h 5292726"/>
              <a:gd name="connsiteX1058" fmla="*/ 1714217 w 3386022"/>
              <a:gd name="connsiteY1058" fmla="*/ 4754032 h 5292726"/>
              <a:gd name="connsiteX1059" fmla="*/ 1723881 w 3386022"/>
              <a:gd name="connsiteY1059" fmla="*/ 4751825 h 5292726"/>
              <a:gd name="connsiteX1060" fmla="*/ 1724001 w 3386022"/>
              <a:gd name="connsiteY1060" fmla="*/ 4751818 h 5292726"/>
              <a:gd name="connsiteX1061" fmla="*/ 1724008 w 3386022"/>
              <a:gd name="connsiteY1061" fmla="*/ 4751826 h 5292726"/>
              <a:gd name="connsiteX1062" fmla="*/ 1723945 w 3386022"/>
              <a:gd name="connsiteY1062" fmla="*/ 4751826 h 5292726"/>
              <a:gd name="connsiteX1063" fmla="*/ 1971389 w 3386022"/>
              <a:gd name="connsiteY1063" fmla="*/ 4745249 h 5292726"/>
              <a:gd name="connsiteX1064" fmla="*/ 1972017 w 3386022"/>
              <a:gd name="connsiteY1064" fmla="*/ 4745595 h 5292726"/>
              <a:gd name="connsiteX1065" fmla="*/ 1970572 w 3386022"/>
              <a:gd name="connsiteY1065" fmla="*/ 4745898 h 5292726"/>
              <a:gd name="connsiteX1066" fmla="*/ 1970071 w 3386022"/>
              <a:gd name="connsiteY1066" fmla="*/ 4745552 h 5292726"/>
              <a:gd name="connsiteX1067" fmla="*/ 1970071 w 3386022"/>
              <a:gd name="connsiteY1067" fmla="*/ 4745508 h 5292726"/>
              <a:gd name="connsiteX1068" fmla="*/ 1971389 w 3386022"/>
              <a:gd name="connsiteY1068" fmla="*/ 4745249 h 5292726"/>
              <a:gd name="connsiteX1069" fmla="*/ 1954696 w 3386022"/>
              <a:gd name="connsiteY1069" fmla="*/ 4738152 h 5292726"/>
              <a:gd name="connsiteX1070" fmla="*/ 1954634 w 3386022"/>
              <a:gd name="connsiteY1070" fmla="*/ 4738196 h 5292726"/>
              <a:gd name="connsiteX1071" fmla="*/ 1969946 w 3386022"/>
              <a:gd name="connsiteY1071" fmla="*/ 4745595 h 5292726"/>
              <a:gd name="connsiteX1072" fmla="*/ 1965302 w 3386022"/>
              <a:gd name="connsiteY1072" fmla="*/ 4746503 h 5292726"/>
              <a:gd name="connsiteX1073" fmla="*/ 1959403 w 3386022"/>
              <a:gd name="connsiteY1073" fmla="*/ 4747671 h 5292726"/>
              <a:gd name="connsiteX1074" fmla="*/ 1953692 w 3386022"/>
              <a:gd name="connsiteY1074" fmla="*/ 4748796 h 5292726"/>
              <a:gd name="connsiteX1075" fmla="*/ 1948232 w 3386022"/>
              <a:gd name="connsiteY1075" fmla="*/ 4749878 h 5292726"/>
              <a:gd name="connsiteX1076" fmla="*/ 1939447 w 3386022"/>
              <a:gd name="connsiteY1076" fmla="*/ 4743691 h 5292726"/>
              <a:gd name="connsiteX1077" fmla="*/ 1942961 w 3386022"/>
              <a:gd name="connsiteY1077" fmla="*/ 4738585 h 5292726"/>
              <a:gd name="connsiteX1078" fmla="*/ 1954696 w 3386022"/>
              <a:gd name="connsiteY1078" fmla="*/ 4738152 h 5292726"/>
              <a:gd name="connsiteX1079" fmla="*/ 2272176 w 3386022"/>
              <a:gd name="connsiteY1079" fmla="*/ 4736422 h 5292726"/>
              <a:gd name="connsiteX1080" fmla="*/ 2272300 w 3386022"/>
              <a:gd name="connsiteY1080" fmla="*/ 4736422 h 5292726"/>
              <a:gd name="connsiteX1081" fmla="*/ 2274372 w 3386022"/>
              <a:gd name="connsiteY1081" fmla="*/ 4738023 h 5292726"/>
              <a:gd name="connsiteX1082" fmla="*/ 2278200 w 3386022"/>
              <a:gd name="connsiteY1082" fmla="*/ 4742220 h 5292726"/>
              <a:gd name="connsiteX1083" fmla="*/ 2276066 w 3386022"/>
              <a:gd name="connsiteY1083" fmla="*/ 4742566 h 5292726"/>
              <a:gd name="connsiteX1084" fmla="*/ 2273807 w 3386022"/>
              <a:gd name="connsiteY1084" fmla="*/ 4742956 h 5292726"/>
              <a:gd name="connsiteX1085" fmla="*/ 2271296 w 3386022"/>
              <a:gd name="connsiteY1085" fmla="*/ 4743388 h 5292726"/>
              <a:gd name="connsiteX1086" fmla="*/ 2268347 w 3386022"/>
              <a:gd name="connsiteY1086" fmla="*/ 4743865 h 5292726"/>
              <a:gd name="connsiteX1087" fmla="*/ 2267280 w 3386022"/>
              <a:gd name="connsiteY1087" fmla="*/ 4742307 h 5292726"/>
              <a:gd name="connsiteX1088" fmla="*/ 2266214 w 3386022"/>
              <a:gd name="connsiteY1088" fmla="*/ 4740749 h 5292726"/>
              <a:gd name="connsiteX1089" fmla="*/ 2265146 w 3386022"/>
              <a:gd name="connsiteY1089" fmla="*/ 4739191 h 5292726"/>
              <a:gd name="connsiteX1090" fmla="*/ 2264080 w 3386022"/>
              <a:gd name="connsiteY1090" fmla="*/ 4737633 h 5292726"/>
              <a:gd name="connsiteX1091" fmla="*/ 2269539 w 3386022"/>
              <a:gd name="connsiteY1091" fmla="*/ 4736595 h 5292726"/>
              <a:gd name="connsiteX1092" fmla="*/ 2272176 w 3386022"/>
              <a:gd name="connsiteY1092" fmla="*/ 4736422 h 5292726"/>
              <a:gd name="connsiteX1093" fmla="*/ 947661 w 3386022"/>
              <a:gd name="connsiteY1093" fmla="*/ 4731446 h 5292726"/>
              <a:gd name="connsiteX1094" fmla="*/ 947725 w 3386022"/>
              <a:gd name="connsiteY1094" fmla="*/ 4731446 h 5292726"/>
              <a:gd name="connsiteX1095" fmla="*/ 953435 w 3386022"/>
              <a:gd name="connsiteY1095" fmla="*/ 4732658 h 5292726"/>
              <a:gd name="connsiteX1096" fmla="*/ 966550 w 3386022"/>
              <a:gd name="connsiteY1096" fmla="*/ 4740749 h 5292726"/>
              <a:gd name="connsiteX1097" fmla="*/ 961719 w 3386022"/>
              <a:gd name="connsiteY1097" fmla="*/ 4741917 h 5292726"/>
              <a:gd name="connsiteX1098" fmla="*/ 957827 w 3386022"/>
              <a:gd name="connsiteY1098" fmla="*/ 4742825 h 5292726"/>
              <a:gd name="connsiteX1099" fmla="*/ 954563 w 3386022"/>
              <a:gd name="connsiteY1099" fmla="*/ 4743604 h 5292726"/>
              <a:gd name="connsiteX1100" fmla="*/ 951615 w 3386022"/>
              <a:gd name="connsiteY1100" fmla="*/ 4744297 h 5292726"/>
              <a:gd name="connsiteX1101" fmla="*/ 947661 w 3386022"/>
              <a:gd name="connsiteY1101" fmla="*/ 4735773 h 5292726"/>
              <a:gd name="connsiteX1102" fmla="*/ 947661 w 3386022"/>
              <a:gd name="connsiteY1102" fmla="*/ 4731446 h 5292726"/>
              <a:gd name="connsiteX1103" fmla="*/ 1825107 w 3386022"/>
              <a:gd name="connsiteY1103" fmla="*/ 4730104 h 5292726"/>
              <a:gd name="connsiteX1104" fmla="*/ 1853346 w 3386022"/>
              <a:gd name="connsiteY1104" fmla="*/ 4738240 h 5292726"/>
              <a:gd name="connsiteX1105" fmla="*/ 1830818 w 3386022"/>
              <a:gd name="connsiteY1105" fmla="*/ 4744600 h 5292726"/>
              <a:gd name="connsiteX1106" fmla="*/ 1814250 w 3386022"/>
              <a:gd name="connsiteY1106" fmla="*/ 4748796 h 5292726"/>
              <a:gd name="connsiteX1107" fmla="*/ 1801636 w 3386022"/>
              <a:gd name="connsiteY1107" fmla="*/ 4749792 h 5292726"/>
              <a:gd name="connsiteX1108" fmla="*/ 1790968 w 3386022"/>
              <a:gd name="connsiteY1108" fmla="*/ 4746503 h 5292726"/>
              <a:gd name="connsiteX1109" fmla="*/ 1787014 w 3386022"/>
              <a:gd name="connsiteY1109" fmla="*/ 4737893 h 5292726"/>
              <a:gd name="connsiteX1110" fmla="*/ 1787014 w 3386022"/>
              <a:gd name="connsiteY1110" fmla="*/ 4737850 h 5292726"/>
              <a:gd name="connsiteX1111" fmla="*/ 1800695 w 3386022"/>
              <a:gd name="connsiteY1111" fmla="*/ 4731186 h 5292726"/>
              <a:gd name="connsiteX1112" fmla="*/ 1825107 w 3386022"/>
              <a:gd name="connsiteY1112" fmla="*/ 4730104 h 5292726"/>
              <a:gd name="connsiteX1113" fmla="*/ 1301037 w 3386022"/>
              <a:gd name="connsiteY1113" fmla="*/ 4729758 h 5292726"/>
              <a:gd name="connsiteX1114" fmla="*/ 1303358 w 3386022"/>
              <a:gd name="connsiteY1114" fmla="*/ 4730494 h 5292726"/>
              <a:gd name="connsiteX1115" fmla="*/ 1307877 w 3386022"/>
              <a:gd name="connsiteY1115" fmla="*/ 4732658 h 5292726"/>
              <a:gd name="connsiteX1116" fmla="*/ 1305931 w 3386022"/>
              <a:gd name="connsiteY1116" fmla="*/ 4733263 h 5292726"/>
              <a:gd name="connsiteX1117" fmla="*/ 1303985 w 3386022"/>
              <a:gd name="connsiteY1117" fmla="*/ 4733869 h 5292726"/>
              <a:gd name="connsiteX1118" fmla="*/ 1302042 w 3386022"/>
              <a:gd name="connsiteY1118" fmla="*/ 4734475 h 5292726"/>
              <a:gd name="connsiteX1119" fmla="*/ 1302167 w 3386022"/>
              <a:gd name="connsiteY1119" fmla="*/ 4734518 h 5292726"/>
              <a:gd name="connsiteX1120" fmla="*/ 1300221 w 3386022"/>
              <a:gd name="connsiteY1120" fmla="*/ 4735124 h 5292726"/>
              <a:gd name="connsiteX1121" fmla="*/ 1298464 w 3386022"/>
              <a:gd name="connsiteY1121" fmla="*/ 4734345 h 5292726"/>
              <a:gd name="connsiteX1122" fmla="*/ 1296705 w 3386022"/>
              <a:gd name="connsiteY1122" fmla="*/ 4733566 h 5292726"/>
              <a:gd name="connsiteX1123" fmla="*/ 1294948 w 3386022"/>
              <a:gd name="connsiteY1123" fmla="*/ 4732787 h 5292726"/>
              <a:gd name="connsiteX1124" fmla="*/ 1293191 w 3386022"/>
              <a:gd name="connsiteY1124" fmla="*/ 4732008 h 5292726"/>
              <a:gd name="connsiteX1125" fmla="*/ 1298464 w 3386022"/>
              <a:gd name="connsiteY1125" fmla="*/ 4730278 h 5292726"/>
              <a:gd name="connsiteX1126" fmla="*/ 1301037 w 3386022"/>
              <a:gd name="connsiteY1126" fmla="*/ 4729758 h 5292726"/>
              <a:gd name="connsiteX1127" fmla="*/ 2447640 w 3386022"/>
              <a:gd name="connsiteY1127" fmla="*/ 4729153 h 5292726"/>
              <a:gd name="connsiteX1128" fmla="*/ 2447765 w 3386022"/>
              <a:gd name="connsiteY1128" fmla="*/ 4729586 h 5292726"/>
              <a:gd name="connsiteX1129" fmla="*/ 2447891 w 3386022"/>
              <a:gd name="connsiteY1129" fmla="*/ 4730018 h 5292726"/>
              <a:gd name="connsiteX1130" fmla="*/ 2448017 w 3386022"/>
              <a:gd name="connsiteY1130" fmla="*/ 4730450 h 5292726"/>
              <a:gd name="connsiteX1131" fmla="*/ 2448205 w 3386022"/>
              <a:gd name="connsiteY1131" fmla="*/ 4730927 h 5292726"/>
              <a:gd name="connsiteX1132" fmla="*/ 2447577 w 3386022"/>
              <a:gd name="connsiteY1132" fmla="*/ 4730797 h 5292726"/>
              <a:gd name="connsiteX1133" fmla="*/ 2446950 w 3386022"/>
              <a:gd name="connsiteY1133" fmla="*/ 4730711 h 5292726"/>
              <a:gd name="connsiteX1134" fmla="*/ 2446322 w 3386022"/>
              <a:gd name="connsiteY1134" fmla="*/ 4730580 h 5292726"/>
              <a:gd name="connsiteX1135" fmla="*/ 2445695 w 3386022"/>
              <a:gd name="connsiteY1135" fmla="*/ 4730494 h 5292726"/>
              <a:gd name="connsiteX1136" fmla="*/ 2446134 w 3386022"/>
              <a:gd name="connsiteY1136" fmla="*/ 4730148 h 5292726"/>
              <a:gd name="connsiteX1137" fmla="*/ 2446636 w 3386022"/>
              <a:gd name="connsiteY1137" fmla="*/ 4729802 h 5292726"/>
              <a:gd name="connsiteX1138" fmla="*/ 2447138 w 3386022"/>
              <a:gd name="connsiteY1138" fmla="*/ 4729456 h 5292726"/>
              <a:gd name="connsiteX1139" fmla="*/ 998871 w 3386022"/>
              <a:gd name="connsiteY1139" fmla="*/ 4728547 h 5292726"/>
              <a:gd name="connsiteX1140" fmla="*/ 1010294 w 3386022"/>
              <a:gd name="connsiteY1140" fmla="*/ 4732181 h 5292726"/>
              <a:gd name="connsiteX1141" fmla="*/ 1014748 w 3386022"/>
              <a:gd name="connsiteY1141" fmla="*/ 4736118 h 5292726"/>
              <a:gd name="connsiteX1142" fmla="*/ 1014498 w 3386022"/>
              <a:gd name="connsiteY1142" fmla="*/ 4741268 h 5292726"/>
              <a:gd name="connsiteX1143" fmla="*/ 1011736 w 3386022"/>
              <a:gd name="connsiteY1143" fmla="*/ 4748623 h 5292726"/>
              <a:gd name="connsiteX1144" fmla="*/ 1002385 w 3386022"/>
              <a:gd name="connsiteY1144" fmla="*/ 4744210 h 5292726"/>
              <a:gd name="connsiteX1145" fmla="*/ 1002448 w 3386022"/>
              <a:gd name="connsiteY1145" fmla="*/ 4744210 h 5292726"/>
              <a:gd name="connsiteX1146" fmla="*/ 1002698 w 3386022"/>
              <a:gd name="connsiteY1146" fmla="*/ 4739580 h 5292726"/>
              <a:gd name="connsiteX1147" fmla="*/ 1004267 w 3386022"/>
              <a:gd name="connsiteY1147" fmla="*/ 4734431 h 5292726"/>
              <a:gd name="connsiteX1148" fmla="*/ 998871 w 3386022"/>
              <a:gd name="connsiteY1148" fmla="*/ 4728547 h 5292726"/>
              <a:gd name="connsiteX1149" fmla="*/ 1891439 w 3386022"/>
              <a:gd name="connsiteY1149" fmla="*/ 4727379 h 5292726"/>
              <a:gd name="connsiteX1150" fmla="*/ 1900413 w 3386022"/>
              <a:gd name="connsiteY1150" fmla="*/ 4732787 h 5292726"/>
              <a:gd name="connsiteX1151" fmla="*/ 1900224 w 3386022"/>
              <a:gd name="connsiteY1151" fmla="*/ 4737028 h 5292726"/>
              <a:gd name="connsiteX1152" fmla="*/ 1894890 w 3386022"/>
              <a:gd name="connsiteY1152" fmla="*/ 4736811 h 5292726"/>
              <a:gd name="connsiteX1153" fmla="*/ 1888489 w 3386022"/>
              <a:gd name="connsiteY1153" fmla="*/ 4728850 h 5292726"/>
              <a:gd name="connsiteX1154" fmla="*/ 1888741 w 3386022"/>
              <a:gd name="connsiteY1154" fmla="*/ 4728547 h 5292726"/>
              <a:gd name="connsiteX1155" fmla="*/ 1889493 w 3386022"/>
              <a:gd name="connsiteY1155" fmla="*/ 4728158 h 5292726"/>
              <a:gd name="connsiteX1156" fmla="*/ 1890497 w 3386022"/>
              <a:gd name="connsiteY1156" fmla="*/ 4727769 h 5292726"/>
              <a:gd name="connsiteX1157" fmla="*/ 1891439 w 3386022"/>
              <a:gd name="connsiteY1157" fmla="*/ 4727379 h 5292726"/>
              <a:gd name="connsiteX1158" fmla="*/ 699842 w 3386022"/>
              <a:gd name="connsiteY1158" fmla="*/ 4726081 h 5292726"/>
              <a:gd name="connsiteX1159" fmla="*/ 705177 w 3386022"/>
              <a:gd name="connsiteY1159" fmla="*/ 4728375 h 5292726"/>
              <a:gd name="connsiteX1160" fmla="*/ 705113 w 3386022"/>
              <a:gd name="connsiteY1160" fmla="*/ 4728418 h 5292726"/>
              <a:gd name="connsiteX1161" fmla="*/ 706996 w 3386022"/>
              <a:gd name="connsiteY1161" fmla="*/ 4729715 h 5292726"/>
              <a:gd name="connsiteX1162" fmla="*/ 706495 w 3386022"/>
              <a:gd name="connsiteY1162" fmla="*/ 4731360 h 5292726"/>
              <a:gd name="connsiteX1163" fmla="*/ 704674 w 3386022"/>
              <a:gd name="connsiteY1163" fmla="*/ 4734735 h 5292726"/>
              <a:gd name="connsiteX1164" fmla="*/ 697897 w 3386022"/>
              <a:gd name="connsiteY1164" fmla="*/ 4730970 h 5292726"/>
              <a:gd name="connsiteX1165" fmla="*/ 695386 w 3386022"/>
              <a:gd name="connsiteY1165" fmla="*/ 4729197 h 5292726"/>
              <a:gd name="connsiteX1166" fmla="*/ 696328 w 3386022"/>
              <a:gd name="connsiteY1166" fmla="*/ 4728028 h 5292726"/>
              <a:gd name="connsiteX1167" fmla="*/ 699842 w 3386022"/>
              <a:gd name="connsiteY1167" fmla="*/ 4726081 h 5292726"/>
              <a:gd name="connsiteX1168" fmla="*/ 1734864 w 3386022"/>
              <a:gd name="connsiteY1168" fmla="*/ 4725475 h 5292726"/>
              <a:gd name="connsiteX1169" fmla="*/ 1739697 w 3386022"/>
              <a:gd name="connsiteY1169" fmla="*/ 4732787 h 5292726"/>
              <a:gd name="connsiteX1170" fmla="*/ 1739634 w 3386022"/>
              <a:gd name="connsiteY1170" fmla="*/ 4732787 h 5292726"/>
              <a:gd name="connsiteX1171" fmla="*/ 1740010 w 3386022"/>
              <a:gd name="connsiteY1171" fmla="*/ 4739537 h 5292726"/>
              <a:gd name="connsiteX1172" fmla="*/ 1734864 w 3386022"/>
              <a:gd name="connsiteY1172" fmla="*/ 4745682 h 5292726"/>
              <a:gd name="connsiteX1173" fmla="*/ 1723767 w 3386022"/>
              <a:gd name="connsiteY1173" fmla="*/ 4750882 h 5292726"/>
              <a:gd name="connsiteX1174" fmla="*/ 1724824 w 3386022"/>
              <a:gd name="connsiteY1174" fmla="*/ 4751696 h 5292726"/>
              <a:gd name="connsiteX1175" fmla="*/ 1724001 w 3386022"/>
              <a:gd name="connsiteY1175" fmla="*/ 4751818 h 5292726"/>
              <a:gd name="connsiteX1176" fmla="*/ 1723317 w 3386022"/>
              <a:gd name="connsiteY1176" fmla="*/ 4751047 h 5292726"/>
              <a:gd name="connsiteX1177" fmla="*/ 1723679 w 3386022"/>
              <a:gd name="connsiteY1177" fmla="*/ 4750905 h 5292726"/>
              <a:gd name="connsiteX1178" fmla="*/ 1710452 w 3386022"/>
              <a:gd name="connsiteY1178" fmla="*/ 4740662 h 5292726"/>
              <a:gd name="connsiteX1179" fmla="*/ 1704867 w 3386022"/>
              <a:gd name="connsiteY1179" fmla="*/ 4733046 h 5292726"/>
              <a:gd name="connsiteX1180" fmla="*/ 1711771 w 3386022"/>
              <a:gd name="connsiteY1180" fmla="*/ 4728200 h 5292726"/>
              <a:gd name="connsiteX1181" fmla="*/ 1734864 w 3386022"/>
              <a:gd name="connsiteY1181" fmla="*/ 4725475 h 5292726"/>
              <a:gd name="connsiteX1182" fmla="*/ 2006470 w 3386022"/>
              <a:gd name="connsiteY1182" fmla="*/ 4725086 h 5292726"/>
              <a:gd name="connsiteX1183" fmla="*/ 2031006 w 3386022"/>
              <a:gd name="connsiteY1183" fmla="*/ 4730883 h 5292726"/>
              <a:gd name="connsiteX1184" fmla="*/ 2055983 w 3386022"/>
              <a:gd name="connsiteY1184" fmla="*/ 4736811 h 5292726"/>
              <a:gd name="connsiteX1185" fmla="*/ 2055921 w 3386022"/>
              <a:gd name="connsiteY1185" fmla="*/ 4736811 h 5292726"/>
              <a:gd name="connsiteX1186" fmla="*/ 2081839 w 3386022"/>
              <a:gd name="connsiteY1186" fmla="*/ 4742956 h 5292726"/>
              <a:gd name="connsiteX1187" fmla="*/ 2109074 w 3386022"/>
              <a:gd name="connsiteY1187" fmla="*/ 4749403 h 5292726"/>
              <a:gd name="connsiteX1188" fmla="*/ 2075437 w 3386022"/>
              <a:gd name="connsiteY1188" fmla="*/ 4757321 h 5292726"/>
              <a:gd name="connsiteX1189" fmla="*/ 2051151 w 3386022"/>
              <a:gd name="connsiteY1189" fmla="*/ 4755461 h 5292726"/>
              <a:gd name="connsiteX1190" fmla="*/ 2027743 w 3386022"/>
              <a:gd name="connsiteY1190" fmla="*/ 4752864 h 5292726"/>
              <a:gd name="connsiteX1191" fmla="*/ 1996679 w 3386022"/>
              <a:gd name="connsiteY1191" fmla="*/ 4758532 h 5292726"/>
              <a:gd name="connsiteX1192" fmla="*/ 1990404 w 3386022"/>
              <a:gd name="connsiteY1192" fmla="*/ 4755244 h 5292726"/>
              <a:gd name="connsiteX1193" fmla="*/ 1984066 w 3386022"/>
              <a:gd name="connsiteY1193" fmla="*/ 4751912 h 5292726"/>
              <a:gd name="connsiteX1194" fmla="*/ 1977727 w 3386022"/>
              <a:gd name="connsiteY1194" fmla="*/ 4748581 h 5292726"/>
              <a:gd name="connsiteX1195" fmla="*/ 1972017 w 3386022"/>
              <a:gd name="connsiteY1195" fmla="*/ 4745595 h 5292726"/>
              <a:gd name="connsiteX1196" fmla="*/ 1982246 w 3386022"/>
              <a:gd name="connsiteY1196" fmla="*/ 4742350 h 5292726"/>
              <a:gd name="connsiteX1197" fmla="*/ 1990529 w 3386022"/>
              <a:gd name="connsiteY1197" fmla="*/ 4737028 h 5292726"/>
              <a:gd name="connsiteX1198" fmla="*/ 1997809 w 3386022"/>
              <a:gd name="connsiteY1198" fmla="*/ 4730927 h 5292726"/>
              <a:gd name="connsiteX1199" fmla="*/ 2006470 w 3386022"/>
              <a:gd name="connsiteY1199" fmla="*/ 4725086 h 5292726"/>
              <a:gd name="connsiteX1200" fmla="*/ 330786 w 3386022"/>
              <a:gd name="connsiteY1200" fmla="*/ 4724004 h 5292726"/>
              <a:gd name="connsiteX1201" fmla="*/ 337502 w 3386022"/>
              <a:gd name="connsiteY1201" fmla="*/ 4737676 h 5292726"/>
              <a:gd name="connsiteX1202" fmla="*/ 337563 w 3386022"/>
              <a:gd name="connsiteY1202" fmla="*/ 4737676 h 5292726"/>
              <a:gd name="connsiteX1203" fmla="*/ 342897 w 3386022"/>
              <a:gd name="connsiteY1203" fmla="*/ 4758575 h 5292726"/>
              <a:gd name="connsiteX1204" fmla="*/ 342583 w 3386022"/>
              <a:gd name="connsiteY1204" fmla="*/ 4781464 h 5292726"/>
              <a:gd name="connsiteX1205" fmla="*/ 332291 w 3386022"/>
              <a:gd name="connsiteY1205" fmla="*/ 4801238 h 5292726"/>
              <a:gd name="connsiteX1206" fmla="*/ 313340 w 3386022"/>
              <a:gd name="connsiteY1206" fmla="*/ 4788214 h 5292726"/>
              <a:gd name="connsiteX1207" fmla="*/ 314595 w 3386022"/>
              <a:gd name="connsiteY1207" fmla="*/ 4778522 h 5292726"/>
              <a:gd name="connsiteX1208" fmla="*/ 321247 w 3386022"/>
              <a:gd name="connsiteY1208" fmla="*/ 4770171 h 5292726"/>
              <a:gd name="connsiteX1209" fmla="*/ 318612 w 3386022"/>
              <a:gd name="connsiteY1209" fmla="*/ 4761128 h 5292726"/>
              <a:gd name="connsiteX1210" fmla="*/ 312398 w 3386022"/>
              <a:gd name="connsiteY1210" fmla="*/ 4752042 h 5292726"/>
              <a:gd name="connsiteX1211" fmla="*/ 314658 w 3386022"/>
              <a:gd name="connsiteY1211" fmla="*/ 4743432 h 5292726"/>
              <a:gd name="connsiteX1212" fmla="*/ 321937 w 3386022"/>
              <a:gd name="connsiteY1212" fmla="*/ 4734388 h 5292726"/>
              <a:gd name="connsiteX1213" fmla="*/ 330786 w 3386022"/>
              <a:gd name="connsiteY1213" fmla="*/ 4724004 h 5292726"/>
              <a:gd name="connsiteX1214" fmla="*/ 891369 w 3386022"/>
              <a:gd name="connsiteY1214" fmla="*/ 4719548 h 5292726"/>
              <a:gd name="connsiteX1215" fmla="*/ 912959 w 3386022"/>
              <a:gd name="connsiteY1215" fmla="*/ 4725215 h 5292726"/>
              <a:gd name="connsiteX1216" fmla="*/ 915092 w 3386022"/>
              <a:gd name="connsiteY1216" fmla="*/ 4738715 h 5292726"/>
              <a:gd name="connsiteX1217" fmla="*/ 899905 w 3386022"/>
              <a:gd name="connsiteY1217" fmla="*/ 4749965 h 5292726"/>
              <a:gd name="connsiteX1218" fmla="*/ 869531 w 3386022"/>
              <a:gd name="connsiteY1218" fmla="*/ 4748927 h 5292726"/>
              <a:gd name="connsiteX1219" fmla="*/ 883085 w 3386022"/>
              <a:gd name="connsiteY1219" fmla="*/ 4738715 h 5292726"/>
              <a:gd name="connsiteX1220" fmla="*/ 888734 w 3386022"/>
              <a:gd name="connsiteY1220" fmla="*/ 4733653 h 5292726"/>
              <a:gd name="connsiteX1221" fmla="*/ 890239 w 3386022"/>
              <a:gd name="connsiteY1221" fmla="*/ 4728894 h 5292726"/>
              <a:gd name="connsiteX1222" fmla="*/ 891369 w 3386022"/>
              <a:gd name="connsiteY1222" fmla="*/ 4719590 h 5292726"/>
              <a:gd name="connsiteX1223" fmla="*/ 1356706 w 3386022"/>
              <a:gd name="connsiteY1223" fmla="*/ 4718681 h 5292726"/>
              <a:gd name="connsiteX1224" fmla="*/ 1377665 w 3386022"/>
              <a:gd name="connsiteY1224" fmla="*/ 4728028 h 5292726"/>
              <a:gd name="connsiteX1225" fmla="*/ 1376034 w 3386022"/>
              <a:gd name="connsiteY1225" fmla="*/ 4733999 h 5292726"/>
              <a:gd name="connsiteX1226" fmla="*/ 1365052 w 3386022"/>
              <a:gd name="connsiteY1226" fmla="*/ 4745551 h 5292726"/>
              <a:gd name="connsiteX1227" fmla="*/ 1348987 w 3386022"/>
              <a:gd name="connsiteY1227" fmla="*/ 4766321 h 5292726"/>
              <a:gd name="connsiteX1228" fmla="*/ 1348987 w 3386022"/>
              <a:gd name="connsiteY1228" fmla="*/ 4766234 h 5292726"/>
              <a:gd name="connsiteX1229" fmla="*/ 1332166 w 3386022"/>
              <a:gd name="connsiteY1229" fmla="*/ 4799853 h 5292726"/>
              <a:gd name="connsiteX1230" fmla="*/ 1322628 w 3386022"/>
              <a:gd name="connsiteY1230" fmla="*/ 4796262 h 5292726"/>
              <a:gd name="connsiteX1231" fmla="*/ 1313967 w 3386022"/>
              <a:gd name="connsiteY1231" fmla="*/ 4792974 h 5292726"/>
              <a:gd name="connsiteX1232" fmla="*/ 1305873 w 3386022"/>
              <a:gd name="connsiteY1232" fmla="*/ 4789901 h 5292726"/>
              <a:gd name="connsiteX1233" fmla="*/ 1297967 w 3386022"/>
              <a:gd name="connsiteY1233" fmla="*/ 4786916 h 5292726"/>
              <a:gd name="connsiteX1234" fmla="*/ 1302797 w 3386022"/>
              <a:gd name="connsiteY1234" fmla="*/ 4785013 h 5292726"/>
              <a:gd name="connsiteX1235" fmla="*/ 1307818 w 3386022"/>
              <a:gd name="connsiteY1235" fmla="*/ 4783022 h 5292726"/>
              <a:gd name="connsiteX1236" fmla="*/ 1312963 w 3386022"/>
              <a:gd name="connsiteY1236" fmla="*/ 4780988 h 5292726"/>
              <a:gd name="connsiteX1237" fmla="*/ 1317169 w 3386022"/>
              <a:gd name="connsiteY1237" fmla="*/ 4779344 h 5292726"/>
              <a:gd name="connsiteX1238" fmla="*/ 1326833 w 3386022"/>
              <a:gd name="connsiteY1238" fmla="*/ 4753037 h 5292726"/>
              <a:gd name="connsiteX1239" fmla="*/ 1339885 w 3386022"/>
              <a:gd name="connsiteY1239" fmla="*/ 4729888 h 5292726"/>
              <a:gd name="connsiteX1240" fmla="*/ 1356706 w 3386022"/>
              <a:gd name="connsiteY1240" fmla="*/ 4718681 h 5292726"/>
              <a:gd name="connsiteX1241" fmla="*/ 1158083 w 3386022"/>
              <a:gd name="connsiteY1241" fmla="*/ 4708989 h 5292726"/>
              <a:gd name="connsiteX1242" fmla="*/ 1158083 w 3386022"/>
              <a:gd name="connsiteY1242" fmla="*/ 4709033 h 5292726"/>
              <a:gd name="connsiteX1243" fmla="*/ 1166115 w 3386022"/>
              <a:gd name="connsiteY1243" fmla="*/ 4710504 h 5292726"/>
              <a:gd name="connsiteX1244" fmla="*/ 1175968 w 3386022"/>
              <a:gd name="connsiteY1244" fmla="*/ 4712754 h 5292726"/>
              <a:gd name="connsiteX1245" fmla="*/ 1167119 w 3386022"/>
              <a:gd name="connsiteY1245" fmla="*/ 4717989 h 5292726"/>
              <a:gd name="connsiteX1246" fmla="*/ 1159275 w 3386022"/>
              <a:gd name="connsiteY1246" fmla="*/ 4718033 h 5292726"/>
              <a:gd name="connsiteX1247" fmla="*/ 1153564 w 3386022"/>
              <a:gd name="connsiteY1247" fmla="*/ 4715350 h 5292726"/>
              <a:gd name="connsiteX1248" fmla="*/ 1151242 w 3386022"/>
              <a:gd name="connsiteY1248" fmla="*/ 4712408 h 5292726"/>
              <a:gd name="connsiteX1249" fmla="*/ 1152811 w 3386022"/>
              <a:gd name="connsiteY1249" fmla="*/ 4709292 h 5292726"/>
              <a:gd name="connsiteX1250" fmla="*/ 1158083 w 3386022"/>
              <a:gd name="connsiteY1250" fmla="*/ 4708989 h 5292726"/>
              <a:gd name="connsiteX1251" fmla="*/ 1011923 w 3386022"/>
              <a:gd name="connsiteY1251" fmla="*/ 4708383 h 5292726"/>
              <a:gd name="connsiteX1252" fmla="*/ 1014871 w 3386022"/>
              <a:gd name="connsiteY1252" fmla="*/ 4708383 h 5292726"/>
              <a:gd name="connsiteX1253" fmla="*/ 1016253 w 3386022"/>
              <a:gd name="connsiteY1253" fmla="*/ 4709508 h 5292726"/>
              <a:gd name="connsiteX1254" fmla="*/ 1018260 w 3386022"/>
              <a:gd name="connsiteY1254" fmla="*/ 4712062 h 5292726"/>
              <a:gd name="connsiteX1255" fmla="*/ 1012236 w 3386022"/>
              <a:gd name="connsiteY1255" fmla="*/ 4712883 h 5292726"/>
              <a:gd name="connsiteX1256" fmla="*/ 1009476 w 3386022"/>
              <a:gd name="connsiteY1256" fmla="*/ 4712970 h 5292726"/>
              <a:gd name="connsiteX1257" fmla="*/ 1007844 w 3386022"/>
              <a:gd name="connsiteY1257" fmla="*/ 4711888 h 5292726"/>
              <a:gd name="connsiteX1258" fmla="*/ 1005083 w 3386022"/>
              <a:gd name="connsiteY1258" fmla="*/ 4709119 h 5292726"/>
              <a:gd name="connsiteX1259" fmla="*/ 1011923 w 3386022"/>
              <a:gd name="connsiteY1259" fmla="*/ 4708383 h 5292726"/>
              <a:gd name="connsiteX1260" fmla="*/ 1960720 w 3386022"/>
              <a:gd name="connsiteY1260" fmla="*/ 4699990 h 5292726"/>
              <a:gd name="connsiteX1261" fmla="*/ 1969067 w 3386022"/>
              <a:gd name="connsiteY1261" fmla="*/ 4700768 h 5292726"/>
              <a:gd name="connsiteX1262" fmla="*/ 1983501 w 3386022"/>
              <a:gd name="connsiteY1262" fmla="*/ 4703494 h 5292726"/>
              <a:gd name="connsiteX1263" fmla="*/ 2010486 w 3386022"/>
              <a:gd name="connsiteY1263" fmla="*/ 4706912 h 5292726"/>
              <a:gd name="connsiteX1264" fmla="*/ 2010109 w 3386022"/>
              <a:gd name="connsiteY1264" fmla="*/ 4708426 h 5292726"/>
              <a:gd name="connsiteX1265" fmla="*/ 2009733 w 3386022"/>
              <a:gd name="connsiteY1265" fmla="*/ 4709941 h 5292726"/>
              <a:gd name="connsiteX1266" fmla="*/ 2009357 w 3386022"/>
              <a:gd name="connsiteY1266" fmla="*/ 4711455 h 5292726"/>
              <a:gd name="connsiteX1267" fmla="*/ 2008980 w 3386022"/>
              <a:gd name="connsiteY1267" fmla="*/ 4712970 h 5292726"/>
              <a:gd name="connsiteX1268" fmla="*/ 1994044 w 3386022"/>
              <a:gd name="connsiteY1268" fmla="*/ 4711715 h 5292726"/>
              <a:gd name="connsiteX1269" fmla="*/ 1979359 w 3386022"/>
              <a:gd name="connsiteY1269" fmla="*/ 4711888 h 5292726"/>
              <a:gd name="connsiteX1270" fmla="*/ 1965302 w 3386022"/>
              <a:gd name="connsiteY1270" fmla="*/ 4715220 h 5292726"/>
              <a:gd name="connsiteX1271" fmla="*/ 1952249 w 3386022"/>
              <a:gd name="connsiteY1271" fmla="*/ 4723484 h 5292726"/>
              <a:gd name="connsiteX1272" fmla="*/ 1952249 w 3386022"/>
              <a:gd name="connsiteY1272" fmla="*/ 4706263 h 5292726"/>
              <a:gd name="connsiteX1273" fmla="*/ 1952123 w 3386022"/>
              <a:gd name="connsiteY1273" fmla="*/ 4706220 h 5292726"/>
              <a:gd name="connsiteX1274" fmla="*/ 1952123 w 3386022"/>
              <a:gd name="connsiteY1274" fmla="*/ 4702369 h 5292726"/>
              <a:gd name="connsiteX1275" fmla="*/ 1960720 w 3386022"/>
              <a:gd name="connsiteY1275" fmla="*/ 4699990 h 5292726"/>
              <a:gd name="connsiteX1276" fmla="*/ 807340 w 3386022"/>
              <a:gd name="connsiteY1276" fmla="*/ 4697827 h 5292726"/>
              <a:gd name="connsiteX1277" fmla="*/ 808344 w 3386022"/>
              <a:gd name="connsiteY1277" fmla="*/ 4698043 h 5292726"/>
              <a:gd name="connsiteX1278" fmla="*/ 809348 w 3386022"/>
              <a:gd name="connsiteY1278" fmla="*/ 4698259 h 5292726"/>
              <a:gd name="connsiteX1279" fmla="*/ 810351 w 3386022"/>
              <a:gd name="connsiteY1279" fmla="*/ 4698476 h 5292726"/>
              <a:gd name="connsiteX1280" fmla="*/ 811357 w 3386022"/>
              <a:gd name="connsiteY1280" fmla="*/ 4698691 h 5292726"/>
              <a:gd name="connsiteX1281" fmla="*/ 809976 w 3386022"/>
              <a:gd name="connsiteY1281" fmla="*/ 4699038 h 5292726"/>
              <a:gd name="connsiteX1282" fmla="*/ 808595 w 3386022"/>
              <a:gd name="connsiteY1282" fmla="*/ 4699384 h 5292726"/>
              <a:gd name="connsiteX1283" fmla="*/ 807215 w 3386022"/>
              <a:gd name="connsiteY1283" fmla="*/ 4699731 h 5292726"/>
              <a:gd name="connsiteX1284" fmla="*/ 805834 w 3386022"/>
              <a:gd name="connsiteY1284" fmla="*/ 4700077 h 5292726"/>
              <a:gd name="connsiteX1285" fmla="*/ 806211 w 3386022"/>
              <a:gd name="connsiteY1285" fmla="*/ 4699514 h 5292726"/>
              <a:gd name="connsiteX1286" fmla="*/ 806587 w 3386022"/>
              <a:gd name="connsiteY1286" fmla="*/ 4698952 h 5292726"/>
              <a:gd name="connsiteX1287" fmla="*/ 806964 w 3386022"/>
              <a:gd name="connsiteY1287" fmla="*/ 4698389 h 5292726"/>
              <a:gd name="connsiteX1288" fmla="*/ 807340 w 3386022"/>
              <a:gd name="connsiteY1288" fmla="*/ 4697827 h 5292726"/>
              <a:gd name="connsiteX1289" fmla="*/ 1849707 w 3386022"/>
              <a:gd name="connsiteY1289" fmla="*/ 4697091 h 5292726"/>
              <a:gd name="connsiteX1290" fmla="*/ 1873616 w 3386022"/>
              <a:gd name="connsiteY1290" fmla="*/ 4698086 h 5292726"/>
              <a:gd name="connsiteX1291" fmla="*/ 1910390 w 3386022"/>
              <a:gd name="connsiteY1291" fmla="*/ 4703235 h 5292726"/>
              <a:gd name="connsiteX1292" fmla="*/ 1894702 w 3386022"/>
              <a:gd name="connsiteY1292" fmla="*/ 4706697 h 5292726"/>
              <a:gd name="connsiteX1293" fmla="*/ 1894702 w 3386022"/>
              <a:gd name="connsiteY1293" fmla="*/ 4706740 h 5292726"/>
              <a:gd name="connsiteX1294" fmla="*/ 1881774 w 3386022"/>
              <a:gd name="connsiteY1294" fmla="*/ 4709596 h 5292726"/>
              <a:gd name="connsiteX1295" fmla="*/ 1870478 w 3386022"/>
              <a:gd name="connsiteY1295" fmla="*/ 4712105 h 5292726"/>
              <a:gd name="connsiteX1296" fmla="*/ 1859622 w 3386022"/>
              <a:gd name="connsiteY1296" fmla="*/ 4714485 h 5292726"/>
              <a:gd name="connsiteX1297" fmla="*/ 1843431 w 3386022"/>
              <a:gd name="connsiteY1297" fmla="*/ 4701980 h 5292726"/>
              <a:gd name="connsiteX1298" fmla="*/ 1849707 w 3386022"/>
              <a:gd name="connsiteY1298" fmla="*/ 4697091 h 5292726"/>
              <a:gd name="connsiteX1299" fmla="*/ 1803832 w 3386022"/>
              <a:gd name="connsiteY1299" fmla="*/ 4692677 h 5292726"/>
              <a:gd name="connsiteX1300" fmla="*/ 1803894 w 3386022"/>
              <a:gd name="connsiteY1300" fmla="*/ 4692677 h 5292726"/>
              <a:gd name="connsiteX1301" fmla="*/ 1810233 w 3386022"/>
              <a:gd name="connsiteY1301" fmla="*/ 4693932 h 5292726"/>
              <a:gd name="connsiteX1302" fmla="*/ 1823725 w 3386022"/>
              <a:gd name="connsiteY1302" fmla="*/ 4697783 h 5292726"/>
              <a:gd name="connsiteX1303" fmla="*/ 1813308 w 3386022"/>
              <a:gd name="connsiteY1303" fmla="*/ 4703235 h 5292726"/>
              <a:gd name="connsiteX1304" fmla="*/ 1808036 w 3386022"/>
              <a:gd name="connsiteY1304" fmla="*/ 4705441 h 5292726"/>
              <a:gd name="connsiteX1305" fmla="*/ 1802577 w 3386022"/>
              <a:gd name="connsiteY1305" fmla="*/ 4704359 h 5292726"/>
              <a:gd name="connsiteX1306" fmla="*/ 1791720 w 3386022"/>
              <a:gd name="connsiteY1306" fmla="*/ 4699903 h 5292726"/>
              <a:gd name="connsiteX1307" fmla="*/ 1799439 w 3386022"/>
              <a:gd name="connsiteY1307" fmla="*/ 4694495 h 5292726"/>
              <a:gd name="connsiteX1308" fmla="*/ 1803832 w 3386022"/>
              <a:gd name="connsiteY1308" fmla="*/ 4692677 h 5292726"/>
              <a:gd name="connsiteX1309" fmla="*/ 1120682 w 3386022"/>
              <a:gd name="connsiteY1309" fmla="*/ 4687095 h 5292726"/>
              <a:gd name="connsiteX1310" fmla="*/ 1115160 w 3386022"/>
              <a:gd name="connsiteY1310" fmla="*/ 4758316 h 5292726"/>
              <a:gd name="connsiteX1311" fmla="*/ 1093886 w 3386022"/>
              <a:gd name="connsiteY1311" fmla="*/ 4807772 h 5292726"/>
              <a:gd name="connsiteX1312" fmla="*/ 1072799 w 3386022"/>
              <a:gd name="connsiteY1312" fmla="*/ 4831743 h 5292726"/>
              <a:gd name="connsiteX1313" fmla="*/ 1067778 w 3386022"/>
              <a:gd name="connsiteY1313" fmla="*/ 4826421 h 5292726"/>
              <a:gd name="connsiteX1314" fmla="*/ 1087295 w 3386022"/>
              <a:gd name="connsiteY1314" fmla="*/ 4758705 h 5292726"/>
              <a:gd name="connsiteX1315" fmla="*/ 1092003 w 3386022"/>
              <a:gd name="connsiteY1315" fmla="*/ 4715610 h 5292726"/>
              <a:gd name="connsiteX1316" fmla="*/ 1097839 w 3386022"/>
              <a:gd name="connsiteY1316" fmla="*/ 4693110 h 5292726"/>
              <a:gd name="connsiteX1317" fmla="*/ 1097839 w 3386022"/>
              <a:gd name="connsiteY1317" fmla="*/ 4693066 h 5292726"/>
              <a:gd name="connsiteX1318" fmla="*/ 1120682 w 3386022"/>
              <a:gd name="connsiteY1318" fmla="*/ 4687095 h 5292726"/>
              <a:gd name="connsiteX1319" fmla="*/ 2275000 w 3386022"/>
              <a:gd name="connsiteY1319" fmla="*/ 4686620 h 5292726"/>
              <a:gd name="connsiteX1320" fmla="*/ 2278452 w 3386022"/>
              <a:gd name="connsiteY1320" fmla="*/ 4689129 h 5292726"/>
              <a:gd name="connsiteX1321" fmla="*/ 2278828 w 3386022"/>
              <a:gd name="connsiteY1321" fmla="*/ 4691812 h 5292726"/>
              <a:gd name="connsiteX1322" fmla="*/ 2273682 w 3386022"/>
              <a:gd name="connsiteY1322" fmla="*/ 4696138 h 5292726"/>
              <a:gd name="connsiteX1323" fmla="*/ 2267720 w 3386022"/>
              <a:gd name="connsiteY1323" fmla="*/ 4696268 h 5292726"/>
              <a:gd name="connsiteX1324" fmla="*/ 2267595 w 3386022"/>
              <a:gd name="connsiteY1324" fmla="*/ 4696312 h 5292726"/>
              <a:gd name="connsiteX1325" fmla="*/ 2262010 w 3386022"/>
              <a:gd name="connsiteY1325" fmla="*/ 4694408 h 5292726"/>
              <a:gd name="connsiteX1326" fmla="*/ 2257993 w 3386022"/>
              <a:gd name="connsiteY1326" fmla="*/ 4692547 h 5292726"/>
              <a:gd name="connsiteX1327" fmla="*/ 2268223 w 3386022"/>
              <a:gd name="connsiteY1327" fmla="*/ 4686879 h 5292726"/>
              <a:gd name="connsiteX1328" fmla="*/ 2275000 w 3386022"/>
              <a:gd name="connsiteY1328" fmla="*/ 4686620 h 5292726"/>
              <a:gd name="connsiteX1329" fmla="*/ 954250 w 3386022"/>
              <a:gd name="connsiteY1329" fmla="*/ 4684586 h 5292726"/>
              <a:gd name="connsiteX1330" fmla="*/ 963289 w 3386022"/>
              <a:gd name="connsiteY1330" fmla="*/ 4689908 h 5292726"/>
              <a:gd name="connsiteX1331" fmla="*/ 966550 w 3386022"/>
              <a:gd name="connsiteY1331" fmla="*/ 4693629 h 5292726"/>
              <a:gd name="connsiteX1332" fmla="*/ 964167 w 3386022"/>
              <a:gd name="connsiteY1332" fmla="*/ 4697481 h 5292726"/>
              <a:gd name="connsiteX1333" fmla="*/ 956385 w 3386022"/>
              <a:gd name="connsiteY1333" fmla="*/ 4703191 h 5292726"/>
              <a:gd name="connsiteX1334" fmla="*/ 955820 w 3386022"/>
              <a:gd name="connsiteY1334" fmla="*/ 4698432 h 5292726"/>
              <a:gd name="connsiteX1335" fmla="*/ 955317 w 3386022"/>
              <a:gd name="connsiteY1335" fmla="*/ 4693976 h 5292726"/>
              <a:gd name="connsiteX1336" fmla="*/ 954816 w 3386022"/>
              <a:gd name="connsiteY1336" fmla="*/ 4689475 h 5292726"/>
              <a:gd name="connsiteX1337" fmla="*/ 954250 w 3386022"/>
              <a:gd name="connsiteY1337" fmla="*/ 4684629 h 5292726"/>
              <a:gd name="connsiteX1338" fmla="*/ 862375 w 3386022"/>
              <a:gd name="connsiteY1338" fmla="*/ 4683331 h 5292726"/>
              <a:gd name="connsiteX1339" fmla="*/ 864321 w 3386022"/>
              <a:gd name="connsiteY1339" fmla="*/ 4683721 h 5292726"/>
              <a:gd name="connsiteX1340" fmla="*/ 865137 w 3386022"/>
              <a:gd name="connsiteY1340" fmla="*/ 4683981 h 5292726"/>
              <a:gd name="connsiteX1341" fmla="*/ 865011 w 3386022"/>
              <a:gd name="connsiteY1341" fmla="*/ 4684586 h 5292726"/>
              <a:gd name="connsiteX1342" fmla="*/ 864133 w 3386022"/>
              <a:gd name="connsiteY1342" fmla="*/ 4685970 h 5292726"/>
              <a:gd name="connsiteX1343" fmla="*/ 862314 w 3386022"/>
              <a:gd name="connsiteY1343" fmla="*/ 4685625 h 5292726"/>
              <a:gd name="connsiteX1344" fmla="*/ 861497 w 3386022"/>
              <a:gd name="connsiteY1344" fmla="*/ 4685365 h 5292726"/>
              <a:gd name="connsiteX1345" fmla="*/ 861560 w 3386022"/>
              <a:gd name="connsiteY1345" fmla="*/ 4684760 h 5292726"/>
              <a:gd name="connsiteX1346" fmla="*/ 862375 w 3386022"/>
              <a:gd name="connsiteY1346" fmla="*/ 4683374 h 5292726"/>
              <a:gd name="connsiteX1347" fmla="*/ 911386 w 3386022"/>
              <a:gd name="connsiteY1347" fmla="*/ 4674850 h 5292726"/>
              <a:gd name="connsiteX1348" fmla="*/ 912391 w 3386022"/>
              <a:gd name="connsiteY1348" fmla="*/ 4675024 h 5292726"/>
              <a:gd name="connsiteX1349" fmla="*/ 913395 w 3386022"/>
              <a:gd name="connsiteY1349" fmla="*/ 4675196 h 5292726"/>
              <a:gd name="connsiteX1350" fmla="*/ 914400 w 3386022"/>
              <a:gd name="connsiteY1350" fmla="*/ 4675370 h 5292726"/>
              <a:gd name="connsiteX1351" fmla="*/ 915405 w 3386022"/>
              <a:gd name="connsiteY1351" fmla="*/ 4675542 h 5292726"/>
              <a:gd name="connsiteX1352" fmla="*/ 915341 w 3386022"/>
              <a:gd name="connsiteY1352" fmla="*/ 4676580 h 5292726"/>
              <a:gd name="connsiteX1353" fmla="*/ 915152 w 3386022"/>
              <a:gd name="connsiteY1353" fmla="*/ 4677057 h 5292726"/>
              <a:gd name="connsiteX1354" fmla="*/ 915089 w 3386022"/>
              <a:gd name="connsiteY1354" fmla="*/ 4677187 h 5292726"/>
              <a:gd name="connsiteX1355" fmla="*/ 913898 w 3386022"/>
              <a:gd name="connsiteY1355" fmla="*/ 4677403 h 5292726"/>
              <a:gd name="connsiteX1356" fmla="*/ 910885 w 3386022"/>
              <a:gd name="connsiteY1356" fmla="*/ 4677620 h 5292726"/>
              <a:gd name="connsiteX1357" fmla="*/ 911011 w 3386022"/>
              <a:gd name="connsiteY1357" fmla="*/ 4676928 h 5292726"/>
              <a:gd name="connsiteX1358" fmla="*/ 911137 w 3386022"/>
              <a:gd name="connsiteY1358" fmla="*/ 4676234 h 5292726"/>
              <a:gd name="connsiteX1359" fmla="*/ 911261 w 3386022"/>
              <a:gd name="connsiteY1359" fmla="*/ 4675542 h 5292726"/>
              <a:gd name="connsiteX1360" fmla="*/ 911386 w 3386022"/>
              <a:gd name="connsiteY1360" fmla="*/ 4674850 h 5292726"/>
              <a:gd name="connsiteX1361" fmla="*/ 1324888 w 3386022"/>
              <a:gd name="connsiteY1361" fmla="*/ 4665635 h 5292726"/>
              <a:gd name="connsiteX1362" fmla="*/ 1329657 w 3386022"/>
              <a:gd name="connsiteY1362" fmla="*/ 4667192 h 5292726"/>
              <a:gd name="connsiteX1363" fmla="*/ 1346476 w 3386022"/>
              <a:gd name="connsiteY1363" fmla="*/ 4674245 h 5292726"/>
              <a:gd name="connsiteX1364" fmla="*/ 1368880 w 3386022"/>
              <a:gd name="connsiteY1364" fmla="*/ 4680345 h 5292726"/>
              <a:gd name="connsiteX1365" fmla="*/ 1381932 w 3386022"/>
              <a:gd name="connsiteY1365" fmla="*/ 4687571 h 5292726"/>
              <a:gd name="connsiteX1366" fmla="*/ 1370699 w 3386022"/>
              <a:gd name="connsiteY1366" fmla="*/ 4697999 h 5292726"/>
              <a:gd name="connsiteX1367" fmla="*/ 1357395 w 3386022"/>
              <a:gd name="connsiteY1367" fmla="*/ 4697134 h 5292726"/>
              <a:gd name="connsiteX1368" fmla="*/ 1338632 w 3386022"/>
              <a:gd name="connsiteY1368" fmla="*/ 4689865 h 5292726"/>
              <a:gd name="connsiteX1369" fmla="*/ 1321248 w 3386022"/>
              <a:gd name="connsiteY1369" fmla="*/ 4680345 h 5292726"/>
              <a:gd name="connsiteX1370" fmla="*/ 1312086 w 3386022"/>
              <a:gd name="connsiteY1370" fmla="*/ 4672687 h 5292726"/>
              <a:gd name="connsiteX1371" fmla="*/ 1315097 w 3386022"/>
              <a:gd name="connsiteY1371" fmla="*/ 4670307 h 5292726"/>
              <a:gd name="connsiteX1372" fmla="*/ 1315035 w 3386022"/>
              <a:gd name="connsiteY1372" fmla="*/ 4670307 h 5292726"/>
              <a:gd name="connsiteX1373" fmla="*/ 1319680 w 3386022"/>
              <a:gd name="connsiteY1373" fmla="*/ 4667321 h 5292726"/>
              <a:gd name="connsiteX1374" fmla="*/ 1324888 w 3386022"/>
              <a:gd name="connsiteY1374" fmla="*/ 4665635 h 5292726"/>
              <a:gd name="connsiteX1375" fmla="*/ 2265587 w 3386022"/>
              <a:gd name="connsiteY1375" fmla="*/ 4665115 h 5292726"/>
              <a:gd name="connsiteX1376" fmla="*/ 2266779 w 3386022"/>
              <a:gd name="connsiteY1376" fmla="*/ 4666499 h 5292726"/>
              <a:gd name="connsiteX1377" fmla="*/ 2267156 w 3386022"/>
              <a:gd name="connsiteY1377" fmla="*/ 4667193 h 5292726"/>
              <a:gd name="connsiteX1378" fmla="*/ 2266528 w 3386022"/>
              <a:gd name="connsiteY1378" fmla="*/ 4667798 h 5292726"/>
              <a:gd name="connsiteX1379" fmla="*/ 2264771 w 3386022"/>
              <a:gd name="connsiteY1379" fmla="*/ 4669010 h 5292726"/>
              <a:gd name="connsiteX1380" fmla="*/ 2263516 w 3386022"/>
              <a:gd name="connsiteY1380" fmla="*/ 4667624 h 5292726"/>
              <a:gd name="connsiteX1381" fmla="*/ 2263139 w 3386022"/>
              <a:gd name="connsiteY1381" fmla="*/ 4666932 h 5292726"/>
              <a:gd name="connsiteX1382" fmla="*/ 2263767 w 3386022"/>
              <a:gd name="connsiteY1382" fmla="*/ 4666327 h 5292726"/>
              <a:gd name="connsiteX1383" fmla="*/ 2263830 w 3386022"/>
              <a:gd name="connsiteY1383" fmla="*/ 4666327 h 5292726"/>
              <a:gd name="connsiteX1384" fmla="*/ 2265587 w 3386022"/>
              <a:gd name="connsiteY1384" fmla="*/ 4665115 h 5292726"/>
              <a:gd name="connsiteX1385" fmla="*/ 843989 w 3386022"/>
              <a:gd name="connsiteY1385" fmla="*/ 4661350 h 5292726"/>
              <a:gd name="connsiteX1386" fmla="*/ 846311 w 3386022"/>
              <a:gd name="connsiteY1386" fmla="*/ 4666457 h 5292726"/>
              <a:gd name="connsiteX1387" fmla="*/ 848006 w 3386022"/>
              <a:gd name="connsiteY1387" fmla="*/ 4671562 h 5292726"/>
              <a:gd name="connsiteX1388" fmla="*/ 847001 w 3386022"/>
              <a:gd name="connsiteY1388" fmla="*/ 4676754 h 5292726"/>
              <a:gd name="connsiteX1389" fmla="*/ 841228 w 3386022"/>
              <a:gd name="connsiteY1389" fmla="*/ 4682076 h 5292726"/>
              <a:gd name="connsiteX1390" fmla="*/ 834954 w 3386022"/>
              <a:gd name="connsiteY1390" fmla="*/ 4681427 h 5292726"/>
              <a:gd name="connsiteX1391" fmla="*/ 830247 w 3386022"/>
              <a:gd name="connsiteY1391" fmla="*/ 4675239 h 5292726"/>
              <a:gd name="connsiteX1392" fmla="*/ 831752 w 3386022"/>
              <a:gd name="connsiteY1392" fmla="*/ 4667278 h 5292726"/>
              <a:gd name="connsiteX1393" fmla="*/ 831690 w 3386022"/>
              <a:gd name="connsiteY1393" fmla="*/ 4667278 h 5292726"/>
              <a:gd name="connsiteX1394" fmla="*/ 843989 w 3386022"/>
              <a:gd name="connsiteY1394" fmla="*/ 4661350 h 5292726"/>
              <a:gd name="connsiteX1395" fmla="*/ 692942 w 3386022"/>
              <a:gd name="connsiteY1395" fmla="*/ 4654168 h 5292726"/>
              <a:gd name="connsiteX1396" fmla="*/ 699470 w 3386022"/>
              <a:gd name="connsiteY1396" fmla="*/ 4658019 h 5292726"/>
              <a:gd name="connsiteX1397" fmla="*/ 703234 w 3386022"/>
              <a:gd name="connsiteY1397" fmla="*/ 4662000 h 5292726"/>
              <a:gd name="connsiteX1398" fmla="*/ 703172 w 3386022"/>
              <a:gd name="connsiteY1398" fmla="*/ 4661957 h 5292726"/>
              <a:gd name="connsiteX1399" fmla="*/ 705558 w 3386022"/>
              <a:gd name="connsiteY1399" fmla="*/ 4668490 h 5292726"/>
              <a:gd name="connsiteX1400" fmla="*/ 708005 w 3386022"/>
              <a:gd name="connsiteY1400" fmla="*/ 4679956 h 5292726"/>
              <a:gd name="connsiteX1401" fmla="*/ 694700 w 3386022"/>
              <a:gd name="connsiteY1401" fmla="*/ 4679005 h 5292726"/>
              <a:gd name="connsiteX1402" fmla="*/ 687357 w 3386022"/>
              <a:gd name="connsiteY1402" fmla="*/ 4671606 h 5292726"/>
              <a:gd name="connsiteX1403" fmla="*/ 686542 w 3386022"/>
              <a:gd name="connsiteY1403" fmla="*/ 4661914 h 5292726"/>
              <a:gd name="connsiteX1404" fmla="*/ 692942 w 3386022"/>
              <a:gd name="connsiteY1404" fmla="*/ 4654168 h 5292726"/>
              <a:gd name="connsiteX1405" fmla="*/ 1024286 w 3386022"/>
              <a:gd name="connsiteY1405" fmla="*/ 4653519 h 5292726"/>
              <a:gd name="connsiteX1406" fmla="*/ 1026670 w 3386022"/>
              <a:gd name="connsiteY1406" fmla="*/ 4658539 h 5292726"/>
              <a:gd name="connsiteX1407" fmla="*/ 1026921 w 3386022"/>
              <a:gd name="connsiteY1407" fmla="*/ 4660702 h 5292726"/>
              <a:gd name="connsiteX1408" fmla="*/ 1026983 w 3386022"/>
              <a:gd name="connsiteY1408" fmla="*/ 4660745 h 5292726"/>
              <a:gd name="connsiteX1409" fmla="*/ 1023847 w 3386022"/>
              <a:gd name="connsiteY1409" fmla="*/ 4661653 h 5292726"/>
              <a:gd name="connsiteX1410" fmla="*/ 1016128 w 3386022"/>
              <a:gd name="connsiteY1410" fmla="*/ 4662822 h 5292726"/>
              <a:gd name="connsiteX1411" fmla="*/ 1015436 w 3386022"/>
              <a:gd name="connsiteY1411" fmla="*/ 4657760 h 5292726"/>
              <a:gd name="connsiteX1412" fmla="*/ 1015875 w 3386022"/>
              <a:gd name="connsiteY1412" fmla="*/ 4655597 h 5292726"/>
              <a:gd name="connsiteX1413" fmla="*/ 1018448 w 3386022"/>
              <a:gd name="connsiteY1413" fmla="*/ 4654731 h 5292726"/>
              <a:gd name="connsiteX1414" fmla="*/ 1024286 w 3386022"/>
              <a:gd name="connsiteY1414" fmla="*/ 4653519 h 5292726"/>
              <a:gd name="connsiteX1415" fmla="*/ 1958023 w 3386022"/>
              <a:gd name="connsiteY1415" fmla="*/ 4650447 h 5292726"/>
              <a:gd name="connsiteX1416" fmla="*/ 1967624 w 3386022"/>
              <a:gd name="connsiteY1416" fmla="*/ 4677274 h 5292726"/>
              <a:gd name="connsiteX1417" fmla="*/ 1963544 w 3386022"/>
              <a:gd name="connsiteY1417" fmla="*/ 4688912 h 5292726"/>
              <a:gd name="connsiteX1418" fmla="*/ 1956516 w 3386022"/>
              <a:gd name="connsiteY1418" fmla="*/ 4680649 h 5292726"/>
              <a:gd name="connsiteX1419" fmla="*/ 1956516 w 3386022"/>
              <a:gd name="connsiteY1419" fmla="*/ 4680606 h 5292726"/>
              <a:gd name="connsiteX1420" fmla="*/ 1958023 w 3386022"/>
              <a:gd name="connsiteY1420" fmla="*/ 4650447 h 5292726"/>
              <a:gd name="connsiteX1421" fmla="*/ 1957018 w 3386022"/>
              <a:gd name="connsiteY1421" fmla="*/ 4648760 h 5292726"/>
              <a:gd name="connsiteX1422" fmla="*/ 1957332 w 3386022"/>
              <a:gd name="connsiteY1422" fmla="*/ 4648932 h 5292726"/>
              <a:gd name="connsiteX1423" fmla="*/ 1957645 w 3386022"/>
              <a:gd name="connsiteY1423" fmla="*/ 4649106 h 5292726"/>
              <a:gd name="connsiteX1424" fmla="*/ 1957959 w 3386022"/>
              <a:gd name="connsiteY1424" fmla="*/ 4649279 h 5292726"/>
              <a:gd name="connsiteX1425" fmla="*/ 1957897 w 3386022"/>
              <a:gd name="connsiteY1425" fmla="*/ 4649279 h 5292726"/>
              <a:gd name="connsiteX1426" fmla="*/ 1958210 w 3386022"/>
              <a:gd name="connsiteY1426" fmla="*/ 4649452 h 5292726"/>
              <a:gd name="connsiteX1427" fmla="*/ 1958022 w 3386022"/>
              <a:gd name="connsiteY1427" fmla="*/ 4650447 h 5292726"/>
              <a:gd name="connsiteX1428" fmla="*/ 1957018 w 3386022"/>
              <a:gd name="connsiteY1428" fmla="*/ 4648760 h 5292726"/>
              <a:gd name="connsiteX1429" fmla="*/ 920362 w 3386022"/>
              <a:gd name="connsiteY1429" fmla="*/ 4647332 h 5292726"/>
              <a:gd name="connsiteX1430" fmla="*/ 921240 w 3386022"/>
              <a:gd name="connsiteY1430" fmla="*/ 4647505 h 5292726"/>
              <a:gd name="connsiteX1431" fmla="*/ 922057 w 3386022"/>
              <a:gd name="connsiteY1431" fmla="*/ 4647678 h 5292726"/>
              <a:gd name="connsiteX1432" fmla="*/ 922935 w 3386022"/>
              <a:gd name="connsiteY1432" fmla="*/ 4647851 h 5292726"/>
              <a:gd name="connsiteX1433" fmla="*/ 923813 w 3386022"/>
              <a:gd name="connsiteY1433" fmla="*/ 4648024 h 5292726"/>
              <a:gd name="connsiteX1434" fmla="*/ 922998 w 3386022"/>
              <a:gd name="connsiteY1434" fmla="*/ 4648197 h 5292726"/>
              <a:gd name="connsiteX1435" fmla="*/ 922119 w 3386022"/>
              <a:gd name="connsiteY1435" fmla="*/ 4648370 h 5292726"/>
              <a:gd name="connsiteX1436" fmla="*/ 921240 w 3386022"/>
              <a:gd name="connsiteY1436" fmla="*/ 4648543 h 5292726"/>
              <a:gd name="connsiteX1437" fmla="*/ 920362 w 3386022"/>
              <a:gd name="connsiteY1437" fmla="*/ 4648673 h 5292726"/>
              <a:gd name="connsiteX1438" fmla="*/ 920362 w 3386022"/>
              <a:gd name="connsiteY1438" fmla="*/ 4648370 h 5292726"/>
              <a:gd name="connsiteX1439" fmla="*/ 920362 w 3386022"/>
              <a:gd name="connsiteY1439" fmla="*/ 4648024 h 5292726"/>
              <a:gd name="connsiteX1440" fmla="*/ 920362 w 3386022"/>
              <a:gd name="connsiteY1440" fmla="*/ 4647678 h 5292726"/>
              <a:gd name="connsiteX1441" fmla="*/ 2258683 w 3386022"/>
              <a:gd name="connsiteY1441" fmla="*/ 4643091 h 5292726"/>
              <a:gd name="connsiteX1442" fmla="*/ 2266527 w 3386022"/>
              <a:gd name="connsiteY1442" fmla="*/ 4645903 h 5292726"/>
              <a:gd name="connsiteX1443" fmla="*/ 2269352 w 3386022"/>
              <a:gd name="connsiteY1443" fmla="*/ 4647332 h 5292726"/>
              <a:gd name="connsiteX1444" fmla="*/ 2268473 w 3386022"/>
              <a:gd name="connsiteY1444" fmla="*/ 4648889 h 5292726"/>
              <a:gd name="connsiteX1445" fmla="*/ 2268410 w 3386022"/>
              <a:gd name="connsiteY1445" fmla="*/ 4648846 h 5292726"/>
              <a:gd name="connsiteX1446" fmla="*/ 2265022 w 3386022"/>
              <a:gd name="connsiteY1446" fmla="*/ 4652004 h 5292726"/>
              <a:gd name="connsiteX1447" fmla="*/ 2257240 w 3386022"/>
              <a:gd name="connsiteY1447" fmla="*/ 4648629 h 5292726"/>
              <a:gd name="connsiteX1448" fmla="*/ 2254415 w 3386022"/>
              <a:gd name="connsiteY1448" fmla="*/ 4647028 h 5292726"/>
              <a:gd name="connsiteX1449" fmla="*/ 2255295 w 3386022"/>
              <a:gd name="connsiteY1449" fmla="*/ 4645687 h 5292726"/>
              <a:gd name="connsiteX1450" fmla="*/ 2258683 w 3386022"/>
              <a:gd name="connsiteY1450" fmla="*/ 4643091 h 5292726"/>
              <a:gd name="connsiteX1451" fmla="*/ 1360533 w 3386022"/>
              <a:gd name="connsiteY1451" fmla="*/ 4638678 h 5292726"/>
              <a:gd name="connsiteX1452" fmla="*/ 1378355 w 3386022"/>
              <a:gd name="connsiteY1452" fmla="*/ 4640365 h 5292726"/>
              <a:gd name="connsiteX1453" fmla="*/ 1386451 w 3386022"/>
              <a:gd name="connsiteY1453" fmla="*/ 4645601 h 5292726"/>
              <a:gd name="connsiteX1454" fmla="*/ 1389525 w 3386022"/>
              <a:gd name="connsiteY1454" fmla="*/ 4652827 h 5292726"/>
              <a:gd name="connsiteX1455" fmla="*/ 1392286 w 3386022"/>
              <a:gd name="connsiteY1455" fmla="*/ 4660485 h 5292726"/>
              <a:gd name="connsiteX1456" fmla="*/ 1384757 w 3386022"/>
              <a:gd name="connsiteY1456" fmla="*/ 4661524 h 5292726"/>
              <a:gd name="connsiteX1457" fmla="*/ 1377225 w 3386022"/>
              <a:gd name="connsiteY1457" fmla="*/ 4662562 h 5292726"/>
              <a:gd name="connsiteX1458" fmla="*/ 1369445 w 3386022"/>
              <a:gd name="connsiteY1458" fmla="*/ 4663644 h 5292726"/>
              <a:gd name="connsiteX1459" fmla="*/ 1369382 w 3386022"/>
              <a:gd name="connsiteY1459" fmla="*/ 4663644 h 5292726"/>
              <a:gd name="connsiteX1460" fmla="*/ 1361224 w 3386022"/>
              <a:gd name="connsiteY1460" fmla="*/ 4664812 h 5292726"/>
              <a:gd name="connsiteX1461" fmla="*/ 1356015 w 3386022"/>
              <a:gd name="connsiteY1461" fmla="*/ 4657716 h 5292726"/>
              <a:gd name="connsiteX1462" fmla="*/ 1354822 w 3386022"/>
              <a:gd name="connsiteY1462" fmla="*/ 4651096 h 5292726"/>
              <a:gd name="connsiteX1463" fmla="*/ 1356643 w 3386022"/>
              <a:gd name="connsiteY1463" fmla="*/ 4644778 h 5292726"/>
              <a:gd name="connsiteX1464" fmla="*/ 1360533 w 3386022"/>
              <a:gd name="connsiteY1464" fmla="*/ 4638678 h 5292726"/>
              <a:gd name="connsiteX1465" fmla="*/ 568434 w 3386022"/>
              <a:gd name="connsiteY1465" fmla="*/ 4637121 h 5292726"/>
              <a:gd name="connsiteX1466" fmla="*/ 580799 w 3386022"/>
              <a:gd name="connsiteY1466" fmla="*/ 4639587 h 5292726"/>
              <a:gd name="connsiteX1467" fmla="*/ 578979 w 3386022"/>
              <a:gd name="connsiteY1467" fmla="*/ 4640885 h 5292726"/>
              <a:gd name="connsiteX1468" fmla="*/ 577472 w 3386022"/>
              <a:gd name="connsiteY1468" fmla="*/ 4641967 h 5292726"/>
              <a:gd name="connsiteX1469" fmla="*/ 576154 w 3386022"/>
              <a:gd name="connsiteY1469" fmla="*/ 4642918 h 5292726"/>
              <a:gd name="connsiteX1470" fmla="*/ 574962 w 3386022"/>
              <a:gd name="connsiteY1470" fmla="*/ 4643784 h 5292726"/>
              <a:gd name="connsiteX1471" fmla="*/ 568310 w 3386022"/>
              <a:gd name="connsiteY1471" fmla="*/ 4640019 h 5292726"/>
              <a:gd name="connsiteX1472" fmla="*/ 565172 w 3386022"/>
              <a:gd name="connsiteY1472" fmla="*/ 4637554 h 5292726"/>
              <a:gd name="connsiteX1473" fmla="*/ 565235 w 3386022"/>
              <a:gd name="connsiteY1473" fmla="*/ 4637510 h 5292726"/>
              <a:gd name="connsiteX1474" fmla="*/ 568434 w 3386022"/>
              <a:gd name="connsiteY1474" fmla="*/ 4637121 h 5292726"/>
              <a:gd name="connsiteX1475" fmla="*/ 1904178 w 3386022"/>
              <a:gd name="connsiteY1475" fmla="*/ 4636515 h 5292726"/>
              <a:gd name="connsiteX1476" fmla="*/ 1914470 w 3386022"/>
              <a:gd name="connsiteY1476" fmla="*/ 4639371 h 5292726"/>
              <a:gd name="connsiteX1477" fmla="*/ 1911394 w 3386022"/>
              <a:gd name="connsiteY1477" fmla="*/ 4647202 h 5292726"/>
              <a:gd name="connsiteX1478" fmla="*/ 1894074 w 3386022"/>
              <a:gd name="connsiteY1478" fmla="*/ 4651961 h 5292726"/>
              <a:gd name="connsiteX1479" fmla="*/ 1891501 w 3386022"/>
              <a:gd name="connsiteY1479" fmla="*/ 4651529 h 5292726"/>
              <a:gd name="connsiteX1480" fmla="*/ 1891439 w 3386022"/>
              <a:gd name="connsiteY1480" fmla="*/ 4651529 h 5292726"/>
              <a:gd name="connsiteX1481" fmla="*/ 1888614 w 3386022"/>
              <a:gd name="connsiteY1481" fmla="*/ 4650274 h 5292726"/>
              <a:gd name="connsiteX1482" fmla="*/ 1885289 w 3386022"/>
              <a:gd name="connsiteY1482" fmla="*/ 4648543 h 5292726"/>
              <a:gd name="connsiteX1483" fmla="*/ 1881397 w 3386022"/>
              <a:gd name="connsiteY1483" fmla="*/ 4646639 h 5292726"/>
              <a:gd name="connsiteX1484" fmla="*/ 1904178 w 3386022"/>
              <a:gd name="connsiteY1484" fmla="*/ 4636515 h 5292726"/>
              <a:gd name="connsiteX1485" fmla="*/ 1336234 w 3386022"/>
              <a:gd name="connsiteY1485" fmla="*/ 4633479 h 5292726"/>
              <a:gd name="connsiteX1486" fmla="*/ 1336308 w 3386022"/>
              <a:gd name="connsiteY1486" fmla="*/ 4633530 h 5292726"/>
              <a:gd name="connsiteX1487" fmla="*/ 1336182 w 3386022"/>
              <a:gd name="connsiteY1487" fmla="*/ 4633530 h 5292726"/>
              <a:gd name="connsiteX1488" fmla="*/ 1163231 w 3386022"/>
              <a:gd name="connsiteY1488" fmla="*/ 4631842 h 5292726"/>
              <a:gd name="connsiteX1489" fmla="*/ 1172707 w 3386022"/>
              <a:gd name="connsiteY1489" fmla="*/ 4640626 h 5292726"/>
              <a:gd name="connsiteX1490" fmla="*/ 1172707 w 3386022"/>
              <a:gd name="connsiteY1490" fmla="*/ 4640755 h 5292726"/>
              <a:gd name="connsiteX1491" fmla="*/ 1178292 w 3386022"/>
              <a:gd name="connsiteY1491" fmla="*/ 4650058 h 5292726"/>
              <a:gd name="connsiteX1492" fmla="*/ 1179548 w 3386022"/>
              <a:gd name="connsiteY1492" fmla="*/ 4659967 h 5292726"/>
              <a:gd name="connsiteX1493" fmla="*/ 1176222 w 3386022"/>
              <a:gd name="connsiteY1493" fmla="*/ 4670524 h 5292726"/>
              <a:gd name="connsiteX1494" fmla="*/ 1170198 w 3386022"/>
              <a:gd name="connsiteY1494" fmla="*/ 4670178 h 5292726"/>
              <a:gd name="connsiteX1495" fmla="*/ 1164424 w 3386022"/>
              <a:gd name="connsiteY1495" fmla="*/ 4669831 h 5292726"/>
              <a:gd name="connsiteX1496" fmla="*/ 1158587 w 3386022"/>
              <a:gd name="connsiteY1496" fmla="*/ 4669485 h 5292726"/>
              <a:gd name="connsiteX1497" fmla="*/ 1152436 w 3386022"/>
              <a:gd name="connsiteY1497" fmla="*/ 4669139 h 5292726"/>
              <a:gd name="connsiteX1498" fmla="*/ 1150367 w 3386022"/>
              <a:gd name="connsiteY1498" fmla="*/ 4664467 h 5292726"/>
              <a:gd name="connsiteX1499" fmla="*/ 1148171 w 3386022"/>
              <a:gd name="connsiteY1499" fmla="*/ 4659490 h 5292726"/>
              <a:gd name="connsiteX1500" fmla="*/ 1145659 w 3386022"/>
              <a:gd name="connsiteY1500" fmla="*/ 4653865 h 5292726"/>
              <a:gd name="connsiteX1501" fmla="*/ 1142709 w 3386022"/>
              <a:gd name="connsiteY1501" fmla="*/ 4647246 h 5292726"/>
              <a:gd name="connsiteX1502" fmla="*/ 1137752 w 3386022"/>
              <a:gd name="connsiteY1502" fmla="*/ 4652438 h 5292726"/>
              <a:gd name="connsiteX1503" fmla="*/ 1133485 w 3386022"/>
              <a:gd name="connsiteY1503" fmla="*/ 4656894 h 5292726"/>
              <a:gd name="connsiteX1504" fmla="*/ 1129656 w 3386022"/>
              <a:gd name="connsiteY1504" fmla="*/ 4660918 h 5292726"/>
              <a:gd name="connsiteX1505" fmla="*/ 1125954 w 3386022"/>
              <a:gd name="connsiteY1505" fmla="*/ 4664769 h 5292726"/>
              <a:gd name="connsiteX1506" fmla="*/ 1115035 w 3386022"/>
              <a:gd name="connsiteY1506" fmla="*/ 4658235 h 5292726"/>
              <a:gd name="connsiteX1507" fmla="*/ 1114406 w 3386022"/>
              <a:gd name="connsiteY1507" fmla="*/ 4650880 h 5292726"/>
              <a:gd name="connsiteX1508" fmla="*/ 1116101 w 3386022"/>
              <a:gd name="connsiteY1508" fmla="*/ 4643481 h 5292726"/>
              <a:gd name="connsiteX1509" fmla="*/ 1112147 w 3386022"/>
              <a:gd name="connsiteY1509" fmla="*/ 4636861 h 5292726"/>
              <a:gd name="connsiteX1510" fmla="*/ 1124950 w 3386022"/>
              <a:gd name="connsiteY1510" fmla="*/ 4635606 h 5292726"/>
              <a:gd name="connsiteX1511" fmla="*/ 1137689 w 3386022"/>
              <a:gd name="connsiteY1511" fmla="*/ 4634351 h 5292726"/>
              <a:gd name="connsiteX1512" fmla="*/ 1150428 w 3386022"/>
              <a:gd name="connsiteY1512" fmla="*/ 4633097 h 5292726"/>
              <a:gd name="connsiteX1513" fmla="*/ 1163231 w 3386022"/>
              <a:gd name="connsiteY1513" fmla="*/ 4631842 h 5292726"/>
              <a:gd name="connsiteX1514" fmla="*/ 1874494 w 3386022"/>
              <a:gd name="connsiteY1514" fmla="*/ 4629938 h 5292726"/>
              <a:gd name="connsiteX1515" fmla="*/ 1875247 w 3386022"/>
              <a:gd name="connsiteY1515" fmla="*/ 4636990 h 5292726"/>
              <a:gd name="connsiteX1516" fmla="*/ 1876126 w 3386022"/>
              <a:gd name="connsiteY1516" fmla="*/ 4645126 h 5292726"/>
              <a:gd name="connsiteX1517" fmla="*/ 1877005 w 3386022"/>
              <a:gd name="connsiteY1517" fmla="*/ 4653260 h 5292726"/>
              <a:gd name="connsiteX1518" fmla="*/ 1877883 w 3386022"/>
              <a:gd name="connsiteY1518" fmla="*/ 4661394 h 5292726"/>
              <a:gd name="connsiteX1519" fmla="*/ 1890497 w 3386022"/>
              <a:gd name="connsiteY1519" fmla="*/ 4663168 h 5292726"/>
              <a:gd name="connsiteX1520" fmla="*/ 1904617 w 3386022"/>
              <a:gd name="connsiteY1520" fmla="*/ 4663514 h 5292726"/>
              <a:gd name="connsiteX1521" fmla="*/ 1918235 w 3386022"/>
              <a:gd name="connsiteY1521" fmla="*/ 4665592 h 5292726"/>
              <a:gd name="connsiteX1522" fmla="*/ 1929343 w 3386022"/>
              <a:gd name="connsiteY1522" fmla="*/ 4672557 h 5292726"/>
              <a:gd name="connsiteX1523" fmla="*/ 1890874 w 3386022"/>
              <a:gd name="connsiteY1523" fmla="*/ 4677577 h 5292726"/>
              <a:gd name="connsiteX1524" fmla="*/ 1871733 w 3386022"/>
              <a:gd name="connsiteY1524" fmla="*/ 4679177 h 5292726"/>
              <a:gd name="connsiteX1525" fmla="*/ 1852844 w 3386022"/>
              <a:gd name="connsiteY1525" fmla="*/ 4677014 h 5292726"/>
              <a:gd name="connsiteX1526" fmla="*/ 1815065 w 3386022"/>
              <a:gd name="connsiteY1526" fmla="*/ 4670697 h 5292726"/>
              <a:gd name="connsiteX1527" fmla="*/ 1815065 w 3386022"/>
              <a:gd name="connsiteY1527" fmla="*/ 4655900 h 5292726"/>
              <a:gd name="connsiteX1528" fmla="*/ 1814939 w 3386022"/>
              <a:gd name="connsiteY1528" fmla="*/ 4655900 h 5292726"/>
              <a:gd name="connsiteX1529" fmla="*/ 1814939 w 3386022"/>
              <a:gd name="connsiteY1529" fmla="*/ 4651226 h 5292726"/>
              <a:gd name="connsiteX1530" fmla="*/ 1828809 w 3386022"/>
              <a:gd name="connsiteY1530" fmla="*/ 4648760 h 5292726"/>
              <a:gd name="connsiteX1531" fmla="*/ 1838975 w 3386022"/>
              <a:gd name="connsiteY1531" fmla="*/ 4651226 h 5292726"/>
              <a:gd name="connsiteX1532" fmla="*/ 1847824 w 3386022"/>
              <a:gd name="connsiteY1532" fmla="*/ 4655207 h 5292726"/>
              <a:gd name="connsiteX1533" fmla="*/ 1857739 w 3386022"/>
              <a:gd name="connsiteY1533" fmla="*/ 4657197 h 5292726"/>
              <a:gd name="connsiteX1534" fmla="*/ 1861002 w 3386022"/>
              <a:gd name="connsiteY1534" fmla="*/ 4650014 h 5292726"/>
              <a:gd name="connsiteX1535" fmla="*/ 1862132 w 3386022"/>
              <a:gd name="connsiteY1535" fmla="*/ 4642486 h 5292726"/>
              <a:gd name="connsiteX1536" fmla="*/ 1865583 w 3386022"/>
              <a:gd name="connsiteY1536" fmla="*/ 4635390 h 5292726"/>
              <a:gd name="connsiteX1537" fmla="*/ 1874494 w 3386022"/>
              <a:gd name="connsiteY1537" fmla="*/ 4629938 h 5292726"/>
              <a:gd name="connsiteX1538" fmla="*/ 1876629 w 3386022"/>
              <a:gd name="connsiteY1538" fmla="*/ 4627212 h 5292726"/>
              <a:gd name="connsiteX1539" fmla="*/ 1876441 w 3386022"/>
              <a:gd name="connsiteY1539" fmla="*/ 4627775 h 5292726"/>
              <a:gd name="connsiteX1540" fmla="*/ 1875813 w 3386022"/>
              <a:gd name="connsiteY1540" fmla="*/ 4629462 h 5292726"/>
              <a:gd name="connsiteX1541" fmla="*/ 1874621 w 3386022"/>
              <a:gd name="connsiteY1541" fmla="*/ 4629938 h 5292726"/>
              <a:gd name="connsiteX1542" fmla="*/ 1874495 w 3386022"/>
              <a:gd name="connsiteY1542" fmla="*/ 4628857 h 5292726"/>
              <a:gd name="connsiteX1543" fmla="*/ 1876629 w 3386022"/>
              <a:gd name="connsiteY1543" fmla="*/ 4627212 h 5292726"/>
              <a:gd name="connsiteX1544" fmla="*/ 1878259 w 3386022"/>
              <a:gd name="connsiteY1544" fmla="*/ 4622669 h 5292726"/>
              <a:gd name="connsiteX1545" fmla="*/ 1879640 w 3386022"/>
              <a:gd name="connsiteY1545" fmla="*/ 4623794 h 5292726"/>
              <a:gd name="connsiteX1546" fmla="*/ 1879954 w 3386022"/>
              <a:gd name="connsiteY1546" fmla="*/ 4624530 h 5292726"/>
              <a:gd name="connsiteX1547" fmla="*/ 1879892 w 3386022"/>
              <a:gd name="connsiteY1547" fmla="*/ 4624530 h 5292726"/>
              <a:gd name="connsiteX1548" fmla="*/ 1878385 w 3386022"/>
              <a:gd name="connsiteY1548" fmla="*/ 4625871 h 5292726"/>
              <a:gd name="connsiteX1549" fmla="*/ 1876566 w 3386022"/>
              <a:gd name="connsiteY1549" fmla="*/ 4627212 h 5292726"/>
              <a:gd name="connsiteX1550" fmla="*/ 1877005 w 3386022"/>
              <a:gd name="connsiteY1550" fmla="*/ 4626044 h 5292726"/>
              <a:gd name="connsiteX1551" fmla="*/ 1877632 w 3386022"/>
              <a:gd name="connsiteY1551" fmla="*/ 4624356 h 5292726"/>
              <a:gd name="connsiteX1552" fmla="*/ 1878259 w 3386022"/>
              <a:gd name="connsiteY1552" fmla="*/ 4622669 h 5292726"/>
              <a:gd name="connsiteX1553" fmla="*/ 872919 w 3386022"/>
              <a:gd name="connsiteY1553" fmla="*/ 4622669 h 5292726"/>
              <a:gd name="connsiteX1554" fmla="*/ 882396 w 3386022"/>
              <a:gd name="connsiteY1554" fmla="*/ 4623664 h 5292726"/>
              <a:gd name="connsiteX1555" fmla="*/ 894862 w 3386022"/>
              <a:gd name="connsiteY1555" fmla="*/ 4623836 h 5292726"/>
              <a:gd name="connsiteX1556" fmla="*/ 907309 w 3386022"/>
              <a:gd name="connsiteY1556" fmla="*/ 4623751 h 5292726"/>
              <a:gd name="connsiteX1557" fmla="*/ 919736 w 3386022"/>
              <a:gd name="connsiteY1557" fmla="*/ 4624356 h 5292726"/>
              <a:gd name="connsiteX1558" fmla="*/ 907059 w 3386022"/>
              <a:gd name="connsiteY1558" fmla="*/ 4631496 h 5292726"/>
              <a:gd name="connsiteX1559" fmla="*/ 895888 w 3386022"/>
              <a:gd name="connsiteY1559" fmla="*/ 4633486 h 5292726"/>
              <a:gd name="connsiteX1560" fmla="*/ 884591 w 3386022"/>
              <a:gd name="connsiteY1560" fmla="*/ 4630240 h 5292726"/>
              <a:gd name="connsiteX1561" fmla="*/ 872919 w 3386022"/>
              <a:gd name="connsiteY1561" fmla="*/ 4622669 h 5292726"/>
              <a:gd name="connsiteX1562" fmla="*/ 507810 w 3386022"/>
              <a:gd name="connsiteY1562" fmla="*/ 4622366 h 5292726"/>
              <a:gd name="connsiteX1563" fmla="*/ 511262 w 3386022"/>
              <a:gd name="connsiteY1563" fmla="*/ 4624789 h 5292726"/>
              <a:gd name="connsiteX1564" fmla="*/ 512454 w 3386022"/>
              <a:gd name="connsiteY1564" fmla="*/ 4626044 h 5292726"/>
              <a:gd name="connsiteX1565" fmla="*/ 511325 w 3386022"/>
              <a:gd name="connsiteY1565" fmla="*/ 4627341 h 5292726"/>
              <a:gd name="connsiteX1566" fmla="*/ 507811 w 3386022"/>
              <a:gd name="connsiteY1566" fmla="*/ 4629894 h 5292726"/>
              <a:gd name="connsiteX1567" fmla="*/ 504234 w 3386022"/>
              <a:gd name="connsiteY1567" fmla="*/ 4627385 h 5292726"/>
              <a:gd name="connsiteX1568" fmla="*/ 503041 w 3386022"/>
              <a:gd name="connsiteY1568" fmla="*/ 4626130 h 5292726"/>
              <a:gd name="connsiteX1569" fmla="*/ 504234 w 3386022"/>
              <a:gd name="connsiteY1569" fmla="*/ 4624876 h 5292726"/>
              <a:gd name="connsiteX1570" fmla="*/ 507748 w 3386022"/>
              <a:gd name="connsiteY1570" fmla="*/ 4622322 h 5292726"/>
              <a:gd name="connsiteX1571" fmla="*/ 507811 w 3386022"/>
              <a:gd name="connsiteY1571" fmla="*/ 4622365 h 5292726"/>
              <a:gd name="connsiteX1572" fmla="*/ 507810 w 3386022"/>
              <a:gd name="connsiteY1572" fmla="*/ 4622366 h 5292726"/>
              <a:gd name="connsiteX1573" fmla="*/ 866580 w 3386022"/>
              <a:gd name="connsiteY1573" fmla="*/ 4621501 h 5292726"/>
              <a:gd name="connsiteX1574" fmla="*/ 866768 w 3386022"/>
              <a:gd name="connsiteY1574" fmla="*/ 4621501 h 5292726"/>
              <a:gd name="connsiteX1575" fmla="*/ 869215 w 3386022"/>
              <a:gd name="connsiteY1575" fmla="*/ 4621587 h 5292726"/>
              <a:gd name="connsiteX1576" fmla="*/ 869090 w 3386022"/>
              <a:gd name="connsiteY1576" fmla="*/ 4621544 h 5292726"/>
              <a:gd name="connsiteX1577" fmla="*/ 871538 w 3386022"/>
              <a:gd name="connsiteY1577" fmla="*/ 4621630 h 5292726"/>
              <a:gd name="connsiteX1578" fmla="*/ 872856 w 3386022"/>
              <a:gd name="connsiteY1578" fmla="*/ 4622626 h 5292726"/>
              <a:gd name="connsiteX1579" fmla="*/ 870094 w 3386022"/>
              <a:gd name="connsiteY1579" fmla="*/ 4622193 h 5292726"/>
              <a:gd name="connsiteX1580" fmla="*/ 866894 w 3386022"/>
              <a:gd name="connsiteY1580" fmla="*/ 4621544 h 5292726"/>
              <a:gd name="connsiteX1581" fmla="*/ 866580 w 3386022"/>
              <a:gd name="connsiteY1581" fmla="*/ 4621501 h 5292726"/>
              <a:gd name="connsiteX1582" fmla="*/ 864195 w 3386022"/>
              <a:gd name="connsiteY1582" fmla="*/ 4621327 h 5292726"/>
              <a:gd name="connsiteX1583" fmla="*/ 864259 w 3386022"/>
              <a:gd name="connsiteY1583" fmla="*/ 4621370 h 5292726"/>
              <a:gd name="connsiteX1584" fmla="*/ 865451 w 3386022"/>
              <a:gd name="connsiteY1584" fmla="*/ 4621370 h 5292726"/>
              <a:gd name="connsiteX1585" fmla="*/ 866643 w 3386022"/>
              <a:gd name="connsiteY1585" fmla="*/ 4621544 h 5292726"/>
              <a:gd name="connsiteX1586" fmla="*/ 864383 w 3386022"/>
              <a:gd name="connsiteY1586" fmla="*/ 4621501 h 5292726"/>
              <a:gd name="connsiteX1587" fmla="*/ 861936 w 3386022"/>
              <a:gd name="connsiteY1587" fmla="*/ 4621414 h 5292726"/>
              <a:gd name="connsiteX1588" fmla="*/ 864195 w 3386022"/>
              <a:gd name="connsiteY1588" fmla="*/ 4621327 h 5292726"/>
              <a:gd name="connsiteX1589" fmla="*/ 445750 w 3386022"/>
              <a:gd name="connsiteY1589" fmla="*/ 4617347 h 5292726"/>
              <a:gd name="connsiteX1590" fmla="*/ 445687 w 3386022"/>
              <a:gd name="connsiteY1590" fmla="*/ 4617390 h 5292726"/>
              <a:gd name="connsiteX1591" fmla="*/ 449892 w 3386022"/>
              <a:gd name="connsiteY1591" fmla="*/ 4622798 h 5292726"/>
              <a:gd name="connsiteX1592" fmla="*/ 449829 w 3386022"/>
              <a:gd name="connsiteY1592" fmla="*/ 4627991 h 5292726"/>
              <a:gd name="connsiteX1593" fmla="*/ 446252 w 3386022"/>
              <a:gd name="connsiteY1593" fmla="*/ 4633486 h 5292726"/>
              <a:gd name="connsiteX1594" fmla="*/ 439914 w 3386022"/>
              <a:gd name="connsiteY1594" fmla="*/ 4639717 h 5292726"/>
              <a:gd name="connsiteX1595" fmla="*/ 435271 w 3386022"/>
              <a:gd name="connsiteY1595" fmla="*/ 4632707 h 5292726"/>
              <a:gd name="connsiteX1596" fmla="*/ 434517 w 3386022"/>
              <a:gd name="connsiteY1596" fmla="*/ 4626909 h 5292726"/>
              <a:gd name="connsiteX1597" fmla="*/ 437906 w 3386022"/>
              <a:gd name="connsiteY1597" fmla="*/ 4621934 h 5292726"/>
              <a:gd name="connsiteX1598" fmla="*/ 445750 w 3386022"/>
              <a:gd name="connsiteY1598" fmla="*/ 4617347 h 5292726"/>
              <a:gd name="connsiteX1599" fmla="*/ 1323819 w 3386022"/>
              <a:gd name="connsiteY1599" fmla="*/ 4617217 h 5292726"/>
              <a:gd name="connsiteX1600" fmla="*/ 1333797 w 3386022"/>
              <a:gd name="connsiteY1600" fmla="*/ 4617347 h 5292726"/>
              <a:gd name="connsiteX1601" fmla="*/ 1342898 w 3386022"/>
              <a:gd name="connsiteY1601" fmla="*/ 4626217 h 5292726"/>
              <a:gd name="connsiteX1602" fmla="*/ 1342646 w 3386022"/>
              <a:gd name="connsiteY1602" fmla="*/ 4627342 h 5292726"/>
              <a:gd name="connsiteX1603" fmla="*/ 1341267 w 3386022"/>
              <a:gd name="connsiteY1603" fmla="*/ 4628813 h 5292726"/>
              <a:gd name="connsiteX1604" fmla="*/ 1339005 w 3386022"/>
              <a:gd name="connsiteY1604" fmla="*/ 4630803 h 5292726"/>
              <a:gd name="connsiteX1605" fmla="*/ 1336234 w 3386022"/>
              <a:gd name="connsiteY1605" fmla="*/ 4633479 h 5292726"/>
              <a:gd name="connsiteX1606" fmla="*/ 1321749 w 3386022"/>
              <a:gd name="connsiteY1606" fmla="*/ 4623405 h 5292726"/>
              <a:gd name="connsiteX1607" fmla="*/ 1323819 w 3386022"/>
              <a:gd name="connsiteY1607" fmla="*/ 4617217 h 5292726"/>
              <a:gd name="connsiteX1608" fmla="*/ 645560 w 3386022"/>
              <a:gd name="connsiteY1608" fmla="*/ 4615269 h 5292726"/>
              <a:gd name="connsiteX1609" fmla="*/ 645497 w 3386022"/>
              <a:gd name="connsiteY1609" fmla="*/ 4615312 h 5292726"/>
              <a:gd name="connsiteX1610" fmla="*/ 650142 w 3386022"/>
              <a:gd name="connsiteY1610" fmla="*/ 4616004 h 5292726"/>
              <a:gd name="connsiteX1611" fmla="*/ 649828 w 3386022"/>
              <a:gd name="connsiteY1611" fmla="*/ 4618644 h 5292726"/>
              <a:gd name="connsiteX1612" fmla="*/ 643238 w 3386022"/>
              <a:gd name="connsiteY1612" fmla="*/ 4623274 h 5292726"/>
              <a:gd name="connsiteX1613" fmla="*/ 641671 w 3386022"/>
              <a:gd name="connsiteY1613" fmla="*/ 4621457 h 5292726"/>
              <a:gd name="connsiteX1614" fmla="*/ 640163 w 3386022"/>
              <a:gd name="connsiteY1614" fmla="*/ 4619726 h 5292726"/>
              <a:gd name="connsiteX1615" fmla="*/ 638721 w 3386022"/>
              <a:gd name="connsiteY1615" fmla="*/ 4618082 h 5292726"/>
              <a:gd name="connsiteX1616" fmla="*/ 637340 w 3386022"/>
              <a:gd name="connsiteY1616" fmla="*/ 4616481 h 5292726"/>
              <a:gd name="connsiteX1617" fmla="*/ 645560 w 3386022"/>
              <a:gd name="connsiteY1617" fmla="*/ 4615269 h 5292726"/>
              <a:gd name="connsiteX1618" fmla="*/ 1121056 w 3386022"/>
              <a:gd name="connsiteY1618" fmla="*/ 4612890 h 5292726"/>
              <a:gd name="connsiteX1619" fmla="*/ 1122874 w 3386022"/>
              <a:gd name="connsiteY1619" fmla="*/ 4613409 h 5292726"/>
              <a:gd name="connsiteX1620" fmla="*/ 1126516 w 3386022"/>
              <a:gd name="connsiteY1620" fmla="*/ 4615269 h 5292726"/>
              <a:gd name="connsiteX1621" fmla="*/ 1125260 w 3386022"/>
              <a:gd name="connsiteY1621" fmla="*/ 4615442 h 5292726"/>
              <a:gd name="connsiteX1622" fmla="*/ 1124005 w 3386022"/>
              <a:gd name="connsiteY1622" fmla="*/ 4615615 h 5292726"/>
              <a:gd name="connsiteX1623" fmla="*/ 1122750 w 3386022"/>
              <a:gd name="connsiteY1623" fmla="*/ 4615789 h 5292726"/>
              <a:gd name="connsiteX1624" fmla="*/ 1121493 w 3386022"/>
              <a:gd name="connsiteY1624" fmla="*/ 4615962 h 5292726"/>
              <a:gd name="connsiteX1625" fmla="*/ 1120240 w 3386022"/>
              <a:gd name="connsiteY1625" fmla="*/ 4615789 h 5292726"/>
              <a:gd name="connsiteX1626" fmla="*/ 1118984 w 3386022"/>
              <a:gd name="connsiteY1626" fmla="*/ 4615615 h 5292726"/>
              <a:gd name="connsiteX1627" fmla="*/ 1117729 w 3386022"/>
              <a:gd name="connsiteY1627" fmla="*/ 4615442 h 5292726"/>
              <a:gd name="connsiteX1628" fmla="*/ 1116474 w 3386022"/>
              <a:gd name="connsiteY1628" fmla="*/ 4615269 h 5292726"/>
              <a:gd name="connsiteX1629" fmla="*/ 1119423 w 3386022"/>
              <a:gd name="connsiteY1629" fmla="*/ 4613539 h 5292726"/>
              <a:gd name="connsiteX1630" fmla="*/ 1119485 w 3386022"/>
              <a:gd name="connsiteY1630" fmla="*/ 4613539 h 5292726"/>
              <a:gd name="connsiteX1631" fmla="*/ 1121056 w 3386022"/>
              <a:gd name="connsiteY1631" fmla="*/ 4612890 h 5292726"/>
              <a:gd name="connsiteX1632" fmla="*/ 1830754 w 3386022"/>
              <a:gd name="connsiteY1632" fmla="*/ 4608563 h 5292726"/>
              <a:gd name="connsiteX1633" fmla="*/ 1834896 w 3386022"/>
              <a:gd name="connsiteY1633" fmla="*/ 4609255 h 5292726"/>
              <a:gd name="connsiteX1634" fmla="*/ 1834018 w 3386022"/>
              <a:gd name="connsiteY1634" fmla="*/ 4612976 h 5292726"/>
              <a:gd name="connsiteX1635" fmla="*/ 1829624 w 3386022"/>
              <a:gd name="connsiteY1635" fmla="*/ 4618169 h 5292726"/>
              <a:gd name="connsiteX1636" fmla="*/ 1826612 w 3386022"/>
              <a:gd name="connsiteY1636" fmla="*/ 4616351 h 5292726"/>
              <a:gd name="connsiteX1637" fmla="*/ 1824103 w 3386022"/>
              <a:gd name="connsiteY1637" fmla="*/ 4614837 h 5292726"/>
              <a:gd name="connsiteX1638" fmla="*/ 1821969 w 3386022"/>
              <a:gd name="connsiteY1638" fmla="*/ 4613539 h 5292726"/>
              <a:gd name="connsiteX1639" fmla="*/ 1820023 w 3386022"/>
              <a:gd name="connsiteY1639" fmla="*/ 4612371 h 5292726"/>
              <a:gd name="connsiteX1640" fmla="*/ 1830754 w 3386022"/>
              <a:gd name="connsiteY1640" fmla="*/ 4608563 h 5292726"/>
              <a:gd name="connsiteX1641" fmla="*/ 707317 w 3386022"/>
              <a:gd name="connsiteY1641" fmla="*/ 4607309 h 5292726"/>
              <a:gd name="connsiteX1642" fmla="*/ 725511 w 3386022"/>
              <a:gd name="connsiteY1642" fmla="*/ 4608001 h 5292726"/>
              <a:gd name="connsiteX1643" fmla="*/ 741200 w 3386022"/>
              <a:gd name="connsiteY1643" fmla="*/ 4613280 h 5292726"/>
              <a:gd name="connsiteX1644" fmla="*/ 731787 w 3386022"/>
              <a:gd name="connsiteY1644" fmla="*/ 4617650 h 5292726"/>
              <a:gd name="connsiteX1645" fmla="*/ 721688 w 3386022"/>
              <a:gd name="connsiteY1645" fmla="*/ 4622322 h 5292726"/>
              <a:gd name="connsiteX1646" fmla="*/ 710203 w 3386022"/>
              <a:gd name="connsiteY1646" fmla="*/ 4627644 h 5292726"/>
              <a:gd name="connsiteX1647" fmla="*/ 696585 w 3386022"/>
              <a:gd name="connsiteY1647" fmla="*/ 4633918 h 5292726"/>
              <a:gd name="connsiteX1648" fmla="*/ 694891 w 3386022"/>
              <a:gd name="connsiteY1648" fmla="*/ 4614794 h 5292726"/>
              <a:gd name="connsiteX1649" fmla="*/ 707254 w 3386022"/>
              <a:gd name="connsiteY1649" fmla="*/ 4607352 h 5292726"/>
              <a:gd name="connsiteX1650" fmla="*/ 860869 w 3386022"/>
              <a:gd name="connsiteY1650" fmla="*/ 4596838 h 5292726"/>
              <a:gd name="connsiteX1651" fmla="*/ 861873 w 3386022"/>
              <a:gd name="connsiteY1651" fmla="*/ 4597746 h 5292726"/>
              <a:gd name="connsiteX1652" fmla="*/ 862877 w 3386022"/>
              <a:gd name="connsiteY1652" fmla="*/ 4598655 h 5292726"/>
              <a:gd name="connsiteX1653" fmla="*/ 863881 w 3386022"/>
              <a:gd name="connsiteY1653" fmla="*/ 4599563 h 5292726"/>
              <a:gd name="connsiteX1654" fmla="*/ 864885 w 3386022"/>
              <a:gd name="connsiteY1654" fmla="*/ 4600472 h 5292726"/>
              <a:gd name="connsiteX1655" fmla="*/ 864132 w 3386022"/>
              <a:gd name="connsiteY1655" fmla="*/ 4600818 h 5292726"/>
              <a:gd name="connsiteX1656" fmla="*/ 863379 w 3386022"/>
              <a:gd name="connsiteY1656" fmla="*/ 4601164 h 5292726"/>
              <a:gd name="connsiteX1657" fmla="*/ 862626 w 3386022"/>
              <a:gd name="connsiteY1657" fmla="*/ 4601511 h 5292726"/>
              <a:gd name="connsiteX1658" fmla="*/ 861873 w 3386022"/>
              <a:gd name="connsiteY1658" fmla="*/ 4601856 h 5292726"/>
              <a:gd name="connsiteX1659" fmla="*/ 860681 w 3386022"/>
              <a:gd name="connsiteY1659" fmla="*/ 4600905 h 5292726"/>
              <a:gd name="connsiteX1660" fmla="*/ 859488 w 3386022"/>
              <a:gd name="connsiteY1660" fmla="*/ 4599953 h 5292726"/>
              <a:gd name="connsiteX1661" fmla="*/ 858296 w 3386022"/>
              <a:gd name="connsiteY1661" fmla="*/ 4599001 h 5292726"/>
              <a:gd name="connsiteX1662" fmla="*/ 857105 w 3386022"/>
              <a:gd name="connsiteY1662" fmla="*/ 4598049 h 5292726"/>
              <a:gd name="connsiteX1663" fmla="*/ 858046 w 3386022"/>
              <a:gd name="connsiteY1663" fmla="*/ 4597746 h 5292726"/>
              <a:gd name="connsiteX1664" fmla="*/ 858988 w 3386022"/>
              <a:gd name="connsiteY1664" fmla="*/ 4597443 h 5292726"/>
              <a:gd name="connsiteX1665" fmla="*/ 859928 w 3386022"/>
              <a:gd name="connsiteY1665" fmla="*/ 4597141 h 5292726"/>
              <a:gd name="connsiteX1666" fmla="*/ 860869 w 3386022"/>
              <a:gd name="connsiteY1666" fmla="*/ 4596838 h 5292726"/>
              <a:gd name="connsiteX1667" fmla="*/ 928332 w 3386022"/>
              <a:gd name="connsiteY1667" fmla="*/ 4592986 h 5292726"/>
              <a:gd name="connsiteX1668" fmla="*/ 928584 w 3386022"/>
              <a:gd name="connsiteY1668" fmla="*/ 4593506 h 5292726"/>
              <a:gd name="connsiteX1669" fmla="*/ 928520 w 3386022"/>
              <a:gd name="connsiteY1669" fmla="*/ 4593591 h 5292726"/>
              <a:gd name="connsiteX1670" fmla="*/ 928772 w 3386022"/>
              <a:gd name="connsiteY1670" fmla="*/ 4594111 h 5292726"/>
              <a:gd name="connsiteX1671" fmla="*/ 929022 w 3386022"/>
              <a:gd name="connsiteY1671" fmla="*/ 4594631 h 5292726"/>
              <a:gd name="connsiteX1672" fmla="*/ 929274 w 3386022"/>
              <a:gd name="connsiteY1672" fmla="*/ 4595149 h 5292726"/>
              <a:gd name="connsiteX1673" fmla="*/ 928520 w 3386022"/>
              <a:gd name="connsiteY1673" fmla="*/ 4595280 h 5292726"/>
              <a:gd name="connsiteX1674" fmla="*/ 927768 w 3386022"/>
              <a:gd name="connsiteY1674" fmla="*/ 4595409 h 5292726"/>
              <a:gd name="connsiteX1675" fmla="*/ 927015 w 3386022"/>
              <a:gd name="connsiteY1675" fmla="*/ 4595539 h 5292726"/>
              <a:gd name="connsiteX1676" fmla="*/ 926261 w 3386022"/>
              <a:gd name="connsiteY1676" fmla="*/ 4595669 h 5292726"/>
              <a:gd name="connsiteX1677" fmla="*/ 925446 w 3386022"/>
              <a:gd name="connsiteY1677" fmla="*/ 4594154 h 5292726"/>
              <a:gd name="connsiteX1678" fmla="*/ 925320 w 3386022"/>
              <a:gd name="connsiteY1678" fmla="*/ 4593506 h 5292726"/>
              <a:gd name="connsiteX1679" fmla="*/ 926199 w 3386022"/>
              <a:gd name="connsiteY1679" fmla="*/ 4593289 h 5292726"/>
              <a:gd name="connsiteX1680" fmla="*/ 928332 w 3386022"/>
              <a:gd name="connsiteY1680" fmla="*/ 4592986 h 5292726"/>
              <a:gd name="connsiteX1681" fmla="*/ 328716 w 3386022"/>
              <a:gd name="connsiteY1681" fmla="*/ 4582299 h 5292726"/>
              <a:gd name="connsiteX1682" fmla="*/ 340828 w 3386022"/>
              <a:gd name="connsiteY1682" fmla="*/ 4595670 h 5292726"/>
              <a:gd name="connsiteX1683" fmla="*/ 340766 w 3386022"/>
              <a:gd name="connsiteY1683" fmla="*/ 4595670 h 5292726"/>
              <a:gd name="connsiteX1684" fmla="*/ 345032 w 3386022"/>
              <a:gd name="connsiteY1684" fmla="*/ 4618775 h 5292726"/>
              <a:gd name="connsiteX1685" fmla="*/ 342835 w 3386022"/>
              <a:gd name="connsiteY1685" fmla="*/ 4643654 h 5292726"/>
              <a:gd name="connsiteX1686" fmla="*/ 335494 w 3386022"/>
              <a:gd name="connsiteY1686" fmla="*/ 4662304 h 5292726"/>
              <a:gd name="connsiteX1687" fmla="*/ 321310 w 3386022"/>
              <a:gd name="connsiteY1687" fmla="*/ 4655769 h 5292726"/>
              <a:gd name="connsiteX1688" fmla="*/ 322378 w 3386022"/>
              <a:gd name="connsiteY1688" fmla="*/ 4635909 h 5292726"/>
              <a:gd name="connsiteX1689" fmla="*/ 322063 w 3386022"/>
              <a:gd name="connsiteY1689" fmla="*/ 4609516 h 5292726"/>
              <a:gd name="connsiteX1690" fmla="*/ 303740 w 3386022"/>
              <a:gd name="connsiteY1690" fmla="*/ 4583338 h 5292726"/>
              <a:gd name="connsiteX1691" fmla="*/ 309827 w 3386022"/>
              <a:gd name="connsiteY1691" fmla="*/ 4583078 h 5292726"/>
              <a:gd name="connsiteX1692" fmla="*/ 315977 w 3386022"/>
              <a:gd name="connsiteY1692" fmla="*/ 4582819 h 5292726"/>
              <a:gd name="connsiteX1693" fmla="*/ 322252 w 3386022"/>
              <a:gd name="connsiteY1693" fmla="*/ 4582559 h 5292726"/>
              <a:gd name="connsiteX1694" fmla="*/ 328716 w 3386022"/>
              <a:gd name="connsiteY1694" fmla="*/ 4582299 h 5292726"/>
              <a:gd name="connsiteX1695" fmla="*/ 656917 w 3386022"/>
              <a:gd name="connsiteY1695" fmla="*/ 4578318 h 5292726"/>
              <a:gd name="connsiteX1696" fmla="*/ 658611 w 3386022"/>
              <a:gd name="connsiteY1696" fmla="*/ 4579010 h 5292726"/>
              <a:gd name="connsiteX1697" fmla="*/ 660432 w 3386022"/>
              <a:gd name="connsiteY1697" fmla="*/ 4579789 h 5292726"/>
              <a:gd name="connsiteX1698" fmla="*/ 660368 w 3386022"/>
              <a:gd name="connsiteY1698" fmla="*/ 4579789 h 5292726"/>
              <a:gd name="connsiteX1699" fmla="*/ 662502 w 3386022"/>
              <a:gd name="connsiteY1699" fmla="*/ 4580655 h 5292726"/>
              <a:gd name="connsiteX1700" fmla="*/ 665013 w 3386022"/>
              <a:gd name="connsiteY1700" fmla="*/ 4581693 h 5292726"/>
              <a:gd name="connsiteX1701" fmla="*/ 662753 w 3386022"/>
              <a:gd name="connsiteY1701" fmla="*/ 4582992 h 5292726"/>
              <a:gd name="connsiteX1702" fmla="*/ 660494 w 3386022"/>
              <a:gd name="connsiteY1702" fmla="*/ 4584289 h 5292726"/>
              <a:gd name="connsiteX1703" fmla="*/ 658298 w 3386022"/>
              <a:gd name="connsiteY1703" fmla="*/ 4585544 h 5292726"/>
              <a:gd name="connsiteX1704" fmla="*/ 656101 w 3386022"/>
              <a:gd name="connsiteY1704" fmla="*/ 4586799 h 5292726"/>
              <a:gd name="connsiteX1705" fmla="*/ 652649 w 3386022"/>
              <a:gd name="connsiteY1705" fmla="*/ 4584202 h 5292726"/>
              <a:gd name="connsiteX1706" fmla="*/ 651394 w 3386022"/>
              <a:gd name="connsiteY1706" fmla="*/ 4582862 h 5292726"/>
              <a:gd name="connsiteX1707" fmla="*/ 652713 w 3386022"/>
              <a:gd name="connsiteY1707" fmla="*/ 4581347 h 5292726"/>
              <a:gd name="connsiteX1708" fmla="*/ 656917 w 3386022"/>
              <a:gd name="connsiteY1708" fmla="*/ 4578318 h 5292726"/>
              <a:gd name="connsiteX1709" fmla="*/ 852083 w 3386022"/>
              <a:gd name="connsiteY1709" fmla="*/ 4575592 h 5292726"/>
              <a:gd name="connsiteX1710" fmla="*/ 852146 w 3386022"/>
              <a:gd name="connsiteY1710" fmla="*/ 4575592 h 5292726"/>
              <a:gd name="connsiteX1711" fmla="*/ 854656 w 3386022"/>
              <a:gd name="connsiteY1711" fmla="*/ 4575981 h 5292726"/>
              <a:gd name="connsiteX1712" fmla="*/ 855724 w 3386022"/>
              <a:gd name="connsiteY1712" fmla="*/ 4576285 h 5292726"/>
              <a:gd name="connsiteX1713" fmla="*/ 855597 w 3386022"/>
              <a:gd name="connsiteY1713" fmla="*/ 4576977 h 5292726"/>
              <a:gd name="connsiteX1714" fmla="*/ 854530 w 3386022"/>
              <a:gd name="connsiteY1714" fmla="*/ 4578621 h 5292726"/>
              <a:gd name="connsiteX1715" fmla="*/ 851958 w 3386022"/>
              <a:gd name="connsiteY1715" fmla="*/ 4578188 h 5292726"/>
              <a:gd name="connsiteX1716" fmla="*/ 850891 w 3386022"/>
              <a:gd name="connsiteY1716" fmla="*/ 4577885 h 5292726"/>
              <a:gd name="connsiteX1717" fmla="*/ 851016 w 3386022"/>
              <a:gd name="connsiteY1717" fmla="*/ 4577193 h 5292726"/>
              <a:gd name="connsiteX1718" fmla="*/ 852083 w 3386022"/>
              <a:gd name="connsiteY1718" fmla="*/ 4575592 h 5292726"/>
              <a:gd name="connsiteX1719" fmla="*/ 706560 w 3386022"/>
              <a:gd name="connsiteY1719" fmla="*/ 4574035 h 5292726"/>
              <a:gd name="connsiteX1720" fmla="*/ 712207 w 3386022"/>
              <a:gd name="connsiteY1720" fmla="*/ 4576242 h 5292726"/>
              <a:gd name="connsiteX1721" fmla="*/ 723941 w 3386022"/>
              <a:gd name="connsiteY1721" fmla="*/ 4582039 h 5292726"/>
              <a:gd name="connsiteX1722" fmla="*/ 711517 w 3386022"/>
              <a:gd name="connsiteY1722" fmla="*/ 4583424 h 5292726"/>
              <a:gd name="connsiteX1723" fmla="*/ 705556 w 3386022"/>
              <a:gd name="connsiteY1723" fmla="*/ 4583727 h 5292726"/>
              <a:gd name="connsiteX1724" fmla="*/ 701099 w 3386022"/>
              <a:gd name="connsiteY1724" fmla="*/ 4581521 h 5292726"/>
              <a:gd name="connsiteX1725" fmla="*/ 693318 w 3386022"/>
              <a:gd name="connsiteY1725" fmla="*/ 4575506 h 5292726"/>
              <a:gd name="connsiteX1726" fmla="*/ 701979 w 3386022"/>
              <a:gd name="connsiteY1726" fmla="*/ 4574208 h 5292726"/>
              <a:gd name="connsiteX1727" fmla="*/ 706560 w 3386022"/>
              <a:gd name="connsiteY1727" fmla="*/ 4574035 h 5292726"/>
              <a:gd name="connsiteX1728" fmla="*/ 539694 w 3386022"/>
              <a:gd name="connsiteY1728" fmla="*/ 4572521 h 5292726"/>
              <a:gd name="connsiteX1729" fmla="*/ 559337 w 3386022"/>
              <a:gd name="connsiteY1729" fmla="*/ 4573603 h 5292726"/>
              <a:gd name="connsiteX1730" fmla="*/ 569191 w 3386022"/>
              <a:gd name="connsiteY1730" fmla="*/ 4574857 h 5292726"/>
              <a:gd name="connsiteX1731" fmla="*/ 574712 w 3386022"/>
              <a:gd name="connsiteY1731" fmla="*/ 4578059 h 5292726"/>
              <a:gd name="connsiteX1732" fmla="*/ 584251 w 3386022"/>
              <a:gd name="connsiteY1732" fmla="*/ 4585199 h 5292726"/>
              <a:gd name="connsiteX1733" fmla="*/ 567997 w 3386022"/>
              <a:gd name="connsiteY1733" fmla="*/ 4582862 h 5292726"/>
              <a:gd name="connsiteX1734" fmla="*/ 555759 w 3386022"/>
              <a:gd name="connsiteY1734" fmla="*/ 4579617 h 5292726"/>
              <a:gd name="connsiteX1735" fmla="*/ 546158 w 3386022"/>
              <a:gd name="connsiteY1735" fmla="*/ 4575766 h 5292726"/>
              <a:gd name="connsiteX1736" fmla="*/ 539694 w 3386022"/>
              <a:gd name="connsiteY1736" fmla="*/ 4572521 h 5292726"/>
              <a:gd name="connsiteX1737" fmla="*/ 1271922 w 3386022"/>
              <a:gd name="connsiteY1737" fmla="*/ 4571655 h 5292726"/>
              <a:gd name="connsiteX1738" fmla="*/ 1286925 w 3386022"/>
              <a:gd name="connsiteY1738" fmla="*/ 4573992 h 5292726"/>
              <a:gd name="connsiteX1739" fmla="*/ 1300664 w 3386022"/>
              <a:gd name="connsiteY1739" fmla="*/ 4579443 h 5292726"/>
              <a:gd name="connsiteX1740" fmla="*/ 1312963 w 3386022"/>
              <a:gd name="connsiteY1740" fmla="*/ 4587535 h 5292726"/>
              <a:gd name="connsiteX1741" fmla="*/ 1303676 w 3386022"/>
              <a:gd name="connsiteY1741" fmla="*/ 4589957 h 5292726"/>
              <a:gd name="connsiteX1742" fmla="*/ 1294577 w 3386022"/>
              <a:gd name="connsiteY1742" fmla="*/ 4592338 h 5292726"/>
              <a:gd name="connsiteX1743" fmla="*/ 1285661 w 3386022"/>
              <a:gd name="connsiteY1743" fmla="*/ 4594673 h 5292726"/>
              <a:gd name="connsiteX1744" fmla="*/ 1285726 w 3386022"/>
              <a:gd name="connsiteY1744" fmla="*/ 4594760 h 5292726"/>
              <a:gd name="connsiteX1745" fmla="*/ 1277131 w 3386022"/>
              <a:gd name="connsiteY1745" fmla="*/ 4597010 h 5292726"/>
              <a:gd name="connsiteX1746" fmla="*/ 1258680 w 3386022"/>
              <a:gd name="connsiteY1746" fmla="*/ 4758488 h 5292726"/>
              <a:gd name="connsiteX1747" fmla="*/ 1234645 w 3386022"/>
              <a:gd name="connsiteY1747" fmla="*/ 4788560 h 5292726"/>
              <a:gd name="connsiteX1748" fmla="*/ 1213435 w 3386022"/>
              <a:gd name="connsiteY1748" fmla="*/ 4755763 h 5292726"/>
              <a:gd name="connsiteX1749" fmla="*/ 1203458 w 3386022"/>
              <a:gd name="connsiteY1749" fmla="*/ 4728633 h 5292726"/>
              <a:gd name="connsiteX1750" fmla="*/ 1210737 w 3386022"/>
              <a:gd name="connsiteY1750" fmla="*/ 4723874 h 5292726"/>
              <a:gd name="connsiteX1751" fmla="*/ 1217704 w 3386022"/>
              <a:gd name="connsiteY1751" fmla="*/ 4719331 h 5292726"/>
              <a:gd name="connsiteX1752" fmla="*/ 1224417 w 3386022"/>
              <a:gd name="connsiteY1752" fmla="*/ 4714917 h 5292726"/>
              <a:gd name="connsiteX1753" fmla="*/ 1231067 w 3386022"/>
              <a:gd name="connsiteY1753" fmla="*/ 4710547 h 5292726"/>
              <a:gd name="connsiteX1754" fmla="*/ 1227429 w 3386022"/>
              <a:gd name="connsiteY1754" fmla="*/ 4704144 h 5292726"/>
              <a:gd name="connsiteX1755" fmla="*/ 1223852 w 3386022"/>
              <a:gd name="connsiteY1755" fmla="*/ 4697827 h 5292726"/>
              <a:gd name="connsiteX1756" fmla="*/ 1220211 w 3386022"/>
              <a:gd name="connsiteY1756" fmla="*/ 4691423 h 5292726"/>
              <a:gd name="connsiteX1757" fmla="*/ 1216446 w 3386022"/>
              <a:gd name="connsiteY1757" fmla="*/ 4684760 h 5292726"/>
              <a:gd name="connsiteX1758" fmla="*/ 1241172 w 3386022"/>
              <a:gd name="connsiteY1758" fmla="*/ 4649495 h 5292726"/>
              <a:gd name="connsiteX1759" fmla="*/ 1240795 w 3386022"/>
              <a:gd name="connsiteY1759" fmla="*/ 4626303 h 5292726"/>
              <a:gd name="connsiteX1760" fmla="*/ 1239854 w 3386022"/>
              <a:gd name="connsiteY1760" fmla="*/ 4608606 h 5292726"/>
              <a:gd name="connsiteX1761" fmla="*/ 1262886 w 3386022"/>
              <a:gd name="connsiteY1761" fmla="*/ 4589871 h 5292726"/>
              <a:gd name="connsiteX1762" fmla="*/ 1260940 w 3386022"/>
              <a:gd name="connsiteY1762" fmla="*/ 4585111 h 5292726"/>
              <a:gd name="connsiteX1763" fmla="*/ 1259183 w 3386022"/>
              <a:gd name="connsiteY1763" fmla="*/ 4580785 h 5292726"/>
              <a:gd name="connsiteX1764" fmla="*/ 1257551 w 3386022"/>
              <a:gd name="connsiteY1764" fmla="*/ 4576760 h 5292726"/>
              <a:gd name="connsiteX1765" fmla="*/ 1255983 w 3386022"/>
              <a:gd name="connsiteY1765" fmla="*/ 4572953 h 5292726"/>
              <a:gd name="connsiteX1766" fmla="*/ 1271922 w 3386022"/>
              <a:gd name="connsiteY1766" fmla="*/ 4571655 h 5292726"/>
              <a:gd name="connsiteX1767" fmla="*/ 537872 w 3386022"/>
              <a:gd name="connsiteY1767" fmla="*/ 4571612 h 5292726"/>
              <a:gd name="connsiteX1768" fmla="*/ 539691 w 3386022"/>
              <a:gd name="connsiteY1768" fmla="*/ 4572521 h 5292726"/>
              <a:gd name="connsiteX1769" fmla="*/ 536679 w 3386022"/>
              <a:gd name="connsiteY1769" fmla="*/ 4572348 h 5292726"/>
              <a:gd name="connsiteX1770" fmla="*/ 535864 w 3386022"/>
              <a:gd name="connsiteY1770" fmla="*/ 4571699 h 5292726"/>
              <a:gd name="connsiteX1771" fmla="*/ 537872 w 3386022"/>
              <a:gd name="connsiteY1771" fmla="*/ 4571612 h 5292726"/>
              <a:gd name="connsiteX1772" fmla="*/ 897770 w 3386022"/>
              <a:gd name="connsiteY1772" fmla="*/ 4567025 h 5292726"/>
              <a:gd name="connsiteX1773" fmla="*/ 885094 w 3386022"/>
              <a:gd name="connsiteY1773" fmla="*/ 4570010 h 5292726"/>
              <a:gd name="connsiteX1774" fmla="*/ 878503 w 3386022"/>
              <a:gd name="connsiteY1774" fmla="*/ 4569578 h 5292726"/>
              <a:gd name="connsiteX1775" fmla="*/ 882584 w 3386022"/>
              <a:gd name="connsiteY1775" fmla="*/ 4567760 h 5292726"/>
              <a:gd name="connsiteX1776" fmla="*/ 882521 w 3386022"/>
              <a:gd name="connsiteY1776" fmla="*/ 4567717 h 5292726"/>
              <a:gd name="connsiteX1777" fmla="*/ 897770 w 3386022"/>
              <a:gd name="connsiteY1777" fmla="*/ 4567025 h 5292726"/>
              <a:gd name="connsiteX1778" fmla="*/ 1055226 w 3386022"/>
              <a:gd name="connsiteY1778" fmla="*/ 4566636 h 5292726"/>
              <a:gd name="connsiteX1779" fmla="*/ 1062630 w 3386022"/>
              <a:gd name="connsiteY1779" fmla="*/ 4566981 h 5292726"/>
              <a:gd name="connsiteX1780" fmla="*/ 1068027 w 3386022"/>
              <a:gd name="connsiteY1780" fmla="*/ 4570746 h 5292726"/>
              <a:gd name="connsiteX1781" fmla="*/ 1066898 w 3386022"/>
              <a:gd name="connsiteY1781" fmla="*/ 4574035 h 5292726"/>
              <a:gd name="connsiteX1782" fmla="*/ 1063132 w 3386022"/>
              <a:gd name="connsiteY1782" fmla="*/ 4577237 h 5292726"/>
              <a:gd name="connsiteX1783" fmla="*/ 1060685 w 3386022"/>
              <a:gd name="connsiteY1783" fmla="*/ 4580827 h 5292726"/>
              <a:gd name="connsiteX1784" fmla="*/ 1045311 w 3386022"/>
              <a:gd name="connsiteY1784" fmla="*/ 4573472 h 5292726"/>
              <a:gd name="connsiteX1785" fmla="*/ 1046438 w 3386022"/>
              <a:gd name="connsiteY1785" fmla="*/ 4568756 h 5292726"/>
              <a:gd name="connsiteX1786" fmla="*/ 1055226 w 3386022"/>
              <a:gd name="connsiteY1786" fmla="*/ 4566636 h 5292726"/>
              <a:gd name="connsiteX1787" fmla="*/ 902163 w 3386022"/>
              <a:gd name="connsiteY1787" fmla="*/ 4564948 h 5292726"/>
              <a:gd name="connsiteX1788" fmla="*/ 901724 w 3386022"/>
              <a:gd name="connsiteY1788" fmla="*/ 4565468 h 5292726"/>
              <a:gd name="connsiteX1789" fmla="*/ 901284 w 3386022"/>
              <a:gd name="connsiteY1789" fmla="*/ 4565986 h 5292726"/>
              <a:gd name="connsiteX1790" fmla="*/ 900845 w 3386022"/>
              <a:gd name="connsiteY1790" fmla="*/ 4566506 h 5292726"/>
              <a:gd name="connsiteX1791" fmla="*/ 900406 w 3386022"/>
              <a:gd name="connsiteY1791" fmla="*/ 4567024 h 5292726"/>
              <a:gd name="connsiteX1792" fmla="*/ 897833 w 3386022"/>
              <a:gd name="connsiteY1792" fmla="*/ 4567024 h 5292726"/>
              <a:gd name="connsiteX1793" fmla="*/ 899402 w 3386022"/>
              <a:gd name="connsiteY1793" fmla="*/ 4566506 h 5292726"/>
              <a:gd name="connsiteX1794" fmla="*/ 900091 w 3386022"/>
              <a:gd name="connsiteY1794" fmla="*/ 4566116 h 5292726"/>
              <a:gd name="connsiteX1795" fmla="*/ 900782 w 3386022"/>
              <a:gd name="connsiteY1795" fmla="*/ 4565727 h 5292726"/>
              <a:gd name="connsiteX1796" fmla="*/ 901472 w 3386022"/>
              <a:gd name="connsiteY1796" fmla="*/ 4565337 h 5292726"/>
              <a:gd name="connsiteX1797" fmla="*/ 902163 w 3386022"/>
              <a:gd name="connsiteY1797" fmla="*/ 4564948 h 5292726"/>
              <a:gd name="connsiteX1798" fmla="*/ 522073 w 3386022"/>
              <a:gd name="connsiteY1798" fmla="*/ 4564438 h 5292726"/>
              <a:gd name="connsiteX1799" fmla="*/ 535802 w 3386022"/>
              <a:gd name="connsiteY1799" fmla="*/ 4571698 h 5292726"/>
              <a:gd name="connsiteX1800" fmla="*/ 518479 w 3386022"/>
              <a:gd name="connsiteY1800" fmla="*/ 4570227 h 5292726"/>
              <a:gd name="connsiteX1801" fmla="*/ 514652 w 3386022"/>
              <a:gd name="connsiteY1801" fmla="*/ 4565771 h 5292726"/>
              <a:gd name="connsiteX1802" fmla="*/ 522056 w 3386022"/>
              <a:gd name="connsiteY1802" fmla="*/ 4564429 h 5292726"/>
              <a:gd name="connsiteX1803" fmla="*/ 522120 w 3386022"/>
              <a:gd name="connsiteY1803" fmla="*/ 4564429 h 5292726"/>
              <a:gd name="connsiteX1804" fmla="*/ 522073 w 3386022"/>
              <a:gd name="connsiteY1804" fmla="*/ 4564438 h 5292726"/>
              <a:gd name="connsiteX1805" fmla="*/ 927830 w 3386022"/>
              <a:gd name="connsiteY1805" fmla="*/ 4563304 h 5292726"/>
              <a:gd name="connsiteX1806" fmla="*/ 929337 w 3386022"/>
              <a:gd name="connsiteY1806" fmla="*/ 4564213 h 5292726"/>
              <a:gd name="connsiteX1807" fmla="*/ 930843 w 3386022"/>
              <a:gd name="connsiteY1807" fmla="*/ 4565121 h 5292726"/>
              <a:gd name="connsiteX1808" fmla="*/ 932349 w 3386022"/>
              <a:gd name="connsiteY1808" fmla="*/ 4566030 h 5292726"/>
              <a:gd name="connsiteX1809" fmla="*/ 933855 w 3386022"/>
              <a:gd name="connsiteY1809" fmla="*/ 4566939 h 5292726"/>
              <a:gd name="connsiteX1810" fmla="*/ 932160 w 3386022"/>
              <a:gd name="connsiteY1810" fmla="*/ 4567675 h 5292726"/>
              <a:gd name="connsiteX1811" fmla="*/ 932222 w 3386022"/>
              <a:gd name="connsiteY1811" fmla="*/ 4567631 h 5292726"/>
              <a:gd name="connsiteX1812" fmla="*/ 930528 w 3386022"/>
              <a:gd name="connsiteY1812" fmla="*/ 4568367 h 5292726"/>
              <a:gd name="connsiteX1813" fmla="*/ 928834 w 3386022"/>
              <a:gd name="connsiteY1813" fmla="*/ 4569103 h 5292726"/>
              <a:gd name="connsiteX1814" fmla="*/ 927141 w 3386022"/>
              <a:gd name="connsiteY1814" fmla="*/ 4569838 h 5292726"/>
              <a:gd name="connsiteX1815" fmla="*/ 925132 w 3386022"/>
              <a:gd name="connsiteY1815" fmla="*/ 4568583 h 5292726"/>
              <a:gd name="connsiteX1816" fmla="*/ 924442 w 3386022"/>
              <a:gd name="connsiteY1816" fmla="*/ 4567804 h 5292726"/>
              <a:gd name="connsiteX1817" fmla="*/ 925257 w 3386022"/>
              <a:gd name="connsiteY1817" fmla="*/ 4566420 h 5292726"/>
              <a:gd name="connsiteX1818" fmla="*/ 927830 w 3386022"/>
              <a:gd name="connsiteY1818" fmla="*/ 4563304 h 5292726"/>
              <a:gd name="connsiteX1819" fmla="*/ 1695203 w 3386022"/>
              <a:gd name="connsiteY1819" fmla="*/ 4552444 h 5292726"/>
              <a:gd name="connsiteX1820" fmla="*/ 1682912 w 3386022"/>
              <a:gd name="connsiteY1820" fmla="*/ 4555516 h 5292726"/>
              <a:gd name="connsiteX1821" fmla="*/ 1679836 w 3386022"/>
              <a:gd name="connsiteY1821" fmla="*/ 4561661 h 5292726"/>
              <a:gd name="connsiteX1822" fmla="*/ 1683165 w 3386022"/>
              <a:gd name="connsiteY1822" fmla="*/ 4567156 h 5292726"/>
              <a:gd name="connsiteX1823" fmla="*/ 1692264 w 3386022"/>
              <a:gd name="connsiteY1823" fmla="*/ 4571179 h 5292726"/>
              <a:gd name="connsiteX1824" fmla="*/ 1706436 w 3386022"/>
              <a:gd name="connsiteY1824" fmla="*/ 4572824 h 5292726"/>
              <a:gd name="connsiteX1825" fmla="*/ 1706499 w 3386022"/>
              <a:gd name="connsiteY1825" fmla="*/ 4572824 h 5292726"/>
              <a:gd name="connsiteX1826" fmla="*/ 1717921 w 3386022"/>
              <a:gd name="connsiteY1826" fmla="*/ 4563045 h 5292726"/>
              <a:gd name="connsiteX1827" fmla="*/ 1710515 w 3386022"/>
              <a:gd name="connsiteY1827" fmla="*/ 4555603 h 5292726"/>
              <a:gd name="connsiteX1828" fmla="*/ 1695203 w 3386022"/>
              <a:gd name="connsiteY1828" fmla="*/ 4552444 h 5292726"/>
              <a:gd name="connsiteX1829" fmla="*/ 729213 w 3386022"/>
              <a:gd name="connsiteY1829" fmla="*/ 4536347 h 5292726"/>
              <a:gd name="connsiteX1830" fmla="*/ 734610 w 3386022"/>
              <a:gd name="connsiteY1830" fmla="*/ 4537732 h 5292726"/>
              <a:gd name="connsiteX1831" fmla="*/ 737685 w 3386022"/>
              <a:gd name="connsiteY1831" fmla="*/ 4540588 h 5292726"/>
              <a:gd name="connsiteX1832" fmla="*/ 739317 w 3386022"/>
              <a:gd name="connsiteY1832" fmla="*/ 4542924 h 5292726"/>
              <a:gd name="connsiteX1833" fmla="*/ 739254 w 3386022"/>
              <a:gd name="connsiteY1833" fmla="*/ 4542968 h 5292726"/>
              <a:gd name="connsiteX1834" fmla="*/ 725574 w 3386022"/>
              <a:gd name="connsiteY1834" fmla="*/ 4553655 h 5292726"/>
              <a:gd name="connsiteX1835" fmla="*/ 714782 w 3386022"/>
              <a:gd name="connsiteY1835" fmla="*/ 4553265 h 5292726"/>
              <a:gd name="connsiteX1836" fmla="*/ 711582 w 3386022"/>
              <a:gd name="connsiteY1836" fmla="*/ 4546602 h 5292726"/>
              <a:gd name="connsiteX1837" fmla="*/ 720556 w 3386022"/>
              <a:gd name="connsiteY1837" fmla="*/ 4538511 h 5292726"/>
              <a:gd name="connsiteX1838" fmla="*/ 729213 w 3386022"/>
              <a:gd name="connsiteY1838" fmla="*/ 4536347 h 5292726"/>
              <a:gd name="connsiteX1839" fmla="*/ 862314 w 3386022"/>
              <a:gd name="connsiteY1839" fmla="*/ 4535655 h 5292726"/>
              <a:gd name="connsiteX1840" fmla="*/ 862250 w 3386022"/>
              <a:gd name="connsiteY1840" fmla="*/ 4535698 h 5292726"/>
              <a:gd name="connsiteX1841" fmla="*/ 845245 w 3386022"/>
              <a:gd name="connsiteY1841" fmla="*/ 4551405 h 5292726"/>
              <a:gd name="connsiteX1842" fmla="*/ 832443 w 3386022"/>
              <a:gd name="connsiteY1842" fmla="*/ 4553742 h 5292726"/>
              <a:gd name="connsiteX1843" fmla="*/ 827924 w 3386022"/>
              <a:gd name="connsiteY1843" fmla="*/ 4548289 h 5292726"/>
              <a:gd name="connsiteX1844" fmla="*/ 835707 w 3386022"/>
              <a:gd name="connsiteY1844" fmla="*/ 4540588 h 5292726"/>
              <a:gd name="connsiteX1845" fmla="*/ 839723 w 3386022"/>
              <a:gd name="connsiteY1845" fmla="*/ 4539290 h 5292726"/>
              <a:gd name="connsiteX1846" fmla="*/ 845245 w 3386022"/>
              <a:gd name="connsiteY1846" fmla="*/ 4538294 h 5292726"/>
              <a:gd name="connsiteX1847" fmla="*/ 852649 w 3386022"/>
              <a:gd name="connsiteY1847" fmla="*/ 4537213 h 5292726"/>
              <a:gd name="connsiteX1848" fmla="*/ 862314 w 3386022"/>
              <a:gd name="connsiteY1848" fmla="*/ 4535655 h 5292726"/>
              <a:gd name="connsiteX1849" fmla="*/ 455039 w 3386022"/>
              <a:gd name="connsiteY1849" fmla="*/ 4529901 h 5292726"/>
              <a:gd name="connsiteX1850" fmla="*/ 458804 w 3386022"/>
              <a:gd name="connsiteY1850" fmla="*/ 4532972 h 5292726"/>
              <a:gd name="connsiteX1851" fmla="*/ 462632 w 3386022"/>
              <a:gd name="connsiteY1851" fmla="*/ 4536131 h 5292726"/>
              <a:gd name="connsiteX1852" fmla="*/ 462570 w 3386022"/>
              <a:gd name="connsiteY1852" fmla="*/ 4536131 h 5292726"/>
              <a:gd name="connsiteX1853" fmla="*/ 466461 w 3386022"/>
              <a:gd name="connsiteY1853" fmla="*/ 4539333 h 5292726"/>
              <a:gd name="connsiteX1854" fmla="*/ 470414 w 3386022"/>
              <a:gd name="connsiteY1854" fmla="*/ 4542535 h 5292726"/>
              <a:gd name="connsiteX1855" fmla="*/ 459118 w 3386022"/>
              <a:gd name="connsiteY1855" fmla="*/ 4546559 h 5292726"/>
              <a:gd name="connsiteX1856" fmla="*/ 447885 w 3386022"/>
              <a:gd name="connsiteY1856" fmla="*/ 4547597 h 5292726"/>
              <a:gd name="connsiteX1857" fmla="*/ 436526 w 3386022"/>
              <a:gd name="connsiteY1857" fmla="*/ 4547425 h 5292726"/>
              <a:gd name="connsiteX1858" fmla="*/ 425042 w 3386022"/>
              <a:gd name="connsiteY1858" fmla="*/ 4547728 h 5292726"/>
              <a:gd name="connsiteX1859" fmla="*/ 427176 w 3386022"/>
              <a:gd name="connsiteY1859" fmla="*/ 4540155 h 5292726"/>
              <a:gd name="connsiteX1860" fmla="*/ 432823 w 3386022"/>
              <a:gd name="connsiteY1860" fmla="*/ 4534876 h 5292726"/>
              <a:gd name="connsiteX1861" fmla="*/ 442049 w 3386022"/>
              <a:gd name="connsiteY1861" fmla="*/ 4531588 h 5292726"/>
              <a:gd name="connsiteX1862" fmla="*/ 455039 w 3386022"/>
              <a:gd name="connsiteY1862" fmla="*/ 4529901 h 5292726"/>
              <a:gd name="connsiteX1863" fmla="*/ 993537 w 3386022"/>
              <a:gd name="connsiteY1863" fmla="*/ 4514887 h 5292726"/>
              <a:gd name="connsiteX1864" fmla="*/ 996549 w 3386022"/>
              <a:gd name="connsiteY1864" fmla="*/ 4522934 h 5292726"/>
              <a:gd name="connsiteX1865" fmla="*/ 999437 w 3386022"/>
              <a:gd name="connsiteY1865" fmla="*/ 4530680 h 5292726"/>
              <a:gd name="connsiteX1866" fmla="*/ 1002260 w 3386022"/>
              <a:gd name="connsiteY1866" fmla="*/ 4538252 h 5292726"/>
              <a:gd name="connsiteX1867" fmla="*/ 1005085 w 3386022"/>
              <a:gd name="connsiteY1867" fmla="*/ 4545867 h 5292726"/>
              <a:gd name="connsiteX1868" fmla="*/ 988579 w 3386022"/>
              <a:gd name="connsiteY1868" fmla="*/ 4564126 h 5292726"/>
              <a:gd name="connsiteX1869" fmla="*/ 988516 w 3386022"/>
              <a:gd name="connsiteY1869" fmla="*/ 4564170 h 5292726"/>
              <a:gd name="connsiteX1870" fmla="*/ 986447 w 3386022"/>
              <a:gd name="connsiteY1870" fmla="*/ 4584333 h 5292726"/>
              <a:gd name="connsiteX1871" fmla="*/ 985128 w 3386022"/>
              <a:gd name="connsiteY1871" fmla="*/ 4602159 h 5292726"/>
              <a:gd name="connsiteX1872" fmla="*/ 970883 w 3386022"/>
              <a:gd name="connsiteY1872" fmla="*/ 4613280 h 5292726"/>
              <a:gd name="connsiteX1873" fmla="*/ 965172 w 3386022"/>
              <a:gd name="connsiteY1873" fmla="*/ 4596708 h 5292726"/>
              <a:gd name="connsiteX1874" fmla="*/ 963729 w 3386022"/>
              <a:gd name="connsiteY1874" fmla="*/ 4566593 h 5292726"/>
              <a:gd name="connsiteX1875" fmla="*/ 971510 w 3386022"/>
              <a:gd name="connsiteY1875" fmla="*/ 4535223 h 5292726"/>
              <a:gd name="connsiteX1876" fmla="*/ 993537 w 3386022"/>
              <a:gd name="connsiteY1876" fmla="*/ 4514887 h 5292726"/>
              <a:gd name="connsiteX1877" fmla="*/ 1060434 w 3386022"/>
              <a:gd name="connsiteY1877" fmla="*/ 4513501 h 5292726"/>
              <a:gd name="connsiteX1878" fmla="*/ 1070225 w 3386022"/>
              <a:gd name="connsiteY1878" fmla="*/ 4522026 h 5292726"/>
              <a:gd name="connsiteX1879" fmla="*/ 1073237 w 3386022"/>
              <a:gd name="connsiteY1879" fmla="*/ 4528992 h 5292726"/>
              <a:gd name="connsiteX1880" fmla="*/ 1073300 w 3386022"/>
              <a:gd name="connsiteY1880" fmla="*/ 4528992 h 5292726"/>
              <a:gd name="connsiteX1881" fmla="*/ 1069283 w 3386022"/>
              <a:gd name="connsiteY1881" fmla="*/ 4538165 h 5292726"/>
              <a:gd name="connsiteX1882" fmla="*/ 1057988 w 3386022"/>
              <a:gd name="connsiteY1882" fmla="*/ 4553265 h 5292726"/>
              <a:gd name="connsiteX1883" fmla="*/ 1054913 w 3386022"/>
              <a:gd name="connsiteY1883" fmla="*/ 4542492 h 5292726"/>
              <a:gd name="connsiteX1884" fmla="*/ 1052967 w 3386022"/>
              <a:gd name="connsiteY1884" fmla="*/ 4532583 h 5292726"/>
              <a:gd name="connsiteX1885" fmla="*/ 1054158 w 3386022"/>
              <a:gd name="connsiteY1885" fmla="*/ 4523064 h 5292726"/>
              <a:gd name="connsiteX1886" fmla="*/ 1060434 w 3386022"/>
              <a:gd name="connsiteY1886" fmla="*/ 4513501 h 5292726"/>
              <a:gd name="connsiteX1887" fmla="*/ 838780 w 3386022"/>
              <a:gd name="connsiteY1887" fmla="*/ 4512074 h 5292726"/>
              <a:gd name="connsiteX1888" fmla="*/ 843237 w 3386022"/>
              <a:gd name="connsiteY1888" fmla="*/ 4513026 h 5292726"/>
              <a:gd name="connsiteX1889" fmla="*/ 852210 w 3386022"/>
              <a:gd name="connsiteY1889" fmla="*/ 4515666 h 5292726"/>
              <a:gd name="connsiteX1890" fmla="*/ 843299 w 3386022"/>
              <a:gd name="connsiteY1890" fmla="*/ 4519733 h 5292726"/>
              <a:gd name="connsiteX1891" fmla="*/ 838969 w 3386022"/>
              <a:gd name="connsiteY1891" fmla="*/ 4521161 h 5292726"/>
              <a:gd name="connsiteX1892" fmla="*/ 838969 w 3386022"/>
              <a:gd name="connsiteY1892" fmla="*/ 4521247 h 5292726"/>
              <a:gd name="connsiteX1893" fmla="*/ 835141 w 3386022"/>
              <a:gd name="connsiteY1893" fmla="*/ 4520338 h 5292726"/>
              <a:gd name="connsiteX1894" fmla="*/ 827673 w 3386022"/>
              <a:gd name="connsiteY1894" fmla="*/ 4517309 h 5292726"/>
              <a:gd name="connsiteX1895" fmla="*/ 834889 w 3386022"/>
              <a:gd name="connsiteY1895" fmla="*/ 4513329 h 5292726"/>
              <a:gd name="connsiteX1896" fmla="*/ 838780 w 3386022"/>
              <a:gd name="connsiteY1896" fmla="*/ 4512074 h 5292726"/>
              <a:gd name="connsiteX1897" fmla="*/ 1162289 w 3386022"/>
              <a:gd name="connsiteY1897" fmla="*/ 4506016 h 5292726"/>
              <a:gd name="connsiteX1898" fmla="*/ 1171451 w 3386022"/>
              <a:gd name="connsiteY1898" fmla="*/ 4509997 h 5292726"/>
              <a:gd name="connsiteX1899" fmla="*/ 1180427 w 3386022"/>
              <a:gd name="connsiteY1899" fmla="*/ 4513891 h 5292726"/>
              <a:gd name="connsiteX1900" fmla="*/ 1180427 w 3386022"/>
              <a:gd name="connsiteY1900" fmla="*/ 4513848 h 5292726"/>
              <a:gd name="connsiteX1901" fmla="*/ 1189339 w 3386022"/>
              <a:gd name="connsiteY1901" fmla="*/ 4517699 h 5292726"/>
              <a:gd name="connsiteX1902" fmla="*/ 1198250 w 3386022"/>
              <a:gd name="connsiteY1902" fmla="*/ 4521550 h 5292726"/>
              <a:gd name="connsiteX1903" fmla="*/ 1193481 w 3386022"/>
              <a:gd name="connsiteY1903" fmla="*/ 4524059 h 5292726"/>
              <a:gd name="connsiteX1904" fmla="*/ 1188898 w 3386022"/>
              <a:gd name="connsiteY1904" fmla="*/ 4525271 h 5292726"/>
              <a:gd name="connsiteX1905" fmla="*/ 1176723 w 3386022"/>
              <a:gd name="connsiteY1905" fmla="*/ 4526093 h 5292726"/>
              <a:gd name="connsiteX1906" fmla="*/ 1149237 w 3386022"/>
              <a:gd name="connsiteY1906" fmla="*/ 4527521 h 5292726"/>
              <a:gd name="connsiteX1907" fmla="*/ 1152562 w 3386022"/>
              <a:gd name="connsiteY1907" fmla="*/ 4535526 h 5292726"/>
              <a:gd name="connsiteX1908" fmla="*/ 1161097 w 3386022"/>
              <a:gd name="connsiteY1908" fmla="*/ 4540891 h 5292726"/>
              <a:gd name="connsiteX1909" fmla="*/ 1172268 w 3386022"/>
              <a:gd name="connsiteY1909" fmla="*/ 4545088 h 5292726"/>
              <a:gd name="connsiteX1910" fmla="*/ 1183628 w 3386022"/>
              <a:gd name="connsiteY1910" fmla="*/ 4549545 h 5292726"/>
              <a:gd name="connsiteX1911" fmla="*/ 1185133 w 3386022"/>
              <a:gd name="connsiteY1911" fmla="*/ 4565164 h 5292726"/>
              <a:gd name="connsiteX1912" fmla="*/ 1184758 w 3386022"/>
              <a:gd name="connsiteY1912" fmla="*/ 4590390 h 5292726"/>
              <a:gd name="connsiteX1913" fmla="*/ 1178858 w 3386022"/>
              <a:gd name="connsiteY1913" fmla="*/ 4613236 h 5292726"/>
              <a:gd name="connsiteX1914" fmla="*/ 1163922 w 3386022"/>
              <a:gd name="connsiteY1914" fmla="*/ 4621760 h 5292726"/>
              <a:gd name="connsiteX1915" fmla="*/ 1159403 w 3386022"/>
              <a:gd name="connsiteY1915" fmla="*/ 4609472 h 5292726"/>
              <a:gd name="connsiteX1916" fmla="*/ 1154759 w 3386022"/>
              <a:gd name="connsiteY1916" fmla="*/ 4601380 h 5292726"/>
              <a:gd name="connsiteX1917" fmla="*/ 1147103 w 3386022"/>
              <a:gd name="connsiteY1917" fmla="*/ 4593895 h 5292726"/>
              <a:gd name="connsiteX1918" fmla="*/ 1133673 w 3386022"/>
              <a:gd name="connsiteY1918" fmla="*/ 4583467 h 5292726"/>
              <a:gd name="connsiteX1919" fmla="*/ 1136999 w 3386022"/>
              <a:gd name="connsiteY1919" fmla="*/ 4579184 h 5292726"/>
              <a:gd name="connsiteX1920" fmla="*/ 1143526 w 3386022"/>
              <a:gd name="connsiteY1920" fmla="*/ 4577496 h 5292726"/>
              <a:gd name="connsiteX1921" fmla="*/ 1151245 w 3386022"/>
              <a:gd name="connsiteY1921" fmla="*/ 4576760 h 5292726"/>
              <a:gd name="connsiteX1922" fmla="*/ 1158211 w 3386022"/>
              <a:gd name="connsiteY1922" fmla="*/ 4575376 h 5292726"/>
              <a:gd name="connsiteX1923" fmla="*/ 1171139 w 3386022"/>
              <a:gd name="connsiteY1923" fmla="*/ 4565814 h 5292726"/>
              <a:gd name="connsiteX1924" fmla="*/ 1157834 w 3386022"/>
              <a:gd name="connsiteY1924" fmla="*/ 4556943 h 5292726"/>
              <a:gd name="connsiteX1925" fmla="*/ 1136497 w 3386022"/>
              <a:gd name="connsiteY1925" fmla="*/ 4541454 h 5292726"/>
              <a:gd name="connsiteX1926" fmla="*/ 1125327 w 3386022"/>
              <a:gd name="connsiteY1926" fmla="*/ 4512074 h 5292726"/>
              <a:gd name="connsiteX1927" fmla="*/ 1134739 w 3386022"/>
              <a:gd name="connsiteY1927" fmla="*/ 4510516 h 5292726"/>
              <a:gd name="connsiteX1928" fmla="*/ 1143903 w 3386022"/>
              <a:gd name="connsiteY1928" fmla="*/ 4509002 h 5292726"/>
              <a:gd name="connsiteX1929" fmla="*/ 1153001 w 3386022"/>
              <a:gd name="connsiteY1929" fmla="*/ 4507530 h 5292726"/>
              <a:gd name="connsiteX1930" fmla="*/ 1162289 w 3386022"/>
              <a:gd name="connsiteY1930" fmla="*/ 4506016 h 5292726"/>
              <a:gd name="connsiteX1931" fmla="*/ 1272611 w 3386022"/>
              <a:gd name="connsiteY1931" fmla="*/ 4503420 h 5292726"/>
              <a:gd name="connsiteX1932" fmla="*/ 1273238 w 3386022"/>
              <a:gd name="connsiteY1932" fmla="*/ 4511469 h 5292726"/>
              <a:gd name="connsiteX1933" fmla="*/ 1272549 w 3386022"/>
              <a:gd name="connsiteY1933" fmla="*/ 4527565 h 5292726"/>
              <a:gd name="connsiteX1934" fmla="*/ 1268533 w 3386022"/>
              <a:gd name="connsiteY1934" fmla="*/ 4545910 h 5292726"/>
              <a:gd name="connsiteX1935" fmla="*/ 1259056 w 3386022"/>
              <a:gd name="connsiteY1935" fmla="*/ 4560708 h 5292726"/>
              <a:gd name="connsiteX1936" fmla="*/ 1251715 w 3386022"/>
              <a:gd name="connsiteY1936" fmla="*/ 4555559 h 5292726"/>
              <a:gd name="connsiteX1937" fmla="*/ 1245188 w 3386022"/>
              <a:gd name="connsiteY1937" fmla="*/ 4550973 h 5292726"/>
              <a:gd name="connsiteX1938" fmla="*/ 1239414 w 3386022"/>
              <a:gd name="connsiteY1938" fmla="*/ 4546905 h 5292726"/>
              <a:gd name="connsiteX1939" fmla="*/ 1234269 w 3386022"/>
              <a:gd name="connsiteY1939" fmla="*/ 4543271 h 5292726"/>
              <a:gd name="connsiteX1940" fmla="*/ 1239414 w 3386022"/>
              <a:gd name="connsiteY1940" fmla="*/ 4534012 h 5292726"/>
              <a:gd name="connsiteX1941" fmla="*/ 1239414 w 3386022"/>
              <a:gd name="connsiteY1941" fmla="*/ 4533968 h 5292726"/>
              <a:gd name="connsiteX1942" fmla="*/ 1247573 w 3386022"/>
              <a:gd name="connsiteY1942" fmla="*/ 4525617 h 5292726"/>
              <a:gd name="connsiteX1943" fmla="*/ 1250899 w 3386022"/>
              <a:gd name="connsiteY1943" fmla="*/ 4517137 h 5292726"/>
              <a:gd name="connsiteX1944" fmla="*/ 1241485 w 3386022"/>
              <a:gd name="connsiteY1944" fmla="*/ 4507531 h 5292726"/>
              <a:gd name="connsiteX1945" fmla="*/ 1251276 w 3386022"/>
              <a:gd name="connsiteY1945" fmla="*/ 4506233 h 5292726"/>
              <a:gd name="connsiteX1946" fmla="*/ 1259182 w 3386022"/>
              <a:gd name="connsiteY1946" fmla="*/ 4505195 h 5292726"/>
              <a:gd name="connsiteX1947" fmla="*/ 1266023 w 3386022"/>
              <a:gd name="connsiteY1947" fmla="*/ 4504286 h 5292726"/>
              <a:gd name="connsiteX1948" fmla="*/ 1272611 w 3386022"/>
              <a:gd name="connsiteY1948" fmla="*/ 4503420 h 5292726"/>
              <a:gd name="connsiteX1949" fmla="*/ 924129 w 3386022"/>
              <a:gd name="connsiteY1949" fmla="*/ 4500780 h 5292726"/>
              <a:gd name="connsiteX1950" fmla="*/ 922371 w 3386022"/>
              <a:gd name="connsiteY1950" fmla="*/ 4507920 h 5292726"/>
              <a:gd name="connsiteX1951" fmla="*/ 920614 w 3386022"/>
              <a:gd name="connsiteY1951" fmla="*/ 4514930 h 5292726"/>
              <a:gd name="connsiteX1952" fmla="*/ 918732 w 3386022"/>
              <a:gd name="connsiteY1952" fmla="*/ 4522544 h 5292726"/>
              <a:gd name="connsiteX1953" fmla="*/ 916536 w 3386022"/>
              <a:gd name="connsiteY1953" fmla="*/ 4531458 h 5292726"/>
              <a:gd name="connsiteX1954" fmla="*/ 916410 w 3386022"/>
              <a:gd name="connsiteY1954" fmla="*/ 4531415 h 5292726"/>
              <a:gd name="connsiteX1955" fmla="*/ 906493 w 3386022"/>
              <a:gd name="connsiteY1955" fmla="*/ 4527651 h 5292726"/>
              <a:gd name="connsiteX1956" fmla="*/ 898398 w 3386022"/>
              <a:gd name="connsiteY1956" fmla="*/ 4524578 h 5292726"/>
              <a:gd name="connsiteX1957" fmla="*/ 891369 w 3386022"/>
              <a:gd name="connsiteY1957" fmla="*/ 4521896 h 5292726"/>
              <a:gd name="connsiteX1958" fmla="*/ 884654 w 3386022"/>
              <a:gd name="connsiteY1958" fmla="*/ 4519343 h 5292726"/>
              <a:gd name="connsiteX1959" fmla="*/ 889361 w 3386022"/>
              <a:gd name="connsiteY1959" fmla="*/ 4511857 h 5292726"/>
              <a:gd name="connsiteX1960" fmla="*/ 897081 w 3386022"/>
              <a:gd name="connsiteY1960" fmla="*/ 4506276 h 5292726"/>
              <a:gd name="connsiteX1961" fmla="*/ 908439 w 3386022"/>
              <a:gd name="connsiteY1961" fmla="*/ 4502598 h 5292726"/>
              <a:gd name="connsiteX1962" fmla="*/ 924129 w 3386022"/>
              <a:gd name="connsiteY1962" fmla="*/ 4500780 h 5292726"/>
              <a:gd name="connsiteX1963" fmla="*/ 701670 w 3386022"/>
              <a:gd name="connsiteY1963" fmla="*/ 4500262 h 5292726"/>
              <a:gd name="connsiteX1964" fmla="*/ 701606 w 3386022"/>
              <a:gd name="connsiteY1964" fmla="*/ 4500348 h 5292726"/>
              <a:gd name="connsiteX1965" fmla="*/ 701632 w 3386022"/>
              <a:gd name="connsiteY1965" fmla="*/ 4500291 h 5292726"/>
              <a:gd name="connsiteX1966" fmla="*/ 750549 w 3386022"/>
              <a:gd name="connsiteY1966" fmla="*/ 4497795 h 5292726"/>
              <a:gd name="connsiteX1967" fmla="*/ 750613 w 3386022"/>
              <a:gd name="connsiteY1967" fmla="*/ 4497795 h 5292726"/>
              <a:gd name="connsiteX1968" fmla="*/ 759210 w 3386022"/>
              <a:gd name="connsiteY1968" fmla="*/ 4503117 h 5292726"/>
              <a:gd name="connsiteX1969" fmla="*/ 742956 w 3386022"/>
              <a:gd name="connsiteY1969" fmla="*/ 4518434 h 5292726"/>
              <a:gd name="connsiteX1970" fmla="*/ 738375 w 3386022"/>
              <a:gd name="connsiteY1970" fmla="*/ 4515622 h 5292726"/>
              <a:gd name="connsiteX1971" fmla="*/ 734359 w 3386022"/>
              <a:gd name="connsiteY1971" fmla="*/ 4513329 h 5292726"/>
              <a:gd name="connsiteX1972" fmla="*/ 731285 w 3386022"/>
              <a:gd name="connsiteY1972" fmla="*/ 4511251 h 5292726"/>
              <a:gd name="connsiteX1973" fmla="*/ 729464 w 3386022"/>
              <a:gd name="connsiteY1973" fmla="*/ 4509218 h 5292726"/>
              <a:gd name="connsiteX1974" fmla="*/ 734798 w 3386022"/>
              <a:gd name="connsiteY1974" fmla="*/ 4500477 h 5292726"/>
              <a:gd name="connsiteX1975" fmla="*/ 750549 w 3386022"/>
              <a:gd name="connsiteY1975" fmla="*/ 4497795 h 5292726"/>
              <a:gd name="connsiteX1976" fmla="*/ 131032 w 3386022"/>
              <a:gd name="connsiteY1976" fmla="*/ 4496281 h 5292726"/>
              <a:gd name="connsiteX1977" fmla="*/ 142203 w 3386022"/>
              <a:gd name="connsiteY1977" fmla="*/ 4509781 h 5292726"/>
              <a:gd name="connsiteX1978" fmla="*/ 142328 w 3386022"/>
              <a:gd name="connsiteY1978" fmla="*/ 4528862 h 5292726"/>
              <a:gd name="connsiteX1979" fmla="*/ 142391 w 3386022"/>
              <a:gd name="connsiteY1979" fmla="*/ 4528862 h 5292726"/>
              <a:gd name="connsiteX1980" fmla="*/ 142391 w 3386022"/>
              <a:gd name="connsiteY1980" fmla="*/ 4551059 h 5292726"/>
              <a:gd name="connsiteX1981" fmla="*/ 153374 w 3386022"/>
              <a:gd name="connsiteY1981" fmla="*/ 4573992 h 5292726"/>
              <a:gd name="connsiteX1982" fmla="*/ 130154 w 3386022"/>
              <a:gd name="connsiteY1982" fmla="*/ 4572217 h 5292726"/>
              <a:gd name="connsiteX1983" fmla="*/ 123878 w 3386022"/>
              <a:gd name="connsiteY1983" fmla="*/ 4544958 h 5292726"/>
              <a:gd name="connsiteX1984" fmla="*/ 126766 w 3386022"/>
              <a:gd name="connsiteY1984" fmla="*/ 4512810 h 5292726"/>
              <a:gd name="connsiteX1985" fmla="*/ 131032 w 3386022"/>
              <a:gd name="connsiteY1985" fmla="*/ 4496281 h 5292726"/>
              <a:gd name="connsiteX1986" fmla="*/ 450582 w 3386022"/>
              <a:gd name="connsiteY1986" fmla="*/ 4493945 h 5292726"/>
              <a:gd name="connsiteX1987" fmla="*/ 474430 w 3386022"/>
              <a:gd name="connsiteY1987" fmla="*/ 4499440 h 5292726"/>
              <a:gd name="connsiteX1988" fmla="*/ 474366 w 3386022"/>
              <a:gd name="connsiteY1988" fmla="*/ 4499440 h 5292726"/>
              <a:gd name="connsiteX1989" fmla="*/ 480204 w 3386022"/>
              <a:gd name="connsiteY1989" fmla="*/ 4503637 h 5292726"/>
              <a:gd name="connsiteX1990" fmla="*/ 469974 w 3386022"/>
              <a:gd name="connsiteY1990" fmla="*/ 4504329 h 5292726"/>
              <a:gd name="connsiteX1991" fmla="*/ 445561 w 3386022"/>
              <a:gd name="connsiteY1991" fmla="*/ 4499310 h 5292726"/>
              <a:gd name="connsiteX1992" fmla="*/ 446817 w 3386022"/>
              <a:gd name="connsiteY1992" fmla="*/ 4497969 h 5292726"/>
              <a:gd name="connsiteX1993" fmla="*/ 448072 w 3386022"/>
              <a:gd name="connsiteY1993" fmla="*/ 4496628 h 5292726"/>
              <a:gd name="connsiteX1994" fmla="*/ 449327 w 3386022"/>
              <a:gd name="connsiteY1994" fmla="*/ 4495286 h 5292726"/>
              <a:gd name="connsiteX1995" fmla="*/ 450582 w 3386022"/>
              <a:gd name="connsiteY1995" fmla="*/ 4493945 h 5292726"/>
              <a:gd name="connsiteX1996" fmla="*/ 1074804 w 3386022"/>
              <a:gd name="connsiteY1996" fmla="*/ 4493122 h 5292726"/>
              <a:gd name="connsiteX1997" fmla="*/ 1079072 w 3386022"/>
              <a:gd name="connsiteY1997" fmla="*/ 4494983 h 5292726"/>
              <a:gd name="connsiteX1998" fmla="*/ 1080577 w 3386022"/>
              <a:gd name="connsiteY1998" fmla="*/ 4496238 h 5292726"/>
              <a:gd name="connsiteX1999" fmla="*/ 1079197 w 3386022"/>
              <a:gd name="connsiteY1999" fmla="*/ 4498963 h 5292726"/>
              <a:gd name="connsiteX2000" fmla="*/ 1079134 w 3386022"/>
              <a:gd name="connsiteY2000" fmla="*/ 4498920 h 5292726"/>
              <a:gd name="connsiteX2001" fmla="*/ 1074866 w 3386022"/>
              <a:gd name="connsiteY2001" fmla="*/ 4505194 h 5292726"/>
              <a:gd name="connsiteX2002" fmla="*/ 1067900 w 3386022"/>
              <a:gd name="connsiteY2002" fmla="*/ 4502598 h 5292726"/>
              <a:gd name="connsiteX2003" fmla="*/ 1065453 w 3386022"/>
              <a:gd name="connsiteY2003" fmla="*/ 4501040 h 5292726"/>
              <a:gd name="connsiteX2004" fmla="*/ 1067712 w 3386022"/>
              <a:gd name="connsiteY2004" fmla="*/ 4498531 h 5292726"/>
              <a:gd name="connsiteX2005" fmla="*/ 1074804 w 3386022"/>
              <a:gd name="connsiteY2005" fmla="*/ 4493122 h 5292726"/>
              <a:gd name="connsiteX2006" fmla="*/ 850579 w 3386022"/>
              <a:gd name="connsiteY2006" fmla="*/ 4490786 h 5292726"/>
              <a:gd name="connsiteX2007" fmla="*/ 851395 w 3386022"/>
              <a:gd name="connsiteY2007" fmla="*/ 4491695 h 5292726"/>
              <a:gd name="connsiteX2008" fmla="*/ 852210 w 3386022"/>
              <a:gd name="connsiteY2008" fmla="*/ 4492603 h 5292726"/>
              <a:gd name="connsiteX2009" fmla="*/ 852210 w 3386022"/>
              <a:gd name="connsiteY2009" fmla="*/ 4492560 h 5292726"/>
              <a:gd name="connsiteX2010" fmla="*/ 853026 w 3386022"/>
              <a:gd name="connsiteY2010" fmla="*/ 4493469 h 5292726"/>
              <a:gd name="connsiteX2011" fmla="*/ 853842 w 3386022"/>
              <a:gd name="connsiteY2011" fmla="*/ 4494378 h 5292726"/>
              <a:gd name="connsiteX2012" fmla="*/ 851457 w 3386022"/>
              <a:gd name="connsiteY2012" fmla="*/ 4494940 h 5292726"/>
              <a:gd name="connsiteX2013" fmla="*/ 850202 w 3386022"/>
              <a:gd name="connsiteY2013" fmla="*/ 4494940 h 5292726"/>
              <a:gd name="connsiteX2014" fmla="*/ 848947 w 3386022"/>
              <a:gd name="connsiteY2014" fmla="*/ 4493945 h 5292726"/>
              <a:gd name="connsiteX2015" fmla="*/ 846499 w 3386022"/>
              <a:gd name="connsiteY2015" fmla="*/ 4491478 h 5292726"/>
              <a:gd name="connsiteX2016" fmla="*/ 847503 w 3386022"/>
              <a:gd name="connsiteY2016" fmla="*/ 4491306 h 5292726"/>
              <a:gd name="connsiteX2017" fmla="*/ 848506 w 3386022"/>
              <a:gd name="connsiteY2017" fmla="*/ 4491132 h 5292726"/>
              <a:gd name="connsiteX2018" fmla="*/ 849511 w 3386022"/>
              <a:gd name="connsiteY2018" fmla="*/ 4490959 h 5292726"/>
              <a:gd name="connsiteX2019" fmla="*/ 850579 w 3386022"/>
              <a:gd name="connsiteY2019" fmla="*/ 4490786 h 5292726"/>
              <a:gd name="connsiteX2020" fmla="*/ 796734 w 3386022"/>
              <a:gd name="connsiteY2020" fmla="*/ 4490526 h 5292726"/>
              <a:gd name="connsiteX2021" fmla="*/ 796546 w 3386022"/>
              <a:gd name="connsiteY2021" fmla="*/ 4490872 h 5292726"/>
              <a:gd name="connsiteX2022" fmla="*/ 796358 w 3386022"/>
              <a:gd name="connsiteY2022" fmla="*/ 4491175 h 5292726"/>
              <a:gd name="connsiteX2023" fmla="*/ 796107 w 3386022"/>
              <a:gd name="connsiteY2023" fmla="*/ 4491521 h 5292726"/>
              <a:gd name="connsiteX2024" fmla="*/ 795918 w 3386022"/>
              <a:gd name="connsiteY2024" fmla="*/ 4491867 h 5292726"/>
              <a:gd name="connsiteX2025" fmla="*/ 795229 w 3386022"/>
              <a:gd name="connsiteY2025" fmla="*/ 4491608 h 5292726"/>
              <a:gd name="connsiteX2026" fmla="*/ 794601 w 3386022"/>
              <a:gd name="connsiteY2026" fmla="*/ 4491348 h 5292726"/>
              <a:gd name="connsiteX2027" fmla="*/ 793973 w 3386022"/>
              <a:gd name="connsiteY2027" fmla="*/ 4491088 h 5292726"/>
              <a:gd name="connsiteX2028" fmla="*/ 793283 w 3386022"/>
              <a:gd name="connsiteY2028" fmla="*/ 4490829 h 5292726"/>
              <a:gd name="connsiteX2029" fmla="*/ 794161 w 3386022"/>
              <a:gd name="connsiteY2029" fmla="*/ 4490742 h 5292726"/>
              <a:gd name="connsiteX2030" fmla="*/ 795040 w 3386022"/>
              <a:gd name="connsiteY2030" fmla="*/ 4490656 h 5292726"/>
              <a:gd name="connsiteX2031" fmla="*/ 795918 w 3386022"/>
              <a:gd name="connsiteY2031" fmla="*/ 4490613 h 5292726"/>
              <a:gd name="connsiteX2032" fmla="*/ 575784 w 3386022"/>
              <a:gd name="connsiteY2032" fmla="*/ 4489661 h 5292726"/>
              <a:gd name="connsiteX2033" fmla="*/ 609670 w 3386022"/>
              <a:gd name="connsiteY2033" fmla="*/ 4504545 h 5292726"/>
              <a:gd name="connsiteX2034" fmla="*/ 620087 w 3386022"/>
              <a:gd name="connsiteY2034" fmla="*/ 4521117 h 5292726"/>
              <a:gd name="connsiteX2035" fmla="*/ 614313 w 3386022"/>
              <a:gd name="connsiteY2035" fmla="*/ 4535699 h 5292726"/>
              <a:gd name="connsiteX2036" fmla="*/ 600948 w 3386022"/>
              <a:gd name="connsiteY2036" fmla="*/ 4544179 h 5292726"/>
              <a:gd name="connsiteX2037" fmla="*/ 601387 w 3386022"/>
              <a:gd name="connsiteY2037" fmla="*/ 4544396 h 5292726"/>
              <a:gd name="connsiteX2038" fmla="*/ 602014 w 3386022"/>
              <a:gd name="connsiteY2038" fmla="*/ 4544742 h 5292726"/>
              <a:gd name="connsiteX2039" fmla="*/ 602642 w 3386022"/>
              <a:gd name="connsiteY2039" fmla="*/ 4545088 h 5292726"/>
              <a:gd name="connsiteX2040" fmla="*/ 603269 w 3386022"/>
              <a:gd name="connsiteY2040" fmla="*/ 4545434 h 5292726"/>
              <a:gd name="connsiteX2041" fmla="*/ 602329 w 3386022"/>
              <a:gd name="connsiteY2041" fmla="*/ 4545262 h 5292726"/>
              <a:gd name="connsiteX2042" fmla="*/ 601387 w 3386022"/>
              <a:gd name="connsiteY2042" fmla="*/ 4545088 h 5292726"/>
              <a:gd name="connsiteX2043" fmla="*/ 600445 w 3386022"/>
              <a:gd name="connsiteY2043" fmla="*/ 4544915 h 5292726"/>
              <a:gd name="connsiteX2044" fmla="*/ 599504 w 3386022"/>
              <a:gd name="connsiteY2044" fmla="*/ 4544742 h 5292726"/>
              <a:gd name="connsiteX2045" fmla="*/ 599756 w 3386022"/>
              <a:gd name="connsiteY2045" fmla="*/ 4544612 h 5292726"/>
              <a:gd name="connsiteX2046" fmla="*/ 600006 w 3386022"/>
              <a:gd name="connsiteY2046" fmla="*/ 4544483 h 5292726"/>
              <a:gd name="connsiteX2047" fmla="*/ 600257 w 3386022"/>
              <a:gd name="connsiteY2047" fmla="*/ 4544353 h 5292726"/>
              <a:gd name="connsiteX2048" fmla="*/ 600508 w 3386022"/>
              <a:gd name="connsiteY2048" fmla="*/ 4544223 h 5292726"/>
              <a:gd name="connsiteX2049" fmla="*/ 593856 w 3386022"/>
              <a:gd name="connsiteY2049" fmla="*/ 4542233 h 5292726"/>
              <a:gd name="connsiteX2050" fmla="*/ 587079 w 3386022"/>
              <a:gd name="connsiteY2050" fmla="*/ 4540199 h 5292726"/>
              <a:gd name="connsiteX2051" fmla="*/ 579987 w 3386022"/>
              <a:gd name="connsiteY2051" fmla="*/ 4538079 h 5292726"/>
              <a:gd name="connsiteX2052" fmla="*/ 572458 w 3386022"/>
              <a:gd name="connsiteY2052" fmla="*/ 4535829 h 5292726"/>
              <a:gd name="connsiteX2053" fmla="*/ 578481 w 3386022"/>
              <a:gd name="connsiteY2053" fmla="*/ 4530594 h 5292726"/>
              <a:gd name="connsiteX2054" fmla="*/ 583941 w 3386022"/>
              <a:gd name="connsiteY2054" fmla="*/ 4525833 h 5292726"/>
              <a:gd name="connsiteX2055" fmla="*/ 588773 w 3386022"/>
              <a:gd name="connsiteY2055" fmla="*/ 4521637 h 5292726"/>
              <a:gd name="connsiteX2056" fmla="*/ 592852 w 3386022"/>
              <a:gd name="connsiteY2056" fmla="*/ 4518089 h 5292726"/>
              <a:gd name="connsiteX2057" fmla="*/ 589840 w 3386022"/>
              <a:gd name="connsiteY2057" fmla="*/ 4510127 h 5292726"/>
              <a:gd name="connsiteX2058" fmla="*/ 580426 w 3386022"/>
              <a:gd name="connsiteY2058" fmla="*/ 4503897 h 5292726"/>
              <a:gd name="connsiteX2059" fmla="*/ 572896 w 3386022"/>
              <a:gd name="connsiteY2059" fmla="*/ 4497710 h 5292726"/>
              <a:gd name="connsiteX2060" fmla="*/ 575469 w 3386022"/>
              <a:gd name="connsiteY2060" fmla="*/ 4489748 h 5292726"/>
              <a:gd name="connsiteX2061" fmla="*/ 987010 w 3386022"/>
              <a:gd name="connsiteY2061" fmla="*/ 4481570 h 5292726"/>
              <a:gd name="connsiteX2062" fmla="*/ 987072 w 3386022"/>
              <a:gd name="connsiteY2062" fmla="*/ 4481570 h 5292726"/>
              <a:gd name="connsiteX2063" fmla="*/ 1002824 w 3386022"/>
              <a:gd name="connsiteY2063" fmla="*/ 4481873 h 5292726"/>
              <a:gd name="connsiteX2064" fmla="*/ 1037151 w 3386022"/>
              <a:gd name="connsiteY2064" fmla="*/ 4483387 h 5292726"/>
              <a:gd name="connsiteX2065" fmla="*/ 1031379 w 3386022"/>
              <a:gd name="connsiteY2065" fmla="*/ 4488666 h 5292726"/>
              <a:gd name="connsiteX2066" fmla="*/ 1027362 w 3386022"/>
              <a:gd name="connsiteY2066" fmla="*/ 4491651 h 5292726"/>
              <a:gd name="connsiteX2067" fmla="*/ 1019894 w 3386022"/>
              <a:gd name="connsiteY2067" fmla="*/ 4494464 h 5292726"/>
              <a:gd name="connsiteX2068" fmla="*/ 1002950 w 3386022"/>
              <a:gd name="connsiteY2068" fmla="*/ 4499786 h 5292726"/>
              <a:gd name="connsiteX2069" fmla="*/ 995293 w 3386022"/>
              <a:gd name="connsiteY2069" fmla="*/ 4496584 h 5292726"/>
              <a:gd name="connsiteX2070" fmla="*/ 987763 w 3386022"/>
              <a:gd name="connsiteY2070" fmla="*/ 4493468 h 5292726"/>
              <a:gd name="connsiteX2071" fmla="*/ 980170 w 3386022"/>
              <a:gd name="connsiteY2071" fmla="*/ 4490310 h 5292726"/>
              <a:gd name="connsiteX2072" fmla="*/ 972199 w 3386022"/>
              <a:gd name="connsiteY2072" fmla="*/ 4486978 h 5292726"/>
              <a:gd name="connsiteX2073" fmla="*/ 980609 w 3386022"/>
              <a:gd name="connsiteY2073" fmla="*/ 4483084 h 5292726"/>
              <a:gd name="connsiteX2074" fmla="*/ 987010 w 3386022"/>
              <a:gd name="connsiteY2074" fmla="*/ 4481570 h 5292726"/>
              <a:gd name="connsiteX2075" fmla="*/ 1119676 w 3386022"/>
              <a:gd name="connsiteY2075" fmla="*/ 4477936 h 5292726"/>
              <a:gd name="connsiteX2076" fmla="*/ 1122061 w 3386022"/>
              <a:gd name="connsiteY2076" fmla="*/ 4487368 h 5292726"/>
              <a:gd name="connsiteX2077" fmla="*/ 1118798 w 3386022"/>
              <a:gd name="connsiteY2077" fmla="*/ 4493339 h 5292726"/>
              <a:gd name="connsiteX2078" fmla="*/ 1113275 w 3386022"/>
              <a:gd name="connsiteY2078" fmla="*/ 4496065 h 5292726"/>
              <a:gd name="connsiteX2079" fmla="*/ 1108882 w 3386022"/>
              <a:gd name="connsiteY2079" fmla="*/ 4495806 h 5292726"/>
              <a:gd name="connsiteX2080" fmla="*/ 1106498 w 3386022"/>
              <a:gd name="connsiteY2080" fmla="*/ 4491652 h 5292726"/>
              <a:gd name="connsiteX2081" fmla="*/ 1109071 w 3386022"/>
              <a:gd name="connsiteY2081" fmla="*/ 4486806 h 5292726"/>
              <a:gd name="connsiteX2082" fmla="*/ 1114279 w 3386022"/>
              <a:gd name="connsiteY2082" fmla="*/ 4482003 h 5292726"/>
              <a:gd name="connsiteX2083" fmla="*/ 1114217 w 3386022"/>
              <a:gd name="connsiteY2083" fmla="*/ 4482046 h 5292726"/>
              <a:gd name="connsiteX2084" fmla="*/ 1119676 w 3386022"/>
              <a:gd name="connsiteY2084" fmla="*/ 4477936 h 5292726"/>
              <a:gd name="connsiteX2085" fmla="*/ 382802 w 3386022"/>
              <a:gd name="connsiteY2085" fmla="*/ 4470146 h 5292726"/>
              <a:gd name="connsiteX2086" fmla="*/ 387069 w 3386022"/>
              <a:gd name="connsiteY2086" fmla="*/ 4470450 h 5292726"/>
              <a:gd name="connsiteX2087" fmla="*/ 384120 w 3386022"/>
              <a:gd name="connsiteY2087" fmla="*/ 4470752 h 5292726"/>
              <a:gd name="connsiteX2088" fmla="*/ 383805 w 3386022"/>
              <a:gd name="connsiteY2088" fmla="*/ 4470579 h 5292726"/>
              <a:gd name="connsiteX2089" fmla="*/ 383491 w 3386022"/>
              <a:gd name="connsiteY2089" fmla="*/ 4470406 h 5292726"/>
              <a:gd name="connsiteX2090" fmla="*/ 383179 w 3386022"/>
              <a:gd name="connsiteY2090" fmla="*/ 4470233 h 5292726"/>
              <a:gd name="connsiteX2091" fmla="*/ 383115 w 3386022"/>
              <a:gd name="connsiteY2091" fmla="*/ 4470320 h 5292726"/>
              <a:gd name="connsiteX2092" fmla="*/ 395038 w 3386022"/>
              <a:gd name="connsiteY2092" fmla="*/ 4468416 h 5292726"/>
              <a:gd name="connsiteX2093" fmla="*/ 401565 w 3386022"/>
              <a:gd name="connsiteY2093" fmla="*/ 4468459 h 5292726"/>
              <a:gd name="connsiteX2094" fmla="*/ 409722 w 3386022"/>
              <a:gd name="connsiteY2094" fmla="*/ 4471921 h 5292726"/>
              <a:gd name="connsiteX2095" fmla="*/ 401503 w 3386022"/>
              <a:gd name="connsiteY2095" fmla="*/ 4471358 h 5292726"/>
              <a:gd name="connsiteX2096" fmla="*/ 394536 w 3386022"/>
              <a:gd name="connsiteY2096" fmla="*/ 4470882 h 5292726"/>
              <a:gd name="connsiteX2097" fmla="*/ 388449 w 3386022"/>
              <a:gd name="connsiteY2097" fmla="*/ 4470450 h 5292726"/>
              <a:gd name="connsiteX2098" fmla="*/ 387068 w 3386022"/>
              <a:gd name="connsiteY2098" fmla="*/ 4470363 h 5292726"/>
              <a:gd name="connsiteX2099" fmla="*/ 389453 w 3386022"/>
              <a:gd name="connsiteY2099" fmla="*/ 4469800 h 5292726"/>
              <a:gd name="connsiteX2100" fmla="*/ 395038 w 3386022"/>
              <a:gd name="connsiteY2100" fmla="*/ 4468416 h 5292726"/>
              <a:gd name="connsiteX2101" fmla="*/ 1069407 w 3386022"/>
              <a:gd name="connsiteY2101" fmla="*/ 4468200 h 5292726"/>
              <a:gd name="connsiteX2102" fmla="*/ 1083967 w 3386022"/>
              <a:gd name="connsiteY2102" fmla="*/ 4470103 h 5292726"/>
              <a:gd name="connsiteX2103" fmla="*/ 1073110 w 3386022"/>
              <a:gd name="connsiteY2103" fmla="*/ 4472007 h 5292726"/>
              <a:gd name="connsiteX2104" fmla="*/ 1064074 w 3386022"/>
              <a:gd name="connsiteY2104" fmla="*/ 4473564 h 5292726"/>
              <a:gd name="connsiteX2105" fmla="*/ 1056291 w 3386022"/>
              <a:gd name="connsiteY2105" fmla="*/ 4474906 h 5292726"/>
              <a:gd name="connsiteX2106" fmla="*/ 1056291 w 3386022"/>
              <a:gd name="connsiteY2106" fmla="*/ 4474950 h 5292726"/>
              <a:gd name="connsiteX2107" fmla="*/ 1051448 w 3386022"/>
              <a:gd name="connsiteY2107" fmla="*/ 4475784 h 5292726"/>
              <a:gd name="connsiteX2108" fmla="*/ 1050579 w 3386022"/>
              <a:gd name="connsiteY2108" fmla="*/ 4476896 h 5292726"/>
              <a:gd name="connsiteX2109" fmla="*/ 1047754 w 3386022"/>
              <a:gd name="connsiteY2109" fmla="*/ 4478540 h 5292726"/>
              <a:gd name="connsiteX2110" fmla="*/ 1044931 w 3386022"/>
              <a:gd name="connsiteY2110" fmla="*/ 4480185 h 5292726"/>
              <a:gd name="connsiteX2111" fmla="*/ 1042107 w 3386022"/>
              <a:gd name="connsiteY2111" fmla="*/ 4481829 h 5292726"/>
              <a:gd name="connsiteX2112" fmla="*/ 1039283 w 3386022"/>
              <a:gd name="connsiteY2112" fmla="*/ 4483473 h 5292726"/>
              <a:gd name="connsiteX2113" fmla="*/ 1037149 w 3386022"/>
              <a:gd name="connsiteY2113" fmla="*/ 4483386 h 5292726"/>
              <a:gd name="connsiteX2114" fmla="*/ 1037903 w 3386022"/>
              <a:gd name="connsiteY2114" fmla="*/ 4482738 h 5292726"/>
              <a:gd name="connsiteX2115" fmla="*/ 1040726 w 3386022"/>
              <a:gd name="connsiteY2115" fmla="*/ 4481093 h 5292726"/>
              <a:gd name="connsiteX2116" fmla="*/ 1043550 w 3386022"/>
              <a:gd name="connsiteY2116" fmla="*/ 4479449 h 5292726"/>
              <a:gd name="connsiteX2117" fmla="*/ 1046375 w 3386022"/>
              <a:gd name="connsiteY2117" fmla="*/ 4477805 h 5292726"/>
              <a:gd name="connsiteX2118" fmla="*/ 1046500 w 3386022"/>
              <a:gd name="connsiteY2118" fmla="*/ 4477805 h 5292726"/>
              <a:gd name="connsiteX2119" fmla="*/ 1049324 w 3386022"/>
              <a:gd name="connsiteY2119" fmla="*/ 4476160 h 5292726"/>
              <a:gd name="connsiteX2120" fmla="*/ 1051282 w 3386022"/>
              <a:gd name="connsiteY2120" fmla="*/ 4475804 h 5292726"/>
              <a:gd name="connsiteX2121" fmla="*/ 1054283 w 3386022"/>
              <a:gd name="connsiteY2121" fmla="*/ 4472526 h 5292726"/>
              <a:gd name="connsiteX2122" fmla="*/ 1060057 w 3386022"/>
              <a:gd name="connsiteY2122" fmla="*/ 4469324 h 5292726"/>
              <a:gd name="connsiteX2123" fmla="*/ 1069407 w 3386022"/>
              <a:gd name="connsiteY2123" fmla="*/ 4468200 h 5292726"/>
              <a:gd name="connsiteX2124" fmla="*/ 1309952 w 3386022"/>
              <a:gd name="connsiteY2124" fmla="*/ 4450850 h 5292726"/>
              <a:gd name="connsiteX2125" fmla="*/ 1297589 w 3386022"/>
              <a:gd name="connsiteY2125" fmla="*/ 4453186 h 5292726"/>
              <a:gd name="connsiteX2126" fmla="*/ 1300163 w 3386022"/>
              <a:gd name="connsiteY2126" fmla="*/ 4455047 h 5292726"/>
              <a:gd name="connsiteX2127" fmla="*/ 1302924 w 3386022"/>
              <a:gd name="connsiteY2127" fmla="*/ 4457037 h 5292726"/>
              <a:gd name="connsiteX2128" fmla="*/ 1305999 w 3386022"/>
              <a:gd name="connsiteY2128" fmla="*/ 4459243 h 5292726"/>
              <a:gd name="connsiteX2129" fmla="*/ 1309515 w 3386022"/>
              <a:gd name="connsiteY2129" fmla="*/ 4461797 h 5292726"/>
              <a:gd name="connsiteX2130" fmla="*/ 1318042 w 3386022"/>
              <a:gd name="connsiteY2130" fmla="*/ 4454922 h 5292726"/>
              <a:gd name="connsiteX2131" fmla="*/ 1318047 w 3386022"/>
              <a:gd name="connsiteY2131" fmla="*/ 4454960 h 5292726"/>
              <a:gd name="connsiteX2132" fmla="*/ 1318047 w 3386022"/>
              <a:gd name="connsiteY2132" fmla="*/ 4454917 h 5292726"/>
              <a:gd name="connsiteX2133" fmla="*/ 1318042 w 3386022"/>
              <a:gd name="connsiteY2133" fmla="*/ 4454922 h 5292726"/>
              <a:gd name="connsiteX2134" fmla="*/ 1317484 w 3386022"/>
              <a:gd name="connsiteY2134" fmla="*/ 4451369 h 5292726"/>
              <a:gd name="connsiteX2135" fmla="*/ 1309952 w 3386022"/>
              <a:gd name="connsiteY2135" fmla="*/ 4450850 h 5292726"/>
              <a:gd name="connsiteX2136" fmla="*/ 1056793 w 3386022"/>
              <a:gd name="connsiteY2136" fmla="*/ 4442758 h 5292726"/>
              <a:gd name="connsiteX2137" fmla="*/ 1057420 w 3386022"/>
              <a:gd name="connsiteY2137" fmla="*/ 4443233 h 5292726"/>
              <a:gd name="connsiteX2138" fmla="*/ 1058049 w 3386022"/>
              <a:gd name="connsiteY2138" fmla="*/ 4443709 h 5292726"/>
              <a:gd name="connsiteX2139" fmla="*/ 1058676 w 3386022"/>
              <a:gd name="connsiteY2139" fmla="*/ 4444185 h 5292726"/>
              <a:gd name="connsiteX2140" fmla="*/ 1059303 w 3386022"/>
              <a:gd name="connsiteY2140" fmla="*/ 4444662 h 5292726"/>
              <a:gd name="connsiteX2141" fmla="*/ 1058612 w 3386022"/>
              <a:gd name="connsiteY2141" fmla="*/ 4445744 h 5292726"/>
              <a:gd name="connsiteX2142" fmla="*/ 1057923 w 3386022"/>
              <a:gd name="connsiteY2142" fmla="*/ 4446825 h 5292726"/>
              <a:gd name="connsiteX2143" fmla="*/ 1057232 w 3386022"/>
              <a:gd name="connsiteY2143" fmla="*/ 4447907 h 5292726"/>
              <a:gd name="connsiteX2144" fmla="*/ 1056543 w 3386022"/>
              <a:gd name="connsiteY2144" fmla="*/ 4448988 h 5292726"/>
              <a:gd name="connsiteX2145" fmla="*/ 1053342 w 3386022"/>
              <a:gd name="connsiteY2145" fmla="*/ 4446998 h 5292726"/>
              <a:gd name="connsiteX2146" fmla="*/ 1052212 w 3386022"/>
              <a:gd name="connsiteY2146" fmla="*/ 4445959 h 5292726"/>
              <a:gd name="connsiteX2147" fmla="*/ 1053342 w 3386022"/>
              <a:gd name="connsiteY2147" fmla="*/ 4444878 h 5292726"/>
              <a:gd name="connsiteX2148" fmla="*/ 1056793 w 3386022"/>
              <a:gd name="connsiteY2148" fmla="*/ 4442758 h 5292726"/>
              <a:gd name="connsiteX2149" fmla="*/ 826230 w 3386022"/>
              <a:gd name="connsiteY2149" fmla="*/ 4433974 h 5292726"/>
              <a:gd name="connsiteX2150" fmla="*/ 827234 w 3386022"/>
              <a:gd name="connsiteY2150" fmla="*/ 4434364 h 5292726"/>
              <a:gd name="connsiteX2151" fmla="*/ 828864 w 3386022"/>
              <a:gd name="connsiteY2151" fmla="*/ 4435358 h 5292726"/>
              <a:gd name="connsiteX2152" fmla="*/ 827922 w 3386022"/>
              <a:gd name="connsiteY2152" fmla="*/ 4435662 h 5292726"/>
              <a:gd name="connsiteX2153" fmla="*/ 826982 w 3386022"/>
              <a:gd name="connsiteY2153" fmla="*/ 4435965 h 5292726"/>
              <a:gd name="connsiteX2154" fmla="*/ 826040 w 3386022"/>
              <a:gd name="connsiteY2154" fmla="*/ 4436268 h 5292726"/>
              <a:gd name="connsiteX2155" fmla="*/ 825100 w 3386022"/>
              <a:gd name="connsiteY2155" fmla="*/ 4436570 h 5292726"/>
              <a:gd name="connsiteX2156" fmla="*/ 824158 w 3386022"/>
              <a:gd name="connsiteY2156" fmla="*/ 4436398 h 5292726"/>
              <a:gd name="connsiteX2157" fmla="*/ 823218 w 3386022"/>
              <a:gd name="connsiteY2157" fmla="*/ 4436224 h 5292726"/>
              <a:gd name="connsiteX2158" fmla="*/ 822276 w 3386022"/>
              <a:gd name="connsiteY2158" fmla="*/ 4436051 h 5292726"/>
              <a:gd name="connsiteX2159" fmla="*/ 821333 w 3386022"/>
              <a:gd name="connsiteY2159" fmla="*/ 4435878 h 5292726"/>
              <a:gd name="connsiteX2160" fmla="*/ 824596 w 3386022"/>
              <a:gd name="connsiteY2160" fmla="*/ 4434450 h 5292726"/>
              <a:gd name="connsiteX2161" fmla="*/ 826165 w 3386022"/>
              <a:gd name="connsiteY2161" fmla="*/ 4434017 h 5292726"/>
              <a:gd name="connsiteX2162" fmla="*/ 496588 w 3386022"/>
              <a:gd name="connsiteY2162" fmla="*/ 4433845 h 5292726"/>
              <a:gd name="connsiteX2163" fmla="*/ 492005 w 3386022"/>
              <a:gd name="connsiteY2163" fmla="*/ 4434970 h 5292726"/>
              <a:gd name="connsiteX2164" fmla="*/ 494893 w 3386022"/>
              <a:gd name="connsiteY2164" fmla="*/ 4438301 h 5292726"/>
              <a:gd name="connsiteX2165" fmla="*/ 504180 w 3386022"/>
              <a:gd name="connsiteY2165" fmla="*/ 4443494 h 5292726"/>
              <a:gd name="connsiteX2166" fmla="*/ 505875 w 3386022"/>
              <a:gd name="connsiteY2166" fmla="*/ 4440984 h 5292726"/>
              <a:gd name="connsiteX2167" fmla="*/ 507255 w 3386022"/>
              <a:gd name="connsiteY2167" fmla="*/ 4438908 h 5292726"/>
              <a:gd name="connsiteX2168" fmla="*/ 508510 w 3386022"/>
              <a:gd name="connsiteY2168" fmla="*/ 4437091 h 5292726"/>
              <a:gd name="connsiteX2169" fmla="*/ 509639 w 3386022"/>
              <a:gd name="connsiteY2169" fmla="*/ 4435402 h 5292726"/>
              <a:gd name="connsiteX2170" fmla="*/ 496588 w 3386022"/>
              <a:gd name="connsiteY2170" fmla="*/ 4433845 h 5292726"/>
              <a:gd name="connsiteX2171" fmla="*/ 2825803 w 3386022"/>
              <a:gd name="connsiteY2171" fmla="*/ 4431508 h 5292726"/>
              <a:gd name="connsiteX2172" fmla="*/ 2843187 w 3386022"/>
              <a:gd name="connsiteY2172" fmla="*/ 4433671 h 5292726"/>
              <a:gd name="connsiteX2173" fmla="*/ 2845822 w 3386022"/>
              <a:gd name="connsiteY2173" fmla="*/ 4435099 h 5292726"/>
              <a:gd name="connsiteX2174" fmla="*/ 2848459 w 3386022"/>
              <a:gd name="connsiteY2174" fmla="*/ 4436830 h 5292726"/>
              <a:gd name="connsiteX2175" fmla="*/ 2848584 w 3386022"/>
              <a:gd name="connsiteY2175" fmla="*/ 4436873 h 5292726"/>
              <a:gd name="connsiteX2176" fmla="*/ 2851596 w 3386022"/>
              <a:gd name="connsiteY2176" fmla="*/ 4438994 h 5292726"/>
              <a:gd name="connsiteX2177" fmla="*/ 2855361 w 3386022"/>
              <a:gd name="connsiteY2177" fmla="*/ 4441590 h 5292726"/>
              <a:gd name="connsiteX2178" fmla="*/ 2823607 w 3386022"/>
              <a:gd name="connsiteY2178" fmla="*/ 4443407 h 5292726"/>
              <a:gd name="connsiteX2179" fmla="*/ 2816516 w 3386022"/>
              <a:gd name="connsiteY2179" fmla="*/ 4437393 h 5292726"/>
              <a:gd name="connsiteX2180" fmla="*/ 2825803 w 3386022"/>
              <a:gd name="connsiteY2180" fmla="*/ 4431508 h 5292726"/>
              <a:gd name="connsiteX2181" fmla="*/ 721814 w 3386022"/>
              <a:gd name="connsiteY2181" fmla="*/ 4422508 h 5292726"/>
              <a:gd name="connsiteX2182" fmla="*/ 745405 w 3386022"/>
              <a:gd name="connsiteY2182" fmla="*/ 4428046 h 5292726"/>
              <a:gd name="connsiteX2183" fmla="*/ 720872 w 3386022"/>
              <a:gd name="connsiteY2183" fmla="*/ 4453055 h 5292726"/>
              <a:gd name="connsiteX2184" fmla="*/ 711584 w 3386022"/>
              <a:gd name="connsiteY2184" fmla="*/ 4478671 h 5292726"/>
              <a:gd name="connsiteX2185" fmla="*/ 701632 w 3386022"/>
              <a:gd name="connsiteY2185" fmla="*/ 4500291 h 5292726"/>
              <a:gd name="connsiteX2186" fmla="*/ 691416 w 3386022"/>
              <a:gd name="connsiteY2186" fmla="*/ 4508207 h 5292726"/>
              <a:gd name="connsiteX2187" fmla="*/ 674998 w 3386022"/>
              <a:gd name="connsiteY2187" fmla="*/ 4513459 h 5292726"/>
              <a:gd name="connsiteX2188" fmla="*/ 665772 w 3386022"/>
              <a:gd name="connsiteY2188" fmla="*/ 4509175 h 5292726"/>
              <a:gd name="connsiteX2189" fmla="*/ 670982 w 3386022"/>
              <a:gd name="connsiteY2189" fmla="*/ 4503939 h 5292726"/>
              <a:gd name="connsiteX2190" fmla="*/ 683344 w 3386022"/>
              <a:gd name="connsiteY2190" fmla="*/ 4498791 h 5292726"/>
              <a:gd name="connsiteX2191" fmla="*/ 695520 w 3386022"/>
              <a:gd name="connsiteY2191" fmla="*/ 4494680 h 5292726"/>
              <a:gd name="connsiteX2192" fmla="*/ 692507 w 3386022"/>
              <a:gd name="connsiteY2192" fmla="*/ 4490309 h 5292726"/>
              <a:gd name="connsiteX2193" fmla="*/ 689432 w 3386022"/>
              <a:gd name="connsiteY2193" fmla="*/ 4485810 h 5292726"/>
              <a:gd name="connsiteX2194" fmla="*/ 686168 w 3386022"/>
              <a:gd name="connsiteY2194" fmla="*/ 4481093 h 5292726"/>
              <a:gd name="connsiteX2195" fmla="*/ 682655 w 3386022"/>
              <a:gd name="connsiteY2195" fmla="*/ 4475988 h 5292726"/>
              <a:gd name="connsiteX2196" fmla="*/ 691566 w 3386022"/>
              <a:gd name="connsiteY2196" fmla="*/ 4468026 h 5292726"/>
              <a:gd name="connsiteX2197" fmla="*/ 696586 w 3386022"/>
              <a:gd name="connsiteY2197" fmla="*/ 4459243 h 5292726"/>
              <a:gd name="connsiteX2198" fmla="*/ 697528 w 3386022"/>
              <a:gd name="connsiteY2198" fmla="*/ 4449680 h 5292726"/>
              <a:gd name="connsiteX2199" fmla="*/ 694390 w 3386022"/>
              <a:gd name="connsiteY2199" fmla="*/ 4439383 h 5292726"/>
              <a:gd name="connsiteX2200" fmla="*/ 688805 w 3386022"/>
              <a:gd name="connsiteY2200" fmla="*/ 4439729 h 5292726"/>
              <a:gd name="connsiteX2201" fmla="*/ 683156 w 3386022"/>
              <a:gd name="connsiteY2201" fmla="*/ 4440075 h 5292726"/>
              <a:gd name="connsiteX2202" fmla="*/ 677445 w 3386022"/>
              <a:gd name="connsiteY2202" fmla="*/ 4440421 h 5292726"/>
              <a:gd name="connsiteX2203" fmla="*/ 671671 w 3386022"/>
              <a:gd name="connsiteY2203" fmla="*/ 4440767 h 5292726"/>
              <a:gd name="connsiteX2204" fmla="*/ 673492 w 3386022"/>
              <a:gd name="connsiteY2204" fmla="*/ 4431897 h 5292726"/>
              <a:gd name="connsiteX2205" fmla="*/ 694013 w 3386022"/>
              <a:gd name="connsiteY2205" fmla="*/ 4424801 h 5292726"/>
              <a:gd name="connsiteX2206" fmla="*/ 721814 w 3386022"/>
              <a:gd name="connsiteY2206" fmla="*/ 4422508 h 5292726"/>
              <a:gd name="connsiteX2207" fmla="*/ 823531 w 3386022"/>
              <a:gd name="connsiteY2207" fmla="*/ 4410090 h 5292726"/>
              <a:gd name="connsiteX2208" fmla="*/ 827923 w 3386022"/>
              <a:gd name="connsiteY2208" fmla="*/ 4413898 h 5292726"/>
              <a:gd name="connsiteX2209" fmla="*/ 829555 w 3386022"/>
              <a:gd name="connsiteY2209" fmla="*/ 4416234 h 5292726"/>
              <a:gd name="connsiteX2210" fmla="*/ 827923 w 3386022"/>
              <a:gd name="connsiteY2210" fmla="*/ 4418137 h 5292726"/>
              <a:gd name="connsiteX2211" fmla="*/ 823531 w 3386022"/>
              <a:gd name="connsiteY2211" fmla="*/ 4421686 h 5292726"/>
              <a:gd name="connsiteX2212" fmla="*/ 819139 w 3386022"/>
              <a:gd name="connsiteY2212" fmla="*/ 4418354 h 5292726"/>
              <a:gd name="connsiteX2213" fmla="*/ 817443 w 3386022"/>
              <a:gd name="connsiteY2213" fmla="*/ 4416581 h 5292726"/>
              <a:gd name="connsiteX2214" fmla="*/ 817381 w 3386022"/>
              <a:gd name="connsiteY2214" fmla="*/ 4416581 h 5292726"/>
              <a:gd name="connsiteX2215" fmla="*/ 818886 w 3386022"/>
              <a:gd name="connsiteY2215" fmla="*/ 4414331 h 5292726"/>
              <a:gd name="connsiteX2216" fmla="*/ 823531 w 3386022"/>
              <a:gd name="connsiteY2216" fmla="*/ 4410090 h 5292726"/>
              <a:gd name="connsiteX2217" fmla="*/ 822338 w 3386022"/>
              <a:gd name="connsiteY2217" fmla="*/ 4409138 h 5292726"/>
              <a:gd name="connsiteX2218" fmla="*/ 822777 w 3386022"/>
              <a:gd name="connsiteY2218" fmla="*/ 4409268 h 5292726"/>
              <a:gd name="connsiteX2219" fmla="*/ 823217 w 3386022"/>
              <a:gd name="connsiteY2219" fmla="*/ 4409398 h 5292726"/>
              <a:gd name="connsiteX2220" fmla="*/ 823657 w 3386022"/>
              <a:gd name="connsiteY2220" fmla="*/ 4409528 h 5292726"/>
              <a:gd name="connsiteX2221" fmla="*/ 823531 w 3386022"/>
              <a:gd name="connsiteY2221" fmla="*/ 4409528 h 5292726"/>
              <a:gd name="connsiteX2222" fmla="*/ 823970 w 3386022"/>
              <a:gd name="connsiteY2222" fmla="*/ 4409658 h 5292726"/>
              <a:gd name="connsiteX2223" fmla="*/ 823469 w 3386022"/>
              <a:gd name="connsiteY2223" fmla="*/ 4410134 h 5292726"/>
              <a:gd name="connsiteX2224" fmla="*/ 822338 w 3386022"/>
              <a:gd name="connsiteY2224" fmla="*/ 4409138 h 5292726"/>
              <a:gd name="connsiteX2225" fmla="*/ 1172519 w 3386022"/>
              <a:gd name="connsiteY2225" fmla="*/ 4406628 h 5292726"/>
              <a:gd name="connsiteX2226" fmla="*/ 1177790 w 3386022"/>
              <a:gd name="connsiteY2226" fmla="*/ 4426056 h 5292726"/>
              <a:gd name="connsiteX2227" fmla="*/ 1178418 w 3386022"/>
              <a:gd name="connsiteY2227" fmla="*/ 4456215 h 5292726"/>
              <a:gd name="connsiteX2228" fmla="*/ 1175845 w 3386022"/>
              <a:gd name="connsiteY2228" fmla="*/ 4484599 h 5292726"/>
              <a:gd name="connsiteX2229" fmla="*/ 1171451 w 3386022"/>
              <a:gd name="connsiteY2229" fmla="*/ 4498704 h 5292726"/>
              <a:gd name="connsiteX2230" fmla="*/ 1165301 w 3386022"/>
              <a:gd name="connsiteY2230" fmla="*/ 4499353 h 5292726"/>
              <a:gd name="connsiteX2231" fmla="*/ 1161788 w 3386022"/>
              <a:gd name="connsiteY2231" fmla="*/ 4499526 h 5292726"/>
              <a:gd name="connsiteX2232" fmla="*/ 1156139 w 3386022"/>
              <a:gd name="connsiteY2232" fmla="*/ 4498747 h 5292726"/>
              <a:gd name="connsiteX2233" fmla="*/ 1143650 w 3386022"/>
              <a:gd name="connsiteY2233" fmla="*/ 4496584 h 5292726"/>
              <a:gd name="connsiteX2234" fmla="*/ 1136119 w 3386022"/>
              <a:gd name="connsiteY2234" fmla="*/ 4487065 h 5292726"/>
              <a:gd name="connsiteX2235" fmla="*/ 1137814 w 3386022"/>
              <a:gd name="connsiteY2235" fmla="*/ 4477200 h 5292726"/>
              <a:gd name="connsiteX2236" fmla="*/ 1139321 w 3386022"/>
              <a:gd name="connsiteY2236" fmla="*/ 4467550 h 5292726"/>
              <a:gd name="connsiteX2237" fmla="*/ 1131287 w 3386022"/>
              <a:gd name="connsiteY2237" fmla="*/ 4458724 h 5292726"/>
              <a:gd name="connsiteX2238" fmla="*/ 1139696 w 3386022"/>
              <a:gd name="connsiteY2238" fmla="*/ 4452883 h 5292726"/>
              <a:gd name="connsiteX2239" fmla="*/ 1148295 w 3386022"/>
              <a:gd name="connsiteY2239" fmla="*/ 4446954 h 5292726"/>
              <a:gd name="connsiteX2240" fmla="*/ 1148295 w 3386022"/>
              <a:gd name="connsiteY2240" fmla="*/ 4447041 h 5292726"/>
              <a:gd name="connsiteX2241" fmla="*/ 1157207 w 3386022"/>
              <a:gd name="connsiteY2241" fmla="*/ 4440854 h 5292726"/>
              <a:gd name="connsiteX2242" fmla="*/ 1166620 w 3386022"/>
              <a:gd name="connsiteY2242" fmla="*/ 4434364 h 5292726"/>
              <a:gd name="connsiteX2243" fmla="*/ 1159089 w 3386022"/>
              <a:gd name="connsiteY2243" fmla="*/ 4423244 h 5292726"/>
              <a:gd name="connsiteX2244" fmla="*/ 1154320 w 3386022"/>
              <a:gd name="connsiteY2244" fmla="*/ 4413854 h 5292726"/>
              <a:gd name="connsiteX2245" fmla="*/ 1157143 w 3386022"/>
              <a:gd name="connsiteY2245" fmla="*/ 4407797 h 5292726"/>
              <a:gd name="connsiteX2246" fmla="*/ 1172519 w 3386022"/>
              <a:gd name="connsiteY2246" fmla="*/ 4406628 h 5292726"/>
              <a:gd name="connsiteX2247" fmla="*/ 398615 w 3386022"/>
              <a:gd name="connsiteY2247" fmla="*/ 4403989 h 5292726"/>
              <a:gd name="connsiteX2248" fmla="*/ 400372 w 3386022"/>
              <a:gd name="connsiteY2248" fmla="*/ 4405071 h 5292726"/>
              <a:gd name="connsiteX2249" fmla="*/ 403446 w 3386022"/>
              <a:gd name="connsiteY2249" fmla="*/ 4407797 h 5292726"/>
              <a:gd name="connsiteX2250" fmla="*/ 397046 w 3386022"/>
              <a:gd name="connsiteY2250" fmla="*/ 4408619 h 5292726"/>
              <a:gd name="connsiteX2251" fmla="*/ 394222 w 3386022"/>
              <a:gd name="connsiteY2251" fmla="*/ 4408619 h 5292726"/>
              <a:gd name="connsiteX2252" fmla="*/ 394222 w 3386022"/>
              <a:gd name="connsiteY2252" fmla="*/ 4408576 h 5292726"/>
              <a:gd name="connsiteX2253" fmla="*/ 392715 w 3386022"/>
              <a:gd name="connsiteY2253" fmla="*/ 4407494 h 5292726"/>
              <a:gd name="connsiteX2254" fmla="*/ 390268 w 3386022"/>
              <a:gd name="connsiteY2254" fmla="*/ 4404985 h 5292726"/>
              <a:gd name="connsiteX2255" fmla="*/ 395979 w 3386022"/>
              <a:gd name="connsiteY2255" fmla="*/ 4404119 h 5292726"/>
              <a:gd name="connsiteX2256" fmla="*/ 398615 w 3386022"/>
              <a:gd name="connsiteY2256" fmla="*/ 4403989 h 5292726"/>
              <a:gd name="connsiteX2257" fmla="*/ 892875 w 3386022"/>
              <a:gd name="connsiteY2257" fmla="*/ 4402431 h 5292726"/>
              <a:gd name="connsiteX2258" fmla="*/ 901787 w 3386022"/>
              <a:gd name="connsiteY2258" fmla="*/ 4410177 h 5292726"/>
              <a:gd name="connsiteX2259" fmla="*/ 910575 w 3386022"/>
              <a:gd name="connsiteY2259" fmla="*/ 4417791 h 5292726"/>
              <a:gd name="connsiteX2260" fmla="*/ 919233 w 3386022"/>
              <a:gd name="connsiteY2260" fmla="*/ 4425320 h 5292726"/>
              <a:gd name="connsiteX2261" fmla="*/ 927768 w 3386022"/>
              <a:gd name="connsiteY2261" fmla="*/ 4432719 h 5292726"/>
              <a:gd name="connsiteX2262" fmla="*/ 924003 w 3386022"/>
              <a:gd name="connsiteY2262" fmla="*/ 4456041 h 5292726"/>
              <a:gd name="connsiteX2263" fmla="*/ 918920 w 3386022"/>
              <a:gd name="connsiteY2263" fmla="*/ 4469282 h 5292726"/>
              <a:gd name="connsiteX2264" fmla="*/ 905302 w 3386022"/>
              <a:gd name="connsiteY2264" fmla="*/ 4476117 h 5292726"/>
              <a:gd name="connsiteX2265" fmla="*/ 875869 w 3386022"/>
              <a:gd name="connsiteY2265" fmla="*/ 4480142 h 5292726"/>
              <a:gd name="connsiteX2266" fmla="*/ 855912 w 3386022"/>
              <a:gd name="connsiteY2266" fmla="*/ 4474690 h 5292726"/>
              <a:gd name="connsiteX2267" fmla="*/ 855912 w 3386022"/>
              <a:gd name="connsiteY2267" fmla="*/ 4474646 h 5292726"/>
              <a:gd name="connsiteX2268" fmla="*/ 837024 w 3386022"/>
              <a:gd name="connsiteY2268" fmla="*/ 4468373 h 5292726"/>
              <a:gd name="connsiteX2269" fmla="*/ 821901 w 3386022"/>
              <a:gd name="connsiteY2269" fmla="*/ 4459546 h 5292726"/>
              <a:gd name="connsiteX2270" fmla="*/ 813241 w 3386022"/>
              <a:gd name="connsiteY2270" fmla="*/ 4446436 h 5292726"/>
              <a:gd name="connsiteX2271" fmla="*/ 831942 w 3386022"/>
              <a:gd name="connsiteY2271" fmla="*/ 4453056 h 5292726"/>
              <a:gd name="connsiteX2272" fmla="*/ 851834 w 3386022"/>
              <a:gd name="connsiteY2272" fmla="*/ 4457382 h 5292726"/>
              <a:gd name="connsiteX2273" fmla="*/ 872919 w 3386022"/>
              <a:gd name="connsiteY2273" fmla="*/ 4460368 h 5292726"/>
              <a:gd name="connsiteX2274" fmla="*/ 895197 w 3386022"/>
              <a:gd name="connsiteY2274" fmla="*/ 4463007 h 5292726"/>
              <a:gd name="connsiteX2275" fmla="*/ 897770 w 3386022"/>
              <a:gd name="connsiteY2275" fmla="*/ 4453229 h 5292726"/>
              <a:gd name="connsiteX2276" fmla="*/ 898147 w 3386022"/>
              <a:gd name="connsiteY2276" fmla="*/ 4441762 h 5292726"/>
              <a:gd name="connsiteX2277" fmla="*/ 892624 w 3386022"/>
              <a:gd name="connsiteY2277" fmla="*/ 4426489 h 5292726"/>
              <a:gd name="connsiteX2278" fmla="*/ 877948 w 3386022"/>
              <a:gd name="connsiteY2278" fmla="*/ 4405906 h 5292726"/>
              <a:gd name="connsiteX2279" fmla="*/ 876496 w 3386022"/>
              <a:gd name="connsiteY2279" fmla="*/ 4406239 h 5292726"/>
              <a:gd name="connsiteX2280" fmla="*/ 876747 w 3386022"/>
              <a:gd name="connsiteY2280" fmla="*/ 4406023 h 5292726"/>
              <a:gd name="connsiteX2281" fmla="*/ 876999 w 3386022"/>
              <a:gd name="connsiteY2281" fmla="*/ 4405806 h 5292726"/>
              <a:gd name="connsiteX2282" fmla="*/ 877250 w 3386022"/>
              <a:gd name="connsiteY2282" fmla="*/ 4405590 h 5292726"/>
              <a:gd name="connsiteX2283" fmla="*/ 877374 w 3386022"/>
              <a:gd name="connsiteY2283" fmla="*/ 4405634 h 5292726"/>
              <a:gd name="connsiteX2284" fmla="*/ 877626 w 3386022"/>
              <a:gd name="connsiteY2284" fmla="*/ 4405417 h 5292726"/>
              <a:gd name="connsiteX2285" fmla="*/ 877925 w 3386022"/>
              <a:gd name="connsiteY2285" fmla="*/ 4405795 h 5292726"/>
              <a:gd name="connsiteX2286" fmla="*/ 879947 w 3386022"/>
              <a:gd name="connsiteY2286" fmla="*/ 4405331 h 5292726"/>
              <a:gd name="connsiteX2287" fmla="*/ 883776 w 3386022"/>
              <a:gd name="connsiteY2287" fmla="*/ 4404465 h 5292726"/>
              <a:gd name="connsiteX2288" fmla="*/ 887981 w 3386022"/>
              <a:gd name="connsiteY2288" fmla="*/ 4403513 h 5292726"/>
              <a:gd name="connsiteX2289" fmla="*/ 892875 w 3386022"/>
              <a:gd name="connsiteY2289" fmla="*/ 4402431 h 5292726"/>
              <a:gd name="connsiteX2290" fmla="*/ 517671 w 3386022"/>
              <a:gd name="connsiteY2290" fmla="*/ 4400917 h 5292726"/>
              <a:gd name="connsiteX2291" fmla="*/ 508133 w 3386022"/>
              <a:gd name="connsiteY2291" fmla="*/ 4402216 h 5292726"/>
              <a:gd name="connsiteX2292" fmla="*/ 506941 w 3386022"/>
              <a:gd name="connsiteY2292" fmla="*/ 4406153 h 5292726"/>
              <a:gd name="connsiteX2293" fmla="*/ 509827 w 3386022"/>
              <a:gd name="connsiteY2293" fmla="*/ 4410610 h 5292726"/>
              <a:gd name="connsiteX2294" fmla="*/ 512463 w 3386022"/>
              <a:gd name="connsiteY2294" fmla="*/ 4413509 h 5292726"/>
              <a:gd name="connsiteX2295" fmla="*/ 524826 w 3386022"/>
              <a:gd name="connsiteY2295" fmla="*/ 4410091 h 5292726"/>
              <a:gd name="connsiteX2296" fmla="*/ 524826 w 3386022"/>
              <a:gd name="connsiteY2296" fmla="*/ 4410047 h 5292726"/>
              <a:gd name="connsiteX2297" fmla="*/ 527337 w 3386022"/>
              <a:gd name="connsiteY2297" fmla="*/ 4405980 h 5292726"/>
              <a:gd name="connsiteX2298" fmla="*/ 523760 w 3386022"/>
              <a:gd name="connsiteY2298" fmla="*/ 4402519 h 5292726"/>
              <a:gd name="connsiteX2299" fmla="*/ 517671 w 3386022"/>
              <a:gd name="connsiteY2299" fmla="*/ 4400917 h 5292726"/>
              <a:gd name="connsiteX2300" fmla="*/ 947662 w 3386022"/>
              <a:gd name="connsiteY2300" fmla="*/ 4399360 h 5292726"/>
              <a:gd name="connsiteX2301" fmla="*/ 964920 w 3386022"/>
              <a:gd name="connsiteY2301" fmla="*/ 4400614 h 5292726"/>
              <a:gd name="connsiteX2302" fmla="*/ 975716 w 3386022"/>
              <a:gd name="connsiteY2302" fmla="*/ 4406110 h 5292726"/>
              <a:gd name="connsiteX2303" fmla="*/ 980359 w 3386022"/>
              <a:gd name="connsiteY2303" fmla="*/ 4409355 h 5292726"/>
              <a:gd name="connsiteX2304" fmla="*/ 988454 w 3386022"/>
              <a:gd name="connsiteY2304" fmla="*/ 4412384 h 5292726"/>
              <a:gd name="connsiteX2305" fmla="*/ 1009666 w 3386022"/>
              <a:gd name="connsiteY2305" fmla="*/ 4417230 h 5292726"/>
              <a:gd name="connsiteX2306" fmla="*/ 1003140 w 3386022"/>
              <a:gd name="connsiteY2306" fmla="*/ 4418657 h 5292726"/>
              <a:gd name="connsiteX2307" fmla="*/ 996927 w 3386022"/>
              <a:gd name="connsiteY2307" fmla="*/ 4420042 h 5292726"/>
              <a:gd name="connsiteX2308" fmla="*/ 990902 w 3386022"/>
              <a:gd name="connsiteY2308" fmla="*/ 4421384 h 5292726"/>
              <a:gd name="connsiteX2309" fmla="*/ 984939 w 3386022"/>
              <a:gd name="connsiteY2309" fmla="*/ 4422681 h 5292726"/>
              <a:gd name="connsiteX2310" fmla="*/ 983558 w 3386022"/>
              <a:gd name="connsiteY2310" fmla="*/ 4425754 h 5292726"/>
              <a:gd name="connsiteX2311" fmla="*/ 982179 w 3386022"/>
              <a:gd name="connsiteY2311" fmla="*/ 4428782 h 5292726"/>
              <a:gd name="connsiteX2312" fmla="*/ 980797 w 3386022"/>
              <a:gd name="connsiteY2312" fmla="*/ 4431768 h 5292726"/>
              <a:gd name="connsiteX2313" fmla="*/ 979481 w 3386022"/>
              <a:gd name="connsiteY2313" fmla="*/ 4434710 h 5292726"/>
              <a:gd name="connsiteX2314" fmla="*/ 959649 w 3386022"/>
              <a:gd name="connsiteY2314" fmla="*/ 4427181 h 5292726"/>
              <a:gd name="connsiteX2315" fmla="*/ 947474 w 3386022"/>
              <a:gd name="connsiteY2315" fmla="*/ 4411821 h 5292726"/>
              <a:gd name="connsiteX2316" fmla="*/ 947662 w 3386022"/>
              <a:gd name="connsiteY2316" fmla="*/ 4399360 h 5292726"/>
              <a:gd name="connsiteX2317" fmla="*/ 1017885 w 3386022"/>
              <a:gd name="connsiteY2317" fmla="*/ 4388369 h 5292726"/>
              <a:gd name="connsiteX2318" fmla="*/ 1014810 w 3386022"/>
              <a:gd name="connsiteY2318" fmla="*/ 4394427 h 5292726"/>
              <a:gd name="connsiteX2319" fmla="*/ 1006966 w 3386022"/>
              <a:gd name="connsiteY2319" fmla="*/ 4392869 h 5292726"/>
              <a:gd name="connsiteX2320" fmla="*/ 1004831 w 3386022"/>
              <a:gd name="connsiteY2320" fmla="*/ 4388974 h 5292726"/>
              <a:gd name="connsiteX2321" fmla="*/ 1020081 w 3386022"/>
              <a:gd name="connsiteY2321" fmla="*/ 4386811 h 5292726"/>
              <a:gd name="connsiteX2322" fmla="*/ 1019704 w 3386022"/>
              <a:gd name="connsiteY2322" fmla="*/ 4387374 h 5292726"/>
              <a:gd name="connsiteX2323" fmla="*/ 1019642 w 3386022"/>
              <a:gd name="connsiteY2323" fmla="*/ 4387374 h 5292726"/>
              <a:gd name="connsiteX2324" fmla="*/ 1018888 w 3386022"/>
              <a:gd name="connsiteY2324" fmla="*/ 4388456 h 5292726"/>
              <a:gd name="connsiteX2325" fmla="*/ 1017885 w 3386022"/>
              <a:gd name="connsiteY2325" fmla="*/ 4388369 h 5292726"/>
              <a:gd name="connsiteX2326" fmla="*/ 1017883 w 3386022"/>
              <a:gd name="connsiteY2326" fmla="*/ 4388369 h 5292726"/>
              <a:gd name="connsiteX2327" fmla="*/ 1017883 w 3386022"/>
              <a:gd name="connsiteY2327" fmla="*/ 4387979 h 5292726"/>
              <a:gd name="connsiteX2328" fmla="*/ 1020081 w 3386022"/>
              <a:gd name="connsiteY2328" fmla="*/ 4386811 h 5292726"/>
              <a:gd name="connsiteX2329" fmla="*/ 1021964 w 3386022"/>
              <a:gd name="connsiteY2329" fmla="*/ 4384043 h 5292726"/>
              <a:gd name="connsiteX2330" fmla="*/ 1021776 w 3386022"/>
              <a:gd name="connsiteY2330" fmla="*/ 4385254 h 5292726"/>
              <a:gd name="connsiteX2331" fmla="*/ 1021524 w 3386022"/>
              <a:gd name="connsiteY2331" fmla="*/ 4385903 h 5292726"/>
              <a:gd name="connsiteX2332" fmla="*/ 1021524 w 3386022"/>
              <a:gd name="connsiteY2332" fmla="*/ 4385860 h 5292726"/>
              <a:gd name="connsiteX2333" fmla="*/ 1020457 w 3386022"/>
              <a:gd name="connsiteY2333" fmla="*/ 4386552 h 5292726"/>
              <a:gd name="connsiteX2334" fmla="*/ 1020081 w 3386022"/>
              <a:gd name="connsiteY2334" fmla="*/ 4386768 h 5292726"/>
              <a:gd name="connsiteX2335" fmla="*/ 1020457 w 3386022"/>
              <a:gd name="connsiteY2335" fmla="*/ 4386206 h 5292726"/>
              <a:gd name="connsiteX2336" fmla="*/ 1021210 w 3386022"/>
              <a:gd name="connsiteY2336" fmla="*/ 4385125 h 5292726"/>
              <a:gd name="connsiteX2337" fmla="*/ 1021964 w 3386022"/>
              <a:gd name="connsiteY2337" fmla="*/ 4384043 h 5292726"/>
              <a:gd name="connsiteX2338" fmla="*/ 746155 w 3386022"/>
              <a:gd name="connsiteY2338" fmla="*/ 4373572 h 5292726"/>
              <a:gd name="connsiteX2339" fmla="*/ 749607 w 3386022"/>
              <a:gd name="connsiteY2339" fmla="*/ 4373874 h 5292726"/>
              <a:gd name="connsiteX2340" fmla="*/ 755944 w 3386022"/>
              <a:gd name="connsiteY2340" fmla="*/ 4375951 h 5292726"/>
              <a:gd name="connsiteX2341" fmla="*/ 754312 w 3386022"/>
              <a:gd name="connsiteY2341" fmla="*/ 4376686 h 5292726"/>
              <a:gd name="connsiteX2342" fmla="*/ 754312 w 3386022"/>
              <a:gd name="connsiteY2342" fmla="*/ 4376643 h 5292726"/>
              <a:gd name="connsiteX2343" fmla="*/ 752681 w 3386022"/>
              <a:gd name="connsiteY2343" fmla="*/ 4377378 h 5292726"/>
              <a:gd name="connsiteX2344" fmla="*/ 751050 w 3386022"/>
              <a:gd name="connsiteY2344" fmla="*/ 4378114 h 5292726"/>
              <a:gd name="connsiteX2345" fmla="*/ 749418 w 3386022"/>
              <a:gd name="connsiteY2345" fmla="*/ 4378850 h 5292726"/>
              <a:gd name="connsiteX2346" fmla="*/ 745966 w 3386022"/>
              <a:gd name="connsiteY2346" fmla="*/ 4375172 h 5292726"/>
              <a:gd name="connsiteX2347" fmla="*/ 746155 w 3386022"/>
              <a:gd name="connsiteY2347" fmla="*/ 4373572 h 5292726"/>
              <a:gd name="connsiteX2348" fmla="*/ 2664146 w 3386022"/>
              <a:gd name="connsiteY2348" fmla="*/ 4373398 h 5292726"/>
              <a:gd name="connsiteX2349" fmla="*/ 2665401 w 3386022"/>
              <a:gd name="connsiteY2349" fmla="*/ 4373961 h 5292726"/>
              <a:gd name="connsiteX2350" fmla="*/ 2666657 w 3386022"/>
              <a:gd name="connsiteY2350" fmla="*/ 4374523 h 5292726"/>
              <a:gd name="connsiteX2351" fmla="*/ 2666657 w 3386022"/>
              <a:gd name="connsiteY2351" fmla="*/ 4374566 h 5292726"/>
              <a:gd name="connsiteX2352" fmla="*/ 2667912 w 3386022"/>
              <a:gd name="connsiteY2352" fmla="*/ 4375128 h 5292726"/>
              <a:gd name="connsiteX2353" fmla="*/ 2669166 w 3386022"/>
              <a:gd name="connsiteY2353" fmla="*/ 4375692 h 5292726"/>
              <a:gd name="connsiteX2354" fmla="*/ 2668037 w 3386022"/>
              <a:gd name="connsiteY2354" fmla="*/ 4375951 h 5292726"/>
              <a:gd name="connsiteX2355" fmla="*/ 2666908 w 3386022"/>
              <a:gd name="connsiteY2355" fmla="*/ 4376211 h 5292726"/>
              <a:gd name="connsiteX2356" fmla="*/ 2665778 w 3386022"/>
              <a:gd name="connsiteY2356" fmla="*/ 4376470 h 5292726"/>
              <a:gd name="connsiteX2357" fmla="*/ 2664649 w 3386022"/>
              <a:gd name="connsiteY2357" fmla="*/ 4376730 h 5292726"/>
              <a:gd name="connsiteX2358" fmla="*/ 2662577 w 3386022"/>
              <a:gd name="connsiteY2358" fmla="*/ 4375907 h 5292726"/>
              <a:gd name="connsiteX2359" fmla="*/ 2661762 w 3386022"/>
              <a:gd name="connsiteY2359" fmla="*/ 4375432 h 5292726"/>
              <a:gd name="connsiteX2360" fmla="*/ 2662264 w 3386022"/>
              <a:gd name="connsiteY2360" fmla="*/ 4374782 h 5292726"/>
              <a:gd name="connsiteX2361" fmla="*/ 2664146 w 3386022"/>
              <a:gd name="connsiteY2361" fmla="*/ 4373398 h 5292726"/>
              <a:gd name="connsiteX2362" fmla="*/ 959245 w 3386022"/>
              <a:gd name="connsiteY2362" fmla="*/ 4368747 h 5292726"/>
              <a:gd name="connsiteX2363" fmla="*/ 959274 w 3386022"/>
              <a:gd name="connsiteY2363" fmla="*/ 4368768 h 5292726"/>
              <a:gd name="connsiteX2364" fmla="*/ 959210 w 3386022"/>
              <a:gd name="connsiteY2364" fmla="*/ 4368768 h 5292726"/>
              <a:gd name="connsiteX2365" fmla="*/ 2818650 w 3386022"/>
              <a:gd name="connsiteY2365" fmla="*/ 4350119 h 5292726"/>
              <a:gd name="connsiteX2366" fmla="*/ 2820721 w 3386022"/>
              <a:gd name="connsiteY2366" fmla="*/ 4350465 h 5292726"/>
              <a:gd name="connsiteX2367" fmla="*/ 2825239 w 3386022"/>
              <a:gd name="connsiteY2367" fmla="*/ 4351894 h 5292726"/>
              <a:gd name="connsiteX2368" fmla="*/ 2824111 w 3386022"/>
              <a:gd name="connsiteY2368" fmla="*/ 4352110 h 5292726"/>
              <a:gd name="connsiteX2369" fmla="*/ 2822981 w 3386022"/>
              <a:gd name="connsiteY2369" fmla="*/ 4352325 h 5292726"/>
              <a:gd name="connsiteX2370" fmla="*/ 2821851 w 3386022"/>
              <a:gd name="connsiteY2370" fmla="*/ 4352542 h 5292726"/>
              <a:gd name="connsiteX2371" fmla="*/ 2820721 w 3386022"/>
              <a:gd name="connsiteY2371" fmla="*/ 4352758 h 5292726"/>
              <a:gd name="connsiteX2372" fmla="*/ 2819592 w 3386022"/>
              <a:gd name="connsiteY2372" fmla="*/ 4352456 h 5292726"/>
              <a:gd name="connsiteX2373" fmla="*/ 2818462 w 3386022"/>
              <a:gd name="connsiteY2373" fmla="*/ 4352153 h 5292726"/>
              <a:gd name="connsiteX2374" fmla="*/ 2818524 w 3386022"/>
              <a:gd name="connsiteY2374" fmla="*/ 4352110 h 5292726"/>
              <a:gd name="connsiteX2375" fmla="*/ 2817396 w 3386022"/>
              <a:gd name="connsiteY2375" fmla="*/ 4351807 h 5292726"/>
              <a:gd name="connsiteX2376" fmla="*/ 2816266 w 3386022"/>
              <a:gd name="connsiteY2376" fmla="*/ 4351504 h 5292726"/>
              <a:gd name="connsiteX2377" fmla="*/ 2817646 w 3386022"/>
              <a:gd name="connsiteY2377" fmla="*/ 4350552 h 5292726"/>
              <a:gd name="connsiteX2378" fmla="*/ 2818650 w 3386022"/>
              <a:gd name="connsiteY2378" fmla="*/ 4350119 h 5292726"/>
              <a:gd name="connsiteX2379" fmla="*/ 1012488 w 3386022"/>
              <a:gd name="connsiteY2379" fmla="*/ 4349644 h 5292726"/>
              <a:gd name="connsiteX2380" fmla="*/ 1023972 w 3386022"/>
              <a:gd name="connsiteY2380" fmla="*/ 4349644 h 5292726"/>
              <a:gd name="connsiteX2381" fmla="*/ 1016881 w 3386022"/>
              <a:gd name="connsiteY2381" fmla="*/ 4353970 h 5292726"/>
              <a:gd name="connsiteX2382" fmla="*/ 1008786 w 3386022"/>
              <a:gd name="connsiteY2382" fmla="*/ 4357086 h 5292726"/>
              <a:gd name="connsiteX2383" fmla="*/ 999247 w 3386022"/>
              <a:gd name="connsiteY2383" fmla="*/ 4359206 h 5292726"/>
              <a:gd name="connsiteX2384" fmla="*/ 987824 w 3386022"/>
              <a:gd name="connsiteY2384" fmla="*/ 4360461 h 5292726"/>
              <a:gd name="connsiteX2385" fmla="*/ 993913 w 3386022"/>
              <a:gd name="connsiteY2385" fmla="*/ 4353883 h 5292726"/>
              <a:gd name="connsiteX2386" fmla="*/ 993913 w 3386022"/>
              <a:gd name="connsiteY2386" fmla="*/ 4353927 h 5292726"/>
              <a:gd name="connsiteX2387" fmla="*/ 1002322 w 3386022"/>
              <a:gd name="connsiteY2387" fmla="*/ 4350682 h 5292726"/>
              <a:gd name="connsiteX2388" fmla="*/ 1012488 w 3386022"/>
              <a:gd name="connsiteY2388" fmla="*/ 4349644 h 5292726"/>
              <a:gd name="connsiteX2389" fmla="*/ 964419 w 3386022"/>
              <a:gd name="connsiteY2389" fmla="*/ 4343543 h 5292726"/>
              <a:gd name="connsiteX2390" fmla="*/ 970129 w 3386022"/>
              <a:gd name="connsiteY2390" fmla="*/ 4362322 h 5292726"/>
              <a:gd name="connsiteX2391" fmla="*/ 959245 w 3386022"/>
              <a:gd name="connsiteY2391" fmla="*/ 4368747 h 5292726"/>
              <a:gd name="connsiteX2392" fmla="*/ 951176 w 3386022"/>
              <a:gd name="connsiteY2392" fmla="*/ 4362235 h 5292726"/>
              <a:gd name="connsiteX2393" fmla="*/ 964419 w 3386022"/>
              <a:gd name="connsiteY2393" fmla="*/ 4343543 h 5292726"/>
              <a:gd name="connsiteX2394" fmla="*/ 965422 w 3386022"/>
              <a:gd name="connsiteY2394" fmla="*/ 4342548 h 5292726"/>
              <a:gd name="connsiteX2395" fmla="*/ 964294 w 3386022"/>
              <a:gd name="connsiteY2395" fmla="*/ 4343500 h 5292726"/>
              <a:gd name="connsiteX2396" fmla="*/ 963979 w 3386022"/>
              <a:gd name="connsiteY2396" fmla="*/ 4343067 h 5292726"/>
              <a:gd name="connsiteX2397" fmla="*/ 964355 w 3386022"/>
              <a:gd name="connsiteY2397" fmla="*/ 4342937 h 5292726"/>
              <a:gd name="connsiteX2398" fmla="*/ 964731 w 3386022"/>
              <a:gd name="connsiteY2398" fmla="*/ 4342807 h 5292726"/>
              <a:gd name="connsiteX2399" fmla="*/ 965109 w 3386022"/>
              <a:gd name="connsiteY2399" fmla="*/ 4342677 h 5292726"/>
              <a:gd name="connsiteX2400" fmla="*/ 965045 w 3386022"/>
              <a:gd name="connsiteY2400" fmla="*/ 4342677 h 5292726"/>
              <a:gd name="connsiteX2401" fmla="*/ 374960 w 3386022"/>
              <a:gd name="connsiteY2401" fmla="*/ 4338437 h 5292726"/>
              <a:gd name="connsiteX2402" fmla="*/ 382930 w 3386022"/>
              <a:gd name="connsiteY2402" fmla="*/ 4340254 h 5292726"/>
              <a:gd name="connsiteX2403" fmla="*/ 382930 w 3386022"/>
              <a:gd name="connsiteY2403" fmla="*/ 4340211 h 5292726"/>
              <a:gd name="connsiteX2404" fmla="*/ 383369 w 3386022"/>
              <a:gd name="connsiteY2404" fmla="*/ 4344450 h 5292726"/>
              <a:gd name="connsiteX2405" fmla="*/ 380295 w 3386022"/>
              <a:gd name="connsiteY2405" fmla="*/ 4349037 h 5292726"/>
              <a:gd name="connsiteX2406" fmla="*/ 377596 w 3386022"/>
              <a:gd name="connsiteY2406" fmla="*/ 4351979 h 5292726"/>
              <a:gd name="connsiteX2407" fmla="*/ 371948 w 3386022"/>
              <a:gd name="connsiteY2407" fmla="*/ 4348345 h 5292726"/>
              <a:gd name="connsiteX2408" fmla="*/ 366300 w 3386022"/>
              <a:gd name="connsiteY2408" fmla="*/ 4343888 h 5292726"/>
              <a:gd name="connsiteX2409" fmla="*/ 365610 w 3386022"/>
              <a:gd name="connsiteY2409" fmla="*/ 4340081 h 5292726"/>
              <a:gd name="connsiteX2410" fmla="*/ 374960 w 3386022"/>
              <a:gd name="connsiteY2410" fmla="*/ 4338437 h 5292726"/>
              <a:gd name="connsiteX2411" fmla="*/ 2910583 w 3386022"/>
              <a:gd name="connsiteY2411" fmla="*/ 4335842 h 5292726"/>
              <a:gd name="connsiteX2412" fmla="*/ 2933430 w 3386022"/>
              <a:gd name="connsiteY2412" fmla="*/ 4336187 h 5292726"/>
              <a:gd name="connsiteX2413" fmla="*/ 2958532 w 3386022"/>
              <a:gd name="connsiteY2413" fmla="*/ 4340168 h 5292726"/>
              <a:gd name="connsiteX2414" fmla="*/ 2940144 w 3386022"/>
              <a:gd name="connsiteY2414" fmla="*/ 4342202 h 5292726"/>
              <a:gd name="connsiteX2415" fmla="*/ 2923201 w 3386022"/>
              <a:gd name="connsiteY2415" fmla="*/ 4344105 h 5292726"/>
              <a:gd name="connsiteX2416" fmla="*/ 2907198 w 3386022"/>
              <a:gd name="connsiteY2416" fmla="*/ 4345880 h 5292726"/>
              <a:gd name="connsiteX2417" fmla="*/ 2891635 w 3386022"/>
              <a:gd name="connsiteY2417" fmla="*/ 4347611 h 5292726"/>
              <a:gd name="connsiteX2418" fmla="*/ 2894898 w 3386022"/>
              <a:gd name="connsiteY2418" fmla="*/ 4339519 h 5292726"/>
              <a:gd name="connsiteX2419" fmla="*/ 2910524 w 3386022"/>
              <a:gd name="connsiteY2419" fmla="*/ 4335841 h 5292726"/>
              <a:gd name="connsiteX2420" fmla="*/ 2910587 w 3386022"/>
              <a:gd name="connsiteY2420" fmla="*/ 4335841 h 5292726"/>
              <a:gd name="connsiteX2421" fmla="*/ 2910583 w 3386022"/>
              <a:gd name="connsiteY2421" fmla="*/ 4335842 h 5292726"/>
              <a:gd name="connsiteX2422" fmla="*/ 2997314 w 3386022"/>
              <a:gd name="connsiteY2422" fmla="*/ 4334023 h 5292726"/>
              <a:gd name="connsiteX2423" fmla="*/ 2999072 w 3386022"/>
              <a:gd name="connsiteY2423" fmla="*/ 4334196 h 5292726"/>
              <a:gd name="connsiteX2424" fmla="*/ 3000829 w 3386022"/>
              <a:gd name="connsiteY2424" fmla="*/ 4334369 h 5292726"/>
              <a:gd name="connsiteX2425" fmla="*/ 3000891 w 3386022"/>
              <a:gd name="connsiteY2425" fmla="*/ 4334369 h 5292726"/>
              <a:gd name="connsiteX2426" fmla="*/ 3002649 w 3386022"/>
              <a:gd name="connsiteY2426" fmla="*/ 4334543 h 5292726"/>
              <a:gd name="connsiteX2427" fmla="*/ 3004406 w 3386022"/>
              <a:gd name="connsiteY2427" fmla="*/ 4334715 h 5292726"/>
              <a:gd name="connsiteX2428" fmla="*/ 3001707 w 3386022"/>
              <a:gd name="connsiteY2428" fmla="*/ 4335321 h 5292726"/>
              <a:gd name="connsiteX2429" fmla="*/ 3000389 w 3386022"/>
              <a:gd name="connsiteY2429" fmla="*/ 4335451 h 5292726"/>
              <a:gd name="connsiteX2430" fmla="*/ 2999322 w 3386022"/>
              <a:gd name="connsiteY2430" fmla="*/ 4335062 h 5292726"/>
              <a:gd name="connsiteX2431" fmla="*/ 2997314 w 3386022"/>
              <a:gd name="connsiteY2431" fmla="*/ 4334023 h 5292726"/>
              <a:gd name="connsiteX2432" fmla="*/ 904361 w 3386022"/>
              <a:gd name="connsiteY2432" fmla="*/ 4327144 h 5292726"/>
              <a:gd name="connsiteX2433" fmla="*/ 918167 w 3386022"/>
              <a:gd name="connsiteY2433" fmla="*/ 4328918 h 5292726"/>
              <a:gd name="connsiteX2434" fmla="*/ 922246 w 3386022"/>
              <a:gd name="connsiteY2434" fmla="*/ 4336490 h 5292726"/>
              <a:gd name="connsiteX2435" fmla="*/ 915719 w 3386022"/>
              <a:gd name="connsiteY2435" fmla="*/ 4340514 h 5292726"/>
              <a:gd name="connsiteX2436" fmla="*/ 902603 w 3386022"/>
              <a:gd name="connsiteY2436" fmla="*/ 4339086 h 5292726"/>
              <a:gd name="connsiteX2437" fmla="*/ 886789 w 3386022"/>
              <a:gd name="connsiteY2437" fmla="*/ 4334846 h 5292726"/>
              <a:gd name="connsiteX2438" fmla="*/ 872228 w 3386022"/>
              <a:gd name="connsiteY2438" fmla="*/ 4330346 h 5292726"/>
              <a:gd name="connsiteX2439" fmla="*/ 886977 w 3386022"/>
              <a:gd name="connsiteY2439" fmla="*/ 4328529 h 5292726"/>
              <a:gd name="connsiteX2440" fmla="*/ 904361 w 3386022"/>
              <a:gd name="connsiteY2440" fmla="*/ 4327144 h 5292726"/>
              <a:gd name="connsiteX2441" fmla="*/ 1012863 w 3386022"/>
              <a:gd name="connsiteY2441" fmla="*/ 4325413 h 5292726"/>
              <a:gd name="connsiteX2442" fmla="*/ 1013177 w 3386022"/>
              <a:gd name="connsiteY2442" fmla="*/ 4326019 h 5292726"/>
              <a:gd name="connsiteX2443" fmla="*/ 1013491 w 3386022"/>
              <a:gd name="connsiteY2443" fmla="*/ 4326625 h 5292726"/>
              <a:gd name="connsiteX2444" fmla="*/ 1013804 w 3386022"/>
              <a:gd name="connsiteY2444" fmla="*/ 4327230 h 5292726"/>
              <a:gd name="connsiteX2445" fmla="*/ 1014118 w 3386022"/>
              <a:gd name="connsiteY2445" fmla="*/ 4327837 h 5292726"/>
              <a:gd name="connsiteX2446" fmla="*/ 1013177 w 3386022"/>
              <a:gd name="connsiteY2446" fmla="*/ 4327706 h 5292726"/>
              <a:gd name="connsiteX2447" fmla="*/ 1012297 w 3386022"/>
              <a:gd name="connsiteY2447" fmla="*/ 4327619 h 5292726"/>
              <a:gd name="connsiteX2448" fmla="*/ 1011357 w 3386022"/>
              <a:gd name="connsiteY2448" fmla="*/ 4327534 h 5292726"/>
              <a:gd name="connsiteX2449" fmla="*/ 1010416 w 3386022"/>
              <a:gd name="connsiteY2449" fmla="*/ 4327447 h 5292726"/>
              <a:gd name="connsiteX2450" fmla="*/ 1011044 w 3386022"/>
              <a:gd name="connsiteY2450" fmla="*/ 4326927 h 5292726"/>
              <a:gd name="connsiteX2451" fmla="*/ 1011609 w 3386022"/>
              <a:gd name="connsiteY2451" fmla="*/ 4326409 h 5292726"/>
              <a:gd name="connsiteX2452" fmla="*/ 1012235 w 3386022"/>
              <a:gd name="connsiteY2452" fmla="*/ 4325933 h 5292726"/>
              <a:gd name="connsiteX2453" fmla="*/ 519178 w 3386022"/>
              <a:gd name="connsiteY2453" fmla="*/ 4322472 h 5292726"/>
              <a:gd name="connsiteX2454" fmla="*/ 509890 w 3386022"/>
              <a:gd name="connsiteY2454" fmla="*/ 4347654 h 5292726"/>
              <a:gd name="connsiteX2455" fmla="*/ 505372 w 3386022"/>
              <a:gd name="connsiteY2455" fmla="*/ 4361067 h 5292726"/>
              <a:gd name="connsiteX2456" fmla="*/ 504996 w 3386022"/>
              <a:gd name="connsiteY2456" fmla="*/ 4367471 h 5292726"/>
              <a:gd name="connsiteX2457" fmla="*/ 508133 w 3386022"/>
              <a:gd name="connsiteY2457" fmla="*/ 4371582 h 5292726"/>
              <a:gd name="connsiteX2458" fmla="*/ 523509 w 3386022"/>
              <a:gd name="connsiteY2458" fmla="*/ 4376341 h 5292726"/>
              <a:gd name="connsiteX2459" fmla="*/ 535495 w 3386022"/>
              <a:gd name="connsiteY2459" fmla="*/ 4366303 h 5292726"/>
              <a:gd name="connsiteX2460" fmla="*/ 535495 w 3386022"/>
              <a:gd name="connsiteY2460" fmla="*/ 4366259 h 5292726"/>
              <a:gd name="connsiteX2461" fmla="*/ 536562 w 3386022"/>
              <a:gd name="connsiteY2461" fmla="*/ 4346572 h 5292726"/>
              <a:gd name="connsiteX2462" fmla="*/ 519178 w 3386022"/>
              <a:gd name="connsiteY2462" fmla="*/ 4322472 h 5292726"/>
              <a:gd name="connsiteX2463" fmla="*/ 375212 w 3386022"/>
              <a:gd name="connsiteY2463" fmla="*/ 4296639 h 5292726"/>
              <a:gd name="connsiteX2464" fmla="*/ 382429 w 3386022"/>
              <a:gd name="connsiteY2464" fmla="*/ 4297505 h 5292726"/>
              <a:gd name="connsiteX2465" fmla="*/ 382429 w 3386022"/>
              <a:gd name="connsiteY2465" fmla="*/ 4297549 h 5292726"/>
              <a:gd name="connsiteX2466" fmla="*/ 389333 w 3386022"/>
              <a:gd name="connsiteY2466" fmla="*/ 4302092 h 5292726"/>
              <a:gd name="connsiteX2467" fmla="*/ 392533 w 3386022"/>
              <a:gd name="connsiteY2467" fmla="*/ 4311654 h 5292726"/>
              <a:gd name="connsiteX2468" fmla="*/ 381488 w 3386022"/>
              <a:gd name="connsiteY2468" fmla="*/ 4310096 h 5292726"/>
              <a:gd name="connsiteX2469" fmla="*/ 373957 w 3386022"/>
              <a:gd name="connsiteY2469" fmla="*/ 4306895 h 5292726"/>
              <a:gd name="connsiteX2470" fmla="*/ 370380 w 3386022"/>
              <a:gd name="connsiteY2470" fmla="*/ 4302697 h 5292726"/>
              <a:gd name="connsiteX2471" fmla="*/ 371071 w 3386022"/>
              <a:gd name="connsiteY2471" fmla="*/ 4298154 h 5292726"/>
              <a:gd name="connsiteX2472" fmla="*/ 375212 w 3386022"/>
              <a:gd name="connsiteY2472" fmla="*/ 4296639 h 5292726"/>
              <a:gd name="connsiteX2473" fmla="*/ 2681008 w 3386022"/>
              <a:gd name="connsiteY2473" fmla="*/ 4291063 h 5292726"/>
              <a:gd name="connsiteX2474" fmla="*/ 2687303 w 3386022"/>
              <a:gd name="connsiteY2474" fmla="*/ 4291706 h 5292726"/>
              <a:gd name="connsiteX2475" fmla="*/ 2694143 w 3386022"/>
              <a:gd name="connsiteY2475" fmla="*/ 4293784 h 5292726"/>
              <a:gd name="connsiteX2476" fmla="*/ 2689374 w 3386022"/>
              <a:gd name="connsiteY2476" fmla="*/ 4297505 h 5292726"/>
              <a:gd name="connsiteX2477" fmla="*/ 2683789 w 3386022"/>
              <a:gd name="connsiteY2477" fmla="*/ 4298889 h 5292726"/>
              <a:gd name="connsiteX2478" fmla="*/ 2677450 w 3386022"/>
              <a:gd name="connsiteY2478" fmla="*/ 4298284 h 5292726"/>
              <a:gd name="connsiteX2479" fmla="*/ 2670547 w 3386022"/>
              <a:gd name="connsiteY2479" fmla="*/ 4296034 h 5292726"/>
              <a:gd name="connsiteX2480" fmla="*/ 2675379 w 3386022"/>
              <a:gd name="connsiteY2480" fmla="*/ 4292356 h 5292726"/>
              <a:gd name="connsiteX2481" fmla="*/ 2680965 w 3386022"/>
              <a:gd name="connsiteY2481" fmla="*/ 4291058 h 5292726"/>
              <a:gd name="connsiteX2482" fmla="*/ 2681027 w 3386022"/>
              <a:gd name="connsiteY2482" fmla="*/ 4291058 h 5292726"/>
              <a:gd name="connsiteX2483" fmla="*/ 2681008 w 3386022"/>
              <a:gd name="connsiteY2483" fmla="*/ 4291063 h 5292726"/>
              <a:gd name="connsiteX2484" fmla="*/ 258807 w 3386022"/>
              <a:gd name="connsiteY2484" fmla="*/ 4289284 h 5292726"/>
              <a:gd name="connsiteX2485" fmla="*/ 270982 w 3386022"/>
              <a:gd name="connsiteY2485" fmla="*/ 4315159 h 5292726"/>
              <a:gd name="connsiteX2486" fmla="*/ 276504 w 3386022"/>
              <a:gd name="connsiteY2486" fmla="*/ 4358903 h 5292726"/>
              <a:gd name="connsiteX2487" fmla="*/ 277947 w 3386022"/>
              <a:gd name="connsiteY2487" fmla="*/ 4400441 h 5292726"/>
              <a:gd name="connsiteX2488" fmla="*/ 278011 w 3386022"/>
              <a:gd name="connsiteY2488" fmla="*/ 4400441 h 5292726"/>
              <a:gd name="connsiteX2489" fmla="*/ 278011 w 3386022"/>
              <a:gd name="connsiteY2489" fmla="*/ 4419739 h 5292726"/>
              <a:gd name="connsiteX2490" fmla="*/ 264455 w 3386022"/>
              <a:gd name="connsiteY2490" fmla="*/ 4412383 h 5292726"/>
              <a:gd name="connsiteX2491" fmla="*/ 259058 w 3386022"/>
              <a:gd name="connsiteY2491" fmla="*/ 4398884 h 5292726"/>
              <a:gd name="connsiteX2492" fmla="*/ 258305 w 3386022"/>
              <a:gd name="connsiteY2492" fmla="*/ 4363186 h 5292726"/>
              <a:gd name="connsiteX2493" fmla="*/ 258807 w 3386022"/>
              <a:gd name="connsiteY2493" fmla="*/ 4289284 h 5292726"/>
              <a:gd name="connsiteX2494" fmla="*/ 2870361 w 3386022"/>
              <a:gd name="connsiteY2494" fmla="*/ 4288981 h 5292726"/>
              <a:gd name="connsiteX2495" fmla="*/ 2868980 w 3386022"/>
              <a:gd name="connsiteY2495" fmla="*/ 4290711 h 5292726"/>
              <a:gd name="connsiteX2496" fmla="*/ 2866972 w 3386022"/>
              <a:gd name="connsiteY2496" fmla="*/ 4291144 h 5292726"/>
              <a:gd name="connsiteX2497" fmla="*/ 2864274 w 3386022"/>
              <a:gd name="connsiteY2497" fmla="*/ 4290581 h 5292726"/>
              <a:gd name="connsiteX2498" fmla="*/ 2860885 w 3386022"/>
              <a:gd name="connsiteY2498" fmla="*/ 4289284 h 5292726"/>
              <a:gd name="connsiteX2499" fmla="*/ 2863269 w 3386022"/>
              <a:gd name="connsiteY2499" fmla="*/ 4289197 h 5292726"/>
              <a:gd name="connsiteX2500" fmla="*/ 2865654 w 3386022"/>
              <a:gd name="connsiteY2500" fmla="*/ 4289110 h 5292726"/>
              <a:gd name="connsiteX2501" fmla="*/ 2865592 w 3386022"/>
              <a:gd name="connsiteY2501" fmla="*/ 4289154 h 5292726"/>
              <a:gd name="connsiteX2502" fmla="*/ 2867976 w 3386022"/>
              <a:gd name="connsiteY2502" fmla="*/ 4289068 h 5292726"/>
              <a:gd name="connsiteX2503" fmla="*/ 2870361 w 3386022"/>
              <a:gd name="connsiteY2503" fmla="*/ 4288981 h 5292726"/>
              <a:gd name="connsiteX2504" fmla="*/ 2756649 w 3386022"/>
              <a:gd name="connsiteY2504" fmla="*/ 4281496 h 5292726"/>
              <a:gd name="connsiteX2505" fmla="*/ 2774722 w 3386022"/>
              <a:gd name="connsiteY2505" fmla="*/ 4282923 h 5292726"/>
              <a:gd name="connsiteX2506" fmla="*/ 2769199 w 3386022"/>
              <a:gd name="connsiteY2506" fmla="*/ 4286168 h 5292726"/>
              <a:gd name="connsiteX2507" fmla="*/ 2760037 w 3386022"/>
              <a:gd name="connsiteY2507" fmla="*/ 4288981 h 5292726"/>
              <a:gd name="connsiteX2508" fmla="*/ 2749306 w 3386022"/>
              <a:gd name="connsiteY2508" fmla="*/ 4290279 h 5292726"/>
              <a:gd name="connsiteX2509" fmla="*/ 2739139 w 3386022"/>
              <a:gd name="connsiteY2509" fmla="*/ 4288981 h 5292726"/>
              <a:gd name="connsiteX2510" fmla="*/ 2738387 w 3386022"/>
              <a:gd name="connsiteY2510" fmla="*/ 4286557 h 5292726"/>
              <a:gd name="connsiteX2511" fmla="*/ 2744348 w 3386022"/>
              <a:gd name="connsiteY2511" fmla="*/ 4283400 h 5292726"/>
              <a:gd name="connsiteX2512" fmla="*/ 2756585 w 3386022"/>
              <a:gd name="connsiteY2512" fmla="*/ 4281539 h 5292726"/>
              <a:gd name="connsiteX2513" fmla="*/ 2984889 w 3386022"/>
              <a:gd name="connsiteY2513" fmla="*/ 4259429 h 5292726"/>
              <a:gd name="connsiteX2514" fmla="*/ 2985579 w 3386022"/>
              <a:gd name="connsiteY2514" fmla="*/ 4260554 h 5292726"/>
              <a:gd name="connsiteX2515" fmla="*/ 2986270 w 3386022"/>
              <a:gd name="connsiteY2515" fmla="*/ 4261679 h 5292726"/>
              <a:gd name="connsiteX2516" fmla="*/ 2986960 w 3386022"/>
              <a:gd name="connsiteY2516" fmla="*/ 4262804 h 5292726"/>
              <a:gd name="connsiteX2517" fmla="*/ 2987651 w 3386022"/>
              <a:gd name="connsiteY2517" fmla="*/ 4263929 h 5292726"/>
              <a:gd name="connsiteX2518" fmla="*/ 2963616 w 3386022"/>
              <a:gd name="connsiteY2518" fmla="*/ 4266438 h 5292726"/>
              <a:gd name="connsiteX2519" fmla="*/ 2912532 w 3386022"/>
              <a:gd name="connsiteY2519" fmla="*/ 4271025 h 5292726"/>
              <a:gd name="connsiteX2520" fmla="*/ 2857119 w 3386022"/>
              <a:gd name="connsiteY2520" fmla="*/ 4274833 h 5292726"/>
              <a:gd name="connsiteX2521" fmla="*/ 2820093 w 3386022"/>
              <a:gd name="connsiteY2521" fmla="*/ 4275049 h 5292726"/>
              <a:gd name="connsiteX2522" fmla="*/ 2851408 w 3386022"/>
              <a:gd name="connsiteY2522" fmla="*/ 4267087 h 5292726"/>
              <a:gd name="connsiteX2523" fmla="*/ 2898601 w 3386022"/>
              <a:gd name="connsiteY2523" fmla="*/ 4262328 h 5292726"/>
              <a:gd name="connsiteX2524" fmla="*/ 2947739 w 3386022"/>
              <a:gd name="connsiteY2524" fmla="*/ 4260034 h 5292726"/>
              <a:gd name="connsiteX2525" fmla="*/ 2984889 w 3386022"/>
              <a:gd name="connsiteY2525" fmla="*/ 4259429 h 5292726"/>
              <a:gd name="connsiteX2526" fmla="*/ 2773717 w 3386022"/>
              <a:gd name="connsiteY2526" fmla="*/ 4246751 h 5292726"/>
              <a:gd name="connsiteX2527" fmla="*/ 2772525 w 3386022"/>
              <a:gd name="connsiteY2527" fmla="*/ 4249174 h 5292726"/>
              <a:gd name="connsiteX2528" fmla="*/ 2771332 w 3386022"/>
              <a:gd name="connsiteY2528" fmla="*/ 4251641 h 5292726"/>
              <a:gd name="connsiteX2529" fmla="*/ 2770077 w 3386022"/>
              <a:gd name="connsiteY2529" fmla="*/ 4254237 h 5292726"/>
              <a:gd name="connsiteX2530" fmla="*/ 2768697 w 3386022"/>
              <a:gd name="connsiteY2530" fmla="*/ 4257049 h 5292726"/>
              <a:gd name="connsiteX2531" fmla="*/ 2768697 w 3386022"/>
              <a:gd name="connsiteY2531" fmla="*/ 4257092 h 5292726"/>
              <a:gd name="connsiteX2532" fmla="*/ 2761103 w 3386022"/>
              <a:gd name="connsiteY2532" fmla="*/ 4252679 h 5292726"/>
              <a:gd name="connsiteX2533" fmla="*/ 2760539 w 3386022"/>
              <a:gd name="connsiteY2533" fmla="*/ 4249131 h 5292726"/>
              <a:gd name="connsiteX2534" fmla="*/ 2765308 w 3386022"/>
              <a:gd name="connsiteY2534" fmla="*/ 4246967 h 5292726"/>
              <a:gd name="connsiteX2535" fmla="*/ 2773717 w 3386022"/>
              <a:gd name="connsiteY2535" fmla="*/ 4246751 h 5292726"/>
              <a:gd name="connsiteX2536" fmla="*/ 925321 w 3386022"/>
              <a:gd name="connsiteY2536" fmla="*/ 4237232 h 5292726"/>
              <a:gd name="connsiteX2537" fmla="*/ 912206 w 3386022"/>
              <a:gd name="connsiteY2537" fmla="*/ 4251857 h 5292726"/>
              <a:gd name="connsiteX2538" fmla="*/ 895950 w 3386022"/>
              <a:gd name="connsiteY2538" fmla="*/ 4262372 h 5292726"/>
              <a:gd name="connsiteX2539" fmla="*/ 886161 w 3386022"/>
              <a:gd name="connsiteY2539" fmla="*/ 4268559 h 5292726"/>
              <a:gd name="connsiteX2540" fmla="*/ 892563 w 3386022"/>
              <a:gd name="connsiteY2540" fmla="*/ 4270203 h 5292726"/>
              <a:gd name="connsiteX2541" fmla="*/ 908127 w 3386022"/>
              <a:gd name="connsiteY2541" fmla="*/ 4271458 h 5292726"/>
              <a:gd name="connsiteX2542" fmla="*/ 918920 w 3386022"/>
              <a:gd name="connsiteY2542" fmla="*/ 4275006 h 5292726"/>
              <a:gd name="connsiteX2543" fmla="*/ 932601 w 3386022"/>
              <a:gd name="connsiteY2543" fmla="*/ 4278165 h 5292726"/>
              <a:gd name="connsiteX2544" fmla="*/ 956887 w 3386022"/>
              <a:gd name="connsiteY2544" fmla="*/ 4278294 h 5292726"/>
              <a:gd name="connsiteX2545" fmla="*/ 956887 w 3386022"/>
              <a:gd name="connsiteY2545" fmla="*/ 4278251 h 5292726"/>
              <a:gd name="connsiteX2546" fmla="*/ 957328 w 3386022"/>
              <a:gd name="connsiteY2546" fmla="*/ 4259473 h 5292726"/>
              <a:gd name="connsiteX2547" fmla="*/ 955381 w 3386022"/>
              <a:gd name="connsiteY2547" fmla="*/ 4248482 h 5292726"/>
              <a:gd name="connsiteX2548" fmla="*/ 946283 w 3386022"/>
              <a:gd name="connsiteY2548" fmla="*/ 4242122 h 5292726"/>
              <a:gd name="connsiteX2549" fmla="*/ 925321 w 3386022"/>
              <a:gd name="connsiteY2549" fmla="*/ 4237232 h 5292726"/>
              <a:gd name="connsiteX2550" fmla="*/ 2873937 w 3386022"/>
              <a:gd name="connsiteY2550" fmla="*/ 4233814 h 5292726"/>
              <a:gd name="connsiteX2551" fmla="*/ 2878958 w 3386022"/>
              <a:gd name="connsiteY2551" fmla="*/ 4233814 h 5292726"/>
              <a:gd name="connsiteX2552" fmla="*/ 2884167 w 3386022"/>
              <a:gd name="connsiteY2552" fmla="*/ 4233944 h 5292726"/>
              <a:gd name="connsiteX2553" fmla="*/ 2889689 w 3386022"/>
              <a:gd name="connsiteY2553" fmla="*/ 4234116 h 5292726"/>
              <a:gd name="connsiteX2554" fmla="*/ 2895713 w 3386022"/>
              <a:gd name="connsiteY2554" fmla="*/ 4234290 h 5292726"/>
              <a:gd name="connsiteX2555" fmla="*/ 2874377 w 3386022"/>
              <a:gd name="connsiteY2555" fmla="*/ 4242208 h 5292726"/>
              <a:gd name="connsiteX2556" fmla="*/ 2861386 w 3386022"/>
              <a:gd name="connsiteY2556" fmla="*/ 4241170 h 5292726"/>
              <a:gd name="connsiteX2557" fmla="*/ 2860132 w 3386022"/>
              <a:gd name="connsiteY2557" fmla="*/ 4236583 h 5292726"/>
              <a:gd name="connsiteX2558" fmla="*/ 2873937 w 3386022"/>
              <a:gd name="connsiteY2558" fmla="*/ 4233814 h 5292726"/>
              <a:gd name="connsiteX2559" fmla="*/ 2764868 w 3386022"/>
              <a:gd name="connsiteY2559" fmla="*/ 4214256 h 5292726"/>
              <a:gd name="connsiteX2560" fmla="*/ 2764931 w 3386022"/>
              <a:gd name="connsiteY2560" fmla="*/ 4214299 h 5292726"/>
              <a:gd name="connsiteX2561" fmla="*/ 2774847 w 3386022"/>
              <a:gd name="connsiteY2561" fmla="*/ 4214299 h 5292726"/>
              <a:gd name="connsiteX2562" fmla="*/ 2783381 w 3386022"/>
              <a:gd name="connsiteY2562" fmla="*/ 4215035 h 5292726"/>
              <a:gd name="connsiteX2563" fmla="*/ 2779616 w 3386022"/>
              <a:gd name="connsiteY2563" fmla="*/ 4218972 h 5292726"/>
              <a:gd name="connsiteX2564" fmla="*/ 2777420 w 3386022"/>
              <a:gd name="connsiteY2564" fmla="*/ 4221092 h 5292726"/>
              <a:gd name="connsiteX2565" fmla="*/ 2773905 w 3386022"/>
              <a:gd name="connsiteY2565" fmla="*/ 4223818 h 5292726"/>
              <a:gd name="connsiteX2566" fmla="*/ 2766060 w 3386022"/>
              <a:gd name="connsiteY2566" fmla="*/ 4229574 h 5292726"/>
              <a:gd name="connsiteX2567" fmla="*/ 2759597 w 3386022"/>
              <a:gd name="connsiteY2567" fmla="*/ 4227842 h 5292726"/>
              <a:gd name="connsiteX2568" fmla="*/ 2754012 w 3386022"/>
              <a:gd name="connsiteY2568" fmla="*/ 4226371 h 5292726"/>
              <a:gd name="connsiteX2569" fmla="*/ 2748991 w 3386022"/>
              <a:gd name="connsiteY2569" fmla="*/ 4225030 h 5292726"/>
              <a:gd name="connsiteX2570" fmla="*/ 2744159 w 3386022"/>
              <a:gd name="connsiteY2570" fmla="*/ 4223732 h 5292726"/>
              <a:gd name="connsiteX2571" fmla="*/ 2754388 w 3386022"/>
              <a:gd name="connsiteY2571" fmla="*/ 4216809 h 5292726"/>
              <a:gd name="connsiteX2572" fmla="*/ 2764868 w 3386022"/>
              <a:gd name="connsiteY2572" fmla="*/ 4214256 h 5292726"/>
              <a:gd name="connsiteX2573" fmla="*/ 3136945 w 3386022"/>
              <a:gd name="connsiteY2573" fmla="*/ 4211314 h 5292726"/>
              <a:gd name="connsiteX2574" fmla="*/ 3137008 w 3386022"/>
              <a:gd name="connsiteY2574" fmla="*/ 4211357 h 5292726"/>
              <a:gd name="connsiteX2575" fmla="*/ 3161420 w 3386022"/>
              <a:gd name="connsiteY2575" fmla="*/ 4212872 h 5292726"/>
              <a:gd name="connsiteX2576" fmla="*/ 3178677 w 3386022"/>
              <a:gd name="connsiteY2576" fmla="*/ 4220531 h 5292726"/>
              <a:gd name="connsiteX2577" fmla="*/ 3155709 w 3386022"/>
              <a:gd name="connsiteY2577" fmla="*/ 4222131 h 5292726"/>
              <a:gd name="connsiteX2578" fmla="*/ 3105254 w 3386022"/>
              <a:gd name="connsiteY2578" fmla="*/ 4224771 h 5292726"/>
              <a:gd name="connsiteX2579" fmla="*/ 3046891 w 3386022"/>
              <a:gd name="connsiteY2579" fmla="*/ 4225852 h 5292726"/>
              <a:gd name="connsiteX2580" fmla="*/ 3000076 w 3386022"/>
              <a:gd name="connsiteY2580" fmla="*/ 4222824 h 5292726"/>
              <a:gd name="connsiteX2581" fmla="*/ 3088749 w 3386022"/>
              <a:gd name="connsiteY2581" fmla="*/ 4214992 h 5292726"/>
              <a:gd name="connsiteX2582" fmla="*/ 3136945 w 3386022"/>
              <a:gd name="connsiteY2582" fmla="*/ 4211314 h 5292726"/>
              <a:gd name="connsiteX2583" fmla="*/ 2834401 w 3386022"/>
              <a:gd name="connsiteY2583" fmla="*/ 4211141 h 5292726"/>
              <a:gd name="connsiteX2584" fmla="*/ 2836347 w 3386022"/>
              <a:gd name="connsiteY2584" fmla="*/ 4211271 h 5292726"/>
              <a:gd name="connsiteX2585" fmla="*/ 2838293 w 3386022"/>
              <a:gd name="connsiteY2585" fmla="*/ 4211400 h 5292726"/>
              <a:gd name="connsiteX2586" fmla="*/ 2840238 w 3386022"/>
              <a:gd name="connsiteY2586" fmla="*/ 4211531 h 5292726"/>
              <a:gd name="connsiteX2587" fmla="*/ 2842183 w 3386022"/>
              <a:gd name="connsiteY2587" fmla="*/ 4211660 h 5292726"/>
              <a:gd name="connsiteX2588" fmla="*/ 2839359 w 3386022"/>
              <a:gd name="connsiteY2588" fmla="*/ 4212266 h 5292726"/>
              <a:gd name="connsiteX2589" fmla="*/ 2839233 w 3386022"/>
              <a:gd name="connsiteY2589" fmla="*/ 4212266 h 5292726"/>
              <a:gd name="connsiteX2590" fmla="*/ 2837854 w 3386022"/>
              <a:gd name="connsiteY2590" fmla="*/ 4212438 h 5292726"/>
              <a:gd name="connsiteX2591" fmla="*/ 2836660 w 3386022"/>
              <a:gd name="connsiteY2591" fmla="*/ 4212093 h 5292726"/>
              <a:gd name="connsiteX2592" fmla="*/ 2834401 w 3386022"/>
              <a:gd name="connsiteY2592" fmla="*/ 4211141 h 5292726"/>
              <a:gd name="connsiteX2593" fmla="*/ 2931046 w 3386022"/>
              <a:gd name="connsiteY2593" fmla="*/ 4141608 h 5292726"/>
              <a:gd name="connsiteX2594" fmla="*/ 2929037 w 3386022"/>
              <a:gd name="connsiteY2594" fmla="*/ 4142906 h 5292726"/>
              <a:gd name="connsiteX2595" fmla="*/ 2924895 w 3386022"/>
              <a:gd name="connsiteY2595" fmla="*/ 4144333 h 5292726"/>
              <a:gd name="connsiteX2596" fmla="*/ 2918996 w 3386022"/>
              <a:gd name="connsiteY2596" fmla="*/ 4144377 h 5292726"/>
              <a:gd name="connsiteX2597" fmla="*/ 2910524 w 3386022"/>
              <a:gd name="connsiteY2597" fmla="*/ 4142300 h 5292726"/>
              <a:gd name="connsiteX2598" fmla="*/ 2917866 w 3386022"/>
              <a:gd name="connsiteY2598" fmla="*/ 4142041 h 5292726"/>
              <a:gd name="connsiteX2599" fmla="*/ 2923828 w 3386022"/>
              <a:gd name="connsiteY2599" fmla="*/ 4141824 h 5292726"/>
              <a:gd name="connsiteX2600" fmla="*/ 2923828 w 3386022"/>
              <a:gd name="connsiteY2600" fmla="*/ 4141867 h 5292726"/>
              <a:gd name="connsiteX2601" fmla="*/ 2928912 w 3386022"/>
              <a:gd name="connsiteY2601" fmla="*/ 4141695 h 5292726"/>
              <a:gd name="connsiteX2602" fmla="*/ 2931046 w 3386022"/>
              <a:gd name="connsiteY2602" fmla="*/ 4141608 h 5292726"/>
              <a:gd name="connsiteX2603" fmla="*/ 2932302 w 3386022"/>
              <a:gd name="connsiteY2603" fmla="*/ 4140744 h 5292726"/>
              <a:gd name="connsiteX2604" fmla="*/ 2935626 w 3386022"/>
              <a:gd name="connsiteY2604" fmla="*/ 4140786 h 5292726"/>
              <a:gd name="connsiteX2605" fmla="*/ 2933429 w 3386022"/>
              <a:gd name="connsiteY2605" fmla="*/ 4141478 h 5292726"/>
              <a:gd name="connsiteX2606" fmla="*/ 2930982 w 3386022"/>
              <a:gd name="connsiteY2606" fmla="*/ 4141565 h 5292726"/>
              <a:gd name="connsiteX2607" fmla="*/ 2932267 w 3386022"/>
              <a:gd name="connsiteY2607" fmla="*/ 4140764 h 5292726"/>
              <a:gd name="connsiteX2608" fmla="*/ 2932425 w 3386022"/>
              <a:gd name="connsiteY2608" fmla="*/ 4140873 h 5292726"/>
              <a:gd name="connsiteX2609" fmla="*/ 2932531 w 3386022"/>
              <a:gd name="connsiteY2609" fmla="*/ 4140945 h 5292726"/>
              <a:gd name="connsiteX2610" fmla="*/ 2932489 w 3386022"/>
              <a:gd name="connsiteY2610" fmla="*/ 4140959 h 5292726"/>
              <a:gd name="connsiteX2611" fmla="*/ 2932802 w 3386022"/>
              <a:gd name="connsiteY2611" fmla="*/ 4141132 h 5292726"/>
              <a:gd name="connsiteX2612" fmla="*/ 2932531 w 3386022"/>
              <a:gd name="connsiteY2612" fmla="*/ 4140945 h 5292726"/>
              <a:gd name="connsiteX2613" fmla="*/ 2932614 w 3386022"/>
              <a:gd name="connsiteY2613" fmla="*/ 4140916 h 5292726"/>
              <a:gd name="connsiteX2614" fmla="*/ 2932300 w 3386022"/>
              <a:gd name="connsiteY2614" fmla="*/ 4140743 h 5292726"/>
              <a:gd name="connsiteX2615" fmla="*/ 2932302 w 3386022"/>
              <a:gd name="connsiteY2615" fmla="*/ 4140744 h 5292726"/>
              <a:gd name="connsiteX2616" fmla="*/ 2932299 w 3386022"/>
              <a:gd name="connsiteY2616" fmla="*/ 4140744 h 5292726"/>
              <a:gd name="connsiteX2617" fmla="*/ 2932237 w 3386022"/>
              <a:gd name="connsiteY2617" fmla="*/ 4140743 h 5292726"/>
              <a:gd name="connsiteX2618" fmla="*/ 2932299 w 3386022"/>
              <a:gd name="connsiteY2618" fmla="*/ 4140744 h 5292726"/>
              <a:gd name="connsiteX2619" fmla="*/ 2932267 w 3386022"/>
              <a:gd name="connsiteY2619" fmla="*/ 4140764 h 5292726"/>
              <a:gd name="connsiteX2620" fmla="*/ 2948428 w 3386022"/>
              <a:gd name="connsiteY2620" fmla="*/ 4137541 h 5292726"/>
              <a:gd name="connsiteX2621" fmla="*/ 2951440 w 3386022"/>
              <a:gd name="connsiteY2621" fmla="*/ 4137801 h 5292726"/>
              <a:gd name="connsiteX2622" fmla="*/ 2949308 w 3386022"/>
              <a:gd name="connsiteY2622" fmla="*/ 4139964 h 5292726"/>
              <a:gd name="connsiteX2623" fmla="*/ 2947613 w 3386022"/>
              <a:gd name="connsiteY2623" fmla="*/ 4140873 h 5292726"/>
              <a:gd name="connsiteX2624" fmla="*/ 2947550 w 3386022"/>
              <a:gd name="connsiteY2624" fmla="*/ 4140830 h 5292726"/>
              <a:gd name="connsiteX2625" fmla="*/ 2943032 w 3386022"/>
              <a:gd name="connsiteY2625" fmla="*/ 4140959 h 5292726"/>
              <a:gd name="connsiteX2626" fmla="*/ 2935689 w 3386022"/>
              <a:gd name="connsiteY2626" fmla="*/ 4140786 h 5292726"/>
              <a:gd name="connsiteX2627" fmla="*/ 2942529 w 3386022"/>
              <a:gd name="connsiteY2627" fmla="*/ 4138709 h 5292726"/>
              <a:gd name="connsiteX2628" fmla="*/ 2946483 w 3386022"/>
              <a:gd name="connsiteY2628" fmla="*/ 4137627 h 5292726"/>
              <a:gd name="connsiteX2629" fmla="*/ 2948428 w 3386022"/>
              <a:gd name="connsiteY2629" fmla="*/ 4137541 h 5292726"/>
              <a:gd name="connsiteX2630" fmla="*/ 3009113 w 3386022"/>
              <a:gd name="connsiteY2630" fmla="*/ 4132478 h 5292726"/>
              <a:gd name="connsiteX2631" fmla="*/ 3009678 w 3386022"/>
              <a:gd name="connsiteY2631" fmla="*/ 4132955 h 5292726"/>
              <a:gd name="connsiteX2632" fmla="*/ 3010368 w 3386022"/>
              <a:gd name="connsiteY2632" fmla="*/ 4134210 h 5292726"/>
              <a:gd name="connsiteX2633" fmla="*/ 3008862 w 3386022"/>
              <a:gd name="connsiteY2633" fmla="*/ 4134036 h 5292726"/>
              <a:gd name="connsiteX2634" fmla="*/ 3008925 w 3386022"/>
              <a:gd name="connsiteY2634" fmla="*/ 4134036 h 5292726"/>
              <a:gd name="connsiteX2635" fmla="*/ 3007293 w 3386022"/>
              <a:gd name="connsiteY2635" fmla="*/ 4133820 h 5292726"/>
              <a:gd name="connsiteX2636" fmla="*/ 3005410 w 3386022"/>
              <a:gd name="connsiteY2636" fmla="*/ 4133560 h 5292726"/>
              <a:gd name="connsiteX2637" fmla="*/ 3003151 w 3386022"/>
              <a:gd name="connsiteY2637" fmla="*/ 4133257 h 5292726"/>
              <a:gd name="connsiteX2638" fmla="*/ 3007356 w 3386022"/>
              <a:gd name="connsiteY2638" fmla="*/ 4132609 h 5292726"/>
              <a:gd name="connsiteX2639" fmla="*/ 3009113 w 3386022"/>
              <a:gd name="connsiteY2639" fmla="*/ 4132478 h 5292726"/>
              <a:gd name="connsiteX2640" fmla="*/ 2903307 w 3386022"/>
              <a:gd name="connsiteY2640" fmla="*/ 4076402 h 5292726"/>
              <a:gd name="connsiteX2641" fmla="*/ 2903244 w 3386022"/>
              <a:gd name="connsiteY2641" fmla="*/ 4076792 h 5292726"/>
              <a:gd name="connsiteX2642" fmla="*/ 2903118 w 3386022"/>
              <a:gd name="connsiteY2642" fmla="*/ 4077181 h 5292726"/>
              <a:gd name="connsiteX2643" fmla="*/ 2903056 w 3386022"/>
              <a:gd name="connsiteY2643" fmla="*/ 4077527 h 5292726"/>
              <a:gd name="connsiteX2644" fmla="*/ 2902930 w 3386022"/>
              <a:gd name="connsiteY2644" fmla="*/ 4077917 h 5292726"/>
              <a:gd name="connsiteX2645" fmla="*/ 2902052 w 3386022"/>
              <a:gd name="connsiteY2645" fmla="*/ 4077701 h 5292726"/>
              <a:gd name="connsiteX2646" fmla="*/ 2901110 w 3386022"/>
              <a:gd name="connsiteY2646" fmla="*/ 4077440 h 5292726"/>
              <a:gd name="connsiteX2647" fmla="*/ 2900169 w 3386022"/>
              <a:gd name="connsiteY2647" fmla="*/ 4077224 h 5292726"/>
              <a:gd name="connsiteX2648" fmla="*/ 2899290 w 3386022"/>
              <a:gd name="connsiteY2648" fmla="*/ 4076965 h 5292726"/>
              <a:gd name="connsiteX2649" fmla="*/ 2900295 w 3386022"/>
              <a:gd name="connsiteY2649" fmla="*/ 4076835 h 5292726"/>
              <a:gd name="connsiteX2650" fmla="*/ 2901299 w 3386022"/>
              <a:gd name="connsiteY2650" fmla="*/ 4076705 h 5292726"/>
              <a:gd name="connsiteX2651" fmla="*/ 2902303 w 3386022"/>
              <a:gd name="connsiteY2651" fmla="*/ 4076532 h 5292726"/>
              <a:gd name="connsiteX2652" fmla="*/ 2962422 w 3386022"/>
              <a:gd name="connsiteY2652" fmla="*/ 4070042 h 5292726"/>
              <a:gd name="connsiteX2653" fmla="*/ 2990034 w 3386022"/>
              <a:gd name="connsiteY2653" fmla="*/ 4070042 h 5292726"/>
              <a:gd name="connsiteX2654" fmla="*/ 2999322 w 3386022"/>
              <a:gd name="connsiteY2654" fmla="*/ 4070042 h 5292726"/>
              <a:gd name="connsiteX2655" fmla="*/ 2990976 w 3386022"/>
              <a:gd name="connsiteY2655" fmla="*/ 4071772 h 5292726"/>
              <a:gd name="connsiteX2656" fmla="*/ 2984323 w 3386022"/>
              <a:gd name="connsiteY2656" fmla="*/ 4072379 h 5292726"/>
              <a:gd name="connsiteX2657" fmla="*/ 2975977 w 3386022"/>
              <a:gd name="connsiteY2657" fmla="*/ 4071816 h 5292726"/>
              <a:gd name="connsiteX2658" fmla="*/ 2962422 w 3386022"/>
              <a:gd name="connsiteY2658" fmla="*/ 4070042 h 5292726"/>
              <a:gd name="connsiteX2659" fmla="*/ 2801393 w 3386022"/>
              <a:gd name="connsiteY2659" fmla="*/ 4060004 h 5292726"/>
              <a:gd name="connsiteX2660" fmla="*/ 2799384 w 3386022"/>
              <a:gd name="connsiteY2660" fmla="*/ 4061389 h 5292726"/>
              <a:gd name="connsiteX2661" fmla="*/ 2797251 w 3386022"/>
              <a:gd name="connsiteY2661" fmla="*/ 4062860 h 5292726"/>
              <a:gd name="connsiteX2662" fmla="*/ 2794928 w 3386022"/>
              <a:gd name="connsiteY2662" fmla="*/ 4064461 h 5292726"/>
              <a:gd name="connsiteX2663" fmla="*/ 2792293 w 3386022"/>
              <a:gd name="connsiteY2663" fmla="*/ 4066278 h 5292726"/>
              <a:gd name="connsiteX2664" fmla="*/ 2802711 w 3386022"/>
              <a:gd name="connsiteY2664" fmla="*/ 4068787 h 5292726"/>
              <a:gd name="connsiteX2665" fmla="*/ 2810053 w 3386022"/>
              <a:gd name="connsiteY2665" fmla="*/ 4068702 h 5292726"/>
              <a:gd name="connsiteX2666" fmla="*/ 2809990 w 3386022"/>
              <a:gd name="connsiteY2666" fmla="*/ 4068702 h 5292726"/>
              <a:gd name="connsiteX2667" fmla="*/ 2810743 w 3386022"/>
              <a:gd name="connsiteY2667" fmla="*/ 4065845 h 5292726"/>
              <a:gd name="connsiteX2668" fmla="*/ 2801393 w 3386022"/>
              <a:gd name="connsiteY2668" fmla="*/ 4060004 h 5292726"/>
              <a:gd name="connsiteX2669" fmla="*/ 2807292 w 3386022"/>
              <a:gd name="connsiteY2669" fmla="*/ 3962866 h 5292726"/>
              <a:gd name="connsiteX2670" fmla="*/ 2808044 w 3386022"/>
              <a:gd name="connsiteY2670" fmla="*/ 3966717 h 5292726"/>
              <a:gd name="connsiteX2671" fmla="*/ 2808797 w 3386022"/>
              <a:gd name="connsiteY2671" fmla="*/ 3970655 h 5292726"/>
              <a:gd name="connsiteX2672" fmla="*/ 2809551 w 3386022"/>
              <a:gd name="connsiteY2672" fmla="*/ 3974765 h 5292726"/>
              <a:gd name="connsiteX2673" fmla="*/ 2810366 w 3386022"/>
              <a:gd name="connsiteY2673" fmla="*/ 3979135 h 5292726"/>
              <a:gd name="connsiteX2674" fmla="*/ 2818462 w 3386022"/>
              <a:gd name="connsiteY2674" fmla="*/ 3979784 h 5292726"/>
              <a:gd name="connsiteX2675" fmla="*/ 2827562 w 3386022"/>
              <a:gd name="connsiteY2675" fmla="*/ 3980476 h 5292726"/>
              <a:gd name="connsiteX2676" fmla="*/ 2838920 w 3386022"/>
              <a:gd name="connsiteY2676" fmla="*/ 3981385 h 5292726"/>
              <a:gd name="connsiteX2677" fmla="*/ 2838920 w 3386022"/>
              <a:gd name="connsiteY2677" fmla="*/ 3981342 h 5292726"/>
              <a:gd name="connsiteX2678" fmla="*/ 2853856 w 3386022"/>
              <a:gd name="connsiteY2678" fmla="*/ 3982510 h 5292726"/>
              <a:gd name="connsiteX2679" fmla="*/ 2841556 w 3386022"/>
              <a:gd name="connsiteY2679" fmla="*/ 3975371 h 5292726"/>
              <a:gd name="connsiteX2680" fmla="*/ 2834277 w 3386022"/>
              <a:gd name="connsiteY2680" fmla="*/ 3968102 h 5292726"/>
              <a:gd name="connsiteX2681" fmla="*/ 2825115 w 3386022"/>
              <a:gd name="connsiteY2681" fmla="*/ 3963126 h 5292726"/>
              <a:gd name="connsiteX2682" fmla="*/ 2807292 w 3386022"/>
              <a:gd name="connsiteY2682" fmla="*/ 3962866 h 5292726"/>
              <a:gd name="connsiteX2683" fmla="*/ 203520 w 3386022"/>
              <a:gd name="connsiteY2683" fmla="*/ 3849892 h 5292726"/>
              <a:gd name="connsiteX2684" fmla="*/ 201512 w 3386022"/>
              <a:gd name="connsiteY2684" fmla="*/ 3850324 h 5292726"/>
              <a:gd name="connsiteX2685" fmla="*/ 199378 w 3386022"/>
              <a:gd name="connsiteY2685" fmla="*/ 3851233 h 5292726"/>
              <a:gd name="connsiteX2686" fmla="*/ 196868 w 3386022"/>
              <a:gd name="connsiteY2686" fmla="*/ 3852532 h 5292726"/>
              <a:gd name="connsiteX2687" fmla="*/ 193667 w 3386022"/>
              <a:gd name="connsiteY2687" fmla="*/ 3854046 h 5292726"/>
              <a:gd name="connsiteX2688" fmla="*/ 215822 w 3386022"/>
              <a:gd name="connsiteY2688" fmla="*/ 3861963 h 5292726"/>
              <a:gd name="connsiteX2689" fmla="*/ 224105 w 3386022"/>
              <a:gd name="connsiteY2689" fmla="*/ 3858935 h 5292726"/>
              <a:gd name="connsiteX2690" fmla="*/ 224168 w 3386022"/>
              <a:gd name="connsiteY2690" fmla="*/ 3858978 h 5292726"/>
              <a:gd name="connsiteX2691" fmla="*/ 219649 w 3386022"/>
              <a:gd name="connsiteY2691" fmla="*/ 3852488 h 5292726"/>
              <a:gd name="connsiteX2692" fmla="*/ 203520 w 3386022"/>
              <a:gd name="connsiteY2692" fmla="*/ 3849892 h 5292726"/>
              <a:gd name="connsiteX2693" fmla="*/ 1422849 w 3386022"/>
              <a:gd name="connsiteY2693" fmla="*/ 3784166 h 5292726"/>
              <a:gd name="connsiteX2694" fmla="*/ 1417953 w 3386022"/>
              <a:gd name="connsiteY2694" fmla="*/ 3784513 h 5292726"/>
              <a:gd name="connsiteX2695" fmla="*/ 1407348 w 3386022"/>
              <a:gd name="connsiteY2695" fmla="*/ 3785941 h 5292726"/>
              <a:gd name="connsiteX2696" fmla="*/ 1416198 w 3386022"/>
              <a:gd name="connsiteY2696" fmla="*/ 3789878 h 5292726"/>
              <a:gd name="connsiteX2697" fmla="*/ 1420526 w 3386022"/>
              <a:gd name="connsiteY2697" fmla="*/ 3791306 h 5292726"/>
              <a:gd name="connsiteX2698" fmla="*/ 1424417 w 3386022"/>
              <a:gd name="connsiteY2698" fmla="*/ 3790873 h 5292726"/>
              <a:gd name="connsiteX2699" fmla="*/ 1424480 w 3386022"/>
              <a:gd name="connsiteY2699" fmla="*/ 3790830 h 5292726"/>
              <a:gd name="connsiteX2700" fmla="*/ 1432010 w 3386022"/>
              <a:gd name="connsiteY2700" fmla="*/ 3789099 h 5292726"/>
              <a:gd name="connsiteX2701" fmla="*/ 1426175 w 3386022"/>
              <a:gd name="connsiteY2701" fmla="*/ 3785508 h 5292726"/>
              <a:gd name="connsiteX2702" fmla="*/ 1422849 w 3386022"/>
              <a:gd name="connsiteY2702" fmla="*/ 3784166 h 5292726"/>
              <a:gd name="connsiteX2703" fmla="*/ 632701 w 3386022"/>
              <a:gd name="connsiteY2703" fmla="*/ 2768695 h 5292726"/>
              <a:gd name="connsiteX2704" fmla="*/ 623414 w 3386022"/>
              <a:gd name="connsiteY2704" fmla="*/ 2770470 h 5292726"/>
              <a:gd name="connsiteX2705" fmla="*/ 625987 w 3386022"/>
              <a:gd name="connsiteY2705" fmla="*/ 2775360 h 5292726"/>
              <a:gd name="connsiteX2706" fmla="*/ 640546 w 3386022"/>
              <a:gd name="connsiteY2706" fmla="*/ 2779773 h 5292726"/>
              <a:gd name="connsiteX2707" fmla="*/ 642616 w 3386022"/>
              <a:gd name="connsiteY2707" fmla="*/ 2779427 h 5292726"/>
              <a:gd name="connsiteX2708" fmla="*/ 645504 w 3386022"/>
              <a:gd name="connsiteY2708" fmla="*/ 2778041 h 5292726"/>
              <a:gd name="connsiteX2709" fmla="*/ 649206 w 3386022"/>
              <a:gd name="connsiteY2709" fmla="*/ 2776008 h 5292726"/>
              <a:gd name="connsiteX2710" fmla="*/ 649206 w 3386022"/>
              <a:gd name="connsiteY2710" fmla="*/ 2775965 h 5292726"/>
              <a:gd name="connsiteX2711" fmla="*/ 653787 w 3386022"/>
              <a:gd name="connsiteY2711" fmla="*/ 2773585 h 5292726"/>
              <a:gd name="connsiteX2712" fmla="*/ 632701 w 3386022"/>
              <a:gd name="connsiteY2712" fmla="*/ 2768695 h 5292726"/>
              <a:gd name="connsiteX2713" fmla="*/ 1732981 w 3386022"/>
              <a:gd name="connsiteY2713" fmla="*/ 1944082 h 5292726"/>
              <a:gd name="connsiteX2714" fmla="*/ 1725890 w 3386022"/>
              <a:gd name="connsiteY2714" fmla="*/ 1944428 h 5292726"/>
              <a:gd name="connsiteX2715" fmla="*/ 1718484 w 3386022"/>
              <a:gd name="connsiteY2715" fmla="*/ 1947241 h 5292726"/>
              <a:gd name="connsiteX2716" fmla="*/ 1713214 w 3386022"/>
              <a:gd name="connsiteY2716" fmla="*/ 1949707 h 5292726"/>
              <a:gd name="connsiteX2717" fmla="*/ 1718736 w 3386022"/>
              <a:gd name="connsiteY2717" fmla="*/ 1951265 h 5292726"/>
              <a:gd name="connsiteX2718" fmla="*/ 1727271 w 3386022"/>
              <a:gd name="connsiteY2718" fmla="*/ 1953126 h 5292726"/>
              <a:gd name="connsiteX2719" fmla="*/ 1734738 w 3386022"/>
              <a:gd name="connsiteY2719" fmla="*/ 1953126 h 5292726"/>
              <a:gd name="connsiteX2720" fmla="*/ 1734802 w 3386022"/>
              <a:gd name="connsiteY2720" fmla="*/ 1953126 h 5292726"/>
              <a:gd name="connsiteX2721" fmla="*/ 1737186 w 3386022"/>
              <a:gd name="connsiteY2721" fmla="*/ 1949015 h 5292726"/>
              <a:gd name="connsiteX2722" fmla="*/ 1732981 w 3386022"/>
              <a:gd name="connsiteY2722" fmla="*/ 1944082 h 5292726"/>
              <a:gd name="connsiteX2723" fmla="*/ 26482 w 3386022"/>
              <a:gd name="connsiteY2723" fmla="*/ 1812762 h 5292726"/>
              <a:gd name="connsiteX2724" fmla="*/ 13430 w 3386022"/>
              <a:gd name="connsiteY2724" fmla="*/ 1812849 h 5292726"/>
              <a:gd name="connsiteX2725" fmla="*/ 4016 w 3386022"/>
              <a:gd name="connsiteY2725" fmla="*/ 1818517 h 5292726"/>
              <a:gd name="connsiteX2726" fmla="*/ 6715 w 3386022"/>
              <a:gd name="connsiteY2726" fmla="*/ 1828469 h 5292726"/>
              <a:gd name="connsiteX2727" fmla="*/ 29997 w 3386022"/>
              <a:gd name="connsiteY2727" fmla="*/ 1841492 h 5292726"/>
              <a:gd name="connsiteX2728" fmla="*/ 35143 w 3386022"/>
              <a:gd name="connsiteY2728" fmla="*/ 1830718 h 5292726"/>
              <a:gd name="connsiteX2729" fmla="*/ 38093 w 3386022"/>
              <a:gd name="connsiteY2729" fmla="*/ 1822757 h 5292726"/>
              <a:gd name="connsiteX2730" fmla="*/ 36147 w 3386022"/>
              <a:gd name="connsiteY2730" fmla="*/ 1817003 h 5292726"/>
              <a:gd name="connsiteX2731" fmla="*/ 26482 w 3386022"/>
              <a:gd name="connsiteY2731" fmla="*/ 1812762 h 5292726"/>
              <a:gd name="connsiteX2732" fmla="*/ 37528 w 3386022"/>
              <a:gd name="connsiteY2732" fmla="*/ 1668807 h 5292726"/>
              <a:gd name="connsiteX2733" fmla="*/ 26169 w 3386022"/>
              <a:gd name="connsiteY2733" fmla="*/ 1672052 h 5292726"/>
              <a:gd name="connsiteX2734" fmla="*/ 22466 w 3386022"/>
              <a:gd name="connsiteY2734" fmla="*/ 1678976 h 5292726"/>
              <a:gd name="connsiteX2735" fmla="*/ 24851 w 3386022"/>
              <a:gd name="connsiteY2735" fmla="*/ 1686115 h 5292726"/>
              <a:gd name="connsiteX2736" fmla="*/ 31628 w 3386022"/>
              <a:gd name="connsiteY2736" fmla="*/ 1689923 h 5292726"/>
              <a:gd name="connsiteX2737" fmla="*/ 48196 w 3386022"/>
              <a:gd name="connsiteY2737" fmla="*/ 1688062 h 5292726"/>
              <a:gd name="connsiteX2738" fmla="*/ 48259 w 3386022"/>
              <a:gd name="connsiteY2738" fmla="*/ 1688105 h 5292726"/>
              <a:gd name="connsiteX2739" fmla="*/ 54096 w 3386022"/>
              <a:gd name="connsiteY2739" fmla="*/ 1680577 h 5292726"/>
              <a:gd name="connsiteX2740" fmla="*/ 50204 w 3386022"/>
              <a:gd name="connsiteY2740" fmla="*/ 1672442 h 5292726"/>
              <a:gd name="connsiteX2741" fmla="*/ 37528 w 3386022"/>
              <a:gd name="connsiteY2741" fmla="*/ 1668807 h 5292726"/>
              <a:gd name="connsiteX2742" fmla="*/ 36022 w 3386022"/>
              <a:gd name="connsiteY2742" fmla="*/ 1560335 h 5292726"/>
              <a:gd name="connsiteX2743" fmla="*/ 35959 w 3386022"/>
              <a:gd name="connsiteY2743" fmla="*/ 1560378 h 5292726"/>
              <a:gd name="connsiteX2744" fmla="*/ 27173 w 3386022"/>
              <a:gd name="connsiteY2744" fmla="*/ 1591185 h 5292726"/>
              <a:gd name="connsiteX2745" fmla="*/ 34077 w 3386022"/>
              <a:gd name="connsiteY2745" fmla="*/ 1601007 h 5292726"/>
              <a:gd name="connsiteX2746" fmla="*/ 45874 w 3386022"/>
              <a:gd name="connsiteY2746" fmla="*/ 1599364 h 5292726"/>
              <a:gd name="connsiteX2747" fmla="*/ 51836 w 3386022"/>
              <a:gd name="connsiteY2747" fmla="*/ 1595728 h 5292726"/>
              <a:gd name="connsiteX2748" fmla="*/ 48950 w 3386022"/>
              <a:gd name="connsiteY2748" fmla="*/ 1579676 h 5292726"/>
              <a:gd name="connsiteX2749" fmla="*/ 50895 w 3386022"/>
              <a:gd name="connsiteY2749" fmla="*/ 1571325 h 5292726"/>
              <a:gd name="connsiteX2750" fmla="*/ 49326 w 3386022"/>
              <a:gd name="connsiteY2750" fmla="*/ 1566306 h 5292726"/>
              <a:gd name="connsiteX2751" fmla="*/ 36022 w 3386022"/>
              <a:gd name="connsiteY2751" fmla="*/ 1560335 h 5292726"/>
              <a:gd name="connsiteX2752" fmla="*/ 36335 w 3386022"/>
              <a:gd name="connsiteY2752" fmla="*/ 1539781 h 5292726"/>
              <a:gd name="connsiteX2753" fmla="*/ 29620 w 3386022"/>
              <a:gd name="connsiteY2753" fmla="*/ 1540690 h 5292726"/>
              <a:gd name="connsiteX2754" fmla="*/ 29620 w 3386022"/>
              <a:gd name="connsiteY2754" fmla="*/ 1540734 h 5292726"/>
              <a:gd name="connsiteX2755" fmla="*/ 30624 w 3386022"/>
              <a:gd name="connsiteY2755" fmla="*/ 1544715 h 5292726"/>
              <a:gd name="connsiteX2756" fmla="*/ 40666 w 3386022"/>
              <a:gd name="connsiteY2756" fmla="*/ 1552114 h 5292726"/>
              <a:gd name="connsiteX2757" fmla="*/ 43239 w 3386022"/>
              <a:gd name="connsiteY2757" fmla="*/ 1549042 h 5292726"/>
              <a:gd name="connsiteX2758" fmla="*/ 45497 w 3386022"/>
              <a:gd name="connsiteY2758" fmla="*/ 1546359 h 5292726"/>
              <a:gd name="connsiteX2759" fmla="*/ 47505 w 3386022"/>
              <a:gd name="connsiteY2759" fmla="*/ 1543936 h 5292726"/>
              <a:gd name="connsiteX2760" fmla="*/ 49451 w 3386022"/>
              <a:gd name="connsiteY2760" fmla="*/ 1541643 h 5292726"/>
              <a:gd name="connsiteX2761" fmla="*/ 36335 w 3386022"/>
              <a:gd name="connsiteY2761" fmla="*/ 1539781 h 5292726"/>
              <a:gd name="connsiteX2762" fmla="*/ 0 w 3386022"/>
              <a:gd name="connsiteY2762" fmla="*/ 0 h 5292726"/>
              <a:gd name="connsiteX2763" fmla="*/ 3386022 w 3386022"/>
              <a:gd name="connsiteY2763" fmla="*/ 0 h 5292726"/>
              <a:gd name="connsiteX2764" fmla="*/ 3386022 w 3386022"/>
              <a:gd name="connsiteY2764" fmla="*/ 771071 h 5292726"/>
              <a:gd name="connsiteX2765" fmla="*/ 3386022 w 3386022"/>
              <a:gd name="connsiteY2765" fmla="*/ 850265 h 5292726"/>
              <a:gd name="connsiteX2766" fmla="*/ 3386022 w 3386022"/>
              <a:gd name="connsiteY2766" fmla="*/ 1512263 h 5292726"/>
              <a:gd name="connsiteX2767" fmla="*/ 3383637 w 3386022"/>
              <a:gd name="connsiteY2767" fmla="*/ 1512351 h 5292726"/>
              <a:gd name="connsiteX2768" fmla="*/ 3381315 w 3386022"/>
              <a:gd name="connsiteY2768" fmla="*/ 1512437 h 5292726"/>
              <a:gd name="connsiteX2769" fmla="*/ 3378993 w 3386022"/>
              <a:gd name="connsiteY2769" fmla="*/ 1512523 h 5292726"/>
              <a:gd name="connsiteX2770" fmla="*/ 3376546 w 3386022"/>
              <a:gd name="connsiteY2770" fmla="*/ 1512610 h 5292726"/>
              <a:gd name="connsiteX2771" fmla="*/ 3375730 w 3386022"/>
              <a:gd name="connsiteY2771" fmla="*/ 1519576 h 5292726"/>
              <a:gd name="connsiteX2772" fmla="*/ 3377299 w 3386022"/>
              <a:gd name="connsiteY2772" fmla="*/ 1524942 h 5292726"/>
              <a:gd name="connsiteX2773" fmla="*/ 3380814 w 3386022"/>
              <a:gd name="connsiteY2773" fmla="*/ 1528922 h 5292726"/>
              <a:gd name="connsiteX2774" fmla="*/ 3386022 w 3386022"/>
              <a:gd name="connsiteY2774" fmla="*/ 1531691 h 5292726"/>
              <a:gd name="connsiteX2775" fmla="*/ 3386022 w 3386022"/>
              <a:gd name="connsiteY2775" fmla="*/ 1646698 h 5292726"/>
              <a:gd name="connsiteX2776" fmla="*/ 3385645 w 3386022"/>
              <a:gd name="connsiteY2776" fmla="*/ 1647954 h 5292726"/>
              <a:gd name="connsiteX2777" fmla="*/ 3385520 w 3386022"/>
              <a:gd name="connsiteY2777" fmla="*/ 1649251 h 5292726"/>
              <a:gd name="connsiteX2778" fmla="*/ 3385645 w 3386022"/>
              <a:gd name="connsiteY2778" fmla="*/ 1650548 h 5292726"/>
              <a:gd name="connsiteX2779" fmla="*/ 3386022 w 3386022"/>
              <a:gd name="connsiteY2779" fmla="*/ 1651846 h 5292726"/>
              <a:gd name="connsiteX2780" fmla="*/ 3386022 w 3386022"/>
              <a:gd name="connsiteY2780" fmla="*/ 1692173 h 5292726"/>
              <a:gd name="connsiteX2781" fmla="*/ 3385269 w 3386022"/>
              <a:gd name="connsiteY2781" fmla="*/ 1692476 h 5292726"/>
              <a:gd name="connsiteX2782" fmla="*/ 3384516 w 3386022"/>
              <a:gd name="connsiteY2782" fmla="*/ 1692778 h 5292726"/>
              <a:gd name="connsiteX2783" fmla="*/ 3383763 w 3386022"/>
              <a:gd name="connsiteY2783" fmla="*/ 1693081 h 5292726"/>
              <a:gd name="connsiteX2784" fmla="*/ 3383010 w 3386022"/>
              <a:gd name="connsiteY2784" fmla="*/ 1693427 h 5292726"/>
              <a:gd name="connsiteX2785" fmla="*/ 3381189 w 3386022"/>
              <a:gd name="connsiteY2785" fmla="*/ 1709220 h 5292726"/>
              <a:gd name="connsiteX2786" fmla="*/ 3380123 w 3386022"/>
              <a:gd name="connsiteY2786" fmla="*/ 1721595 h 5292726"/>
              <a:gd name="connsiteX2787" fmla="*/ 3381253 w 3386022"/>
              <a:gd name="connsiteY2787" fmla="*/ 1730898 h 5292726"/>
              <a:gd name="connsiteX2788" fmla="*/ 3385960 w 3386022"/>
              <a:gd name="connsiteY2788" fmla="*/ 1737474 h 5292726"/>
              <a:gd name="connsiteX2789" fmla="*/ 3385960 w 3386022"/>
              <a:gd name="connsiteY2789" fmla="*/ 1771052 h 5292726"/>
              <a:gd name="connsiteX2790" fmla="*/ 3383323 w 3386022"/>
              <a:gd name="connsiteY2790" fmla="*/ 1773474 h 5292726"/>
              <a:gd name="connsiteX2791" fmla="*/ 3381189 w 3386022"/>
              <a:gd name="connsiteY2791" fmla="*/ 1776113 h 5292726"/>
              <a:gd name="connsiteX2792" fmla="*/ 3379684 w 3386022"/>
              <a:gd name="connsiteY2792" fmla="*/ 1778969 h 5292726"/>
              <a:gd name="connsiteX2793" fmla="*/ 3378805 w 3386022"/>
              <a:gd name="connsiteY2793" fmla="*/ 1782085 h 5292726"/>
              <a:gd name="connsiteX2794" fmla="*/ 3378993 w 3386022"/>
              <a:gd name="connsiteY2794" fmla="*/ 1784378 h 5292726"/>
              <a:gd name="connsiteX2795" fmla="*/ 3380374 w 3386022"/>
              <a:gd name="connsiteY2795" fmla="*/ 1786325 h 5292726"/>
              <a:gd name="connsiteX2796" fmla="*/ 3382758 w 3386022"/>
              <a:gd name="connsiteY2796" fmla="*/ 1787969 h 5292726"/>
              <a:gd name="connsiteX2797" fmla="*/ 3385960 w 3386022"/>
              <a:gd name="connsiteY2797" fmla="*/ 1789354 h 5292726"/>
              <a:gd name="connsiteX2798" fmla="*/ 3385960 w 3386022"/>
              <a:gd name="connsiteY2798" fmla="*/ 1805753 h 5292726"/>
              <a:gd name="connsiteX2799" fmla="*/ 3360167 w 3386022"/>
              <a:gd name="connsiteY2799" fmla="*/ 1809646 h 5292726"/>
              <a:gd name="connsiteX2800" fmla="*/ 3347239 w 3386022"/>
              <a:gd name="connsiteY2800" fmla="*/ 1816396 h 5292726"/>
              <a:gd name="connsiteX2801" fmla="*/ 3349561 w 3386022"/>
              <a:gd name="connsiteY2801" fmla="*/ 1826867 h 5292726"/>
              <a:gd name="connsiteX2802" fmla="*/ 3369580 w 3386022"/>
              <a:gd name="connsiteY2802" fmla="*/ 1841925 h 5292726"/>
              <a:gd name="connsiteX2803" fmla="*/ 3355146 w 3386022"/>
              <a:gd name="connsiteY2803" fmla="*/ 1856204 h 5292726"/>
              <a:gd name="connsiteX2804" fmla="*/ 3351633 w 3386022"/>
              <a:gd name="connsiteY2804" fmla="*/ 1867497 h 5292726"/>
              <a:gd name="connsiteX2805" fmla="*/ 3361171 w 3386022"/>
              <a:gd name="connsiteY2805" fmla="*/ 1875329 h 5292726"/>
              <a:gd name="connsiteX2806" fmla="*/ 3385960 w 3386022"/>
              <a:gd name="connsiteY2806" fmla="*/ 1879309 h 5292726"/>
              <a:gd name="connsiteX2807" fmla="*/ 3385960 w 3386022"/>
              <a:gd name="connsiteY2807" fmla="*/ 1903367 h 5292726"/>
              <a:gd name="connsiteX2808" fmla="*/ 3378491 w 3386022"/>
              <a:gd name="connsiteY2808" fmla="*/ 1906352 h 5292726"/>
              <a:gd name="connsiteX2809" fmla="*/ 3371714 w 3386022"/>
              <a:gd name="connsiteY2809" fmla="*/ 1909641 h 5292726"/>
              <a:gd name="connsiteX2810" fmla="*/ 3365815 w 3386022"/>
              <a:gd name="connsiteY2810" fmla="*/ 1913275 h 5292726"/>
              <a:gd name="connsiteX2811" fmla="*/ 3360983 w 3386022"/>
              <a:gd name="connsiteY2811" fmla="*/ 1917299 h 5292726"/>
              <a:gd name="connsiteX2812" fmla="*/ 3359791 w 3386022"/>
              <a:gd name="connsiteY2812" fmla="*/ 1925693 h 5292726"/>
              <a:gd name="connsiteX2813" fmla="*/ 3358661 w 3386022"/>
              <a:gd name="connsiteY2813" fmla="*/ 1934001 h 5292726"/>
              <a:gd name="connsiteX2814" fmla="*/ 3357531 w 3386022"/>
              <a:gd name="connsiteY2814" fmla="*/ 1942352 h 5292726"/>
              <a:gd name="connsiteX2815" fmla="*/ 3356338 w 3386022"/>
              <a:gd name="connsiteY2815" fmla="*/ 1950789 h 5292726"/>
              <a:gd name="connsiteX2816" fmla="*/ 3361422 w 3386022"/>
              <a:gd name="connsiteY2816" fmla="*/ 1953212 h 5292726"/>
              <a:gd name="connsiteX2817" fmla="*/ 3368262 w 3386022"/>
              <a:gd name="connsiteY2817" fmla="*/ 1955202 h 5292726"/>
              <a:gd name="connsiteX2818" fmla="*/ 3376546 w 3386022"/>
              <a:gd name="connsiteY2818" fmla="*/ 1956803 h 5292726"/>
              <a:gd name="connsiteX2819" fmla="*/ 3386022 w 3386022"/>
              <a:gd name="connsiteY2819" fmla="*/ 1957972 h 5292726"/>
              <a:gd name="connsiteX2820" fmla="*/ 3386022 w 3386022"/>
              <a:gd name="connsiteY2820" fmla="*/ 2078475 h 5292726"/>
              <a:gd name="connsiteX2821" fmla="*/ 3383449 w 3386022"/>
              <a:gd name="connsiteY2821" fmla="*/ 2081158 h 5292726"/>
              <a:gd name="connsiteX2822" fmla="*/ 3382571 w 3386022"/>
              <a:gd name="connsiteY2822" fmla="*/ 2083883 h 5292726"/>
              <a:gd name="connsiteX2823" fmla="*/ 3383387 w 3386022"/>
              <a:gd name="connsiteY2823" fmla="*/ 2086566 h 5292726"/>
              <a:gd name="connsiteX2824" fmla="*/ 3385960 w 3386022"/>
              <a:gd name="connsiteY2824" fmla="*/ 2089118 h 5292726"/>
              <a:gd name="connsiteX2825" fmla="*/ 3385960 w 3386022"/>
              <a:gd name="connsiteY2825" fmla="*/ 2158911 h 5292726"/>
              <a:gd name="connsiteX2826" fmla="*/ 3383826 w 3386022"/>
              <a:gd name="connsiteY2826" fmla="*/ 2160382 h 5292726"/>
              <a:gd name="connsiteX2827" fmla="*/ 3382131 w 3386022"/>
              <a:gd name="connsiteY2827" fmla="*/ 2161723 h 5292726"/>
              <a:gd name="connsiteX2828" fmla="*/ 3381064 w 3386022"/>
              <a:gd name="connsiteY2828" fmla="*/ 2162935 h 5292726"/>
              <a:gd name="connsiteX2829" fmla="*/ 3380688 w 3386022"/>
              <a:gd name="connsiteY2829" fmla="*/ 2163973 h 5292726"/>
              <a:gd name="connsiteX2830" fmla="*/ 3381880 w 3386022"/>
              <a:gd name="connsiteY2830" fmla="*/ 2164060 h 5292726"/>
              <a:gd name="connsiteX2831" fmla="*/ 3383135 w 3386022"/>
              <a:gd name="connsiteY2831" fmla="*/ 2164104 h 5292726"/>
              <a:gd name="connsiteX2832" fmla="*/ 3384516 w 3386022"/>
              <a:gd name="connsiteY2832" fmla="*/ 2164104 h 5292726"/>
              <a:gd name="connsiteX2833" fmla="*/ 3385960 w 3386022"/>
              <a:gd name="connsiteY2833" fmla="*/ 2164104 h 5292726"/>
              <a:gd name="connsiteX2834" fmla="*/ 3385960 w 3386022"/>
              <a:gd name="connsiteY2834" fmla="*/ 2184829 h 5292726"/>
              <a:gd name="connsiteX2835" fmla="*/ 3384830 w 3386022"/>
              <a:gd name="connsiteY2835" fmla="*/ 2186906 h 5292726"/>
              <a:gd name="connsiteX2836" fmla="*/ 3384391 w 3386022"/>
              <a:gd name="connsiteY2836" fmla="*/ 2189156 h 5292726"/>
              <a:gd name="connsiteX2837" fmla="*/ 3384766 w 3386022"/>
              <a:gd name="connsiteY2837" fmla="*/ 2191578 h 5292726"/>
              <a:gd name="connsiteX2838" fmla="*/ 3385960 w 3386022"/>
              <a:gd name="connsiteY2838" fmla="*/ 2194045 h 5292726"/>
              <a:gd name="connsiteX2839" fmla="*/ 3385960 w 3386022"/>
              <a:gd name="connsiteY2839" fmla="*/ 3814844 h 5292726"/>
              <a:gd name="connsiteX2840" fmla="*/ 3379810 w 3386022"/>
              <a:gd name="connsiteY2840" fmla="*/ 3815364 h 5292726"/>
              <a:gd name="connsiteX2841" fmla="*/ 3373408 w 3386022"/>
              <a:gd name="connsiteY2841" fmla="*/ 3815926 h 5292726"/>
              <a:gd name="connsiteX2842" fmla="*/ 3366568 w 3386022"/>
              <a:gd name="connsiteY2842" fmla="*/ 3816489 h 5292726"/>
              <a:gd name="connsiteX2843" fmla="*/ 3359162 w 3386022"/>
              <a:gd name="connsiteY2843" fmla="*/ 3817137 h 5292726"/>
              <a:gd name="connsiteX2844" fmla="*/ 3356214 w 3386022"/>
              <a:gd name="connsiteY2844" fmla="*/ 3783474 h 5292726"/>
              <a:gd name="connsiteX2845" fmla="*/ 3354456 w 3386022"/>
              <a:gd name="connsiteY2845" fmla="*/ 3740249 h 5292726"/>
              <a:gd name="connsiteX2846" fmla="*/ 3338642 w 3386022"/>
              <a:gd name="connsiteY2846" fmla="*/ 3706284 h 5292726"/>
              <a:gd name="connsiteX2847" fmla="*/ 3293457 w 3386022"/>
              <a:gd name="connsiteY2847" fmla="*/ 3700313 h 5292726"/>
              <a:gd name="connsiteX2848" fmla="*/ 3289944 w 3386022"/>
              <a:gd name="connsiteY2848" fmla="*/ 3732590 h 5292726"/>
              <a:gd name="connsiteX2849" fmla="*/ 3281973 w 3386022"/>
              <a:gd name="connsiteY2849" fmla="*/ 3764912 h 5292726"/>
              <a:gd name="connsiteX2850" fmla="*/ 3273063 w 3386022"/>
              <a:gd name="connsiteY2850" fmla="*/ 3797580 h 5292726"/>
              <a:gd name="connsiteX2851" fmla="*/ 3266724 w 3386022"/>
              <a:gd name="connsiteY2851" fmla="*/ 3830983 h 5292726"/>
              <a:gd name="connsiteX2852" fmla="*/ 3257687 w 3386022"/>
              <a:gd name="connsiteY2852" fmla="*/ 3831546 h 5292726"/>
              <a:gd name="connsiteX2853" fmla="*/ 3248650 w 3386022"/>
              <a:gd name="connsiteY2853" fmla="*/ 3832108 h 5292726"/>
              <a:gd name="connsiteX2854" fmla="*/ 3239488 w 3386022"/>
              <a:gd name="connsiteY2854" fmla="*/ 3832671 h 5292726"/>
              <a:gd name="connsiteX2855" fmla="*/ 3230075 w 3386022"/>
              <a:gd name="connsiteY2855" fmla="*/ 3833233 h 5292726"/>
              <a:gd name="connsiteX2856" fmla="*/ 3219532 w 3386022"/>
              <a:gd name="connsiteY2856" fmla="*/ 3820642 h 5292726"/>
              <a:gd name="connsiteX2857" fmla="*/ 3213006 w 3386022"/>
              <a:gd name="connsiteY2857" fmla="*/ 3815407 h 5292726"/>
              <a:gd name="connsiteX2858" fmla="*/ 3203278 w 3386022"/>
              <a:gd name="connsiteY2858" fmla="*/ 3813546 h 5292726"/>
              <a:gd name="connsiteX2859" fmla="*/ 3183071 w 3386022"/>
              <a:gd name="connsiteY2859" fmla="*/ 3811080 h 5292726"/>
              <a:gd name="connsiteX2860" fmla="*/ 3170520 w 3386022"/>
              <a:gd name="connsiteY2860" fmla="*/ 3826224 h 5292726"/>
              <a:gd name="connsiteX2861" fmla="*/ 3163429 w 3386022"/>
              <a:gd name="connsiteY2861" fmla="*/ 3841974 h 5292726"/>
              <a:gd name="connsiteX2862" fmla="*/ 3158659 w 3386022"/>
              <a:gd name="connsiteY2862" fmla="*/ 3858156 h 5292726"/>
              <a:gd name="connsiteX2863" fmla="*/ 3153011 w 3386022"/>
              <a:gd name="connsiteY2863" fmla="*/ 3874599 h 5292726"/>
              <a:gd name="connsiteX2864" fmla="*/ 3143410 w 3386022"/>
              <a:gd name="connsiteY2864" fmla="*/ 3869405 h 5292726"/>
              <a:gd name="connsiteX2865" fmla="*/ 3138765 w 3386022"/>
              <a:gd name="connsiteY2865" fmla="*/ 3863434 h 5292726"/>
              <a:gd name="connsiteX2866" fmla="*/ 3135565 w 3386022"/>
              <a:gd name="connsiteY2866" fmla="*/ 3857507 h 5292726"/>
              <a:gd name="connsiteX2867" fmla="*/ 3130230 w 3386022"/>
              <a:gd name="connsiteY2867" fmla="*/ 3852445 h 5292726"/>
              <a:gd name="connsiteX2868" fmla="*/ 3146296 w 3386022"/>
              <a:gd name="connsiteY2868" fmla="*/ 3834661 h 5292726"/>
              <a:gd name="connsiteX2869" fmla="*/ 3153263 w 3386022"/>
              <a:gd name="connsiteY2869" fmla="*/ 3814108 h 5292726"/>
              <a:gd name="connsiteX2870" fmla="*/ 3140711 w 3386022"/>
              <a:gd name="connsiteY2870" fmla="*/ 3796541 h 5292726"/>
              <a:gd name="connsiteX2871" fmla="*/ 3098289 w 3386022"/>
              <a:gd name="connsiteY2871" fmla="*/ 3787802 h 5292726"/>
              <a:gd name="connsiteX2872" fmla="*/ 3068919 w 3386022"/>
              <a:gd name="connsiteY2872" fmla="*/ 3826181 h 5292726"/>
              <a:gd name="connsiteX2873" fmla="*/ 3048524 w 3386022"/>
              <a:gd name="connsiteY2873" fmla="*/ 3882733 h 5292726"/>
              <a:gd name="connsiteX2874" fmla="*/ 3046703 w 3386022"/>
              <a:gd name="connsiteY2874" fmla="*/ 3939328 h 5292726"/>
              <a:gd name="connsiteX2875" fmla="*/ 3073060 w 3386022"/>
              <a:gd name="connsiteY2875" fmla="*/ 3977923 h 5292726"/>
              <a:gd name="connsiteX2876" fmla="*/ 3028629 w 3386022"/>
              <a:gd name="connsiteY2876" fmla="*/ 3977923 h 5292726"/>
              <a:gd name="connsiteX2877" fmla="*/ 3017397 w 3386022"/>
              <a:gd name="connsiteY2877" fmla="*/ 3945342 h 5292726"/>
              <a:gd name="connsiteX2878" fmla="*/ 3010117 w 3386022"/>
              <a:gd name="connsiteY2878" fmla="*/ 3934785 h 5292726"/>
              <a:gd name="connsiteX2879" fmla="*/ 2999700 w 3386022"/>
              <a:gd name="connsiteY2879" fmla="*/ 3930977 h 5292726"/>
              <a:gd name="connsiteX2880" fmla="*/ 2979241 w 3386022"/>
              <a:gd name="connsiteY2880" fmla="*/ 3918559 h 5292726"/>
              <a:gd name="connsiteX2881" fmla="*/ 3014447 w 3386022"/>
              <a:gd name="connsiteY2881" fmla="*/ 3901165 h 5292726"/>
              <a:gd name="connsiteX2882" fmla="*/ 3007795 w 3386022"/>
              <a:gd name="connsiteY2882" fmla="*/ 3891343 h 5292726"/>
              <a:gd name="connsiteX2883" fmla="*/ 2975351 w 3386022"/>
              <a:gd name="connsiteY2883" fmla="*/ 3886108 h 5292726"/>
              <a:gd name="connsiteX2884" fmla="*/ 2933179 w 3386022"/>
              <a:gd name="connsiteY2884" fmla="*/ 3882473 h 5292726"/>
              <a:gd name="connsiteX2885" fmla="*/ 2912532 w 3386022"/>
              <a:gd name="connsiteY2885" fmla="*/ 3913193 h 5292726"/>
              <a:gd name="connsiteX2886" fmla="*/ 2901675 w 3386022"/>
              <a:gd name="connsiteY2886" fmla="*/ 3957068 h 5292726"/>
              <a:gd name="connsiteX2887" fmla="*/ 2897597 w 3386022"/>
              <a:gd name="connsiteY2887" fmla="*/ 3996919 h 5292726"/>
              <a:gd name="connsiteX2888" fmla="*/ 2897220 w 3386022"/>
              <a:gd name="connsiteY2888" fmla="*/ 4015697 h 5292726"/>
              <a:gd name="connsiteX2889" fmla="*/ 2857433 w 3386022"/>
              <a:gd name="connsiteY2889" fmla="*/ 4049187 h 5292726"/>
              <a:gd name="connsiteX2890" fmla="*/ 2843250 w 3386022"/>
              <a:gd name="connsiteY2890" fmla="*/ 4078783 h 5292726"/>
              <a:gd name="connsiteX2891" fmla="*/ 2849024 w 3386022"/>
              <a:gd name="connsiteY2891" fmla="*/ 4110325 h 5292726"/>
              <a:gd name="connsiteX2892" fmla="*/ 2869105 w 3386022"/>
              <a:gd name="connsiteY2892" fmla="*/ 4149570 h 5292726"/>
              <a:gd name="connsiteX2893" fmla="*/ 2864524 w 3386022"/>
              <a:gd name="connsiteY2893" fmla="*/ 4152426 h 5292726"/>
              <a:gd name="connsiteX2894" fmla="*/ 2857873 w 3386022"/>
              <a:gd name="connsiteY2894" fmla="*/ 4152123 h 5292726"/>
              <a:gd name="connsiteX2895" fmla="*/ 2841116 w 3386022"/>
              <a:gd name="connsiteY2895" fmla="*/ 4151863 h 5292726"/>
              <a:gd name="connsiteX2896" fmla="*/ 2806350 w 3386022"/>
              <a:gd name="connsiteY2896" fmla="*/ 4154892 h 5292726"/>
              <a:gd name="connsiteX2897" fmla="*/ 2809362 w 3386022"/>
              <a:gd name="connsiteY2897" fmla="*/ 4148099 h 5292726"/>
              <a:gd name="connsiteX2898" fmla="*/ 2812061 w 3386022"/>
              <a:gd name="connsiteY2898" fmla="*/ 4141912 h 5292726"/>
              <a:gd name="connsiteX2899" fmla="*/ 2814697 w 3386022"/>
              <a:gd name="connsiteY2899" fmla="*/ 4135897 h 5292726"/>
              <a:gd name="connsiteX2900" fmla="*/ 2817520 w 3386022"/>
              <a:gd name="connsiteY2900" fmla="*/ 4129580 h 5292726"/>
              <a:gd name="connsiteX2901" fmla="*/ 2772462 w 3386022"/>
              <a:gd name="connsiteY2901" fmla="*/ 4107557 h 5292726"/>
              <a:gd name="connsiteX2902" fmla="*/ 2745540 w 3386022"/>
              <a:gd name="connsiteY2902" fmla="*/ 4118979 h 5292726"/>
              <a:gd name="connsiteX2903" fmla="*/ 2735185 w 3386022"/>
              <a:gd name="connsiteY2903" fmla="*/ 4144681 h 5292726"/>
              <a:gd name="connsiteX2904" fmla="*/ 2739830 w 3386022"/>
              <a:gd name="connsiteY2904" fmla="*/ 4165406 h 5292726"/>
              <a:gd name="connsiteX2905" fmla="*/ 2714413 w 3386022"/>
              <a:gd name="connsiteY2905" fmla="*/ 4205430 h 5292726"/>
              <a:gd name="connsiteX2906" fmla="*/ 2695085 w 3386022"/>
              <a:gd name="connsiteY2906" fmla="*/ 4229185 h 5292726"/>
              <a:gd name="connsiteX2907" fmla="*/ 2683412 w 3386022"/>
              <a:gd name="connsiteY2907" fmla="*/ 4245670 h 5292726"/>
              <a:gd name="connsiteX2908" fmla="*/ 2680839 w 3386022"/>
              <a:gd name="connsiteY2908" fmla="*/ 4263929 h 5292726"/>
              <a:gd name="connsiteX2909" fmla="*/ 2629442 w 3386022"/>
              <a:gd name="connsiteY2909" fmla="*/ 4263929 h 5292726"/>
              <a:gd name="connsiteX2910" fmla="*/ 2619653 w 3386022"/>
              <a:gd name="connsiteY2910" fmla="*/ 4274876 h 5292726"/>
              <a:gd name="connsiteX2911" fmla="*/ 2605281 w 3386022"/>
              <a:gd name="connsiteY2911" fmla="*/ 4293482 h 5292726"/>
              <a:gd name="connsiteX2912" fmla="*/ 2592166 w 3386022"/>
              <a:gd name="connsiteY2912" fmla="*/ 4311352 h 5292726"/>
              <a:gd name="connsiteX2913" fmla="*/ 2586016 w 3386022"/>
              <a:gd name="connsiteY2913" fmla="*/ 4320135 h 5292726"/>
              <a:gd name="connsiteX2914" fmla="*/ 2577669 w 3386022"/>
              <a:gd name="connsiteY2914" fmla="*/ 4317495 h 5292726"/>
              <a:gd name="connsiteX2915" fmla="*/ 2569762 w 3386022"/>
              <a:gd name="connsiteY2915" fmla="*/ 4314986 h 5292726"/>
              <a:gd name="connsiteX2916" fmla="*/ 2562106 w 3386022"/>
              <a:gd name="connsiteY2916" fmla="*/ 4312563 h 5292726"/>
              <a:gd name="connsiteX2917" fmla="*/ 2554513 w 3386022"/>
              <a:gd name="connsiteY2917" fmla="*/ 4310140 h 5292726"/>
              <a:gd name="connsiteX2918" fmla="*/ 2538699 w 3386022"/>
              <a:gd name="connsiteY2918" fmla="*/ 4314770 h 5292726"/>
              <a:gd name="connsiteX2919" fmla="*/ 2527842 w 3386022"/>
              <a:gd name="connsiteY2919" fmla="*/ 4321260 h 5292726"/>
              <a:gd name="connsiteX2920" fmla="*/ 2521064 w 3386022"/>
              <a:gd name="connsiteY2920" fmla="*/ 4329395 h 5292726"/>
              <a:gd name="connsiteX2921" fmla="*/ 2517549 w 3386022"/>
              <a:gd name="connsiteY2921" fmla="*/ 4338870 h 5292726"/>
              <a:gd name="connsiteX2922" fmla="*/ 2507509 w 3386022"/>
              <a:gd name="connsiteY2922" fmla="*/ 4340212 h 5292726"/>
              <a:gd name="connsiteX2923" fmla="*/ 2497530 w 3386022"/>
              <a:gd name="connsiteY2923" fmla="*/ 4341509 h 5292726"/>
              <a:gd name="connsiteX2924" fmla="*/ 2487615 w 3386022"/>
              <a:gd name="connsiteY2924" fmla="*/ 4342808 h 5292726"/>
              <a:gd name="connsiteX2925" fmla="*/ 2477826 w 3386022"/>
              <a:gd name="connsiteY2925" fmla="*/ 4344106 h 5292726"/>
              <a:gd name="connsiteX2926" fmla="*/ 2472178 w 3386022"/>
              <a:gd name="connsiteY2926" fmla="*/ 4355312 h 5292726"/>
              <a:gd name="connsiteX2927" fmla="*/ 2466153 w 3386022"/>
              <a:gd name="connsiteY2927" fmla="*/ 4372231 h 5292726"/>
              <a:gd name="connsiteX2928" fmla="*/ 2462262 w 3386022"/>
              <a:gd name="connsiteY2928" fmla="*/ 4389625 h 5292726"/>
              <a:gd name="connsiteX2929" fmla="*/ 2463015 w 3386022"/>
              <a:gd name="connsiteY2929" fmla="*/ 4402216 h 5292726"/>
              <a:gd name="connsiteX2930" fmla="*/ 2455673 w 3386022"/>
              <a:gd name="connsiteY2930" fmla="*/ 4408230 h 5292726"/>
              <a:gd name="connsiteX2931" fmla="*/ 2450715 w 3386022"/>
              <a:gd name="connsiteY2931" fmla="*/ 4414547 h 5292726"/>
              <a:gd name="connsiteX2932" fmla="*/ 2449586 w 3386022"/>
              <a:gd name="connsiteY2932" fmla="*/ 4421124 h 5292726"/>
              <a:gd name="connsiteX2933" fmla="*/ 2453728 w 3386022"/>
              <a:gd name="connsiteY2933" fmla="*/ 4427917 h 5292726"/>
              <a:gd name="connsiteX2934" fmla="*/ 2457869 w 3386022"/>
              <a:gd name="connsiteY2934" fmla="*/ 4450893 h 5292726"/>
              <a:gd name="connsiteX2935" fmla="*/ 2451029 w 3386022"/>
              <a:gd name="connsiteY2935" fmla="*/ 4486416 h 5292726"/>
              <a:gd name="connsiteX2936" fmla="*/ 2441051 w 3386022"/>
              <a:gd name="connsiteY2936" fmla="*/ 4519387 h 5292726"/>
              <a:gd name="connsiteX2937" fmla="*/ 2435842 w 3386022"/>
              <a:gd name="connsiteY2937" fmla="*/ 4534661 h 5292726"/>
              <a:gd name="connsiteX2938" fmla="*/ 2417894 w 3386022"/>
              <a:gd name="connsiteY2938" fmla="*/ 4555127 h 5292726"/>
              <a:gd name="connsiteX2939" fmla="*/ 2411618 w 3386022"/>
              <a:gd name="connsiteY2939" fmla="*/ 4583641 h 5292726"/>
              <a:gd name="connsiteX2940" fmla="*/ 2415321 w 3386022"/>
              <a:gd name="connsiteY2940" fmla="*/ 4614102 h 5292726"/>
              <a:gd name="connsiteX2941" fmla="*/ 2427433 w 3386022"/>
              <a:gd name="connsiteY2941" fmla="*/ 4640453 h 5292726"/>
              <a:gd name="connsiteX2942" fmla="*/ 2418836 w 3386022"/>
              <a:gd name="connsiteY2942" fmla="*/ 4644217 h 5292726"/>
              <a:gd name="connsiteX2943" fmla="*/ 2410049 w 3386022"/>
              <a:gd name="connsiteY2943" fmla="*/ 4645299 h 5292726"/>
              <a:gd name="connsiteX2944" fmla="*/ 2400762 w 3386022"/>
              <a:gd name="connsiteY2944" fmla="*/ 4644217 h 5292726"/>
              <a:gd name="connsiteX2945" fmla="*/ 2390595 w 3386022"/>
              <a:gd name="connsiteY2945" fmla="*/ 4641491 h 5292726"/>
              <a:gd name="connsiteX2946" fmla="*/ 2368380 w 3386022"/>
              <a:gd name="connsiteY2946" fmla="*/ 4602074 h 5292726"/>
              <a:gd name="connsiteX2947" fmla="*/ 2336814 w 3386022"/>
              <a:gd name="connsiteY2947" fmla="*/ 4590261 h 5292726"/>
              <a:gd name="connsiteX2948" fmla="*/ 2313594 w 3386022"/>
              <a:gd name="connsiteY2948" fmla="*/ 4588271 h 5292726"/>
              <a:gd name="connsiteX2949" fmla="*/ 2316544 w 3386022"/>
              <a:gd name="connsiteY2949" fmla="*/ 4578319 h 5292726"/>
              <a:gd name="connsiteX2950" fmla="*/ 2335433 w 3386022"/>
              <a:gd name="connsiteY2950" fmla="*/ 4550065 h 5292726"/>
              <a:gd name="connsiteX2951" fmla="*/ 2348361 w 3386022"/>
              <a:gd name="connsiteY2951" fmla="*/ 4508960 h 5292726"/>
              <a:gd name="connsiteX2952" fmla="*/ 2342022 w 3386022"/>
              <a:gd name="connsiteY2952" fmla="*/ 4472960 h 5292726"/>
              <a:gd name="connsiteX2953" fmla="*/ 2303052 w 3386022"/>
              <a:gd name="connsiteY2953" fmla="*/ 4460066 h 5292726"/>
              <a:gd name="connsiteX2954" fmla="*/ 2301420 w 3386022"/>
              <a:gd name="connsiteY2954" fmla="*/ 4482565 h 5292726"/>
              <a:gd name="connsiteX2955" fmla="*/ 2295082 w 3386022"/>
              <a:gd name="connsiteY2955" fmla="*/ 4529382 h 5292726"/>
              <a:gd name="connsiteX2956" fmla="*/ 2285668 w 3386022"/>
              <a:gd name="connsiteY2956" fmla="*/ 4578968 h 5292726"/>
              <a:gd name="connsiteX2957" fmla="*/ 2274875 w 3386022"/>
              <a:gd name="connsiteY2957" fmla="*/ 4609732 h 5292726"/>
              <a:gd name="connsiteX2958" fmla="*/ 2263139 w 3386022"/>
              <a:gd name="connsiteY2958" fmla="*/ 4613323 h 5292726"/>
              <a:gd name="connsiteX2959" fmla="*/ 2240171 w 3386022"/>
              <a:gd name="connsiteY2959" fmla="*/ 4616136 h 5292726"/>
              <a:gd name="connsiteX2960" fmla="*/ 2216889 w 3386022"/>
              <a:gd name="connsiteY2960" fmla="*/ 4615962 h 5292726"/>
              <a:gd name="connsiteX2961" fmla="*/ 2204086 w 3386022"/>
              <a:gd name="connsiteY2961" fmla="*/ 4610597 h 5292726"/>
              <a:gd name="connsiteX2962" fmla="*/ 2196995 w 3386022"/>
              <a:gd name="connsiteY2962" fmla="*/ 4600732 h 5292726"/>
              <a:gd name="connsiteX2963" fmla="*/ 2186766 w 3386022"/>
              <a:gd name="connsiteY2963" fmla="*/ 4592165 h 5292726"/>
              <a:gd name="connsiteX2964" fmla="*/ 2175156 w 3386022"/>
              <a:gd name="connsiteY2964" fmla="*/ 4584377 h 5292726"/>
              <a:gd name="connsiteX2965" fmla="*/ 2163986 w 3386022"/>
              <a:gd name="connsiteY2965" fmla="*/ 4576848 h 5292726"/>
              <a:gd name="connsiteX2966" fmla="*/ 2173775 w 3386022"/>
              <a:gd name="connsiteY2966" fmla="*/ 4564040 h 5292726"/>
              <a:gd name="connsiteX2967" fmla="*/ 2184820 w 3386022"/>
              <a:gd name="connsiteY2967" fmla="*/ 4555170 h 5292726"/>
              <a:gd name="connsiteX2968" fmla="*/ 2180490 w 3386022"/>
              <a:gd name="connsiteY2968" fmla="*/ 4548161 h 5292726"/>
              <a:gd name="connsiteX2969" fmla="*/ 2144281 w 3386022"/>
              <a:gd name="connsiteY2969" fmla="*/ 4540978 h 5292726"/>
              <a:gd name="connsiteX2970" fmla="*/ 2133675 w 3386022"/>
              <a:gd name="connsiteY2970" fmla="*/ 4564040 h 5292726"/>
              <a:gd name="connsiteX2971" fmla="*/ 2139636 w 3386022"/>
              <a:gd name="connsiteY2971" fmla="*/ 4601554 h 5292726"/>
              <a:gd name="connsiteX2972" fmla="*/ 2146790 w 3386022"/>
              <a:gd name="connsiteY2972" fmla="*/ 4637943 h 5292726"/>
              <a:gd name="connsiteX2973" fmla="*/ 2139762 w 3386022"/>
              <a:gd name="connsiteY2973" fmla="*/ 4657717 h 5292726"/>
              <a:gd name="connsiteX2974" fmla="*/ 2104808 w 3386022"/>
              <a:gd name="connsiteY2974" fmla="*/ 4642529 h 5292726"/>
              <a:gd name="connsiteX2975" fmla="*/ 2082905 w 3386022"/>
              <a:gd name="connsiteY2975" fmla="*/ 4632188 h 5292726"/>
              <a:gd name="connsiteX2976" fmla="*/ 2073869 w 3386022"/>
              <a:gd name="connsiteY2976" fmla="*/ 4623578 h 5292726"/>
              <a:gd name="connsiteX2977" fmla="*/ 2077571 w 3386022"/>
              <a:gd name="connsiteY2977" fmla="*/ 4613626 h 5292726"/>
              <a:gd name="connsiteX2978" fmla="*/ 2079956 w 3386022"/>
              <a:gd name="connsiteY2978" fmla="*/ 4609602 h 5292726"/>
              <a:gd name="connsiteX2979" fmla="*/ 2078262 w 3386022"/>
              <a:gd name="connsiteY2979" fmla="*/ 4605795 h 5292726"/>
              <a:gd name="connsiteX2980" fmla="*/ 2071421 w 3386022"/>
              <a:gd name="connsiteY2980" fmla="*/ 4600256 h 5292726"/>
              <a:gd name="connsiteX2981" fmla="*/ 2058369 w 3386022"/>
              <a:gd name="connsiteY2981" fmla="*/ 4591083 h 5292726"/>
              <a:gd name="connsiteX2982" fmla="*/ 2049081 w 3386022"/>
              <a:gd name="connsiteY2982" fmla="*/ 4618905 h 5292726"/>
              <a:gd name="connsiteX2983" fmla="*/ 2064832 w 3386022"/>
              <a:gd name="connsiteY2983" fmla="*/ 4650447 h 5292726"/>
              <a:gd name="connsiteX2984" fmla="*/ 2077132 w 3386022"/>
              <a:gd name="connsiteY2984" fmla="*/ 4685409 h 5292726"/>
              <a:gd name="connsiteX2985" fmla="*/ 2057490 w 3386022"/>
              <a:gd name="connsiteY2985" fmla="*/ 4723442 h 5292726"/>
              <a:gd name="connsiteX2986" fmla="*/ 2053034 w 3386022"/>
              <a:gd name="connsiteY2986" fmla="*/ 4709552 h 5292726"/>
              <a:gd name="connsiteX2987" fmla="*/ 2056360 w 3386022"/>
              <a:gd name="connsiteY2987" fmla="*/ 4689822 h 5292726"/>
              <a:gd name="connsiteX2988" fmla="*/ 2048704 w 3386022"/>
              <a:gd name="connsiteY2988" fmla="*/ 4672428 h 5292726"/>
              <a:gd name="connsiteX2989" fmla="*/ 2011239 w 3386022"/>
              <a:gd name="connsiteY2989" fmla="*/ 4665462 h 5292726"/>
              <a:gd name="connsiteX2990" fmla="*/ 2014565 w 3386022"/>
              <a:gd name="connsiteY2990" fmla="*/ 4634958 h 5292726"/>
              <a:gd name="connsiteX2991" fmla="*/ 2001009 w 3386022"/>
              <a:gd name="connsiteY2991" fmla="*/ 4630891 h 5292726"/>
              <a:gd name="connsiteX2992" fmla="*/ 1979422 w 3386022"/>
              <a:gd name="connsiteY2992" fmla="*/ 4639847 h 5292726"/>
              <a:gd name="connsiteX2993" fmla="*/ 1958712 w 3386022"/>
              <a:gd name="connsiteY2993" fmla="*/ 4648414 h 5292726"/>
              <a:gd name="connsiteX2994" fmla="*/ 1967938 w 3386022"/>
              <a:gd name="connsiteY2994" fmla="*/ 4618472 h 5292726"/>
              <a:gd name="connsiteX2995" fmla="*/ 1973774 w 3386022"/>
              <a:gd name="connsiteY2995" fmla="*/ 4578708 h 5292726"/>
              <a:gd name="connsiteX2996" fmla="*/ 1968439 w 3386022"/>
              <a:gd name="connsiteY2996" fmla="*/ 4542795 h 5292726"/>
              <a:gd name="connsiteX2997" fmla="*/ 1944090 w 3386022"/>
              <a:gd name="connsiteY2997" fmla="*/ 4524363 h 5292726"/>
              <a:gd name="connsiteX2998" fmla="*/ 1931351 w 3386022"/>
              <a:gd name="connsiteY2998" fmla="*/ 4527132 h 5292726"/>
              <a:gd name="connsiteX2999" fmla="*/ 1920243 w 3386022"/>
              <a:gd name="connsiteY2999" fmla="*/ 4532152 h 5292726"/>
              <a:gd name="connsiteX3000" fmla="*/ 1907692 w 3386022"/>
              <a:gd name="connsiteY3000" fmla="*/ 4536478 h 5292726"/>
              <a:gd name="connsiteX3001" fmla="*/ 1890623 w 3386022"/>
              <a:gd name="connsiteY3001" fmla="*/ 4537084 h 5292726"/>
              <a:gd name="connsiteX3002" fmla="*/ 1883783 w 3386022"/>
              <a:gd name="connsiteY3002" fmla="*/ 4524795 h 5292726"/>
              <a:gd name="connsiteX3003" fmla="*/ 1879389 w 3386022"/>
              <a:gd name="connsiteY3003" fmla="*/ 4518263 h 5292726"/>
              <a:gd name="connsiteX3004" fmla="*/ 1869223 w 3386022"/>
              <a:gd name="connsiteY3004" fmla="*/ 4515103 h 5292726"/>
              <a:gd name="connsiteX3005" fmla="*/ 1845126 w 3386022"/>
              <a:gd name="connsiteY3005" fmla="*/ 4512897 h 5292726"/>
              <a:gd name="connsiteX3006" fmla="*/ 1842176 w 3386022"/>
              <a:gd name="connsiteY3006" fmla="*/ 4522286 h 5292726"/>
              <a:gd name="connsiteX3007" fmla="*/ 1839164 w 3386022"/>
              <a:gd name="connsiteY3007" fmla="*/ 4531891 h 5292726"/>
              <a:gd name="connsiteX3008" fmla="*/ 1836026 w 3386022"/>
              <a:gd name="connsiteY3008" fmla="*/ 4541887 h 5292726"/>
              <a:gd name="connsiteX3009" fmla="*/ 1832700 w 3386022"/>
              <a:gd name="connsiteY3009" fmla="*/ 4552444 h 5292726"/>
              <a:gd name="connsiteX3010" fmla="*/ 1840168 w 3386022"/>
              <a:gd name="connsiteY3010" fmla="*/ 4559411 h 5292726"/>
              <a:gd name="connsiteX3011" fmla="*/ 1848264 w 3386022"/>
              <a:gd name="connsiteY3011" fmla="*/ 4566982 h 5292726"/>
              <a:gd name="connsiteX3012" fmla="*/ 1856986 w 3386022"/>
              <a:gd name="connsiteY3012" fmla="*/ 4575117 h 5292726"/>
              <a:gd name="connsiteX3013" fmla="*/ 1866211 w 3386022"/>
              <a:gd name="connsiteY3013" fmla="*/ 4583771 h 5292726"/>
              <a:gd name="connsiteX3014" fmla="*/ 1872111 w 3386022"/>
              <a:gd name="connsiteY3014" fmla="*/ 4578232 h 5292726"/>
              <a:gd name="connsiteX3015" fmla="*/ 1877696 w 3386022"/>
              <a:gd name="connsiteY3015" fmla="*/ 4572953 h 5292726"/>
              <a:gd name="connsiteX3016" fmla="*/ 1883343 w 3386022"/>
              <a:gd name="connsiteY3016" fmla="*/ 4567632 h 5292726"/>
              <a:gd name="connsiteX3017" fmla="*/ 1889431 w 3386022"/>
              <a:gd name="connsiteY3017" fmla="*/ 4561920 h 5292726"/>
              <a:gd name="connsiteX3018" fmla="*/ 1906500 w 3386022"/>
              <a:gd name="connsiteY3018" fmla="*/ 4572953 h 5292726"/>
              <a:gd name="connsiteX3019" fmla="*/ 1921122 w 3386022"/>
              <a:gd name="connsiteY3019" fmla="*/ 4583944 h 5292726"/>
              <a:gd name="connsiteX3020" fmla="*/ 1929657 w 3386022"/>
              <a:gd name="connsiteY3020" fmla="*/ 4596232 h 5292726"/>
              <a:gd name="connsiteX3021" fmla="*/ 1928465 w 3386022"/>
              <a:gd name="connsiteY3021" fmla="*/ 4611159 h 5292726"/>
              <a:gd name="connsiteX3022" fmla="*/ 1860563 w 3386022"/>
              <a:gd name="connsiteY3022" fmla="*/ 4598655 h 5292726"/>
              <a:gd name="connsiteX3023" fmla="*/ 1833955 w 3386022"/>
              <a:gd name="connsiteY3023" fmla="*/ 4597270 h 5292726"/>
              <a:gd name="connsiteX3024" fmla="*/ 1820776 w 3386022"/>
              <a:gd name="connsiteY3024" fmla="*/ 4598266 h 5292726"/>
              <a:gd name="connsiteX3025" fmla="*/ 1793101 w 3386022"/>
              <a:gd name="connsiteY3025" fmla="*/ 4592900 h 5292726"/>
              <a:gd name="connsiteX3026" fmla="*/ 1794796 w 3386022"/>
              <a:gd name="connsiteY3026" fmla="*/ 4548551 h 5292726"/>
              <a:gd name="connsiteX3027" fmla="*/ 1780613 w 3386022"/>
              <a:gd name="connsiteY3027" fmla="*/ 4546862 h 5292726"/>
              <a:gd name="connsiteX3028" fmla="*/ 1756765 w 3386022"/>
              <a:gd name="connsiteY3028" fmla="*/ 4570574 h 5292726"/>
              <a:gd name="connsiteX3029" fmla="*/ 1729342 w 3386022"/>
              <a:gd name="connsiteY3029" fmla="*/ 4602463 h 5292726"/>
              <a:gd name="connsiteX3030" fmla="*/ 1715472 w 3386022"/>
              <a:gd name="connsiteY3030" fmla="*/ 4600213 h 5292726"/>
              <a:gd name="connsiteX3031" fmla="*/ 1701980 w 3386022"/>
              <a:gd name="connsiteY3031" fmla="*/ 4596838 h 5292726"/>
              <a:gd name="connsiteX3032" fmla="*/ 1687494 w 3386022"/>
              <a:gd name="connsiteY3032" fmla="*/ 4595064 h 5292726"/>
              <a:gd name="connsiteX3033" fmla="*/ 1670552 w 3386022"/>
              <a:gd name="connsiteY3033" fmla="*/ 4597574 h 5292726"/>
              <a:gd name="connsiteX3034" fmla="*/ 1671618 w 3386022"/>
              <a:gd name="connsiteY3034" fmla="*/ 4608434 h 5292726"/>
              <a:gd name="connsiteX3035" fmla="*/ 1679522 w 3386022"/>
              <a:gd name="connsiteY3035" fmla="*/ 4625569 h 5292726"/>
              <a:gd name="connsiteX3036" fmla="*/ 1696709 w 3386022"/>
              <a:gd name="connsiteY3036" fmla="*/ 4634784 h 5292726"/>
              <a:gd name="connsiteX3037" fmla="*/ 1725639 w 3386022"/>
              <a:gd name="connsiteY3037" fmla="*/ 4621977 h 5292726"/>
              <a:gd name="connsiteX3038" fmla="*/ 1736307 w 3386022"/>
              <a:gd name="connsiteY3038" fmla="*/ 4626780 h 5292726"/>
              <a:gd name="connsiteX3039" fmla="*/ 1746725 w 3386022"/>
              <a:gd name="connsiteY3039" fmla="*/ 4631453 h 5292726"/>
              <a:gd name="connsiteX3040" fmla="*/ 1757268 w 3386022"/>
              <a:gd name="connsiteY3040" fmla="*/ 4636212 h 5292726"/>
              <a:gd name="connsiteX3041" fmla="*/ 1768313 w 3386022"/>
              <a:gd name="connsiteY3041" fmla="*/ 4641188 h 5292726"/>
              <a:gd name="connsiteX3042" fmla="*/ 1754883 w 3386022"/>
              <a:gd name="connsiteY3042" fmla="*/ 4653866 h 5292726"/>
              <a:gd name="connsiteX3043" fmla="*/ 1748607 w 3386022"/>
              <a:gd name="connsiteY3043" fmla="*/ 4666804 h 5292726"/>
              <a:gd name="connsiteX3044" fmla="*/ 1749926 w 3386022"/>
              <a:gd name="connsiteY3044" fmla="*/ 4680043 h 5292726"/>
              <a:gd name="connsiteX3045" fmla="*/ 1759276 w 3386022"/>
              <a:gd name="connsiteY3045" fmla="*/ 4693630 h 5292726"/>
              <a:gd name="connsiteX3046" fmla="*/ 1724384 w 3386022"/>
              <a:gd name="connsiteY3046" fmla="*/ 4700163 h 5292726"/>
              <a:gd name="connsiteX3047" fmla="*/ 1721873 w 3386022"/>
              <a:gd name="connsiteY3047" fmla="*/ 4688567 h 5292726"/>
              <a:gd name="connsiteX3048" fmla="*/ 1721623 w 3386022"/>
              <a:gd name="connsiteY3048" fmla="*/ 4671822 h 5292726"/>
              <a:gd name="connsiteX3049" fmla="*/ 1693508 w 3386022"/>
              <a:gd name="connsiteY3049" fmla="*/ 4662866 h 5292726"/>
              <a:gd name="connsiteX3050" fmla="*/ 1675445 w 3386022"/>
              <a:gd name="connsiteY3050" fmla="*/ 4666500 h 5292726"/>
              <a:gd name="connsiteX3051" fmla="*/ 1671115 w 3386022"/>
              <a:gd name="connsiteY3051" fmla="*/ 4677317 h 5292726"/>
              <a:gd name="connsiteX3052" fmla="*/ 1671555 w 3386022"/>
              <a:gd name="connsiteY3052" fmla="*/ 4693976 h 5292726"/>
              <a:gd name="connsiteX3053" fmla="*/ 1667791 w 3386022"/>
              <a:gd name="connsiteY3053" fmla="*/ 4715091 h 5292726"/>
              <a:gd name="connsiteX3054" fmla="*/ 1662642 w 3386022"/>
              <a:gd name="connsiteY3054" fmla="*/ 4716043 h 5292726"/>
              <a:gd name="connsiteX3055" fmla="*/ 1657243 w 3386022"/>
              <a:gd name="connsiteY3055" fmla="*/ 4717038 h 5292726"/>
              <a:gd name="connsiteX3056" fmla="*/ 1651909 w 3386022"/>
              <a:gd name="connsiteY3056" fmla="*/ 4717990 h 5292726"/>
              <a:gd name="connsiteX3057" fmla="*/ 1646889 w 3386022"/>
              <a:gd name="connsiteY3057" fmla="*/ 4718899 h 5292726"/>
              <a:gd name="connsiteX3058" fmla="*/ 1638919 w 3386022"/>
              <a:gd name="connsiteY3058" fmla="*/ 4734476 h 5292726"/>
              <a:gd name="connsiteX3059" fmla="*/ 1630887 w 3386022"/>
              <a:gd name="connsiteY3059" fmla="*/ 4750139 h 5292726"/>
              <a:gd name="connsiteX3060" fmla="*/ 1622727 w 3386022"/>
              <a:gd name="connsiteY3060" fmla="*/ 4766148 h 5292726"/>
              <a:gd name="connsiteX3061" fmla="*/ 1614255 w 3386022"/>
              <a:gd name="connsiteY3061" fmla="*/ 4782763 h 5292726"/>
              <a:gd name="connsiteX3062" fmla="*/ 1617203 w 3386022"/>
              <a:gd name="connsiteY3062" fmla="*/ 4784753 h 5292726"/>
              <a:gd name="connsiteX3063" fmla="*/ 1621219 w 3386022"/>
              <a:gd name="connsiteY3063" fmla="*/ 4787436 h 5292726"/>
              <a:gd name="connsiteX3064" fmla="*/ 1626113 w 3386022"/>
              <a:gd name="connsiteY3064" fmla="*/ 4790724 h 5292726"/>
              <a:gd name="connsiteX3065" fmla="*/ 1631763 w 3386022"/>
              <a:gd name="connsiteY3065" fmla="*/ 4794532 h 5292726"/>
              <a:gd name="connsiteX3066" fmla="*/ 1629757 w 3386022"/>
              <a:gd name="connsiteY3066" fmla="*/ 4800590 h 5292726"/>
              <a:gd name="connsiteX3067" fmla="*/ 1627495 w 3386022"/>
              <a:gd name="connsiteY3067" fmla="*/ 4807383 h 5292726"/>
              <a:gd name="connsiteX3068" fmla="*/ 1624860 w 3386022"/>
              <a:gd name="connsiteY3068" fmla="*/ 4815258 h 5292726"/>
              <a:gd name="connsiteX3069" fmla="*/ 1621785 w 3386022"/>
              <a:gd name="connsiteY3069" fmla="*/ 4824561 h 5292726"/>
              <a:gd name="connsiteX3070" fmla="*/ 1610739 w 3386022"/>
              <a:gd name="connsiteY3070" fmla="*/ 4811667 h 5292726"/>
              <a:gd name="connsiteX3071" fmla="*/ 1601641 w 3386022"/>
              <a:gd name="connsiteY3071" fmla="*/ 4799638 h 5292726"/>
              <a:gd name="connsiteX3072" fmla="*/ 1590470 w 3386022"/>
              <a:gd name="connsiteY3072" fmla="*/ 4789253 h 5292726"/>
              <a:gd name="connsiteX3073" fmla="*/ 1573212 w 3386022"/>
              <a:gd name="connsiteY3073" fmla="*/ 4781379 h 5292726"/>
              <a:gd name="connsiteX3074" fmla="*/ 1579552 w 3386022"/>
              <a:gd name="connsiteY3074" fmla="*/ 4758403 h 5292726"/>
              <a:gd name="connsiteX3075" fmla="*/ 1569699 w 3386022"/>
              <a:gd name="connsiteY3075" fmla="*/ 4750528 h 5292726"/>
              <a:gd name="connsiteX3076" fmla="*/ 1554576 w 3386022"/>
              <a:gd name="connsiteY3076" fmla="*/ 4752086 h 5292726"/>
              <a:gd name="connsiteX3077" fmla="*/ 1545164 w 3386022"/>
              <a:gd name="connsiteY3077" fmla="*/ 4757494 h 5292726"/>
              <a:gd name="connsiteX3078" fmla="*/ 1537570 w 3386022"/>
              <a:gd name="connsiteY3078" fmla="*/ 4809201 h 5292726"/>
              <a:gd name="connsiteX3079" fmla="*/ 1562106 w 3386022"/>
              <a:gd name="connsiteY3079" fmla="*/ 4828369 h 5292726"/>
              <a:gd name="connsiteX3080" fmla="*/ 1572836 w 3386022"/>
              <a:gd name="connsiteY3080" fmla="*/ 4832003 h 5292726"/>
              <a:gd name="connsiteX3081" fmla="*/ 1523953 w 3386022"/>
              <a:gd name="connsiteY3081" fmla="*/ 4837152 h 5292726"/>
              <a:gd name="connsiteX3082" fmla="*/ 1526337 w 3386022"/>
              <a:gd name="connsiteY3082" fmla="*/ 4841652 h 5292726"/>
              <a:gd name="connsiteX3083" fmla="*/ 1528659 w 3386022"/>
              <a:gd name="connsiteY3083" fmla="*/ 4846022 h 5292726"/>
              <a:gd name="connsiteX3084" fmla="*/ 1530979 w 3386022"/>
              <a:gd name="connsiteY3084" fmla="*/ 4850478 h 5292726"/>
              <a:gd name="connsiteX3085" fmla="*/ 1533492 w 3386022"/>
              <a:gd name="connsiteY3085" fmla="*/ 4855282 h 5292726"/>
              <a:gd name="connsiteX3086" fmla="*/ 1528534 w 3386022"/>
              <a:gd name="connsiteY3086" fmla="*/ 4855411 h 5292726"/>
              <a:gd name="connsiteX3087" fmla="*/ 1523513 w 3386022"/>
              <a:gd name="connsiteY3087" fmla="*/ 4855541 h 5292726"/>
              <a:gd name="connsiteX3088" fmla="*/ 1518115 w 3386022"/>
              <a:gd name="connsiteY3088" fmla="*/ 4855671 h 5292726"/>
              <a:gd name="connsiteX3089" fmla="*/ 1512029 w 3386022"/>
              <a:gd name="connsiteY3089" fmla="*/ 4855844 h 5292726"/>
              <a:gd name="connsiteX3090" fmla="*/ 1511276 w 3386022"/>
              <a:gd name="connsiteY3090" fmla="*/ 4739148 h 5292726"/>
              <a:gd name="connsiteX3091" fmla="*/ 1516987 w 3386022"/>
              <a:gd name="connsiteY3091" fmla="*/ 4684543 h 5292726"/>
              <a:gd name="connsiteX3092" fmla="*/ 1513096 w 3386022"/>
              <a:gd name="connsiteY3092" fmla="*/ 4659058 h 5292726"/>
              <a:gd name="connsiteX3093" fmla="*/ 1483536 w 3386022"/>
              <a:gd name="connsiteY3093" fmla="*/ 4629766 h 5292726"/>
              <a:gd name="connsiteX3094" fmla="*/ 1464456 w 3386022"/>
              <a:gd name="connsiteY3094" fmla="*/ 4690168 h 5292726"/>
              <a:gd name="connsiteX3095" fmla="*/ 1431948 w 3386022"/>
              <a:gd name="connsiteY3095" fmla="*/ 4821704 h 5292726"/>
              <a:gd name="connsiteX3096" fmla="*/ 1420087 w 3386022"/>
              <a:gd name="connsiteY3096" fmla="*/ 4954021 h 5292726"/>
              <a:gd name="connsiteX3097" fmla="*/ 1462889 w 3386022"/>
              <a:gd name="connsiteY3097" fmla="*/ 5016847 h 5292726"/>
              <a:gd name="connsiteX3098" fmla="*/ 1446444 w 3386022"/>
              <a:gd name="connsiteY3098" fmla="*/ 5020222 h 5292726"/>
              <a:gd name="connsiteX3099" fmla="*/ 1433140 w 3386022"/>
              <a:gd name="connsiteY3099" fmla="*/ 5020870 h 5292726"/>
              <a:gd name="connsiteX3100" fmla="*/ 1415883 w 3386022"/>
              <a:gd name="connsiteY3100" fmla="*/ 5018405 h 5292726"/>
              <a:gd name="connsiteX3101" fmla="*/ 1387644 w 3386022"/>
              <a:gd name="connsiteY3101" fmla="*/ 5012347 h 5292726"/>
              <a:gd name="connsiteX3102" fmla="*/ 1383188 w 3386022"/>
              <a:gd name="connsiteY3102" fmla="*/ 4961635 h 5292726"/>
              <a:gd name="connsiteX3103" fmla="*/ 1386200 w 3386022"/>
              <a:gd name="connsiteY3103" fmla="*/ 4931737 h 5292726"/>
              <a:gd name="connsiteX3104" fmla="*/ 1391157 w 3386022"/>
              <a:gd name="connsiteY3104" fmla="*/ 4913824 h 5292726"/>
              <a:gd name="connsiteX3105" fmla="*/ 1392538 w 3386022"/>
              <a:gd name="connsiteY3105" fmla="*/ 4899026 h 5292726"/>
              <a:gd name="connsiteX3106" fmla="*/ 1372144 w 3386022"/>
              <a:gd name="connsiteY3106" fmla="*/ 4894050 h 5292726"/>
              <a:gd name="connsiteX3107" fmla="*/ 1351874 w 3386022"/>
              <a:gd name="connsiteY3107" fmla="*/ 4889724 h 5292726"/>
              <a:gd name="connsiteX3108" fmla="*/ 1331540 w 3386022"/>
              <a:gd name="connsiteY3108" fmla="*/ 4887041 h 5292726"/>
              <a:gd name="connsiteX3109" fmla="*/ 1310894 w 3386022"/>
              <a:gd name="connsiteY3109" fmla="*/ 4886867 h 5292726"/>
              <a:gd name="connsiteX3110" fmla="*/ 1305686 w 3386022"/>
              <a:gd name="connsiteY3110" fmla="*/ 4882065 h 5292726"/>
              <a:gd name="connsiteX3111" fmla="*/ 1306313 w 3386022"/>
              <a:gd name="connsiteY3111" fmla="*/ 4877738 h 5292726"/>
              <a:gd name="connsiteX3112" fmla="*/ 1311207 w 3386022"/>
              <a:gd name="connsiteY3112" fmla="*/ 4871204 h 5292726"/>
              <a:gd name="connsiteX3113" fmla="*/ 1318926 w 3386022"/>
              <a:gd name="connsiteY3113" fmla="*/ 4859695 h 5292726"/>
              <a:gd name="connsiteX3114" fmla="*/ 1332419 w 3386022"/>
              <a:gd name="connsiteY3114" fmla="*/ 4862378 h 5292726"/>
              <a:gd name="connsiteX3115" fmla="*/ 1336247 w 3386022"/>
              <a:gd name="connsiteY3115" fmla="*/ 4870382 h 5292726"/>
              <a:gd name="connsiteX3116" fmla="*/ 1341269 w 3386022"/>
              <a:gd name="connsiteY3116" fmla="*/ 4878387 h 5292726"/>
              <a:gd name="connsiteX3117" fmla="*/ 1358338 w 3386022"/>
              <a:gd name="connsiteY3117" fmla="*/ 4881070 h 5292726"/>
              <a:gd name="connsiteX3118" fmla="*/ 1391785 w 3386022"/>
              <a:gd name="connsiteY3118" fmla="*/ 4876959 h 5292726"/>
              <a:gd name="connsiteX3119" fmla="*/ 1407223 w 3386022"/>
              <a:gd name="connsiteY3119" fmla="*/ 4870599 h 5292726"/>
              <a:gd name="connsiteX3120" fmla="*/ 1412118 w 3386022"/>
              <a:gd name="connsiteY3120" fmla="*/ 4862334 h 5292726"/>
              <a:gd name="connsiteX3121" fmla="*/ 1413937 w 3386022"/>
              <a:gd name="connsiteY3121" fmla="*/ 4852512 h 5292726"/>
              <a:gd name="connsiteX3122" fmla="*/ 1410736 w 3386022"/>
              <a:gd name="connsiteY3122" fmla="*/ 4851690 h 5292726"/>
              <a:gd name="connsiteX3123" fmla="*/ 1407410 w 3386022"/>
              <a:gd name="connsiteY3123" fmla="*/ 4850825 h 5292726"/>
              <a:gd name="connsiteX3124" fmla="*/ 1403833 w 3386022"/>
              <a:gd name="connsiteY3124" fmla="*/ 4849873 h 5292726"/>
              <a:gd name="connsiteX3125" fmla="*/ 1399818 w 3386022"/>
              <a:gd name="connsiteY3125" fmla="*/ 4848791 h 5292726"/>
              <a:gd name="connsiteX3126" fmla="*/ 1403081 w 3386022"/>
              <a:gd name="connsiteY3126" fmla="*/ 4838579 h 5292726"/>
              <a:gd name="connsiteX3127" fmla="*/ 1404461 w 3386022"/>
              <a:gd name="connsiteY3127" fmla="*/ 4828541 h 5292726"/>
              <a:gd name="connsiteX3128" fmla="*/ 1399692 w 3386022"/>
              <a:gd name="connsiteY3128" fmla="*/ 4819152 h 5292726"/>
              <a:gd name="connsiteX3129" fmla="*/ 1384506 w 3386022"/>
              <a:gd name="connsiteY3129" fmla="*/ 4811018 h 5292726"/>
              <a:gd name="connsiteX3130" fmla="*/ 1388271 w 3386022"/>
              <a:gd name="connsiteY3130" fmla="*/ 4803705 h 5292726"/>
              <a:gd name="connsiteX3131" fmla="*/ 1396114 w 3386022"/>
              <a:gd name="connsiteY3131" fmla="*/ 4789384 h 5292726"/>
              <a:gd name="connsiteX3132" fmla="*/ 1404461 w 3386022"/>
              <a:gd name="connsiteY3132" fmla="*/ 4775278 h 5292726"/>
              <a:gd name="connsiteX3133" fmla="*/ 1409795 w 3386022"/>
              <a:gd name="connsiteY3133" fmla="*/ 4768701 h 5292726"/>
              <a:gd name="connsiteX3134" fmla="*/ 1424480 w 3386022"/>
              <a:gd name="connsiteY3134" fmla="*/ 4762860 h 5292726"/>
              <a:gd name="connsiteX3135" fmla="*/ 1426300 w 3386022"/>
              <a:gd name="connsiteY3135" fmla="*/ 4752302 h 5292726"/>
              <a:gd name="connsiteX3136" fmla="*/ 1419586 w 3386022"/>
              <a:gd name="connsiteY3136" fmla="*/ 4736596 h 5292726"/>
              <a:gd name="connsiteX3137" fmla="*/ 1408729 w 3386022"/>
              <a:gd name="connsiteY3137" fmla="*/ 4715394 h 5292726"/>
              <a:gd name="connsiteX3138" fmla="*/ 1415067 w 3386022"/>
              <a:gd name="connsiteY3138" fmla="*/ 4711846 h 5292726"/>
              <a:gd name="connsiteX3139" fmla="*/ 1421279 w 3386022"/>
              <a:gd name="connsiteY3139" fmla="*/ 4708384 h 5292726"/>
              <a:gd name="connsiteX3140" fmla="*/ 1427367 w 3386022"/>
              <a:gd name="connsiteY3140" fmla="*/ 4705009 h 5292726"/>
              <a:gd name="connsiteX3141" fmla="*/ 1433203 w 3386022"/>
              <a:gd name="connsiteY3141" fmla="*/ 4701764 h 5292726"/>
              <a:gd name="connsiteX3142" fmla="*/ 1432890 w 3386022"/>
              <a:gd name="connsiteY3142" fmla="*/ 4683246 h 5292726"/>
              <a:gd name="connsiteX3143" fmla="*/ 1437032 w 3386022"/>
              <a:gd name="connsiteY3143" fmla="*/ 4658236 h 5292726"/>
              <a:gd name="connsiteX3144" fmla="*/ 1442302 w 3386022"/>
              <a:gd name="connsiteY3144" fmla="*/ 4636083 h 5292726"/>
              <a:gd name="connsiteX3145" fmla="*/ 1445315 w 3386022"/>
              <a:gd name="connsiteY3145" fmla="*/ 4626044 h 5292726"/>
              <a:gd name="connsiteX3146" fmla="*/ 1416134 w 3386022"/>
              <a:gd name="connsiteY3146" fmla="*/ 4615054 h 5292726"/>
              <a:gd name="connsiteX3147" fmla="*/ 1402894 w 3386022"/>
              <a:gd name="connsiteY3147" fmla="*/ 4615573 h 5292726"/>
              <a:gd name="connsiteX3148" fmla="*/ 1391409 w 3386022"/>
              <a:gd name="connsiteY3148" fmla="*/ 4621587 h 5292726"/>
              <a:gd name="connsiteX3149" fmla="*/ 1367625 w 3386022"/>
              <a:gd name="connsiteY3149" fmla="*/ 4626996 h 5292726"/>
              <a:gd name="connsiteX3150" fmla="*/ 1372833 w 3386022"/>
              <a:gd name="connsiteY3150" fmla="*/ 4592728 h 5292726"/>
              <a:gd name="connsiteX3151" fmla="*/ 1372771 w 3386022"/>
              <a:gd name="connsiteY3151" fmla="*/ 4579054 h 5292726"/>
              <a:gd name="connsiteX3152" fmla="*/ 1369571 w 3386022"/>
              <a:gd name="connsiteY3152" fmla="*/ 4573083 h 5292726"/>
              <a:gd name="connsiteX3153" fmla="*/ 1365366 w 3386022"/>
              <a:gd name="connsiteY3153" fmla="*/ 4561877 h 5292726"/>
              <a:gd name="connsiteX3154" fmla="*/ 1352627 w 3386022"/>
              <a:gd name="connsiteY3154" fmla="*/ 4557118 h 5292726"/>
              <a:gd name="connsiteX3155" fmla="*/ 1337188 w 3386022"/>
              <a:gd name="connsiteY3155" fmla="*/ 4553699 h 5292726"/>
              <a:gd name="connsiteX3156" fmla="*/ 1323006 w 3386022"/>
              <a:gd name="connsiteY3156" fmla="*/ 4549026 h 5292726"/>
              <a:gd name="connsiteX3157" fmla="*/ 1314156 w 3386022"/>
              <a:gd name="connsiteY3157" fmla="*/ 4540458 h 5292726"/>
              <a:gd name="connsiteX3158" fmla="*/ 1316855 w 3386022"/>
              <a:gd name="connsiteY3158" fmla="*/ 4538425 h 5292726"/>
              <a:gd name="connsiteX3159" fmla="*/ 1319742 w 3386022"/>
              <a:gd name="connsiteY3159" fmla="*/ 4536219 h 5292726"/>
              <a:gd name="connsiteX3160" fmla="*/ 1322817 w 3386022"/>
              <a:gd name="connsiteY3160" fmla="*/ 4533882 h 5292726"/>
              <a:gd name="connsiteX3161" fmla="*/ 1326144 w 3386022"/>
              <a:gd name="connsiteY3161" fmla="*/ 4531373 h 5292726"/>
              <a:gd name="connsiteX3162" fmla="*/ 1323068 w 3386022"/>
              <a:gd name="connsiteY3162" fmla="*/ 4528647 h 5292726"/>
              <a:gd name="connsiteX3163" fmla="*/ 1319742 w 3386022"/>
              <a:gd name="connsiteY3163" fmla="*/ 4525748 h 5292726"/>
              <a:gd name="connsiteX3164" fmla="*/ 1316039 w 3386022"/>
              <a:gd name="connsiteY3164" fmla="*/ 4522502 h 5292726"/>
              <a:gd name="connsiteX3165" fmla="*/ 1311836 w 3386022"/>
              <a:gd name="connsiteY3165" fmla="*/ 4518781 h 5292726"/>
              <a:gd name="connsiteX3166" fmla="*/ 1317545 w 3386022"/>
              <a:gd name="connsiteY3166" fmla="*/ 4512551 h 5292726"/>
              <a:gd name="connsiteX3167" fmla="*/ 1323633 w 3386022"/>
              <a:gd name="connsiteY3167" fmla="*/ 4505974 h 5292726"/>
              <a:gd name="connsiteX3168" fmla="*/ 1330097 w 3386022"/>
              <a:gd name="connsiteY3168" fmla="*/ 4498964 h 5292726"/>
              <a:gd name="connsiteX3169" fmla="*/ 1336937 w 3386022"/>
              <a:gd name="connsiteY3169" fmla="*/ 4491522 h 5292726"/>
              <a:gd name="connsiteX3170" fmla="*/ 1331289 w 3386022"/>
              <a:gd name="connsiteY3170" fmla="*/ 4488320 h 5292726"/>
              <a:gd name="connsiteX3171" fmla="*/ 1325390 w 3386022"/>
              <a:gd name="connsiteY3171" fmla="*/ 4484946 h 5292726"/>
              <a:gd name="connsiteX3172" fmla="*/ 1319240 w 3386022"/>
              <a:gd name="connsiteY3172" fmla="*/ 4481440 h 5292726"/>
              <a:gd name="connsiteX3173" fmla="*/ 1312840 w 3386022"/>
              <a:gd name="connsiteY3173" fmla="*/ 4477806 h 5292726"/>
              <a:gd name="connsiteX3174" fmla="*/ 1297651 w 3386022"/>
              <a:gd name="connsiteY3174" fmla="*/ 4483474 h 5292726"/>
              <a:gd name="connsiteX3175" fmla="*/ 1279579 w 3386022"/>
              <a:gd name="connsiteY3175" fmla="*/ 4488536 h 5292726"/>
              <a:gd name="connsiteX3176" fmla="*/ 1258617 w 3386022"/>
              <a:gd name="connsiteY3176" fmla="*/ 4488407 h 5292726"/>
              <a:gd name="connsiteX3177" fmla="*/ 1234833 w 3386022"/>
              <a:gd name="connsiteY3177" fmla="*/ 4478498 h 5292726"/>
              <a:gd name="connsiteX3178" fmla="*/ 1242428 w 3386022"/>
              <a:gd name="connsiteY3178" fmla="*/ 4472917 h 5292726"/>
              <a:gd name="connsiteX3179" fmla="*/ 1253348 w 3386022"/>
              <a:gd name="connsiteY3179" fmla="*/ 4471489 h 5292726"/>
              <a:gd name="connsiteX3180" fmla="*/ 1265208 w 3386022"/>
              <a:gd name="connsiteY3180" fmla="*/ 4471186 h 5292726"/>
              <a:gd name="connsiteX3181" fmla="*/ 1275625 w 3386022"/>
              <a:gd name="connsiteY3181" fmla="*/ 4469065 h 5292726"/>
              <a:gd name="connsiteX3182" fmla="*/ 1285598 w 3386022"/>
              <a:gd name="connsiteY3182" fmla="*/ 4453661 h 5292726"/>
              <a:gd name="connsiteX3183" fmla="*/ 1285227 w 3386022"/>
              <a:gd name="connsiteY3183" fmla="*/ 4443840 h 5292726"/>
              <a:gd name="connsiteX3184" fmla="*/ 1272802 w 3386022"/>
              <a:gd name="connsiteY3184" fmla="*/ 4437566 h 5292726"/>
              <a:gd name="connsiteX3185" fmla="*/ 1246570 w 3386022"/>
              <a:gd name="connsiteY3185" fmla="*/ 4432763 h 5292726"/>
              <a:gd name="connsiteX3186" fmla="*/ 1237407 w 3386022"/>
              <a:gd name="connsiteY3186" fmla="*/ 4442196 h 5292726"/>
              <a:gd name="connsiteX3187" fmla="*/ 1232324 w 3386022"/>
              <a:gd name="connsiteY3187" fmla="*/ 4446783 h 5292726"/>
              <a:gd name="connsiteX3188" fmla="*/ 1225233 w 3386022"/>
              <a:gd name="connsiteY3188" fmla="*/ 4450980 h 5292726"/>
              <a:gd name="connsiteX3189" fmla="*/ 1209923 w 3386022"/>
              <a:gd name="connsiteY3189" fmla="*/ 4459243 h 5292726"/>
              <a:gd name="connsiteX3190" fmla="*/ 1215317 w 3386022"/>
              <a:gd name="connsiteY3190" fmla="*/ 4477243 h 5292726"/>
              <a:gd name="connsiteX3191" fmla="*/ 1207726 w 3386022"/>
              <a:gd name="connsiteY3191" fmla="*/ 4481960 h 5292726"/>
              <a:gd name="connsiteX3192" fmla="*/ 1196367 w 3386022"/>
              <a:gd name="connsiteY3192" fmla="*/ 4471143 h 5292726"/>
              <a:gd name="connsiteX3193" fmla="*/ 1190531 w 3386022"/>
              <a:gd name="connsiteY3193" fmla="*/ 4442542 h 5292726"/>
              <a:gd name="connsiteX3194" fmla="*/ 1199254 w 3386022"/>
              <a:gd name="connsiteY3194" fmla="*/ 4439297 h 5292726"/>
              <a:gd name="connsiteX3195" fmla="*/ 1208228 w 3386022"/>
              <a:gd name="connsiteY3195" fmla="*/ 4435922 h 5292726"/>
              <a:gd name="connsiteX3196" fmla="*/ 1217199 w 3386022"/>
              <a:gd name="connsiteY3196" fmla="*/ 4432547 h 5292726"/>
              <a:gd name="connsiteX3197" fmla="*/ 1225924 w 3386022"/>
              <a:gd name="connsiteY3197" fmla="*/ 4429302 h 5292726"/>
              <a:gd name="connsiteX3198" fmla="*/ 1225233 w 3386022"/>
              <a:gd name="connsiteY3198" fmla="*/ 4422811 h 5292726"/>
              <a:gd name="connsiteX3199" fmla="*/ 1217763 w 3386022"/>
              <a:gd name="connsiteY3199" fmla="*/ 4416192 h 5292726"/>
              <a:gd name="connsiteX3200" fmla="*/ 1210298 w 3386022"/>
              <a:gd name="connsiteY3200" fmla="*/ 4410480 h 5292726"/>
              <a:gd name="connsiteX3201" fmla="*/ 1209545 w 3386022"/>
              <a:gd name="connsiteY3201" fmla="*/ 4406759 h 5292726"/>
              <a:gd name="connsiteX3202" fmla="*/ 1217390 w 3386022"/>
              <a:gd name="connsiteY3202" fmla="*/ 4392610 h 5292726"/>
              <a:gd name="connsiteX3203" fmla="*/ 1226110 w 3386022"/>
              <a:gd name="connsiteY3203" fmla="*/ 4363707 h 5292726"/>
              <a:gd name="connsiteX3204" fmla="*/ 1224982 w 3386022"/>
              <a:gd name="connsiteY3204" fmla="*/ 4334803 h 5292726"/>
              <a:gd name="connsiteX3205" fmla="*/ 1203145 w 3386022"/>
              <a:gd name="connsiteY3205" fmla="*/ 4320654 h 5292726"/>
              <a:gd name="connsiteX3206" fmla="*/ 1191535 w 3386022"/>
              <a:gd name="connsiteY3206" fmla="*/ 4322861 h 5292726"/>
              <a:gd name="connsiteX3207" fmla="*/ 1184758 w 3386022"/>
              <a:gd name="connsiteY3207" fmla="*/ 4331212 h 5292726"/>
              <a:gd name="connsiteX3208" fmla="*/ 1179861 w 3386022"/>
              <a:gd name="connsiteY3208" fmla="*/ 4345966 h 5292726"/>
              <a:gd name="connsiteX3209" fmla="*/ 1173964 w 3386022"/>
              <a:gd name="connsiteY3209" fmla="*/ 4367384 h 5292726"/>
              <a:gd name="connsiteX3210" fmla="*/ 1169318 w 3386022"/>
              <a:gd name="connsiteY3210" fmla="*/ 4368769 h 5292726"/>
              <a:gd name="connsiteX3211" fmla="*/ 1164298 w 3386022"/>
              <a:gd name="connsiteY3211" fmla="*/ 4370240 h 5292726"/>
              <a:gd name="connsiteX3212" fmla="*/ 1159090 w 3386022"/>
              <a:gd name="connsiteY3212" fmla="*/ 4371797 h 5292726"/>
              <a:gd name="connsiteX3213" fmla="*/ 1153818 w 3386022"/>
              <a:gd name="connsiteY3213" fmla="*/ 4373355 h 5292726"/>
              <a:gd name="connsiteX3214" fmla="*/ 1153944 w 3386022"/>
              <a:gd name="connsiteY3214" fmla="*/ 4378894 h 5292726"/>
              <a:gd name="connsiteX3215" fmla="*/ 1159654 w 3386022"/>
              <a:gd name="connsiteY3215" fmla="*/ 4382096 h 5292726"/>
              <a:gd name="connsiteX3216" fmla="*/ 1167499 w 3386022"/>
              <a:gd name="connsiteY3216" fmla="*/ 4384389 h 5292726"/>
              <a:gd name="connsiteX3217" fmla="*/ 1173899 w 3386022"/>
              <a:gd name="connsiteY3217" fmla="*/ 4387245 h 5292726"/>
              <a:gd name="connsiteX3218" fmla="*/ 1170573 w 3386022"/>
              <a:gd name="connsiteY3218" fmla="*/ 4389711 h 5292726"/>
              <a:gd name="connsiteX3219" fmla="*/ 1165365 w 3386022"/>
              <a:gd name="connsiteY3219" fmla="*/ 4390879 h 5292726"/>
              <a:gd name="connsiteX3220" fmla="*/ 1151183 w 3386022"/>
              <a:gd name="connsiteY3220" fmla="*/ 4391485 h 5292726"/>
              <a:gd name="connsiteX3221" fmla="*/ 1120933 w 3386022"/>
              <a:gd name="connsiteY3221" fmla="*/ 4392393 h 5292726"/>
              <a:gd name="connsiteX3222" fmla="*/ 1116854 w 3386022"/>
              <a:gd name="connsiteY3222" fmla="*/ 4400788 h 5292726"/>
              <a:gd name="connsiteX3223" fmla="*/ 1116352 w 3386022"/>
              <a:gd name="connsiteY3223" fmla="*/ 4409442 h 5292726"/>
              <a:gd name="connsiteX3224" fmla="*/ 1114030 w 3386022"/>
              <a:gd name="connsiteY3224" fmla="*/ 4417879 h 5292726"/>
              <a:gd name="connsiteX3225" fmla="*/ 1104618 w 3386022"/>
              <a:gd name="connsiteY3225" fmla="*/ 4425710 h 5292726"/>
              <a:gd name="connsiteX3226" fmla="*/ 1096208 w 3386022"/>
              <a:gd name="connsiteY3226" fmla="*/ 4412384 h 5292726"/>
              <a:gd name="connsiteX3227" fmla="*/ 1092505 w 3386022"/>
              <a:gd name="connsiteY3227" fmla="*/ 4399533 h 5292726"/>
              <a:gd name="connsiteX3228" fmla="*/ 1082151 w 3386022"/>
              <a:gd name="connsiteY3228" fmla="*/ 4388932 h 5292726"/>
              <a:gd name="connsiteX3229" fmla="*/ 1053721 w 3386022"/>
              <a:gd name="connsiteY3229" fmla="*/ 4382399 h 5292726"/>
              <a:gd name="connsiteX3230" fmla="*/ 1073615 w 3386022"/>
              <a:gd name="connsiteY3230" fmla="*/ 4367384 h 5292726"/>
              <a:gd name="connsiteX3231" fmla="*/ 1079576 w 3386022"/>
              <a:gd name="connsiteY3231" fmla="*/ 4350553 h 5292726"/>
              <a:gd name="connsiteX3232" fmla="*/ 1075624 w 3386022"/>
              <a:gd name="connsiteY3232" fmla="*/ 4335279 h 5292726"/>
              <a:gd name="connsiteX3233" fmla="*/ 1065771 w 3386022"/>
              <a:gd name="connsiteY3233" fmla="*/ 4324981 h 5292726"/>
              <a:gd name="connsiteX3234" fmla="*/ 1077193 w 3386022"/>
              <a:gd name="connsiteY3234" fmla="*/ 4304688 h 5292726"/>
              <a:gd name="connsiteX3235" fmla="*/ 1074619 w 3386022"/>
              <a:gd name="connsiteY3235" fmla="*/ 4279463 h 5292726"/>
              <a:gd name="connsiteX3236" fmla="*/ 1058993 w 3386022"/>
              <a:gd name="connsiteY3236" fmla="*/ 4259430 h 5292726"/>
              <a:gd name="connsiteX3237" fmla="*/ 1031318 w 3386022"/>
              <a:gd name="connsiteY3237" fmla="*/ 4254584 h 5292726"/>
              <a:gd name="connsiteX3238" fmla="*/ 1021088 w 3386022"/>
              <a:gd name="connsiteY3238" fmla="*/ 4260035 h 5292726"/>
              <a:gd name="connsiteX3239" fmla="*/ 1017196 w 3386022"/>
              <a:gd name="connsiteY3239" fmla="*/ 4269640 h 5292726"/>
              <a:gd name="connsiteX3240" fmla="*/ 1021778 w 3386022"/>
              <a:gd name="connsiteY3240" fmla="*/ 4280198 h 5292726"/>
              <a:gd name="connsiteX3241" fmla="*/ 1036965 w 3386022"/>
              <a:gd name="connsiteY3241" fmla="*/ 4288549 h 5292726"/>
              <a:gd name="connsiteX3242" fmla="*/ 996174 w 3386022"/>
              <a:gd name="connsiteY3242" fmla="*/ 4312260 h 5292726"/>
              <a:gd name="connsiteX3243" fmla="*/ 985443 w 3386022"/>
              <a:gd name="connsiteY3243" fmla="*/ 4319227 h 5292726"/>
              <a:gd name="connsiteX3244" fmla="*/ 982492 w 3386022"/>
              <a:gd name="connsiteY3244" fmla="*/ 4324203 h 5292726"/>
              <a:gd name="connsiteX3245" fmla="*/ 964921 w 3386022"/>
              <a:gd name="connsiteY3245" fmla="*/ 4341942 h 5292726"/>
              <a:gd name="connsiteX3246" fmla="*/ 956763 w 3386022"/>
              <a:gd name="connsiteY3246" fmla="*/ 4337010 h 5292726"/>
              <a:gd name="connsiteX3247" fmla="*/ 955444 w 3386022"/>
              <a:gd name="connsiteY3247" fmla="*/ 4332986 h 5292726"/>
              <a:gd name="connsiteX3248" fmla="*/ 952684 w 3386022"/>
              <a:gd name="connsiteY3248" fmla="*/ 4323424 h 5292726"/>
              <a:gd name="connsiteX3249" fmla="*/ 940194 w 3386022"/>
              <a:gd name="connsiteY3249" fmla="*/ 4301919 h 5292726"/>
              <a:gd name="connsiteX3250" fmla="*/ 935426 w 3386022"/>
              <a:gd name="connsiteY3250" fmla="*/ 4302221 h 5292726"/>
              <a:gd name="connsiteX3251" fmla="*/ 930405 w 3386022"/>
              <a:gd name="connsiteY3251" fmla="*/ 4302568 h 5292726"/>
              <a:gd name="connsiteX3252" fmla="*/ 925070 w 3386022"/>
              <a:gd name="connsiteY3252" fmla="*/ 4302914 h 5292726"/>
              <a:gd name="connsiteX3253" fmla="*/ 919234 w 3386022"/>
              <a:gd name="connsiteY3253" fmla="*/ 4303303 h 5292726"/>
              <a:gd name="connsiteX3254" fmla="*/ 921179 w 3386022"/>
              <a:gd name="connsiteY3254" fmla="*/ 4293395 h 5292726"/>
              <a:gd name="connsiteX3255" fmla="*/ 917979 w 3386022"/>
              <a:gd name="connsiteY3255" fmla="*/ 4284785 h 5292726"/>
              <a:gd name="connsiteX3256" fmla="*/ 907938 w 3386022"/>
              <a:gd name="connsiteY3256" fmla="*/ 4277905 h 5292726"/>
              <a:gd name="connsiteX3257" fmla="*/ 889488 w 3386022"/>
              <a:gd name="connsiteY3257" fmla="*/ 4273102 h 5292726"/>
              <a:gd name="connsiteX3258" fmla="*/ 863506 w 3386022"/>
              <a:gd name="connsiteY3258" fmla="*/ 4288939 h 5292726"/>
              <a:gd name="connsiteX3259" fmla="*/ 848823 w 3386022"/>
              <a:gd name="connsiteY3259" fmla="*/ 4309794 h 5292726"/>
              <a:gd name="connsiteX3260" fmla="*/ 851396 w 3386022"/>
              <a:gd name="connsiteY3260" fmla="*/ 4334413 h 5292726"/>
              <a:gd name="connsiteX3261" fmla="*/ 877312 w 3386022"/>
              <a:gd name="connsiteY3261" fmla="*/ 4361543 h 5292726"/>
              <a:gd name="connsiteX3262" fmla="*/ 876057 w 3386022"/>
              <a:gd name="connsiteY3262" fmla="*/ 4364269 h 5292726"/>
              <a:gd name="connsiteX3263" fmla="*/ 874677 w 3386022"/>
              <a:gd name="connsiteY3263" fmla="*/ 4367254 h 5292726"/>
              <a:gd name="connsiteX3264" fmla="*/ 873170 w 3386022"/>
              <a:gd name="connsiteY3264" fmla="*/ 4370457 h 5292726"/>
              <a:gd name="connsiteX3265" fmla="*/ 871601 w 3386022"/>
              <a:gd name="connsiteY3265" fmla="*/ 4373788 h 5292726"/>
              <a:gd name="connsiteX3266" fmla="*/ 875869 w 3386022"/>
              <a:gd name="connsiteY3266" fmla="*/ 4376297 h 5292726"/>
              <a:gd name="connsiteX3267" fmla="*/ 880324 w 3386022"/>
              <a:gd name="connsiteY3267" fmla="*/ 4378937 h 5292726"/>
              <a:gd name="connsiteX3268" fmla="*/ 885158 w 3386022"/>
              <a:gd name="connsiteY3268" fmla="*/ 4381750 h 5292726"/>
              <a:gd name="connsiteX3269" fmla="*/ 890492 w 3386022"/>
              <a:gd name="connsiteY3269" fmla="*/ 4384908 h 5292726"/>
              <a:gd name="connsiteX3270" fmla="*/ 881455 w 3386022"/>
              <a:gd name="connsiteY3270" fmla="*/ 4386250 h 5292726"/>
              <a:gd name="connsiteX3271" fmla="*/ 872793 w 3386022"/>
              <a:gd name="connsiteY3271" fmla="*/ 4387547 h 5292726"/>
              <a:gd name="connsiteX3272" fmla="*/ 864321 w 3386022"/>
              <a:gd name="connsiteY3272" fmla="*/ 4388802 h 5292726"/>
              <a:gd name="connsiteX3273" fmla="*/ 855724 w 3386022"/>
              <a:gd name="connsiteY3273" fmla="*/ 4390100 h 5292726"/>
              <a:gd name="connsiteX3274" fmla="*/ 865387 w 3386022"/>
              <a:gd name="connsiteY3274" fmla="*/ 4392480 h 5292726"/>
              <a:gd name="connsiteX3275" fmla="*/ 873484 w 3386022"/>
              <a:gd name="connsiteY3275" fmla="*/ 4395250 h 5292726"/>
              <a:gd name="connsiteX3276" fmla="*/ 877939 w 3386022"/>
              <a:gd name="connsiteY3276" fmla="*/ 4399143 h 5292726"/>
              <a:gd name="connsiteX3277" fmla="*/ 876685 w 3386022"/>
              <a:gd name="connsiteY3277" fmla="*/ 4404942 h 5292726"/>
              <a:gd name="connsiteX3278" fmla="*/ 863065 w 3386022"/>
              <a:gd name="connsiteY3278" fmla="*/ 4403730 h 5292726"/>
              <a:gd name="connsiteX3279" fmla="*/ 849827 w 3386022"/>
              <a:gd name="connsiteY3279" fmla="*/ 4403989 h 5292726"/>
              <a:gd name="connsiteX3280" fmla="*/ 836962 w 3386022"/>
              <a:gd name="connsiteY3280" fmla="*/ 4405591 h 5292726"/>
              <a:gd name="connsiteX3281" fmla="*/ 824349 w 3386022"/>
              <a:gd name="connsiteY3281" fmla="*/ 4408317 h 5292726"/>
              <a:gd name="connsiteX3282" fmla="*/ 825918 w 3386022"/>
              <a:gd name="connsiteY3282" fmla="*/ 4403254 h 5292726"/>
              <a:gd name="connsiteX3283" fmla="*/ 827549 w 3386022"/>
              <a:gd name="connsiteY3283" fmla="*/ 4398018 h 5292726"/>
              <a:gd name="connsiteX3284" fmla="*/ 829306 w 3386022"/>
              <a:gd name="connsiteY3284" fmla="*/ 4392437 h 5292726"/>
              <a:gd name="connsiteX3285" fmla="*/ 831188 w 3386022"/>
              <a:gd name="connsiteY3285" fmla="*/ 4386293 h 5292726"/>
              <a:gd name="connsiteX3286" fmla="*/ 817634 w 3386022"/>
              <a:gd name="connsiteY3286" fmla="*/ 4383091 h 5292726"/>
              <a:gd name="connsiteX3287" fmla="*/ 803891 w 3386022"/>
              <a:gd name="connsiteY3287" fmla="*/ 4379846 h 5292726"/>
              <a:gd name="connsiteX3288" fmla="*/ 790148 w 3386022"/>
              <a:gd name="connsiteY3288" fmla="*/ 4376558 h 5292726"/>
              <a:gd name="connsiteX3289" fmla="*/ 776469 w 3386022"/>
              <a:gd name="connsiteY3289" fmla="*/ 4373312 h 5292726"/>
              <a:gd name="connsiteX3290" fmla="*/ 778288 w 3386022"/>
              <a:gd name="connsiteY3290" fmla="*/ 4366087 h 5292726"/>
              <a:gd name="connsiteX3291" fmla="*/ 785631 w 3386022"/>
              <a:gd name="connsiteY3291" fmla="*/ 4360158 h 5292726"/>
              <a:gd name="connsiteX3292" fmla="*/ 792219 w 3386022"/>
              <a:gd name="connsiteY3292" fmla="*/ 4354230 h 5292726"/>
              <a:gd name="connsiteX3293" fmla="*/ 791780 w 3386022"/>
              <a:gd name="connsiteY3293" fmla="*/ 4347091 h 5292726"/>
              <a:gd name="connsiteX3294" fmla="*/ 787513 w 3386022"/>
              <a:gd name="connsiteY3294" fmla="*/ 4336707 h 5292726"/>
              <a:gd name="connsiteX3295" fmla="*/ 781238 w 3386022"/>
              <a:gd name="connsiteY3295" fmla="*/ 4314597 h 5292726"/>
              <a:gd name="connsiteX3296" fmla="*/ 779731 w 3386022"/>
              <a:gd name="connsiteY3296" fmla="*/ 4290107 h 5292726"/>
              <a:gd name="connsiteX3297" fmla="*/ 789772 w 3386022"/>
              <a:gd name="connsiteY3297" fmla="*/ 4272669 h 5292726"/>
              <a:gd name="connsiteX3298" fmla="*/ 774022 w 3386022"/>
              <a:gd name="connsiteY3298" fmla="*/ 4251641 h 5292726"/>
              <a:gd name="connsiteX3299" fmla="*/ 771134 w 3386022"/>
              <a:gd name="connsiteY3299" fmla="*/ 4243031 h 5292726"/>
              <a:gd name="connsiteX3300" fmla="*/ 769691 w 3386022"/>
              <a:gd name="connsiteY3300" fmla="*/ 4239136 h 5292726"/>
              <a:gd name="connsiteX3301" fmla="*/ 758269 w 3386022"/>
              <a:gd name="connsiteY3301" fmla="*/ 4232213 h 5292726"/>
              <a:gd name="connsiteX3302" fmla="*/ 744212 w 3386022"/>
              <a:gd name="connsiteY3302" fmla="*/ 4247401 h 5292726"/>
              <a:gd name="connsiteX3303" fmla="*/ 737686 w 3386022"/>
              <a:gd name="connsiteY3303" fmla="*/ 4260165 h 5292726"/>
              <a:gd name="connsiteX3304" fmla="*/ 737059 w 3386022"/>
              <a:gd name="connsiteY3304" fmla="*/ 4277299 h 5292726"/>
              <a:gd name="connsiteX3305" fmla="*/ 740700 w 3386022"/>
              <a:gd name="connsiteY3305" fmla="*/ 4305553 h 5292726"/>
              <a:gd name="connsiteX3306" fmla="*/ 736181 w 3386022"/>
              <a:gd name="connsiteY3306" fmla="*/ 4306635 h 5292726"/>
              <a:gd name="connsiteX3307" fmla="*/ 731474 w 3386022"/>
              <a:gd name="connsiteY3307" fmla="*/ 4307760 h 5292726"/>
              <a:gd name="connsiteX3308" fmla="*/ 726516 w 3386022"/>
              <a:gd name="connsiteY3308" fmla="*/ 4308928 h 5292726"/>
              <a:gd name="connsiteX3309" fmla="*/ 721251 w 3386022"/>
              <a:gd name="connsiteY3309" fmla="*/ 4310183 h 5292726"/>
              <a:gd name="connsiteX3310" fmla="*/ 709390 w 3386022"/>
              <a:gd name="connsiteY3310" fmla="*/ 4344712 h 5292726"/>
              <a:gd name="connsiteX3311" fmla="*/ 706125 w 3386022"/>
              <a:gd name="connsiteY3311" fmla="*/ 4364832 h 5292726"/>
              <a:gd name="connsiteX3312" fmla="*/ 717610 w 3386022"/>
              <a:gd name="connsiteY3312" fmla="*/ 4377855 h 5292726"/>
              <a:gd name="connsiteX3313" fmla="*/ 750049 w 3386022"/>
              <a:gd name="connsiteY3313" fmla="*/ 4391182 h 5292726"/>
              <a:gd name="connsiteX3314" fmla="*/ 749672 w 3386022"/>
              <a:gd name="connsiteY3314" fmla="*/ 4394341 h 5292726"/>
              <a:gd name="connsiteX3315" fmla="*/ 749296 w 3386022"/>
              <a:gd name="connsiteY3315" fmla="*/ 4397629 h 5292726"/>
              <a:gd name="connsiteX3316" fmla="*/ 748920 w 3386022"/>
              <a:gd name="connsiteY3316" fmla="*/ 4401091 h 5292726"/>
              <a:gd name="connsiteX3317" fmla="*/ 748481 w 3386022"/>
              <a:gd name="connsiteY3317" fmla="*/ 4404638 h 5292726"/>
              <a:gd name="connsiteX3318" fmla="*/ 700415 w 3386022"/>
              <a:gd name="connsiteY3318" fmla="*/ 4407581 h 5292726"/>
              <a:gd name="connsiteX3319" fmla="*/ 675815 w 3386022"/>
              <a:gd name="connsiteY3319" fmla="*/ 4407928 h 5292726"/>
              <a:gd name="connsiteX3320" fmla="*/ 672112 w 3386022"/>
              <a:gd name="connsiteY3320" fmla="*/ 4402995 h 5292726"/>
              <a:gd name="connsiteX3321" fmla="*/ 686859 w 3386022"/>
              <a:gd name="connsiteY3321" fmla="*/ 4390057 h 5292726"/>
              <a:gd name="connsiteX3322" fmla="*/ 675375 w 3386022"/>
              <a:gd name="connsiteY3322" fmla="*/ 4376297 h 5292726"/>
              <a:gd name="connsiteX3323" fmla="*/ 667217 w 3386022"/>
              <a:gd name="connsiteY3323" fmla="*/ 4362582 h 5292726"/>
              <a:gd name="connsiteX3324" fmla="*/ 668597 w 3386022"/>
              <a:gd name="connsiteY3324" fmla="*/ 4348649 h 5292726"/>
              <a:gd name="connsiteX3325" fmla="*/ 685917 w 3386022"/>
              <a:gd name="connsiteY3325" fmla="*/ 4334284 h 5292726"/>
              <a:gd name="connsiteX3326" fmla="*/ 677258 w 3386022"/>
              <a:gd name="connsiteY3326" fmla="*/ 4331602 h 5292726"/>
              <a:gd name="connsiteX3327" fmla="*/ 669413 w 3386022"/>
              <a:gd name="connsiteY3327" fmla="*/ 4329178 h 5292726"/>
              <a:gd name="connsiteX3328" fmla="*/ 662322 w 3386022"/>
              <a:gd name="connsiteY3328" fmla="*/ 4326971 h 5292726"/>
              <a:gd name="connsiteX3329" fmla="*/ 655857 w 3386022"/>
              <a:gd name="connsiteY3329" fmla="*/ 4324938 h 5292726"/>
              <a:gd name="connsiteX3330" fmla="*/ 633518 w 3386022"/>
              <a:gd name="connsiteY3330" fmla="*/ 4340774 h 5292726"/>
              <a:gd name="connsiteX3331" fmla="*/ 626740 w 3386022"/>
              <a:gd name="connsiteY3331" fmla="*/ 4360375 h 5292726"/>
              <a:gd name="connsiteX3332" fmla="*/ 627933 w 3386022"/>
              <a:gd name="connsiteY3332" fmla="*/ 4378115 h 5292726"/>
              <a:gd name="connsiteX3333" fmla="*/ 629376 w 3386022"/>
              <a:gd name="connsiteY3333" fmla="*/ 4388370 h 5292726"/>
              <a:gd name="connsiteX3334" fmla="*/ 623414 w 3386022"/>
              <a:gd name="connsiteY3334" fmla="*/ 4389495 h 5292726"/>
              <a:gd name="connsiteX3335" fmla="*/ 617578 w 3386022"/>
              <a:gd name="connsiteY3335" fmla="*/ 4390576 h 5292726"/>
              <a:gd name="connsiteX3336" fmla="*/ 611366 w 3386022"/>
              <a:gd name="connsiteY3336" fmla="*/ 4391745 h 5292726"/>
              <a:gd name="connsiteX3337" fmla="*/ 604275 w 3386022"/>
              <a:gd name="connsiteY3337" fmla="*/ 4393085 h 5292726"/>
              <a:gd name="connsiteX3338" fmla="*/ 609546 w 3386022"/>
              <a:gd name="connsiteY3338" fmla="*/ 4396245 h 5292726"/>
              <a:gd name="connsiteX3339" fmla="*/ 614755 w 3386022"/>
              <a:gd name="connsiteY3339" fmla="*/ 4399403 h 5292726"/>
              <a:gd name="connsiteX3340" fmla="*/ 620340 w 3386022"/>
              <a:gd name="connsiteY3340" fmla="*/ 4402778 h 5292726"/>
              <a:gd name="connsiteX3341" fmla="*/ 626552 w 3386022"/>
              <a:gd name="connsiteY3341" fmla="*/ 4406542 h 5292726"/>
              <a:gd name="connsiteX3342" fmla="*/ 621783 w 3386022"/>
              <a:gd name="connsiteY3342" fmla="*/ 4412254 h 5292726"/>
              <a:gd name="connsiteX3343" fmla="*/ 616763 w 3386022"/>
              <a:gd name="connsiteY3343" fmla="*/ 4418225 h 5292726"/>
              <a:gd name="connsiteX3344" fmla="*/ 611554 w 3386022"/>
              <a:gd name="connsiteY3344" fmla="*/ 4424499 h 5292726"/>
              <a:gd name="connsiteX3345" fmla="*/ 606094 w 3386022"/>
              <a:gd name="connsiteY3345" fmla="*/ 4431033 h 5292726"/>
              <a:gd name="connsiteX3346" fmla="*/ 612558 w 3386022"/>
              <a:gd name="connsiteY3346" fmla="*/ 4436138 h 5292726"/>
              <a:gd name="connsiteX3347" fmla="*/ 619085 w 3386022"/>
              <a:gd name="connsiteY3347" fmla="*/ 4441330 h 5292726"/>
              <a:gd name="connsiteX3348" fmla="*/ 625799 w 3386022"/>
              <a:gd name="connsiteY3348" fmla="*/ 4446652 h 5292726"/>
              <a:gd name="connsiteX3349" fmla="*/ 632701 w 3386022"/>
              <a:gd name="connsiteY3349" fmla="*/ 4452147 h 5292726"/>
              <a:gd name="connsiteX3350" fmla="*/ 628435 w 3386022"/>
              <a:gd name="connsiteY3350" fmla="*/ 4457253 h 5292726"/>
              <a:gd name="connsiteX3351" fmla="*/ 624231 w 3386022"/>
              <a:gd name="connsiteY3351" fmla="*/ 4462315 h 5292726"/>
              <a:gd name="connsiteX3352" fmla="*/ 620089 w 3386022"/>
              <a:gd name="connsiteY3352" fmla="*/ 4467379 h 5292726"/>
              <a:gd name="connsiteX3353" fmla="*/ 615883 w 3386022"/>
              <a:gd name="connsiteY3353" fmla="*/ 4472440 h 5292726"/>
              <a:gd name="connsiteX3354" fmla="*/ 590909 w 3386022"/>
              <a:gd name="connsiteY3354" fmla="*/ 4451109 h 5292726"/>
              <a:gd name="connsiteX3355" fmla="*/ 588148 w 3386022"/>
              <a:gd name="connsiteY3355" fmla="*/ 4410826 h 5292726"/>
              <a:gd name="connsiteX3356" fmla="*/ 597184 w 3386022"/>
              <a:gd name="connsiteY3356" fmla="*/ 4368250 h 5292726"/>
              <a:gd name="connsiteX3357" fmla="*/ 607663 w 3386022"/>
              <a:gd name="connsiteY3357" fmla="*/ 4340039 h 5292726"/>
              <a:gd name="connsiteX3358" fmla="*/ 604149 w 3386022"/>
              <a:gd name="connsiteY3358" fmla="*/ 4336058 h 5292726"/>
              <a:gd name="connsiteX3359" fmla="*/ 600510 w 3386022"/>
              <a:gd name="connsiteY3359" fmla="*/ 4331904 h 5292726"/>
              <a:gd name="connsiteX3360" fmla="*/ 596807 w 3386022"/>
              <a:gd name="connsiteY3360" fmla="*/ 4327663 h 5292726"/>
              <a:gd name="connsiteX3361" fmla="*/ 593168 w 3386022"/>
              <a:gd name="connsiteY3361" fmla="*/ 4323467 h 5292726"/>
              <a:gd name="connsiteX3362" fmla="*/ 597875 w 3386022"/>
              <a:gd name="connsiteY3362" fmla="*/ 4317453 h 5292726"/>
              <a:gd name="connsiteX3363" fmla="*/ 602456 w 3386022"/>
              <a:gd name="connsiteY3363" fmla="*/ 4311568 h 5292726"/>
              <a:gd name="connsiteX3364" fmla="*/ 607036 w 3386022"/>
              <a:gd name="connsiteY3364" fmla="*/ 4305727 h 5292726"/>
              <a:gd name="connsiteX3365" fmla="*/ 611617 w 3386022"/>
              <a:gd name="connsiteY3365" fmla="*/ 4299842 h 5292726"/>
              <a:gd name="connsiteX3366" fmla="*/ 605844 w 3386022"/>
              <a:gd name="connsiteY3366" fmla="*/ 4294303 h 5292726"/>
              <a:gd name="connsiteX3367" fmla="*/ 600133 w 3386022"/>
              <a:gd name="connsiteY3367" fmla="*/ 4288852 h 5292726"/>
              <a:gd name="connsiteX3368" fmla="*/ 594486 w 3386022"/>
              <a:gd name="connsiteY3368" fmla="*/ 4283443 h 5292726"/>
              <a:gd name="connsiteX3369" fmla="*/ 588837 w 3386022"/>
              <a:gd name="connsiteY3369" fmla="*/ 4278035 h 5292726"/>
              <a:gd name="connsiteX3370" fmla="*/ 552063 w 3386022"/>
              <a:gd name="connsiteY3370" fmla="*/ 4297895 h 5292726"/>
              <a:gd name="connsiteX3371" fmla="*/ 554009 w 3386022"/>
              <a:gd name="connsiteY3371" fmla="*/ 4322472 h 5292726"/>
              <a:gd name="connsiteX3372" fmla="*/ 563610 w 3386022"/>
              <a:gd name="connsiteY3372" fmla="*/ 4348908 h 5292726"/>
              <a:gd name="connsiteX3373" fmla="*/ 549868 w 3386022"/>
              <a:gd name="connsiteY3373" fmla="*/ 4374394 h 5292726"/>
              <a:gd name="connsiteX3374" fmla="*/ 537943 w 3386022"/>
              <a:gd name="connsiteY3374" fmla="*/ 4385990 h 5292726"/>
              <a:gd name="connsiteX3375" fmla="*/ 534805 w 3386022"/>
              <a:gd name="connsiteY3375" fmla="*/ 4397802 h 5292726"/>
              <a:gd name="connsiteX3376" fmla="*/ 538131 w 3386022"/>
              <a:gd name="connsiteY3376" fmla="*/ 4409745 h 5292726"/>
              <a:gd name="connsiteX3377" fmla="*/ 545536 w 3386022"/>
              <a:gd name="connsiteY3377" fmla="*/ 4421817 h 5292726"/>
              <a:gd name="connsiteX3378" fmla="*/ 538256 w 3386022"/>
              <a:gd name="connsiteY3378" fmla="*/ 4429648 h 5292726"/>
              <a:gd name="connsiteX3379" fmla="*/ 530788 w 3386022"/>
              <a:gd name="connsiteY3379" fmla="*/ 4437739 h 5292726"/>
              <a:gd name="connsiteX3380" fmla="*/ 522818 w 3386022"/>
              <a:gd name="connsiteY3380" fmla="*/ 4446350 h 5292726"/>
              <a:gd name="connsiteX3381" fmla="*/ 514158 w 3386022"/>
              <a:gd name="connsiteY3381" fmla="*/ 4455696 h 5292726"/>
              <a:gd name="connsiteX3382" fmla="*/ 505184 w 3386022"/>
              <a:gd name="connsiteY3382" fmla="*/ 4458379 h 5292726"/>
              <a:gd name="connsiteX3383" fmla="*/ 498847 w 3386022"/>
              <a:gd name="connsiteY3383" fmla="*/ 4461536 h 5292726"/>
              <a:gd name="connsiteX3384" fmla="*/ 492194 w 3386022"/>
              <a:gd name="connsiteY3384" fmla="*/ 4467161 h 5292726"/>
              <a:gd name="connsiteX3385" fmla="*/ 482216 w 3386022"/>
              <a:gd name="connsiteY3385" fmla="*/ 4477286 h 5292726"/>
              <a:gd name="connsiteX3386" fmla="*/ 474748 w 3386022"/>
              <a:gd name="connsiteY3386" fmla="*/ 4474431 h 5292726"/>
              <a:gd name="connsiteX3387" fmla="*/ 476191 w 3386022"/>
              <a:gd name="connsiteY3387" fmla="*/ 4468589 h 5292726"/>
              <a:gd name="connsiteX3388" fmla="*/ 474245 w 3386022"/>
              <a:gd name="connsiteY3388" fmla="*/ 4461580 h 5292726"/>
              <a:gd name="connsiteX3389" fmla="*/ 456675 w 3386022"/>
              <a:gd name="connsiteY3389" fmla="*/ 4455176 h 5292726"/>
              <a:gd name="connsiteX3390" fmla="*/ 451529 w 3386022"/>
              <a:gd name="connsiteY3390" fmla="*/ 4459979 h 5292726"/>
              <a:gd name="connsiteX3391" fmla="*/ 453725 w 3386022"/>
              <a:gd name="connsiteY3391" fmla="*/ 4466600 h 5292726"/>
              <a:gd name="connsiteX3392" fmla="*/ 452972 w 3386022"/>
              <a:gd name="connsiteY3392" fmla="*/ 4472614 h 5292726"/>
              <a:gd name="connsiteX3393" fmla="*/ 439040 w 3386022"/>
              <a:gd name="connsiteY3393" fmla="*/ 4475556 h 5292726"/>
              <a:gd name="connsiteX3394" fmla="*/ 433706 w 3386022"/>
              <a:gd name="connsiteY3394" fmla="*/ 4457340 h 5292726"/>
              <a:gd name="connsiteX3395" fmla="*/ 432702 w 3386022"/>
              <a:gd name="connsiteY3395" fmla="*/ 4442672 h 5292726"/>
              <a:gd name="connsiteX3396" fmla="*/ 442491 w 3386022"/>
              <a:gd name="connsiteY3396" fmla="*/ 4431335 h 5292726"/>
              <a:gd name="connsiteX3397" fmla="*/ 469414 w 3386022"/>
              <a:gd name="connsiteY3397" fmla="*/ 4423071 h 5292726"/>
              <a:gd name="connsiteX3398" fmla="*/ 467594 w 3386022"/>
              <a:gd name="connsiteY3398" fmla="*/ 4418614 h 5292726"/>
              <a:gd name="connsiteX3399" fmla="*/ 462134 w 3386022"/>
              <a:gd name="connsiteY3399" fmla="*/ 4416581 h 5292726"/>
              <a:gd name="connsiteX3400" fmla="*/ 454980 w 3386022"/>
              <a:gd name="connsiteY3400" fmla="*/ 4415153 h 5292726"/>
              <a:gd name="connsiteX3401" fmla="*/ 448077 w 3386022"/>
              <a:gd name="connsiteY3401" fmla="*/ 4412643 h 5292726"/>
              <a:gd name="connsiteX3402" fmla="*/ 444249 w 3386022"/>
              <a:gd name="connsiteY3402" fmla="*/ 4377725 h 5292726"/>
              <a:gd name="connsiteX3403" fmla="*/ 436656 w 3386022"/>
              <a:gd name="connsiteY3403" fmla="*/ 4302611 h 5292726"/>
              <a:gd name="connsiteX3404" fmla="*/ 429313 w 3386022"/>
              <a:gd name="connsiteY3404" fmla="*/ 4227497 h 5292726"/>
              <a:gd name="connsiteX3405" fmla="*/ 426363 w 3386022"/>
              <a:gd name="connsiteY3405" fmla="*/ 4192579 h 5292726"/>
              <a:gd name="connsiteX3406" fmla="*/ 426050 w 3386022"/>
              <a:gd name="connsiteY3406" fmla="*/ 4172979 h 5292726"/>
              <a:gd name="connsiteX3407" fmla="*/ 412871 w 3386022"/>
              <a:gd name="connsiteY3407" fmla="*/ 4163157 h 5292726"/>
              <a:gd name="connsiteX3408" fmla="*/ 397308 w 3386022"/>
              <a:gd name="connsiteY3408" fmla="*/ 4168176 h 5292726"/>
              <a:gd name="connsiteX3409" fmla="*/ 389778 w 3386022"/>
              <a:gd name="connsiteY3409" fmla="*/ 4193055 h 5292726"/>
              <a:gd name="connsiteX3410" fmla="*/ 377917 w 3386022"/>
              <a:gd name="connsiteY3410" fmla="*/ 4194050 h 5292726"/>
              <a:gd name="connsiteX3411" fmla="*/ 369508 w 3386022"/>
              <a:gd name="connsiteY3411" fmla="*/ 4192060 h 5292726"/>
              <a:gd name="connsiteX3412" fmla="*/ 362729 w 3386022"/>
              <a:gd name="connsiteY3412" fmla="*/ 4188468 h 5292726"/>
              <a:gd name="connsiteX3413" fmla="*/ 355764 w 3386022"/>
              <a:gd name="connsiteY3413" fmla="*/ 4184704 h 5292726"/>
              <a:gd name="connsiteX3414" fmla="*/ 361286 w 3386022"/>
              <a:gd name="connsiteY3414" fmla="*/ 4175747 h 5292726"/>
              <a:gd name="connsiteX3415" fmla="*/ 364173 w 3386022"/>
              <a:gd name="connsiteY3415" fmla="*/ 4171075 h 5292726"/>
              <a:gd name="connsiteX3416" fmla="*/ 367436 w 3386022"/>
              <a:gd name="connsiteY3416" fmla="*/ 4165537 h 5292726"/>
              <a:gd name="connsiteX3417" fmla="*/ 374089 w 3386022"/>
              <a:gd name="connsiteY3417" fmla="*/ 4154070 h 5292726"/>
              <a:gd name="connsiteX3418" fmla="*/ 358086 w 3386022"/>
              <a:gd name="connsiteY3418" fmla="*/ 4121316 h 5292726"/>
              <a:gd name="connsiteX3419" fmla="*/ 353066 w 3386022"/>
              <a:gd name="connsiteY3419" fmla="*/ 4071211 h 5292726"/>
              <a:gd name="connsiteX3420" fmla="*/ 342648 w 3386022"/>
              <a:gd name="connsiteY3420" fmla="*/ 4018293 h 5292726"/>
              <a:gd name="connsiteX3421" fmla="*/ 310518 w 3386022"/>
              <a:gd name="connsiteY3421" fmla="*/ 3977102 h 5292726"/>
              <a:gd name="connsiteX3422" fmla="*/ 319867 w 3386022"/>
              <a:gd name="connsiteY3422" fmla="*/ 3965679 h 5292726"/>
              <a:gd name="connsiteX3423" fmla="*/ 320683 w 3386022"/>
              <a:gd name="connsiteY3423" fmla="*/ 3958323 h 5292726"/>
              <a:gd name="connsiteX3424" fmla="*/ 311083 w 3386022"/>
              <a:gd name="connsiteY3424" fmla="*/ 3952309 h 5292726"/>
              <a:gd name="connsiteX3425" fmla="*/ 289307 w 3386022"/>
              <a:gd name="connsiteY3425" fmla="*/ 3944867 h 5292726"/>
              <a:gd name="connsiteX3426" fmla="*/ 281651 w 3386022"/>
              <a:gd name="connsiteY3426" fmla="*/ 3950881 h 5292726"/>
              <a:gd name="connsiteX3427" fmla="*/ 273806 w 3386022"/>
              <a:gd name="connsiteY3427" fmla="*/ 3957068 h 5292726"/>
              <a:gd name="connsiteX3428" fmla="*/ 265586 w 3386022"/>
              <a:gd name="connsiteY3428" fmla="*/ 3963559 h 5292726"/>
              <a:gd name="connsiteX3429" fmla="*/ 256863 w 3386022"/>
              <a:gd name="connsiteY3429" fmla="*/ 3970481 h 5292726"/>
              <a:gd name="connsiteX3430" fmla="*/ 262322 w 3386022"/>
              <a:gd name="connsiteY3430" fmla="*/ 3974548 h 5292726"/>
              <a:gd name="connsiteX3431" fmla="*/ 267970 w 3386022"/>
              <a:gd name="connsiteY3431" fmla="*/ 3978789 h 5292726"/>
              <a:gd name="connsiteX3432" fmla="*/ 273806 w 3386022"/>
              <a:gd name="connsiteY3432" fmla="*/ 3983159 h 5292726"/>
              <a:gd name="connsiteX3433" fmla="*/ 279768 w 3386022"/>
              <a:gd name="connsiteY3433" fmla="*/ 3987659 h 5292726"/>
              <a:gd name="connsiteX3434" fmla="*/ 248140 w 3386022"/>
              <a:gd name="connsiteY3434" fmla="*/ 3988048 h 5292726"/>
              <a:gd name="connsiteX3435" fmla="*/ 240861 w 3386022"/>
              <a:gd name="connsiteY3435" fmla="*/ 3978573 h 5292726"/>
              <a:gd name="connsiteX3436" fmla="*/ 243872 w 3386022"/>
              <a:gd name="connsiteY3436" fmla="*/ 3965159 h 5292726"/>
              <a:gd name="connsiteX3437" fmla="*/ 243119 w 3386022"/>
              <a:gd name="connsiteY3437" fmla="*/ 3953780 h 5292726"/>
              <a:gd name="connsiteX3438" fmla="*/ 235965 w 3386022"/>
              <a:gd name="connsiteY3438" fmla="*/ 3946900 h 5292726"/>
              <a:gd name="connsiteX3439" fmla="*/ 227118 w 3386022"/>
              <a:gd name="connsiteY3439" fmla="*/ 3938809 h 5292726"/>
              <a:gd name="connsiteX3440" fmla="*/ 220465 w 3386022"/>
              <a:gd name="connsiteY3440" fmla="*/ 3931367 h 5292726"/>
              <a:gd name="connsiteX3441" fmla="*/ 219775 w 3386022"/>
              <a:gd name="connsiteY3441" fmla="*/ 3926391 h 5292726"/>
              <a:gd name="connsiteX3442" fmla="*/ 225423 w 3386022"/>
              <a:gd name="connsiteY3442" fmla="*/ 3911809 h 5292726"/>
              <a:gd name="connsiteX3443" fmla="*/ 214315 w 3386022"/>
              <a:gd name="connsiteY3443" fmla="*/ 3899867 h 5292726"/>
              <a:gd name="connsiteX3444" fmla="*/ 197935 w 3386022"/>
              <a:gd name="connsiteY3444" fmla="*/ 3891689 h 5292726"/>
              <a:gd name="connsiteX3445" fmla="*/ 187706 w 3386022"/>
              <a:gd name="connsiteY3445" fmla="*/ 3888401 h 5292726"/>
              <a:gd name="connsiteX3446" fmla="*/ 173335 w 3386022"/>
              <a:gd name="connsiteY3446" fmla="*/ 3881132 h 5292726"/>
              <a:gd name="connsiteX3447" fmla="*/ 170887 w 3386022"/>
              <a:gd name="connsiteY3447" fmla="*/ 3868887 h 5292726"/>
              <a:gd name="connsiteX3448" fmla="*/ 173900 w 3386022"/>
              <a:gd name="connsiteY3448" fmla="*/ 3857032 h 5292726"/>
              <a:gd name="connsiteX3449" fmla="*/ 175908 w 3386022"/>
              <a:gd name="connsiteY3449" fmla="*/ 3850930 h 5292726"/>
              <a:gd name="connsiteX3450" fmla="*/ 170699 w 3386022"/>
              <a:gd name="connsiteY3450" fmla="*/ 3847988 h 5292726"/>
              <a:gd name="connsiteX3451" fmla="*/ 164360 w 3386022"/>
              <a:gd name="connsiteY3451" fmla="*/ 3844396 h 5292726"/>
              <a:gd name="connsiteX3452" fmla="*/ 157015 w 3386022"/>
              <a:gd name="connsiteY3452" fmla="*/ 3840243 h 5292726"/>
              <a:gd name="connsiteX3453" fmla="*/ 148731 w 3386022"/>
              <a:gd name="connsiteY3453" fmla="*/ 3835527 h 5292726"/>
              <a:gd name="connsiteX3454" fmla="*/ 154755 w 3386022"/>
              <a:gd name="connsiteY3454" fmla="*/ 3833493 h 5292726"/>
              <a:gd name="connsiteX3455" fmla="*/ 161035 w 3386022"/>
              <a:gd name="connsiteY3455" fmla="*/ 3831373 h 5292726"/>
              <a:gd name="connsiteX3456" fmla="*/ 167624 w 3386022"/>
              <a:gd name="connsiteY3456" fmla="*/ 3829123 h 5292726"/>
              <a:gd name="connsiteX3457" fmla="*/ 174716 w 3386022"/>
              <a:gd name="connsiteY3457" fmla="*/ 3826700 h 5292726"/>
              <a:gd name="connsiteX3458" fmla="*/ 171766 w 3386022"/>
              <a:gd name="connsiteY3458" fmla="*/ 3799744 h 5292726"/>
              <a:gd name="connsiteX3459" fmla="*/ 167750 w 3386022"/>
              <a:gd name="connsiteY3459" fmla="*/ 3780186 h 5292726"/>
              <a:gd name="connsiteX3460" fmla="*/ 157516 w 3386022"/>
              <a:gd name="connsiteY3460" fmla="*/ 3767639 h 5292726"/>
              <a:gd name="connsiteX3461" fmla="*/ 135803 w 3386022"/>
              <a:gd name="connsiteY3461" fmla="*/ 3761667 h 5292726"/>
              <a:gd name="connsiteX3462" fmla="*/ 122750 w 3386022"/>
              <a:gd name="connsiteY3462" fmla="*/ 3775945 h 5292726"/>
              <a:gd name="connsiteX3463" fmla="*/ 125385 w 3386022"/>
              <a:gd name="connsiteY3463" fmla="*/ 3785508 h 5292726"/>
              <a:gd name="connsiteX3464" fmla="*/ 125261 w 3386022"/>
              <a:gd name="connsiteY3464" fmla="*/ 3793469 h 5292726"/>
              <a:gd name="connsiteX3465" fmla="*/ 103923 w 3386022"/>
              <a:gd name="connsiteY3465" fmla="*/ 3802945 h 5292726"/>
              <a:gd name="connsiteX3466" fmla="*/ 89740 w 3386022"/>
              <a:gd name="connsiteY3466" fmla="*/ 3787282 h 5292726"/>
              <a:gd name="connsiteX3467" fmla="*/ 65328 w 3386022"/>
              <a:gd name="connsiteY3467" fmla="*/ 3777460 h 5292726"/>
              <a:gd name="connsiteX3468" fmla="*/ 34265 w 3386022"/>
              <a:gd name="connsiteY3468" fmla="*/ 3772355 h 5292726"/>
              <a:gd name="connsiteX3469" fmla="*/ 0 w 3386022"/>
              <a:gd name="connsiteY3469" fmla="*/ 3770797 h 5292726"/>
              <a:gd name="connsiteX3470" fmla="*/ 0 w 3386022"/>
              <a:gd name="connsiteY3470" fmla="*/ 3755436 h 5292726"/>
              <a:gd name="connsiteX3471" fmla="*/ 15438 w 3386022"/>
              <a:gd name="connsiteY3471" fmla="*/ 3764220 h 5292726"/>
              <a:gd name="connsiteX3472" fmla="*/ 27926 w 3386022"/>
              <a:gd name="connsiteY3472" fmla="*/ 3765042 h 5292726"/>
              <a:gd name="connsiteX3473" fmla="*/ 35708 w 3386022"/>
              <a:gd name="connsiteY3473" fmla="*/ 3761667 h 5292726"/>
              <a:gd name="connsiteX3474" fmla="*/ 37026 w 3386022"/>
              <a:gd name="connsiteY3474" fmla="*/ 3757773 h 5292726"/>
              <a:gd name="connsiteX3475" fmla="*/ 30185 w 3386022"/>
              <a:gd name="connsiteY3475" fmla="*/ 3752407 h 5292726"/>
              <a:gd name="connsiteX3476" fmla="*/ 22027 w 3386022"/>
              <a:gd name="connsiteY3476" fmla="*/ 3750071 h 5292726"/>
              <a:gd name="connsiteX3477" fmla="*/ 12112 w 3386022"/>
              <a:gd name="connsiteY3477" fmla="*/ 3749639 h 5292726"/>
              <a:gd name="connsiteX3478" fmla="*/ 0 w 3386022"/>
              <a:gd name="connsiteY3478" fmla="*/ 3749985 h 5292726"/>
              <a:gd name="connsiteX3479" fmla="*/ 0 w 3386022"/>
              <a:gd name="connsiteY3479" fmla="*/ 3736139 h 5292726"/>
              <a:gd name="connsiteX3480" fmla="*/ 126 w 3386022"/>
              <a:gd name="connsiteY3480" fmla="*/ 3736139 h 5292726"/>
              <a:gd name="connsiteX3481" fmla="*/ 251 w 3386022"/>
              <a:gd name="connsiteY3481" fmla="*/ 3736139 h 5292726"/>
              <a:gd name="connsiteX3482" fmla="*/ 377 w 3386022"/>
              <a:gd name="connsiteY3482" fmla="*/ 3736139 h 5292726"/>
              <a:gd name="connsiteX3483" fmla="*/ 503 w 3386022"/>
              <a:gd name="connsiteY3483" fmla="*/ 3736139 h 5292726"/>
              <a:gd name="connsiteX3484" fmla="*/ 753 w 3386022"/>
              <a:gd name="connsiteY3484" fmla="*/ 3733369 h 5292726"/>
              <a:gd name="connsiteX3485" fmla="*/ 753 w 3386022"/>
              <a:gd name="connsiteY3485" fmla="*/ 3730773 h 5292726"/>
              <a:gd name="connsiteX3486" fmla="*/ 503 w 3386022"/>
              <a:gd name="connsiteY3486" fmla="*/ 3728351 h 5292726"/>
              <a:gd name="connsiteX3487" fmla="*/ 62 w 3386022"/>
              <a:gd name="connsiteY3487" fmla="*/ 3726057 h 5292726"/>
              <a:gd name="connsiteX3488" fmla="*/ 62 w 3386022"/>
              <a:gd name="connsiteY3488" fmla="*/ 3696677 h 5292726"/>
              <a:gd name="connsiteX3489" fmla="*/ 377 w 3386022"/>
              <a:gd name="connsiteY3489" fmla="*/ 3696677 h 5292726"/>
              <a:gd name="connsiteX3490" fmla="*/ 690 w 3386022"/>
              <a:gd name="connsiteY3490" fmla="*/ 3696677 h 5292726"/>
              <a:gd name="connsiteX3491" fmla="*/ 1004 w 3386022"/>
              <a:gd name="connsiteY3491" fmla="*/ 3696677 h 5292726"/>
              <a:gd name="connsiteX3492" fmla="*/ 1318 w 3386022"/>
              <a:gd name="connsiteY3492" fmla="*/ 3696677 h 5292726"/>
              <a:gd name="connsiteX3493" fmla="*/ 1004 w 3386022"/>
              <a:gd name="connsiteY3493" fmla="*/ 3696375 h 5292726"/>
              <a:gd name="connsiteX3494" fmla="*/ 690 w 3386022"/>
              <a:gd name="connsiteY3494" fmla="*/ 3696115 h 5292726"/>
              <a:gd name="connsiteX3495" fmla="*/ 377 w 3386022"/>
              <a:gd name="connsiteY3495" fmla="*/ 3695855 h 5292726"/>
              <a:gd name="connsiteX3496" fmla="*/ 62 w 3386022"/>
              <a:gd name="connsiteY3496" fmla="*/ 3695552 h 5292726"/>
              <a:gd name="connsiteX3497" fmla="*/ 62 w 3386022"/>
              <a:gd name="connsiteY3497" fmla="*/ 1801079 h 5292726"/>
              <a:gd name="connsiteX3498" fmla="*/ 10857 w 3386022"/>
              <a:gd name="connsiteY3498" fmla="*/ 1802983 h 5292726"/>
              <a:gd name="connsiteX3499" fmla="*/ 22090 w 3386022"/>
              <a:gd name="connsiteY3499" fmla="*/ 1802248 h 5292726"/>
              <a:gd name="connsiteX3500" fmla="*/ 32005 w 3386022"/>
              <a:gd name="connsiteY3500" fmla="*/ 1798829 h 5292726"/>
              <a:gd name="connsiteX3501" fmla="*/ 38908 w 3386022"/>
              <a:gd name="connsiteY3501" fmla="*/ 1792772 h 5292726"/>
              <a:gd name="connsiteX3502" fmla="*/ 38908 w 3386022"/>
              <a:gd name="connsiteY3502" fmla="*/ 1788662 h 5292726"/>
              <a:gd name="connsiteX3503" fmla="*/ 34390 w 3386022"/>
              <a:gd name="connsiteY3503" fmla="*/ 1783340 h 5292726"/>
              <a:gd name="connsiteX3504" fmla="*/ 22404 w 3386022"/>
              <a:gd name="connsiteY3504" fmla="*/ 1781566 h 5292726"/>
              <a:gd name="connsiteX3505" fmla="*/ 62 w 3386022"/>
              <a:gd name="connsiteY3505" fmla="*/ 1788099 h 5292726"/>
              <a:gd name="connsiteX3506" fmla="*/ 62 w 3386022"/>
              <a:gd name="connsiteY3506" fmla="*/ 1771830 h 5292726"/>
              <a:gd name="connsiteX3507" fmla="*/ 14182 w 3386022"/>
              <a:gd name="connsiteY3507" fmla="*/ 1774902 h 5292726"/>
              <a:gd name="connsiteX3508" fmla="*/ 29558 w 3386022"/>
              <a:gd name="connsiteY3508" fmla="*/ 1775811 h 5292726"/>
              <a:gd name="connsiteX3509" fmla="*/ 43113 w 3386022"/>
              <a:gd name="connsiteY3509" fmla="*/ 1773994 h 5292726"/>
              <a:gd name="connsiteX3510" fmla="*/ 51773 w 3386022"/>
              <a:gd name="connsiteY3510" fmla="*/ 1768974 h 5292726"/>
              <a:gd name="connsiteX3511" fmla="*/ 52651 w 3386022"/>
              <a:gd name="connsiteY3511" fmla="*/ 1763566 h 5292726"/>
              <a:gd name="connsiteX3512" fmla="*/ 46313 w 3386022"/>
              <a:gd name="connsiteY3512" fmla="*/ 1759066 h 5292726"/>
              <a:gd name="connsiteX3513" fmla="*/ 33637 w 3386022"/>
              <a:gd name="connsiteY3513" fmla="*/ 1754349 h 5292726"/>
              <a:gd name="connsiteX3514" fmla="*/ 15563 w 3386022"/>
              <a:gd name="connsiteY3514" fmla="*/ 1748249 h 5292726"/>
              <a:gd name="connsiteX3515" fmla="*/ 10919 w 3386022"/>
              <a:gd name="connsiteY3515" fmla="*/ 1749417 h 5292726"/>
              <a:gd name="connsiteX3516" fmla="*/ 6840 w 3386022"/>
              <a:gd name="connsiteY3516" fmla="*/ 1750585 h 5292726"/>
              <a:gd name="connsiteX3517" fmla="*/ 3263 w 3386022"/>
              <a:gd name="connsiteY3517" fmla="*/ 1751753 h 5292726"/>
              <a:gd name="connsiteX3518" fmla="*/ 62 w 3386022"/>
              <a:gd name="connsiteY3518" fmla="*/ 1752922 h 5292726"/>
              <a:gd name="connsiteX3519" fmla="*/ 62 w 3386022"/>
              <a:gd name="connsiteY3519" fmla="*/ 1718566 h 5292726"/>
              <a:gd name="connsiteX3520" fmla="*/ 26734 w 3386022"/>
              <a:gd name="connsiteY3520" fmla="*/ 1713201 h 5292726"/>
              <a:gd name="connsiteX3521" fmla="*/ 27299 w 3386022"/>
              <a:gd name="connsiteY3521" fmla="*/ 1705976 h 5292726"/>
              <a:gd name="connsiteX3522" fmla="*/ 14308 w 3386022"/>
              <a:gd name="connsiteY3522" fmla="*/ 1700567 h 5292726"/>
              <a:gd name="connsiteX3523" fmla="*/ 314 w 3386022"/>
              <a:gd name="connsiteY3523" fmla="*/ 1700697 h 5292726"/>
              <a:gd name="connsiteX3524" fmla="*/ 314 w 3386022"/>
              <a:gd name="connsiteY3524" fmla="*/ 1687889 h 5292726"/>
              <a:gd name="connsiteX3525" fmla="*/ 5146 w 3386022"/>
              <a:gd name="connsiteY3525" fmla="*/ 1686418 h 5292726"/>
              <a:gd name="connsiteX3526" fmla="*/ 8911 w 3386022"/>
              <a:gd name="connsiteY3526" fmla="*/ 1684124 h 5292726"/>
              <a:gd name="connsiteX3527" fmla="*/ 10982 w 3386022"/>
              <a:gd name="connsiteY3527" fmla="*/ 1681052 h 5292726"/>
              <a:gd name="connsiteX3528" fmla="*/ 10669 w 3386022"/>
              <a:gd name="connsiteY3528" fmla="*/ 1677244 h 5292726"/>
              <a:gd name="connsiteX3529" fmla="*/ 9350 w 3386022"/>
              <a:gd name="connsiteY3529" fmla="*/ 1675427 h 5292726"/>
              <a:gd name="connsiteX3530" fmla="*/ 6966 w 3386022"/>
              <a:gd name="connsiteY3530" fmla="*/ 1673567 h 5292726"/>
              <a:gd name="connsiteX3531" fmla="*/ 3891 w 3386022"/>
              <a:gd name="connsiteY3531" fmla="*/ 1671577 h 5292726"/>
              <a:gd name="connsiteX3532" fmla="*/ 314 w 3386022"/>
              <a:gd name="connsiteY3532" fmla="*/ 1669413 h 5292726"/>
              <a:gd name="connsiteX3533" fmla="*/ 314 w 3386022"/>
              <a:gd name="connsiteY3533" fmla="*/ 850265 h 5292726"/>
              <a:gd name="connsiteX3534" fmla="*/ 0 w 3386022"/>
              <a:gd name="connsiteY3534" fmla="*/ 850265 h 529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Lst>
            <a:rect l="l" t="t" r="r" b="b"/>
            <a:pathLst>
              <a:path w="3386022" h="5292726">
                <a:moveTo>
                  <a:pt x="1266773" y="5276414"/>
                </a:moveTo>
                <a:cubicBezTo>
                  <a:pt x="1268280" y="5277712"/>
                  <a:pt x="1269973" y="5279053"/>
                  <a:pt x="1271293" y="5280395"/>
                </a:cubicBezTo>
                <a:cubicBezTo>
                  <a:pt x="1272610" y="5281736"/>
                  <a:pt x="1273614" y="5283077"/>
                  <a:pt x="1273802" y="5284418"/>
                </a:cubicBezTo>
                <a:cubicBezTo>
                  <a:pt x="1273991" y="5285760"/>
                  <a:pt x="1273426" y="5287144"/>
                  <a:pt x="1271668" y="5288529"/>
                </a:cubicBezTo>
                <a:cubicBezTo>
                  <a:pt x="1269911" y="5289914"/>
                  <a:pt x="1266900" y="5291298"/>
                  <a:pt x="1262192" y="5292726"/>
                </a:cubicBezTo>
                <a:cubicBezTo>
                  <a:pt x="1262695" y="5291039"/>
                  <a:pt x="1263071" y="5289481"/>
                  <a:pt x="1263510" y="5288010"/>
                </a:cubicBezTo>
                <a:cubicBezTo>
                  <a:pt x="1263950" y="5286539"/>
                  <a:pt x="1264327" y="5285197"/>
                  <a:pt x="1264703" y="5283856"/>
                </a:cubicBezTo>
                <a:cubicBezTo>
                  <a:pt x="1265079" y="5282558"/>
                  <a:pt x="1265456" y="5281303"/>
                  <a:pt x="1265769" y="5280048"/>
                </a:cubicBezTo>
                <a:cubicBezTo>
                  <a:pt x="1266084" y="5278837"/>
                  <a:pt x="1266459" y="5277626"/>
                  <a:pt x="1266773" y="5276414"/>
                </a:cubicBezTo>
                <a:close/>
                <a:moveTo>
                  <a:pt x="1438158" y="5244957"/>
                </a:moveTo>
                <a:cubicBezTo>
                  <a:pt x="1438660" y="5245044"/>
                  <a:pt x="1438909" y="5245217"/>
                  <a:pt x="1439224" y="5245477"/>
                </a:cubicBezTo>
                <a:lnTo>
                  <a:pt x="1439224" y="5245520"/>
                </a:lnTo>
                <a:cubicBezTo>
                  <a:pt x="1439539" y="5245780"/>
                  <a:pt x="1439914" y="5246126"/>
                  <a:pt x="1440605" y="5246515"/>
                </a:cubicBezTo>
                <a:cubicBezTo>
                  <a:pt x="1437844" y="5247034"/>
                  <a:pt x="1435898" y="5247381"/>
                  <a:pt x="1434518" y="5247597"/>
                </a:cubicBezTo>
                <a:cubicBezTo>
                  <a:pt x="1433136" y="5247770"/>
                  <a:pt x="1432321" y="5247856"/>
                  <a:pt x="1431756" y="5247770"/>
                </a:cubicBezTo>
                <a:cubicBezTo>
                  <a:pt x="1431255" y="5247684"/>
                  <a:pt x="1430941" y="5247510"/>
                  <a:pt x="1430627" y="5247251"/>
                </a:cubicBezTo>
                <a:cubicBezTo>
                  <a:pt x="1430313" y="5246991"/>
                  <a:pt x="1429999" y="5246602"/>
                  <a:pt x="1429308" y="5246213"/>
                </a:cubicBezTo>
                <a:cubicBezTo>
                  <a:pt x="1432132" y="5245693"/>
                  <a:pt x="1434079" y="5245347"/>
                  <a:pt x="1435458" y="5245131"/>
                </a:cubicBezTo>
                <a:cubicBezTo>
                  <a:pt x="1436840" y="5244957"/>
                  <a:pt x="1437656" y="5244871"/>
                  <a:pt x="1438158" y="5244957"/>
                </a:cubicBezTo>
                <a:close/>
                <a:moveTo>
                  <a:pt x="1931100" y="5242621"/>
                </a:moveTo>
                <a:lnTo>
                  <a:pt x="1931978" y="5242751"/>
                </a:lnTo>
                <a:lnTo>
                  <a:pt x="1932794" y="5242838"/>
                </a:lnTo>
                <a:lnTo>
                  <a:pt x="1933673" y="5242967"/>
                </a:lnTo>
                <a:lnTo>
                  <a:pt x="1934489" y="5243054"/>
                </a:lnTo>
                <a:lnTo>
                  <a:pt x="1933924" y="5243574"/>
                </a:lnTo>
                <a:lnTo>
                  <a:pt x="1933297" y="5244049"/>
                </a:lnTo>
                <a:lnTo>
                  <a:pt x="1932732" y="5244569"/>
                </a:lnTo>
                <a:lnTo>
                  <a:pt x="1932104" y="5245045"/>
                </a:lnTo>
                <a:lnTo>
                  <a:pt x="1931854" y="5244438"/>
                </a:lnTo>
                <a:lnTo>
                  <a:pt x="1931602" y="5243833"/>
                </a:lnTo>
                <a:lnTo>
                  <a:pt x="1931351" y="5243227"/>
                </a:lnTo>
                <a:close/>
                <a:moveTo>
                  <a:pt x="1521750" y="5226828"/>
                </a:moveTo>
                <a:cubicBezTo>
                  <a:pt x="1523445" y="5226699"/>
                  <a:pt x="1525014" y="5226828"/>
                  <a:pt x="1526018" y="5227304"/>
                </a:cubicBezTo>
                <a:lnTo>
                  <a:pt x="1525955" y="5227304"/>
                </a:lnTo>
                <a:cubicBezTo>
                  <a:pt x="1527900" y="5228213"/>
                  <a:pt x="1528779" y="5229121"/>
                  <a:pt x="1528905" y="5229987"/>
                </a:cubicBezTo>
                <a:cubicBezTo>
                  <a:pt x="1529093" y="5230852"/>
                  <a:pt x="1528465" y="5231674"/>
                  <a:pt x="1527461" y="5232496"/>
                </a:cubicBezTo>
                <a:cubicBezTo>
                  <a:pt x="1526458" y="5233319"/>
                  <a:pt x="1525078" y="5234097"/>
                  <a:pt x="1523570" y="5234876"/>
                </a:cubicBezTo>
                <a:cubicBezTo>
                  <a:pt x="1522064" y="5235655"/>
                  <a:pt x="1520494" y="5236391"/>
                  <a:pt x="1519177" y="5237126"/>
                </a:cubicBezTo>
                <a:cubicBezTo>
                  <a:pt x="1516479" y="5234963"/>
                  <a:pt x="1515287" y="5233146"/>
                  <a:pt x="1515099" y="5231674"/>
                </a:cubicBezTo>
                <a:cubicBezTo>
                  <a:pt x="1514973" y="5230202"/>
                  <a:pt x="1515726" y="5229035"/>
                  <a:pt x="1517042" y="5228256"/>
                </a:cubicBezTo>
                <a:cubicBezTo>
                  <a:pt x="1518360" y="5227477"/>
                  <a:pt x="1520056" y="5227001"/>
                  <a:pt x="1521750" y="5226828"/>
                </a:cubicBezTo>
                <a:close/>
                <a:moveTo>
                  <a:pt x="1287543" y="5223323"/>
                </a:moveTo>
                <a:lnTo>
                  <a:pt x="1288799" y="5223323"/>
                </a:lnTo>
                <a:lnTo>
                  <a:pt x="1289175" y="5223713"/>
                </a:lnTo>
                <a:cubicBezTo>
                  <a:pt x="1289301" y="5224016"/>
                  <a:pt x="1289490" y="5224448"/>
                  <a:pt x="1289803" y="5225010"/>
                </a:cubicBezTo>
                <a:cubicBezTo>
                  <a:pt x="1289428" y="5225097"/>
                  <a:pt x="1289112" y="5225141"/>
                  <a:pt x="1288737" y="5225184"/>
                </a:cubicBezTo>
                <a:cubicBezTo>
                  <a:pt x="1288359" y="5225271"/>
                  <a:pt x="1288047" y="5225314"/>
                  <a:pt x="1287670" y="5225356"/>
                </a:cubicBezTo>
                <a:lnTo>
                  <a:pt x="1286602" y="5225530"/>
                </a:lnTo>
                <a:cubicBezTo>
                  <a:pt x="1286227" y="5225617"/>
                  <a:pt x="1285912" y="5225660"/>
                  <a:pt x="1285536" y="5225703"/>
                </a:cubicBezTo>
                <a:cubicBezTo>
                  <a:pt x="1285474" y="5225530"/>
                  <a:pt x="1285348" y="5225400"/>
                  <a:pt x="1285286" y="5225227"/>
                </a:cubicBezTo>
                <a:cubicBezTo>
                  <a:pt x="1285222" y="5225054"/>
                  <a:pt x="1285096" y="5224924"/>
                  <a:pt x="1285034" y="5224751"/>
                </a:cubicBezTo>
                <a:cubicBezTo>
                  <a:pt x="1284970" y="5224578"/>
                  <a:pt x="1284845" y="5224448"/>
                  <a:pt x="1284782" y="5224275"/>
                </a:cubicBezTo>
                <a:cubicBezTo>
                  <a:pt x="1284721" y="5224102"/>
                  <a:pt x="1284595" y="5223972"/>
                  <a:pt x="1284532" y="5223799"/>
                </a:cubicBezTo>
                <a:cubicBezTo>
                  <a:pt x="1285912" y="5223583"/>
                  <a:pt x="1286855" y="5223410"/>
                  <a:pt x="1287543" y="5223323"/>
                </a:cubicBezTo>
                <a:close/>
                <a:moveTo>
                  <a:pt x="1288674" y="5223193"/>
                </a:moveTo>
                <a:lnTo>
                  <a:pt x="1288800" y="5223323"/>
                </a:lnTo>
                <a:lnTo>
                  <a:pt x="1288799" y="5223323"/>
                </a:lnTo>
                <a:close/>
                <a:moveTo>
                  <a:pt x="1645943" y="5189704"/>
                </a:moveTo>
                <a:cubicBezTo>
                  <a:pt x="1647011" y="5190612"/>
                  <a:pt x="1648077" y="5191478"/>
                  <a:pt x="1649019" y="5192257"/>
                </a:cubicBezTo>
                <a:cubicBezTo>
                  <a:pt x="1650024" y="5193035"/>
                  <a:pt x="1650902" y="5193814"/>
                  <a:pt x="1651780" y="5194507"/>
                </a:cubicBezTo>
                <a:lnTo>
                  <a:pt x="1651842" y="5194507"/>
                </a:lnTo>
                <a:cubicBezTo>
                  <a:pt x="1652721" y="5195242"/>
                  <a:pt x="1653537" y="5195934"/>
                  <a:pt x="1654354" y="5196583"/>
                </a:cubicBezTo>
                <a:cubicBezTo>
                  <a:pt x="1655170" y="5197233"/>
                  <a:pt x="1655922" y="5197881"/>
                  <a:pt x="1656738" y="5198530"/>
                </a:cubicBezTo>
                <a:cubicBezTo>
                  <a:pt x="1652407" y="5199785"/>
                  <a:pt x="1648391" y="5200608"/>
                  <a:pt x="1645064" y="5200910"/>
                </a:cubicBezTo>
                <a:cubicBezTo>
                  <a:pt x="1641739" y="5201257"/>
                  <a:pt x="1639166" y="5201083"/>
                  <a:pt x="1637723" y="5200391"/>
                </a:cubicBezTo>
                <a:cubicBezTo>
                  <a:pt x="1636280" y="5199699"/>
                  <a:pt x="1635965" y="5198487"/>
                  <a:pt x="1637220" y="5196713"/>
                </a:cubicBezTo>
                <a:cubicBezTo>
                  <a:pt x="1638413" y="5194939"/>
                  <a:pt x="1641238" y="5192603"/>
                  <a:pt x="1645943" y="5189704"/>
                </a:cubicBezTo>
                <a:close/>
                <a:moveTo>
                  <a:pt x="1428868" y="5171661"/>
                </a:moveTo>
                <a:lnTo>
                  <a:pt x="1429559" y="5171748"/>
                </a:lnTo>
                <a:lnTo>
                  <a:pt x="1430250" y="5171791"/>
                </a:lnTo>
                <a:lnTo>
                  <a:pt x="1430938" y="5171834"/>
                </a:lnTo>
                <a:lnTo>
                  <a:pt x="1431630" y="5171920"/>
                </a:lnTo>
                <a:lnTo>
                  <a:pt x="1431192" y="5172353"/>
                </a:lnTo>
                <a:lnTo>
                  <a:pt x="1430689" y="5172743"/>
                </a:lnTo>
                <a:lnTo>
                  <a:pt x="1430250" y="5173176"/>
                </a:lnTo>
                <a:lnTo>
                  <a:pt x="1429746" y="5173608"/>
                </a:lnTo>
                <a:lnTo>
                  <a:pt x="1429497" y="5173089"/>
                </a:lnTo>
                <a:lnTo>
                  <a:pt x="1429308" y="5172613"/>
                </a:lnTo>
                <a:lnTo>
                  <a:pt x="1429057" y="5172137"/>
                </a:lnTo>
                <a:close/>
                <a:moveTo>
                  <a:pt x="1641864" y="5167334"/>
                </a:moveTo>
                <a:cubicBezTo>
                  <a:pt x="1645189" y="5166338"/>
                  <a:pt x="1649018" y="5166338"/>
                  <a:pt x="1650963" y="5167896"/>
                </a:cubicBezTo>
                <a:cubicBezTo>
                  <a:pt x="1652908" y="5169454"/>
                  <a:pt x="1653097" y="5172612"/>
                  <a:pt x="1649144" y="5177978"/>
                </a:cubicBezTo>
                <a:cubicBezTo>
                  <a:pt x="1649018" y="5178151"/>
                  <a:pt x="1648829" y="5178324"/>
                  <a:pt x="1648579" y="5178497"/>
                </a:cubicBezTo>
                <a:cubicBezTo>
                  <a:pt x="1648328" y="5178670"/>
                  <a:pt x="1648014" y="5178800"/>
                  <a:pt x="1647700" y="5178973"/>
                </a:cubicBezTo>
                <a:cubicBezTo>
                  <a:pt x="1647385" y="5179103"/>
                  <a:pt x="1647073" y="5179276"/>
                  <a:pt x="1646757" y="5179406"/>
                </a:cubicBezTo>
                <a:cubicBezTo>
                  <a:pt x="1646445" y="5179579"/>
                  <a:pt x="1645817" y="5179882"/>
                  <a:pt x="1645817" y="5179882"/>
                </a:cubicBezTo>
                <a:cubicBezTo>
                  <a:pt x="1638098" y="5177502"/>
                  <a:pt x="1635462" y="5174862"/>
                  <a:pt x="1635588" y="5172569"/>
                </a:cubicBezTo>
                <a:cubicBezTo>
                  <a:pt x="1635714" y="5170276"/>
                  <a:pt x="1638537" y="5168329"/>
                  <a:pt x="1641864" y="5167334"/>
                </a:cubicBezTo>
                <a:close/>
                <a:moveTo>
                  <a:pt x="884403" y="5151238"/>
                </a:moveTo>
                <a:cubicBezTo>
                  <a:pt x="886851" y="5151758"/>
                  <a:pt x="888607" y="5152147"/>
                  <a:pt x="889800" y="5152406"/>
                </a:cubicBezTo>
                <a:lnTo>
                  <a:pt x="889863" y="5152321"/>
                </a:lnTo>
                <a:cubicBezTo>
                  <a:pt x="891055" y="5152580"/>
                  <a:pt x="891682" y="5152752"/>
                  <a:pt x="891997" y="5152969"/>
                </a:cubicBezTo>
                <a:cubicBezTo>
                  <a:pt x="892310" y="5153185"/>
                  <a:pt x="892184" y="5153402"/>
                  <a:pt x="891934" y="5153748"/>
                </a:cubicBezTo>
                <a:cubicBezTo>
                  <a:pt x="891620" y="5154094"/>
                  <a:pt x="891181" y="5154571"/>
                  <a:pt x="890678" y="5155263"/>
                </a:cubicBezTo>
                <a:cubicBezTo>
                  <a:pt x="890051" y="5155132"/>
                  <a:pt x="889361" y="5154960"/>
                  <a:pt x="888732" y="5154830"/>
                </a:cubicBezTo>
                <a:cubicBezTo>
                  <a:pt x="888106" y="5154700"/>
                  <a:pt x="887416" y="5154571"/>
                  <a:pt x="886788" y="5154397"/>
                </a:cubicBezTo>
                <a:cubicBezTo>
                  <a:pt x="886159" y="5154267"/>
                  <a:pt x="885469" y="5154138"/>
                  <a:pt x="884843" y="5153964"/>
                </a:cubicBezTo>
                <a:cubicBezTo>
                  <a:pt x="884215" y="5153792"/>
                  <a:pt x="883524" y="5153662"/>
                  <a:pt x="882896" y="5153488"/>
                </a:cubicBezTo>
                <a:cubicBezTo>
                  <a:pt x="883023" y="5153315"/>
                  <a:pt x="883148" y="5153099"/>
                  <a:pt x="883274" y="5152926"/>
                </a:cubicBezTo>
                <a:cubicBezTo>
                  <a:pt x="883400" y="5152752"/>
                  <a:pt x="883524" y="5152536"/>
                  <a:pt x="883649" y="5152363"/>
                </a:cubicBezTo>
                <a:cubicBezTo>
                  <a:pt x="883775" y="5152190"/>
                  <a:pt x="883901" y="5151974"/>
                  <a:pt x="884027" y="5151801"/>
                </a:cubicBezTo>
                <a:cubicBezTo>
                  <a:pt x="884152" y="5151627"/>
                  <a:pt x="884278" y="5151411"/>
                  <a:pt x="884403" y="5151238"/>
                </a:cubicBezTo>
                <a:close/>
                <a:moveTo>
                  <a:pt x="1729907" y="5150978"/>
                </a:moveTo>
                <a:lnTo>
                  <a:pt x="1730660" y="5151238"/>
                </a:lnTo>
                <a:lnTo>
                  <a:pt x="1731413" y="5151498"/>
                </a:lnTo>
                <a:lnTo>
                  <a:pt x="1732165" y="5151757"/>
                </a:lnTo>
                <a:lnTo>
                  <a:pt x="1732919" y="5152016"/>
                </a:lnTo>
                <a:lnTo>
                  <a:pt x="1732103" y="5152190"/>
                </a:lnTo>
                <a:lnTo>
                  <a:pt x="1731225" y="5152363"/>
                </a:lnTo>
                <a:lnTo>
                  <a:pt x="1730346" y="5152536"/>
                </a:lnTo>
                <a:lnTo>
                  <a:pt x="1729530" y="5152709"/>
                </a:lnTo>
                <a:lnTo>
                  <a:pt x="1729592" y="5152276"/>
                </a:lnTo>
                <a:lnTo>
                  <a:pt x="1729718" y="5151844"/>
                </a:lnTo>
                <a:lnTo>
                  <a:pt x="1729781" y="5151411"/>
                </a:lnTo>
                <a:close/>
                <a:moveTo>
                  <a:pt x="1333043" y="5120214"/>
                </a:moveTo>
                <a:cubicBezTo>
                  <a:pt x="1337247" y="5120517"/>
                  <a:pt x="1340449" y="5120777"/>
                  <a:pt x="1343023" y="5121079"/>
                </a:cubicBezTo>
                <a:cubicBezTo>
                  <a:pt x="1345595" y="5121382"/>
                  <a:pt x="1347540" y="5121772"/>
                  <a:pt x="1349299" y="5122335"/>
                </a:cubicBezTo>
                <a:cubicBezTo>
                  <a:pt x="1351056" y="5122940"/>
                  <a:pt x="1352624" y="5123719"/>
                  <a:pt x="1354507" y="5124844"/>
                </a:cubicBezTo>
                <a:lnTo>
                  <a:pt x="1354507" y="5124801"/>
                </a:lnTo>
                <a:cubicBezTo>
                  <a:pt x="1356390" y="5125925"/>
                  <a:pt x="1358522" y="5127397"/>
                  <a:pt x="1361347" y="5129387"/>
                </a:cubicBezTo>
                <a:cubicBezTo>
                  <a:pt x="1355950" y="5129820"/>
                  <a:pt x="1351872" y="5130123"/>
                  <a:pt x="1348734" y="5130210"/>
                </a:cubicBezTo>
                <a:cubicBezTo>
                  <a:pt x="1345595" y="5130253"/>
                  <a:pt x="1343337" y="5130079"/>
                  <a:pt x="1341577" y="5129517"/>
                </a:cubicBezTo>
                <a:cubicBezTo>
                  <a:pt x="1339820" y="5128954"/>
                  <a:pt x="1338504" y="5128003"/>
                  <a:pt x="1337247" y="5126488"/>
                </a:cubicBezTo>
                <a:cubicBezTo>
                  <a:pt x="1335931" y="5124974"/>
                  <a:pt x="1334738" y="5122940"/>
                  <a:pt x="1333043" y="5120214"/>
                </a:cubicBezTo>
                <a:close/>
                <a:moveTo>
                  <a:pt x="1632076" y="5117013"/>
                </a:moveTo>
                <a:cubicBezTo>
                  <a:pt x="1644063" y="5115455"/>
                  <a:pt x="1651030" y="5117748"/>
                  <a:pt x="1654607" y="5121729"/>
                </a:cubicBezTo>
                <a:cubicBezTo>
                  <a:pt x="1658246" y="5125710"/>
                  <a:pt x="1658435" y="5131421"/>
                  <a:pt x="1656928" y="5136657"/>
                </a:cubicBezTo>
                <a:cubicBezTo>
                  <a:pt x="1655423" y="5141892"/>
                  <a:pt x="1652158" y="5146695"/>
                  <a:pt x="1648770" y="5148815"/>
                </a:cubicBezTo>
                <a:cubicBezTo>
                  <a:pt x="1645380" y="5150978"/>
                  <a:pt x="1641930" y="5150460"/>
                  <a:pt x="1639922" y="5145181"/>
                </a:cubicBezTo>
                <a:cubicBezTo>
                  <a:pt x="1639107" y="5142974"/>
                  <a:pt x="1638416" y="5140810"/>
                  <a:pt x="1637726" y="5138560"/>
                </a:cubicBezTo>
                <a:cubicBezTo>
                  <a:pt x="1637035" y="5136353"/>
                  <a:pt x="1636470" y="5134060"/>
                  <a:pt x="1635843" y="5131768"/>
                </a:cubicBezTo>
                <a:cubicBezTo>
                  <a:pt x="1635214" y="5129431"/>
                  <a:pt x="1634651" y="5127051"/>
                  <a:pt x="1634022" y="5124628"/>
                </a:cubicBezTo>
                <a:cubicBezTo>
                  <a:pt x="1633457" y="5122205"/>
                  <a:pt x="1632830" y="5119652"/>
                  <a:pt x="1632140" y="5117056"/>
                </a:cubicBezTo>
                <a:close/>
                <a:moveTo>
                  <a:pt x="1277820" y="5112989"/>
                </a:moveTo>
                <a:cubicBezTo>
                  <a:pt x="1281333" y="5116753"/>
                  <a:pt x="1283967" y="5119566"/>
                  <a:pt x="1285598" y="5121816"/>
                </a:cubicBezTo>
                <a:cubicBezTo>
                  <a:pt x="1287230" y="5124065"/>
                  <a:pt x="1287863" y="5125710"/>
                  <a:pt x="1287480" y="5127181"/>
                </a:cubicBezTo>
                <a:lnTo>
                  <a:pt x="1287543" y="5127181"/>
                </a:lnTo>
                <a:cubicBezTo>
                  <a:pt x="1287171" y="5128609"/>
                  <a:pt x="1285660" y="5129864"/>
                  <a:pt x="1283027" y="5131292"/>
                </a:cubicBezTo>
                <a:cubicBezTo>
                  <a:pt x="1280392" y="5132676"/>
                  <a:pt x="1276562" y="5134277"/>
                  <a:pt x="1271419" y="5136354"/>
                </a:cubicBezTo>
                <a:cubicBezTo>
                  <a:pt x="1270289" y="5133888"/>
                  <a:pt x="1268909" y="5131551"/>
                  <a:pt x="1267841" y="5129344"/>
                </a:cubicBezTo>
                <a:cubicBezTo>
                  <a:pt x="1266712" y="5127138"/>
                  <a:pt x="1265896" y="5125061"/>
                  <a:pt x="1265832" y="5123114"/>
                </a:cubicBezTo>
                <a:cubicBezTo>
                  <a:pt x="1265708" y="5121167"/>
                  <a:pt x="1266397" y="5119350"/>
                  <a:pt x="1268217" y="5117662"/>
                </a:cubicBezTo>
                <a:cubicBezTo>
                  <a:pt x="1270038" y="5115975"/>
                  <a:pt x="1273112" y="5114417"/>
                  <a:pt x="1277820" y="5112989"/>
                </a:cubicBezTo>
                <a:close/>
                <a:moveTo>
                  <a:pt x="1658932" y="5087071"/>
                </a:moveTo>
                <a:cubicBezTo>
                  <a:pt x="1659559" y="5087201"/>
                  <a:pt x="1660062" y="5087504"/>
                  <a:pt x="1660815" y="5088153"/>
                </a:cubicBezTo>
                <a:cubicBezTo>
                  <a:pt x="1661568" y="5088801"/>
                  <a:pt x="1662509" y="5089754"/>
                  <a:pt x="1664017" y="5091138"/>
                </a:cubicBezTo>
                <a:cubicBezTo>
                  <a:pt x="1661193" y="5091658"/>
                  <a:pt x="1659310" y="5092091"/>
                  <a:pt x="1657928" y="5092350"/>
                </a:cubicBezTo>
                <a:cubicBezTo>
                  <a:pt x="1656611" y="5092609"/>
                  <a:pt x="1655794" y="5092696"/>
                  <a:pt x="1655230" y="5092566"/>
                </a:cubicBezTo>
                <a:cubicBezTo>
                  <a:pt x="1654665" y="5092437"/>
                  <a:pt x="1654288" y="5092091"/>
                  <a:pt x="1653786" y="5091398"/>
                </a:cubicBezTo>
                <a:cubicBezTo>
                  <a:pt x="1653285" y="5090705"/>
                  <a:pt x="1652657" y="5089754"/>
                  <a:pt x="1651527" y="5088412"/>
                </a:cubicBezTo>
                <a:cubicBezTo>
                  <a:pt x="1653786" y="5088023"/>
                  <a:pt x="1655355" y="5087634"/>
                  <a:pt x="1656485" y="5087374"/>
                </a:cubicBezTo>
                <a:cubicBezTo>
                  <a:pt x="1657616" y="5087114"/>
                  <a:pt x="1658305" y="5087028"/>
                  <a:pt x="1658932" y="5087114"/>
                </a:cubicBezTo>
                <a:close/>
                <a:moveTo>
                  <a:pt x="1283026" y="5083219"/>
                </a:moveTo>
                <a:cubicBezTo>
                  <a:pt x="1283530" y="5083523"/>
                  <a:pt x="1284029" y="5083825"/>
                  <a:pt x="1284534" y="5084128"/>
                </a:cubicBezTo>
                <a:cubicBezTo>
                  <a:pt x="1285034" y="5084431"/>
                  <a:pt x="1285537" y="5084734"/>
                  <a:pt x="1286041" y="5085037"/>
                </a:cubicBezTo>
                <a:cubicBezTo>
                  <a:pt x="1286539" y="5085340"/>
                  <a:pt x="1287045" y="5085643"/>
                  <a:pt x="1287543" y="5085945"/>
                </a:cubicBezTo>
                <a:cubicBezTo>
                  <a:pt x="1288049" y="5086248"/>
                  <a:pt x="1288550" y="5086551"/>
                  <a:pt x="1289050" y="5086854"/>
                </a:cubicBezTo>
                <a:cubicBezTo>
                  <a:pt x="1288171" y="5087201"/>
                  <a:pt x="1287292" y="5087503"/>
                  <a:pt x="1286413" y="5087849"/>
                </a:cubicBezTo>
                <a:cubicBezTo>
                  <a:pt x="1285537" y="5088195"/>
                  <a:pt x="1284659" y="5088498"/>
                  <a:pt x="1283780" y="5088844"/>
                </a:cubicBezTo>
                <a:cubicBezTo>
                  <a:pt x="1282903" y="5089190"/>
                  <a:pt x="1282024" y="5089494"/>
                  <a:pt x="1281146" y="5089840"/>
                </a:cubicBezTo>
                <a:lnTo>
                  <a:pt x="1281208" y="5089926"/>
                </a:lnTo>
                <a:cubicBezTo>
                  <a:pt x="1280330" y="5090273"/>
                  <a:pt x="1279451" y="5090575"/>
                  <a:pt x="1278572" y="5090922"/>
                </a:cubicBezTo>
                <a:cubicBezTo>
                  <a:pt x="1277503" y="5089233"/>
                  <a:pt x="1276752" y="5088108"/>
                  <a:pt x="1276311" y="5087330"/>
                </a:cubicBezTo>
                <a:cubicBezTo>
                  <a:pt x="1275873" y="5086551"/>
                  <a:pt x="1275747" y="5086076"/>
                  <a:pt x="1275999" y="5085729"/>
                </a:cubicBezTo>
                <a:cubicBezTo>
                  <a:pt x="1276249" y="5085340"/>
                  <a:pt x="1276940" y="5085123"/>
                  <a:pt x="1278068" y="5084777"/>
                </a:cubicBezTo>
                <a:cubicBezTo>
                  <a:pt x="1279261" y="5084431"/>
                  <a:pt x="1280829" y="5083998"/>
                  <a:pt x="1283026" y="5083219"/>
                </a:cubicBezTo>
                <a:close/>
                <a:moveTo>
                  <a:pt x="934164" y="5055400"/>
                </a:moveTo>
                <a:lnTo>
                  <a:pt x="936741" y="5058210"/>
                </a:lnTo>
                <a:cubicBezTo>
                  <a:pt x="937369" y="5058860"/>
                  <a:pt x="937620" y="5059248"/>
                  <a:pt x="937432" y="5059595"/>
                </a:cubicBezTo>
                <a:cubicBezTo>
                  <a:pt x="937243" y="5059941"/>
                  <a:pt x="936615" y="5060201"/>
                  <a:pt x="935298" y="5060547"/>
                </a:cubicBezTo>
                <a:cubicBezTo>
                  <a:pt x="934043" y="5060893"/>
                  <a:pt x="932097" y="5061369"/>
                  <a:pt x="929398" y="5062148"/>
                </a:cubicBezTo>
                <a:cubicBezTo>
                  <a:pt x="928896" y="5061888"/>
                  <a:pt x="928394" y="5061585"/>
                  <a:pt x="927893" y="5061282"/>
                </a:cubicBezTo>
                <a:cubicBezTo>
                  <a:pt x="927390" y="5061023"/>
                  <a:pt x="926889" y="5060720"/>
                  <a:pt x="926386" y="5060417"/>
                </a:cubicBezTo>
                <a:cubicBezTo>
                  <a:pt x="925885" y="5060157"/>
                  <a:pt x="925382" y="5059855"/>
                  <a:pt x="924881" y="5059552"/>
                </a:cubicBezTo>
                <a:cubicBezTo>
                  <a:pt x="924378" y="5059292"/>
                  <a:pt x="923877" y="5058989"/>
                  <a:pt x="923374" y="5058686"/>
                </a:cubicBezTo>
                <a:cubicBezTo>
                  <a:pt x="924252" y="5058427"/>
                  <a:pt x="925194" y="5058124"/>
                  <a:pt x="926073" y="5057864"/>
                </a:cubicBezTo>
                <a:cubicBezTo>
                  <a:pt x="926951" y="5057605"/>
                  <a:pt x="927893" y="5057302"/>
                  <a:pt x="928771" y="5057042"/>
                </a:cubicBezTo>
                <a:cubicBezTo>
                  <a:pt x="929650" y="5056782"/>
                  <a:pt x="930591" y="5056480"/>
                  <a:pt x="931470" y="5056220"/>
                </a:cubicBezTo>
                <a:close/>
                <a:moveTo>
                  <a:pt x="934043" y="5055268"/>
                </a:moveTo>
                <a:lnTo>
                  <a:pt x="934168" y="5055398"/>
                </a:lnTo>
                <a:lnTo>
                  <a:pt x="934164" y="5055400"/>
                </a:lnTo>
                <a:close/>
                <a:moveTo>
                  <a:pt x="1676441" y="5054143"/>
                </a:moveTo>
                <a:cubicBezTo>
                  <a:pt x="1676944" y="5054360"/>
                  <a:pt x="1677382" y="5054619"/>
                  <a:pt x="1677885" y="5054835"/>
                </a:cubicBezTo>
                <a:cubicBezTo>
                  <a:pt x="1678387" y="5055052"/>
                  <a:pt x="1678826" y="5055311"/>
                  <a:pt x="1679329" y="5055527"/>
                </a:cubicBezTo>
                <a:lnTo>
                  <a:pt x="1679329" y="5055614"/>
                </a:lnTo>
                <a:cubicBezTo>
                  <a:pt x="1679830" y="5055831"/>
                  <a:pt x="1680270" y="5056090"/>
                  <a:pt x="1680772" y="5056306"/>
                </a:cubicBezTo>
                <a:cubicBezTo>
                  <a:pt x="1681274" y="5056523"/>
                  <a:pt x="1681713" y="5056782"/>
                  <a:pt x="1682216" y="5056999"/>
                </a:cubicBezTo>
                <a:cubicBezTo>
                  <a:pt x="1679454" y="5057994"/>
                  <a:pt x="1677320" y="5058643"/>
                  <a:pt x="1675814" y="5058989"/>
                </a:cubicBezTo>
                <a:cubicBezTo>
                  <a:pt x="1674245" y="5059292"/>
                  <a:pt x="1673305" y="5059292"/>
                  <a:pt x="1672928" y="5058989"/>
                </a:cubicBezTo>
                <a:cubicBezTo>
                  <a:pt x="1672487" y="5058686"/>
                  <a:pt x="1672614" y="5058124"/>
                  <a:pt x="1673241" y="5057302"/>
                </a:cubicBezTo>
                <a:cubicBezTo>
                  <a:pt x="1673869" y="5056480"/>
                  <a:pt x="1674936" y="5055398"/>
                  <a:pt x="1676441" y="5054143"/>
                </a:cubicBezTo>
                <a:close/>
                <a:moveTo>
                  <a:pt x="827799" y="5051763"/>
                </a:moveTo>
                <a:cubicBezTo>
                  <a:pt x="840349" y="5054360"/>
                  <a:pt x="847566" y="5056956"/>
                  <a:pt x="851143" y="5059206"/>
                </a:cubicBezTo>
                <a:cubicBezTo>
                  <a:pt x="854720" y="5061456"/>
                  <a:pt x="854657" y="5063402"/>
                  <a:pt x="852586" y="5064701"/>
                </a:cubicBezTo>
                <a:cubicBezTo>
                  <a:pt x="850515" y="5066042"/>
                  <a:pt x="846500" y="5066692"/>
                  <a:pt x="842106" y="5066431"/>
                </a:cubicBezTo>
                <a:cubicBezTo>
                  <a:pt x="837713" y="5066172"/>
                  <a:pt x="833007" y="5064960"/>
                  <a:pt x="829618" y="5062494"/>
                </a:cubicBezTo>
                <a:cubicBezTo>
                  <a:pt x="829054" y="5062061"/>
                  <a:pt x="828677" y="5061542"/>
                  <a:pt x="828426" y="5060893"/>
                </a:cubicBezTo>
                <a:cubicBezTo>
                  <a:pt x="828175" y="5060244"/>
                  <a:pt x="828050" y="5059509"/>
                  <a:pt x="828050" y="5058643"/>
                </a:cubicBezTo>
                <a:cubicBezTo>
                  <a:pt x="828050" y="5057777"/>
                  <a:pt x="828050" y="5056782"/>
                  <a:pt x="828050" y="5055657"/>
                </a:cubicBezTo>
                <a:cubicBezTo>
                  <a:pt x="827987" y="5054532"/>
                  <a:pt x="827923" y="5053235"/>
                  <a:pt x="827736" y="5051806"/>
                </a:cubicBezTo>
                <a:close/>
                <a:moveTo>
                  <a:pt x="1456420" y="5049860"/>
                </a:moveTo>
                <a:cubicBezTo>
                  <a:pt x="1456985" y="5049946"/>
                  <a:pt x="1457486" y="5050206"/>
                  <a:pt x="1458115" y="5050855"/>
                </a:cubicBezTo>
                <a:cubicBezTo>
                  <a:pt x="1458742" y="5051504"/>
                  <a:pt x="1459620" y="5052413"/>
                  <a:pt x="1460938" y="5053710"/>
                </a:cubicBezTo>
                <a:cubicBezTo>
                  <a:pt x="1460375" y="5053971"/>
                  <a:pt x="1459872" y="5054273"/>
                  <a:pt x="1459370" y="5054532"/>
                </a:cubicBezTo>
                <a:cubicBezTo>
                  <a:pt x="1458806" y="5054792"/>
                  <a:pt x="1458303" y="5055095"/>
                  <a:pt x="1457801" y="5055355"/>
                </a:cubicBezTo>
                <a:cubicBezTo>
                  <a:pt x="1457299" y="5055614"/>
                  <a:pt x="1456797" y="5055917"/>
                  <a:pt x="1456294" y="5056177"/>
                </a:cubicBezTo>
                <a:cubicBezTo>
                  <a:pt x="1455793" y="5056436"/>
                  <a:pt x="1455290" y="5056739"/>
                  <a:pt x="1454790" y="5056999"/>
                </a:cubicBezTo>
                <a:cubicBezTo>
                  <a:pt x="1454350" y="5056567"/>
                  <a:pt x="1453847" y="5056090"/>
                  <a:pt x="1453408" y="5055657"/>
                </a:cubicBezTo>
                <a:cubicBezTo>
                  <a:pt x="1452970" y="5055225"/>
                  <a:pt x="1452465" y="5054749"/>
                  <a:pt x="1452027" y="5054316"/>
                </a:cubicBezTo>
                <a:cubicBezTo>
                  <a:pt x="1451588" y="5053884"/>
                  <a:pt x="1451086" y="5053408"/>
                  <a:pt x="1450647" y="5052975"/>
                </a:cubicBezTo>
                <a:cubicBezTo>
                  <a:pt x="1450208" y="5052542"/>
                  <a:pt x="1449705" y="5052067"/>
                  <a:pt x="1449266" y="5051634"/>
                </a:cubicBezTo>
                <a:cubicBezTo>
                  <a:pt x="1451462" y="5051114"/>
                  <a:pt x="1452970" y="5050638"/>
                  <a:pt x="1454034" y="5050335"/>
                </a:cubicBezTo>
                <a:cubicBezTo>
                  <a:pt x="1455102" y="5050032"/>
                  <a:pt x="1455793" y="5049860"/>
                  <a:pt x="1456360" y="5049946"/>
                </a:cubicBezTo>
                <a:close/>
                <a:moveTo>
                  <a:pt x="1368624" y="5042158"/>
                </a:moveTo>
                <a:cubicBezTo>
                  <a:pt x="1368499" y="5042375"/>
                  <a:pt x="1368373" y="5042548"/>
                  <a:pt x="1368247" y="5042764"/>
                </a:cubicBezTo>
                <a:cubicBezTo>
                  <a:pt x="1368122" y="5042980"/>
                  <a:pt x="1367996" y="5043153"/>
                  <a:pt x="1367870" y="5043370"/>
                </a:cubicBezTo>
                <a:cubicBezTo>
                  <a:pt x="1367745" y="5043586"/>
                  <a:pt x="1367620" y="5043759"/>
                  <a:pt x="1367495" y="5043975"/>
                </a:cubicBezTo>
                <a:cubicBezTo>
                  <a:pt x="1367369" y="5044192"/>
                  <a:pt x="1367243" y="5044365"/>
                  <a:pt x="1367118" y="5044582"/>
                </a:cubicBezTo>
                <a:cubicBezTo>
                  <a:pt x="1366804" y="5044495"/>
                  <a:pt x="1366553" y="5044452"/>
                  <a:pt x="1366239" y="5044365"/>
                </a:cubicBezTo>
                <a:cubicBezTo>
                  <a:pt x="1365926" y="5044278"/>
                  <a:pt x="1365674" y="5044236"/>
                  <a:pt x="1365361" y="5044149"/>
                </a:cubicBezTo>
                <a:cubicBezTo>
                  <a:pt x="1365047" y="5044062"/>
                  <a:pt x="1364796" y="5044018"/>
                  <a:pt x="1364482" y="5043932"/>
                </a:cubicBezTo>
                <a:cubicBezTo>
                  <a:pt x="1364168" y="5043846"/>
                  <a:pt x="1363918" y="5043803"/>
                  <a:pt x="1363603" y="5043716"/>
                </a:cubicBezTo>
                <a:cubicBezTo>
                  <a:pt x="1364043" y="5043586"/>
                  <a:pt x="1364419" y="5043456"/>
                  <a:pt x="1364858" y="5043326"/>
                </a:cubicBezTo>
                <a:cubicBezTo>
                  <a:pt x="1365297" y="5043196"/>
                  <a:pt x="1365674" y="5043067"/>
                  <a:pt x="1366114" y="5042937"/>
                </a:cubicBezTo>
                <a:cubicBezTo>
                  <a:pt x="1366553" y="5042807"/>
                  <a:pt x="1366930" y="5042678"/>
                  <a:pt x="1367369" y="5042548"/>
                </a:cubicBezTo>
                <a:cubicBezTo>
                  <a:pt x="1367808" y="5042417"/>
                  <a:pt x="1368185" y="5042288"/>
                  <a:pt x="1368624" y="5042158"/>
                </a:cubicBezTo>
                <a:close/>
                <a:moveTo>
                  <a:pt x="929650" y="5032465"/>
                </a:moveTo>
                <a:cubicBezTo>
                  <a:pt x="931532" y="5032422"/>
                  <a:pt x="934546" y="5032725"/>
                  <a:pt x="938937" y="5033590"/>
                </a:cubicBezTo>
                <a:cubicBezTo>
                  <a:pt x="938688" y="5033936"/>
                  <a:pt x="938437" y="5034282"/>
                  <a:pt x="938123" y="5034629"/>
                </a:cubicBezTo>
                <a:cubicBezTo>
                  <a:pt x="937808" y="5034975"/>
                  <a:pt x="937558" y="5035321"/>
                  <a:pt x="937243" y="5035668"/>
                </a:cubicBezTo>
                <a:cubicBezTo>
                  <a:pt x="936930" y="5036014"/>
                  <a:pt x="936679" y="5036360"/>
                  <a:pt x="936364" y="5036706"/>
                </a:cubicBezTo>
                <a:cubicBezTo>
                  <a:pt x="936052" y="5037052"/>
                  <a:pt x="935800" y="5037398"/>
                  <a:pt x="935486" y="5037744"/>
                </a:cubicBezTo>
                <a:cubicBezTo>
                  <a:pt x="933101" y="5037139"/>
                  <a:pt x="931031" y="5036403"/>
                  <a:pt x="929525" y="5035624"/>
                </a:cubicBezTo>
                <a:cubicBezTo>
                  <a:pt x="928019" y="5034845"/>
                  <a:pt x="927077" y="5034110"/>
                  <a:pt x="927015" y="5033503"/>
                </a:cubicBezTo>
                <a:lnTo>
                  <a:pt x="927077" y="5033503"/>
                </a:lnTo>
                <a:cubicBezTo>
                  <a:pt x="927015" y="5032898"/>
                  <a:pt x="927768" y="5032509"/>
                  <a:pt x="929650" y="5032465"/>
                </a:cubicBezTo>
                <a:close/>
                <a:moveTo>
                  <a:pt x="1388018" y="5031254"/>
                </a:moveTo>
                <a:cubicBezTo>
                  <a:pt x="1388706" y="5031384"/>
                  <a:pt x="1389397" y="5031557"/>
                  <a:pt x="1390087" y="5031730"/>
                </a:cubicBezTo>
                <a:cubicBezTo>
                  <a:pt x="1390778" y="5031860"/>
                  <a:pt x="1391469" y="5032033"/>
                  <a:pt x="1392158" y="5032206"/>
                </a:cubicBezTo>
                <a:cubicBezTo>
                  <a:pt x="1392848" y="5032336"/>
                  <a:pt x="1393539" y="5032509"/>
                  <a:pt x="1394229" y="5032682"/>
                </a:cubicBezTo>
                <a:cubicBezTo>
                  <a:pt x="1394920" y="5032812"/>
                  <a:pt x="1395611" y="5032985"/>
                  <a:pt x="1396300" y="5033158"/>
                </a:cubicBezTo>
                <a:cubicBezTo>
                  <a:pt x="1395860" y="5033721"/>
                  <a:pt x="1395611" y="5034154"/>
                  <a:pt x="1395359" y="5034413"/>
                </a:cubicBezTo>
                <a:cubicBezTo>
                  <a:pt x="1395108" y="5034672"/>
                  <a:pt x="1394857" y="5034846"/>
                  <a:pt x="1394355" y="5034846"/>
                </a:cubicBezTo>
                <a:cubicBezTo>
                  <a:pt x="1393853" y="5034889"/>
                  <a:pt x="1393099" y="5034759"/>
                  <a:pt x="1391844" y="5034543"/>
                </a:cubicBezTo>
                <a:cubicBezTo>
                  <a:pt x="1390589" y="5034326"/>
                  <a:pt x="1388770" y="5033980"/>
                  <a:pt x="1386259" y="5033504"/>
                </a:cubicBezTo>
                <a:cubicBezTo>
                  <a:pt x="1386385" y="5033331"/>
                  <a:pt x="1386574" y="5033114"/>
                  <a:pt x="1386698" y="5032942"/>
                </a:cubicBezTo>
                <a:cubicBezTo>
                  <a:pt x="1386825" y="5032768"/>
                  <a:pt x="1387013" y="5032552"/>
                  <a:pt x="1387138" y="5032379"/>
                </a:cubicBezTo>
                <a:cubicBezTo>
                  <a:pt x="1387263" y="5032206"/>
                  <a:pt x="1387451" y="5031989"/>
                  <a:pt x="1387577" y="5031817"/>
                </a:cubicBezTo>
                <a:cubicBezTo>
                  <a:pt x="1387702" y="5031643"/>
                  <a:pt x="1387890" y="5031427"/>
                  <a:pt x="1388018" y="5031254"/>
                </a:cubicBezTo>
                <a:close/>
                <a:moveTo>
                  <a:pt x="1612933" y="5027663"/>
                </a:moveTo>
                <a:cubicBezTo>
                  <a:pt x="1616321" y="5027619"/>
                  <a:pt x="1619021" y="5028096"/>
                  <a:pt x="1620464" y="5028960"/>
                </a:cubicBezTo>
                <a:cubicBezTo>
                  <a:pt x="1621907" y="5029826"/>
                  <a:pt x="1622159" y="5031038"/>
                  <a:pt x="1620652" y="5032466"/>
                </a:cubicBezTo>
                <a:cubicBezTo>
                  <a:pt x="1619209" y="5033893"/>
                  <a:pt x="1616008" y="5035494"/>
                  <a:pt x="1610612" y="5037096"/>
                </a:cubicBezTo>
                <a:cubicBezTo>
                  <a:pt x="1609858" y="5036489"/>
                  <a:pt x="1609106" y="5035884"/>
                  <a:pt x="1608290" y="5035279"/>
                </a:cubicBezTo>
                <a:cubicBezTo>
                  <a:pt x="1607474" y="5034672"/>
                  <a:pt x="1606721" y="5034067"/>
                  <a:pt x="1605904" y="5033460"/>
                </a:cubicBezTo>
                <a:cubicBezTo>
                  <a:pt x="1605088" y="5032855"/>
                  <a:pt x="1604274" y="5032206"/>
                  <a:pt x="1603459" y="5031600"/>
                </a:cubicBezTo>
                <a:cubicBezTo>
                  <a:pt x="1602641" y="5030995"/>
                  <a:pt x="1601825" y="5030346"/>
                  <a:pt x="1601011" y="5029739"/>
                </a:cubicBezTo>
                <a:cubicBezTo>
                  <a:pt x="1605340" y="5028398"/>
                  <a:pt x="1609482" y="5027750"/>
                  <a:pt x="1612872" y="5027706"/>
                </a:cubicBezTo>
                <a:close/>
                <a:moveTo>
                  <a:pt x="1301353" y="5018879"/>
                </a:moveTo>
                <a:cubicBezTo>
                  <a:pt x="1303048" y="5031211"/>
                  <a:pt x="1301418" y="5039865"/>
                  <a:pt x="1298402" y="5045360"/>
                </a:cubicBezTo>
                <a:cubicBezTo>
                  <a:pt x="1295391" y="5050855"/>
                  <a:pt x="1290806" y="5053149"/>
                  <a:pt x="1286666" y="5052802"/>
                </a:cubicBezTo>
                <a:cubicBezTo>
                  <a:pt x="1282526" y="5052456"/>
                  <a:pt x="1278700" y="5049427"/>
                  <a:pt x="1277130" y="5044278"/>
                </a:cubicBezTo>
                <a:cubicBezTo>
                  <a:pt x="1275498" y="5039129"/>
                  <a:pt x="1276126" y="5031817"/>
                  <a:pt x="1280768" y="5022904"/>
                </a:cubicBezTo>
                <a:cubicBezTo>
                  <a:pt x="1281020" y="5022471"/>
                  <a:pt x="1281837" y="5022081"/>
                  <a:pt x="1283028" y="5021779"/>
                </a:cubicBezTo>
                <a:cubicBezTo>
                  <a:pt x="1284222" y="5021475"/>
                  <a:pt x="1285915" y="5021173"/>
                  <a:pt x="1287803" y="5020913"/>
                </a:cubicBezTo>
                <a:cubicBezTo>
                  <a:pt x="1289685" y="5020654"/>
                  <a:pt x="1291875" y="5020350"/>
                  <a:pt x="1294199" y="5020047"/>
                </a:cubicBezTo>
                <a:lnTo>
                  <a:pt x="1294199" y="5020004"/>
                </a:lnTo>
                <a:cubicBezTo>
                  <a:pt x="1296521" y="5019701"/>
                  <a:pt x="1298968" y="5019312"/>
                  <a:pt x="1301353" y="5018879"/>
                </a:cubicBezTo>
                <a:close/>
                <a:moveTo>
                  <a:pt x="1036839" y="5014466"/>
                </a:moveTo>
                <a:lnTo>
                  <a:pt x="1036964" y="5014553"/>
                </a:lnTo>
                <a:cubicBezTo>
                  <a:pt x="1038596" y="5024721"/>
                  <a:pt x="1039851" y="5031904"/>
                  <a:pt x="1040730" y="5037052"/>
                </a:cubicBezTo>
                <a:cubicBezTo>
                  <a:pt x="1041545" y="5042201"/>
                  <a:pt x="1041922" y="5045317"/>
                  <a:pt x="1041734" y="5047393"/>
                </a:cubicBezTo>
                <a:cubicBezTo>
                  <a:pt x="1041545" y="5049471"/>
                  <a:pt x="1040730" y="5050466"/>
                  <a:pt x="1039098" y="5051417"/>
                </a:cubicBezTo>
                <a:cubicBezTo>
                  <a:pt x="1037467" y="5052326"/>
                  <a:pt x="1035083" y="5053192"/>
                  <a:pt x="1031756" y="5054922"/>
                </a:cubicBezTo>
                <a:cubicBezTo>
                  <a:pt x="1028618" y="5053235"/>
                  <a:pt x="1026296" y="5052413"/>
                  <a:pt x="1024790" y="5051504"/>
                </a:cubicBezTo>
                <a:cubicBezTo>
                  <a:pt x="1023283" y="5050596"/>
                  <a:pt x="1022467" y="5049557"/>
                  <a:pt x="1022467" y="5047480"/>
                </a:cubicBezTo>
                <a:cubicBezTo>
                  <a:pt x="1022404" y="5045403"/>
                  <a:pt x="1023033" y="5042288"/>
                  <a:pt x="1024225" y="5037182"/>
                </a:cubicBezTo>
                <a:cubicBezTo>
                  <a:pt x="1025479" y="5032120"/>
                  <a:pt x="1027237" y="5025024"/>
                  <a:pt x="1029559" y="5014986"/>
                </a:cubicBezTo>
                <a:cubicBezTo>
                  <a:pt x="1030124" y="5014942"/>
                  <a:pt x="1030752" y="5014855"/>
                  <a:pt x="1031379" y="5014855"/>
                </a:cubicBezTo>
                <a:cubicBezTo>
                  <a:pt x="1031944" y="5014812"/>
                  <a:pt x="1032634" y="5014769"/>
                  <a:pt x="1033199" y="5014726"/>
                </a:cubicBezTo>
                <a:cubicBezTo>
                  <a:pt x="1033764" y="5014683"/>
                  <a:pt x="1034391" y="5014596"/>
                  <a:pt x="1035020" y="5014596"/>
                </a:cubicBezTo>
                <a:cubicBezTo>
                  <a:pt x="1035584" y="5014553"/>
                  <a:pt x="1036211" y="5014466"/>
                  <a:pt x="1036839" y="5014466"/>
                </a:cubicBezTo>
                <a:close/>
                <a:moveTo>
                  <a:pt x="854281" y="5009143"/>
                </a:moveTo>
                <a:lnTo>
                  <a:pt x="854281" y="5026840"/>
                </a:lnTo>
                <a:cubicBezTo>
                  <a:pt x="845559" y="5024590"/>
                  <a:pt x="840100" y="5022384"/>
                  <a:pt x="837149" y="5020307"/>
                </a:cubicBezTo>
                <a:cubicBezTo>
                  <a:pt x="834199" y="5018273"/>
                  <a:pt x="833761" y="5016369"/>
                  <a:pt x="834891" y="5014726"/>
                </a:cubicBezTo>
                <a:lnTo>
                  <a:pt x="834828" y="5014682"/>
                </a:lnTo>
                <a:cubicBezTo>
                  <a:pt x="836019" y="5013081"/>
                  <a:pt x="838780" y="5011697"/>
                  <a:pt x="842295" y="5010744"/>
                </a:cubicBezTo>
                <a:cubicBezTo>
                  <a:pt x="845809" y="5009793"/>
                  <a:pt x="850076" y="5009230"/>
                  <a:pt x="854281" y="5009143"/>
                </a:cubicBezTo>
                <a:close/>
                <a:moveTo>
                  <a:pt x="1982559" y="5005509"/>
                </a:moveTo>
                <a:lnTo>
                  <a:pt x="1983375" y="5005682"/>
                </a:lnTo>
                <a:lnTo>
                  <a:pt x="1984191" y="5005855"/>
                </a:lnTo>
                <a:lnTo>
                  <a:pt x="1984944" y="5006029"/>
                </a:lnTo>
                <a:lnTo>
                  <a:pt x="1985760" y="5006201"/>
                </a:lnTo>
                <a:lnTo>
                  <a:pt x="1984944" y="5006418"/>
                </a:lnTo>
                <a:lnTo>
                  <a:pt x="1984128" y="5006591"/>
                </a:lnTo>
                <a:lnTo>
                  <a:pt x="1983375" y="5006764"/>
                </a:lnTo>
                <a:lnTo>
                  <a:pt x="1982559" y="5006980"/>
                </a:lnTo>
                <a:lnTo>
                  <a:pt x="1982559" y="5006591"/>
                </a:lnTo>
                <a:lnTo>
                  <a:pt x="1982559" y="5006244"/>
                </a:lnTo>
                <a:lnTo>
                  <a:pt x="1982559" y="5005898"/>
                </a:lnTo>
                <a:close/>
                <a:moveTo>
                  <a:pt x="936114" y="4996640"/>
                </a:moveTo>
                <a:lnTo>
                  <a:pt x="936114" y="4996683"/>
                </a:lnTo>
                <a:cubicBezTo>
                  <a:pt x="937558" y="4998067"/>
                  <a:pt x="938812" y="4998890"/>
                  <a:pt x="939628" y="4999539"/>
                </a:cubicBezTo>
                <a:cubicBezTo>
                  <a:pt x="940444" y="5000187"/>
                  <a:pt x="940883" y="5000577"/>
                  <a:pt x="940632" y="5001140"/>
                </a:cubicBezTo>
                <a:cubicBezTo>
                  <a:pt x="940382" y="5001658"/>
                  <a:pt x="939567" y="5002308"/>
                  <a:pt x="937871" y="5003433"/>
                </a:cubicBezTo>
                <a:cubicBezTo>
                  <a:pt x="936178" y="5004558"/>
                  <a:pt x="933667" y="5006073"/>
                  <a:pt x="930089" y="5008408"/>
                </a:cubicBezTo>
                <a:cubicBezTo>
                  <a:pt x="928270" y="5006029"/>
                  <a:pt x="926701" y="5004385"/>
                  <a:pt x="925633" y="5003216"/>
                </a:cubicBezTo>
                <a:cubicBezTo>
                  <a:pt x="924567" y="5002048"/>
                  <a:pt x="923939" y="5001312"/>
                  <a:pt x="924128" y="5000750"/>
                </a:cubicBezTo>
                <a:cubicBezTo>
                  <a:pt x="924316" y="5000144"/>
                  <a:pt x="925257" y="4999712"/>
                  <a:pt x="927140" y="4999149"/>
                </a:cubicBezTo>
                <a:cubicBezTo>
                  <a:pt x="929023" y="4998544"/>
                  <a:pt x="931971" y="4997808"/>
                  <a:pt x="936114" y="4996640"/>
                </a:cubicBezTo>
                <a:close/>
                <a:moveTo>
                  <a:pt x="1987957" y="4990625"/>
                </a:moveTo>
                <a:cubicBezTo>
                  <a:pt x="1988082" y="4990798"/>
                  <a:pt x="1988145" y="4990971"/>
                  <a:pt x="1988270" y="4991145"/>
                </a:cubicBezTo>
                <a:cubicBezTo>
                  <a:pt x="1988396" y="4991317"/>
                  <a:pt x="1988584" y="4991663"/>
                  <a:pt x="1988584" y="4991663"/>
                </a:cubicBezTo>
                <a:lnTo>
                  <a:pt x="1988710" y="4991663"/>
                </a:lnTo>
                <a:cubicBezTo>
                  <a:pt x="1988835" y="4991837"/>
                  <a:pt x="1988898" y="4992009"/>
                  <a:pt x="1989024" y="4992183"/>
                </a:cubicBezTo>
                <a:cubicBezTo>
                  <a:pt x="1989149" y="4992355"/>
                  <a:pt x="1989212" y="4992529"/>
                  <a:pt x="1989338" y="4992701"/>
                </a:cubicBezTo>
                <a:cubicBezTo>
                  <a:pt x="1988898" y="4992745"/>
                  <a:pt x="1988459" y="4992788"/>
                  <a:pt x="1988020" y="4992832"/>
                </a:cubicBezTo>
                <a:cubicBezTo>
                  <a:pt x="1987580" y="4992875"/>
                  <a:pt x="1987141" y="4992918"/>
                  <a:pt x="1986701" y="4992962"/>
                </a:cubicBezTo>
                <a:cubicBezTo>
                  <a:pt x="1986262" y="4993005"/>
                  <a:pt x="1985823" y="4993048"/>
                  <a:pt x="1985384" y="4993091"/>
                </a:cubicBezTo>
                <a:cubicBezTo>
                  <a:pt x="1984945" y="4993134"/>
                  <a:pt x="1984505" y="4993178"/>
                  <a:pt x="1984066" y="4993221"/>
                </a:cubicBezTo>
                <a:cubicBezTo>
                  <a:pt x="1984380" y="4992485"/>
                  <a:pt x="1984505" y="4991966"/>
                  <a:pt x="1984693" y="4991620"/>
                </a:cubicBezTo>
                <a:cubicBezTo>
                  <a:pt x="1984819" y="4991274"/>
                  <a:pt x="1985007" y="4991101"/>
                  <a:pt x="1985196" y="4990971"/>
                </a:cubicBezTo>
                <a:cubicBezTo>
                  <a:pt x="1985447" y="4990884"/>
                  <a:pt x="1985697" y="4990798"/>
                  <a:pt x="1986137" y="4990798"/>
                </a:cubicBezTo>
                <a:cubicBezTo>
                  <a:pt x="1986576" y="4990798"/>
                  <a:pt x="1987141" y="4990755"/>
                  <a:pt x="1987957" y="4990625"/>
                </a:cubicBezTo>
                <a:close/>
                <a:moveTo>
                  <a:pt x="1669919" y="4990322"/>
                </a:moveTo>
                <a:cubicBezTo>
                  <a:pt x="1673182" y="4990322"/>
                  <a:pt x="1677071" y="4991404"/>
                  <a:pt x="1681026" y="4992961"/>
                </a:cubicBezTo>
                <a:lnTo>
                  <a:pt x="1680962" y="4993005"/>
                </a:lnTo>
                <a:cubicBezTo>
                  <a:pt x="1684979" y="4994562"/>
                  <a:pt x="1689060" y="4996596"/>
                  <a:pt x="1692700" y="4998543"/>
                </a:cubicBezTo>
                <a:cubicBezTo>
                  <a:pt x="1696333" y="5000490"/>
                  <a:pt x="1699595" y="5002308"/>
                  <a:pt x="1701854" y="5003476"/>
                </a:cubicBezTo>
                <a:cubicBezTo>
                  <a:pt x="1695579" y="5003476"/>
                  <a:pt x="1689625" y="5003648"/>
                  <a:pt x="1684226" y="5003778"/>
                </a:cubicBezTo>
                <a:cubicBezTo>
                  <a:pt x="1678830" y="5003865"/>
                  <a:pt x="1674122" y="5003908"/>
                  <a:pt x="1670357" y="5003519"/>
                </a:cubicBezTo>
                <a:cubicBezTo>
                  <a:pt x="1666655" y="5003130"/>
                  <a:pt x="1663893" y="5002351"/>
                  <a:pt x="1662451" y="5000880"/>
                </a:cubicBezTo>
                <a:cubicBezTo>
                  <a:pt x="1661070" y="4999408"/>
                  <a:pt x="1661006" y="4997244"/>
                  <a:pt x="1662639" y="4994086"/>
                </a:cubicBezTo>
                <a:cubicBezTo>
                  <a:pt x="1664082" y="4991360"/>
                  <a:pt x="1666655" y="4990322"/>
                  <a:pt x="1669919" y="4990322"/>
                </a:cubicBezTo>
                <a:close/>
                <a:moveTo>
                  <a:pt x="2055105" y="4984351"/>
                </a:moveTo>
                <a:lnTo>
                  <a:pt x="2055167" y="4984394"/>
                </a:lnTo>
                <a:cubicBezTo>
                  <a:pt x="2063576" y="4990884"/>
                  <a:pt x="2067718" y="4997418"/>
                  <a:pt x="2068910" y="5003389"/>
                </a:cubicBezTo>
                <a:cubicBezTo>
                  <a:pt x="2070103" y="5009317"/>
                  <a:pt x="2068471" y="5014682"/>
                  <a:pt x="2065333" y="5018706"/>
                </a:cubicBezTo>
                <a:cubicBezTo>
                  <a:pt x="2062195" y="5022773"/>
                  <a:pt x="2057614" y="5025500"/>
                  <a:pt x="2053033" y="5026235"/>
                </a:cubicBezTo>
                <a:cubicBezTo>
                  <a:pt x="2048390" y="5026970"/>
                  <a:pt x="2043745" y="5025715"/>
                  <a:pt x="2040545" y="5021779"/>
                </a:cubicBezTo>
                <a:cubicBezTo>
                  <a:pt x="2039729" y="5020739"/>
                  <a:pt x="2039353" y="5019614"/>
                  <a:pt x="2039479" y="5018057"/>
                </a:cubicBezTo>
                <a:cubicBezTo>
                  <a:pt x="2039604" y="5016500"/>
                  <a:pt x="2040232" y="5014509"/>
                  <a:pt x="2041424" y="5011826"/>
                </a:cubicBezTo>
                <a:cubicBezTo>
                  <a:pt x="2042553" y="5009101"/>
                  <a:pt x="2044310" y="5005682"/>
                  <a:pt x="2046570" y="5001226"/>
                </a:cubicBezTo>
                <a:cubicBezTo>
                  <a:pt x="2048829" y="4996726"/>
                  <a:pt x="2051716" y="4991230"/>
                  <a:pt x="2055105" y="4984351"/>
                </a:cubicBezTo>
                <a:close/>
                <a:moveTo>
                  <a:pt x="1283026" y="4978855"/>
                </a:moveTo>
                <a:cubicBezTo>
                  <a:pt x="1283656" y="4979591"/>
                  <a:pt x="1284219" y="4980284"/>
                  <a:pt x="1284844" y="4981019"/>
                </a:cubicBezTo>
                <a:cubicBezTo>
                  <a:pt x="1285475" y="4981755"/>
                  <a:pt x="1286041" y="4982447"/>
                  <a:pt x="1286664" y="4983182"/>
                </a:cubicBezTo>
                <a:cubicBezTo>
                  <a:pt x="1287291" y="4983918"/>
                  <a:pt x="1287861" y="4984610"/>
                  <a:pt x="1288486" y="4985346"/>
                </a:cubicBezTo>
                <a:cubicBezTo>
                  <a:pt x="1289112" y="4986081"/>
                  <a:pt x="1289680" y="4986773"/>
                  <a:pt x="1290309" y="4987509"/>
                </a:cubicBezTo>
                <a:cubicBezTo>
                  <a:pt x="1289556" y="4987639"/>
                  <a:pt x="1288865" y="4987769"/>
                  <a:pt x="1288108" y="4987898"/>
                </a:cubicBezTo>
                <a:cubicBezTo>
                  <a:pt x="1287355" y="4988028"/>
                  <a:pt x="1286664" y="4988159"/>
                  <a:pt x="1285913" y="4988288"/>
                </a:cubicBezTo>
                <a:cubicBezTo>
                  <a:pt x="1285162" y="4988418"/>
                  <a:pt x="1284472" y="4988548"/>
                  <a:pt x="1283718" y="4988677"/>
                </a:cubicBezTo>
                <a:cubicBezTo>
                  <a:pt x="1282964" y="4988808"/>
                  <a:pt x="1282271" y="4988937"/>
                  <a:pt x="1281519" y="4989067"/>
                </a:cubicBezTo>
                <a:cubicBezTo>
                  <a:pt x="1281082" y="4988331"/>
                  <a:pt x="1280703" y="4987552"/>
                  <a:pt x="1280266" y="4986817"/>
                </a:cubicBezTo>
                <a:cubicBezTo>
                  <a:pt x="1279826" y="4986081"/>
                  <a:pt x="1279451" y="4985302"/>
                  <a:pt x="1279011" y="4984567"/>
                </a:cubicBezTo>
                <a:cubicBezTo>
                  <a:pt x="1278571" y="4983831"/>
                  <a:pt x="1278195" y="4983052"/>
                  <a:pt x="1277755" y="4982317"/>
                </a:cubicBezTo>
                <a:cubicBezTo>
                  <a:pt x="1277316" y="4981581"/>
                  <a:pt x="1276939" y="4980802"/>
                  <a:pt x="1276500" y="4980067"/>
                </a:cubicBezTo>
                <a:cubicBezTo>
                  <a:pt x="1277065" y="4979980"/>
                  <a:pt x="1277567" y="4979851"/>
                  <a:pt x="1278131" y="4979764"/>
                </a:cubicBezTo>
                <a:cubicBezTo>
                  <a:pt x="1278696" y="4979677"/>
                  <a:pt x="1279199" y="4979548"/>
                  <a:pt x="1279762" y="4979461"/>
                </a:cubicBezTo>
                <a:cubicBezTo>
                  <a:pt x="1280329" y="4979375"/>
                  <a:pt x="1280830" y="4979245"/>
                  <a:pt x="1281394" y="4979159"/>
                </a:cubicBezTo>
                <a:cubicBezTo>
                  <a:pt x="1281961" y="4979072"/>
                  <a:pt x="1282462" y="4978942"/>
                  <a:pt x="1283026" y="4978855"/>
                </a:cubicBezTo>
                <a:close/>
                <a:moveTo>
                  <a:pt x="2265963" y="4978163"/>
                </a:moveTo>
                <a:lnTo>
                  <a:pt x="2266026" y="4978206"/>
                </a:lnTo>
                <a:cubicBezTo>
                  <a:pt x="2266967" y="4979634"/>
                  <a:pt x="2267595" y="4980630"/>
                  <a:pt x="2267971" y="4981322"/>
                </a:cubicBezTo>
                <a:cubicBezTo>
                  <a:pt x="2268285" y="4982057"/>
                  <a:pt x="2268410" y="4982447"/>
                  <a:pt x="2268285" y="4982750"/>
                </a:cubicBezTo>
                <a:cubicBezTo>
                  <a:pt x="2268160" y="4983052"/>
                  <a:pt x="2267845" y="4983182"/>
                  <a:pt x="2267344" y="4983355"/>
                </a:cubicBezTo>
                <a:cubicBezTo>
                  <a:pt x="2266841" y="4983529"/>
                  <a:pt x="2266152" y="4983701"/>
                  <a:pt x="2265398" y="4984048"/>
                </a:cubicBezTo>
                <a:cubicBezTo>
                  <a:pt x="2264457" y="4982576"/>
                  <a:pt x="2263829" y="4981581"/>
                  <a:pt x="2263453" y="4980889"/>
                </a:cubicBezTo>
                <a:cubicBezTo>
                  <a:pt x="2263139" y="4980154"/>
                  <a:pt x="2263014" y="4979764"/>
                  <a:pt x="2263139" y="4979461"/>
                </a:cubicBezTo>
                <a:cubicBezTo>
                  <a:pt x="2263264" y="4979159"/>
                  <a:pt x="2263579" y="4979029"/>
                  <a:pt x="2264081" y="4978855"/>
                </a:cubicBezTo>
                <a:cubicBezTo>
                  <a:pt x="2264583" y="4978683"/>
                  <a:pt x="2265210" y="4978509"/>
                  <a:pt x="2265963" y="4978163"/>
                </a:cubicBezTo>
                <a:close/>
                <a:moveTo>
                  <a:pt x="1759777" y="4968948"/>
                </a:moveTo>
                <a:cubicBezTo>
                  <a:pt x="1765488" y="4971024"/>
                  <a:pt x="1769316" y="4973577"/>
                  <a:pt x="1771639" y="4976952"/>
                </a:cubicBezTo>
                <a:cubicBezTo>
                  <a:pt x="1773961" y="4980371"/>
                  <a:pt x="1774839" y="4984568"/>
                  <a:pt x="1774839" y="4989933"/>
                </a:cubicBezTo>
                <a:cubicBezTo>
                  <a:pt x="1774776" y="4995298"/>
                  <a:pt x="1773772" y="5001789"/>
                  <a:pt x="1772328" y="5009750"/>
                </a:cubicBezTo>
                <a:cubicBezTo>
                  <a:pt x="1770885" y="5017669"/>
                  <a:pt x="1768940" y="5027101"/>
                  <a:pt x="1767057" y="5038265"/>
                </a:cubicBezTo>
                <a:cubicBezTo>
                  <a:pt x="1763606" y="5037009"/>
                  <a:pt x="1760593" y="5035884"/>
                  <a:pt x="1757895" y="5034890"/>
                </a:cubicBezTo>
                <a:cubicBezTo>
                  <a:pt x="1755196" y="5033894"/>
                  <a:pt x="1752812" y="5033029"/>
                  <a:pt x="1750615" y="5032207"/>
                </a:cubicBezTo>
                <a:cubicBezTo>
                  <a:pt x="1748419" y="5031385"/>
                  <a:pt x="1746473" y="5030649"/>
                  <a:pt x="1744591" y="5029957"/>
                </a:cubicBezTo>
                <a:cubicBezTo>
                  <a:pt x="1742708" y="5029221"/>
                  <a:pt x="1740888" y="5028571"/>
                  <a:pt x="1739131" y="5027923"/>
                </a:cubicBezTo>
                <a:cubicBezTo>
                  <a:pt x="1744339" y="5016198"/>
                  <a:pt x="1745595" y="5007890"/>
                  <a:pt x="1745155" y="5001702"/>
                </a:cubicBezTo>
                <a:cubicBezTo>
                  <a:pt x="1744780" y="4995558"/>
                  <a:pt x="1742708" y="4991534"/>
                  <a:pt x="1741327" y="4988332"/>
                </a:cubicBezTo>
                <a:cubicBezTo>
                  <a:pt x="1740010" y="4985173"/>
                  <a:pt x="1739257" y="4982837"/>
                  <a:pt x="1741578" y="4980024"/>
                </a:cubicBezTo>
                <a:cubicBezTo>
                  <a:pt x="1743900" y="4977256"/>
                  <a:pt x="1749172" y="4974010"/>
                  <a:pt x="1759777" y="4968991"/>
                </a:cubicBezTo>
                <a:close/>
                <a:moveTo>
                  <a:pt x="1482342" y="4962976"/>
                </a:moveTo>
                <a:cubicBezTo>
                  <a:pt x="1486233" y="4962587"/>
                  <a:pt x="1492446" y="4964230"/>
                  <a:pt x="1497904" y="4966611"/>
                </a:cubicBezTo>
                <a:cubicBezTo>
                  <a:pt x="1503360" y="4968947"/>
                  <a:pt x="1508137" y="4972063"/>
                  <a:pt x="1509140" y="4974572"/>
                </a:cubicBezTo>
                <a:cubicBezTo>
                  <a:pt x="1509830" y="4976216"/>
                  <a:pt x="1510206" y="4977860"/>
                  <a:pt x="1510396" y="4979634"/>
                </a:cubicBezTo>
                <a:cubicBezTo>
                  <a:pt x="1510583" y="4981409"/>
                  <a:pt x="1510583" y="4983312"/>
                  <a:pt x="1510520" y="4985346"/>
                </a:cubicBezTo>
                <a:cubicBezTo>
                  <a:pt x="1510458" y="4987380"/>
                  <a:pt x="1510269" y="4989630"/>
                  <a:pt x="1510143" y="4992096"/>
                </a:cubicBezTo>
                <a:cubicBezTo>
                  <a:pt x="1510019" y="4994562"/>
                  <a:pt x="1509894" y="4997288"/>
                  <a:pt x="1509894" y="5000360"/>
                </a:cubicBezTo>
                <a:cubicBezTo>
                  <a:pt x="1492762" y="4986514"/>
                  <a:pt x="1483911" y="4977384"/>
                  <a:pt x="1480334" y="4971587"/>
                </a:cubicBezTo>
                <a:cubicBezTo>
                  <a:pt x="1476757" y="4965788"/>
                  <a:pt x="1478387" y="4963366"/>
                  <a:pt x="1482342" y="4962976"/>
                </a:cubicBezTo>
                <a:close/>
                <a:moveTo>
                  <a:pt x="1819897" y="4960467"/>
                </a:moveTo>
                <a:cubicBezTo>
                  <a:pt x="1828558" y="4960381"/>
                  <a:pt x="1834644" y="4960770"/>
                  <a:pt x="1838661" y="4961592"/>
                </a:cubicBezTo>
                <a:lnTo>
                  <a:pt x="1838724" y="4961592"/>
                </a:lnTo>
                <a:cubicBezTo>
                  <a:pt x="1842740" y="4962414"/>
                  <a:pt x="1844623" y="4963669"/>
                  <a:pt x="1844874" y="4965356"/>
                </a:cubicBezTo>
                <a:cubicBezTo>
                  <a:pt x="1845125" y="4967044"/>
                  <a:pt x="1843682" y="4969121"/>
                  <a:pt x="1841046" y="4971544"/>
                </a:cubicBezTo>
                <a:cubicBezTo>
                  <a:pt x="1838347" y="4973967"/>
                  <a:pt x="1834519" y="4976780"/>
                  <a:pt x="1829813" y="4979895"/>
                </a:cubicBezTo>
                <a:cubicBezTo>
                  <a:pt x="1828055" y="4978553"/>
                  <a:pt x="1826925" y="4977905"/>
                  <a:pt x="1826110" y="4977342"/>
                </a:cubicBezTo>
                <a:cubicBezTo>
                  <a:pt x="1825231" y="4976780"/>
                  <a:pt x="1824729" y="4976347"/>
                  <a:pt x="1824290" y="4975481"/>
                </a:cubicBezTo>
                <a:cubicBezTo>
                  <a:pt x="1823851" y="4974616"/>
                  <a:pt x="1823412" y="4973318"/>
                  <a:pt x="1822784" y="4970981"/>
                </a:cubicBezTo>
                <a:cubicBezTo>
                  <a:pt x="1822094" y="4968645"/>
                  <a:pt x="1821278" y="4965356"/>
                  <a:pt x="1819897" y="4960467"/>
                </a:cubicBezTo>
                <a:close/>
                <a:moveTo>
                  <a:pt x="1674751" y="4960163"/>
                </a:moveTo>
                <a:cubicBezTo>
                  <a:pt x="1678328" y="4960899"/>
                  <a:pt x="1682721" y="4962413"/>
                  <a:pt x="1687490" y="4964880"/>
                </a:cubicBezTo>
                <a:cubicBezTo>
                  <a:pt x="1686235" y="4965399"/>
                  <a:pt x="1685043" y="4965962"/>
                  <a:pt x="1683789" y="4966481"/>
                </a:cubicBezTo>
                <a:cubicBezTo>
                  <a:pt x="1682532" y="4967000"/>
                  <a:pt x="1681215" y="4967563"/>
                  <a:pt x="1679897" y="4968125"/>
                </a:cubicBezTo>
                <a:cubicBezTo>
                  <a:pt x="1678578" y="4968688"/>
                  <a:pt x="1677197" y="4969293"/>
                  <a:pt x="1675693" y="4969942"/>
                </a:cubicBezTo>
                <a:cubicBezTo>
                  <a:pt x="1674185" y="4970592"/>
                  <a:pt x="1672617" y="4971240"/>
                  <a:pt x="1670923" y="4971976"/>
                </a:cubicBezTo>
                <a:cubicBezTo>
                  <a:pt x="1667158" y="4969034"/>
                  <a:pt x="1665150" y="4966524"/>
                  <a:pt x="1664520" y="4964534"/>
                </a:cubicBezTo>
                <a:lnTo>
                  <a:pt x="1664584" y="4964534"/>
                </a:lnTo>
                <a:cubicBezTo>
                  <a:pt x="1663957" y="4962543"/>
                  <a:pt x="1664647" y="4961116"/>
                  <a:pt x="1666467" y="4960337"/>
                </a:cubicBezTo>
                <a:cubicBezTo>
                  <a:pt x="1668286" y="4959558"/>
                  <a:pt x="1671112" y="4959428"/>
                  <a:pt x="1674751" y="4960163"/>
                </a:cubicBezTo>
                <a:close/>
                <a:moveTo>
                  <a:pt x="1047821" y="4959341"/>
                </a:moveTo>
                <a:cubicBezTo>
                  <a:pt x="1048572" y="4960424"/>
                  <a:pt x="1049388" y="4961462"/>
                  <a:pt x="1050205" y="4962500"/>
                </a:cubicBezTo>
                <a:cubicBezTo>
                  <a:pt x="1051084" y="4963538"/>
                  <a:pt x="1051899" y="4964534"/>
                  <a:pt x="1052653" y="4965529"/>
                </a:cubicBezTo>
                <a:cubicBezTo>
                  <a:pt x="1053406" y="4966524"/>
                  <a:pt x="1054158" y="4967520"/>
                  <a:pt x="1054722" y="4968515"/>
                </a:cubicBezTo>
                <a:lnTo>
                  <a:pt x="1054722" y="4968471"/>
                </a:lnTo>
                <a:cubicBezTo>
                  <a:pt x="1055288" y="4969467"/>
                  <a:pt x="1055791" y="4970462"/>
                  <a:pt x="1056042" y="4971500"/>
                </a:cubicBezTo>
                <a:cubicBezTo>
                  <a:pt x="1057297" y="4976044"/>
                  <a:pt x="1054849" y="4978424"/>
                  <a:pt x="1051084" y="4979245"/>
                </a:cubicBezTo>
                <a:cubicBezTo>
                  <a:pt x="1047319" y="4980067"/>
                  <a:pt x="1042299" y="4979245"/>
                  <a:pt x="1038407" y="4977471"/>
                </a:cubicBezTo>
                <a:cubicBezTo>
                  <a:pt x="1034516" y="4975697"/>
                  <a:pt x="1031756" y="4972884"/>
                  <a:pt x="1032508" y="4969683"/>
                </a:cubicBezTo>
                <a:cubicBezTo>
                  <a:pt x="1033261" y="4966481"/>
                  <a:pt x="1037592" y="4962846"/>
                  <a:pt x="1047821" y="4959341"/>
                </a:cubicBezTo>
                <a:close/>
                <a:moveTo>
                  <a:pt x="1585113" y="4956207"/>
                </a:moveTo>
                <a:lnTo>
                  <a:pt x="1587769" y="4957741"/>
                </a:lnTo>
                <a:cubicBezTo>
                  <a:pt x="1588336" y="4958563"/>
                  <a:pt x="1588463" y="4959991"/>
                  <a:pt x="1588336" y="4962803"/>
                </a:cubicBezTo>
                <a:cubicBezTo>
                  <a:pt x="1588210" y="4965659"/>
                  <a:pt x="1587708" y="4969899"/>
                  <a:pt x="1586953" y="4976389"/>
                </a:cubicBezTo>
                <a:cubicBezTo>
                  <a:pt x="1586201" y="4982880"/>
                  <a:pt x="1585199" y="4991620"/>
                  <a:pt x="1583880" y="5003433"/>
                </a:cubicBezTo>
                <a:cubicBezTo>
                  <a:pt x="1577227" y="4999105"/>
                  <a:pt x="1572270" y="4995817"/>
                  <a:pt x="1569007" y="4992832"/>
                </a:cubicBezTo>
                <a:cubicBezTo>
                  <a:pt x="1565744" y="4989846"/>
                  <a:pt x="1564175" y="4987206"/>
                  <a:pt x="1564239" y="4984178"/>
                </a:cubicBezTo>
                <a:cubicBezTo>
                  <a:pt x="1564301" y="4981149"/>
                  <a:pt x="1566121" y="4977774"/>
                  <a:pt x="1569572" y="4973361"/>
                </a:cubicBezTo>
                <a:close/>
                <a:moveTo>
                  <a:pt x="1585072" y="4956183"/>
                </a:moveTo>
                <a:lnTo>
                  <a:pt x="1585135" y="4956183"/>
                </a:lnTo>
                <a:lnTo>
                  <a:pt x="1585113" y="4956207"/>
                </a:lnTo>
                <a:close/>
                <a:moveTo>
                  <a:pt x="2007849" y="4952635"/>
                </a:moveTo>
                <a:cubicBezTo>
                  <a:pt x="2007222" y="4952939"/>
                  <a:pt x="2006532" y="4953285"/>
                  <a:pt x="2005653" y="4953674"/>
                </a:cubicBezTo>
                <a:cubicBezTo>
                  <a:pt x="2004963" y="4953803"/>
                  <a:pt x="2004210" y="4953933"/>
                  <a:pt x="2003456" y="4954064"/>
                </a:cubicBezTo>
                <a:cubicBezTo>
                  <a:pt x="2002767" y="4954193"/>
                  <a:pt x="2002013" y="4954323"/>
                  <a:pt x="2001260" y="4954453"/>
                </a:cubicBezTo>
                <a:cubicBezTo>
                  <a:pt x="2000570" y="4954582"/>
                  <a:pt x="1999817" y="4954713"/>
                  <a:pt x="1999064" y="4954842"/>
                </a:cubicBezTo>
                <a:cubicBezTo>
                  <a:pt x="1998374" y="4954972"/>
                  <a:pt x="1997621" y="4955102"/>
                  <a:pt x="1996867" y="4955231"/>
                </a:cubicBezTo>
                <a:cubicBezTo>
                  <a:pt x="1997495" y="4955059"/>
                  <a:pt x="1998122" y="4954885"/>
                  <a:pt x="1998751" y="4954713"/>
                </a:cubicBezTo>
                <a:cubicBezTo>
                  <a:pt x="1999378" y="4954539"/>
                  <a:pt x="2000005" y="4954366"/>
                  <a:pt x="2000633" y="4954193"/>
                </a:cubicBezTo>
                <a:cubicBezTo>
                  <a:pt x="2001260" y="4954020"/>
                  <a:pt x="2001887" y="4953847"/>
                  <a:pt x="2002515" y="4953674"/>
                </a:cubicBezTo>
                <a:cubicBezTo>
                  <a:pt x="2003143" y="4953501"/>
                  <a:pt x="2003771" y="4953328"/>
                  <a:pt x="2004398" y="4953155"/>
                </a:cubicBezTo>
                <a:lnTo>
                  <a:pt x="2004272" y="4953068"/>
                </a:lnTo>
                <a:cubicBezTo>
                  <a:pt x="2005214" y="4952939"/>
                  <a:pt x="2006155" y="4952852"/>
                  <a:pt x="2007097" y="4952722"/>
                </a:cubicBezTo>
                <a:close/>
                <a:moveTo>
                  <a:pt x="2012305" y="4950817"/>
                </a:moveTo>
                <a:cubicBezTo>
                  <a:pt x="2012744" y="4950731"/>
                  <a:pt x="2013059" y="4950817"/>
                  <a:pt x="2013560" y="4950991"/>
                </a:cubicBezTo>
                <a:cubicBezTo>
                  <a:pt x="2014063" y="4951164"/>
                  <a:pt x="2014690" y="4951467"/>
                  <a:pt x="2015694" y="4951770"/>
                </a:cubicBezTo>
                <a:cubicBezTo>
                  <a:pt x="2014753" y="4951899"/>
                  <a:pt x="2013811" y="4951986"/>
                  <a:pt x="2012870" y="4952116"/>
                </a:cubicBezTo>
                <a:cubicBezTo>
                  <a:pt x="2011929" y="4952245"/>
                  <a:pt x="2010987" y="4952332"/>
                  <a:pt x="2010046" y="4952462"/>
                </a:cubicBezTo>
                <a:cubicBezTo>
                  <a:pt x="2009356" y="4952549"/>
                  <a:pt x="2008665" y="4952634"/>
                  <a:pt x="2007975" y="4952721"/>
                </a:cubicBezTo>
                <a:cubicBezTo>
                  <a:pt x="2008853" y="4952289"/>
                  <a:pt x="2009669" y="4951899"/>
                  <a:pt x="2010234" y="4951640"/>
                </a:cubicBezTo>
                <a:cubicBezTo>
                  <a:pt x="2011238" y="4951207"/>
                  <a:pt x="2011866" y="4950948"/>
                  <a:pt x="2012305" y="4950861"/>
                </a:cubicBezTo>
                <a:close/>
                <a:moveTo>
                  <a:pt x="2058618" y="4944111"/>
                </a:moveTo>
                <a:cubicBezTo>
                  <a:pt x="2062133" y="4942770"/>
                  <a:pt x="2067341" y="4942683"/>
                  <a:pt x="2074810" y="4944241"/>
                </a:cubicBezTo>
                <a:cubicBezTo>
                  <a:pt x="2078073" y="4951380"/>
                  <a:pt x="2078888" y="4956875"/>
                  <a:pt x="2078073" y="4961116"/>
                </a:cubicBezTo>
                <a:cubicBezTo>
                  <a:pt x="2077257" y="4965356"/>
                  <a:pt x="2074872" y="4968384"/>
                  <a:pt x="2071734" y="4970592"/>
                </a:cubicBezTo>
                <a:cubicBezTo>
                  <a:pt x="2068596" y="4972799"/>
                  <a:pt x="2064832" y="4974226"/>
                  <a:pt x="2061255" y="4975265"/>
                </a:cubicBezTo>
                <a:cubicBezTo>
                  <a:pt x="2057677" y="4976303"/>
                  <a:pt x="2054352" y="4976995"/>
                  <a:pt x="2052218" y="4977730"/>
                </a:cubicBezTo>
                <a:cubicBezTo>
                  <a:pt x="2052218" y="4972928"/>
                  <a:pt x="2051779" y="4968038"/>
                  <a:pt x="2051527" y="4963495"/>
                </a:cubicBezTo>
                <a:cubicBezTo>
                  <a:pt x="2051338" y="4958995"/>
                  <a:pt x="2051338" y="4954799"/>
                  <a:pt x="2052280" y="4951424"/>
                </a:cubicBezTo>
                <a:cubicBezTo>
                  <a:pt x="2053222" y="4948049"/>
                  <a:pt x="2055104" y="4945453"/>
                  <a:pt x="2058618" y="4944111"/>
                </a:cubicBezTo>
                <a:close/>
                <a:moveTo>
                  <a:pt x="1679203" y="4936323"/>
                </a:moveTo>
                <a:cubicBezTo>
                  <a:pt x="1680083" y="4936712"/>
                  <a:pt x="1680899" y="4937058"/>
                  <a:pt x="1681651" y="4937361"/>
                </a:cubicBezTo>
                <a:cubicBezTo>
                  <a:pt x="1682404" y="4937664"/>
                  <a:pt x="1683095" y="4937968"/>
                  <a:pt x="1683721" y="4938227"/>
                </a:cubicBezTo>
                <a:cubicBezTo>
                  <a:pt x="1684349" y="4938486"/>
                  <a:pt x="1684915" y="4938746"/>
                  <a:pt x="1685480" y="4938962"/>
                </a:cubicBezTo>
                <a:cubicBezTo>
                  <a:pt x="1686044" y="4939222"/>
                  <a:pt x="1686609" y="4939439"/>
                  <a:pt x="1687110" y="4939654"/>
                </a:cubicBezTo>
                <a:cubicBezTo>
                  <a:pt x="1683283" y="4940564"/>
                  <a:pt x="1680710" y="4941169"/>
                  <a:pt x="1678827" y="4941602"/>
                </a:cubicBezTo>
                <a:cubicBezTo>
                  <a:pt x="1676946" y="4942034"/>
                  <a:pt x="1675878" y="4942251"/>
                  <a:pt x="1675126" y="4942294"/>
                </a:cubicBezTo>
                <a:cubicBezTo>
                  <a:pt x="1674372" y="4942337"/>
                  <a:pt x="1673932" y="4942207"/>
                  <a:pt x="1673431" y="4941948"/>
                </a:cubicBezTo>
                <a:lnTo>
                  <a:pt x="1673368" y="4941948"/>
                </a:lnTo>
                <a:cubicBezTo>
                  <a:pt x="1672866" y="4941689"/>
                  <a:pt x="1672238" y="4941256"/>
                  <a:pt x="1671046" y="4940736"/>
                </a:cubicBezTo>
                <a:cubicBezTo>
                  <a:pt x="1671737" y="4940347"/>
                  <a:pt x="1672425" y="4940001"/>
                  <a:pt x="1673115" y="4939611"/>
                </a:cubicBezTo>
                <a:cubicBezTo>
                  <a:pt x="1673807" y="4939222"/>
                  <a:pt x="1674497" y="4938876"/>
                  <a:pt x="1675188" y="4938486"/>
                </a:cubicBezTo>
                <a:cubicBezTo>
                  <a:pt x="1675878" y="4938140"/>
                  <a:pt x="1676504" y="4937750"/>
                  <a:pt x="1677195" y="4937405"/>
                </a:cubicBezTo>
                <a:cubicBezTo>
                  <a:pt x="1677886" y="4937058"/>
                  <a:pt x="1678576" y="4936669"/>
                  <a:pt x="1679203" y="4936323"/>
                </a:cubicBezTo>
                <a:close/>
                <a:moveTo>
                  <a:pt x="1054030" y="4927323"/>
                </a:moveTo>
                <a:lnTo>
                  <a:pt x="1054784" y="4927366"/>
                </a:lnTo>
                <a:lnTo>
                  <a:pt x="1055473" y="4927453"/>
                </a:lnTo>
                <a:lnTo>
                  <a:pt x="1056227" y="4927496"/>
                </a:lnTo>
                <a:lnTo>
                  <a:pt x="1056918" y="4927539"/>
                </a:lnTo>
                <a:lnTo>
                  <a:pt x="1056478" y="4927928"/>
                </a:lnTo>
                <a:lnTo>
                  <a:pt x="1055976" y="4928275"/>
                </a:lnTo>
                <a:lnTo>
                  <a:pt x="1055537" y="4928621"/>
                </a:lnTo>
                <a:lnTo>
                  <a:pt x="1055034" y="4928968"/>
                </a:lnTo>
                <a:lnTo>
                  <a:pt x="1054784" y="4928578"/>
                </a:lnTo>
                <a:lnTo>
                  <a:pt x="1054533" y="4928145"/>
                </a:lnTo>
                <a:lnTo>
                  <a:pt x="1054281" y="4927756"/>
                </a:lnTo>
                <a:close/>
                <a:moveTo>
                  <a:pt x="1924637" y="4925289"/>
                </a:moveTo>
                <a:lnTo>
                  <a:pt x="1932042" y="4943635"/>
                </a:lnTo>
                <a:lnTo>
                  <a:pt x="1931979" y="4963366"/>
                </a:lnTo>
                <a:cubicBezTo>
                  <a:pt x="1930912" y="4969770"/>
                  <a:pt x="1928904" y="4975698"/>
                  <a:pt x="1926268" y="4980544"/>
                </a:cubicBezTo>
                <a:cubicBezTo>
                  <a:pt x="1923633" y="4985390"/>
                  <a:pt x="1920369" y="4989154"/>
                  <a:pt x="1916792" y="4991102"/>
                </a:cubicBezTo>
                <a:cubicBezTo>
                  <a:pt x="1912462" y="4988332"/>
                  <a:pt x="1909701" y="4985693"/>
                  <a:pt x="1908320" y="4982535"/>
                </a:cubicBezTo>
                <a:cubicBezTo>
                  <a:pt x="1906939" y="4979419"/>
                  <a:pt x="1906877" y="4975785"/>
                  <a:pt x="1907881" y="4971068"/>
                </a:cubicBezTo>
                <a:cubicBezTo>
                  <a:pt x="1908885" y="4966352"/>
                  <a:pt x="1910956" y="4960597"/>
                  <a:pt x="1913842" y="4953154"/>
                </a:cubicBezTo>
                <a:cubicBezTo>
                  <a:pt x="1916730" y="4945713"/>
                  <a:pt x="1920432" y="4936626"/>
                  <a:pt x="1924637" y="4925289"/>
                </a:cubicBezTo>
                <a:close/>
                <a:moveTo>
                  <a:pt x="1838536" y="4922823"/>
                </a:moveTo>
                <a:lnTo>
                  <a:pt x="1838536" y="4925419"/>
                </a:lnTo>
                <a:cubicBezTo>
                  <a:pt x="1837971" y="4925506"/>
                  <a:pt x="1837406" y="4925592"/>
                  <a:pt x="1836842" y="4925678"/>
                </a:cubicBezTo>
                <a:cubicBezTo>
                  <a:pt x="1836277" y="4925808"/>
                  <a:pt x="1835649" y="4925895"/>
                  <a:pt x="1835084" y="4925982"/>
                </a:cubicBezTo>
                <a:cubicBezTo>
                  <a:pt x="1834519" y="4926111"/>
                  <a:pt x="1833892" y="4926198"/>
                  <a:pt x="1833327" y="4926285"/>
                </a:cubicBezTo>
                <a:cubicBezTo>
                  <a:pt x="1832700" y="4926371"/>
                  <a:pt x="1832135" y="4926501"/>
                  <a:pt x="1831507" y="4926587"/>
                </a:cubicBezTo>
                <a:cubicBezTo>
                  <a:pt x="1831507" y="4925852"/>
                  <a:pt x="1831382" y="4925332"/>
                  <a:pt x="1831319" y="4924986"/>
                </a:cubicBezTo>
                <a:cubicBezTo>
                  <a:pt x="1831256" y="4924597"/>
                  <a:pt x="1831570" y="4924207"/>
                  <a:pt x="1831570" y="4924207"/>
                </a:cubicBezTo>
                <a:cubicBezTo>
                  <a:pt x="1831821" y="4924035"/>
                  <a:pt x="1832449" y="4923905"/>
                  <a:pt x="1833515" y="4923688"/>
                </a:cubicBezTo>
                <a:cubicBezTo>
                  <a:pt x="1834644" y="4923472"/>
                  <a:pt x="1836213" y="4923212"/>
                  <a:pt x="1838536" y="4922823"/>
                </a:cubicBezTo>
                <a:close/>
                <a:moveTo>
                  <a:pt x="1761393" y="4919731"/>
                </a:moveTo>
                <a:lnTo>
                  <a:pt x="1772768" y="4925462"/>
                </a:lnTo>
                <a:cubicBezTo>
                  <a:pt x="1775341" y="4927150"/>
                  <a:pt x="1776659" y="4928794"/>
                  <a:pt x="1776722" y="4930914"/>
                </a:cubicBezTo>
                <a:cubicBezTo>
                  <a:pt x="1776847" y="4933034"/>
                  <a:pt x="1775655" y="4935630"/>
                  <a:pt x="1773333" y="4939265"/>
                </a:cubicBezTo>
                <a:cubicBezTo>
                  <a:pt x="1770949" y="4942899"/>
                  <a:pt x="1767434" y="4947529"/>
                  <a:pt x="1762665" y="4953717"/>
                </a:cubicBezTo>
                <a:cubicBezTo>
                  <a:pt x="1760406" y="4952808"/>
                  <a:pt x="1758397" y="4951986"/>
                  <a:pt x="1756577" y="4951207"/>
                </a:cubicBezTo>
                <a:cubicBezTo>
                  <a:pt x="1754695" y="4950428"/>
                  <a:pt x="1753000" y="4949736"/>
                  <a:pt x="1751431" y="4949087"/>
                </a:cubicBezTo>
                <a:cubicBezTo>
                  <a:pt x="1749800" y="4948395"/>
                  <a:pt x="1748294" y="4947788"/>
                  <a:pt x="1746850" y="4947183"/>
                </a:cubicBezTo>
                <a:cubicBezTo>
                  <a:pt x="1745407" y="4946578"/>
                  <a:pt x="1743964" y="4945971"/>
                  <a:pt x="1742457" y="4945366"/>
                </a:cubicBezTo>
                <a:cubicBezTo>
                  <a:pt x="1744089" y="4943159"/>
                  <a:pt x="1745658" y="4940996"/>
                  <a:pt x="1747227" y="4938875"/>
                </a:cubicBezTo>
                <a:cubicBezTo>
                  <a:pt x="1748796" y="4936755"/>
                  <a:pt x="1750365" y="4934635"/>
                  <a:pt x="1751934" y="4932515"/>
                </a:cubicBezTo>
                <a:cubicBezTo>
                  <a:pt x="1753503" y="4930395"/>
                  <a:pt x="1755072" y="4928275"/>
                  <a:pt x="1756641" y="4926154"/>
                </a:cubicBezTo>
                <a:close/>
                <a:moveTo>
                  <a:pt x="1761346" y="4919707"/>
                </a:moveTo>
                <a:lnTo>
                  <a:pt x="1761410" y="4919707"/>
                </a:lnTo>
                <a:lnTo>
                  <a:pt x="1761393" y="4919731"/>
                </a:lnTo>
                <a:close/>
                <a:moveTo>
                  <a:pt x="2275440" y="4919578"/>
                </a:moveTo>
                <a:lnTo>
                  <a:pt x="2275440" y="4946274"/>
                </a:lnTo>
                <a:cubicBezTo>
                  <a:pt x="2271548" y="4941038"/>
                  <a:pt x="2268661" y="4937102"/>
                  <a:pt x="2266716" y="4934073"/>
                </a:cubicBezTo>
                <a:cubicBezTo>
                  <a:pt x="2264771" y="4931044"/>
                  <a:pt x="2263829" y="4928924"/>
                  <a:pt x="2263829" y="4927236"/>
                </a:cubicBezTo>
                <a:lnTo>
                  <a:pt x="2263829" y="4927192"/>
                </a:lnTo>
                <a:cubicBezTo>
                  <a:pt x="2263829" y="4925549"/>
                  <a:pt x="2264771" y="4924337"/>
                  <a:pt x="2266716" y="4923212"/>
                </a:cubicBezTo>
                <a:cubicBezTo>
                  <a:pt x="2268661" y="4922087"/>
                  <a:pt x="2271548" y="4921005"/>
                  <a:pt x="2275440" y="4919578"/>
                </a:cubicBezTo>
                <a:close/>
                <a:moveTo>
                  <a:pt x="2073493" y="4918626"/>
                </a:moveTo>
                <a:cubicBezTo>
                  <a:pt x="2074120" y="4919232"/>
                  <a:pt x="2074685" y="4919622"/>
                  <a:pt x="2075062" y="4919881"/>
                </a:cubicBezTo>
                <a:cubicBezTo>
                  <a:pt x="2075438" y="4920140"/>
                  <a:pt x="2075563" y="4920314"/>
                  <a:pt x="2075563" y="4920617"/>
                </a:cubicBezTo>
                <a:cubicBezTo>
                  <a:pt x="2075563" y="4920920"/>
                  <a:pt x="2075312" y="4921265"/>
                  <a:pt x="2074747" y="4921915"/>
                </a:cubicBezTo>
                <a:cubicBezTo>
                  <a:pt x="2074182" y="4922564"/>
                  <a:pt x="2073367" y="4923472"/>
                  <a:pt x="2072237" y="4924814"/>
                </a:cubicBezTo>
                <a:cubicBezTo>
                  <a:pt x="2072049" y="4924640"/>
                  <a:pt x="2071673" y="4924294"/>
                  <a:pt x="2071673" y="4924294"/>
                </a:cubicBezTo>
                <a:lnTo>
                  <a:pt x="2071673" y="4924338"/>
                </a:lnTo>
                <a:cubicBezTo>
                  <a:pt x="2071485" y="4924164"/>
                  <a:pt x="2071296" y="4923992"/>
                  <a:pt x="2071108" y="4923818"/>
                </a:cubicBezTo>
                <a:cubicBezTo>
                  <a:pt x="2070920" y="4923645"/>
                  <a:pt x="2070731" y="4923472"/>
                  <a:pt x="2070543" y="4923300"/>
                </a:cubicBezTo>
                <a:cubicBezTo>
                  <a:pt x="2070355" y="4923126"/>
                  <a:pt x="2070166" y="4922953"/>
                  <a:pt x="2069978" y="4922780"/>
                </a:cubicBezTo>
                <a:cubicBezTo>
                  <a:pt x="2070292" y="4922434"/>
                  <a:pt x="2070543" y="4922088"/>
                  <a:pt x="2070857" y="4921742"/>
                </a:cubicBezTo>
                <a:cubicBezTo>
                  <a:pt x="2071170" y="4921396"/>
                  <a:pt x="2071421" y="4921050"/>
                  <a:pt x="2071735" y="4920703"/>
                </a:cubicBezTo>
                <a:cubicBezTo>
                  <a:pt x="2072049" y="4920357"/>
                  <a:pt x="2072300" y="4920011"/>
                  <a:pt x="2072613" y="4919665"/>
                </a:cubicBezTo>
                <a:cubicBezTo>
                  <a:pt x="2072928" y="4919318"/>
                  <a:pt x="2073178" y="4918972"/>
                  <a:pt x="2073493" y="4918626"/>
                </a:cubicBezTo>
                <a:close/>
                <a:moveTo>
                  <a:pt x="1597997" y="4915597"/>
                </a:moveTo>
                <a:cubicBezTo>
                  <a:pt x="1599128" y="4917112"/>
                  <a:pt x="1599942" y="4918151"/>
                  <a:pt x="1600507" y="4918886"/>
                </a:cubicBezTo>
                <a:lnTo>
                  <a:pt x="1600507" y="4918843"/>
                </a:lnTo>
                <a:cubicBezTo>
                  <a:pt x="1601009" y="4919579"/>
                  <a:pt x="1601260" y="4920011"/>
                  <a:pt x="1601009" y="4920357"/>
                </a:cubicBezTo>
                <a:cubicBezTo>
                  <a:pt x="1600758" y="4920703"/>
                  <a:pt x="1600067" y="4920963"/>
                  <a:pt x="1598813" y="4921352"/>
                </a:cubicBezTo>
                <a:cubicBezTo>
                  <a:pt x="1597559" y="4921742"/>
                  <a:pt x="1595737" y="4922218"/>
                  <a:pt x="1593228" y="4923039"/>
                </a:cubicBezTo>
                <a:cubicBezTo>
                  <a:pt x="1592788" y="4922737"/>
                  <a:pt x="1592286" y="4922434"/>
                  <a:pt x="1591847" y="4922131"/>
                </a:cubicBezTo>
                <a:cubicBezTo>
                  <a:pt x="1591344" y="4921828"/>
                  <a:pt x="1590905" y="4921526"/>
                  <a:pt x="1590467" y="4921222"/>
                </a:cubicBezTo>
                <a:cubicBezTo>
                  <a:pt x="1589963" y="4920919"/>
                  <a:pt x="1589525" y="4920617"/>
                  <a:pt x="1589086" y="4920314"/>
                </a:cubicBezTo>
                <a:cubicBezTo>
                  <a:pt x="1588583" y="4920011"/>
                  <a:pt x="1588144" y="4919708"/>
                  <a:pt x="1587705" y="4919405"/>
                </a:cubicBezTo>
                <a:cubicBezTo>
                  <a:pt x="1588583" y="4919059"/>
                  <a:pt x="1589401" y="4918756"/>
                  <a:pt x="1590279" y="4918454"/>
                </a:cubicBezTo>
                <a:cubicBezTo>
                  <a:pt x="1591157" y="4918107"/>
                  <a:pt x="1591973" y="4917804"/>
                  <a:pt x="1592852" y="4917501"/>
                </a:cubicBezTo>
                <a:cubicBezTo>
                  <a:pt x="1593729" y="4917155"/>
                  <a:pt x="1594545" y="4916852"/>
                  <a:pt x="1595424" y="4916550"/>
                </a:cubicBezTo>
                <a:cubicBezTo>
                  <a:pt x="1596302" y="4916203"/>
                  <a:pt x="1597120" y="4915901"/>
                  <a:pt x="1597997" y="4915597"/>
                </a:cubicBezTo>
                <a:close/>
                <a:moveTo>
                  <a:pt x="1540767" y="4914776"/>
                </a:moveTo>
                <a:lnTo>
                  <a:pt x="1540830" y="4914818"/>
                </a:lnTo>
                <a:cubicBezTo>
                  <a:pt x="1542335" y="4914949"/>
                  <a:pt x="1542963" y="4915468"/>
                  <a:pt x="1543778" y="4916419"/>
                </a:cubicBezTo>
                <a:cubicBezTo>
                  <a:pt x="1544596" y="4917372"/>
                  <a:pt x="1545473" y="4918756"/>
                  <a:pt x="1547481" y="4920617"/>
                </a:cubicBezTo>
                <a:cubicBezTo>
                  <a:pt x="1541520" y="4921785"/>
                  <a:pt x="1537629" y="4922651"/>
                  <a:pt x="1534805" y="4923169"/>
                </a:cubicBezTo>
                <a:cubicBezTo>
                  <a:pt x="1532043" y="4923689"/>
                  <a:pt x="1530348" y="4923862"/>
                  <a:pt x="1528843" y="4923689"/>
                </a:cubicBezTo>
                <a:cubicBezTo>
                  <a:pt x="1527337" y="4923516"/>
                  <a:pt x="1526019" y="4922954"/>
                  <a:pt x="1523948" y="4921958"/>
                </a:cubicBezTo>
                <a:cubicBezTo>
                  <a:pt x="1521877" y="4920963"/>
                  <a:pt x="1519055" y="4919579"/>
                  <a:pt x="1514534" y="4917718"/>
                </a:cubicBezTo>
                <a:cubicBezTo>
                  <a:pt x="1523007" y="4916636"/>
                  <a:pt x="1528843" y="4915857"/>
                  <a:pt x="1532924" y="4915338"/>
                </a:cubicBezTo>
                <a:cubicBezTo>
                  <a:pt x="1536939" y="4914818"/>
                  <a:pt x="1539262" y="4914602"/>
                  <a:pt x="1540767" y="4914776"/>
                </a:cubicBezTo>
                <a:close/>
                <a:moveTo>
                  <a:pt x="1836465" y="4905602"/>
                </a:moveTo>
                <a:cubicBezTo>
                  <a:pt x="1837030" y="4905819"/>
                  <a:pt x="1837657" y="4905992"/>
                  <a:pt x="1838222" y="4906208"/>
                </a:cubicBezTo>
                <a:cubicBezTo>
                  <a:pt x="1838787" y="4906424"/>
                  <a:pt x="1839415" y="4906597"/>
                  <a:pt x="1839980" y="4906814"/>
                </a:cubicBezTo>
                <a:cubicBezTo>
                  <a:pt x="1840544" y="4907030"/>
                  <a:pt x="1841172" y="4907203"/>
                  <a:pt x="1841736" y="4907419"/>
                </a:cubicBezTo>
                <a:cubicBezTo>
                  <a:pt x="1842301" y="4907593"/>
                  <a:pt x="1842929" y="4907809"/>
                  <a:pt x="1843493" y="4908026"/>
                </a:cubicBezTo>
                <a:cubicBezTo>
                  <a:pt x="1842992" y="4908328"/>
                  <a:pt x="1842553" y="4908674"/>
                  <a:pt x="1842050" y="4908977"/>
                </a:cubicBezTo>
                <a:cubicBezTo>
                  <a:pt x="1841549" y="4909280"/>
                  <a:pt x="1841109" y="4909626"/>
                  <a:pt x="1840607" y="4909929"/>
                </a:cubicBezTo>
                <a:cubicBezTo>
                  <a:pt x="1840105" y="4910232"/>
                  <a:pt x="1839665" y="4910578"/>
                  <a:pt x="1839164" y="4910881"/>
                </a:cubicBezTo>
                <a:lnTo>
                  <a:pt x="1839226" y="4910881"/>
                </a:lnTo>
                <a:cubicBezTo>
                  <a:pt x="1838724" y="4911184"/>
                  <a:pt x="1838285" y="4911530"/>
                  <a:pt x="1837783" y="4911832"/>
                </a:cubicBezTo>
                <a:cubicBezTo>
                  <a:pt x="1836528" y="4910578"/>
                  <a:pt x="1835649" y="4909713"/>
                  <a:pt x="1835022" y="4909107"/>
                </a:cubicBezTo>
                <a:cubicBezTo>
                  <a:pt x="1834395" y="4908501"/>
                  <a:pt x="1834080" y="4908155"/>
                  <a:pt x="1834080" y="4907852"/>
                </a:cubicBezTo>
                <a:cubicBezTo>
                  <a:pt x="1834018" y="4907549"/>
                  <a:pt x="1834206" y="4907333"/>
                  <a:pt x="1834645" y="4907030"/>
                </a:cubicBezTo>
                <a:cubicBezTo>
                  <a:pt x="1835022" y="4906727"/>
                  <a:pt x="1835649" y="4906294"/>
                  <a:pt x="1836465" y="4905602"/>
                </a:cubicBezTo>
                <a:close/>
                <a:moveTo>
                  <a:pt x="1284598" y="4903179"/>
                </a:moveTo>
                <a:cubicBezTo>
                  <a:pt x="1290933" y="4902184"/>
                  <a:pt x="1297087" y="4902357"/>
                  <a:pt x="1302358" y="4903265"/>
                </a:cubicBezTo>
                <a:cubicBezTo>
                  <a:pt x="1307630" y="4904218"/>
                  <a:pt x="1312023" y="4905861"/>
                  <a:pt x="1314846" y="4907809"/>
                </a:cubicBezTo>
                <a:cubicBezTo>
                  <a:pt x="1317669" y="4909756"/>
                  <a:pt x="1318926" y="4911963"/>
                  <a:pt x="1317859" y="4913997"/>
                </a:cubicBezTo>
                <a:cubicBezTo>
                  <a:pt x="1315788" y="4918020"/>
                  <a:pt x="1312023" y="4920011"/>
                  <a:pt x="1307377" y="4920703"/>
                </a:cubicBezTo>
                <a:cubicBezTo>
                  <a:pt x="1302735" y="4921395"/>
                  <a:pt x="1297274" y="4920746"/>
                  <a:pt x="1291812" y="4919491"/>
                </a:cubicBezTo>
                <a:cubicBezTo>
                  <a:pt x="1286353" y="4918236"/>
                  <a:pt x="1280895" y="4916376"/>
                  <a:pt x="1276253" y="4914602"/>
                </a:cubicBezTo>
                <a:cubicBezTo>
                  <a:pt x="1271669" y="4912828"/>
                  <a:pt x="1267905" y="4911184"/>
                  <a:pt x="1265834" y="4910361"/>
                </a:cubicBezTo>
                <a:cubicBezTo>
                  <a:pt x="1271795" y="4906468"/>
                  <a:pt x="1278258" y="4904218"/>
                  <a:pt x="1284598" y="4903179"/>
                </a:cubicBezTo>
                <a:close/>
                <a:moveTo>
                  <a:pt x="775400" y="4899890"/>
                </a:moveTo>
                <a:cubicBezTo>
                  <a:pt x="781488" y="4906554"/>
                  <a:pt x="784061" y="4915035"/>
                  <a:pt x="784312" y="4924035"/>
                </a:cubicBezTo>
                <a:cubicBezTo>
                  <a:pt x="784563" y="4933035"/>
                  <a:pt x="782492" y="4942553"/>
                  <a:pt x="779229" y="4951380"/>
                </a:cubicBezTo>
                <a:cubicBezTo>
                  <a:pt x="775966" y="4960207"/>
                  <a:pt x="771573" y="4968255"/>
                  <a:pt x="767117" y="4974355"/>
                </a:cubicBezTo>
                <a:cubicBezTo>
                  <a:pt x="762662" y="4980457"/>
                  <a:pt x="758269" y="4984524"/>
                  <a:pt x="754943" y="4985389"/>
                </a:cubicBezTo>
                <a:cubicBezTo>
                  <a:pt x="752622" y="4982837"/>
                  <a:pt x="751115" y="4981538"/>
                  <a:pt x="750613" y="4979678"/>
                </a:cubicBezTo>
                <a:cubicBezTo>
                  <a:pt x="750111" y="4977817"/>
                  <a:pt x="750549" y="4975438"/>
                  <a:pt x="752056" y="4970721"/>
                </a:cubicBezTo>
                <a:cubicBezTo>
                  <a:pt x="753626" y="4965962"/>
                  <a:pt x="756199" y="4958909"/>
                  <a:pt x="760088" y="4947703"/>
                </a:cubicBezTo>
                <a:lnTo>
                  <a:pt x="759964" y="4947745"/>
                </a:lnTo>
                <a:cubicBezTo>
                  <a:pt x="763854" y="4936539"/>
                  <a:pt x="768938" y="4921178"/>
                  <a:pt x="775400" y="4899890"/>
                </a:cubicBezTo>
                <a:close/>
                <a:moveTo>
                  <a:pt x="1997935" y="4899198"/>
                </a:moveTo>
                <a:lnTo>
                  <a:pt x="1997871" y="4899631"/>
                </a:lnTo>
                <a:lnTo>
                  <a:pt x="1997809" y="4900020"/>
                </a:lnTo>
                <a:lnTo>
                  <a:pt x="1997683" y="4900410"/>
                </a:lnTo>
                <a:lnTo>
                  <a:pt x="1997621" y="4900843"/>
                </a:lnTo>
                <a:lnTo>
                  <a:pt x="1996867" y="4900583"/>
                </a:lnTo>
                <a:lnTo>
                  <a:pt x="1996178" y="4900323"/>
                </a:lnTo>
                <a:lnTo>
                  <a:pt x="1995424" y="4900107"/>
                </a:lnTo>
                <a:lnTo>
                  <a:pt x="1994671" y="4899848"/>
                </a:lnTo>
                <a:lnTo>
                  <a:pt x="1995487" y="4899718"/>
                </a:lnTo>
                <a:lnTo>
                  <a:pt x="1996302" y="4899544"/>
                </a:lnTo>
                <a:lnTo>
                  <a:pt x="1997118" y="4899371"/>
                </a:lnTo>
                <a:close/>
                <a:moveTo>
                  <a:pt x="911237" y="4896323"/>
                </a:moveTo>
                <a:lnTo>
                  <a:pt x="917350" y="4903222"/>
                </a:lnTo>
                <a:cubicBezTo>
                  <a:pt x="918542" y="4906683"/>
                  <a:pt x="918920" y="4910924"/>
                  <a:pt x="918920" y="4914991"/>
                </a:cubicBezTo>
                <a:cubicBezTo>
                  <a:pt x="918920" y="4919058"/>
                  <a:pt x="918607" y="4922953"/>
                  <a:pt x="918418" y="4925635"/>
                </a:cubicBezTo>
                <a:cubicBezTo>
                  <a:pt x="917915" y="4925678"/>
                  <a:pt x="917289" y="4925721"/>
                  <a:pt x="916785" y="4925765"/>
                </a:cubicBezTo>
                <a:cubicBezTo>
                  <a:pt x="916285" y="4925808"/>
                  <a:pt x="915719" y="4925895"/>
                  <a:pt x="915154" y="4925895"/>
                </a:cubicBezTo>
                <a:cubicBezTo>
                  <a:pt x="914652" y="4925938"/>
                  <a:pt x="914088" y="4926025"/>
                  <a:pt x="913522" y="4926025"/>
                </a:cubicBezTo>
                <a:cubicBezTo>
                  <a:pt x="913022" y="4926067"/>
                  <a:pt x="912457" y="4926154"/>
                  <a:pt x="911891" y="4926154"/>
                </a:cubicBezTo>
                <a:cubicBezTo>
                  <a:pt x="910700" y="4923991"/>
                  <a:pt x="909570" y="4921784"/>
                  <a:pt x="908376" y="4919621"/>
                </a:cubicBezTo>
                <a:cubicBezTo>
                  <a:pt x="907185" y="4917415"/>
                  <a:pt x="906055" y="4915250"/>
                  <a:pt x="904862" y="4913044"/>
                </a:cubicBezTo>
                <a:cubicBezTo>
                  <a:pt x="903670" y="4910837"/>
                  <a:pt x="902541" y="4908674"/>
                  <a:pt x="901348" y="4906467"/>
                </a:cubicBezTo>
                <a:cubicBezTo>
                  <a:pt x="900218" y="4904304"/>
                  <a:pt x="899026" y="4902097"/>
                  <a:pt x="897834" y="4899890"/>
                </a:cubicBezTo>
                <a:close/>
                <a:moveTo>
                  <a:pt x="911138" y="4896212"/>
                </a:moveTo>
                <a:lnTo>
                  <a:pt x="911327" y="4896299"/>
                </a:lnTo>
                <a:lnTo>
                  <a:pt x="911237" y="4896323"/>
                </a:lnTo>
                <a:close/>
                <a:moveTo>
                  <a:pt x="1065205" y="4887169"/>
                </a:moveTo>
                <a:cubicBezTo>
                  <a:pt x="1072233" y="4888770"/>
                  <a:pt x="1082588" y="4893011"/>
                  <a:pt x="1097398" y="4901275"/>
                </a:cubicBezTo>
                <a:cubicBezTo>
                  <a:pt x="1094198" y="4901448"/>
                  <a:pt x="1090934" y="4901621"/>
                  <a:pt x="1087670" y="4901794"/>
                </a:cubicBezTo>
                <a:cubicBezTo>
                  <a:pt x="1084408" y="4902011"/>
                  <a:pt x="1081082" y="4902183"/>
                  <a:pt x="1077756" y="4902357"/>
                </a:cubicBezTo>
                <a:cubicBezTo>
                  <a:pt x="1074428" y="4902530"/>
                  <a:pt x="1071103" y="4902747"/>
                  <a:pt x="1067713" y="4902919"/>
                </a:cubicBezTo>
                <a:cubicBezTo>
                  <a:pt x="1064325" y="4903092"/>
                  <a:pt x="1060999" y="4903309"/>
                  <a:pt x="1057610" y="4903482"/>
                </a:cubicBezTo>
                <a:cubicBezTo>
                  <a:pt x="1055916" y="4902616"/>
                  <a:pt x="1053845" y="4899977"/>
                  <a:pt x="1052653" y="4897035"/>
                </a:cubicBezTo>
                <a:cubicBezTo>
                  <a:pt x="1051461" y="4894093"/>
                  <a:pt x="1051084" y="4890804"/>
                  <a:pt x="1052778" y="4888684"/>
                </a:cubicBezTo>
                <a:lnTo>
                  <a:pt x="1052715" y="4888640"/>
                </a:lnTo>
                <a:cubicBezTo>
                  <a:pt x="1054409" y="4886520"/>
                  <a:pt x="1058176" y="4885569"/>
                  <a:pt x="1065205" y="4887169"/>
                </a:cubicBezTo>
                <a:close/>
                <a:moveTo>
                  <a:pt x="1550307" y="4880376"/>
                </a:moveTo>
                <a:cubicBezTo>
                  <a:pt x="1557900" y="4879554"/>
                  <a:pt x="1567062" y="4879814"/>
                  <a:pt x="1577479" y="4881804"/>
                </a:cubicBezTo>
                <a:cubicBezTo>
                  <a:pt x="1575219" y="4884530"/>
                  <a:pt x="1572396" y="4886779"/>
                  <a:pt x="1569132" y="4888640"/>
                </a:cubicBezTo>
                <a:cubicBezTo>
                  <a:pt x="1565869" y="4890501"/>
                  <a:pt x="1562231" y="4892058"/>
                  <a:pt x="1558339" y="4893313"/>
                </a:cubicBezTo>
                <a:cubicBezTo>
                  <a:pt x="1554448" y="4894569"/>
                  <a:pt x="1550307" y="4895607"/>
                  <a:pt x="1545978" y="4896515"/>
                </a:cubicBezTo>
                <a:cubicBezTo>
                  <a:pt x="1541710" y="4897424"/>
                  <a:pt x="1537255" y="4898203"/>
                  <a:pt x="1532863" y="4898938"/>
                </a:cubicBezTo>
                <a:cubicBezTo>
                  <a:pt x="1528155" y="4897640"/>
                  <a:pt x="1526021" y="4895433"/>
                  <a:pt x="1526021" y="4892967"/>
                </a:cubicBezTo>
                <a:cubicBezTo>
                  <a:pt x="1526021" y="4890501"/>
                  <a:pt x="1528344" y="4887775"/>
                  <a:pt x="1532486" y="4885438"/>
                </a:cubicBezTo>
                <a:cubicBezTo>
                  <a:pt x="1536626" y="4883102"/>
                  <a:pt x="1542714" y="4881198"/>
                  <a:pt x="1550307" y="4880376"/>
                </a:cubicBezTo>
                <a:close/>
                <a:moveTo>
                  <a:pt x="996047" y="4877305"/>
                </a:moveTo>
                <a:cubicBezTo>
                  <a:pt x="997804" y="4877131"/>
                  <a:pt x="999498" y="4877348"/>
                  <a:pt x="1000377" y="4877823"/>
                </a:cubicBezTo>
                <a:lnTo>
                  <a:pt x="1000314" y="4877823"/>
                </a:lnTo>
                <a:cubicBezTo>
                  <a:pt x="1003452" y="4879511"/>
                  <a:pt x="1005083" y="4881026"/>
                  <a:pt x="1005586" y="4882453"/>
                </a:cubicBezTo>
                <a:cubicBezTo>
                  <a:pt x="1006151" y="4883881"/>
                  <a:pt x="1005586" y="4885136"/>
                  <a:pt x="1004519" y="4886305"/>
                </a:cubicBezTo>
                <a:cubicBezTo>
                  <a:pt x="1003452" y="4887473"/>
                  <a:pt x="1001820" y="4888511"/>
                  <a:pt x="1000251" y="4889419"/>
                </a:cubicBezTo>
                <a:cubicBezTo>
                  <a:pt x="998682" y="4890372"/>
                  <a:pt x="997113" y="4891151"/>
                  <a:pt x="996047" y="4891886"/>
                </a:cubicBezTo>
                <a:cubicBezTo>
                  <a:pt x="992219" y="4888468"/>
                  <a:pt x="990335" y="4885742"/>
                  <a:pt x="989771" y="4883621"/>
                </a:cubicBezTo>
                <a:cubicBezTo>
                  <a:pt x="989206" y="4881502"/>
                  <a:pt x="989897" y="4880030"/>
                  <a:pt x="991152" y="4878992"/>
                </a:cubicBezTo>
                <a:cubicBezTo>
                  <a:pt x="992406" y="4877997"/>
                  <a:pt x="994290" y="4877477"/>
                  <a:pt x="996047" y="4877305"/>
                </a:cubicBezTo>
                <a:close/>
                <a:moveTo>
                  <a:pt x="1801133" y="4873670"/>
                </a:moveTo>
                <a:lnTo>
                  <a:pt x="1800820" y="4874016"/>
                </a:lnTo>
                <a:lnTo>
                  <a:pt x="1800505" y="4874362"/>
                </a:lnTo>
                <a:lnTo>
                  <a:pt x="1800192" y="4874708"/>
                </a:lnTo>
                <a:lnTo>
                  <a:pt x="1799887" y="4875045"/>
                </a:lnTo>
                <a:lnTo>
                  <a:pt x="1799816" y="4875011"/>
                </a:lnTo>
                <a:lnTo>
                  <a:pt x="1799773" y="4874996"/>
                </a:lnTo>
                <a:lnTo>
                  <a:pt x="1799564" y="4874881"/>
                </a:lnTo>
                <a:lnTo>
                  <a:pt x="1799501" y="4874881"/>
                </a:lnTo>
                <a:cubicBezTo>
                  <a:pt x="1799564" y="4874881"/>
                  <a:pt x="1799690" y="4874967"/>
                  <a:pt x="1799690" y="4874967"/>
                </a:cubicBezTo>
                <a:lnTo>
                  <a:pt x="1799773" y="4874996"/>
                </a:lnTo>
                <a:lnTo>
                  <a:pt x="1799878" y="4875054"/>
                </a:lnTo>
                <a:lnTo>
                  <a:pt x="1799887" y="4875045"/>
                </a:lnTo>
                <a:lnTo>
                  <a:pt x="1800004" y="4875098"/>
                </a:lnTo>
                <a:cubicBezTo>
                  <a:pt x="1799627" y="4875011"/>
                  <a:pt x="1799251" y="4874881"/>
                  <a:pt x="1798874" y="4874752"/>
                </a:cubicBezTo>
                <a:cubicBezTo>
                  <a:pt x="1798874" y="4874708"/>
                  <a:pt x="1798874" y="4874535"/>
                  <a:pt x="1798874" y="4874535"/>
                </a:cubicBezTo>
                <a:lnTo>
                  <a:pt x="1799439" y="4874319"/>
                </a:lnTo>
                <a:lnTo>
                  <a:pt x="1800004" y="4874102"/>
                </a:lnTo>
                <a:lnTo>
                  <a:pt x="1800568" y="4873886"/>
                </a:lnTo>
                <a:close/>
                <a:moveTo>
                  <a:pt x="1773709" y="4866531"/>
                </a:moveTo>
                <a:cubicBezTo>
                  <a:pt x="1776031" y="4867309"/>
                  <a:pt x="1778290" y="4868045"/>
                  <a:pt x="1780550" y="4868781"/>
                </a:cubicBezTo>
                <a:cubicBezTo>
                  <a:pt x="1782809" y="4869517"/>
                  <a:pt x="1785005" y="4870252"/>
                  <a:pt x="1787139" y="4870944"/>
                </a:cubicBezTo>
                <a:cubicBezTo>
                  <a:pt x="1789273" y="4871636"/>
                  <a:pt x="1791406" y="4872328"/>
                  <a:pt x="1793540" y="4873021"/>
                </a:cubicBezTo>
                <a:cubicBezTo>
                  <a:pt x="1795297" y="4873584"/>
                  <a:pt x="1796991" y="4874146"/>
                  <a:pt x="1798748" y="4874708"/>
                </a:cubicBezTo>
                <a:cubicBezTo>
                  <a:pt x="1799062" y="4876180"/>
                  <a:pt x="1799376" y="4877651"/>
                  <a:pt x="1799690" y="4879078"/>
                </a:cubicBezTo>
                <a:cubicBezTo>
                  <a:pt x="1800004" y="4880593"/>
                  <a:pt x="1800317" y="4882107"/>
                  <a:pt x="1800631" y="4883578"/>
                </a:cubicBezTo>
                <a:lnTo>
                  <a:pt x="1800694" y="4883578"/>
                </a:lnTo>
                <a:cubicBezTo>
                  <a:pt x="1801008" y="4885049"/>
                  <a:pt x="1801321" y="4886521"/>
                  <a:pt x="1801635" y="4887905"/>
                </a:cubicBezTo>
                <a:cubicBezTo>
                  <a:pt x="1801949" y="4889333"/>
                  <a:pt x="1802263" y="4890674"/>
                  <a:pt x="1802513" y="4891973"/>
                </a:cubicBezTo>
                <a:cubicBezTo>
                  <a:pt x="1797054" y="4894179"/>
                  <a:pt x="1791532" y="4894612"/>
                  <a:pt x="1786512" y="4893790"/>
                </a:cubicBezTo>
                <a:cubicBezTo>
                  <a:pt x="1781490" y="4892968"/>
                  <a:pt x="1777098" y="4890890"/>
                  <a:pt x="1773835" y="4888078"/>
                </a:cubicBezTo>
                <a:cubicBezTo>
                  <a:pt x="1770571" y="4885266"/>
                  <a:pt x="1768563" y="4881718"/>
                  <a:pt x="1768312" y="4877953"/>
                </a:cubicBezTo>
                <a:cubicBezTo>
                  <a:pt x="1768061" y="4874189"/>
                  <a:pt x="1769630" y="4870209"/>
                  <a:pt x="1773709" y="4866531"/>
                </a:cubicBezTo>
                <a:close/>
                <a:moveTo>
                  <a:pt x="2056045" y="4865838"/>
                </a:moveTo>
                <a:cubicBezTo>
                  <a:pt x="2062760" y="4866141"/>
                  <a:pt x="2071483" y="4866834"/>
                  <a:pt x="2083094" y="4867742"/>
                </a:cubicBezTo>
                <a:lnTo>
                  <a:pt x="2083094" y="4867698"/>
                </a:lnTo>
                <a:cubicBezTo>
                  <a:pt x="2084851" y="4870035"/>
                  <a:pt x="2085980" y="4872198"/>
                  <a:pt x="2086482" y="4874232"/>
                </a:cubicBezTo>
                <a:cubicBezTo>
                  <a:pt x="2086984" y="4876266"/>
                  <a:pt x="2086984" y="4878169"/>
                  <a:pt x="2086357" y="4879944"/>
                </a:cubicBezTo>
                <a:cubicBezTo>
                  <a:pt x="2085792" y="4881718"/>
                  <a:pt x="2084663" y="4883405"/>
                  <a:pt x="2082968" y="4885006"/>
                </a:cubicBezTo>
                <a:cubicBezTo>
                  <a:pt x="2081336" y="4886607"/>
                  <a:pt x="2079140" y="4888122"/>
                  <a:pt x="2076441" y="4889593"/>
                </a:cubicBezTo>
                <a:cubicBezTo>
                  <a:pt x="2067906" y="4886651"/>
                  <a:pt x="2062259" y="4884617"/>
                  <a:pt x="2058179" y="4883232"/>
                </a:cubicBezTo>
                <a:cubicBezTo>
                  <a:pt x="2054100" y="4881848"/>
                  <a:pt x="2051590" y="4881069"/>
                  <a:pt x="2049206" y="4880549"/>
                </a:cubicBezTo>
                <a:cubicBezTo>
                  <a:pt x="2046821" y="4880030"/>
                  <a:pt x="2044687" y="4879771"/>
                  <a:pt x="2041236" y="4879468"/>
                </a:cubicBezTo>
                <a:cubicBezTo>
                  <a:pt x="2037784" y="4879165"/>
                  <a:pt x="2033203" y="4878776"/>
                  <a:pt x="2026049" y="4877997"/>
                </a:cubicBezTo>
                <a:cubicBezTo>
                  <a:pt x="2028684" y="4874492"/>
                  <a:pt x="2030693" y="4871896"/>
                  <a:pt x="2032889" y="4869992"/>
                </a:cubicBezTo>
                <a:cubicBezTo>
                  <a:pt x="2035086" y="4868088"/>
                  <a:pt x="2037533" y="4866920"/>
                  <a:pt x="2041110" y="4866271"/>
                </a:cubicBezTo>
                <a:cubicBezTo>
                  <a:pt x="2044625" y="4865622"/>
                  <a:pt x="2049330" y="4865535"/>
                  <a:pt x="2056045" y="4865838"/>
                </a:cubicBezTo>
                <a:close/>
                <a:moveTo>
                  <a:pt x="1146532" y="4865102"/>
                </a:moveTo>
                <a:cubicBezTo>
                  <a:pt x="1146847" y="4865145"/>
                  <a:pt x="1147159" y="4865232"/>
                  <a:pt x="1147473" y="4865275"/>
                </a:cubicBezTo>
                <a:cubicBezTo>
                  <a:pt x="1147787" y="4865319"/>
                  <a:pt x="1148102" y="4865406"/>
                  <a:pt x="1148415" y="4865449"/>
                </a:cubicBezTo>
                <a:cubicBezTo>
                  <a:pt x="1148729" y="4865492"/>
                  <a:pt x="1149043" y="4865578"/>
                  <a:pt x="1149356" y="4865622"/>
                </a:cubicBezTo>
                <a:cubicBezTo>
                  <a:pt x="1149671" y="4865665"/>
                  <a:pt x="1149983" y="4865752"/>
                  <a:pt x="1150297" y="4865795"/>
                </a:cubicBezTo>
                <a:cubicBezTo>
                  <a:pt x="1150236" y="4865924"/>
                  <a:pt x="1150047" y="4866054"/>
                  <a:pt x="1149983" y="4866185"/>
                </a:cubicBezTo>
                <a:cubicBezTo>
                  <a:pt x="1149920" y="4866314"/>
                  <a:pt x="1149796" y="4866444"/>
                  <a:pt x="1149671" y="4866573"/>
                </a:cubicBezTo>
                <a:cubicBezTo>
                  <a:pt x="1149608" y="4866703"/>
                  <a:pt x="1149481" y="4866833"/>
                  <a:pt x="1149356" y="4866962"/>
                </a:cubicBezTo>
                <a:cubicBezTo>
                  <a:pt x="1149294" y="4867093"/>
                  <a:pt x="1149168" y="4867223"/>
                  <a:pt x="1149043" y="4867352"/>
                </a:cubicBezTo>
                <a:cubicBezTo>
                  <a:pt x="1148854" y="4867179"/>
                  <a:pt x="1148602" y="4866962"/>
                  <a:pt x="1148415" y="4866790"/>
                </a:cubicBezTo>
                <a:cubicBezTo>
                  <a:pt x="1148228" y="4866616"/>
                  <a:pt x="1147975" y="4866400"/>
                  <a:pt x="1147787" y="4866227"/>
                </a:cubicBezTo>
                <a:cubicBezTo>
                  <a:pt x="1147598" y="4866054"/>
                  <a:pt x="1147348" y="4865837"/>
                  <a:pt x="1147159" y="4865665"/>
                </a:cubicBezTo>
                <a:cubicBezTo>
                  <a:pt x="1146971" y="4865492"/>
                  <a:pt x="1146721" y="4865275"/>
                  <a:pt x="1146532" y="4865102"/>
                </a:cubicBezTo>
                <a:close/>
                <a:moveTo>
                  <a:pt x="1233387" y="4860386"/>
                </a:moveTo>
                <a:cubicBezTo>
                  <a:pt x="1234078" y="4860602"/>
                  <a:pt x="1234706" y="4860906"/>
                  <a:pt x="1235396" y="4861122"/>
                </a:cubicBezTo>
                <a:cubicBezTo>
                  <a:pt x="1236086" y="4861338"/>
                  <a:pt x="1236714" y="4861598"/>
                  <a:pt x="1237404" y="4861857"/>
                </a:cubicBezTo>
                <a:lnTo>
                  <a:pt x="1237341" y="4862031"/>
                </a:lnTo>
                <a:cubicBezTo>
                  <a:pt x="1238032" y="4862247"/>
                  <a:pt x="1238659" y="4862506"/>
                  <a:pt x="1239349" y="4862766"/>
                </a:cubicBezTo>
                <a:cubicBezTo>
                  <a:pt x="1240040" y="4862982"/>
                  <a:pt x="1240668" y="4863242"/>
                  <a:pt x="1241357" y="4863502"/>
                </a:cubicBezTo>
                <a:cubicBezTo>
                  <a:pt x="1241295" y="4863674"/>
                  <a:pt x="1241169" y="4863891"/>
                  <a:pt x="1241169" y="4864064"/>
                </a:cubicBezTo>
                <a:cubicBezTo>
                  <a:pt x="1241106" y="4864237"/>
                  <a:pt x="1240981" y="4864453"/>
                  <a:pt x="1240981" y="4864627"/>
                </a:cubicBezTo>
                <a:cubicBezTo>
                  <a:pt x="1240918" y="4864799"/>
                  <a:pt x="1240792" y="4865016"/>
                  <a:pt x="1240792" y="4865189"/>
                </a:cubicBezTo>
                <a:cubicBezTo>
                  <a:pt x="1240730" y="4865362"/>
                  <a:pt x="1240605" y="4865578"/>
                  <a:pt x="1240605" y="4865752"/>
                </a:cubicBezTo>
                <a:cubicBezTo>
                  <a:pt x="1237718" y="4865102"/>
                  <a:pt x="1235710" y="4864670"/>
                  <a:pt x="1234329" y="4864367"/>
                </a:cubicBezTo>
                <a:cubicBezTo>
                  <a:pt x="1232949" y="4864064"/>
                  <a:pt x="1232258" y="4863848"/>
                  <a:pt x="1231944" y="4863588"/>
                </a:cubicBezTo>
                <a:cubicBezTo>
                  <a:pt x="1231630" y="4863328"/>
                  <a:pt x="1231756" y="4863026"/>
                  <a:pt x="1232071" y="4862549"/>
                </a:cubicBezTo>
                <a:cubicBezTo>
                  <a:pt x="1232383" y="4862074"/>
                  <a:pt x="1232886" y="4861381"/>
                  <a:pt x="1233387" y="4860386"/>
                </a:cubicBezTo>
                <a:close/>
                <a:moveTo>
                  <a:pt x="1473556" y="4858915"/>
                </a:moveTo>
                <a:cubicBezTo>
                  <a:pt x="1481527" y="4859045"/>
                  <a:pt x="1487238" y="4859866"/>
                  <a:pt x="1491315" y="4862160"/>
                </a:cubicBezTo>
                <a:cubicBezTo>
                  <a:pt x="1495397" y="4864453"/>
                  <a:pt x="1497782" y="4868174"/>
                  <a:pt x="1498911" y="4874016"/>
                </a:cubicBezTo>
                <a:cubicBezTo>
                  <a:pt x="1500037" y="4879857"/>
                  <a:pt x="1499981" y="4887862"/>
                  <a:pt x="1499099" y="4898765"/>
                </a:cubicBezTo>
                <a:cubicBezTo>
                  <a:pt x="1498221" y="4909669"/>
                  <a:pt x="1496589" y="4923428"/>
                  <a:pt x="1494706" y="4940779"/>
                </a:cubicBezTo>
                <a:lnTo>
                  <a:pt x="1483284" y="4940779"/>
                </a:lnTo>
                <a:lnTo>
                  <a:pt x="1483221" y="4940736"/>
                </a:lnTo>
                <a:lnTo>
                  <a:pt x="1479016" y="4940736"/>
                </a:lnTo>
                <a:cubicBezTo>
                  <a:pt x="1475000" y="4920400"/>
                  <a:pt x="1472051" y="4905991"/>
                  <a:pt x="1469980" y="4895650"/>
                </a:cubicBezTo>
                <a:cubicBezTo>
                  <a:pt x="1467972" y="4885308"/>
                  <a:pt x="1466779" y="4879035"/>
                  <a:pt x="1466466" y="4874795"/>
                </a:cubicBezTo>
                <a:cubicBezTo>
                  <a:pt x="1466149" y="4870554"/>
                  <a:pt x="1466653" y="4868434"/>
                  <a:pt x="1467845" y="4866444"/>
                </a:cubicBezTo>
                <a:cubicBezTo>
                  <a:pt x="1469039" y="4864453"/>
                  <a:pt x="1470984" y="4862593"/>
                  <a:pt x="1473556" y="4858915"/>
                </a:cubicBezTo>
                <a:close/>
                <a:moveTo>
                  <a:pt x="1800067" y="4853636"/>
                </a:moveTo>
                <a:cubicBezTo>
                  <a:pt x="1801196" y="4853766"/>
                  <a:pt x="1801761" y="4854069"/>
                  <a:pt x="1802515" y="4854631"/>
                </a:cubicBezTo>
                <a:cubicBezTo>
                  <a:pt x="1803268" y="4855194"/>
                  <a:pt x="1804146" y="4855973"/>
                  <a:pt x="1805841" y="4857098"/>
                </a:cubicBezTo>
                <a:cubicBezTo>
                  <a:pt x="1803080" y="4857531"/>
                  <a:pt x="1801448" y="4857920"/>
                  <a:pt x="1800192" y="4858179"/>
                </a:cubicBezTo>
                <a:cubicBezTo>
                  <a:pt x="1798938" y="4858439"/>
                  <a:pt x="1798122" y="4858569"/>
                  <a:pt x="1796929" y="4858439"/>
                </a:cubicBezTo>
                <a:cubicBezTo>
                  <a:pt x="1795800" y="4858352"/>
                  <a:pt x="1794293" y="4858006"/>
                  <a:pt x="1791783" y="4857314"/>
                </a:cubicBezTo>
                <a:cubicBezTo>
                  <a:pt x="1789273" y="4856621"/>
                  <a:pt x="1785759" y="4855627"/>
                  <a:pt x="1780487" y="4854241"/>
                </a:cubicBezTo>
                <a:cubicBezTo>
                  <a:pt x="1786826" y="4854025"/>
                  <a:pt x="1791156" y="4853810"/>
                  <a:pt x="1794168" y="4853679"/>
                </a:cubicBezTo>
                <a:cubicBezTo>
                  <a:pt x="1797180" y="4853549"/>
                  <a:pt x="1798938" y="4853549"/>
                  <a:pt x="1800067" y="4853679"/>
                </a:cubicBezTo>
                <a:close/>
                <a:moveTo>
                  <a:pt x="1061248" y="4850910"/>
                </a:moveTo>
                <a:cubicBezTo>
                  <a:pt x="1061688" y="4851084"/>
                  <a:pt x="1062065" y="4851300"/>
                  <a:pt x="1062504" y="4851516"/>
                </a:cubicBezTo>
                <a:lnTo>
                  <a:pt x="1062440" y="4851516"/>
                </a:lnTo>
                <a:cubicBezTo>
                  <a:pt x="1062880" y="4851689"/>
                  <a:pt x="1063257" y="4851906"/>
                  <a:pt x="1063696" y="4852122"/>
                </a:cubicBezTo>
                <a:cubicBezTo>
                  <a:pt x="1064135" y="4852295"/>
                  <a:pt x="1064512" y="4852511"/>
                  <a:pt x="1064951" y="4852728"/>
                </a:cubicBezTo>
                <a:cubicBezTo>
                  <a:pt x="1065390" y="4852901"/>
                  <a:pt x="1065768" y="4853117"/>
                  <a:pt x="1066206" y="4853334"/>
                </a:cubicBezTo>
                <a:cubicBezTo>
                  <a:pt x="1065829" y="4853464"/>
                  <a:pt x="1065517" y="4853550"/>
                  <a:pt x="1065139" y="4853680"/>
                </a:cubicBezTo>
                <a:cubicBezTo>
                  <a:pt x="1064764" y="4853810"/>
                  <a:pt x="1064449" y="4853896"/>
                  <a:pt x="1064074" y="4854026"/>
                </a:cubicBezTo>
                <a:cubicBezTo>
                  <a:pt x="1063696" y="4854156"/>
                  <a:pt x="1063382" y="4854242"/>
                  <a:pt x="1063005" y="4854372"/>
                </a:cubicBezTo>
                <a:cubicBezTo>
                  <a:pt x="1062629" y="4854502"/>
                  <a:pt x="1062317" y="4854589"/>
                  <a:pt x="1061939" y="4854718"/>
                </a:cubicBezTo>
                <a:cubicBezTo>
                  <a:pt x="1061060" y="4854285"/>
                  <a:pt x="1060370" y="4854026"/>
                  <a:pt x="1059867" y="4853810"/>
                </a:cubicBezTo>
                <a:cubicBezTo>
                  <a:pt x="1059366" y="4853593"/>
                  <a:pt x="1059052" y="4853464"/>
                  <a:pt x="1059052" y="4853290"/>
                </a:cubicBezTo>
                <a:cubicBezTo>
                  <a:pt x="1058990" y="4853117"/>
                  <a:pt x="1059115" y="4852901"/>
                  <a:pt x="1059492" y="4852555"/>
                </a:cubicBezTo>
                <a:cubicBezTo>
                  <a:pt x="1059867" y="4852209"/>
                  <a:pt x="1060432" y="4851689"/>
                  <a:pt x="1061248" y="4850910"/>
                </a:cubicBezTo>
                <a:close/>
                <a:moveTo>
                  <a:pt x="1861190" y="4850131"/>
                </a:moveTo>
                <a:cubicBezTo>
                  <a:pt x="1861504" y="4850174"/>
                  <a:pt x="1861755" y="4850261"/>
                  <a:pt x="1862069" y="4850305"/>
                </a:cubicBezTo>
                <a:cubicBezTo>
                  <a:pt x="1862382" y="4850348"/>
                  <a:pt x="1862947" y="4850478"/>
                  <a:pt x="1862947" y="4850478"/>
                </a:cubicBezTo>
                <a:lnTo>
                  <a:pt x="1862885" y="4850521"/>
                </a:lnTo>
                <a:cubicBezTo>
                  <a:pt x="1863198" y="4850564"/>
                  <a:pt x="1863450" y="4850651"/>
                  <a:pt x="1863763" y="4850694"/>
                </a:cubicBezTo>
                <a:cubicBezTo>
                  <a:pt x="1864077" y="4850737"/>
                  <a:pt x="1864328" y="4850824"/>
                  <a:pt x="1864641" y="4850867"/>
                </a:cubicBezTo>
                <a:cubicBezTo>
                  <a:pt x="1864014" y="4851516"/>
                  <a:pt x="1863575" y="4851949"/>
                  <a:pt x="1863262" y="4852252"/>
                </a:cubicBezTo>
                <a:cubicBezTo>
                  <a:pt x="1862947" y="4852555"/>
                  <a:pt x="1862697" y="4852728"/>
                  <a:pt x="1862446" y="4852728"/>
                </a:cubicBezTo>
                <a:cubicBezTo>
                  <a:pt x="1862194" y="4852728"/>
                  <a:pt x="1861881" y="4852685"/>
                  <a:pt x="1861378" y="4852555"/>
                </a:cubicBezTo>
                <a:cubicBezTo>
                  <a:pt x="1860877" y="4852425"/>
                  <a:pt x="1860186" y="4852252"/>
                  <a:pt x="1859182" y="4852035"/>
                </a:cubicBezTo>
                <a:cubicBezTo>
                  <a:pt x="1859370" y="4851862"/>
                  <a:pt x="1859496" y="4851732"/>
                  <a:pt x="1859685" y="4851560"/>
                </a:cubicBezTo>
                <a:cubicBezTo>
                  <a:pt x="1859873" y="4851386"/>
                  <a:pt x="1859998" y="4851256"/>
                  <a:pt x="1860186" y="4851084"/>
                </a:cubicBezTo>
                <a:cubicBezTo>
                  <a:pt x="1860374" y="4850910"/>
                  <a:pt x="1860500" y="4850781"/>
                  <a:pt x="1860689" y="4850607"/>
                </a:cubicBezTo>
                <a:cubicBezTo>
                  <a:pt x="1860877" y="4850435"/>
                  <a:pt x="1861002" y="4850305"/>
                  <a:pt x="1861190" y="4850131"/>
                </a:cubicBezTo>
                <a:close/>
                <a:moveTo>
                  <a:pt x="1939133" y="4846411"/>
                </a:moveTo>
                <a:cubicBezTo>
                  <a:pt x="1939949" y="4846325"/>
                  <a:pt x="1940953" y="4846584"/>
                  <a:pt x="1942711" y="4847103"/>
                </a:cubicBezTo>
                <a:cubicBezTo>
                  <a:pt x="1944468" y="4847623"/>
                  <a:pt x="1946853" y="4848445"/>
                  <a:pt x="1950554" y="4849526"/>
                </a:cubicBezTo>
                <a:cubicBezTo>
                  <a:pt x="1949488" y="4850089"/>
                  <a:pt x="1948923" y="4850521"/>
                  <a:pt x="1948484" y="4850825"/>
                </a:cubicBezTo>
                <a:cubicBezTo>
                  <a:pt x="1947981" y="4851084"/>
                  <a:pt x="1947605" y="4851300"/>
                  <a:pt x="1946727" y="4851300"/>
                </a:cubicBezTo>
                <a:cubicBezTo>
                  <a:pt x="1945911" y="4851343"/>
                  <a:pt x="1944593" y="4851257"/>
                  <a:pt x="1942334" y="4851084"/>
                </a:cubicBezTo>
                <a:cubicBezTo>
                  <a:pt x="1940075" y="4850910"/>
                  <a:pt x="1936874" y="4850651"/>
                  <a:pt x="1932230" y="4850305"/>
                </a:cubicBezTo>
                <a:cubicBezTo>
                  <a:pt x="1934427" y="4849050"/>
                  <a:pt x="1935681" y="4848099"/>
                  <a:pt x="1936685" y="4847450"/>
                </a:cubicBezTo>
                <a:cubicBezTo>
                  <a:pt x="1937689" y="4846800"/>
                  <a:pt x="1938318" y="4846454"/>
                  <a:pt x="1939133" y="4846411"/>
                </a:cubicBezTo>
                <a:close/>
                <a:moveTo>
                  <a:pt x="1620280" y="4841958"/>
                </a:moveTo>
                <a:lnTo>
                  <a:pt x="1621655" y="4843122"/>
                </a:lnTo>
                <a:cubicBezTo>
                  <a:pt x="1622094" y="4843771"/>
                  <a:pt x="1622659" y="4844680"/>
                  <a:pt x="1623727" y="4845935"/>
                </a:cubicBezTo>
                <a:cubicBezTo>
                  <a:pt x="1622973" y="4846064"/>
                  <a:pt x="1622220" y="4846238"/>
                  <a:pt x="1621466" y="4846367"/>
                </a:cubicBezTo>
                <a:cubicBezTo>
                  <a:pt x="1620715" y="4846497"/>
                  <a:pt x="1619961" y="4846671"/>
                  <a:pt x="1619208" y="4846800"/>
                </a:cubicBezTo>
                <a:cubicBezTo>
                  <a:pt x="1618455" y="4846930"/>
                  <a:pt x="1617701" y="4847103"/>
                  <a:pt x="1616949" y="4847233"/>
                </a:cubicBezTo>
                <a:cubicBezTo>
                  <a:pt x="1616195" y="4847363"/>
                  <a:pt x="1615442" y="4847536"/>
                  <a:pt x="1614689" y="4847666"/>
                </a:cubicBezTo>
                <a:cubicBezTo>
                  <a:pt x="1614376" y="4847320"/>
                  <a:pt x="1614000" y="4846930"/>
                  <a:pt x="1613685" y="4846584"/>
                </a:cubicBezTo>
                <a:cubicBezTo>
                  <a:pt x="1613372" y="4846238"/>
                  <a:pt x="1612996" y="4845848"/>
                  <a:pt x="1612681" y="4845502"/>
                </a:cubicBezTo>
                <a:cubicBezTo>
                  <a:pt x="1612368" y="4845156"/>
                  <a:pt x="1611990" y="4844767"/>
                  <a:pt x="1611677" y="4844421"/>
                </a:cubicBezTo>
                <a:cubicBezTo>
                  <a:pt x="1611363" y="4844075"/>
                  <a:pt x="1610988" y="4843685"/>
                  <a:pt x="1610673" y="4843339"/>
                </a:cubicBezTo>
                <a:cubicBezTo>
                  <a:pt x="1613811" y="4842820"/>
                  <a:pt x="1615882" y="4842387"/>
                  <a:pt x="1617388" y="4842128"/>
                </a:cubicBezTo>
                <a:close/>
                <a:moveTo>
                  <a:pt x="1620275" y="4841954"/>
                </a:moveTo>
                <a:lnTo>
                  <a:pt x="1620338" y="4841954"/>
                </a:lnTo>
                <a:lnTo>
                  <a:pt x="1620280" y="4841958"/>
                </a:lnTo>
                <a:close/>
                <a:moveTo>
                  <a:pt x="1698277" y="4835637"/>
                </a:moveTo>
                <a:cubicBezTo>
                  <a:pt x="1699155" y="4840137"/>
                  <a:pt x="1700850" y="4844594"/>
                  <a:pt x="1702670" y="4849007"/>
                </a:cubicBezTo>
                <a:cubicBezTo>
                  <a:pt x="1704490" y="4853421"/>
                  <a:pt x="1706373" y="4857791"/>
                  <a:pt x="1707565" y="4862117"/>
                </a:cubicBezTo>
                <a:cubicBezTo>
                  <a:pt x="1708757" y="4866445"/>
                  <a:pt x="1709322" y="4870771"/>
                  <a:pt x="1708443" y="4875098"/>
                </a:cubicBezTo>
                <a:cubicBezTo>
                  <a:pt x="1707565" y="4879381"/>
                  <a:pt x="1705305" y="4883709"/>
                  <a:pt x="1700850" y="4888079"/>
                </a:cubicBezTo>
                <a:cubicBezTo>
                  <a:pt x="1692703" y="4887603"/>
                  <a:pt x="1688059" y="4886824"/>
                  <a:pt x="1685422" y="4885483"/>
                </a:cubicBezTo>
                <a:cubicBezTo>
                  <a:pt x="1682785" y="4884141"/>
                  <a:pt x="1682095" y="4882367"/>
                  <a:pt x="1681845" y="4879944"/>
                </a:cubicBezTo>
                <a:cubicBezTo>
                  <a:pt x="1681594" y="4877521"/>
                  <a:pt x="1681719" y="4874492"/>
                  <a:pt x="1680652" y="4870728"/>
                </a:cubicBezTo>
                <a:cubicBezTo>
                  <a:pt x="1679585" y="4866921"/>
                  <a:pt x="1677325" y="4862421"/>
                  <a:pt x="1672306" y="4857012"/>
                </a:cubicBezTo>
                <a:cubicBezTo>
                  <a:pt x="1677578" y="4853377"/>
                  <a:pt x="1681029" y="4850997"/>
                  <a:pt x="1683539" y="4849267"/>
                </a:cubicBezTo>
                <a:cubicBezTo>
                  <a:pt x="1686049" y="4847536"/>
                  <a:pt x="1687493" y="4846454"/>
                  <a:pt x="1688687" y="4845459"/>
                </a:cubicBezTo>
                <a:cubicBezTo>
                  <a:pt x="1689879" y="4844464"/>
                  <a:pt x="1690757" y="4843512"/>
                  <a:pt x="1692136" y="4842084"/>
                </a:cubicBezTo>
                <a:cubicBezTo>
                  <a:pt x="1693445" y="4840656"/>
                  <a:pt x="1695265" y="4838709"/>
                  <a:pt x="1698277" y="4835637"/>
                </a:cubicBezTo>
                <a:close/>
                <a:moveTo>
                  <a:pt x="994290" y="4830661"/>
                </a:moveTo>
                <a:cubicBezTo>
                  <a:pt x="1004707" y="4832521"/>
                  <a:pt x="1012113" y="4834511"/>
                  <a:pt x="1016756" y="4836243"/>
                </a:cubicBezTo>
                <a:lnTo>
                  <a:pt x="1016756" y="4836199"/>
                </a:lnTo>
                <a:cubicBezTo>
                  <a:pt x="1021400" y="4837930"/>
                  <a:pt x="1023346" y="4839401"/>
                  <a:pt x="1022781" y="4840266"/>
                </a:cubicBezTo>
                <a:cubicBezTo>
                  <a:pt x="1022216" y="4841132"/>
                  <a:pt x="1019204" y="4841391"/>
                  <a:pt x="1014058" y="4840613"/>
                </a:cubicBezTo>
                <a:cubicBezTo>
                  <a:pt x="1008849" y="4839877"/>
                  <a:pt x="1001506" y="4838103"/>
                  <a:pt x="992282" y="4834987"/>
                </a:cubicBezTo>
                <a:cubicBezTo>
                  <a:pt x="992470" y="4834642"/>
                  <a:pt x="992596" y="4834252"/>
                  <a:pt x="992783" y="4833906"/>
                </a:cubicBezTo>
                <a:cubicBezTo>
                  <a:pt x="992971" y="4833560"/>
                  <a:pt x="993097" y="4833170"/>
                  <a:pt x="993286" y="4832824"/>
                </a:cubicBezTo>
                <a:cubicBezTo>
                  <a:pt x="993474" y="4832478"/>
                  <a:pt x="993600" y="4832089"/>
                  <a:pt x="993788" y="4831743"/>
                </a:cubicBezTo>
                <a:cubicBezTo>
                  <a:pt x="993975" y="4831397"/>
                  <a:pt x="994101" y="4831007"/>
                  <a:pt x="994290" y="4830661"/>
                </a:cubicBezTo>
                <a:close/>
                <a:moveTo>
                  <a:pt x="1153877" y="4827589"/>
                </a:moveTo>
                <a:cubicBezTo>
                  <a:pt x="1155949" y="4828453"/>
                  <a:pt x="1158458" y="4829493"/>
                  <a:pt x="1160906" y="4830531"/>
                </a:cubicBezTo>
                <a:cubicBezTo>
                  <a:pt x="1163353" y="4831613"/>
                  <a:pt x="1165676" y="4832694"/>
                  <a:pt x="1167370" y="4833732"/>
                </a:cubicBezTo>
                <a:lnTo>
                  <a:pt x="1167433" y="4833732"/>
                </a:lnTo>
                <a:cubicBezTo>
                  <a:pt x="1169127" y="4834771"/>
                  <a:pt x="1170131" y="4835766"/>
                  <a:pt x="1169880" y="4836632"/>
                </a:cubicBezTo>
                <a:cubicBezTo>
                  <a:pt x="1169629" y="4837497"/>
                  <a:pt x="1168186" y="4838189"/>
                  <a:pt x="1164860" y="4838709"/>
                </a:cubicBezTo>
                <a:cubicBezTo>
                  <a:pt x="1162349" y="4839098"/>
                  <a:pt x="1159902" y="4839228"/>
                  <a:pt x="1157706" y="4839098"/>
                </a:cubicBezTo>
                <a:cubicBezTo>
                  <a:pt x="1155510" y="4838968"/>
                  <a:pt x="1153689" y="4838535"/>
                  <a:pt x="1152372" y="4837714"/>
                </a:cubicBezTo>
                <a:cubicBezTo>
                  <a:pt x="1151116" y="4836891"/>
                  <a:pt x="1150426" y="4835680"/>
                  <a:pt x="1150552" y="4834035"/>
                </a:cubicBezTo>
                <a:cubicBezTo>
                  <a:pt x="1150677" y="4832392"/>
                  <a:pt x="1151681" y="4830272"/>
                  <a:pt x="1153877" y="4827589"/>
                </a:cubicBezTo>
                <a:close/>
                <a:moveTo>
                  <a:pt x="1668658" y="4825901"/>
                </a:moveTo>
                <a:lnTo>
                  <a:pt x="1669537" y="4826247"/>
                </a:lnTo>
                <a:lnTo>
                  <a:pt x="1670479" y="4826550"/>
                </a:lnTo>
                <a:lnTo>
                  <a:pt x="1671357" y="4826853"/>
                </a:lnTo>
                <a:lnTo>
                  <a:pt x="1672236" y="4827156"/>
                </a:lnTo>
                <a:lnTo>
                  <a:pt x="1671168" y="4827243"/>
                </a:lnTo>
                <a:lnTo>
                  <a:pt x="1670102" y="4827329"/>
                </a:lnTo>
                <a:lnTo>
                  <a:pt x="1669035" y="4827459"/>
                </a:lnTo>
                <a:lnTo>
                  <a:pt x="1667968" y="4827546"/>
                </a:lnTo>
                <a:lnTo>
                  <a:pt x="1668156" y="4827156"/>
                </a:lnTo>
                <a:lnTo>
                  <a:pt x="1668345" y="4826723"/>
                </a:lnTo>
                <a:lnTo>
                  <a:pt x="1668533" y="4826334"/>
                </a:lnTo>
                <a:close/>
                <a:moveTo>
                  <a:pt x="1321623" y="4825728"/>
                </a:moveTo>
                <a:cubicBezTo>
                  <a:pt x="1324132" y="4826074"/>
                  <a:pt x="1327081" y="4826853"/>
                  <a:pt x="1330407" y="4828108"/>
                </a:cubicBezTo>
                <a:cubicBezTo>
                  <a:pt x="1326831" y="4830401"/>
                  <a:pt x="1324384" y="4832089"/>
                  <a:pt x="1322627" y="4833214"/>
                </a:cubicBezTo>
                <a:cubicBezTo>
                  <a:pt x="1320870" y="4834339"/>
                  <a:pt x="1319739" y="4834901"/>
                  <a:pt x="1318736" y="4835074"/>
                </a:cubicBezTo>
                <a:cubicBezTo>
                  <a:pt x="1317732" y="4835247"/>
                  <a:pt x="1316854" y="4834987"/>
                  <a:pt x="1315535" y="4834382"/>
                </a:cubicBezTo>
                <a:cubicBezTo>
                  <a:pt x="1314281" y="4833776"/>
                  <a:pt x="1312586" y="4832910"/>
                  <a:pt x="1309950" y="4831786"/>
                </a:cubicBezTo>
                <a:cubicBezTo>
                  <a:pt x="1309950" y="4830314"/>
                  <a:pt x="1310389" y="4829060"/>
                  <a:pt x="1311269" y="4828022"/>
                </a:cubicBezTo>
                <a:cubicBezTo>
                  <a:pt x="1312147" y="4827026"/>
                  <a:pt x="1313465" y="4826247"/>
                  <a:pt x="1315222" y="4825857"/>
                </a:cubicBezTo>
                <a:cubicBezTo>
                  <a:pt x="1316916" y="4825425"/>
                  <a:pt x="1319112" y="4825382"/>
                  <a:pt x="1321623" y="4825728"/>
                </a:cubicBezTo>
                <a:close/>
                <a:moveTo>
                  <a:pt x="1969694" y="4824257"/>
                </a:moveTo>
                <a:cubicBezTo>
                  <a:pt x="1973271" y="4824257"/>
                  <a:pt x="1976409" y="4824473"/>
                  <a:pt x="1979045" y="4824949"/>
                </a:cubicBezTo>
                <a:cubicBezTo>
                  <a:pt x="1981680" y="4825425"/>
                  <a:pt x="1983876" y="4826074"/>
                  <a:pt x="1985509" y="4826939"/>
                </a:cubicBezTo>
                <a:lnTo>
                  <a:pt x="1985571" y="4826939"/>
                </a:lnTo>
                <a:cubicBezTo>
                  <a:pt x="1987203" y="4827805"/>
                  <a:pt x="1988333" y="4828886"/>
                  <a:pt x="1988960" y="4830185"/>
                </a:cubicBezTo>
                <a:cubicBezTo>
                  <a:pt x="1989525" y="4831482"/>
                  <a:pt x="1989587" y="4832953"/>
                  <a:pt x="1989086" y="4834684"/>
                </a:cubicBezTo>
                <a:cubicBezTo>
                  <a:pt x="1983124" y="4836156"/>
                  <a:pt x="1977664" y="4836243"/>
                  <a:pt x="1973083" y="4835549"/>
                </a:cubicBezTo>
                <a:cubicBezTo>
                  <a:pt x="1968502" y="4834814"/>
                  <a:pt x="1964862" y="4833343"/>
                  <a:pt x="1962603" y="4831656"/>
                </a:cubicBezTo>
                <a:cubicBezTo>
                  <a:pt x="1960344" y="4829968"/>
                  <a:pt x="1959528" y="4828107"/>
                  <a:pt x="1960532" y="4826680"/>
                </a:cubicBezTo>
                <a:cubicBezTo>
                  <a:pt x="1961536" y="4825252"/>
                  <a:pt x="1964422" y="4824257"/>
                  <a:pt x="1969694" y="4824257"/>
                </a:cubicBezTo>
                <a:close/>
                <a:moveTo>
                  <a:pt x="2034396" y="4819107"/>
                </a:moveTo>
                <a:cubicBezTo>
                  <a:pt x="2038224" y="4818935"/>
                  <a:pt x="2043181" y="4819843"/>
                  <a:pt x="2046947" y="4821488"/>
                </a:cubicBezTo>
                <a:cubicBezTo>
                  <a:pt x="2050712" y="4823132"/>
                  <a:pt x="2053411" y="4825555"/>
                  <a:pt x="2052720" y="4828411"/>
                </a:cubicBezTo>
                <a:cubicBezTo>
                  <a:pt x="2052595" y="4828930"/>
                  <a:pt x="2052219" y="4829406"/>
                  <a:pt x="2051590" y="4829882"/>
                </a:cubicBezTo>
                <a:cubicBezTo>
                  <a:pt x="2050963" y="4830401"/>
                  <a:pt x="2050147" y="4830877"/>
                  <a:pt x="2049143" y="4831439"/>
                </a:cubicBezTo>
                <a:cubicBezTo>
                  <a:pt x="2048139" y="4832002"/>
                  <a:pt x="2047009" y="4832564"/>
                  <a:pt x="2045754" y="4833257"/>
                </a:cubicBezTo>
                <a:cubicBezTo>
                  <a:pt x="2044500" y="4833949"/>
                  <a:pt x="2043119" y="4834685"/>
                  <a:pt x="2041738" y="4835549"/>
                </a:cubicBezTo>
                <a:lnTo>
                  <a:pt x="2041676" y="4835593"/>
                </a:lnTo>
                <a:cubicBezTo>
                  <a:pt x="2032450" y="4829839"/>
                  <a:pt x="2028747" y="4825814"/>
                  <a:pt x="2028246" y="4823175"/>
                </a:cubicBezTo>
                <a:cubicBezTo>
                  <a:pt x="2027743" y="4820536"/>
                  <a:pt x="2030567" y="4819281"/>
                  <a:pt x="2034396" y="4819107"/>
                </a:cubicBezTo>
                <a:close/>
                <a:moveTo>
                  <a:pt x="1835648" y="4816426"/>
                </a:moveTo>
                <a:cubicBezTo>
                  <a:pt x="1839101" y="4818070"/>
                  <a:pt x="1842301" y="4819584"/>
                  <a:pt x="1845376" y="4821055"/>
                </a:cubicBezTo>
                <a:cubicBezTo>
                  <a:pt x="1848451" y="4822526"/>
                  <a:pt x="1851337" y="4823868"/>
                  <a:pt x="1854098" y="4825209"/>
                </a:cubicBezTo>
                <a:lnTo>
                  <a:pt x="1854162" y="4825209"/>
                </a:lnTo>
                <a:cubicBezTo>
                  <a:pt x="1856986" y="4826550"/>
                  <a:pt x="1859621" y="4827805"/>
                  <a:pt x="1862258" y="4829060"/>
                </a:cubicBezTo>
                <a:cubicBezTo>
                  <a:pt x="1864893" y="4830314"/>
                  <a:pt x="1867403" y="4831526"/>
                  <a:pt x="1869976" y="4832738"/>
                </a:cubicBezTo>
                <a:cubicBezTo>
                  <a:pt x="1867967" y="4833906"/>
                  <a:pt x="1866963" y="4834728"/>
                  <a:pt x="1865270" y="4835247"/>
                </a:cubicBezTo>
                <a:cubicBezTo>
                  <a:pt x="1863575" y="4835767"/>
                  <a:pt x="1861190" y="4836026"/>
                  <a:pt x="1856421" y="4836069"/>
                </a:cubicBezTo>
                <a:cubicBezTo>
                  <a:pt x="1851651" y="4836113"/>
                  <a:pt x="1844435" y="4835939"/>
                  <a:pt x="1833075" y="4835680"/>
                </a:cubicBezTo>
                <a:cubicBezTo>
                  <a:pt x="1821717" y="4835377"/>
                  <a:pt x="1806279" y="4834988"/>
                  <a:pt x="1784943" y="4834555"/>
                </a:cubicBezTo>
                <a:cubicBezTo>
                  <a:pt x="1783374" y="4830877"/>
                  <a:pt x="1785131" y="4828843"/>
                  <a:pt x="1788770" y="4827589"/>
                </a:cubicBezTo>
                <a:cubicBezTo>
                  <a:pt x="1792411" y="4826334"/>
                  <a:pt x="1797932" y="4825901"/>
                  <a:pt x="1804020" y="4825468"/>
                </a:cubicBezTo>
                <a:cubicBezTo>
                  <a:pt x="1810108" y="4825036"/>
                  <a:pt x="1816697" y="4824604"/>
                  <a:pt x="1822408" y="4823348"/>
                </a:cubicBezTo>
                <a:cubicBezTo>
                  <a:pt x="1828181" y="4822093"/>
                  <a:pt x="1833013" y="4820060"/>
                  <a:pt x="1835648" y="4816426"/>
                </a:cubicBezTo>
                <a:close/>
                <a:moveTo>
                  <a:pt x="1224226" y="4814565"/>
                </a:moveTo>
                <a:cubicBezTo>
                  <a:pt x="1225041" y="4815300"/>
                  <a:pt x="1225796" y="4815993"/>
                  <a:pt x="1226610" y="4816685"/>
                </a:cubicBezTo>
                <a:cubicBezTo>
                  <a:pt x="1227426" y="4817420"/>
                  <a:pt x="1228179" y="4818113"/>
                  <a:pt x="1228995" y="4818805"/>
                </a:cubicBezTo>
                <a:cubicBezTo>
                  <a:pt x="1229811" y="4819540"/>
                  <a:pt x="1230564" y="4820232"/>
                  <a:pt x="1231379" y="4820925"/>
                </a:cubicBezTo>
                <a:lnTo>
                  <a:pt x="1231379" y="4820882"/>
                </a:lnTo>
                <a:cubicBezTo>
                  <a:pt x="1232196" y="4821618"/>
                  <a:pt x="1232949" y="4822310"/>
                  <a:pt x="1233765" y="4823002"/>
                </a:cubicBezTo>
                <a:cubicBezTo>
                  <a:pt x="1233073" y="4823175"/>
                  <a:pt x="1232321" y="4823391"/>
                  <a:pt x="1231568" y="4823607"/>
                </a:cubicBezTo>
                <a:cubicBezTo>
                  <a:pt x="1230752" y="4823824"/>
                  <a:pt x="1229936" y="4824040"/>
                  <a:pt x="1229057" y="4824300"/>
                </a:cubicBezTo>
                <a:cubicBezTo>
                  <a:pt x="1228179" y="4824516"/>
                  <a:pt x="1227175" y="4824819"/>
                  <a:pt x="1226046" y="4825122"/>
                </a:cubicBezTo>
                <a:cubicBezTo>
                  <a:pt x="1224915" y="4825468"/>
                  <a:pt x="1223661" y="4825814"/>
                  <a:pt x="1222218" y="4826203"/>
                </a:cubicBezTo>
                <a:cubicBezTo>
                  <a:pt x="1219331" y="4823651"/>
                  <a:pt x="1217134" y="4821920"/>
                  <a:pt x="1215754" y="4820708"/>
                </a:cubicBezTo>
                <a:cubicBezTo>
                  <a:pt x="1214374" y="4819497"/>
                  <a:pt x="1213745" y="4818761"/>
                  <a:pt x="1213873" y="4818199"/>
                </a:cubicBezTo>
                <a:cubicBezTo>
                  <a:pt x="1213997" y="4817636"/>
                  <a:pt x="1214876" y="4817290"/>
                  <a:pt x="1216633" y="4816772"/>
                </a:cubicBezTo>
                <a:cubicBezTo>
                  <a:pt x="1218327" y="4816252"/>
                  <a:pt x="1220838" y="4815647"/>
                  <a:pt x="1224226" y="4814565"/>
                </a:cubicBezTo>
                <a:close/>
                <a:moveTo>
                  <a:pt x="1701603" y="4810671"/>
                </a:moveTo>
                <a:cubicBezTo>
                  <a:pt x="1701918" y="4810887"/>
                  <a:pt x="1702293" y="4811104"/>
                  <a:pt x="1702607" y="4811320"/>
                </a:cubicBezTo>
                <a:cubicBezTo>
                  <a:pt x="1703046" y="4811623"/>
                  <a:pt x="1703549" y="4811883"/>
                  <a:pt x="1703988" y="4812186"/>
                </a:cubicBezTo>
                <a:lnTo>
                  <a:pt x="1704239" y="4812704"/>
                </a:lnTo>
                <a:lnTo>
                  <a:pt x="1704491" y="4813224"/>
                </a:lnTo>
                <a:lnTo>
                  <a:pt x="1704741" y="4813743"/>
                </a:lnTo>
                <a:lnTo>
                  <a:pt x="1704992" y="4814262"/>
                </a:lnTo>
                <a:lnTo>
                  <a:pt x="1704365" y="4813916"/>
                </a:lnTo>
                <a:lnTo>
                  <a:pt x="1703737" y="4813570"/>
                </a:lnTo>
                <a:lnTo>
                  <a:pt x="1703110" y="4813224"/>
                </a:lnTo>
                <a:lnTo>
                  <a:pt x="1702481" y="4812878"/>
                </a:lnTo>
                <a:lnTo>
                  <a:pt x="1702545" y="4812878"/>
                </a:lnTo>
                <a:cubicBezTo>
                  <a:pt x="1702168" y="4811968"/>
                  <a:pt x="1701918" y="4811407"/>
                  <a:pt x="1701729" y="4810974"/>
                </a:cubicBezTo>
                <a:cubicBezTo>
                  <a:pt x="1701729" y="4810844"/>
                  <a:pt x="1701603" y="4810758"/>
                  <a:pt x="1701603" y="4810671"/>
                </a:cubicBezTo>
                <a:close/>
                <a:moveTo>
                  <a:pt x="2269603" y="4809416"/>
                </a:moveTo>
                <a:cubicBezTo>
                  <a:pt x="2274937" y="4811493"/>
                  <a:pt x="2278137" y="4815560"/>
                  <a:pt x="2279769" y="4820753"/>
                </a:cubicBezTo>
                <a:cubicBezTo>
                  <a:pt x="2281400" y="4825945"/>
                  <a:pt x="2281526" y="4832219"/>
                  <a:pt x="2280710" y="4838666"/>
                </a:cubicBezTo>
                <a:cubicBezTo>
                  <a:pt x="2279895" y="4845113"/>
                  <a:pt x="2278137" y="4851690"/>
                  <a:pt x="2276067" y="4857488"/>
                </a:cubicBezTo>
                <a:cubicBezTo>
                  <a:pt x="2273995" y="4863286"/>
                  <a:pt x="2271548" y="4868262"/>
                  <a:pt x="2269414" y="4871550"/>
                </a:cubicBezTo>
                <a:cubicBezTo>
                  <a:pt x="2268535" y="4869602"/>
                  <a:pt x="2267469" y="4865276"/>
                  <a:pt x="2266465" y="4859738"/>
                </a:cubicBezTo>
                <a:cubicBezTo>
                  <a:pt x="2265461" y="4854200"/>
                  <a:pt x="2264519" y="4847492"/>
                  <a:pt x="2264080" y="4840743"/>
                </a:cubicBezTo>
                <a:cubicBezTo>
                  <a:pt x="2263641" y="4833993"/>
                  <a:pt x="2263577" y="4827243"/>
                  <a:pt x="2264394" y="4821618"/>
                </a:cubicBezTo>
                <a:cubicBezTo>
                  <a:pt x="2265210" y="4815994"/>
                  <a:pt x="2266779" y="4811579"/>
                  <a:pt x="2269540" y="4809459"/>
                </a:cubicBezTo>
                <a:close/>
                <a:moveTo>
                  <a:pt x="1698341" y="4808723"/>
                </a:moveTo>
                <a:cubicBezTo>
                  <a:pt x="1699220" y="4809156"/>
                  <a:pt x="1699784" y="4809415"/>
                  <a:pt x="1700224" y="4809589"/>
                </a:cubicBezTo>
                <a:cubicBezTo>
                  <a:pt x="1700663" y="4809805"/>
                  <a:pt x="1700914" y="4809935"/>
                  <a:pt x="1701102" y="4810107"/>
                </a:cubicBezTo>
                <a:cubicBezTo>
                  <a:pt x="1701228" y="4810238"/>
                  <a:pt x="1701353" y="4810454"/>
                  <a:pt x="1701479" y="4810670"/>
                </a:cubicBezTo>
                <a:lnTo>
                  <a:pt x="1701102" y="4810454"/>
                </a:lnTo>
                <a:cubicBezTo>
                  <a:pt x="1700663" y="4810151"/>
                  <a:pt x="1700160" y="4809891"/>
                  <a:pt x="1699721" y="4809589"/>
                </a:cubicBezTo>
                <a:cubicBezTo>
                  <a:pt x="1699282" y="4809286"/>
                  <a:pt x="1698780" y="4809026"/>
                  <a:pt x="1698341" y="4808723"/>
                </a:cubicBezTo>
                <a:close/>
                <a:moveTo>
                  <a:pt x="1664703" y="4803921"/>
                </a:moveTo>
                <a:lnTo>
                  <a:pt x="1665331" y="4804180"/>
                </a:lnTo>
                <a:lnTo>
                  <a:pt x="1665958" y="4804441"/>
                </a:lnTo>
                <a:lnTo>
                  <a:pt x="1666649" y="4804700"/>
                </a:lnTo>
                <a:lnTo>
                  <a:pt x="1667276" y="4804959"/>
                </a:lnTo>
                <a:lnTo>
                  <a:pt x="1666461" y="4805046"/>
                </a:lnTo>
                <a:lnTo>
                  <a:pt x="1665707" y="4805176"/>
                </a:lnTo>
                <a:lnTo>
                  <a:pt x="1664955" y="4805262"/>
                </a:lnTo>
                <a:lnTo>
                  <a:pt x="1664138" y="4805392"/>
                </a:lnTo>
                <a:lnTo>
                  <a:pt x="1664264" y="4805003"/>
                </a:lnTo>
                <a:lnTo>
                  <a:pt x="1664389" y="4804656"/>
                </a:lnTo>
                <a:lnTo>
                  <a:pt x="1664515" y="4804311"/>
                </a:lnTo>
                <a:close/>
                <a:moveTo>
                  <a:pt x="937932" y="4787998"/>
                </a:moveTo>
                <a:lnTo>
                  <a:pt x="938246" y="4788560"/>
                </a:lnTo>
                <a:lnTo>
                  <a:pt x="938562" y="4789123"/>
                </a:lnTo>
                <a:lnTo>
                  <a:pt x="938937" y="4789685"/>
                </a:lnTo>
                <a:lnTo>
                  <a:pt x="939251" y="4790248"/>
                </a:lnTo>
                <a:lnTo>
                  <a:pt x="938436" y="4790161"/>
                </a:lnTo>
                <a:lnTo>
                  <a:pt x="937556" y="4790118"/>
                </a:lnTo>
                <a:lnTo>
                  <a:pt x="936677" y="4790031"/>
                </a:lnTo>
                <a:lnTo>
                  <a:pt x="935862" y="4789988"/>
                </a:lnTo>
                <a:lnTo>
                  <a:pt x="936364" y="4789469"/>
                </a:lnTo>
                <a:lnTo>
                  <a:pt x="936867" y="4788993"/>
                </a:lnTo>
                <a:lnTo>
                  <a:pt x="937368" y="4788473"/>
                </a:lnTo>
                <a:close/>
                <a:moveTo>
                  <a:pt x="811359" y="4786310"/>
                </a:moveTo>
                <a:lnTo>
                  <a:pt x="811359" y="4786397"/>
                </a:lnTo>
                <a:cubicBezTo>
                  <a:pt x="813805" y="4789729"/>
                  <a:pt x="815062" y="4792801"/>
                  <a:pt x="815437" y="4795656"/>
                </a:cubicBezTo>
                <a:cubicBezTo>
                  <a:pt x="815813" y="4798511"/>
                  <a:pt x="815437" y="4801151"/>
                  <a:pt x="814621" y="4803618"/>
                </a:cubicBezTo>
                <a:cubicBezTo>
                  <a:pt x="813868" y="4806084"/>
                  <a:pt x="812677" y="4808421"/>
                  <a:pt x="811609" y="4810627"/>
                </a:cubicBezTo>
                <a:cubicBezTo>
                  <a:pt x="810481" y="4812834"/>
                  <a:pt x="809539" y="4814954"/>
                  <a:pt x="809036" y="4817074"/>
                </a:cubicBezTo>
                <a:cubicBezTo>
                  <a:pt x="802071" y="4818892"/>
                  <a:pt x="797678" y="4818286"/>
                  <a:pt x="795356" y="4816295"/>
                </a:cubicBezTo>
                <a:cubicBezTo>
                  <a:pt x="793034" y="4814261"/>
                  <a:pt x="792720" y="4810843"/>
                  <a:pt x="793724" y="4806993"/>
                </a:cubicBezTo>
                <a:cubicBezTo>
                  <a:pt x="794728" y="4803098"/>
                  <a:pt x="797176" y="4798815"/>
                  <a:pt x="800313" y="4795051"/>
                </a:cubicBezTo>
                <a:cubicBezTo>
                  <a:pt x="803451" y="4791286"/>
                  <a:pt x="807342" y="4788040"/>
                  <a:pt x="811359" y="4786310"/>
                </a:cubicBezTo>
                <a:close/>
                <a:moveTo>
                  <a:pt x="2094829" y="4778912"/>
                </a:moveTo>
                <a:cubicBezTo>
                  <a:pt x="2096461" y="4782070"/>
                  <a:pt x="2092256" y="4785705"/>
                  <a:pt x="2084537" y="4789296"/>
                </a:cubicBezTo>
                <a:cubicBezTo>
                  <a:pt x="2076819" y="4792930"/>
                  <a:pt x="2065585" y="4796522"/>
                  <a:pt x="2053223" y="4799551"/>
                </a:cubicBezTo>
                <a:cubicBezTo>
                  <a:pt x="2040859" y="4802580"/>
                  <a:pt x="2027367" y="4805089"/>
                  <a:pt x="2015130" y="4806517"/>
                </a:cubicBezTo>
                <a:cubicBezTo>
                  <a:pt x="2002893" y="4807945"/>
                  <a:pt x="1991973" y="4808334"/>
                  <a:pt x="1984631" y="4807122"/>
                </a:cubicBezTo>
                <a:cubicBezTo>
                  <a:pt x="1984819" y="4804311"/>
                  <a:pt x="1985196" y="4801584"/>
                  <a:pt x="1986011" y="4799032"/>
                </a:cubicBezTo>
                <a:cubicBezTo>
                  <a:pt x="1986827" y="4796479"/>
                  <a:pt x="1988208" y="4794099"/>
                  <a:pt x="1990342" y="4792022"/>
                </a:cubicBezTo>
                <a:cubicBezTo>
                  <a:pt x="1992538" y="4789902"/>
                  <a:pt x="1995488" y="4788084"/>
                  <a:pt x="1999566" y="4786657"/>
                </a:cubicBezTo>
                <a:cubicBezTo>
                  <a:pt x="2003646" y="4785229"/>
                  <a:pt x="2008917" y="4784147"/>
                  <a:pt x="2015569" y="4783541"/>
                </a:cubicBezTo>
                <a:cubicBezTo>
                  <a:pt x="2015632" y="4783584"/>
                  <a:pt x="2015632" y="4783628"/>
                  <a:pt x="2015632" y="4783671"/>
                </a:cubicBezTo>
                <a:cubicBezTo>
                  <a:pt x="2021405" y="4781032"/>
                  <a:pt x="2024605" y="4779647"/>
                  <a:pt x="2026928" y="4779041"/>
                </a:cubicBezTo>
                <a:cubicBezTo>
                  <a:pt x="2029438" y="4778392"/>
                  <a:pt x="2031132" y="4778609"/>
                  <a:pt x="2034521" y="4779041"/>
                </a:cubicBezTo>
                <a:cubicBezTo>
                  <a:pt x="2037911" y="4779517"/>
                  <a:pt x="2042931" y="4780166"/>
                  <a:pt x="2052155" y="4780339"/>
                </a:cubicBezTo>
                <a:cubicBezTo>
                  <a:pt x="2061381" y="4780556"/>
                  <a:pt x="2074811" y="4780296"/>
                  <a:pt x="2094829" y="4778912"/>
                </a:cubicBezTo>
                <a:close/>
                <a:moveTo>
                  <a:pt x="991024" y="4778479"/>
                </a:moveTo>
                <a:cubicBezTo>
                  <a:pt x="990961" y="4778782"/>
                  <a:pt x="990898" y="4779128"/>
                  <a:pt x="990898" y="4779474"/>
                </a:cubicBezTo>
                <a:cubicBezTo>
                  <a:pt x="990835" y="4779777"/>
                  <a:pt x="990773" y="4780124"/>
                  <a:pt x="990773" y="4780470"/>
                </a:cubicBezTo>
                <a:cubicBezTo>
                  <a:pt x="990709" y="4780773"/>
                  <a:pt x="990647" y="4781119"/>
                  <a:pt x="990647" y="4781465"/>
                </a:cubicBezTo>
                <a:cubicBezTo>
                  <a:pt x="990586" y="4781767"/>
                  <a:pt x="990522" y="4782113"/>
                  <a:pt x="990522" y="4782460"/>
                </a:cubicBezTo>
                <a:cubicBezTo>
                  <a:pt x="990334" y="4782287"/>
                  <a:pt x="990145" y="4782113"/>
                  <a:pt x="989957" y="4781941"/>
                </a:cubicBezTo>
                <a:cubicBezTo>
                  <a:pt x="989769" y="4781767"/>
                  <a:pt x="989582" y="4781595"/>
                  <a:pt x="989392" y="4781421"/>
                </a:cubicBezTo>
                <a:cubicBezTo>
                  <a:pt x="989204" y="4781249"/>
                  <a:pt x="989015" y="4781075"/>
                  <a:pt x="988827" y="4780902"/>
                </a:cubicBezTo>
                <a:cubicBezTo>
                  <a:pt x="988639" y="4780729"/>
                  <a:pt x="988451" y="4780556"/>
                  <a:pt x="988262" y="4780383"/>
                </a:cubicBezTo>
                <a:cubicBezTo>
                  <a:pt x="988513" y="4780209"/>
                  <a:pt x="988702" y="4780080"/>
                  <a:pt x="988952" y="4779907"/>
                </a:cubicBezTo>
                <a:cubicBezTo>
                  <a:pt x="989204" y="4779734"/>
                  <a:pt x="989392" y="4779604"/>
                  <a:pt x="989644" y="4779431"/>
                </a:cubicBezTo>
                <a:cubicBezTo>
                  <a:pt x="989894" y="4779258"/>
                  <a:pt x="990082" y="4779128"/>
                  <a:pt x="990334" y="4778955"/>
                </a:cubicBezTo>
                <a:cubicBezTo>
                  <a:pt x="990586" y="4778782"/>
                  <a:pt x="990773" y="4778653"/>
                  <a:pt x="991024" y="4778479"/>
                </a:cubicBezTo>
                <a:close/>
                <a:moveTo>
                  <a:pt x="439468" y="4776186"/>
                </a:moveTo>
                <a:lnTo>
                  <a:pt x="440347" y="4776403"/>
                </a:lnTo>
                <a:lnTo>
                  <a:pt x="441226" y="4776575"/>
                </a:lnTo>
                <a:lnTo>
                  <a:pt x="442167" y="4776792"/>
                </a:lnTo>
                <a:lnTo>
                  <a:pt x="443046" y="4776965"/>
                </a:lnTo>
                <a:lnTo>
                  <a:pt x="442167" y="4777181"/>
                </a:lnTo>
                <a:lnTo>
                  <a:pt x="441288" y="4777354"/>
                </a:lnTo>
                <a:lnTo>
                  <a:pt x="440410" y="4777570"/>
                </a:lnTo>
                <a:lnTo>
                  <a:pt x="439531" y="4777787"/>
                </a:lnTo>
                <a:lnTo>
                  <a:pt x="439531" y="4777398"/>
                </a:lnTo>
                <a:lnTo>
                  <a:pt x="439468" y="4777008"/>
                </a:lnTo>
                <a:lnTo>
                  <a:pt x="439468" y="4776619"/>
                </a:lnTo>
                <a:close/>
                <a:moveTo>
                  <a:pt x="2268850" y="4775969"/>
                </a:moveTo>
                <a:cubicBezTo>
                  <a:pt x="2271612" y="4775709"/>
                  <a:pt x="2274310" y="4775752"/>
                  <a:pt x="2276569" y="4776229"/>
                </a:cubicBezTo>
                <a:lnTo>
                  <a:pt x="2276506" y="4776229"/>
                </a:lnTo>
                <a:cubicBezTo>
                  <a:pt x="2278766" y="4776661"/>
                  <a:pt x="2280648" y="4777527"/>
                  <a:pt x="2281904" y="4778868"/>
                </a:cubicBezTo>
                <a:cubicBezTo>
                  <a:pt x="2283159" y="4780209"/>
                  <a:pt x="2283723" y="4782027"/>
                  <a:pt x="2283409" y="4784363"/>
                </a:cubicBezTo>
                <a:cubicBezTo>
                  <a:pt x="2283096" y="4786743"/>
                  <a:pt x="2281840" y="4789642"/>
                  <a:pt x="2279393" y="4793190"/>
                </a:cubicBezTo>
                <a:cubicBezTo>
                  <a:pt x="2271988" y="4793103"/>
                  <a:pt x="2267344" y="4791978"/>
                  <a:pt x="2264646" y="4790377"/>
                </a:cubicBezTo>
                <a:cubicBezTo>
                  <a:pt x="2261885" y="4788776"/>
                  <a:pt x="2261069" y="4786656"/>
                  <a:pt x="2261320" y="4784580"/>
                </a:cubicBezTo>
                <a:cubicBezTo>
                  <a:pt x="2261570" y="4782459"/>
                  <a:pt x="2262889" y="4780382"/>
                  <a:pt x="2264394" y="4778781"/>
                </a:cubicBezTo>
                <a:cubicBezTo>
                  <a:pt x="2265963" y="4777180"/>
                  <a:pt x="2267720" y="4776098"/>
                  <a:pt x="2268850" y="4775969"/>
                </a:cubicBezTo>
                <a:close/>
                <a:moveTo>
                  <a:pt x="1836465" y="4772767"/>
                </a:moveTo>
                <a:cubicBezTo>
                  <a:pt x="1842929" y="4772638"/>
                  <a:pt x="1846821" y="4773502"/>
                  <a:pt x="1848829" y="4775060"/>
                </a:cubicBezTo>
                <a:cubicBezTo>
                  <a:pt x="1850837" y="4776618"/>
                  <a:pt x="1850962" y="4778911"/>
                  <a:pt x="1850021" y="4781767"/>
                </a:cubicBezTo>
                <a:cubicBezTo>
                  <a:pt x="1849017" y="4784580"/>
                  <a:pt x="1846945" y="4787998"/>
                  <a:pt x="1844435" y="4791719"/>
                </a:cubicBezTo>
                <a:cubicBezTo>
                  <a:pt x="1841925" y="4795440"/>
                  <a:pt x="1838976" y="4799551"/>
                  <a:pt x="1836403" y="4803790"/>
                </a:cubicBezTo>
                <a:lnTo>
                  <a:pt x="1836403" y="4779993"/>
                </a:lnTo>
                <a:lnTo>
                  <a:pt x="1836465" y="4780036"/>
                </a:lnTo>
                <a:close/>
                <a:moveTo>
                  <a:pt x="1890246" y="4764763"/>
                </a:moveTo>
                <a:cubicBezTo>
                  <a:pt x="1891439" y="4764676"/>
                  <a:pt x="1892819" y="4764935"/>
                  <a:pt x="1895016" y="4765412"/>
                </a:cubicBezTo>
                <a:cubicBezTo>
                  <a:pt x="1897212" y="4765888"/>
                  <a:pt x="1900288" y="4766580"/>
                  <a:pt x="1904805" y="4767359"/>
                </a:cubicBezTo>
                <a:cubicBezTo>
                  <a:pt x="1901228" y="4768959"/>
                  <a:pt x="1898907" y="4770171"/>
                  <a:pt x="1897212" y="4771036"/>
                </a:cubicBezTo>
                <a:cubicBezTo>
                  <a:pt x="1895518" y="4771902"/>
                  <a:pt x="1894388" y="4772421"/>
                  <a:pt x="1893258" y="4772594"/>
                </a:cubicBezTo>
                <a:cubicBezTo>
                  <a:pt x="1892066" y="4772767"/>
                  <a:pt x="1890874" y="4772638"/>
                  <a:pt x="1888866" y="4772248"/>
                </a:cubicBezTo>
                <a:cubicBezTo>
                  <a:pt x="1886858" y="4771859"/>
                  <a:pt x="1884159" y="4771166"/>
                  <a:pt x="1879954" y="4770258"/>
                </a:cubicBezTo>
                <a:cubicBezTo>
                  <a:pt x="1883092" y="4768354"/>
                  <a:pt x="1885038" y="4767013"/>
                  <a:pt x="1886543" y="4766147"/>
                </a:cubicBezTo>
                <a:cubicBezTo>
                  <a:pt x="1888050" y="4765281"/>
                  <a:pt x="1889054" y="4764849"/>
                  <a:pt x="1890246" y="4764763"/>
                </a:cubicBezTo>
                <a:close/>
                <a:moveTo>
                  <a:pt x="687852" y="4764373"/>
                </a:moveTo>
                <a:cubicBezTo>
                  <a:pt x="688041" y="4764589"/>
                  <a:pt x="688292" y="4764806"/>
                  <a:pt x="688481" y="4765022"/>
                </a:cubicBezTo>
                <a:cubicBezTo>
                  <a:pt x="688669" y="4765238"/>
                  <a:pt x="689108" y="4765671"/>
                  <a:pt x="689108" y="4765671"/>
                </a:cubicBezTo>
                <a:lnTo>
                  <a:pt x="689108" y="4765627"/>
                </a:lnTo>
                <a:lnTo>
                  <a:pt x="689736" y="4766277"/>
                </a:lnTo>
                <a:cubicBezTo>
                  <a:pt x="689924" y="4766493"/>
                  <a:pt x="690175" y="4766709"/>
                  <a:pt x="690363" y="4766926"/>
                </a:cubicBezTo>
                <a:cubicBezTo>
                  <a:pt x="689045" y="4767056"/>
                  <a:pt x="688104" y="4767142"/>
                  <a:pt x="687477" y="4767185"/>
                </a:cubicBezTo>
                <a:cubicBezTo>
                  <a:pt x="686848" y="4767272"/>
                  <a:pt x="686472" y="4767272"/>
                  <a:pt x="686221" y="4767185"/>
                </a:cubicBezTo>
                <a:cubicBezTo>
                  <a:pt x="685970" y="4767098"/>
                  <a:pt x="685782" y="4766969"/>
                  <a:pt x="685594" y="4766709"/>
                </a:cubicBezTo>
                <a:cubicBezTo>
                  <a:pt x="685343" y="4766450"/>
                  <a:pt x="685092" y="4766060"/>
                  <a:pt x="684589" y="4765585"/>
                </a:cubicBezTo>
                <a:cubicBezTo>
                  <a:pt x="684840" y="4765498"/>
                  <a:pt x="685154" y="4765368"/>
                  <a:pt x="685405" y="4765281"/>
                </a:cubicBezTo>
                <a:cubicBezTo>
                  <a:pt x="685656" y="4765195"/>
                  <a:pt x="685970" y="4765065"/>
                  <a:pt x="686221" y="4764978"/>
                </a:cubicBezTo>
                <a:cubicBezTo>
                  <a:pt x="686472" y="4764892"/>
                  <a:pt x="686786" y="4764763"/>
                  <a:pt x="687037" y="4764676"/>
                </a:cubicBezTo>
                <a:cubicBezTo>
                  <a:pt x="687288" y="4764589"/>
                  <a:pt x="687602" y="4764460"/>
                  <a:pt x="687852" y="4764373"/>
                </a:cubicBezTo>
                <a:close/>
                <a:moveTo>
                  <a:pt x="1723881" y="4751825"/>
                </a:moveTo>
                <a:cubicBezTo>
                  <a:pt x="1724320" y="4752345"/>
                  <a:pt x="1724761" y="4752821"/>
                  <a:pt x="1725200" y="4753339"/>
                </a:cubicBezTo>
                <a:cubicBezTo>
                  <a:pt x="1725889" y="4754118"/>
                  <a:pt x="1726580" y="4754897"/>
                  <a:pt x="1727270" y="4755719"/>
                </a:cubicBezTo>
                <a:cubicBezTo>
                  <a:pt x="1727961" y="4756542"/>
                  <a:pt x="1728714" y="4757406"/>
                  <a:pt x="1729466" y="4758272"/>
                </a:cubicBezTo>
                <a:cubicBezTo>
                  <a:pt x="1730220" y="4759138"/>
                  <a:pt x="1731035" y="4760089"/>
                  <a:pt x="1731851" y="4761042"/>
                </a:cubicBezTo>
                <a:cubicBezTo>
                  <a:pt x="1722815" y="4761474"/>
                  <a:pt x="1716853" y="4761214"/>
                  <a:pt x="1713276" y="4760522"/>
                </a:cubicBezTo>
                <a:cubicBezTo>
                  <a:pt x="1709699" y="4759830"/>
                  <a:pt x="1708507" y="4758748"/>
                  <a:pt x="1708946" y="4757580"/>
                </a:cubicBezTo>
                <a:lnTo>
                  <a:pt x="1708883" y="4757580"/>
                </a:lnTo>
                <a:cubicBezTo>
                  <a:pt x="1709259" y="4756368"/>
                  <a:pt x="1711330" y="4755113"/>
                  <a:pt x="1714217" y="4754032"/>
                </a:cubicBezTo>
                <a:cubicBezTo>
                  <a:pt x="1716915" y="4753037"/>
                  <a:pt x="1720304" y="4752258"/>
                  <a:pt x="1723881" y="4751825"/>
                </a:cubicBezTo>
                <a:close/>
                <a:moveTo>
                  <a:pt x="1724001" y="4751818"/>
                </a:moveTo>
                <a:lnTo>
                  <a:pt x="1724008" y="4751826"/>
                </a:lnTo>
                <a:lnTo>
                  <a:pt x="1723945" y="4751826"/>
                </a:lnTo>
                <a:close/>
                <a:moveTo>
                  <a:pt x="1971389" y="4745249"/>
                </a:moveTo>
                <a:cubicBezTo>
                  <a:pt x="1971577" y="4745378"/>
                  <a:pt x="1971828" y="4745465"/>
                  <a:pt x="1972017" y="4745595"/>
                </a:cubicBezTo>
                <a:cubicBezTo>
                  <a:pt x="1971514" y="4745725"/>
                  <a:pt x="1971075" y="4745811"/>
                  <a:pt x="1970572" y="4745898"/>
                </a:cubicBezTo>
                <a:cubicBezTo>
                  <a:pt x="1970448" y="4745768"/>
                  <a:pt x="1970071" y="4745552"/>
                  <a:pt x="1970071" y="4745552"/>
                </a:cubicBezTo>
                <a:lnTo>
                  <a:pt x="1970071" y="4745508"/>
                </a:lnTo>
                <a:cubicBezTo>
                  <a:pt x="1970510" y="4745422"/>
                  <a:pt x="1970949" y="4745336"/>
                  <a:pt x="1971389" y="4745249"/>
                </a:cubicBezTo>
                <a:close/>
                <a:moveTo>
                  <a:pt x="1954696" y="4738152"/>
                </a:moveTo>
                <a:lnTo>
                  <a:pt x="1954634" y="4738196"/>
                </a:lnTo>
                <a:cubicBezTo>
                  <a:pt x="1959277" y="4739191"/>
                  <a:pt x="1964612" y="4741528"/>
                  <a:pt x="1969946" y="4745595"/>
                </a:cubicBezTo>
                <a:cubicBezTo>
                  <a:pt x="1968377" y="4745897"/>
                  <a:pt x="1966871" y="4746200"/>
                  <a:pt x="1965302" y="4746503"/>
                </a:cubicBezTo>
                <a:cubicBezTo>
                  <a:pt x="1963293" y="4746892"/>
                  <a:pt x="1961348" y="4747282"/>
                  <a:pt x="1959403" y="4747671"/>
                </a:cubicBezTo>
                <a:cubicBezTo>
                  <a:pt x="1957458" y="4748061"/>
                  <a:pt x="1955574" y="4748406"/>
                  <a:pt x="1953692" y="4748796"/>
                </a:cubicBezTo>
                <a:cubicBezTo>
                  <a:pt x="1951809" y="4749142"/>
                  <a:pt x="1949989" y="4749532"/>
                  <a:pt x="1948232" y="4749878"/>
                </a:cubicBezTo>
                <a:cubicBezTo>
                  <a:pt x="1942835" y="4748017"/>
                  <a:pt x="1940074" y="4745767"/>
                  <a:pt x="1939447" y="4743691"/>
                </a:cubicBezTo>
                <a:cubicBezTo>
                  <a:pt x="1938819" y="4741614"/>
                  <a:pt x="1940200" y="4739710"/>
                  <a:pt x="1942961" y="4738585"/>
                </a:cubicBezTo>
                <a:cubicBezTo>
                  <a:pt x="1945723" y="4737460"/>
                  <a:pt x="1949865" y="4737114"/>
                  <a:pt x="1954696" y="4738152"/>
                </a:cubicBezTo>
                <a:close/>
                <a:moveTo>
                  <a:pt x="2272176" y="4736422"/>
                </a:moveTo>
                <a:lnTo>
                  <a:pt x="2272300" y="4736422"/>
                </a:lnTo>
                <a:cubicBezTo>
                  <a:pt x="2272929" y="4736638"/>
                  <a:pt x="2273493" y="4737115"/>
                  <a:pt x="2274372" y="4738023"/>
                </a:cubicBezTo>
                <a:cubicBezTo>
                  <a:pt x="2275250" y="4738932"/>
                  <a:pt x="2276380" y="4740273"/>
                  <a:pt x="2278200" y="4742220"/>
                </a:cubicBezTo>
                <a:cubicBezTo>
                  <a:pt x="2277510" y="4742350"/>
                  <a:pt x="2276819" y="4742436"/>
                  <a:pt x="2276066" y="4742566"/>
                </a:cubicBezTo>
                <a:cubicBezTo>
                  <a:pt x="2275313" y="4742696"/>
                  <a:pt x="2274623" y="4742825"/>
                  <a:pt x="2273807" y="4742956"/>
                </a:cubicBezTo>
                <a:cubicBezTo>
                  <a:pt x="2273054" y="4743086"/>
                  <a:pt x="2272238" y="4743258"/>
                  <a:pt x="2271296" y="4743388"/>
                </a:cubicBezTo>
                <a:cubicBezTo>
                  <a:pt x="2270356" y="4743518"/>
                  <a:pt x="2269414" y="4743691"/>
                  <a:pt x="2268347" y="4743865"/>
                </a:cubicBezTo>
                <a:cubicBezTo>
                  <a:pt x="2267971" y="4743345"/>
                  <a:pt x="2267657" y="4742825"/>
                  <a:pt x="2267280" y="4742307"/>
                </a:cubicBezTo>
                <a:cubicBezTo>
                  <a:pt x="2266904" y="4741787"/>
                  <a:pt x="2266591" y="4741268"/>
                  <a:pt x="2266214" y="4740749"/>
                </a:cubicBezTo>
                <a:cubicBezTo>
                  <a:pt x="2265837" y="4740229"/>
                  <a:pt x="2265523" y="4739711"/>
                  <a:pt x="2265146" y="4739191"/>
                </a:cubicBezTo>
                <a:cubicBezTo>
                  <a:pt x="2264770" y="4738671"/>
                  <a:pt x="2264457" y="4738153"/>
                  <a:pt x="2264080" y="4737633"/>
                </a:cubicBezTo>
                <a:cubicBezTo>
                  <a:pt x="2266591" y="4737244"/>
                  <a:pt x="2268284" y="4736854"/>
                  <a:pt x="2269539" y="4736595"/>
                </a:cubicBezTo>
                <a:cubicBezTo>
                  <a:pt x="2270733" y="4736336"/>
                  <a:pt x="2271485" y="4736249"/>
                  <a:pt x="2272176" y="4736422"/>
                </a:cubicBezTo>
                <a:close/>
                <a:moveTo>
                  <a:pt x="947661" y="4731446"/>
                </a:moveTo>
                <a:lnTo>
                  <a:pt x="947725" y="4731446"/>
                </a:lnTo>
                <a:cubicBezTo>
                  <a:pt x="948603" y="4730840"/>
                  <a:pt x="950423" y="4731186"/>
                  <a:pt x="953435" y="4732658"/>
                </a:cubicBezTo>
                <a:cubicBezTo>
                  <a:pt x="956448" y="4734129"/>
                  <a:pt x="960715" y="4736768"/>
                  <a:pt x="966550" y="4740749"/>
                </a:cubicBezTo>
                <a:cubicBezTo>
                  <a:pt x="964730" y="4741182"/>
                  <a:pt x="963161" y="4741571"/>
                  <a:pt x="961719" y="4741917"/>
                </a:cubicBezTo>
                <a:cubicBezTo>
                  <a:pt x="960275" y="4742220"/>
                  <a:pt x="959021" y="4742566"/>
                  <a:pt x="957827" y="4742825"/>
                </a:cubicBezTo>
                <a:cubicBezTo>
                  <a:pt x="956636" y="4743086"/>
                  <a:pt x="955569" y="4743345"/>
                  <a:pt x="954563" y="4743604"/>
                </a:cubicBezTo>
                <a:cubicBezTo>
                  <a:pt x="953559" y="4743821"/>
                  <a:pt x="952555" y="4744080"/>
                  <a:pt x="951615" y="4744297"/>
                </a:cubicBezTo>
                <a:cubicBezTo>
                  <a:pt x="949857" y="4740921"/>
                  <a:pt x="948415" y="4737979"/>
                  <a:pt x="947661" y="4735773"/>
                </a:cubicBezTo>
                <a:cubicBezTo>
                  <a:pt x="946909" y="4733566"/>
                  <a:pt x="946783" y="4732052"/>
                  <a:pt x="947661" y="4731446"/>
                </a:cubicBezTo>
                <a:close/>
                <a:moveTo>
                  <a:pt x="1825107" y="4730104"/>
                </a:moveTo>
                <a:cubicBezTo>
                  <a:pt x="1834269" y="4731057"/>
                  <a:pt x="1844059" y="4733566"/>
                  <a:pt x="1853346" y="4738240"/>
                </a:cubicBezTo>
                <a:cubicBezTo>
                  <a:pt x="1844624" y="4740619"/>
                  <a:pt x="1837218" y="4742782"/>
                  <a:pt x="1830818" y="4744600"/>
                </a:cubicBezTo>
                <a:cubicBezTo>
                  <a:pt x="1824417" y="4746417"/>
                  <a:pt x="1819019" y="4747888"/>
                  <a:pt x="1814250" y="4748796"/>
                </a:cubicBezTo>
                <a:cubicBezTo>
                  <a:pt x="1809544" y="4749749"/>
                  <a:pt x="1805402" y="4750095"/>
                  <a:pt x="1801636" y="4749792"/>
                </a:cubicBezTo>
                <a:cubicBezTo>
                  <a:pt x="1797871" y="4749446"/>
                  <a:pt x="1794419" y="4748407"/>
                  <a:pt x="1790968" y="4746503"/>
                </a:cubicBezTo>
                <a:cubicBezTo>
                  <a:pt x="1785948" y="4743734"/>
                  <a:pt x="1785006" y="4740662"/>
                  <a:pt x="1787014" y="4737893"/>
                </a:cubicBezTo>
                <a:lnTo>
                  <a:pt x="1787014" y="4737850"/>
                </a:lnTo>
                <a:cubicBezTo>
                  <a:pt x="1789022" y="4735124"/>
                  <a:pt x="1793980" y="4732658"/>
                  <a:pt x="1800695" y="4731186"/>
                </a:cubicBezTo>
                <a:cubicBezTo>
                  <a:pt x="1807410" y="4729715"/>
                  <a:pt x="1815945" y="4729153"/>
                  <a:pt x="1825107" y="4730104"/>
                </a:cubicBezTo>
                <a:close/>
                <a:moveTo>
                  <a:pt x="1301037" y="4729758"/>
                </a:moveTo>
                <a:cubicBezTo>
                  <a:pt x="1301727" y="4729758"/>
                  <a:pt x="1302354" y="4730018"/>
                  <a:pt x="1303358" y="4730494"/>
                </a:cubicBezTo>
                <a:cubicBezTo>
                  <a:pt x="1304362" y="4730970"/>
                  <a:pt x="1305743" y="4731705"/>
                  <a:pt x="1307877" y="4732658"/>
                </a:cubicBezTo>
                <a:cubicBezTo>
                  <a:pt x="1307188" y="4732830"/>
                  <a:pt x="1306622" y="4733090"/>
                  <a:pt x="1305931" y="4733263"/>
                </a:cubicBezTo>
                <a:cubicBezTo>
                  <a:pt x="1305242" y="4733436"/>
                  <a:pt x="1304615" y="4733653"/>
                  <a:pt x="1303985" y="4733869"/>
                </a:cubicBezTo>
                <a:cubicBezTo>
                  <a:pt x="1303358" y="4734042"/>
                  <a:pt x="1302668" y="4734258"/>
                  <a:pt x="1302042" y="4734475"/>
                </a:cubicBezTo>
                <a:lnTo>
                  <a:pt x="1302167" y="4734518"/>
                </a:lnTo>
                <a:cubicBezTo>
                  <a:pt x="1301538" y="4734691"/>
                  <a:pt x="1300848" y="4734907"/>
                  <a:pt x="1300221" y="4735124"/>
                </a:cubicBezTo>
                <a:cubicBezTo>
                  <a:pt x="1299657" y="4734865"/>
                  <a:pt x="1299028" y="4734604"/>
                  <a:pt x="1298464" y="4734345"/>
                </a:cubicBezTo>
                <a:cubicBezTo>
                  <a:pt x="1297901" y="4734085"/>
                  <a:pt x="1297273" y="4733825"/>
                  <a:pt x="1296705" y="4733566"/>
                </a:cubicBezTo>
                <a:cubicBezTo>
                  <a:pt x="1296143" y="4733307"/>
                  <a:pt x="1295515" y="4733046"/>
                  <a:pt x="1294948" y="4732787"/>
                </a:cubicBezTo>
                <a:cubicBezTo>
                  <a:pt x="1294385" y="4732528"/>
                  <a:pt x="1293759" y="4732268"/>
                  <a:pt x="1293191" y="4732008"/>
                </a:cubicBezTo>
                <a:cubicBezTo>
                  <a:pt x="1295639" y="4731229"/>
                  <a:pt x="1297273" y="4730667"/>
                  <a:pt x="1298464" y="4730278"/>
                </a:cubicBezTo>
                <a:cubicBezTo>
                  <a:pt x="1299657" y="4729888"/>
                  <a:pt x="1300347" y="4729758"/>
                  <a:pt x="1301037" y="4729758"/>
                </a:cubicBezTo>
                <a:close/>
                <a:moveTo>
                  <a:pt x="2447640" y="4729153"/>
                </a:moveTo>
                <a:lnTo>
                  <a:pt x="2447765" y="4729586"/>
                </a:lnTo>
                <a:lnTo>
                  <a:pt x="2447891" y="4730018"/>
                </a:lnTo>
                <a:lnTo>
                  <a:pt x="2448017" y="4730450"/>
                </a:lnTo>
                <a:lnTo>
                  <a:pt x="2448205" y="4730927"/>
                </a:lnTo>
                <a:lnTo>
                  <a:pt x="2447577" y="4730797"/>
                </a:lnTo>
                <a:lnTo>
                  <a:pt x="2446950" y="4730711"/>
                </a:lnTo>
                <a:lnTo>
                  <a:pt x="2446322" y="4730580"/>
                </a:lnTo>
                <a:lnTo>
                  <a:pt x="2445695" y="4730494"/>
                </a:lnTo>
                <a:lnTo>
                  <a:pt x="2446134" y="4730148"/>
                </a:lnTo>
                <a:lnTo>
                  <a:pt x="2446636" y="4729802"/>
                </a:lnTo>
                <a:lnTo>
                  <a:pt x="2447138" y="4729456"/>
                </a:lnTo>
                <a:close/>
                <a:moveTo>
                  <a:pt x="998871" y="4728547"/>
                </a:moveTo>
                <a:cubicBezTo>
                  <a:pt x="1004079" y="4729801"/>
                  <a:pt x="1007783" y="4730970"/>
                  <a:pt x="1010294" y="4732181"/>
                </a:cubicBezTo>
                <a:cubicBezTo>
                  <a:pt x="1012803" y="4733393"/>
                  <a:pt x="1014183" y="4734647"/>
                  <a:pt x="1014748" y="4736118"/>
                </a:cubicBezTo>
                <a:cubicBezTo>
                  <a:pt x="1015313" y="4737546"/>
                  <a:pt x="1015124" y="4739234"/>
                  <a:pt x="1014498" y="4741268"/>
                </a:cubicBezTo>
                <a:cubicBezTo>
                  <a:pt x="1013870" y="4743301"/>
                  <a:pt x="1012803" y="4745724"/>
                  <a:pt x="1011736" y="4748623"/>
                </a:cubicBezTo>
                <a:cubicBezTo>
                  <a:pt x="1006087" y="4747152"/>
                  <a:pt x="1003452" y="4745724"/>
                  <a:pt x="1002385" y="4744210"/>
                </a:cubicBezTo>
                <a:lnTo>
                  <a:pt x="1002448" y="4744210"/>
                </a:lnTo>
                <a:cubicBezTo>
                  <a:pt x="1001381" y="4742739"/>
                  <a:pt x="1001946" y="4741181"/>
                  <a:pt x="1002698" y="4739580"/>
                </a:cubicBezTo>
                <a:cubicBezTo>
                  <a:pt x="1003452" y="4737935"/>
                  <a:pt x="1004457" y="4736248"/>
                  <a:pt x="1004267" y="4734431"/>
                </a:cubicBezTo>
                <a:cubicBezTo>
                  <a:pt x="1004079" y="4732614"/>
                  <a:pt x="1002762" y="4730667"/>
                  <a:pt x="998871" y="4728547"/>
                </a:cubicBezTo>
                <a:close/>
                <a:moveTo>
                  <a:pt x="1891439" y="4727379"/>
                </a:moveTo>
                <a:cubicBezTo>
                  <a:pt x="1896396" y="4729023"/>
                  <a:pt x="1899158" y="4731013"/>
                  <a:pt x="1900413" y="4732787"/>
                </a:cubicBezTo>
                <a:cubicBezTo>
                  <a:pt x="1901668" y="4734561"/>
                  <a:pt x="1901354" y="4736162"/>
                  <a:pt x="1900224" y="4737028"/>
                </a:cubicBezTo>
                <a:cubicBezTo>
                  <a:pt x="1899095" y="4737893"/>
                  <a:pt x="1897086" y="4737979"/>
                  <a:pt x="1894890" y="4736811"/>
                </a:cubicBezTo>
                <a:cubicBezTo>
                  <a:pt x="1892693" y="4735643"/>
                  <a:pt x="1890309" y="4733177"/>
                  <a:pt x="1888489" y="4728850"/>
                </a:cubicBezTo>
                <a:cubicBezTo>
                  <a:pt x="1888427" y="4728763"/>
                  <a:pt x="1888553" y="4728676"/>
                  <a:pt x="1888741" y="4728547"/>
                </a:cubicBezTo>
                <a:cubicBezTo>
                  <a:pt x="1888928" y="4728417"/>
                  <a:pt x="1889180" y="4728287"/>
                  <a:pt x="1889493" y="4728158"/>
                </a:cubicBezTo>
                <a:cubicBezTo>
                  <a:pt x="1889807" y="4728028"/>
                  <a:pt x="1890120" y="4727898"/>
                  <a:pt x="1890497" y="4727769"/>
                </a:cubicBezTo>
                <a:cubicBezTo>
                  <a:pt x="1890874" y="4727638"/>
                  <a:pt x="1891439" y="4727379"/>
                  <a:pt x="1891439" y="4727379"/>
                </a:cubicBezTo>
                <a:close/>
                <a:moveTo>
                  <a:pt x="699842" y="4726081"/>
                </a:moveTo>
                <a:cubicBezTo>
                  <a:pt x="702352" y="4727163"/>
                  <a:pt x="704048" y="4727855"/>
                  <a:pt x="705177" y="4728375"/>
                </a:cubicBezTo>
                <a:lnTo>
                  <a:pt x="705113" y="4728418"/>
                </a:lnTo>
                <a:cubicBezTo>
                  <a:pt x="706243" y="4728936"/>
                  <a:pt x="706808" y="4729283"/>
                  <a:pt x="706996" y="4729715"/>
                </a:cubicBezTo>
                <a:cubicBezTo>
                  <a:pt x="707185" y="4730148"/>
                  <a:pt x="706933" y="4730581"/>
                  <a:pt x="706495" y="4731360"/>
                </a:cubicBezTo>
                <a:cubicBezTo>
                  <a:pt x="706055" y="4732139"/>
                  <a:pt x="705364" y="4733177"/>
                  <a:pt x="704674" y="4734735"/>
                </a:cubicBezTo>
                <a:cubicBezTo>
                  <a:pt x="701600" y="4732961"/>
                  <a:pt x="699402" y="4731793"/>
                  <a:pt x="697897" y="4730970"/>
                </a:cubicBezTo>
                <a:cubicBezTo>
                  <a:pt x="696390" y="4730105"/>
                  <a:pt x="695575" y="4729586"/>
                  <a:pt x="695386" y="4729197"/>
                </a:cubicBezTo>
                <a:cubicBezTo>
                  <a:pt x="695198" y="4728764"/>
                  <a:pt x="695512" y="4728461"/>
                  <a:pt x="696328" y="4728028"/>
                </a:cubicBezTo>
                <a:cubicBezTo>
                  <a:pt x="697144" y="4727595"/>
                  <a:pt x="698336" y="4727033"/>
                  <a:pt x="699842" y="4726081"/>
                </a:cubicBezTo>
                <a:close/>
                <a:moveTo>
                  <a:pt x="1734864" y="4725475"/>
                </a:moveTo>
                <a:cubicBezTo>
                  <a:pt x="1737124" y="4727984"/>
                  <a:pt x="1738755" y="4730450"/>
                  <a:pt x="1739697" y="4732787"/>
                </a:cubicBezTo>
                <a:lnTo>
                  <a:pt x="1739634" y="4732787"/>
                </a:lnTo>
                <a:cubicBezTo>
                  <a:pt x="1740575" y="4735124"/>
                  <a:pt x="1740764" y="4737374"/>
                  <a:pt x="1740010" y="4739537"/>
                </a:cubicBezTo>
                <a:cubicBezTo>
                  <a:pt x="1739257" y="4741700"/>
                  <a:pt x="1737626" y="4743778"/>
                  <a:pt x="1734864" y="4745682"/>
                </a:cubicBezTo>
                <a:lnTo>
                  <a:pt x="1723767" y="4750882"/>
                </a:lnTo>
                <a:lnTo>
                  <a:pt x="1724824" y="4751696"/>
                </a:lnTo>
                <a:lnTo>
                  <a:pt x="1724001" y="4751818"/>
                </a:lnTo>
                <a:lnTo>
                  <a:pt x="1723317" y="4751047"/>
                </a:lnTo>
                <a:lnTo>
                  <a:pt x="1723679" y="4750905"/>
                </a:lnTo>
                <a:lnTo>
                  <a:pt x="1710452" y="4740662"/>
                </a:lnTo>
                <a:cubicBezTo>
                  <a:pt x="1706939" y="4737590"/>
                  <a:pt x="1704867" y="4735080"/>
                  <a:pt x="1704867" y="4733046"/>
                </a:cubicBezTo>
                <a:cubicBezTo>
                  <a:pt x="1704867" y="4731013"/>
                  <a:pt x="1707001" y="4729412"/>
                  <a:pt x="1711771" y="4728200"/>
                </a:cubicBezTo>
                <a:cubicBezTo>
                  <a:pt x="1716540" y="4726990"/>
                  <a:pt x="1724071" y="4726080"/>
                  <a:pt x="1734864" y="4725475"/>
                </a:cubicBezTo>
                <a:close/>
                <a:moveTo>
                  <a:pt x="2006470" y="4725086"/>
                </a:moveTo>
                <a:cubicBezTo>
                  <a:pt x="2014628" y="4727033"/>
                  <a:pt x="2022786" y="4728936"/>
                  <a:pt x="2031006" y="4730883"/>
                </a:cubicBezTo>
                <a:cubicBezTo>
                  <a:pt x="2039228" y="4732831"/>
                  <a:pt x="2047512" y="4734821"/>
                  <a:pt x="2055983" y="4736811"/>
                </a:cubicBezTo>
                <a:lnTo>
                  <a:pt x="2055921" y="4736811"/>
                </a:lnTo>
                <a:cubicBezTo>
                  <a:pt x="2064393" y="4738845"/>
                  <a:pt x="2072990" y="4740879"/>
                  <a:pt x="2081839" y="4742956"/>
                </a:cubicBezTo>
                <a:cubicBezTo>
                  <a:pt x="2090624" y="4745032"/>
                  <a:pt x="2099724" y="4747196"/>
                  <a:pt x="2109074" y="4749403"/>
                </a:cubicBezTo>
                <a:cubicBezTo>
                  <a:pt x="2095331" y="4754682"/>
                  <a:pt x="2084600" y="4756801"/>
                  <a:pt x="2075437" y="4757321"/>
                </a:cubicBezTo>
                <a:cubicBezTo>
                  <a:pt x="2066275" y="4757797"/>
                  <a:pt x="2058618" y="4756715"/>
                  <a:pt x="2051151" y="4755461"/>
                </a:cubicBezTo>
                <a:cubicBezTo>
                  <a:pt x="2043683" y="4754206"/>
                  <a:pt x="2036341" y="4752864"/>
                  <a:pt x="2027743" y="4752864"/>
                </a:cubicBezTo>
                <a:cubicBezTo>
                  <a:pt x="2019146" y="4752864"/>
                  <a:pt x="2009293" y="4754249"/>
                  <a:pt x="1996679" y="4758532"/>
                </a:cubicBezTo>
                <a:cubicBezTo>
                  <a:pt x="1994609" y="4757450"/>
                  <a:pt x="1992537" y="4756369"/>
                  <a:pt x="1990404" y="4755244"/>
                </a:cubicBezTo>
                <a:cubicBezTo>
                  <a:pt x="1988270" y="4754119"/>
                  <a:pt x="1986200" y="4753037"/>
                  <a:pt x="1984066" y="4751912"/>
                </a:cubicBezTo>
                <a:cubicBezTo>
                  <a:pt x="1981994" y="4750787"/>
                  <a:pt x="1979861" y="4749706"/>
                  <a:pt x="1977727" y="4748581"/>
                </a:cubicBezTo>
                <a:cubicBezTo>
                  <a:pt x="1975844" y="4747586"/>
                  <a:pt x="1973899" y="4746590"/>
                  <a:pt x="1972017" y="4745595"/>
                </a:cubicBezTo>
                <a:cubicBezTo>
                  <a:pt x="1976033" y="4744816"/>
                  <a:pt x="1979421" y="4743735"/>
                  <a:pt x="1982246" y="4742350"/>
                </a:cubicBezTo>
                <a:cubicBezTo>
                  <a:pt x="1985447" y="4740836"/>
                  <a:pt x="1988082" y="4738975"/>
                  <a:pt x="1990529" y="4737028"/>
                </a:cubicBezTo>
                <a:cubicBezTo>
                  <a:pt x="1992977" y="4735037"/>
                  <a:pt x="1995298" y="4732961"/>
                  <a:pt x="1997809" y="4730927"/>
                </a:cubicBezTo>
                <a:cubicBezTo>
                  <a:pt x="2000320" y="4728894"/>
                  <a:pt x="2003081" y="4726860"/>
                  <a:pt x="2006470" y="4725086"/>
                </a:cubicBezTo>
                <a:close/>
                <a:moveTo>
                  <a:pt x="330786" y="4724004"/>
                </a:moveTo>
                <a:cubicBezTo>
                  <a:pt x="332794" y="4726772"/>
                  <a:pt x="335241" y="4731619"/>
                  <a:pt x="337502" y="4737676"/>
                </a:cubicBezTo>
                <a:lnTo>
                  <a:pt x="337563" y="4737676"/>
                </a:lnTo>
                <a:cubicBezTo>
                  <a:pt x="339823" y="4743734"/>
                  <a:pt x="341832" y="4751003"/>
                  <a:pt x="342897" y="4758575"/>
                </a:cubicBezTo>
                <a:cubicBezTo>
                  <a:pt x="343964" y="4766147"/>
                  <a:pt x="344090" y="4774066"/>
                  <a:pt x="342583" y="4781464"/>
                </a:cubicBezTo>
                <a:cubicBezTo>
                  <a:pt x="341015" y="4788863"/>
                  <a:pt x="337878" y="4795743"/>
                  <a:pt x="332291" y="4801238"/>
                </a:cubicBezTo>
                <a:cubicBezTo>
                  <a:pt x="320933" y="4796133"/>
                  <a:pt x="315474" y="4791892"/>
                  <a:pt x="313340" y="4788214"/>
                </a:cubicBezTo>
                <a:cubicBezTo>
                  <a:pt x="311207" y="4784537"/>
                  <a:pt x="312461" y="4781421"/>
                  <a:pt x="314595" y="4778522"/>
                </a:cubicBezTo>
                <a:cubicBezTo>
                  <a:pt x="316728" y="4775623"/>
                  <a:pt x="319741" y="4772984"/>
                  <a:pt x="321247" y="4770171"/>
                </a:cubicBezTo>
                <a:cubicBezTo>
                  <a:pt x="322752" y="4767402"/>
                  <a:pt x="322690" y="4764503"/>
                  <a:pt x="318612" y="4761128"/>
                </a:cubicBezTo>
                <a:cubicBezTo>
                  <a:pt x="314720" y="4757926"/>
                  <a:pt x="312837" y="4754941"/>
                  <a:pt x="312398" y="4752042"/>
                </a:cubicBezTo>
                <a:cubicBezTo>
                  <a:pt x="311896" y="4749142"/>
                  <a:pt x="312902" y="4746330"/>
                  <a:pt x="314658" y="4743432"/>
                </a:cubicBezTo>
                <a:cubicBezTo>
                  <a:pt x="316415" y="4740532"/>
                  <a:pt x="319051" y="4737589"/>
                  <a:pt x="321937" y="4734388"/>
                </a:cubicBezTo>
                <a:cubicBezTo>
                  <a:pt x="324825" y="4731186"/>
                  <a:pt x="327962" y="4727811"/>
                  <a:pt x="330786" y="4724004"/>
                </a:cubicBezTo>
                <a:close/>
                <a:moveTo>
                  <a:pt x="891369" y="4719548"/>
                </a:moveTo>
                <a:cubicBezTo>
                  <a:pt x="902038" y="4719028"/>
                  <a:pt x="909130" y="4721451"/>
                  <a:pt x="912959" y="4725215"/>
                </a:cubicBezTo>
                <a:cubicBezTo>
                  <a:pt x="916785" y="4728980"/>
                  <a:pt x="917350" y="4734043"/>
                  <a:pt x="915092" y="4738715"/>
                </a:cubicBezTo>
                <a:cubicBezTo>
                  <a:pt x="912769" y="4743389"/>
                  <a:pt x="907623" y="4747715"/>
                  <a:pt x="899905" y="4749965"/>
                </a:cubicBezTo>
                <a:cubicBezTo>
                  <a:pt x="892185" y="4752215"/>
                  <a:pt x="881957" y="4752432"/>
                  <a:pt x="869531" y="4748927"/>
                </a:cubicBezTo>
                <a:cubicBezTo>
                  <a:pt x="875806" y="4744124"/>
                  <a:pt x="880073" y="4741009"/>
                  <a:pt x="883085" y="4738715"/>
                </a:cubicBezTo>
                <a:cubicBezTo>
                  <a:pt x="886099" y="4736465"/>
                  <a:pt x="887730" y="4734994"/>
                  <a:pt x="888734" y="4733653"/>
                </a:cubicBezTo>
                <a:cubicBezTo>
                  <a:pt x="889738" y="4732311"/>
                  <a:pt x="889989" y="4730970"/>
                  <a:pt x="890239" y="4728894"/>
                </a:cubicBezTo>
                <a:cubicBezTo>
                  <a:pt x="890491" y="4726816"/>
                  <a:pt x="890616" y="4724005"/>
                  <a:pt x="891369" y="4719590"/>
                </a:cubicBezTo>
                <a:close/>
                <a:moveTo>
                  <a:pt x="1356706" y="4718681"/>
                </a:moveTo>
                <a:cubicBezTo>
                  <a:pt x="1362981" y="4717903"/>
                  <a:pt x="1369946" y="4720542"/>
                  <a:pt x="1377665" y="4728028"/>
                </a:cubicBezTo>
                <a:cubicBezTo>
                  <a:pt x="1379171" y="4729499"/>
                  <a:pt x="1378355" y="4731272"/>
                  <a:pt x="1376034" y="4733999"/>
                </a:cubicBezTo>
                <a:cubicBezTo>
                  <a:pt x="1373711" y="4736725"/>
                  <a:pt x="1369820" y="4740359"/>
                  <a:pt x="1365052" y="4745551"/>
                </a:cubicBezTo>
                <a:cubicBezTo>
                  <a:pt x="1360283" y="4750743"/>
                  <a:pt x="1354698" y="4757450"/>
                  <a:pt x="1348987" y="4766321"/>
                </a:cubicBezTo>
                <a:lnTo>
                  <a:pt x="1348987" y="4766234"/>
                </a:lnTo>
                <a:cubicBezTo>
                  <a:pt x="1343276" y="4775104"/>
                  <a:pt x="1337439" y="4786094"/>
                  <a:pt x="1332166" y="4799853"/>
                </a:cubicBezTo>
                <a:cubicBezTo>
                  <a:pt x="1328778" y="4798598"/>
                  <a:pt x="1325641" y="4797387"/>
                  <a:pt x="1322628" y="4796262"/>
                </a:cubicBezTo>
                <a:cubicBezTo>
                  <a:pt x="1319616" y="4795094"/>
                  <a:pt x="1316730" y="4794012"/>
                  <a:pt x="1313967" y="4792974"/>
                </a:cubicBezTo>
                <a:cubicBezTo>
                  <a:pt x="1311207" y="4791935"/>
                  <a:pt x="1308508" y="4790897"/>
                  <a:pt x="1305873" y="4789901"/>
                </a:cubicBezTo>
                <a:cubicBezTo>
                  <a:pt x="1303236" y="4788906"/>
                  <a:pt x="1300600" y="4787911"/>
                  <a:pt x="1297967" y="4786916"/>
                </a:cubicBezTo>
                <a:cubicBezTo>
                  <a:pt x="1299534" y="4786310"/>
                  <a:pt x="1301166" y="4785662"/>
                  <a:pt x="1302797" y="4785013"/>
                </a:cubicBezTo>
                <a:cubicBezTo>
                  <a:pt x="1304430" y="4784363"/>
                  <a:pt x="1306124" y="4783714"/>
                  <a:pt x="1307818" y="4783022"/>
                </a:cubicBezTo>
                <a:cubicBezTo>
                  <a:pt x="1309513" y="4782373"/>
                  <a:pt x="1311207" y="4781680"/>
                  <a:pt x="1312963" y="4780988"/>
                </a:cubicBezTo>
                <a:cubicBezTo>
                  <a:pt x="1314345" y="4780469"/>
                  <a:pt x="1315788" y="4779906"/>
                  <a:pt x="1317169" y="4779344"/>
                </a:cubicBezTo>
                <a:cubicBezTo>
                  <a:pt x="1319867" y="4770993"/>
                  <a:pt x="1323068" y="4761734"/>
                  <a:pt x="1326833" y="4753037"/>
                </a:cubicBezTo>
                <a:cubicBezTo>
                  <a:pt x="1330597" y="4744296"/>
                  <a:pt x="1334927" y="4736118"/>
                  <a:pt x="1339885" y="4729888"/>
                </a:cubicBezTo>
                <a:cubicBezTo>
                  <a:pt x="1344845" y="4723700"/>
                  <a:pt x="1350430" y="4719461"/>
                  <a:pt x="1356706" y="4718681"/>
                </a:cubicBezTo>
                <a:close/>
                <a:moveTo>
                  <a:pt x="1158083" y="4708989"/>
                </a:moveTo>
                <a:lnTo>
                  <a:pt x="1158083" y="4709033"/>
                </a:lnTo>
                <a:cubicBezTo>
                  <a:pt x="1160341" y="4709292"/>
                  <a:pt x="1163103" y="4709812"/>
                  <a:pt x="1166115" y="4710504"/>
                </a:cubicBezTo>
                <a:cubicBezTo>
                  <a:pt x="1169127" y="4711153"/>
                  <a:pt x="1172453" y="4711975"/>
                  <a:pt x="1175968" y="4712754"/>
                </a:cubicBezTo>
                <a:cubicBezTo>
                  <a:pt x="1172956" y="4715653"/>
                  <a:pt x="1169943" y="4717254"/>
                  <a:pt x="1167119" y="4717989"/>
                </a:cubicBezTo>
                <a:cubicBezTo>
                  <a:pt x="1164295" y="4718725"/>
                  <a:pt x="1161596" y="4718595"/>
                  <a:pt x="1159275" y="4718033"/>
                </a:cubicBezTo>
                <a:cubicBezTo>
                  <a:pt x="1156953" y="4717470"/>
                  <a:pt x="1154945" y="4716432"/>
                  <a:pt x="1153564" y="4715350"/>
                </a:cubicBezTo>
                <a:cubicBezTo>
                  <a:pt x="1152183" y="4714268"/>
                  <a:pt x="1151304" y="4713143"/>
                  <a:pt x="1151242" y="4712408"/>
                </a:cubicBezTo>
                <a:cubicBezTo>
                  <a:pt x="1151053" y="4710763"/>
                  <a:pt x="1151618" y="4709812"/>
                  <a:pt x="1152811" y="4709292"/>
                </a:cubicBezTo>
                <a:cubicBezTo>
                  <a:pt x="1154003" y="4708773"/>
                  <a:pt x="1155823" y="4708730"/>
                  <a:pt x="1158083" y="4708989"/>
                </a:cubicBezTo>
                <a:close/>
                <a:moveTo>
                  <a:pt x="1011923" y="4708383"/>
                </a:moveTo>
                <a:cubicBezTo>
                  <a:pt x="1013428" y="4708211"/>
                  <a:pt x="1014309" y="4708211"/>
                  <a:pt x="1014871" y="4708383"/>
                </a:cubicBezTo>
                <a:cubicBezTo>
                  <a:pt x="1015500" y="4708557"/>
                  <a:pt x="1015813" y="4708903"/>
                  <a:pt x="1016253" y="4709508"/>
                </a:cubicBezTo>
                <a:cubicBezTo>
                  <a:pt x="1016629" y="4710115"/>
                  <a:pt x="1017195" y="4710937"/>
                  <a:pt x="1018260" y="4712062"/>
                </a:cubicBezTo>
                <a:cubicBezTo>
                  <a:pt x="1015500" y="4712408"/>
                  <a:pt x="1013554" y="4712711"/>
                  <a:pt x="1012236" y="4712883"/>
                </a:cubicBezTo>
                <a:cubicBezTo>
                  <a:pt x="1010855" y="4713057"/>
                  <a:pt x="1010102" y="4713100"/>
                  <a:pt x="1009476" y="4712970"/>
                </a:cubicBezTo>
                <a:cubicBezTo>
                  <a:pt x="1008910" y="4712840"/>
                  <a:pt x="1008472" y="4712494"/>
                  <a:pt x="1007844" y="4711888"/>
                </a:cubicBezTo>
                <a:cubicBezTo>
                  <a:pt x="1007216" y="4711283"/>
                  <a:pt x="1006463" y="4710374"/>
                  <a:pt x="1005083" y="4709119"/>
                </a:cubicBezTo>
                <a:cubicBezTo>
                  <a:pt x="1008220" y="4708773"/>
                  <a:pt x="1010417" y="4708513"/>
                  <a:pt x="1011923" y="4708383"/>
                </a:cubicBezTo>
                <a:close/>
                <a:moveTo>
                  <a:pt x="1960720" y="4699990"/>
                </a:moveTo>
                <a:cubicBezTo>
                  <a:pt x="1963231" y="4699816"/>
                  <a:pt x="1965616" y="4700119"/>
                  <a:pt x="1969067" y="4700768"/>
                </a:cubicBezTo>
                <a:cubicBezTo>
                  <a:pt x="1972519" y="4701417"/>
                  <a:pt x="1976974" y="4702412"/>
                  <a:pt x="1983501" y="4703494"/>
                </a:cubicBezTo>
                <a:cubicBezTo>
                  <a:pt x="1990090" y="4704576"/>
                  <a:pt x="1998688" y="4705787"/>
                  <a:pt x="2010486" y="4706912"/>
                </a:cubicBezTo>
                <a:cubicBezTo>
                  <a:pt x="2010361" y="4707432"/>
                  <a:pt x="2010235" y="4707908"/>
                  <a:pt x="2010109" y="4708426"/>
                </a:cubicBezTo>
                <a:cubicBezTo>
                  <a:pt x="2009984" y="4708946"/>
                  <a:pt x="2009858" y="4709422"/>
                  <a:pt x="2009733" y="4709941"/>
                </a:cubicBezTo>
                <a:cubicBezTo>
                  <a:pt x="2009608" y="4710460"/>
                  <a:pt x="2009482" y="4710979"/>
                  <a:pt x="2009357" y="4711455"/>
                </a:cubicBezTo>
                <a:cubicBezTo>
                  <a:pt x="2009231" y="4711975"/>
                  <a:pt x="2009105" y="4712451"/>
                  <a:pt x="2008980" y="4712970"/>
                </a:cubicBezTo>
                <a:cubicBezTo>
                  <a:pt x="2004023" y="4712493"/>
                  <a:pt x="1999001" y="4711975"/>
                  <a:pt x="1994044" y="4711715"/>
                </a:cubicBezTo>
                <a:cubicBezTo>
                  <a:pt x="1989086" y="4711455"/>
                  <a:pt x="1984192" y="4711412"/>
                  <a:pt x="1979359" y="4711888"/>
                </a:cubicBezTo>
                <a:cubicBezTo>
                  <a:pt x="1974590" y="4712364"/>
                  <a:pt x="1969820" y="4713359"/>
                  <a:pt x="1965302" y="4715220"/>
                </a:cubicBezTo>
                <a:cubicBezTo>
                  <a:pt x="1960784" y="4717037"/>
                  <a:pt x="1956391" y="4719720"/>
                  <a:pt x="1952249" y="4723484"/>
                </a:cubicBezTo>
                <a:lnTo>
                  <a:pt x="1952249" y="4706263"/>
                </a:lnTo>
                <a:lnTo>
                  <a:pt x="1952123" y="4706220"/>
                </a:lnTo>
                <a:lnTo>
                  <a:pt x="1952123" y="4702369"/>
                </a:lnTo>
                <a:cubicBezTo>
                  <a:pt x="1955763" y="4700897"/>
                  <a:pt x="1958273" y="4700205"/>
                  <a:pt x="1960720" y="4699990"/>
                </a:cubicBezTo>
                <a:close/>
                <a:moveTo>
                  <a:pt x="807340" y="4697827"/>
                </a:moveTo>
                <a:cubicBezTo>
                  <a:pt x="807654" y="4697913"/>
                  <a:pt x="808030" y="4697956"/>
                  <a:pt x="808344" y="4698043"/>
                </a:cubicBezTo>
                <a:cubicBezTo>
                  <a:pt x="808658" y="4698129"/>
                  <a:pt x="809034" y="4698173"/>
                  <a:pt x="809348" y="4698259"/>
                </a:cubicBezTo>
                <a:cubicBezTo>
                  <a:pt x="809662" y="4698346"/>
                  <a:pt x="810038" y="4698389"/>
                  <a:pt x="810351" y="4698476"/>
                </a:cubicBezTo>
                <a:cubicBezTo>
                  <a:pt x="810666" y="4698562"/>
                  <a:pt x="811042" y="4698606"/>
                  <a:pt x="811357" y="4698691"/>
                </a:cubicBezTo>
                <a:cubicBezTo>
                  <a:pt x="810917" y="4698778"/>
                  <a:pt x="810415" y="4698909"/>
                  <a:pt x="809976" y="4699038"/>
                </a:cubicBezTo>
                <a:cubicBezTo>
                  <a:pt x="809537" y="4699124"/>
                  <a:pt x="809034" y="4699254"/>
                  <a:pt x="808595" y="4699384"/>
                </a:cubicBezTo>
                <a:cubicBezTo>
                  <a:pt x="808155" y="4699470"/>
                  <a:pt x="807654" y="4699601"/>
                  <a:pt x="807215" y="4699731"/>
                </a:cubicBezTo>
                <a:cubicBezTo>
                  <a:pt x="806775" y="4699816"/>
                  <a:pt x="806273" y="4699947"/>
                  <a:pt x="805834" y="4700077"/>
                </a:cubicBezTo>
                <a:cubicBezTo>
                  <a:pt x="805960" y="4699903"/>
                  <a:pt x="806085" y="4699687"/>
                  <a:pt x="806211" y="4699514"/>
                </a:cubicBezTo>
                <a:cubicBezTo>
                  <a:pt x="806336" y="4699341"/>
                  <a:pt x="806460" y="4699124"/>
                  <a:pt x="806587" y="4698952"/>
                </a:cubicBezTo>
                <a:cubicBezTo>
                  <a:pt x="806712" y="4698778"/>
                  <a:pt x="806838" y="4698562"/>
                  <a:pt x="806964" y="4698389"/>
                </a:cubicBezTo>
                <a:cubicBezTo>
                  <a:pt x="807089" y="4698216"/>
                  <a:pt x="807215" y="4697999"/>
                  <a:pt x="807340" y="4697827"/>
                </a:cubicBezTo>
                <a:close/>
                <a:moveTo>
                  <a:pt x="1849707" y="4697091"/>
                </a:moveTo>
                <a:cubicBezTo>
                  <a:pt x="1854978" y="4696528"/>
                  <a:pt x="1863199" y="4696961"/>
                  <a:pt x="1873616" y="4698086"/>
                </a:cubicBezTo>
                <a:cubicBezTo>
                  <a:pt x="1883970" y="4699211"/>
                  <a:pt x="1896522" y="4701029"/>
                  <a:pt x="1910390" y="4703235"/>
                </a:cubicBezTo>
                <a:cubicBezTo>
                  <a:pt x="1904554" y="4704534"/>
                  <a:pt x="1899408" y="4705659"/>
                  <a:pt x="1894702" y="4706697"/>
                </a:cubicBezTo>
                <a:lnTo>
                  <a:pt x="1894702" y="4706740"/>
                </a:lnTo>
                <a:cubicBezTo>
                  <a:pt x="1889996" y="4707779"/>
                  <a:pt x="1885728" y="4708730"/>
                  <a:pt x="1881774" y="4709596"/>
                </a:cubicBezTo>
                <a:cubicBezTo>
                  <a:pt x="1877820" y="4710505"/>
                  <a:pt x="1874119" y="4711284"/>
                  <a:pt x="1870478" y="4712105"/>
                </a:cubicBezTo>
                <a:cubicBezTo>
                  <a:pt x="1866839" y="4712884"/>
                  <a:pt x="1863262" y="4713663"/>
                  <a:pt x="1859622" y="4714485"/>
                </a:cubicBezTo>
                <a:cubicBezTo>
                  <a:pt x="1849958" y="4708860"/>
                  <a:pt x="1844811" y="4704793"/>
                  <a:pt x="1843431" y="4701980"/>
                </a:cubicBezTo>
                <a:cubicBezTo>
                  <a:pt x="1842050" y="4699168"/>
                  <a:pt x="1844372" y="4697653"/>
                  <a:pt x="1849707" y="4697091"/>
                </a:cubicBezTo>
                <a:close/>
                <a:moveTo>
                  <a:pt x="1803832" y="4692677"/>
                </a:moveTo>
                <a:lnTo>
                  <a:pt x="1803894" y="4692677"/>
                </a:lnTo>
                <a:cubicBezTo>
                  <a:pt x="1805401" y="4692591"/>
                  <a:pt x="1807220" y="4693066"/>
                  <a:pt x="1810233" y="4693932"/>
                </a:cubicBezTo>
                <a:cubicBezTo>
                  <a:pt x="1813246" y="4694798"/>
                  <a:pt x="1817450" y="4696138"/>
                  <a:pt x="1823725" y="4697783"/>
                </a:cubicBezTo>
                <a:cubicBezTo>
                  <a:pt x="1818831" y="4700119"/>
                  <a:pt x="1815630" y="4701937"/>
                  <a:pt x="1813308" y="4703235"/>
                </a:cubicBezTo>
                <a:cubicBezTo>
                  <a:pt x="1810986" y="4704533"/>
                  <a:pt x="1809543" y="4705269"/>
                  <a:pt x="1808036" y="4705441"/>
                </a:cubicBezTo>
                <a:cubicBezTo>
                  <a:pt x="1806531" y="4705658"/>
                  <a:pt x="1805024" y="4705269"/>
                  <a:pt x="1802577" y="4704359"/>
                </a:cubicBezTo>
                <a:cubicBezTo>
                  <a:pt x="1800129" y="4703408"/>
                  <a:pt x="1796804" y="4701937"/>
                  <a:pt x="1791720" y="4699903"/>
                </a:cubicBezTo>
                <a:cubicBezTo>
                  <a:pt x="1795423" y="4697437"/>
                  <a:pt x="1797682" y="4695662"/>
                  <a:pt x="1799439" y="4694495"/>
                </a:cubicBezTo>
                <a:cubicBezTo>
                  <a:pt x="1801133" y="4693326"/>
                  <a:pt x="1802325" y="4692763"/>
                  <a:pt x="1803832" y="4692677"/>
                </a:cubicBezTo>
                <a:close/>
                <a:moveTo>
                  <a:pt x="1120682" y="4687095"/>
                </a:moveTo>
                <a:cubicBezTo>
                  <a:pt x="1123255" y="4714052"/>
                  <a:pt x="1120494" y="4737979"/>
                  <a:pt x="1115160" y="4758316"/>
                </a:cubicBezTo>
                <a:cubicBezTo>
                  <a:pt x="1109825" y="4778609"/>
                  <a:pt x="1101855" y="4795310"/>
                  <a:pt x="1093886" y="4807772"/>
                </a:cubicBezTo>
                <a:cubicBezTo>
                  <a:pt x="1085977" y="4820233"/>
                  <a:pt x="1078071" y="4828411"/>
                  <a:pt x="1072799" y="4831743"/>
                </a:cubicBezTo>
                <a:cubicBezTo>
                  <a:pt x="1067527" y="4835031"/>
                  <a:pt x="1065018" y="4833473"/>
                  <a:pt x="1067778" y="4826421"/>
                </a:cubicBezTo>
                <a:cubicBezTo>
                  <a:pt x="1078510" y="4799291"/>
                  <a:pt x="1084159" y="4776965"/>
                  <a:pt x="1087295" y="4758705"/>
                </a:cubicBezTo>
                <a:cubicBezTo>
                  <a:pt x="1090434" y="4740446"/>
                  <a:pt x="1091124" y="4726340"/>
                  <a:pt x="1092003" y="4715610"/>
                </a:cubicBezTo>
                <a:cubicBezTo>
                  <a:pt x="1092882" y="4704923"/>
                  <a:pt x="1093948" y="4697653"/>
                  <a:pt x="1097839" y="4693110"/>
                </a:cubicBezTo>
                <a:lnTo>
                  <a:pt x="1097839" y="4693066"/>
                </a:lnTo>
                <a:cubicBezTo>
                  <a:pt x="1101731" y="4688566"/>
                  <a:pt x="1108444" y="4686793"/>
                  <a:pt x="1120682" y="4687095"/>
                </a:cubicBezTo>
                <a:close/>
                <a:moveTo>
                  <a:pt x="2275000" y="4686620"/>
                </a:moveTo>
                <a:cubicBezTo>
                  <a:pt x="2276694" y="4687138"/>
                  <a:pt x="2277824" y="4688134"/>
                  <a:pt x="2278452" y="4689129"/>
                </a:cubicBezTo>
                <a:cubicBezTo>
                  <a:pt x="2279079" y="4690167"/>
                  <a:pt x="2279205" y="4691205"/>
                  <a:pt x="2278828" y="4691812"/>
                </a:cubicBezTo>
                <a:cubicBezTo>
                  <a:pt x="2277385" y="4694191"/>
                  <a:pt x="2275628" y="4695489"/>
                  <a:pt x="2273682" y="4696138"/>
                </a:cubicBezTo>
                <a:cubicBezTo>
                  <a:pt x="2271799" y="4696745"/>
                  <a:pt x="2269729" y="4696701"/>
                  <a:pt x="2267720" y="4696268"/>
                </a:cubicBezTo>
                <a:lnTo>
                  <a:pt x="2267595" y="4696312"/>
                </a:lnTo>
                <a:cubicBezTo>
                  <a:pt x="2265587" y="4695922"/>
                  <a:pt x="2263704" y="4695143"/>
                  <a:pt x="2262010" y="4694408"/>
                </a:cubicBezTo>
                <a:cubicBezTo>
                  <a:pt x="2260316" y="4693672"/>
                  <a:pt x="2258935" y="4692937"/>
                  <a:pt x="2257993" y="4692547"/>
                </a:cubicBezTo>
                <a:cubicBezTo>
                  <a:pt x="2262010" y="4689432"/>
                  <a:pt x="2265398" y="4687701"/>
                  <a:pt x="2268223" y="4686879"/>
                </a:cubicBezTo>
                <a:cubicBezTo>
                  <a:pt x="2271047" y="4686013"/>
                  <a:pt x="2273306" y="4686100"/>
                  <a:pt x="2275000" y="4686620"/>
                </a:cubicBezTo>
                <a:close/>
                <a:moveTo>
                  <a:pt x="954250" y="4684586"/>
                </a:moveTo>
                <a:cubicBezTo>
                  <a:pt x="958267" y="4686793"/>
                  <a:pt x="961278" y="4688481"/>
                  <a:pt x="963289" y="4689908"/>
                </a:cubicBezTo>
                <a:cubicBezTo>
                  <a:pt x="965359" y="4691336"/>
                  <a:pt x="966426" y="4692461"/>
                  <a:pt x="966550" y="4693629"/>
                </a:cubicBezTo>
                <a:cubicBezTo>
                  <a:pt x="966677" y="4694798"/>
                  <a:pt x="965862" y="4695966"/>
                  <a:pt x="964167" y="4697481"/>
                </a:cubicBezTo>
                <a:cubicBezTo>
                  <a:pt x="962473" y="4698995"/>
                  <a:pt x="959837" y="4700812"/>
                  <a:pt x="956385" y="4703191"/>
                </a:cubicBezTo>
                <a:cubicBezTo>
                  <a:pt x="956196" y="4701504"/>
                  <a:pt x="956008" y="4699947"/>
                  <a:pt x="955820" y="4698432"/>
                </a:cubicBezTo>
                <a:cubicBezTo>
                  <a:pt x="955632" y="4696918"/>
                  <a:pt x="955506" y="4695447"/>
                  <a:pt x="955317" y="4693976"/>
                </a:cubicBezTo>
                <a:cubicBezTo>
                  <a:pt x="955192" y="4692504"/>
                  <a:pt x="955005" y="4691033"/>
                  <a:pt x="954816" y="4689475"/>
                </a:cubicBezTo>
                <a:cubicBezTo>
                  <a:pt x="954627" y="4687918"/>
                  <a:pt x="954439" y="4686316"/>
                  <a:pt x="954250" y="4684629"/>
                </a:cubicBezTo>
                <a:close/>
                <a:moveTo>
                  <a:pt x="862375" y="4683331"/>
                </a:moveTo>
                <a:cubicBezTo>
                  <a:pt x="863254" y="4683548"/>
                  <a:pt x="863882" y="4683635"/>
                  <a:pt x="864321" y="4683721"/>
                </a:cubicBezTo>
                <a:cubicBezTo>
                  <a:pt x="864760" y="4683807"/>
                  <a:pt x="865011" y="4683851"/>
                  <a:pt x="865137" y="4683981"/>
                </a:cubicBezTo>
                <a:cubicBezTo>
                  <a:pt x="865263" y="4684110"/>
                  <a:pt x="865199" y="4684284"/>
                  <a:pt x="865011" y="4684586"/>
                </a:cubicBezTo>
                <a:cubicBezTo>
                  <a:pt x="864886" y="4684889"/>
                  <a:pt x="864572" y="4685322"/>
                  <a:pt x="864133" y="4685970"/>
                </a:cubicBezTo>
                <a:cubicBezTo>
                  <a:pt x="863317" y="4685798"/>
                  <a:pt x="862752" y="4685711"/>
                  <a:pt x="862314" y="4685625"/>
                </a:cubicBezTo>
                <a:cubicBezTo>
                  <a:pt x="861873" y="4685538"/>
                  <a:pt x="861622" y="4685495"/>
                  <a:pt x="861497" y="4685365"/>
                </a:cubicBezTo>
                <a:cubicBezTo>
                  <a:pt x="861371" y="4685235"/>
                  <a:pt x="861434" y="4685062"/>
                  <a:pt x="861560" y="4684760"/>
                </a:cubicBezTo>
                <a:cubicBezTo>
                  <a:pt x="861748" y="4684456"/>
                  <a:pt x="861999" y="4684024"/>
                  <a:pt x="862375" y="4683374"/>
                </a:cubicBezTo>
                <a:close/>
                <a:moveTo>
                  <a:pt x="911386" y="4674850"/>
                </a:moveTo>
                <a:cubicBezTo>
                  <a:pt x="911763" y="4674893"/>
                  <a:pt x="912078" y="4674980"/>
                  <a:pt x="912391" y="4675024"/>
                </a:cubicBezTo>
                <a:cubicBezTo>
                  <a:pt x="912767" y="4675067"/>
                  <a:pt x="913082" y="4675153"/>
                  <a:pt x="913395" y="4675196"/>
                </a:cubicBezTo>
                <a:cubicBezTo>
                  <a:pt x="913773" y="4675240"/>
                  <a:pt x="914085" y="4675326"/>
                  <a:pt x="914400" y="4675370"/>
                </a:cubicBezTo>
                <a:cubicBezTo>
                  <a:pt x="914777" y="4675413"/>
                  <a:pt x="915089" y="4675499"/>
                  <a:pt x="915405" y="4675542"/>
                </a:cubicBezTo>
                <a:cubicBezTo>
                  <a:pt x="915341" y="4676018"/>
                  <a:pt x="915341" y="4676321"/>
                  <a:pt x="915341" y="4676580"/>
                </a:cubicBezTo>
                <a:cubicBezTo>
                  <a:pt x="915341" y="4676797"/>
                  <a:pt x="915152" y="4677057"/>
                  <a:pt x="915152" y="4677057"/>
                </a:cubicBezTo>
                <a:lnTo>
                  <a:pt x="915089" y="4677187"/>
                </a:lnTo>
                <a:cubicBezTo>
                  <a:pt x="914901" y="4677274"/>
                  <a:pt x="914525" y="4677359"/>
                  <a:pt x="913898" y="4677403"/>
                </a:cubicBezTo>
                <a:cubicBezTo>
                  <a:pt x="913269" y="4677490"/>
                  <a:pt x="912267" y="4677533"/>
                  <a:pt x="910885" y="4677620"/>
                </a:cubicBezTo>
                <a:cubicBezTo>
                  <a:pt x="910885" y="4677359"/>
                  <a:pt x="911011" y="4677144"/>
                  <a:pt x="911011" y="4676928"/>
                </a:cubicBezTo>
                <a:cubicBezTo>
                  <a:pt x="911011" y="4676667"/>
                  <a:pt x="911137" y="4676451"/>
                  <a:pt x="911137" y="4676234"/>
                </a:cubicBezTo>
                <a:cubicBezTo>
                  <a:pt x="911137" y="4675975"/>
                  <a:pt x="911261" y="4675759"/>
                  <a:pt x="911261" y="4675542"/>
                </a:cubicBezTo>
                <a:cubicBezTo>
                  <a:pt x="911261" y="4675283"/>
                  <a:pt x="911386" y="4675067"/>
                  <a:pt x="911386" y="4674850"/>
                </a:cubicBezTo>
                <a:close/>
                <a:moveTo>
                  <a:pt x="1324888" y="4665635"/>
                </a:moveTo>
                <a:cubicBezTo>
                  <a:pt x="1326644" y="4665504"/>
                  <a:pt x="1328277" y="4665937"/>
                  <a:pt x="1329657" y="4667192"/>
                </a:cubicBezTo>
                <a:cubicBezTo>
                  <a:pt x="1332669" y="4669961"/>
                  <a:pt x="1339134" y="4672168"/>
                  <a:pt x="1346476" y="4674245"/>
                </a:cubicBezTo>
                <a:cubicBezTo>
                  <a:pt x="1353819" y="4676322"/>
                  <a:pt x="1362165" y="4678225"/>
                  <a:pt x="1368880" y="4680345"/>
                </a:cubicBezTo>
                <a:cubicBezTo>
                  <a:pt x="1375595" y="4682466"/>
                  <a:pt x="1380802" y="4684759"/>
                  <a:pt x="1381932" y="4687571"/>
                </a:cubicBezTo>
                <a:cubicBezTo>
                  <a:pt x="1383062" y="4690384"/>
                  <a:pt x="1380113" y="4693759"/>
                  <a:pt x="1370699" y="4697999"/>
                </a:cubicBezTo>
                <a:cubicBezTo>
                  <a:pt x="1367938" y="4699211"/>
                  <a:pt x="1363106" y="4698735"/>
                  <a:pt x="1357395" y="4697134"/>
                </a:cubicBezTo>
                <a:cubicBezTo>
                  <a:pt x="1351687" y="4695533"/>
                  <a:pt x="1345033" y="4692894"/>
                  <a:pt x="1338632" y="4689865"/>
                </a:cubicBezTo>
                <a:cubicBezTo>
                  <a:pt x="1332230" y="4686836"/>
                  <a:pt x="1326081" y="4683461"/>
                  <a:pt x="1321248" y="4680345"/>
                </a:cubicBezTo>
                <a:cubicBezTo>
                  <a:pt x="1316416" y="4677274"/>
                  <a:pt x="1313027" y="4674461"/>
                  <a:pt x="1312086" y="4672687"/>
                </a:cubicBezTo>
                <a:cubicBezTo>
                  <a:pt x="1312713" y="4672211"/>
                  <a:pt x="1313780" y="4671303"/>
                  <a:pt x="1315097" y="4670307"/>
                </a:cubicBezTo>
                <a:lnTo>
                  <a:pt x="1315035" y="4670307"/>
                </a:lnTo>
                <a:cubicBezTo>
                  <a:pt x="1316416" y="4669312"/>
                  <a:pt x="1317985" y="4668187"/>
                  <a:pt x="1319680" y="4667321"/>
                </a:cubicBezTo>
                <a:cubicBezTo>
                  <a:pt x="1321374" y="4666414"/>
                  <a:pt x="1323131" y="4665764"/>
                  <a:pt x="1324888" y="4665635"/>
                </a:cubicBezTo>
                <a:close/>
                <a:moveTo>
                  <a:pt x="2265587" y="4665115"/>
                </a:moveTo>
                <a:cubicBezTo>
                  <a:pt x="2266089" y="4665764"/>
                  <a:pt x="2266528" y="4666197"/>
                  <a:pt x="2266779" y="4666499"/>
                </a:cubicBezTo>
                <a:cubicBezTo>
                  <a:pt x="2267093" y="4666803"/>
                  <a:pt x="2267156" y="4667019"/>
                  <a:pt x="2267156" y="4667193"/>
                </a:cubicBezTo>
                <a:cubicBezTo>
                  <a:pt x="2267156" y="4667365"/>
                  <a:pt x="2266905" y="4667539"/>
                  <a:pt x="2266528" y="4667798"/>
                </a:cubicBezTo>
                <a:cubicBezTo>
                  <a:pt x="2266152" y="4668057"/>
                  <a:pt x="2265587" y="4668447"/>
                  <a:pt x="2264771" y="4669010"/>
                </a:cubicBezTo>
                <a:cubicBezTo>
                  <a:pt x="2264206" y="4668360"/>
                  <a:pt x="2263767" y="4667928"/>
                  <a:pt x="2263516" y="4667624"/>
                </a:cubicBezTo>
                <a:cubicBezTo>
                  <a:pt x="2263202" y="4667322"/>
                  <a:pt x="2263139" y="4667106"/>
                  <a:pt x="2263139" y="4666932"/>
                </a:cubicBezTo>
                <a:cubicBezTo>
                  <a:pt x="2263139" y="4666760"/>
                  <a:pt x="2263390" y="4666586"/>
                  <a:pt x="2263767" y="4666327"/>
                </a:cubicBezTo>
                <a:lnTo>
                  <a:pt x="2263830" y="4666327"/>
                </a:lnTo>
                <a:cubicBezTo>
                  <a:pt x="2264206" y="4666068"/>
                  <a:pt x="2264771" y="4665678"/>
                  <a:pt x="2265587" y="4665115"/>
                </a:cubicBezTo>
                <a:close/>
                <a:moveTo>
                  <a:pt x="843989" y="4661350"/>
                </a:moveTo>
                <a:cubicBezTo>
                  <a:pt x="844616" y="4663038"/>
                  <a:pt x="845559" y="4664769"/>
                  <a:pt x="846311" y="4666457"/>
                </a:cubicBezTo>
                <a:cubicBezTo>
                  <a:pt x="847127" y="4668143"/>
                  <a:pt x="847754" y="4669831"/>
                  <a:pt x="848006" y="4671562"/>
                </a:cubicBezTo>
                <a:cubicBezTo>
                  <a:pt x="848257" y="4673292"/>
                  <a:pt x="848006" y="4675024"/>
                  <a:pt x="847001" y="4676754"/>
                </a:cubicBezTo>
                <a:cubicBezTo>
                  <a:pt x="845997" y="4678528"/>
                  <a:pt x="844177" y="4680302"/>
                  <a:pt x="841228" y="4682076"/>
                </a:cubicBezTo>
                <a:cubicBezTo>
                  <a:pt x="839408" y="4683201"/>
                  <a:pt x="837023" y="4682768"/>
                  <a:pt x="834954" y="4681427"/>
                </a:cubicBezTo>
                <a:cubicBezTo>
                  <a:pt x="832820" y="4680085"/>
                  <a:pt x="831000" y="4677792"/>
                  <a:pt x="830247" y="4675239"/>
                </a:cubicBezTo>
                <a:cubicBezTo>
                  <a:pt x="829431" y="4672687"/>
                  <a:pt x="829682" y="4669788"/>
                  <a:pt x="831752" y="4667278"/>
                </a:cubicBezTo>
                <a:lnTo>
                  <a:pt x="831690" y="4667278"/>
                </a:lnTo>
                <a:cubicBezTo>
                  <a:pt x="833761" y="4664769"/>
                  <a:pt x="837588" y="4662562"/>
                  <a:pt x="843989" y="4661350"/>
                </a:cubicBezTo>
                <a:close/>
                <a:moveTo>
                  <a:pt x="692942" y="4654168"/>
                </a:moveTo>
                <a:cubicBezTo>
                  <a:pt x="695768" y="4655682"/>
                  <a:pt x="697838" y="4656851"/>
                  <a:pt x="699470" y="4658019"/>
                </a:cubicBezTo>
                <a:cubicBezTo>
                  <a:pt x="701103" y="4659187"/>
                  <a:pt x="702295" y="4660399"/>
                  <a:pt x="703234" y="4662000"/>
                </a:cubicBezTo>
                <a:lnTo>
                  <a:pt x="703172" y="4661957"/>
                </a:lnTo>
                <a:cubicBezTo>
                  <a:pt x="704114" y="4663601"/>
                  <a:pt x="704804" y="4665635"/>
                  <a:pt x="705558" y="4668490"/>
                </a:cubicBezTo>
                <a:cubicBezTo>
                  <a:pt x="706310" y="4671345"/>
                  <a:pt x="707001" y="4675024"/>
                  <a:pt x="708005" y="4679956"/>
                </a:cubicBezTo>
                <a:cubicBezTo>
                  <a:pt x="702670" y="4681168"/>
                  <a:pt x="698215" y="4680649"/>
                  <a:pt x="694700" y="4679005"/>
                </a:cubicBezTo>
                <a:cubicBezTo>
                  <a:pt x="691249" y="4677403"/>
                  <a:pt x="688738" y="4674678"/>
                  <a:pt x="687357" y="4671606"/>
                </a:cubicBezTo>
                <a:cubicBezTo>
                  <a:pt x="685977" y="4668534"/>
                  <a:pt x="685663" y="4665072"/>
                  <a:pt x="686542" y="4661914"/>
                </a:cubicBezTo>
                <a:cubicBezTo>
                  <a:pt x="687421" y="4658798"/>
                  <a:pt x="689554" y="4655985"/>
                  <a:pt x="692942" y="4654168"/>
                </a:cubicBezTo>
                <a:close/>
                <a:moveTo>
                  <a:pt x="1024286" y="4653519"/>
                </a:moveTo>
                <a:cubicBezTo>
                  <a:pt x="1025289" y="4655856"/>
                  <a:pt x="1026167" y="4657414"/>
                  <a:pt x="1026670" y="4658539"/>
                </a:cubicBezTo>
                <a:cubicBezTo>
                  <a:pt x="1027172" y="4659664"/>
                  <a:pt x="1027361" y="4660269"/>
                  <a:pt x="1026921" y="4660702"/>
                </a:cubicBezTo>
                <a:lnTo>
                  <a:pt x="1026983" y="4660745"/>
                </a:lnTo>
                <a:cubicBezTo>
                  <a:pt x="1026544" y="4661178"/>
                  <a:pt x="1025603" y="4661394"/>
                  <a:pt x="1023847" y="4661653"/>
                </a:cubicBezTo>
                <a:cubicBezTo>
                  <a:pt x="1022089" y="4661914"/>
                  <a:pt x="1019579" y="4662216"/>
                  <a:pt x="1016128" y="4662822"/>
                </a:cubicBezTo>
                <a:cubicBezTo>
                  <a:pt x="1015813" y="4660485"/>
                  <a:pt x="1015562" y="4658885"/>
                  <a:pt x="1015436" y="4657760"/>
                </a:cubicBezTo>
                <a:cubicBezTo>
                  <a:pt x="1015374" y="4656635"/>
                  <a:pt x="1015436" y="4656028"/>
                  <a:pt x="1015875" y="4655597"/>
                </a:cubicBezTo>
                <a:cubicBezTo>
                  <a:pt x="1016316" y="4655164"/>
                  <a:pt x="1017132" y="4654990"/>
                  <a:pt x="1018448" y="4654731"/>
                </a:cubicBezTo>
                <a:cubicBezTo>
                  <a:pt x="1019767" y="4654472"/>
                  <a:pt x="1021649" y="4654168"/>
                  <a:pt x="1024286" y="4653519"/>
                </a:cubicBezTo>
                <a:close/>
                <a:moveTo>
                  <a:pt x="1958023" y="4650447"/>
                </a:moveTo>
                <a:cubicBezTo>
                  <a:pt x="1964548" y="4661653"/>
                  <a:pt x="1967185" y="4670740"/>
                  <a:pt x="1967624" y="4677274"/>
                </a:cubicBezTo>
                <a:cubicBezTo>
                  <a:pt x="1968063" y="4684153"/>
                  <a:pt x="1966055" y="4688177"/>
                  <a:pt x="1963544" y="4688912"/>
                </a:cubicBezTo>
                <a:cubicBezTo>
                  <a:pt x="1961035" y="4689648"/>
                  <a:pt x="1958023" y="4687052"/>
                  <a:pt x="1956516" y="4680649"/>
                </a:cubicBezTo>
                <a:lnTo>
                  <a:pt x="1956516" y="4680606"/>
                </a:lnTo>
                <a:cubicBezTo>
                  <a:pt x="1955010" y="4674374"/>
                  <a:pt x="1954885" y="4664423"/>
                  <a:pt x="1958023" y="4650447"/>
                </a:cubicBezTo>
                <a:close/>
                <a:moveTo>
                  <a:pt x="1957018" y="4648760"/>
                </a:moveTo>
                <a:lnTo>
                  <a:pt x="1957332" y="4648932"/>
                </a:lnTo>
                <a:lnTo>
                  <a:pt x="1957645" y="4649106"/>
                </a:lnTo>
                <a:lnTo>
                  <a:pt x="1957959" y="4649279"/>
                </a:lnTo>
                <a:lnTo>
                  <a:pt x="1957897" y="4649279"/>
                </a:lnTo>
                <a:lnTo>
                  <a:pt x="1958210" y="4649452"/>
                </a:lnTo>
                <a:cubicBezTo>
                  <a:pt x="1958147" y="4649798"/>
                  <a:pt x="1958084" y="4650101"/>
                  <a:pt x="1958022" y="4650447"/>
                </a:cubicBezTo>
                <a:cubicBezTo>
                  <a:pt x="1957645" y="4649885"/>
                  <a:pt x="1957394" y="4649322"/>
                  <a:pt x="1957018" y="4648760"/>
                </a:cubicBezTo>
                <a:close/>
                <a:moveTo>
                  <a:pt x="920362" y="4647332"/>
                </a:moveTo>
                <a:lnTo>
                  <a:pt x="921240" y="4647505"/>
                </a:lnTo>
                <a:lnTo>
                  <a:pt x="922057" y="4647678"/>
                </a:lnTo>
                <a:lnTo>
                  <a:pt x="922935" y="4647851"/>
                </a:lnTo>
                <a:lnTo>
                  <a:pt x="923813" y="4648024"/>
                </a:lnTo>
                <a:lnTo>
                  <a:pt x="922998" y="4648197"/>
                </a:lnTo>
                <a:lnTo>
                  <a:pt x="922119" y="4648370"/>
                </a:lnTo>
                <a:lnTo>
                  <a:pt x="921240" y="4648543"/>
                </a:lnTo>
                <a:lnTo>
                  <a:pt x="920362" y="4648673"/>
                </a:lnTo>
                <a:lnTo>
                  <a:pt x="920362" y="4648370"/>
                </a:lnTo>
                <a:lnTo>
                  <a:pt x="920362" y="4648024"/>
                </a:lnTo>
                <a:lnTo>
                  <a:pt x="920362" y="4647678"/>
                </a:lnTo>
                <a:close/>
                <a:moveTo>
                  <a:pt x="2258683" y="4643091"/>
                </a:moveTo>
                <a:cubicBezTo>
                  <a:pt x="2262260" y="4644432"/>
                  <a:pt x="2264833" y="4645298"/>
                  <a:pt x="2266527" y="4645903"/>
                </a:cubicBezTo>
                <a:cubicBezTo>
                  <a:pt x="2268222" y="4646509"/>
                  <a:pt x="2269100" y="4646899"/>
                  <a:pt x="2269352" y="4647332"/>
                </a:cubicBezTo>
                <a:cubicBezTo>
                  <a:pt x="2269665" y="4647764"/>
                  <a:pt x="2269288" y="4648196"/>
                  <a:pt x="2268473" y="4648889"/>
                </a:cubicBezTo>
                <a:lnTo>
                  <a:pt x="2268410" y="4648846"/>
                </a:lnTo>
                <a:cubicBezTo>
                  <a:pt x="2267657" y="4649538"/>
                  <a:pt x="2266465" y="4650533"/>
                  <a:pt x="2265022" y="4652004"/>
                </a:cubicBezTo>
                <a:cubicBezTo>
                  <a:pt x="2261507" y="4650403"/>
                  <a:pt x="2258934" y="4649365"/>
                  <a:pt x="2257240" y="4648629"/>
                </a:cubicBezTo>
                <a:cubicBezTo>
                  <a:pt x="2255545" y="4647894"/>
                  <a:pt x="2254667" y="4647461"/>
                  <a:pt x="2254415" y="4647028"/>
                </a:cubicBezTo>
                <a:cubicBezTo>
                  <a:pt x="2254165" y="4646639"/>
                  <a:pt x="2254479" y="4646250"/>
                  <a:pt x="2255295" y="4645687"/>
                </a:cubicBezTo>
                <a:cubicBezTo>
                  <a:pt x="2256048" y="4645082"/>
                  <a:pt x="2257240" y="4644303"/>
                  <a:pt x="2258683" y="4643091"/>
                </a:cubicBezTo>
                <a:close/>
                <a:moveTo>
                  <a:pt x="1360533" y="4638678"/>
                </a:moveTo>
                <a:cubicBezTo>
                  <a:pt x="1368629" y="4638461"/>
                  <a:pt x="1374276" y="4639111"/>
                  <a:pt x="1378355" y="4640365"/>
                </a:cubicBezTo>
                <a:cubicBezTo>
                  <a:pt x="1382434" y="4641620"/>
                  <a:pt x="1384819" y="4643437"/>
                  <a:pt x="1386451" y="4645601"/>
                </a:cubicBezTo>
                <a:cubicBezTo>
                  <a:pt x="1388082" y="4647764"/>
                  <a:pt x="1388835" y="4650274"/>
                  <a:pt x="1389525" y="4652827"/>
                </a:cubicBezTo>
                <a:cubicBezTo>
                  <a:pt x="1390216" y="4655379"/>
                  <a:pt x="1390906" y="4658019"/>
                  <a:pt x="1392286" y="4660485"/>
                </a:cubicBezTo>
                <a:cubicBezTo>
                  <a:pt x="1389777" y="4660832"/>
                  <a:pt x="1387266" y="4661178"/>
                  <a:pt x="1384757" y="4661524"/>
                </a:cubicBezTo>
                <a:cubicBezTo>
                  <a:pt x="1382246" y="4661870"/>
                  <a:pt x="1379736" y="4662216"/>
                  <a:pt x="1377225" y="4662562"/>
                </a:cubicBezTo>
                <a:cubicBezTo>
                  <a:pt x="1374653" y="4662908"/>
                  <a:pt x="1372079" y="4663254"/>
                  <a:pt x="1369445" y="4663644"/>
                </a:cubicBezTo>
                <a:lnTo>
                  <a:pt x="1369382" y="4663644"/>
                </a:lnTo>
                <a:cubicBezTo>
                  <a:pt x="1366747" y="4664033"/>
                  <a:pt x="1364048" y="4664423"/>
                  <a:pt x="1361224" y="4664812"/>
                </a:cubicBezTo>
                <a:cubicBezTo>
                  <a:pt x="1358714" y="4662346"/>
                  <a:pt x="1357020" y="4660009"/>
                  <a:pt x="1356015" y="4657716"/>
                </a:cubicBezTo>
                <a:cubicBezTo>
                  <a:pt x="1355011" y="4655423"/>
                  <a:pt x="1354635" y="4653260"/>
                  <a:pt x="1354822" y="4651096"/>
                </a:cubicBezTo>
                <a:cubicBezTo>
                  <a:pt x="1355011" y="4648932"/>
                  <a:pt x="1355639" y="4646856"/>
                  <a:pt x="1356643" y="4644778"/>
                </a:cubicBezTo>
                <a:cubicBezTo>
                  <a:pt x="1357647" y="4642745"/>
                  <a:pt x="1359028" y="4640711"/>
                  <a:pt x="1360533" y="4638678"/>
                </a:cubicBezTo>
                <a:close/>
                <a:moveTo>
                  <a:pt x="568434" y="4637121"/>
                </a:moveTo>
                <a:cubicBezTo>
                  <a:pt x="570883" y="4637424"/>
                  <a:pt x="574836" y="4638202"/>
                  <a:pt x="580799" y="4639587"/>
                </a:cubicBezTo>
                <a:cubicBezTo>
                  <a:pt x="580108" y="4640063"/>
                  <a:pt x="579543" y="4640496"/>
                  <a:pt x="578979" y="4640885"/>
                </a:cubicBezTo>
                <a:cubicBezTo>
                  <a:pt x="578413" y="4641275"/>
                  <a:pt x="577911" y="4641621"/>
                  <a:pt x="577472" y="4641967"/>
                </a:cubicBezTo>
                <a:cubicBezTo>
                  <a:pt x="576970" y="4642313"/>
                  <a:pt x="576594" y="4642616"/>
                  <a:pt x="576154" y="4642918"/>
                </a:cubicBezTo>
                <a:cubicBezTo>
                  <a:pt x="575778" y="4643222"/>
                  <a:pt x="575337" y="4643481"/>
                  <a:pt x="574962" y="4643784"/>
                </a:cubicBezTo>
                <a:cubicBezTo>
                  <a:pt x="572452" y="4642400"/>
                  <a:pt x="570067" y="4641101"/>
                  <a:pt x="568310" y="4640019"/>
                </a:cubicBezTo>
                <a:cubicBezTo>
                  <a:pt x="566491" y="4638938"/>
                  <a:pt x="565298" y="4638072"/>
                  <a:pt x="565172" y="4637554"/>
                </a:cubicBezTo>
                <a:lnTo>
                  <a:pt x="565235" y="4637510"/>
                </a:lnTo>
                <a:cubicBezTo>
                  <a:pt x="565046" y="4636991"/>
                  <a:pt x="565988" y="4636818"/>
                  <a:pt x="568434" y="4637121"/>
                </a:cubicBezTo>
                <a:close/>
                <a:moveTo>
                  <a:pt x="1904178" y="4636515"/>
                </a:moveTo>
                <a:cubicBezTo>
                  <a:pt x="1909763" y="4635736"/>
                  <a:pt x="1913214" y="4637121"/>
                  <a:pt x="1914470" y="4639371"/>
                </a:cubicBezTo>
                <a:cubicBezTo>
                  <a:pt x="1915725" y="4641577"/>
                  <a:pt x="1914721" y="4644650"/>
                  <a:pt x="1911394" y="4647202"/>
                </a:cubicBezTo>
                <a:cubicBezTo>
                  <a:pt x="1908006" y="4649755"/>
                  <a:pt x="1902295" y="4651789"/>
                  <a:pt x="1894074" y="4651961"/>
                </a:cubicBezTo>
                <a:cubicBezTo>
                  <a:pt x="1893258" y="4652005"/>
                  <a:pt x="1892379" y="4651832"/>
                  <a:pt x="1891501" y="4651529"/>
                </a:cubicBezTo>
                <a:lnTo>
                  <a:pt x="1891439" y="4651529"/>
                </a:lnTo>
                <a:cubicBezTo>
                  <a:pt x="1890560" y="4651226"/>
                  <a:pt x="1889618" y="4650793"/>
                  <a:pt x="1888614" y="4650274"/>
                </a:cubicBezTo>
                <a:cubicBezTo>
                  <a:pt x="1887547" y="4649755"/>
                  <a:pt x="1886481" y="4649150"/>
                  <a:pt x="1885289" y="4648543"/>
                </a:cubicBezTo>
                <a:cubicBezTo>
                  <a:pt x="1884096" y="4647938"/>
                  <a:pt x="1882841" y="4647289"/>
                  <a:pt x="1881397" y="4646639"/>
                </a:cubicBezTo>
                <a:cubicBezTo>
                  <a:pt x="1890999" y="4640236"/>
                  <a:pt x="1898593" y="4637293"/>
                  <a:pt x="1904178" y="4636515"/>
                </a:cubicBezTo>
                <a:close/>
                <a:moveTo>
                  <a:pt x="1336234" y="4633479"/>
                </a:moveTo>
                <a:lnTo>
                  <a:pt x="1336308" y="4633530"/>
                </a:lnTo>
                <a:lnTo>
                  <a:pt x="1336182" y="4633530"/>
                </a:lnTo>
                <a:close/>
                <a:moveTo>
                  <a:pt x="1163231" y="4631842"/>
                </a:moveTo>
                <a:cubicBezTo>
                  <a:pt x="1166997" y="4634697"/>
                  <a:pt x="1170198" y="4637597"/>
                  <a:pt x="1172707" y="4640626"/>
                </a:cubicBezTo>
                <a:lnTo>
                  <a:pt x="1172707" y="4640755"/>
                </a:lnTo>
                <a:cubicBezTo>
                  <a:pt x="1175280" y="4643741"/>
                  <a:pt x="1177100" y="4646856"/>
                  <a:pt x="1178292" y="4650058"/>
                </a:cubicBezTo>
                <a:cubicBezTo>
                  <a:pt x="1179422" y="4653260"/>
                  <a:pt x="1179861" y="4656548"/>
                  <a:pt x="1179548" y="4659967"/>
                </a:cubicBezTo>
                <a:cubicBezTo>
                  <a:pt x="1179234" y="4663342"/>
                  <a:pt x="1178167" y="4666889"/>
                  <a:pt x="1176222" y="4670524"/>
                </a:cubicBezTo>
                <a:cubicBezTo>
                  <a:pt x="1174151" y="4670394"/>
                  <a:pt x="1172142" y="4670307"/>
                  <a:pt x="1170198" y="4670178"/>
                </a:cubicBezTo>
                <a:cubicBezTo>
                  <a:pt x="1168252" y="4670048"/>
                  <a:pt x="1166306" y="4669962"/>
                  <a:pt x="1164424" y="4669831"/>
                </a:cubicBezTo>
                <a:cubicBezTo>
                  <a:pt x="1162479" y="4669702"/>
                  <a:pt x="1160533" y="4669615"/>
                  <a:pt x="1158587" y="4669485"/>
                </a:cubicBezTo>
                <a:cubicBezTo>
                  <a:pt x="1156579" y="4669400"/>
                  <a:pt x="1154571" y="4669269"/>
                  <a:pt x="1152436" y="4669139"/>
                </a:cubicBezTo>
                <a:cubicBezTo>
                  <a:pt x="1151748" y="4667581"/>
                  <a:pt x="1151056" y="4666068"/>
                  <a:pt x="1150367" y="4664467"/>
                </a:cubicBezTo>
                <a:cubicBezTo>
                  <a:pt x="1149675" y="4662865"/>
                  <a:pt x="1148923" y="4661221"/>
                  <a:pt x="1148171" y="4659490"/>
                </a:cubicBezTo>
                <a:cubicBezTo>
                  <a:pt x="1147354" y="4657717"/>
                  <a:pt x="1146538" y="4655900"/>
                  <a:pt x="1145659" y="4653865"/>
                </a:cubicBezTo>
                <a:cubicBezTo>
                  <a:pt x="1144780" y="4651833"/>
                  <a:pt x="1143776" y="4649668"/>
                  <a:pt x="1142709" y="4647246"/>
                </a:cubicBezTo>
                <a:cubicBezTo>
                  <a:pt x="1140889" y="4649106"/>
                  <a:pt x="1139258" y="4650836"/>
                  <a:pt x="1137752" y="4652438"/>
                </a:cubicBezTo>
                <a:cubicBezTo>
                  <a:pt x="1136245" y="4654039"/>
                  <a:pt x="1134802" y="4655510"/>
                  <a:pt x="1133485" y="4656894"/>
                </a:cubicBezTo>
                <a:cubicBezTo>
                  <a:pt x="1132167" y="4658279"/>
                  <a:pt x="1130912" y="4659621"/>
                  <a:pt x="1129656" y="4660918"/>
                </a:cubicBezTo>
                <a:cubicBezTo>
                  <a:pt x="1128401" y="4662217"/>
                  <a:pt x="1127209" y="4663471"/>
                  <a:pt x="1125954" y="4664769"/>
                </a:cubicBezTo>
                <a:cubicBezTo>
                  <a:pt x="1119678" y="4662822"/>
                  <a:pt x="1116540" y="4660572"/>
                  <a:pt x="1115035" y="4658235"/>
                </a:cubicBezTo>
                <a:cubicBezTo>
                  <a:pt x="1113590" y="4655856"/>
                  <a:pt x="1113779" y="4653389"/>
                  <a:pt x="1114406" y="4650880"/>
                </a:cubicBezTo>
                <a:cubicBezTo>
                  <a:pt x="1115035" y="4648371"/>
                  <a:pt x="1116039" y="4645861"/>
                  <a:pt x="1116101" y="4643481"/>
                </a:cubicBezTo>
                <a:cubicBezTo>
                  <a:pt x="1116163" y="4641101"/>
                  <a:pt x="1115285" y="4638851"/>
                  <a:pt x="1112147" y="4636861"/>
                </a:cubicBezTo>
                <a:cubicBezTo>
                  <a:pt x="1116415" y="4636429"/>
                  <a:pt x="1120682" y="4636039"/>
                  <a:pt x="1124950" y="4635606"/>
                </a:cubicBezTo>
                <a:cubicBezTo>
                  <a:pt x="1129217" y="4635173"/>
                  <a:pt x="1133421" y="4634784"/>
                  <a:pt x="1137689" y="4634351"/>
                </a:cubicBezTo>
                <a:cubicBezTo>
                  <a:pt x="1141956" y="4633918"/>
                  <a:pt x="1146160" y="4633530"/>
                  <a:pt x="1150428" y="4633097"/>
                </a:cubicBezTo>
                <a:cubicBezTo>
                  <a:pt x="1154696" y="4632664"/>
                  <a:pt x="1158964" y="4632275"/>
                  <a:pt x="1163231" y="4631842"/>
                </a:cubicBezTo>
                <a:close/>
                <a:moveTo>
                  <a:pt x="1874494" y="4629938"/>
                </a:moveTo>
                <a:cubicBezTo>
                  <a:pt x="1874745" y="4632275"/>
                  <a:pt x="1874997" y="4634654"/>
                  <a:pt x="1875247" y="4636990"/>
                </a:cubicBezTo>
                <a:cubicBezTo>
                  <a:pt x="1875562" y="4639673"/>
                  <a:pt x="1875812" y="4642399"/>
                  <a:pt x="1876126" y="4645126"/>
                </a:cubicBezTo>
                <a:cubicBezTo>
                  <a:pt x="1876440" y="4647851"/>
                  <a:pt x="1876691" y="4650534"/>
                  <a:pt x="1877005" y="4653260"/>
                </a:cubicBezTo>
                <a:cubicBezTo>
                  <a:pt x="1877318" y="4655985"/>
                  <a:pt x="1877570" y="4658668"/>
                  <a:pt x="1877883" y="4661394"/>
                </a:cubicBezTo>
                <a:cubicBezTo>
                  <a:pt x="1881648" y="4662563"/>
                  <a:pt x="1885916" y="4662995"/>
                  <a:pt x="1890497" y="4663168"/>
                </a:cubicBezTo>
                <a:cubicBezTo>
                  <a:pt x="1895078" y="4663342"/>
                  <a:pt x="1899910" y="4663298"/>
                  <a:pt x="1904617" y="4663514"/>
                </a:cubicBezTo>
                <a:cubicBezTo>
                  <a:pt x="1909386" y="4663731"/>
                  <a:pt x="1914031" y="4664250"/>
                  <a:pt x="1918235" y="4665592"/>
                </a:cubicBezTo>
                <a:cubicBezTo>
                  <a:pt x="1922440" y="4666933"/>
                  <a:pt x="1926267" y="4669096"/>
                  <a:pt x="1929343" y="4672557"/>
                </a:cubicBezTo>
                <a:cubicBezTo>
                  <a:pt x="1911206" y="4674764"/>
                  <a:pt x="1899408" y="4676452"/>
                  <a:pt x="1890874" y="4677577"/>
                </a:cubicBezTo>
                <a:cubicBezTo>
                  <a:pt x="1882339" y="4678702"/>
                  <a:pt x="1877005" y="4679264"/>
                  <a:pt x="1871733" y="4679177"/>
                </a:cubicBezTo>
                <a:cubicBezTo>
                  <a:pt x="1866462" y="4679135"/>
                  <a:pt x="1861252" y="4678399"/>
                  <a:pt x="1852844" y="4677014"/>
                </a:cubicBezTo>
                <a:cubicBezTo>
                  <a:pt x="1844435" y="4675586"/>
                  <a:pt x="1832950" y="4673510"/>
                  <a:pt x="1815065" y="4670697"/>
                </a:cubicBezTo>
                <a:lnTo>
                  <a:pt x="1815065" y="4655900"/>
                </a:lnTo>
                <a:lnTo>
                  <a:pt x="1814939" y="4655900"/>
                </a:lnTo>
                <a:lnTo>
                  <a:pt x="1814939" y="4651226"/>
                </a:lnTo>
                <a:cubicBezTo>
                  <a:pt x="1820462" y="4649193"/>
                  <a:pt x="1824917" y="4648543"/>
                  <a:pt x="1828809" y="4648760"/>
                </a:cubicBezTo>
                <a:cubicBezTo>
                  <a:pt x="1832699" y="4648932"/>
                  <a:pt x="1835963" y="4649972"/>
                  <a:pt x="1838975" y="4651226"/>
                </a:cubicBezTo>
                <a:cubicBezTo>
                  <a:pt x="1841987" y="4652524"/>
                  <a:pt x="1844811" y="4654039"/>
                  <a:pt x="1847824" y="4655207"/>
                </a:cubicBezTo>
                <a:cubicBezTo>
                  <a:pt x="1850836" y="4656375"/>
                  <a:pt x="1853974" y="4657240"/>
                  <a:pt x="1857739" y="4657197"/>
                </a:cubicBezTo>
                <a:cubicBezTo>
                  <a:pt x="1859685" y="4654947"/>
                  <a:pt x="1860500" y="4652524"/>
                  <a:pt x="1861002" y="4650014"/>
                </a:cubicBezTo>
                <a:cubicBezTo>
                  <a:pt x="1861504" y="4647505"/>
                  <a:pt x="1861629" y="4644952"/>
                  <a:pt x="1862132" y="4642486"/>
                </a:cubicBezTo>
                <a:cubicBezTo>
                  <a:pt x="1862697" y="4640019"/>
                  <a:pt x="1863575" y="4637597"/>
                  <a:pt x="1865583" y="4635390"/>
                </a:cubicBezTo>
                <a:cubicBezTo>
                  <a:pt x="1867466" y="4633356"/>
                  <a:pt x="1870290" y="4631539"/>
                  <a:pt x="1874494" y="4629938"/>
                </a:cubicBezTo>
                <a:close/>
                <a:moveTo>
                  <a:pt x="1876629" y="4627212"/>
                </a:moveTo>
                <a:cubicBezTo>
                  <a:pt x="1876567" y="4627429"/>
                  <a:pt x="1876441" y="4627775"/>
                  <a:pt x="1876441" y="4627775"/>
                </a:cubicBezTo>
                <a:cubicBezTo>
                  <a:pt x="1876253" y="4628337"/>
                  <a:pt x="1876002" y="4628900"/>
                  <a:pt x="1875813" y="4629462"/>
                </a:cubicBezTo>
                <a:cubicBezTo>
                  <a:pt x="1875374" y="4629636"/>
                  <a:pt x="1875060" y="4629766"/>
                  <a:pt x="1874621" y="4629938"/>
                </a:cubicBezTo>
                <a:cubicBezTo>
                  <a:pt x="1874558" y="4629592"/>
                  <a:pt x="1874495" y="4629202"/>
                  <a:pt x="1874495" y="4628857"/>
                </a:cubicBezTo>
                <a:cubicBezTo>
                  <a:pt x="1875311" y="4628208"/>
                  <a:pt x="1876002" y="4627688"/>
                  <a:pt x="1876629" y="4627212"/>
                </a:cubicBezTo>
                <a:close/>
                <a:moveTo>
                  <a:pt x="1878259" y="4622669"/>
                </a:moveTo>
                <a:cubicBezTo>
                  <a:pt x="1878824" y="4623231"/>
                  <a:pt x="1879327" y="4623534"/>
                  <a:pt x="1879640" y="4623794"/>
                </a:cubicBezTo>
                <a:cubicBezTo>
                  <a:pt x="1879954" y="4624053"/>
                  <a:pt x="1880143" y="4624226"/>
                  <a:pt x="1879954" y="4624530"/>
                </a:cubicBezTo>
                <a:lnTo>
                  <a:pt x="1879892" y="4624530"/>
                </a:lnTo>
                <a:cubicBezTo>
                  <a:pt x="1879704" y="4624832"/>
                  <a:pt x="1879265" y="4625222"/>
                  <a:pt x="1878385" y="4625871"/>
                </a:cubicBezTo>
                <a:cubicBezTo>
                  <a:pt x="1877946" y="4626217"/>
                  <a:pt x="1877319" y="4626650"/>
                  <a:pt x="1876566" y="4627212"/>
                </a:cubicBezTo>
                <a:cubicBezTo>
                  <a:pt x="1876692" y="4626822"/>
                  <a:pt x="1876880" y="4626433"/>
                  <a:pt x="1877005" y="4626044"/>
                </a:cubicBezTo>
                <a:cubicBezTo>
                  <a:pt x="1877193" y="4625481"/>
                  <a:pt x="1877444" y="4624919"/>
                  <a:pt x="1877632" y="4624356"/>
                </a:cubicBezTo>
                <a:cubicBezTo>
                  <a:pt x="1877820" y="4623794"/>
                  <a:pt x="1878072" y="4623231"/>
                  <a:pt x="1878259" y="4622669"/>
                </a:cubicBezTo>
                <a:close/>
                <a:moveTo>
                  <a:pt x="872919" y="4622669"/>
                </a:moveTo>
                <a:cubicBezTo>
                  <a:pt x="876057" y="4623144"/>
                  <a:pt x="879195" y="4623490"/>
                  <a:pt x="882396" y="4623664"/>
                </a:cubicBezTo>
                <a:lnTo>
                  <a:pt x="894862" y="4623836"/>
                </a:lnTo>
                <a:lnTo>
                  <a:pt x="907309" y="4623751"/>
                </a:lnTo>
                <a:cubicBezTo>
                  <a:pt x="911452" y="4623794"/>
                  <a:pt x="915594" y="4623923"/>
                  <a:pt x="919736" y="4624356"/>
                </a:cubicBezTo>
                <a:cubicBezTo>
                  <a:pt x="915091" y="4627601"/>
                  <a:pt x="910949" y="4629981"/>
                  <a:pt x="907059" y="4631496"/>
                </a:cubicBezTo>
                <a:cubicBezTo>
                  <a:pt x="903167" y="4633010"/>
                  <a:pt x="899527" y="4633702"/>
                  <a:pt x="895888" y="4633486"/>
                </a:cubicBezTo>
                <a:cubicBezTo>
                  <a:pt x="892247" y="4633269"/>
                  <a:pt x="888546" y="4632188"/>
                  <a:pt x="884591" y="4630240"/>
                </a:cubicBezTo>
                <a:cubicBezTo>
                  <a:pt x="881014" y="4628467"/>
                  <a:pt x="877186" y="4625914"/>
                  <a:pt x="872919" y="4622669"/>
                </a:cubicBezTo>
                <a:close/>
                <a:moveTo>
                  <a:pt x="507810" y="4622366"/>
                </a:moveTo>
                <a:lnTo>
                  <a:pt x="511262" y="4624789"/>
                </a:lnTo>
                <a:cubicBezTo>
                  <a:pt x="512015" y="4625351"/>
                  <a:pt x="512454" y="4625697"/>
                  <a:pt x="512454" y="4626044"/>
                </a:cubicBezTo>
                <a:cubicBezTo>
                  <a:pt x="512518" y="4626433"/>
                  <a:pt x="512079" y="4626779"/>
                  <a:pt x="511325" y="4627341"/>
                </a:cubicBezTo>
                <a:cubicBezTo>
                  <a:pt x="510572" y="4627904"/>
                  <a:pt x="509380" y="4628683"/>
                  <a:pt x="507811" y="4629894"/>
                </a:cubicBezTo>
                <a:cubicBezTo>
                  <a:pt x="506242" y="4628726"/>
                  <a:pt x="505049" y="4627947"/>
                  <a:pt x="504234" y="4627385"/>
                </a:cubicBezTo>
                <a:cubicBezTo>
                  <a:pt x="503418" y="4626822"/>
                  <a:pt x="503041" y="4626476"/>
                  <a:pt x="503041" y="4626130"/>
                </a:cubicBezTo>
                <a:cubicBezTo>
                  <a:pt x="503041" y="4625784"/>
                  <a:pt x="503418" y="4625438"/>
                  <a:pt x="504234" y="4624876"/>
                </a:cubicBezTo>
                <a:close/>
                <a:moveTo>
                  <a:pt x="507748" y="4622322"/>
                </a:moveTo>
                <a:lnTo>
                  <a:pt x="507811" y="4622365"/>
                </a:lnTo>
                <a:lnTo>
                  <a:pt x="507810" y="4622366"/>
                </a:lnTo>
                <a:close/>
                <a:moveTo>
                  <a:pt x="866580" y="4621501"/>
                </a:moveTo>
                <a:lnTo>
                  <a:pt x="866768" y="4621501"/>
                </a:lnTo>
                <a:cubicBezTo>
                  <a:pt x="867584" y="4621544"/>
                  <a:pt x="868400" y="4621587"/>
                  <a:pt x="869215" y="4621587"/>
                </a:cubicBezTo>
                <a:lnTo>
                  <a:pt x="869090" y="4621544"/>
                </a:lnTo>
                <a:cubicBezTo>
                  <a:pt x="869906" y="4621587"/>
                  <a:pt x="870722" y="4621630"/>
                  <a:pt x="871538" y="4621630"/>
                </a:cubicBezTo>
                <a:cubicBezTo>
                  <a:pt x="871977" y="4621976"/>
                  <a:pt x="872416" y="4622280"/>
                  <a:pt x="872856" y="4622626"/>
                </a:cubicBezTo>
                <a:cubicBezTo>
                  <a:pt x="871977" y="4622496"/>
                  <a:pt x="871035" y="4622366"/>
                  <a:pt x="870094" y="4622193"/>
                </a:cubicBezTo>
                <a:cubicBezTo>
                  <a:pt x="868588" y="4621890"/>
                  <a:pt x="867584" y="4621673"/>
                  <a:pt x="866894" y="4621544"/>
                </a:cubicBezTo>
                <a:cubicBezTo>
                  <a:pt x="866768" y="4621501"/>
                  <a:pt x="866580" y="4621501"/>
                  <a:pt x="866580" y="4621501"/>
                </a:cubicBezTo>
                <a:close/>
                <a:moveTo>
                  <a:pt x="864195" y="4621327"/>
                </a:moveTo>
                <a:lnTo>
                  <a:pt x="864259" y="4621370"/>
                </a:lnTo>
                <a:cubicBezTo>
                  <a:pt x="864760" y="4621370"/>
                  <a:pt x="865074" y="4621370"/>
                  <a:pt x="865451" y="4621370"/>
                </a:cubicBezTo>
                <a:cubicBezTo>
                  <a:pt x="865764" y="4621370"/>
                  <a:pt x="866141" y="4621457"/>
                  <a:pt x="866643" y="4621544"/>
                </a:cubicBezTo>
                <a:cubicBezTo>
                  <a:pt x="865890" y="4621501"/>
                  <a:pt x="865137" y="4621501"/>
                  <a:pt x="864383" y="4621501"/>
                </a:cubicBezTo>
                <a:cubicBezTo>
                  <a:pt x="863568" y="4621457"/>
                  <a:pt x="862752" y="4621414"/>
                  <a:pt x="861936" y="4621414"/>
                </a:cubicBezTo>
                <a:cubicBezTo>
                  <a:pt x="863003" y="4621370"/>
                  <a:pt x="863694" y="4621327"/>
                  <a:pt x="864195" y="4621327"/>
                </a:cubicBezTo>
                <a:close/>
                <a:moveTo>
                  <a:pt x="445750" y="4617347"/>
                </a:moveTo>
                <a:lnTo>
                  <a:pt x="445687" y="4617390"/>
                </a:lnTo>
                <a:cubicBezTo>
                  <a:pt x="447884" y="4619294"/>
                  <a:pt x="449264" y="4621068"/>
                  <a:pt x="449892" y="4622798"/>
                </a:cubicBezTo>
                <a:cubicBezTo>
                  <a:pt x="450583" y="4624530"/>
                  <a:pt x="450457" y="4626217"/>
                  <a:pt x="449829" y="4627991"/>
                </a:cubicBezTo>
                <a:cubicBezTo>
                  <a:pt x="449202" y="4629765"/>
                  <a:pt x="447947" y="4631539"/>
                  <a:pt x="446252" y="4633486"/>
                </a:cubicBezTo>
                <a:cubicBezTo>
                  <a:pt x="444557" y="4635390"/>
                  <a:pt x="442425" y="4637467"/>
                  <a:pt x="439914" y="4639717"/>
                </a:cubicBezTo>
                <a:cubicBezTo>
                  <a:pt x="437718" y="4637121"/>
                  <a:pt x="436211" y="4634827"/>
                  <a:pt x="435271" y="4632707"/>
                </a:cubicBezTo>
                <a:cubicBezTo>
                  <a:pt x="434329" y="4630587"/>
                  <a:pt x="434078" y="4628683"/>
                  <a:pt x="434517" y="4626909"/>
                </a:cubicBezTo>
                <a:cubicBezTo>
                  <a:pt x="434894" y="4625135"/>
                  <a:pt x="436023" y="4623490"/>
                  <a:pt x="437906" y="4621934"/>
                </a:cubicBezTo>
                <a:cubicBezTo>
                  <a:pt x="439788" y="4620333"/>
                  <a:pt x="442361" y="4618862"/>
                  <a:pt x="445750" y="4617347"/>
                </a:cubicBezTo>
                <a:close/>
                <a:moveTo>
                  <a:pt x="1323819" y="4617217"/>
                </a:moveTo>
                <a:cubicBezTo>
                  <a:pt x="1326330" y="4616048"/>
                  <a:pt x="1330159" y="4615962"/>
                  <a:pt x="1333797" y="4617347"/>
                </a:cubicBezTo>
                <a:cubicBezTo>
                  <a:pt x="1337438" y="4618688"/>
                  <a:pt x="1340952" y="4621544"/>
                  <a:pt x="1342898" y="4626217"/>
                </a:cubicBezTo>
                <a:cubicBezTo>
                  <a:pt x="1343024" y="4626563"/>
                  <a:pt x="1342960" y="4626909"/>
                  <a:pt x="1342646" y="4627342"/>
                </a:cubicBezTo>
                <a:cubicBezTo>
                  <a:pt x="1342331" y="4627775"/>
                  <a:pt x="1341894" y="4628251"/>
                  <a:pt x="1341267" y="4628813"/>
                </a:cubicBezTo>
                <a:cubicBezTo>
                  <a:pt x="1340638" y="4629376"/>
                  <a:pt x="1339885" y="4630024"/>
                  <a:pt x="1339005" y="4630803"/>
                </a:cubicBezTo>
                <a:lnTo>
                  <a:pt x="1336234" y="4633479"/>
                </a:lnTo>
                <a:lnTo>
                  <a:pt x="1321749" y="4623405"/>
                </a:lnTo>
                <a:cubicBezTo>
                  <a:pt x="1320116" y="4620548"/>
                  <a:pt x="1321309" y="4618342"/>
                  <a:pt x="1323819" y="4617217"/>
                </a:cubicBezTo>
                <a:close/>
                <a:moveTo>
                  <a:pt x="645560" y="4615269"/>
                </a:moveTo>
                <a:lnTo>
                  <a:pt x="645497" y="4615312"/>
                </a:lnTo>
                <a:cubicBezTo>
                  <a:pt x="647756" y="4615226"/>
                  <a:pt x="649325" y="4615442"/>
                  <a:pt x="650142" y="4616004"/>
                </a:cubicBezTo>
                <a:cubicBezTo>
                  <a:pt x="650957" y="4616567"/>
                  <a:pt x="650894" y="4617433"/>
                  <a:pt x="649828" y="4618644"/>
                </a:cubicBezTo>
                <a:cubicBezTo>
                  <a:pt x="648761" y="4619856"/>
                  <a:pt x="646627" y="4621413"/>
                  <a:pt x="643238" y="4623274"/>
                </a:cubicBezTo>
                <a:cubicBezTo>
                  <a:pt x="642737" y="4622669"/>
                  <a:pt x="642171" y="4622062"/>
                  <a:pt x="641671" y="4621457"/>
                </a:cubicBezTo>
                <a:cubicBezTo>
                  <a:pt x="641168" y="4620850"/>
                  <a:pt x="640665" y="4620288"/>
                  <a:pt x="640163" y="4619726"/>
                </a:cubicBezTo>
                <a:cubicBezTo>
                  <a:pt x="639663" y="4619163"/>
                  <a:pt x="639160" y="4618601"/>
                  <a:pt x="638721" y="4618082"/>
                </a:cubicBezTo>
                <a:cubicBezTo>
                  <a:pt x="638282" y="4617562"/>
                  <a:pt x="637779" y="4617000"/>
                  <a:pt x="637340" y="4616481"/>
                </a:cubicBezTo>
                <a:cubicBezTo>
                  <a:pt x="640541" y="4615745"/>
                  <a:pt x="643363" y="4615356"/>
                  <a:pt x="645560" y="4615269"/>
                </a:cubicBezTo>
                <a:close/>
                <a:moveTo>
                  <a:pt x="1121056" y="4612890"/>
                </a:moveTo>
                <a:cubicBezTo>
                  <a:pt x="1121558" y="4612847"/>
                  <a:pt x="1122060" y="4613019"/>
                  <a:pt x="1122874" y="4613409"/>
                </a:cubicBezTo>
                <a:cubicBezTo>
                  <a:pt x="1123691" y="4613798"/>
                  <a:pt x="1124820" y="4614404"/>
                  <a:pt x="1126516" y="4615269"/>
                </a:cubicBezTo>
                <a:cubicBezTo>
                  <a:pt x="1126076" y="4615312"/>
                  <a:pt x="1125699" y="4615399"/>
                  <a:pt x="1125260" y="4615442"/>
                </a:cubicBezTo>
                <a:cubicBezTo>
                  <a:pt x="1124820" y="4615486"/>
                  <a:pt x="1124444" y="4615573"/>
                  <a:pt x="1124005" y="4615615"/>
                </a:cubicBezTo>
                <a:cubicBezTo>
                  <a:pt x="1123566" y="4615658"/>
                  <a:pt x="1123189" y="4615745"/>
                  <a:pt x="1122750" y="4615789"/>
                </a:cubicBezTo>
                <a:cubicBezTo>
                  <a:pt x="1122310" y="4615832"/>
                  <a:pt x="1121933" y="4615919"/>
                  <a:pt x="1121493" y="4615962"/>
                </a:cubicBezTo>
                <a:cubicBezTo>
                  <a:pt x="1121056" y="4615919"/>
                  <a:pt x="1120679" y="4615832"/>
                  <a:pt x="1120240" y="4615789"/>
                </a:cubicBezTo>
                <a:cubicBezTo>
                  <a:pt x="1119801" y="4615745"/>
                  <a:pt x="1119423" y="4615658"/>
                  <a:pt x="1118984" y="4615615"/>
                </a:cubicBezTo>
                <a:cubicBezTo>
                  <a:pt x="1118544" y="4615573"/>
                  <a:pt x="1118169" y="4615486"/>
                  <a:pt x="1117729" y="4615442"/>
                </a:cubicBezTo>
                <a:cubicBezTo>
                  <a:pt x="1117289" y="4615399"/>
                  <a:pt x="1116914" y="4615312"/>
                  <a:pt x="1116474" y="4615269"/>
                </a:cubicBezTo>
                <a:cubicBezTo>
                  <a:pt x="1117855" y="4614534"/>
                  <a:pt x="1118797" y="4613928"/>
                  <a:pt x="1119423" y="4613539"/>
                </a:cubicBezTo>
                <a:lnTo>
                  <a:pt x="1119485" y="4613539"/>
                </a:lnTo>
                <a:cubicBezTo>
                  <a:pt x="1120177" y="4613149"/>
                  <a:pt x="1120553" y="4612933"/>
                  <a:pt x="1121056" y="4612890"/>
                </a:cubicBezTo>
                <a:close/>
                <a:moveTo>
                  <a:pt x="1830754" y="4608563"/>
                </a:moveTo>
                <a:cubicBezTo>
                  <a:pt x="1833139" y="4608130"/>
                  <a:pt x="1834457" y="4608434"/>
                  <a:pt x="1834896" y="4609255"/>
                </a:cubicBezTo>
                <a:cubicBezTo>
                  <a:pt x="1835399" y="4610077"/>
                  <a:pt x="1834959" y="4611419"/>
                  <a:pt x="1834018" y="4612976"/>
                </a:cubicBezTo>
                <a:cubicBezTo>
                  <a:pt x="1833076" y="4614534"/>
                  <a:pt x="1831507" y="4616351"/>
                  <a:pt x="1829624" y="4618169"/>
                </a:cubicBezTo>
                <a:cubicBezTo>
                  <a:pt x="1828495" y="4617476"/>
                  <a:pt x="1827491" y="4616914"/>
                  <a:pt x="1826612" y="4616351"/>
                </a:cubicBezTo>
                <a:cubicBezTo>
                  <a:pt x="1825671" y="4615789"/>
                  <a:pt x="1824855" y="4615313"/>
                  <a:pt x="1824103" y="4614837"/>
                </a:cubicBezTo>
                <a:cubicBezTo>
                  <a:pt x="1823349" y="4614361"/>
                  <a:pt x="1822658" y="4613929"/>
                  <a:pt x="1821969" y="4613539"/>
                </a:cubicBezTo>
                <a:cubicBezTo>
                  <a:pt x="1821278" y="4613150"/>
                  <a:pt x="1820650" y="4612760"/>
                  <a:pt x="1820023" y="4612371"/>
                </a:cubicBezTo>
                <a:cubicBezTo>
                  <a:pt x="1824855" y="4610208"/>
                  <a:pt x="1828369" y="4608996"/>
                  <a:pt x="1830754" y="4608563"/>
                </a:cubicBezTo>
                <a:close/>
                <a:moveTo>
                  <a:pt x="707317" y="4607309"/>
                </a:moveTo>
                <a:cubicBezTo>
                  <a:pt x="712902" y="4606400"/>
                  <a:pt x="719429" y="4606789"/>
                  <a:pt x="725511" y="4608001"/>
                </a:cubicBezTo>
                <a:cubicBezTo>
                  <a:pt x="731599" y="4609213"/>
                  <a:pt x="737310" y="4611159"/>
                  <a:pt x="741200" y="4613280"/>
                </a:cubicBezTo>
                <a:cubicBezTo>
                  <a:pt x="738063" y="4614751"/>
                  <a:pt x="734987" y="4616178"/>
                  <a:pt x="731787" y="4617650"/>
                </a:cubicBezTo>
                <a:cubicBezTo>
                  <a:pt x="728523" y="4619164"/>
                  <a:pt x="725259" y="4620678"/>
                  <a:pt x="721688" y="4622322"/>
                </a:cubicBezTo>
                <a:cubicBezTo>
                  <a:pt x="718111" y="4623967"/>
                  <a:pt x="714345" y="4625740"/>
                  <a:pt x="710203" y="4627644"/>
                </a:cubicBezTo>
                <a:cubicBezTo>
                  <a:pt x="706061" y="4629548"/>
                  <a:pt x="701543" y="4631626"/>
                  <a:pt x="696585" y="4633918"/>
                </a:cubicBezTo>
                <a:cubicBezTo>
                  <a:pt x="692757" y="4625222"/>
                  <a:pt x="692632" y="4619034"/>
                  <a:pt x="694891" y="4614794"/>
                </a:cubicBezTo>
                <a:cubicBezTo>
                  <a:pt x="697150" y="4610553"/>
                  <a:pt x="701731" y="4608260"/>
                  <a:pt x="707254" y="4607352"/>
                </a:cubicBezTo>
                <a:close/>
                <a:moveTo>
                  <a:pt x="860869" y="4596838"/>
                </a:moveTo>
                <a:cubicBezTo>
                  <a:pt x="861245" y="4597141"/>
                  <a:pt x="861559" y="4597443"/>
                  <a:pt x="861873" y="4597746"/>
                </a:cubicBezTo>
                <a:cubicBezTo>
                  <a:pt x="862250" y="4598049"/>
                  <a:pt x="862563" y="4598352"/>
                  <a:pt x="862877" y="4598655"/>
                </a:cubicBezTo>
                <a:cubicBezTo>
                  <a:pt x="863254" y="4598958"/>
                  <a:pt x="863568" y="4599261"/>
                  <a:pt x="863881" y="4599563"/>
                </a:cubicBezTo>
                <a:cubicBezTo>
                  <a:pt x="864258" y="4599867"/>
                  <a:pt x="864572" y="4600170"/>
                  <a:pt x="864885" y="4600472"/>
                </a:cubicBezTo>
                <a:cubicBezTo>
                  <a:pt x="864634" y="4600602"/>
                  <a:pt x="864383" y="4600688"/>
                  <a:pt x="864132" y="4600818"/>
                </a:cubicBezTo>
                <a:cubicBezTo>
                  <a:pt x="863881" y="4600949"/>
                  <a:pt x="863630" y="4601034"/>
                  <a:pt x="863379" y="4601164"/>
                </a:cubicBezTo>
                <a:cubicBezTo>
                  <a:pt x="863128" y="4601294"/>
                  <a:pt x="862626" y="4601511"/>
                  <a:pt x="862626" y="4601511"/>
                </a:cubicBezTo>
                <a:cubicBezTo>
                  <a:pt x="862375" y="4601641"/>
                  <a:pt x="862124" y="4601727"/>
                  <a:pt x="861873" y="4601856"/>
                </a:cubicBezTo>
                <a:cubicBezTo>
                  <a:pt x="861497" y="4601554"/>
                  <a:pt x="861057" y="4601208"/>
                  <a:pt x="860681" y="4600905"/>
                </a:cubicBezTo>
                <a:cubicBezTo>
                  <a:pt x="860304" y="4600602"/>
                  <a:pt x="859866" y="4600255"/>
                  <a:pt x="859488" y="4599953"/>
                </a:cubicBezTo>
                <a:cubicBezTo>
                  <a:pt x="859112" y="4599650"/>
                  <a:pt x="858674" y="4599304"/>
                  <a:pt x="858296" y="4599001"/>
                </a:cubicBezTo>
                <a:cubicBezTo>
                  <a:pt x="857920" y="4598698"/>
                  <a:pt x="857481" y="4598352"/>
                  <a:pt x="857105" y="4598049"/>
                </a:cubicBezTo>
                <a:cubicBezTo>
                  <a:pt x="857419" y="4597963"/>
                  <a:pt x="857731" y="4597833"/>
                  <a:pt x="858046" y="4597746"/>
                </a:cubicBezTo>
                <a:cubicBezTo>
                  <a:pt x="858358" y="4597659"/>
                  <a:pt x="858674" y="4597530"/>
                  <a:pt x="858988" y="4597443"/>
                </a:cubicBezTo>
                <a:cubicBezTo>
                  <a:pt x="859301" y="4597357"/>
                  <a:pt x="859615" y="4597228"/>
                  <a:pt x="859928" y="4597141"/>
                </a:cubicBezTo>
                <a:cubicBezTo>
                  <a:pt x="860243" y="4597054"/>
                  <a:pt x="860556" y="4596924"/>
                  <a:pt x="860869" y="4596838"/>
                </a:cubicBezTo>
                <a:close/>
                <a:moveTo>
                  <a:pt x="928332" y="4592986"/>
                </a:moveTo>
                <a:cubicBezTo>
                  <a:pt x="928395" y="4593159"/>
                  <a:pt x="928584" y="4593506"/>
                  <a:pt x="928584" y="4593506"/>
                </a:cubicBezTo>
                <a:lnTo>
                  <a:pt x="928520" y="4593591"/>
                </a:lnTo>
                <a:cubicBezTo>
                  <a:pt x="928584" y="4593765"/>
                  <a:pt x="928709" y="4593938"/>
                  <a:pt x="928772" y="4594111"/>
                </a:cubicBezTo>
                <a:cubicBezTo>
                  <a:pt x="928834" y="4594284"/>
                  <a:pt x="928959" y="4594457"/>
                  <a:pt x="929022" y="4594631"/>
                </a:cubicBezTo>
                <a:cubicBezTo>
                  <a:pt x="929084" y="4594803"/>
                  <a:pt x="929210" y="4594977"/>
                  <a:pt x="929274" y="4595149"/>
                </a:cubicBezTo>
                <a:cubicBezTo>
                  <a:pt x="929022" y="4595193"/>
                  <a:pt x="928772" y="4595236"/>
                  <a:pt x="928520" y="4595280"/>
                </a:cubicBezTo>
                <a:cubicBezTo>
                  <a:pt x="928268" y="4595323"/>
                  <a:pt x="928019" y="4595366"/>
                  <a:pt x="927768" y="4595409"/>
                </a:cubicBezTo>
                <a:cubicBezTo>
                  <a:pt x="927515" y="4595452"/>
                  <a:pt x="927264" y="4595495"/>
                  <a:pt x="927015" y="4595539"/>
                </a:cubicBezTo>
                <a:cubicBezTo>
                  <a:pt x="926764" y="4595582"/>
                  <a:pt x="926511" y="4595625"/>
                  <a:pt x="926261" y="4595669"/>
                </a:cubicBezTo>
                <a:cubicBezTo>
                  <a:pt x="925884" y="4594977"/>
                  <a:pt x="925633" y="4594501"/>
                  <a:pt x="925446" y="4594154"/>
                </a:cubicBezTo>
                <a:cubicBezTo>
                  <a:pt x="925320" y="4593808"/>
                  <a:pt x="925194" y="4593635"/>
                  <a:pt x="925320" y="4593506"/>
                </a:cubicBezTo>
                <a:cubicBezTo>
                  <a:pt x="925446" y="4593419"/>
                  <a:pt x="925695" y="4593332"/>
                  <a:pt x="926199" y="4593289"/>
                </a:cubicBezTo>
                <a:cubicBezTo>
                  <a:pt x="926699" y="4593202"/>
                  <a:pt x="927390" y="4593159"/>
                  <a:pt x="928332" y="4592986"/>
                </a:cubicBezTo>
                <a:close/>
                <a:moveTo>
                  <a:pt x="328716" y="4582299"/>
                </a:moveTo>
                <a:cubicBezTo>
                  <a:pt x="334174" y="4584246"/>
                  <a:pt x="338193" y="4589136"/>
                  <a:pt x="340828" y="4595670"/>
                </a:cubicBezTo>
                <a:lnTo>
                  <a:pt x="340766" y="4595670"/>
                </a:lnTo>
                <a:cubicBezTo>
                  <a:pt x="343401" y="4602203"/>
                  <a:pt x="344782" y="4610338"/>
                  <a:pt x="345032" y="4618775"/>
                </a:cubicBezTo>
                <a:cubicBezTo>
                  <a:pt x="345283" y="4627212"/>
                  <a:pt x="344530" y="4635952"/>
                  <a:pt x="342835" y="4643654"/>
                </a:cubicBezTo>
                <a:cubicBezTo>
                  <a:pt x="341205" y="4651356"/>
                  <a:pt x="338632" y="4658020"/>
                  <a:pt x="335494" y="4662304"/>
                </a:cubicBezTo>
                <a:cubicBezTo>
                  <a:pt x="326393" y="4663082"/>
                  <a:pt x="322565" y="4660529"/>
                  <a:pt x="321310" y="4655769"/>
                </a:cubicBezTo>
                <a:cubicBezTo>
                  <a:pt x="320056" y="4651010"/>
                  <a:pt x="321310" y="4644001"/>
                  <a:pt x="322378" y="4635909"/>
                </a:cubicBezTo>
                <a:cubicBezTo>
                  <a:pt x="323444" y="4627818"/>
                  <a:pt x="324260" y="4618645"/>
                  <a:pt x="322063" y="4609516"/>
                </a:cubicBezTo>
                <a:cubicBezTo>
                  <a:pt x="319866" y="4600342"/>
                  <a:pt x="314721" y="4591256"/>
                  <a:pt x="303740" y="4583338"/>
                </a:cubicBezTo>
                <a:cubicBezTo>
                  <a:pt x="305748" y="4583251"/>
                  <a:pt x="307819" y="4583165"/>
                  <a:pt x="309827" y="4583078"/>
                </a:cubicBezTo>
                <a:cubicBezTo>
                  <a:pt x="311898" y="4582992"/>
                  <a:pt x="313906" y="4582905"/>
                  <a:pt x="315977" y="4582819"/>
                </a:cubicBezTo>
                <a:cubicBezTo>
                  <a:pt x="318047" y="4582732"/>
                  <a:pt x="320119" y="4582646"/>
                  <a:pt x="322252" y="4582559"/>
                </a:cubicBezTo>
                <a:cubicBezTo>
                  <a:pt x="324385" y="4582472"/>
                  <a:pt x="326520" y="4582386"/>
                  <a:pt x="328716" y="4582299"/>
                </a:cubicBezTo>
                <a:close/>
                <a:moveTo>
                  <a:pt x="656917" y="4578318"/>
                </a:moveTo>
                <a:cubicBezTo>
                  <a:pt x="657482" y="4578535"/>
                  <a:pt x="658047" y="4578751"/>
                  <a:pt x="658611" y="4579010"/>
                </a:cubicBezTo>
                <a:cubicBezTo>
                  <a:pt x="659176" y="4579271"/>
                  <a:pt x="659804" y="4579530"/>
                  <a:pt x="660432" y="4579789"/>
                </a:cubicBezTo>
                <a:lnTo>
                  <a:pt x="660368" y="4579789"/>
                </a:lnTo>
                <a:cubicBezTo>
                  <a:pt x="661059" y="4580049"/>
                  <a:pt x="661749" y="4580352"/>
                  <a:pt x="662502" y="4580655"/>
                </a:cubicBezTo>
                <a:cubicBezTo>
                  <a:pt x="663255" y="4580958"/>
                  <a:pt x="664072" y="4581304"/>
                  <a:pt x="665013" y="4581693"/>
                </a:cubicBezTo>
                <a:cubicBezTo>
                  <a:pt x="664259" y="4582126"/>
                  <a:pt x="663506" y="4582559"/>
                  <a:pt x="662753" y="4582992"/>
                </a:cubicBezTo>
                <a:cubicBezTo>
                  <a:pt x="662000" y="4583424"/>
                  <a:pt x="661247" y="4583856"/>
                  <a:pt x="660494" y="4584289"/>
                </a:cubicBezTo>
                <a:cubicBezTo>
                  <a:pt x="659741" y="4584679"/>
                  <a:pt x="659051" y="4585111"/>
                  <a:pt x="658298" y="4585544"/>
                </a:cubicBezTo>
                <a:cubicBezTo>
                  <a:pt x="657544" y="4585977"/>
                  <a:pt x="656856" y="4586367"/>
                  <a:pt x="656101" y="4586799"/>
                </a:cubicBezTo>
                <a:cubicBezTo>
                  <a:pt x="654657" y="4585588"/>
                  <a:pt x="653465" y="4584809"/>
                  <a:pt x="652649" y="4584202"/>
                </a:cubicBezTo>
                <a:cubicBezTo>
                  <a:pt x="651833" y="4583640"/>
                  <a:pt x="651394" y="4583251"/>
                  <a:pt x="651394" y="4582862"/>
                </a:cubicBezTo>
                <a:cubicBezTo>
                  <a:pt x="651394" y="4582429"/>
                  <a:pt x="651833" y="4582039"/>
                  <a:pt x="652713" y="4581347"/>
                </a:cubicBezTo>
                <a:cubicBezTo>
                  <a:pt x="653591" y="4580655"/>
                  <a:pt x="654971" y="4579746"/>
                  <a:pt x="656917" y="4578318"/>
                </a:cubicBezTo>
                <a:close/>
                <a:moveTo>
                  <a:pt x="852083" y="4575592"/>
                </a:moveTo>
                <a:lnTo>
                  <a:pt x="852146" y="4575592"/>
                </a:lnTo>
                <a:cubicBezTo>
                  <a:pt x="853277" y="4575809"/>
                  <a:pt x="854091" y="4575895"/>
                  <a:pt x="854656" y="4575981"/>
                </a:cubicBezTo>
                <a:cubicBezTo>
                  <a:pt x="855220" y="4576068"/>
                  <a:pt x="855597" y="4576155"/>
                  <a:pt x="855724" y="4576285"/>
                </a:cubicBezTo>
                <a:cubicBezTo>
                  <a:pt x="855849" y="4576414"/>
                  <a:pt x="855785" y="4576631"/>
                  <a:pt x="855597" y="4576977"/>
                </a:cubicBezTo>
                <a:cubicBezTo>
                  <a:pt x="855346" y="4577367"/>
                  <a:pt x="855033" y="4577842"/>
                  <a:pt x="854530" y="4578621"/>
                </a:cubicBezTo>
                <a:cubicBezTo>
                  <a:pt x="853401" y="4578405"/>
                  <a:pt x="852522" y="4578275"/>
                  <a:pt x="851958" y="4578188"/>
                </a:cubicBezTo>
                <a:cubicBezTo>
                  <a:pt x="851393" y="4578102"/>
                  <a:pt x="851016" y="4578016"/>
                  <a:pt x="850891" y="4577885"/>
                </a:cubicBezTo>
                <a:cubicBezTo>
                  <a:pt x="850765" y="4577756"/>
                  <a:pt x="850828" y="4577539"/>
                  <a:pt x="851016" y="4577193"/>
                </a:cubicBezTo>
                <a:cubicBezTo>
                  <a:pt x="851204" y="4576847"/>
                  <a:pt x="851581" y="4576328"/>
                  <a:pt x="852083" y="4575592"/>
                </a:cubicBezTo>
                <a:close/>
                <a:moveTo>
                  <a:pt x="706560" y="4574035"/>
                </a:moveTo>
                <a:cubicBezTo>
                  <a:pt x="708003" y="4574294"/>
                  <a:pt x="709572" y="4574987"/>
                  <a:pt x="712207" y="4576242"/>
                </a:cubicBezTo>
                <a:cubicBezTo>
                  <a:pt x="714780" y="4577496"/>
                  <a:pt x="718421" y="4579357"/>
                  <a:pt x="723941" y="4582039"/>
                </a:cubicBezTo>
                <a:cubicBezTo>
                  <a:pt x="718169" y="4582516"/>
                  <a:pt x="714279" y="4583078"/>
                  <a:pt x="711517" y="4583424"/>
                </a:cubicBezTo>
                <a:cubicBezTo>
                  <a:pt x="708756" y="4583813"/>
                  <a:pt x="706999" y="4583986"/>
                  <a:pt x="705556" y="4583727"/>
                </a:cubicBezTo>
                <a:cubicBezTo>
                  <a:pt x="704049" y="4583467"/>
                  <a:pt x="702857" y="4582818"/>
                  <a:pt x="701099" y="4581521"/>
                </a:cubicBezTo>
                <a:cubicBezTo>
                  <a:pt x="699342" y="4580222"/>
                  <a:pt x="697021" y="4578318"/>
                  <a:pt x="693318" y="4575506"/>
                </a:cubicBezTo>
                <a:cubicBezTo>
                  <a:pt x="697460" y="4575030"/>
                  <a:pt x="700033" y="4574511"/>
                  <a:pt x="701979" y="4574208"/>
                </a:cubicBezTo>
                <a:cubicBezTo>
                  <a:pt x="703923" y="4573905"/>
                  <a:pt x="705115" y="4573775"/>
                  <a:pt x="706560" y="4574035"/>
                </a:cubicBezTo>
                <a:close/>
                <a:moveTo>
                  <a:pt x="539694" y="4572521"/>
                </a:moveTo>
                <a:cubicBezTo>
                  <a:pt x="548605" y="4573040"/>
                  <a:pt x="554881" y="4573342"/>
                  <a:pt x="559337" y="4573603"/>
                </a:cubicBezTo>
                <a:cubicBezTo>
                  <a:pt x="564232" y="4573905"/>
                  <a:pt x="567118" y="4574208"/>
                  <a:pt x="569191" y="4574857"/>
                </a:cubicBezTo>
                <a:cubicBezTo>
                  <a:pt x="571322" y="4575463"/>
                  <a:pt x="572641" y="4576458"/>
                  <a:pt x="574712" y="4578059"/>
                </a:cubicBezTo>
                <a:cubicBezTo>
                  <a:pt x="576783" y="4579660"/>
                  <a:pt x="579482" y="4581953"/>
                  <a:pt x="584251" y="4585199"/>
                </a:cubicBezTo>
                <a:cubicBezTo>
                  <a:pt x="578037" y="4584592"/>
                  <a:pt x="572641" y="4583813"/>
                  <a:pt x="567997" y="4582862"/>
                </a:cubicBezTo>
                <a:cubicBezTo>
                  <a:pt x="563353" y="4581910"/>
                  <a:pt x="559337" y="4580828"/>
                  <a:pt x="555759" y="4579617"/>
                </a:cubicBezTo>
                <a:cubicBezTo>
                  <a:pt x="552182" y="4578405"/>
                  <a:pt x="549045" y="4577107"/>
                  <a:pt x="546158" y="4575766"/>
                </a:cubicBezTo>
                <a:cubicBezTo>
                  <a:pt x="543900" y="4574684"/>
                  <a:pt x="541828" y="4573603"/>
                  <a:pt x="539694" y="4572521"/>
                </a:cubicBezTo>
                <a:close/>
                <a:moveTo>
                  <a:pt x="1271922" y="4571655"/>
                </a:moveTo>
                <a:cubicBezTo>
                  <a:pt x="1277131" y="4571871"/>
                  <a:pt x="1282152" y="4572650"/>
                  <a:pt x="1286925" y="4573992"/>
                </a:cubicBezTo>
                <a:cubicBezTo>
                  <a:pt x="1291688" y="4575333"/>
                  <a:pt x="1296335" y="4577150"/>
                  <a:pt x="1300664" y="4579443"/>
                </a:cubicBezTo>
                <a:cubicBezTo>
                  <a:pt x="1305056" y="4581737"/>
                  <a:pt x="1309137" y="4584463"/>
                  <a:pt x="1312963" y="4587535"/>
                </a:cubicBezTo>
                <a:cubicBezTo>
                  <a:pt x="1309826" y="4588356"/>
                  <a:pt x="1306752" y="4589135"/>
                  <a:pt x="1303676" y="4589957"/>
                </a:cubicBezTo>
                <a:cubicBezTo>
                  <a:pt x="1300602" y="4590737"/>
                  <a:pt x="1297587" y="4591559"/>
                  <a:pt x="1294577" y="4592338"/>
                </a:cubicBezTo>
                <a:cubicBezTo>
                  <a:pt x="1291567" y="4593117"/>
                  <a:pt x="1288554" y="4593895"/>
                  <a:pt x="1285661" y="4594673"/>
                </a:cubicBezTo>
                <a:lnTo>
                  <a:pt x="1285726" y="4594760"/>
                </a:lnTo>
                <a:cubicBezTo>
                  <a:pt x="1282779" y="4595539"/>
                  <a:pt x="1279955" y="4596275"/>
                  <a:pt x="1277131" y="4597010"/>
                </a:cubicBezTo>
                <a:cubicBezTo>
                  <a:pt x="1272864" y="4680345"/>
                  <a:pt x="1266210" y="4730365"/>
                  <a:pt x="1258680" y="4758488"/>
                </a:cubicBezTo>
                <a:cubicBezTo>
                  <a:pt x="1251150" y="4786613"/>
                  <a:pt x="1242679" y="4792844"/>
                  <a:pt x="1234645" y="4788560"/>
                </a:cubicBezTo>
                <a:cubicBezTo>
                  <a:pt x="1226676" y="4784320"/>
                  <a:pt x="1219084" y="4769566"/>
                  <a:pt x="1213435" y="4755763"/>
                </a:cubicBezTo>
                <a:cubicBezTo>
                  <a:pt x="1207788" y="4741960"/>
                  <a:pt x="1203961" y="4729109"/>
                  <a:pt x="1203458" y="4728633"/>
                </a:cubicBezTo>
                <a:cubicBezTo>
                  <a:pt x="1205969" y="4726990"/>
                  <a:pt x="1208353" y="4725432"/>
                  <a:pt x="1210737" y="4723874"/>
                </a:cubicBezTo>
                <a:cubicBezTo>
                  <a:pt x="1213122" y="4722316"/>
                  <a:pt x="1215443" y="4720802"/>
                  <a:pt x="1217704" y="4719331"/>
                </a:cubicBezTo>
                <a:cubicBezTo>
                  <a:pt x="1219961" y="4717816"/>
                  <a:pt x="1222222" y="4716389"/>
                  <a:pt x="1224417" y="4714917"/>
                </a:cubicBezTo>
                <a:cubicBezTo>
                  <a:pt x="1226613" y="4713446"/>
                  <a:pt x="1228871" y="4712019"/>
                  <a:pt x="1231067" y="4710547"/>
                </a:cubicBezTo>
                <a:cubicBezTo>
                  <a:pt x="1229813" y="4708383"/>
                  <a:pt x="1228620" y="4706263"/>
                  <a:pt x="1227429" y="4704144"/>
                </a:cubicBezTo>
                <a:cubicBezTo>
                  <a:pt x="1226237" y="4702023"/>
                  <a:pt x="1225044" y="4699947"/>
                  <a:pt x="1223852" y="4697827"/>
                </a:cubicBezTo>
                <a:cubicBezTo>
                  <a:pt x="1222661" y="4695706"/>
                  <a:pt x="1221405" y="4693586"/>
                  <a:pt x="1220211" y="4691423"/>
                </a:cubicBezTo>
                <a:cubicBezTo>
                  <a:pt x="1219020" y="4689259"/>
                  <a:pt x="1217763" y="4687052"/>
                  <a:pt x="1216446" y="4684760"/>
                </a:cubicBezTo>
                <a:cubicBezTo>
                  <a:pt x="1231570" y="4670264"/>
                  <a:pt x="1238474" y="4658885"/>
                  <a:pt x="1241172" y="4649495"/>
                </a:cubicBezTo>
                <a:cubicBezTo>
                  <a:pt x="1243871" y="4640106"/>
                  <a:pt x="1242364" y="4632751"/>
                  <a:pt x="1240795" y="4626303"/>
                </a:cubicBezTo>
                <a:cubicBezTo>
                  <a:pt x="1239226" y="4619856"/>
                  <a:pt x="1237532" y="4614318"/>
                  <a:pt x="1239854" y="4608606"/>
                </a:cubicBezTo>
                <a:cubicBezTo>
                  <a:pt x="1242176" y="4602895"/>
                  <a:pt x="1248453" y="4597010"/>
                  <a:pt x="1262886" y="4589871"/>
                </a:cubicBezTo>
                <a:cubicBezTo>
                  <a:pt x="1262195" y="4588184"/>
                  <a:pt x="1261568" y="4586626"/>
                  <a:pt x="1260940" y="4585111"/>
                </a:cubicBezTo>
                <a:cubicBezTo>
                  <a:pt x="1260313" y="4583597"/>
                  <a:pt x="1259748" y="4582169"/>
                  <a:pt x="1259183" y="4580785"/>
                </a:cubicBezTo>
                <a:cubicBezTo>
                  <a:pt x="1258617" y="4579400"/>
                  <a:pt x="1258053" y="4578059"/>
                  <a:pt x="1257551" y="4576760"/>
                </a:cubicBezTo>
                <a:cubicBezTo>
                  <a:pt x="1256987" y="4575463"/>
                  <a:pt x="1256484" y="4574208"/>
                  <a:pt x="1255983" y="4572953"/>
                </a:cubicBezTo>
                <a:cubicBezTo>
                  <a:pt x="1261442" y="4571871"/>
                  <a:pt x="1266776" y="4571439"/>
                  <a:pt x="1271922" y="4571655"/>
                </a:cubicBezTo>
                <a:close/>
                <a:moveTo>
                  <a:pt x="537872" y="4571612"/>
                </a:moveTo>
                <a:cubicBezTo>
                  <a:pt x="538500" y="4571915"/>
                  <a:pt x="539127" y="4572217"/>
                  <a:pt x="539691" y="4572521"/>
                </a:cubicBezTo>
                <a:cubicBezTo>
                  <a:pt x="538688" y="4572478"/>
                  <a:pt x="537747" y="4572434"/>
                  <a:pt x="536679" y="4572348"/>
                </a:cubicBezTo>
                <a:cubicBezTo>
                  <a:pt x="536429" y="4572088"/>
                  <a:pt x="536114" y="4571915"/>
                  <a:pt x="535864" y="4571699"/>
                </a:cubicBezTo>
                <a:cubicBezTo>
                  <a:pt x="536553" y="4571655"/>
                  <a:pt x="537118" y="4571655"/>
                  <a:pt x="537872" y="4571612"/>
                </a:cubicBezTo>
                <a:close/>
                <a:moveTo>
                  <a:pt x="897770" y="4567025"/>
                </a:moveTo>
                <a:cubicBezTo>
                  <a:pt x="892750" y="4568756"/>
                  <a:pt x="888420" y="4569664"/>
                  <a:pt x="885094" y="4570010"/>
                </a:cubicBezTo>
                <a:cubicBezTo>
                  <a:pt x="881454" y="4570400"/>
                  <a:pt x="879069" y="4570097"/>
                  <a:pt x="878503" y="4569578"/>
                </a:cubicBezTo>
                <a:cubicBezTo>
                  <a:pt x="877939" y="4569059"/>
                  <a:pt x="879069" y="4568323"/>
                  <a:pt x="882584" y="4567760"/>
                </a:cubicBezTo>
                <a:lnTo>
                  <a:pt x="882521" y="4567717"/>
                </a:lnTo>
                <a:cubicBezTo>
                  <a:pt x="885658" y="4567242"/>
                  <a:pt x="890680" y="4566939"/>
                  <a:pt x="897770" y="4567025"/>
                </a:cubicBezTo>
                <a:close/>
                <a:moveTo>
                  <a:pt x="1055226" y="4566636"/>
                </a:moveTo>
                <a:cubicBezTo>
                  <a:pt x="1058362" y="4566333"/>
                  <a:pt x="1061375" y="4566463"/>
                  <a:pt x="1062630" y="4566981"/>
                </a:cubicBezTo>
                <a:cubicBezTo>
                  <a:pt x="1065956" y="4568367"/>
                  <a:pt x="1067525" y="4569578"/>
                  <a:pt x="1068027" y="4570746"/>
                </a:cubicBezTo>
                <a:cubicBezTo>
                  <a:pt x="1068530" y="4571914"/>
                  <a:pt x="1067964" y="4572996"/>
                  <a:pt x="1066898" y="4574035"/>
                </a:cubicBezTo>
                <a:cubicBezTo>
                  <a:pt x="1065894" y="4575073"/>
                  <a:pt x="1064387" y="4576112"/>
                  <a:pt x="1063132" y="4577237"/>
                </a:cubicBezTo>
                <a:cubicBezTo>
                  <a:pt x="1061876" y="4578318"/>
                  <a:pt x="1060810" y="4579530"/>
                  <a:pt x="1060685" y="4580827"/>
                </a:cubicBezTo>
                <a:cubicBezTo>
                  <a:pt x="1051836" y="4577929"/>
                  <a:pt x="1047192" y="4575463"/>
                  <a:pt x="1045311" y="4573472"/>
                </a:cubicBezTo>
                <a:cubicBezTo>
                  <a:pt x="1043426" y="4571439"/>
                  <a:pt x="1044305" y="4569881"/>
                  <a:pt x="1046438" y="4568756"/>
                </a:cubicBezTo>
                <a:cubicBezTo>
                  <a:pt x="1048636" y="4567631"/>
                  <a:pt x="1052024" y="4566939"/>
                  <a:pt x="1055226" y="4566636"/>
                </a:cubicBezTo>
                <a:close/>
                <a:moveTo>
                  <a:pt x="902163" y="4564948"/>
                </a:moveTo>
                <a:cubicBezTo>
                  <a:pt x="901975" y="4565120"/>
                  <a:pt x="901849" y="4565294"/>
                  <a:pt x="901724" y="4565468"/>
                </a:cubicBezTo>
                <a:cubicBezTo>
                  <a:pt x="901535" y="4565640"/>
                  <a:pt x="901410" y="4565814"/>
                  <a:pt x="901284" y="4565986"/>
                </a:cubicBezTo>
                <a:cubicBezTo>
                  <a:pt x="901095" y="4566160"/>
                  <a:pt x="901033" y="4566332"/>
                  <a:pt x="900845" y="4566506"/>
                </a:cubicBezTo>
                <a:cubicBezTo>
                  <a:pt x="900656" y="4566678"/>
                  <a:pt x="900531" y="4566852"/>
                  <a:pt x="900406" y="4567024"/>
                </a:cubicBezTo>
                <a:cubicBezTo>
                  <a:pt x="899464" y="4567024"/>
                  <a:pt x="898711" y="4567024"/>
                  <a:pt x="897833" y="4567024"/>
                </a:cubicBezTo>
                <a:cubicBezTo>
                  <a:pt x="898335" y="4566852"/>
                  <a:pt x="898837" y="4566722"/>
                  <a:pt x="899402" y="4566506"/>
                </a:cubicBezTo>
                <a:cubicBezTo>
                  <a:pt x="899652" y="4566376"/>
                  <a:pt x="900091" y="4566116"/>
                  <a:pt x="900091" y="4566116"/>
                </a:cubicBezTo>
                <a:cubicBezTo>
                  <a:pt x="900343" y="4565986"/>
                  <a:pt x="900531" y="4565856"/>
                  <a:pt x="900782" y="4565727"/>
                </a:cubicBezTo>
                <a:cubicBezTo>
                  <a:pt x="901033" y="4565597"/>
                  <a:pt x="901221" y="4565468"/>
                  <a:pt x="901472" y="4565337"/>
                </a:cubicBezTo>
                <a:cubicBezTo>
                  <a:pt x="901724" y="4565207"/>
                  <a:pt x="901912" y="4565078"/>
                  <a:pt x="902163" y="4564948"/>
                </a:cubicBezTo>
                <a:close/>
                <a:moveTo>
                  <a:pt x="522073" y="4564438"/>
                </a:moveTo>
                <a:lnTo>
                  <a:pt x="535802" y="4571698"/>
                </a:lnTo>
                <a:cubicBezTo>
                  <a:pt x="527517" y="4572174"/>
                  <a:pt x="521806" y="4571439"/>
                  <a:pt x="518479" y="4570227"/>
                </a:cubicBezTo>
                <a:cubicBezTo>
                  <a:pt x="514840" y="4568885"/>
                  <a:pt x="513836" y="4567068"/>
                  <a:pt x="514652" y="4565771"/>
                </a:cubicBezTo>
                <a:close/>
                <a:moveTo>
                  <a:pt x="522056" y="4564429"/>
                </a:moveTo>
                <a:lnTo>
                  <a:pt x="522120" y="4564429"/>
                </a:lnTo>
                <a:lnTo>
                  <a:pt x="522073" y="4564438"/>
                </a:lnTo>
                <a:close/>
                <a:moveTo>
                  <a:pt x="927830" y="4563304"/>
                </a:moveTo>
                <a:cubicBezTo>
                  <a:pt x="928333" y="4563607"/>
                  <a:pt x="928834" y="4563910"/>
                  <a:pt x="929337" y="4564213"/>
                </a:cubicBezTo>
                <a:cubicBezTo>
                  <a:pt x="929837" y="4564516"/>
                  <a:pt x="930341" y="4564818"/>
                  <a:pt x="930843" y="4565121"/>
                </a:cubicBezTo>
                <a:cubicBezTo>
                  <a:pt x="931345" y="4565425"/>
                  <a:pt x="931847" y="4565728"/>
                  <a:pt x="932349" y="4566030"/>
                </a:cubicBezTo>
                <a:cubicBezTo>
                  <a:pt x="932851" y="4566333"/>
                  <a:pt x="933353" y="4566636"/>
                  <a:pt x="933855" y="4566939"/>
                </a:cubicBezTo>
                <a:cubicBezTo>
                  <a:pt x="933291" y="4567199"/>
                  <a:pt x="932726" y="4567415"/>
                  <a:pt x="932160" y="4567675"/>
                </a:cubicBezTo>
                <a:lnTo>
                  <a:pt x="932222" y="4567631"/>
                </a:lnTo>
                <a:cubicBezTo>
                  <a:pt x="931658" y="4567891"/>
                  <a:pt x="931094" y="4568107"/>
                  <a:pt x="930528" y="4568367"/>
                </a:cubicBezTo>
                <a:cubicBezTo>
                  <a:pt x="929964" y="4568626"/>
                  <a:pt x="929399" y="4568842"/>
                  <a:pt x="928834" y="4569103"/>
                </a:cubicBezTo>
                <a:cubicBezTo>
                  <a:pt x="928270" y="4569362"/>
                  <a:pt x="927705" y="4569578"/>
                  <a:pt x="927141" y="4569838"/>
                </a:cubicBezTo>
                <a:cubicBezTo>
                  <a:pt x="926261" y="4569232"/>
                  <a:pt x="925572" y="4568842"/>
                  <a:pt x="925132" y="4568583"/>
                </a:cubicBezTo>
                <a:cubicBezTo>
                  <a:pt x="924693" y="4568280"/>
                  <a:pt x="924442" y="4568107"/>
                  <a:pt x="924442" y="4567804"/>
                </a:cubicBezTo>
                <a:cubicBezTo>
                  <a:pt x="924442" y="4567501"/>
                  <a:pt x="924693" y="4567112"/>
                  <a:pt x="925257" y="4566420"/>
                </a:cubicBezTo>
                <a:cubicBezTo>
                  <a:pt x="925822" y="4565728"/>
                  <a:pt x="926638" y="4564732"/>
                  <a:pt x="927830" y="4563304"/>
                </a:cubicBezTo>
                <a:close/>
                <a:moveTo>
                  <a:pt x="1695203" y="4552444"/>
                </a:moveTo>
                <a:cubicBezTo>
                  <a:pt x="1690006" y="4552358"/>
                  <a:pt x="1685298" y="4553266"/>
                  <a:pt x="1682912" y="4555516"/>
                </a:cubicBezTo>
                <a:cubicBezTo>
                  <a:pt x="1680779" y="4557594"/>
                  <a:pt x="1679773" y="4559670"/>
                  <a:pt x="1679836" y="4561661"/>
                </a:cubicBezTo>
                <a:cubicBezTo>
                  <a:pt x="1679898" y="4563651"/>
                  <a:pt x="1681030" y="4565511"/>
                  <a:pt x="1683165" y="4567156"/>
                </a:cubicBezTo>
                <a:cubicBezTo>
                  <a:pt x="1685298" y="4568800"/>
                  <a:pt x="1688371" y="4570185"/>
                  <a:pt x="1692264" y="4571179"/>
                </a:cubicBezTo>
                <a:cubicBezTo>
                  <a:pt x="1696144" y="4572175"/>
                  <a:pt x="1700914" y="4572737"/>
                  <a:pt x="1706436" y="4572824"/>
                </a:cubicBezTo>
                <a:lnTo>
                  <a:pt x="1706499" y="4572824"/>
                </a:lnTo>
                <a:cubicBezTo>
                  <a:pt x="1714657" y="4569405"/>
                  <a:pt x="1717857" y="4566031"/>
                  <a:pt x="1717921" y="4563045"/>
                </a:cubicBezTo>
                <a:cubicBezTo>
                  <a:pt x="1717983" y="4560060"/>
                  <a:pt x="1714907" y="4557464"/>
                  <a:pt x="1710515" y="4555603"/>
                </a:cubicBezTo>
                <a:cubicBezTo>
                  <a:pt x="1706122" y="4553699"/>
                  <a:pt x="1700411" y="4552574"/>
                  <a:pt x="1695203" y="4552444"/>
                </a:cubicBezTo>
                <a:close/>
                <a:moveTo>
                  <a:pt x="729213" y="4536347"/>
                </a:moveTo>
                <a:cubicBezTo>
                  <a:pt x="731535" y="4536347"/>
                  <a:pt x="733228" y="4536910"/>
                  <a:pt x="734610" y="4537732"/>
                </a:cubicBezTo>
                <a:cubicBezTo>
                  <a:pt x="735990" y="4538554"/>
                  <a:pt x="736932" y="4539593"/>
                  <a:pt x="737685" y="4540588"/>
                </a:cubicBezTo>
                <a:cubicBezTo>
                  <a:pt x="738375" y="4541540"/>
                  <a:pt x="738878" y="4542448"/>
                  <a:pt x="739317" y="4542924"/>
                </a:cubicBezTo>
                <a:lnTo>
                  <a:pt x="739254" y="4542968"/>
                </a:lnTo>
                <a:cubicBezTo>
                  <a:pt x="734736" y="4548895"/>
                  <a:pt x="729904" y="4552227"/>
                  <a:pt x="725574" y="4553655"/>
                </a:cubicBezTo>
                <a:cubicBezTo>
                  <a:pt x="721246" y="4555126"/>
                  <a:pt x="717355" y="4554693"/>
                  <a:pt x="714782" y="4553265"/>
                </a:cubicBezTo>
                <a:cubicBezTo>
                  <a:pt x="712209" y="4551837"/>
                  <a:pt x="710892" y="4549328"/>
                  <a:pt x="711582" y="4546602"/>
                </a:cubicBezTo>
                <a:cubicBezTo>
                  <a:pt x="712273" y="4543876"/>
                  <a:pt x="715034" y="4540890"/>
                  <a:pt x="720556" y="4538511"/>
                </a:cubicBezTo>
                <a:cubicBezTo>
                  <a:pt x="724067" y="4536953"/>
                  <a:pt x="726891" y="4536347"/>
                  <a:pt x="729213" y="4536347"/>
                </a:cubicBezTo>
                <a:close/>
                <a:moveTo>
                  <a:pt x="862314" y="4535655"/>
                </a:moveTo>
                <a:lnTo>
                  <a:pt x="862250" y="4535698"/>
                </a:lnTo>
                <a:cubicBezTo>
                  <a:pt x="856352" y="4543789"/>
                  <a:pt x="850453" y="4548722"/>
                  <a:pt x="845245" y="4551405"/>
                </a:cubicBezTo>
                <a:cubicBezTo>
                  <a:pt x="840035" y="4554088"/>
                  <a:pt x="835581" y="4554564"/>
                  <a:pt x="832443" y="4553742"/>
                </a:cubicBezTo>
                <a:cubicBezTo>
                  <a:pt x="829305" y="4552919"/>
                  <a:pt x="827611" y="4550800"/>
                  <a:pt x="827924" y="4548289"/>
                </a:cubicBezTo>
                <a:cubicBezTo>
                  <a:pt x="828239" y="4545780"/>
                  <a:pt x="830622" y="4542925"/>
                  <a:pt x="835707" y="4540588"/>
                </a:cubicBezTo>
                <a:cubicBezTo>
                  <a:pt x="836836" y="4540068"/>
                  <a:pt x="838154" y="4539636"/>
                  <a:pt x="839723" y="4539290"/>
                </a:cubicBezTo>
                <a:cubicBezTo>
                  <a:pt x="841291" y="4538943"/>
                  <a:pt x="843112" y="4538597"/>
                  <a:pt x="845245" y="4538294"/>
                </a:cubicBezTo>
                <a:cubicBezTo>
                  <a:pt x="847378" y="4537949"/>
                  <a:pt x="849826" y="4537646"/>
                  <a:pt x="852649" y="4537213"/>
                </a:cubicBezTo>
                <a:cubicBezTo>
                  <a:pt x="855473" y="4536780"/>
                  <a:pt x="858674" y="4536304"/>
                  <a:pt x="862314" y="4535655"/>
                </a:cubicBezTo>
                <a:close/>
                <a:moveTo>
                  <a:pt x="455039" y="4529901"/>
                </a:moveTo>
                <a:cubicBezTo>
                  <a:pt x="456295" y="4530896"/>
                  <a:pt x="457549" y="4531934"/>
                  <a:pt x="458804" y="4532972"/>
                </a:cubicBezTo>
                <a:cubicBezTo>
                  <a:pt x="460060" y="4534012"/>
                  <a:pt x="461315" y="4535093"/>
                  <a:pt x="462632" y="4536131"/>
                </a:cubicBezTo>
                <a:lnTo>
                  <a:pt x="462570" y="4536131"/>
                </a:lnTo>
                <a:cubicBezTo>
                  <a:pt x="463888" y="4537213"/>
                  <a:pt x="465143" y="4538251"/>
                  <a:pt x="466461" y="4539333"/>
                </a:cubicBezTo>
                <a:cubicBezTo>
                  <a:pt x="467778" y="4540372"/>
                  <a:pt x="469096" y="4541454"/>
                  <a:pt x="470414" y="4542535"/>
                </a:cubicBezTo>
                <a:cubicBezTo>
                  <a:pt x="466649" y="4544568"/>
                  <a:pt x="462884" y="4545824"/>
                  <a:pt x="459118" y="4546559"/>
                </a:cubicBezTo>
                <a:cubicBezTo>
                  <a:pt x="455416" y="4547295"/>
                  <a:pt x="451650" y="4547554"/>
                  <a:pt x="447885" y="4547597"/>
                </a:cubicBezTo>
                <a:cubicBezTo>
                  <a:pt x="444119" y="4547641"/>
                  <a:pt x="440354" y="4547511"/>
                  <a:pt x="436526" y="4547425"/>
                </a:cubicBezTo>
                <a:cubicBezTo>
                  <a:pt x="432761" y="4547338"/>
                  <a:pt x="428933" y="4547338"/>
                  <a:pt x="425042" y="4547728"/>
                </a:cubicBezTo>
                <a:cubicBezTo>
                  <a:pt x="425168" y="4544785"/>
                  <a:pt x="425920" y="4542276"/>
                  <a:pt x="427176" y="4540155"/>
                </a:cubicBezTo>
                <a:cubicBezTo>
                  <a:pt x="428493" y="4538035"/>
                  <a:pt x="430376" y="4536304"/>
                  <a:pt x="432823" y="4534876"/>
                </a:cubicBezTo>
                <a:cubicBezTo>
                  <a:pt x="435272" y="4533492"/>
                  <a:pt x="438346" y="4532410"/>
                  <a:pt x="442049" y="4531588"/>
                </a:cubicBezTo>
                <a:cubicBezTo>
                  <a:pt x="445751" y="4530766"/>
                  <a:pt x="450081" y="4530204"/>
                  <a:pt x="455039" y="4529901"/>
                </a:cubicBezTo>
                <a:close/>
                <a:moveTo>
                  <a:pt x="993537" y="4514887"/>
                </a:moveTo>
                <a:cubicBezTo>
                  <a:pt x="994605" y="4517656"/>
                  <a:pt x="995610" y="4520295"/>
                  <a:pt x="996549" y="4522934"/>
                </a:cubicBezTo>
                <a:cubicBezTo>
                  <a:pt x="997553" y="4525574"/>
                  <a:pt x="998495" y="4528127"/>
                  <a:pt x="999437" y="4530680"/>
                </a:cubicBezTo>
                <a:cubicBezTo>
                  <a:pt x="1000379" y="4533189"/>
                  <a:pt x="1001320" y="4535742"/>
                  <a:pt x="1002260" y="4538252"/>
                </a:cubicBezTo>
                <a:cubicBezTo>
                  <a:pt x="1003202" y="4540762"/>
                  <a:pt x="1004144" y="4543315"/>
                  <a:pt x="1005085" y="4545867"/>
                </a:cubicBezTo>
                <a:cubicBezTo>
                  <a:pt x="995672" y="4551146"/>
                  <a:pt x="990902" y="4557463"/>
                  <a:pt x="988579" y="4564126"/>
                </a:cubicBezTo>
                <a:lnTo>
                  <a:pt x="988516" y="4564170"/>
                </a:lnTo>
                <a:cubicBezTo>
                  <a:pt x="986194" y="4570789"/>
                  <a:pt x="986257" y="4577757"/>
                  <a:pt x="986447" y="4584333"/>
                </a:cubicBezTo>
                <a:cubicBezTo>
                  <a:pt x="986634" y="4590909"/>
                  <a:pt x="986947" y="4597097"/>
                  <a:pt x="985128" y="4602159"/>
                </a:cubicBezTo>
                <a:cubicBezTo>
                  <a:pt x="983309" y="4607222"/>
                  <a:pt x="979292" y="4611159"/>
                  <a:pt x="970883" y="4613280"/>
                </a:cubicBezTo>
                <a:cubicBezTo>
                  <a:pt x="968810" y="4611376"/>
                  <a:pt x="966615" y="4605188"/>
                  <a:pt x="965172" y="4596708"/>
                </a:cubicBezTo>
                <a:cubicBezTo>
                  <a:pt x="963729" y="4588227"/>
                  <a:pt x="962912" y="4577539"/>
                  <a:pt x="963729" y="4566593"/>
                </a:cubicBezTo>
                <a:cubicBezTo>
                  <a:pt x="964482" y="4555646"/>
                  <a:pt x="966802" y="4544526"/>
                  <a:pt x="971510" y="4535223"/>
                </a:cubicBezTo>
                <a:cubicBezTo>
                  <a:pt x="976216" y="4525920"/>
                  <a:pt x="983309" y="4518435"/>
                  <a:pt x="993537" y="4514887"/>
                </a:cubicBezTo>
                <a:close/>
                <a:moveTo>
                  <a:pt x="1060434" y="4513501"/>
                </a:moveTo>
                <a:cubicBezTo>
                  <a:pt x="1064766" y="4517006"/>
                  <a:pt x="1068092" y="4519645"/>
                  <a:pt x="1070225" y="4522026"/>
                </a:cubicBezTo>
                <a:cubicBezTo>
                  <a:pt x="1072358" y="4524405"/>
                  <a:pt x="1073363" y="4526526"/>
                  <a:pt x="1073237" y="4528992"/>
                </a:cubicBezTo>
                <a:lnTo>
                  <a:pt x="1073300" y="4528992"/>
                </a:lnTo>
                <a:cubicBezTo>
                  <a:pt x="1073175" y="4531501"/>
                  <a:pt x="1071793" y="4534314"/>
                  <a:pt x="1069283" y="4538165"/>
                </a:cubicBezTo>
                <a:cubicBezTo>
                  <a:pt x="1066711" y="4542015"/>
                  <a:pt x="1063007" y="4546818"/>
                  <a:pt x="1057988" y="4553265"/>
                </a:cubicBezTo>
                <a:cubicBezTo>
                  <a:pt x="1056984" y="4549457"/>
                  <a:pt x="1055853" y="4545910"/>
                  <a:pt x="1054913" y="4542492"/>
                </a:cubicBezTo>
                <a:cubicBezTo>
                  <a:pt x="1053971" y="4539073"/>
                  <a:pt x="1053219" y="4535785"/>
                  <a:pt x="1052967" y="4532583"/>
                </a:cubicBezTo>
                <a:cubicBezTo>
                  <a:pt x="1052715" y="4529381"/>
                  <a:pt x="1053030" y="4526222"/>
                  <a:pt x="1054158" y="4523064"/>
                </a:cubicBezTo>
                <a:cubicBezTo>
                  <a:pt x="1055289" y="4519905"/>
                  <a:pt x="1057297" y="4516747"/>
                  <a:pt x="1060434" y="4513501"/>
                </a:cubicBezTo>
                <a:close/>
                <a:moveTo>
                  <a:pt x="838780" y="4512074"/>
                </a:moveTo>
                <a:cubicBezTo>
                  <a:pt x="839910" y="4512031"/>
                  <a:pt x="841228" y="4512377"/>
                  <a:pt x="843237" y="4513026"/>
                </a:cubicBezTo>
                <a:cubicBezTo>
                  <a:pt x="845245" y="4513632"/>
                  <a:pt x="848006" y="4514541"/>
                  <a:pt x="852210" y="4515666"/>
                </a:cubicBezTo>
                <a:cubicBezTo>
                  <a:pt x="848006" y="4517483"/>
                  <a:pt x="845307" y="4518824"/>
                  <a:pt x="843299" y="4519733"/>
                </a:cubicBezTo>
                <a:cubicBezTo>
                  <a:pt x="841291" y="4520598"/>
                  <a:pt x="840099" y="4521074"/>
                  <a:pt x="838969" y="4521161"/>
                </a:cubicBezTo>
                <a:lnTo>
                  <a:pt x="838969" y="4521247"/>
                </a:lnTo>
                <a:cubicBezTo>
                  <a:pt x="837839" y="4521334"/>
                  <a:pt x="836772" y="4520987"/>
                  <a:pt x="835141" y="4520338"/>
                </a:cubicBezTo>
                <a:cubicBezTo>
                  <a:pt x="833509" y="4519646"/>
                  <a:pt x="831250" y="4518651"/>
                  <a:pt x="827673" y="4517309"/>
                </a:cubicBezTo>
                <a:cubicBezTo>
                  <a:pt x="831061" y="4515449"/>
                  <a:pt x="833258" y="4514151"/>
                  <a:pt x="834889" y="4513329"/>
                </a:cubicBezTo>
                <a:cubicBezTo>
                  <a:pt x="836522" y="4512463"/>
                  <a:pt x="837588" y="4512074"/>
                  <a:pt x="838780" y="4512074"/>
                </a:cubicBezTo>
                <a:close/>
                <a:moveTo>
                  <a:pt x="1162289" y="4506016"/>
                </a:moveTo>
                <a:cubicBezTo>
                  <a:pt x="1165365" y="4507358"/>
                  <a:pt x="1168439" y="4508699"/>
                  <a:pt x="1171451" y="4509997"/>
                </a:cubicBezTo>
                <a:cubicBezTo>
                  <a:pt x="1174466" y="4511295"/>
                  <a:pt x="1177478" y="4512593"/>
                  <a:pt x="1180427" y="4513891"/>
                </a:cubicBezTo>
                <a:lnTo>
                  <a:pt x="1180427" y="4513848"/>
                </a:lnTo>
                <a:cubicBezTo>
                  <a:pt x="1183377" y="4515146"/>
                  <a:pt x="1186389" y="4516401"/>
                  <a:pt x="1189339" y="4517699"/>
                </a:cubicBezTo>
                <a:cubicBezTo>
                  <a:pt x="1192288" y="4518997"/>
                  <a:pt x="1195300" y="4520251"/>
                  <a:pt x="1198250" y="4521550"/>
                </a:cubicBezTo>
                <a:cubicBezTo>
                  <a:pt x="1195739" y="4522718"/>
                  <a:pt x="1194609" y="4523497"/>
                  <a:pt x="1193481" y="4524059"/>
                </a:cubicBezTo>
                <a:cubicBezTo>
                  <a:pt x="1192351" y="4524622"/>
                  <a:pt x="1191283" y="4524968"/>
                  <a:pt x="1188898" y="4525271"/>
                </a:cubicBezTo>
                <a:cubicBezTo>
                  <a:pt x="1186513" y="4525530"/>
                  <a:pt x="1182874" y="4525747"/>
                  <a:pt x="1176723" y="4526093"/>
                </a:cubicBezTo>
                <a:cubicBezTo>
                  <a:pt x="1170573" y="4526396"/>
                  <a:pt x="1161788" y="4526829"/>
                  <a:pt x="1149237" y="4527521"/>
                </a:cubicBezTo>
                <a:cubicBezTo>
                  <a:pt x="1149237" y="4530809"/>
                  <a:pt x="1150429" y="4533362"/>
                  <a:pt x="1152562" y="4535526"/>
                </a:cubicBezTo>
                <a:cubicBezTo>
                  <a:pt x="1154696" y="4537689"/>
                  <a:pt x="1157646" y="4539376"/>
                  <a:pt x="1161097" y="4540891"/>
                </a:cubicBezTo>
                <a:cubicBezTo>
                  <a:pt x="1164486" y="4542405"/>
                  <a:pt x="1168377" y="4543747"/>
                  <a:pt x="1172268" y="4545088"/>
                </a:cubicBezTo>
                <a:cubicBezTo>
                  <a:pt x="1176158" y="4546429"/>
                  <a:pt x="1180113" y="4547858"/>
                  <a:pt x="1183628" y="4549545"/>
                </a:cubicBezTo>
                <a:cubicBezTo>
                  <a:pt x="1184067" y="4551795"/>
                  <a:pt x="1184758" y="4557679"/>
                  <a:pt x="1185133" y="4565164"/>
                </a:cubicBezTo>
                <a:cubicBezTo>
                  <a:pt x="1185510" y="4572650"/>
                  <a:pt x="1185635" y="4581693"/>
                  <a:pt x="1184758" y="4590390"/>
                </a:cubicBezTo>
                <a:cubicBezTo>
                  <a:pt x="1183877" y="4599044"/>
                  <a:pt x="1182121" y="4607352"/>
                  <a:pt x="1178858" y="4613236"/>
                </a:cubicBezTo>
                <a:cubicBezTo>
                  <a:pt x="1175594" y="4619164"/>
                  <a:pt x="1170824" y="4622669"/>
                  <a:pt x="1163922" y="4621760"/>
                </a:cubicBezTo>
                <a:cubicBezTo>
                  <a:pt x="1162165" y="4616568"/>
                  <a:pt x="1160784" y="4612673"/>
                  <a:pt x="1159403" y="4609472"/>
                </a:cubicBezTo>
                <a:cubicBezTo>
                  <a:pt x="1158023" y="4606269"/>
                  <a:pt x="1156642" y="4603760"/>
                  <a:pt x="1154759" y="4601380"/>
                </a:cubicBezTo>
                <a:cubicBezTo>
                  <a:pt x="1152813" y="4598957"/>
                  <a:pt x="1150429" y="4596664"/>
                  <a:pt x="1147103" y="4593895"/>
                </a:cubicBezTo>
                <a:cubicBezTo>
                  <a:pt x="1143777" y="4591126"/>
                  <a:pt x="1139446" y="4587838"/>
                  <a:pt x="1133673" y="4583467"/>
                </a:cubicBezTo>
                <a:cubicBezTo>
                  <a:pt x="1134050" y="4581434"/>
                  <a:pt x="1135242" y="4580092"/>
                  <a:pt x="1136999" y="4579184"/>
                </a:cubicBezTo>
                <a:cubicBezTo>
                  <a:pt x="1138757" y="4578318"/>
                  <a:pt x="1141015" y="4577799"/>
                  <a:pt x="1143526" y="4577496"/>
                </a:cubicBezTo>
                <a:cubicBezTo>
                  <a:pt x="1146035" y="4577193"/>
                  <a:pt x="1148672" y="4577021"/>
                  <a:pt x="1151245" y="4576760"/>
                </a:cubicBezTo>
                <a:cubicBezTo>
                  <a:pt x="1153818" y="4576501"/>
                  <a:pt x="1156265" y="4576112"/>
                  <a:pt x="1158211" y="4575376"/>
                </a:cubicBezTo>
                <a:cubicBezTo>
                  <a:pt x="1168942" y="4571266"/>
                  <a:pt x="1172205" y="4568496"/>
                  <a:pt x="1171139" y="4565814"/>
                </a:cubicBezTo>
                <a:cubicBezTo>
                  <a:pt x="1170071" y="4563174"/>
                  <a:pt x="1164612" y="4560621"/>
                  <a:pt x="1157834" y="4556943"/>
                </a:cubicBezTo>
                <a:cubicBezTo>
                  <a:pt x="1151057" y="4553266"/>
                  <a:pt x="1142899" y="4548506"/>
                  <a:pt x="1136497" y="4541454"/>
                </a:cubicBezTo>
                <a:cubicBezTo>
                  <a:pt x="1130034" y="4534401"/>
                  <a:pt x="1125327" y="4525012"/>
                  <a:pt x="1125327" y="4512074"/>
                </a:cubicBezTo>
                <a:cubicBezTo>
                  <a:pt x="1128526" y="4511555"/>
                  <a:pt x="1131665" y="4511035"/>
                  <a:pt x="1134739" y="4510516"/>
                </a:cubicBezTo>
                <a:cubicBezTo>
                  <a:pt x="1137814" y="4509997"/>
                  <a:pt x="1140889" y="4509478"/>
                  <a:pt x="1143903" y="4509002"/>
                </a:cubicBezTo>
                <a:cubicBezTo>
                  <a:pt x="1146915" y="4508526"/>
                  <a:pt x="1149927" y="4508050"/>
                  <a:pt x="1153001" y="4507530"/>
                </a:cubicBezTo>
                <a:cubicBezTo>
                  <a:pt x="1156077" y="4507055"/>
                  <a:pt x="1159151" y="4506536"/>
                  <a:pt x="1162289" y="4506016"/>
                </a:cubicBezTo>
                <a:close/>
                <a:moveTo>
                  <a:pt x="1272611" y="4503420"/>
                </a:moveTo>
                <a:cubicBezTo>
                  <a:pt x="1272800" y="4504113"/>
                  <a:pt x="1273114" y="4507141"/>
                  <a:pt x="1273238" y="4511469"/>
                </a:cubicBezTo>
                <a:cubicBezTo>
                  <a:pt x="1273302" y="4515795"/>
                  <a:pt x="1273238" y="4521507"/>
                  <a:pt x="1272549" y="4527565"/>
                </a:cubicBezTo>
                <a:cubicBezTo>
                  <a:pt x="1271922" y="4533622"/>
                  <a:pt x="1270665" y="4540069"/>
                  <a:pt x="1268533" y="4545910"/>
                </a:cubicBezTo>
                <a:cubicBezTo>
                  <a:pt x="1266400" y="4551751"/>
                  <a:pt x="1263324" y="4557030"/>
                  <a:pt x="1259056" y="4560708"/>
                </a:cubicBezTo>
                <a:cubicBezTo>
                  <a:pt x="1256483" y="4558891"/>
                  <a:pt x="1254037" y="4557204"/>
                  <a:pt x="1251715" y="4555559"/>
                </a:cubicBezTo>
                <a:cubicBezTo>
                  <a:pt x="1249393" y="4553958"/>
                  <a:pt x="1247259" y="4552400"/>
                  <a:pt x="1245188" y="4550973"/>
                </a:cubicBezTo>
                <a:cubicBezTo>
                  <a:pt x="1243180" y="4549545"/>
                  <a:pt x="1241233" y="4548204"/>
                  <a:pt x="1239414" y="4546905"/>
                </a:cubicBezTo>
                <a:cubicBezTo>
                  <a:pt x="1237594" y="4545608"/>
                  <a:pt x="1235899" y="4544396"/>
                  <a:pt x="1234269" y="4543271"/>
                </a:cubicBezTo>
                <a:cubicBezTo>
                  <a:pt x="1234582" y="4539939"/>
                  <a:pt x="1236778" y="4536911"/>
                  <a:pt x="1239414" y="4534012"/>
                </a:cubicBezTo>
                <a:lnTo>
                  <a:pt x="1239414" y="4533968"/>
                </a:lnTo>
                <a:cubicBezTo>
                  <a:pt x="1242049" y="4531069"/>
                  <a:pt x="1245251" y="4528343"/>
                  <a:pt x="1247573" y="4525617"/>
                </a:cubicBezTo>
                <a:cubicBezTo>
                  <a:pt x="1249958" y="4522848"/>
                  <a:pt x="1251464" y="4520079"/>
                  <a:pt x="1250899" y="4517137"/>
                </a:cubicBezTo>
                <a:cubicBezTo>
                  <a:pt x="1250334" y="4514195"/>
                  <a:pt x="1247635" y="4511036"/>
                  <a:pt x="1241485" y="4507531"/>
                </a:cubicBezTo>
                <a:cubicBezTo>
                  <a:pt x="1245188" y="4507055"/>
                  <a:pt x="1248389" y="4506623"/>
                  <a:pt x="1251276" y="4506233"/>
                </a:cubicBezTo>
                <a:cubicBezTo>
                  <a:pt x="1254162" y="4505844"/>
                  <a:pt x="1256734" y="4505498"/>
                  <a:pt x="1259182" y="4505195"/>
                </a:cubicBezTo>
                <a:cubicBezTo>
                  <a:pt x="1261568" y="4504891"/>
                  <a:pt x="1263827" y="4504588"/>
                  <a:pt x="1266023" y="4504286"/>
                </a:cubicBezTo>
                <a:cubicBezTo>
                  <a:pt x="1268218" y="4503983"/>
                  <a:pt x="1270415" y="4503724"/>
                  <a:pt x="1272611" y="4503420"/>
                </a:cubicBezTo>
                <a:close/>
                <a:moveTo>
                  <a:pt x="924129" y="4500780"/>
                </a:moveTo>
                <a:cubicBezTo>
                  <a:pt x="923501" y="4503247"/>
                  <a:pt x="922936" y="4505584"/>
                  <a:pt x="922371" y="4507920"/>
                </a:cubicBezTo>
                <a:cubicBezTo>
                  <a:pt x="921806" y="4510213"/>
                  <a:pt x="921240" y="4512506"/>
                  <a:pt x="920614" y="4514930"/>
                </a:cubicBezTo>
                <a:cubicBezTo>
                  <a:pt x="920049" y="4517309"/>
                  <a:pt x="919421" y="4519819"/>
                  <a:pt x="918732" y="4522544"/>
                </a:cubicBezTo>
                <a:cubicBezTo>
                  <a:pt x="918104" y="4525271"/>
                  <a:pt x="917350" y="4528213"/>
                  <a:pt x="916536" y="4531458"/>
                </a:cubicBezTo>
                <a:lnTo>
                  <a:pt x="916410" y="4531415"/>
                </a:lnTo>
                <a:cubicBezTo>
                  <a:pt x="912706" y="4530030"/>
                  <a:pt x="909444" y="4528776"/>
                  <a:pt x="906493" y="4527651"/>
                </a:cubicBezTo>
                <a:cubicBezTo>
                  <a:pt x="903545" y="4526526"/>
                  <a:pt x="900908" y="4525530"/>
                  <a:pt x="898398" y="4524578"/>
                </a:cubicBezTo>
                <a:cubicBezTo>
                  <a:pt x="895950" y="4523626"/>
                  <a:pt x="893628" y="4522761"/>
                  <a:pt x="891369" y="4521896"/>
                </a:cubicBezTo>
                <a:cubicBezTo>
                  <a:pt x="889109" y="4521030"/>
                  <a:pt x="886913" y="4520209"/>
                  <a:pt x="884654" y="4519343"/>
                </a:cubicBezTo>
                <a:cubicBezTo>
                  <a:pt x="885785" y="4516530"/>
                  <a:pt x="887353" y="4514021"/>
                  <a:pt x="889361" y="4511857"/>
                </a:cubicBezTo>
                <a:cubicBezTo>
                  <a:pt x="891432" y="4509694"/>
                  <a:pt x="893942" y="4507834"/>
                  <a:pt x="897081" y="4506276"/>
                </a:cubicBezTo>
                <a:cubicBezTo>
                  <a:pt x="900217" y="4504761"/>
                  <a:pt x="903983" y="4503506"/>
                  <a:pt x="908439" y="4502598"/>
                </a:cubicBezTo>
                <a:cubicBezTo>
                  <a:pt x="912894" y="4501689"/>
                  <a:pt x="918104" y="4501084"/>
                  <a:pt x="924129" y="4500780"/>
                </a:cubicBezTo>
                <a:close/>
                <a:moveTo>
                  <a:pt x="701670" y="4500262"/>
                </a:moveTo>
                <a:lnTo>
                  <a:pt x="701606" y="4500348"/>
                </a:lnTo>
                <a:lnTo>
                  <a:pt x="701632" y="4500291"/>
                </a:lnTo>
                <a:close/>
                <a:moveTo>
                  <a:pt x="750549" y="4497795"/>
                </a:moveTo>
                <a:lnTo>
                  <a:pt x="750613" y="4497795"/>
                </a:lnTo>
                <a:cubicBezTo>
                  <a:pt x="755695" y="4498142"/>
                  <a:pt x="759523" y="4499785"/>
                  <a:pt x="759210" y="4503117"/>
                </a:cubicBezTo>
                <a:cubicBezTo>
                  <a:pt x="758896" y="4506448"/>
                  <a:pt x="754440" y="4511425"/>
                  <a:pt x="742956" y="4518434"/>
                </a:cubicBezTo>
                <a:cubicBezTo>
                  <a:pt x="741325" y="4517396"/>
                  <a:pt x="739818" y="4516444"/>
                  <a:pt x="738375" y="4515622"/>
                </a:cubicBezTo>
                <a:cubicBezTo>
                  <a:pt x="736932" y="4514800"/>
                  <a:pt x="735551" y="4514064"/>
                  <a:pt x="734359" y="4513329"/>
                </a:cubicBezTo>
                <a:cubicBezTo>
                  <a:pt x="733166" y="4512593"/>
                  <a:pt x="732100" y="4511944"/>
                  <a:pt x="731285" y="4511251"/>
                </a:cubicBezTo>
                <a:cubicBezTo>
                  <a:pt x="730468" y="4510602"/>
                  <a:pt x="729840" y="4509910"/>
                  <a:pt x="729464" y="4509218"/>
                </a:cubicBezTo>
                <a:cubicBezTo>
                  <a:pt x="727519" y="4505497"/>
                  <a:pt x="730279" y="4502512"/>
                  <a:pt x="734798" y="4500477"/>
                </a:cubicBezTo>
                <a:cubicBezTo>
                  <a:pt x="739254" y="4498488"/>
                  <a:pt x="745529" y="4497448"/>
                  <a:pt x="750549" y="4497795"/>
                </a:cubicBezTo>
                <a:close/>
                <a:moveTo>
                  <a:pt x="131032" y="4496281"/>
                </a:moveTo>
                <a:cubicBezTo>
                  <a:pt x="137811" y="4499570"/>
                  <a:pt x="140947" y="4504199"/>
                  <a:pt x="142203" y="4509781"/>
                </a:cubicBezTo>
                <a:cubicBezTo>
                  <a:pt x="143458" y="4515362"/>
                  <a:pt x="142893" y="4521853"/>
                  <a:pt x="142328" y="4528862"/>
                </a:cubicBezTo>
                <a:lnTo>
                  <a:pt x="142391" y="4528862"/>
                </a:lnTo>
                <a:cubicBezTo>
                  <a:pt x="141764" y="4535872"/>
                  <a:pt x="141135" y="4543401"/>
                  <a:pt x="142391" y="4551059"/>
                </a:cubicBezTo>
                <a:cubicBezTo>
                  <a:pt x="143646" y="4558718"/>
                  <a:pt x="146658" y="4566507"/>
                  <a:pt x="153374" y="4573992"/>
                </a:cubicBezTo>
                <a:cubicBezTo>
                  <a:pt x="141951" y="4579920"/>
                  <a:pt x="134609" y="4578188"/>
                  <a:pt x="130154" y="4572217"/>
                </a:cubicBezTo>
                <a:cubicBezTo>
                  <a:pt x="125698" y="4566204"/>
                  <a:pt x="124004" y="4555992"/>
                  <a:pt x="123878" y="4544958"/>
                </a:cubicBezTo>
                <a:cubicBezTo>
                  <a:pt x="123753" y="4533925"/>
                  <a:pt x="125135" y="4522070"/>
                  <a:pt x="126766" y="4512810"/>
                </a:cubicBezTo>
                <a:cubicBezTo>
                  <a:pt x="128396" y="4503551"/>
                  <a:pt x="130217" y="4496887"/>
                  <a:pt x="131032" y="4496281"/>
                </a:cubicBezTo>
                <a:close/>
                <a:moveTo>
                  <a:pt x="450582" y="4493945"/>
                </a:moveTo>
                <a:cubicBezTo>
                  <a:pt x="461753" y="4495762"/>
                  <a:pt x="469598" y="4497710"/>
                  <a:pt x="474430" y="4499440"/>
                </a:cubicBezTo>
                <a:lnTo>
                  <a:pt x="474366" y="4499440"/>
                </a:lnTo>
                <a:cubicBezTo>
                  <a:pt x="479200" y="4501170"/>
                  <a:pt x="481020" y="4502685"/>
                  <a:pt x="480204" y="4503637"/>
                </a:cubicBezTo>
                <a:cubicBezTo>
                  <a:pt x="479387" y="4504545"/>
                  <a:pt x="475874" y="4504935"/>
                  <a:pt x="469974" y="4504329"/>
                </a:cubicBezTo>
                <a:cubicBezTo>
                  <a:pt x="464075" y="4503724"/>
                  <a:pt x="455854" y="4502166"/>
                  <a:pt x="445561" y="4499310"/>
                </a:cubicBezTo>
                <a:cubicBezTo>
                  <a:pt x="446001" y="4498878"/>
                  <a:pt x="446377" y="4498402"/>
                  <a:pt x="446817" y="4497969"/>
                </a:cubicBezTo>
                <a:cubicBezTo>
                  <a:pt x="447256" y="4497536"/>
                  <a:pt x="447632" y="4497060"/>
                  <a:pt x="448072" y="4496628"/>
                </a:cubicBezTo>
                <a:cubicBezTo>
                  <a:pt x="448511" y="4496195"/>
                  <a:pt x="448888" y="4495719"/>
                  <a:pt x="449327" y="4495286"/>
                </a:cubicBezTo>
                <a:cubicBezTo>
                  <a:pt x="449766" y="4494853"/>
                  <a:pt x="450144" y="4494378"/>
                  <a:pt x="450582" y="4493945"/>
                </a:cubicBezTo>
                <a:close/>
                <a:moveTo>
                  <a:pt x="1074804" y="4493122"/>
                </a:moveTo>
                <a:cubicBezTo>
                  <a:pt x="1076687" y="4494074"/>
                  <a:pt x="1078130" y="4494593"/>
                  <a:pt x="1079072" y="4494983"/>
                </a:cubicBezTo>
                <a:cubicBezTo>
                  <a:pt x="1080076" y="4495372"/>
                  <a:pt x="1080577" y="4495675"/>
                  <a:pt x="1080577" y="4496238"/>
                </a:cubicBezTo>
                <a:cubicBezTo>
                  <a:pt x="1080577" y="4496756"/>
                  <a:pt x="1080138" y="4497579"/>
                  <a:pt x="1079197" y="4498963"/>
                </a:cubicBezTo>
                <a:lnTo>
                  <a:pt x="1079134" y="4498920"/>
                </a:lnTo>
                <a:cubicBezTo>
                  <a:pt x="1078193" y="4500305"/>
                  <a:pt x="1076749" y="4502295"/>
                  <a:pt x="1074866" y="4505194"/>
                </a:cubicBezTo>
                <a:cubicBezTo>
                  <a:pt x="1071792" y="4503939"/>
                  <a:pt x="1069469" y="4503204"/>
                  <a:pt x="1067900" y="4502598"/>
                </a:cubicBezTo>
                <a:cubicBezTo>
                  <a:pt x="1066332" y="4502035"/>
                  <a:pt x="1065453" y="4501602"/>
                  <a:pt x="1065453" y="4501040"/>
                </a:cubicBezTo>
                <a:cubicBezTo>
                  <a:pt x="1065453" y="4500477"/>
                  <a:pt x="1066143" y="4499742"/>
                  <a:pt x="1067712" y="4498531"/>
                </a:cubicBezTo>
                <a:cubicBezTo>
                  <a:pt x="1069219" y="4497319"/>
                  <a:pt x="1071604" y="4495631"/>
                  <a:pt x="1074804" y="4493122"/>
                </a:cubicBezTo>
                <a:close/>
                <a:moveTo>
                  <a:pt x="850579" y="4490786"/>
                </a:moveTo>
                <a:cubicBezTo>
                  <a:pt x="850830" y="4491089"/>
                  <a:pt x="851143" y="4491392"/>
                  <a:pt x="851395" y="4491695"/>
                </a:cubicBezTo>
                <a:cubicBezTo>
                  <a:pt x="851645" y="4491998"/>
                  <a:pt x="851960" y="4492301"/>
                  <a:pt x="852210" y="4492603"/>
                </a:cubicBezTo>
                <a:lnTo>
                  <a:pt x="852210" y="4492560"/>
                </a:lnTo>
                <a:cubicBezTo>
                  <a:pt x="852461" y="4492863"/>
                  <a:pt x="852774" y="4493166"/>
                  <a:pt x="853026" y="4493469"/>
                </a:cubicBezTo>
                <a:cubicBezTo>
                  <a:pt x="853277" y="4493772"/>
                  <a:pt x="853591" y="4494074"/>
                  <a:pt x="853842" y="4494378"/>
                </a:cubicBezTo>
                <a:cubicBezTo>
                  <a:pt x="852711" y="4494594"/>
                  <a:pt x="852022" y="4494810"/>
                  <a:pt x="851457" y="4494940"/>
                </a:cubicBezTo>
                <a:cubicBezTo>
                  <a:pt x="850891" y="4495027"/>
                  <a:pt x="850515" y="4495070"/>
                  <a:pt x="850202" y="4494940"/>
                </a:cubicBezTo>
                <a:cubicBezTo>
                  <a:pt x="849888" y="4494810"/>
                  <a:pt x="849511" y="4494507"/>
                  <a:pt x="848947" y="4493945"/>
                </a:cubicBezTo>
                <a:cubicBezTo>
                  <a:pt x="848382" y="4493425"/>
                  <a:pt x="847628" y="4492603"/>
                  <a:pt x="846499" y="4491478"/>
                </a:cubicBezTo>
                <a:cubicBezTo>
                  <a:pt x="846814" y="4491435"/>
                  <a:pt x="847189" y="4491349"/>
                  <a:pt x="847503" y="4491306"/>
                </a:cubicBezTo>
                <a:cubicBezTo>
                  <a:pt x="847818" y="4491262"/>
                  <a:pt x="848193" y="4491176"/>
                  <a:pt x="848506" y="4491132"/>
                </a:cubicBezTo>
                <a:cubicBezTo>
                  <a:pt x="848822" y="4491089"/>
                  <a:pt x="849135" y="4491003"/>
                  <a:pt x="849511" y="4490959"/>
                </a:cubicBezTo>
                <a:cubicBezTo>
                  <a:pt x="849888" y="4490916"/>
                  <a:pt x="850202" y="4490829"/>
                  <a:pt x="850579" y="4490786"/>
                </a:cubicBezTo>
                <a:close/>
                <a:moveTo>
                  <a:pt x="796734" y="4490526"/>
                </a:moveTo>
                <a:lnTo>
                  <a:pt x="796546" y="4490872"/>
                </a:lnTo>
                <a:lnTo>
                  <a:pt x="796358" y="4491175"/>
                </a:lnTo>
                <a:lnTo>
                  <a:pt x="796107" y="4491521"/>
                </a:lnTo>
                <a:lnTo>
                  <a:pt x="795918" y="4491867"/>
                </a:lnTo>
                <a:lnTo>
                  <a:pt x="795229" y="4491608"/>
                </a:lnTo>
                <a:lnTo>
                  <a:pt x="794601" y="4491348"/>
                </a:lnTo>
                <a:lnTo>
                  <a:pt x="793973" y="4491088"/>
                </a:lnTo>
                <a:lnTo>
                  <a:pt x="793283" y="4490829"/>
                </a:lnTo>
                <a:lnTo>
                  <a:pt x="794161" y="4490742"/>
                </a:lnTo>
                <a:lnTo>
                  <a:pt x="795040" y="4490656"/>
                </a:lnTo>
                <a:lnTo>
                  <a:pt x="795918" y="4490613"/>
                </a:lnTo>
                <a:close/>
                <a:moveTo>
                  <a:pt x="575784" y="4489661"/>
                </a:moveTo>
                <a:cubicBezTo>
                  <a:pt x="591785" y="4493945"/>
                  <a:pt x="602704" y="4499094"/>
                  <a:pt x="609670" y="4504545"/>
                </a:cubicBezTo>
                <a:cubicBezTo>
                  <a:pt x="616636" y="4509998"/>
                  <a:pt x="619710" y="4515709"/>
                  <a:pt x="620087" y="4521117"/>
                </a:cubicBezTo>
                <a:cubicBezTo>
                  <a:pt x="620463" y="4526483"/>
                  <a:pt x="618141" y="4531588"/>
                  <a:pt x="614313" y="4535699"/>
                </a:cubicBezTo>
                <a:cubicBezTo>
                  <a:pt x="610799" y="4539507"/>
                  <a:pt x="606029" y="4542449"/>
                  <a:pt x="600948" y="4544179"/>
                </a:cubicBezTo>
                <a:lnTo>
                  <a:pt x="601387" y="4544396"/>
                </a:lnTo>
                <a:lnTo>
                  <a:pt x="602014" y="4544742"/>
                </a:lnTo>
                <a:lnTo>
                  <a:pt x="602642" y="4545088"/>
                </a:lnTo>
                <a:lnTo>
                  <a:pt x="603269" y="4545434"/>
                </a:lnTo>
                <a:lnTo>
                  <a:pt x="602329" y="4545262"/>
                </a:lnTo>
                <a:lnTo>
                  <a:pt x="601387" y="4545088"/>
                </a:lnTo>
                <a:lnTo>
                  <a:pt x="600445" y="4544915"/>
                </a:lnTo>
                <a:lnTo>
                  <a:pt x="599504" y="4544742"/>
                </a:lnTo>
                <a:lnTo>
                  <a:pt x="599756" y="4544612"/>
                </a:lnTo>
                <a:lnTo>
                  <a:pt x="600006" y="4544483"/>
                </a:lnTo>
                <a:lnTo>
                  <a:pt x="600257" y="4544353"/>
                </a:lnTo>
                <a:lnTo>
                  <a:pt x="600508" y="4544223"/>
                </a:lnTo>
                <a:cubicBezTo>
                  <a:pt x="598311" y="4543574"/>
                  <a:pt x="596115" y="4542925"/>
                  <a:pt x="593856" y="4542233"/>
                </a:cubicBezTo>
                <a:cubicBezTo>
                  <a:pt x="591660" y="4541583"/>
                  <a:pt x="589400" y="4540891"/>
                  <a:pt x="587079" y="4540199"/>
                </a:cubicBezTo>
                <a:cubicBezTo>
                  <a:pt x="584757" y="4539507"/>
                  <a:pt x="582434" y="4538815"/>
                  <a:pt x="579987" y="4538079"/>
                </a:cubicBezTo>
                <a:cubicBezTo>
                  <a:pt x="577540" y="4537344"/>
                  <a:pt x="575030" y="4536608"/>
                  <a:pt x="572458" y="4535829"/>
                </a:cubicBezTo>
                <a:cubicBezTo>
                  <a:pt x="574527" y="4534012"/>
                  <a:pt x="576536" y="4532237"/>
                  <a:pt x="578481" y="4530594"/>
                </a:cubicBezTo>
                <a:cubicBezTo>
                  <a:pt x="580426" y="4528906"/>
                  <a:pt x="582246" y="4527305"/>
                  <a:pt x="583941" y="4525833"/>
                </a:cubicBezTo>
                <a:cubicBezTo>
                  <a:pt x="585698" y="4524319"/>
                  <a:pt x="587267" y="4522935"/>
                  <a:pt x="588773" y="4521637"/>
                </a:cubicBezTo>
                <a:cubicBezTo>
                  <a:pt x="590279" y="4520339"/>
                  <a:pt x="591596" y="4519170"/>
                  <a:pt x="592852" y="4518089"/>
                </a:cubicBezTo>
                <a:cubicBezTo>
                  <a:pt x="593794" y="4514973"/>
                  <a:pt x="592350" y="4512377"/>
                  <a:pt x="589840" y="4510127"/>
                </a:cubicBezTo>
                <a:cubicBezTo>
                  <a:pt x="587267" y="4507834"/>
                  <a:pt x="583690" y="4505887"/>
                  <a:pt x="580426" y="4503897"/>
                </a:cubicBezTo>
                <a:cubicBezTo>
                  <a:pt x="577163" y="4501949"/>
                  <a:pt x="574151" y="4499959"/>
                  <a:pt x="572896" y="4497710"/>
                </a:cubicBezTo>
                <a:cubicBezTo>
                  <a:pt x="571580" y="4495416"/>
                  <a:pt x="572018" y="4492863"/>
                  <a:pt x="575469" y="4489748"/>
                </a:cubicBezTo>
                <a:close/>
                <a:moveTo>
                  <a:pt x="987010" y="4481570"/>
                </a:moveTo>
                <a:lnTo>
                  <a:pt x="987072" y="4481570"/>
                </a:lnTo>
                <a:cubicBezTo>
                  <a:pt x="990148" y="4481396"/>
                  <a:pt x="994730" y="4481526"/>
                  <a:pt x="1002824" y="4481873"/>
                </a:cubicBezTo>
                <a:cubicBezTo>
                  <a:pt x="1010542" y="4482219"/>
                  <a:pt x="1021463" y="4482738"/>
                  <a:pt x="1037151" y="4483387"/>
                </a:cubicBezTo>
                <a:cubicBezTo>
                  <a:pt x="1034391" y="4485767"/>
                  <a:pt x="1032696" y="4487454"/>
                  <a:pt x="1031379" y="4488666"/>
                </a:cubicBezTo>
                <a:cubicBezTo>
                  <a:pt x="1029935" y="4490007"/>
                  <a:pt x="1028931" y="4490829"/>
                  <a:pt x="1027362" y="4491651"/>
                </a:cubicBezTo>
                <a:cubicBezTo>
                  <a:pt x="1025793" y="4492474"/>
                  <a:pt x="1023659" y="4493253"/>
                  <a:pt x="1019894" y="4494464"/>
                </a:cubicBezTo>
                <a:cubicBezTo>
                  <a:pt x="1016128" y="4495632"/>
                  <a:pt x="1010858" y="4497276"/>
                  <a:pt x="1002950" y="4499786"/>
                </a:cubicBezTo>
                <a:cubicBezTo>
                  <a:pt x="1000315" y="4498661"/>
                  <a:pt x="997804" y="4497622"/>
                  <a:pt x="995293" y="4496584"/>
                </a:cubicBezTo>
                <a:cubicBezTo>
                  <a:pt x="992721" y="4495545"/>
                  <a:pt x="990273" y="4494507"/>
                  <a:pt x="987763" y="4493468"/>
                </a:cubicBezTo>
                <a:cubicBezTo>
                  <a:pt x="985252" y="4492430"/>
                  <a:pt x="982742" y="4491392"/>
                  <a:pt x="980170" y="4490310"/>
                </a:cubicBezTo>
                <a:cubicBezTo>
                  <a:pt x="977596" y="4489228"/>
                  <a:pt x="974961" y="4488103"/>
                  <a:pt x="972199" y="4486978"/>
                </a:cubicBezTo>
                <a:cubicBezTo>
                  <a:pt x="976593" y="4485248"/>
                  <a:pt x="978789" y="4483949"/>
                  <a:pt x="980609" y="4483084"/>
                </a:cubicBezTo>
                <a:cubicBezTo>
                  <a:pt x="982429" y="4482219"/>
                  <a:pt x="983935" y="4481743"/>
                  <a:pt x="987010" y="4481570"/>
                </a:cubicBezTo>
                <a:close/>
                <a:moveTo>
                  <a:pt x="1119676" y="4477936"/>
                </a:moveTo>
                <a:cubicBezTo>
                  <a:pt x="1121810" y="4481699"/>
                  <a:pt x="1122375" y="4484815"/>
                  <a:pt x="1122061" y="4487368"/>
                </a:cubicBezTo>
                <a:cubicBezTo>
                  <a:pt x="1121748" y="4489920"/>
                  <a:pt x="1120429" y="4491911"/>
                  <a:pt x="1118798" y="4493339"/>
                </a:cubicBezTo>
                <a:cubicBezTo>
                  <a:pt x="1117166" y="4494767"/>
                  <a:pt x="1115095" y="4495675"/>
                  <a:pt x="1113275" y="4496065"/>
                </a:cubicBezTo>
                <a:cubicBezTo>
                  <a:pt x="1111456" y="4496498"/>
                  <a:pt x="1109824" y="4496367"/>
                  <a:pt x="1108882" y="4495806"/>
                </a:cubicBezTo>
                <a:cubicBezTo>
                  <a:pt x="1106999" y="4494594"/>
                  <a:pt x="1106309" y="4493166"/>
                  <a:pt x="1106498" y="4491652"/>
                </a:cubicBezTo>
                <a:cubicBezTo>
                  <a:pt x="1106623" y="4490094"/>
                  <a:pt x="1107627" y="4488449"/>
                  <a:pt x="1109071" y="4486806"/>
                </a:cubicBezTo>
                <a:cubicBezTo>
                  <a:pt x="1110514" y="4485161"/>
                  <a:pt x="1112397" y="4483517"/>
                  <a:pt x="1114279" y="4482003"/>
                </a:cubicBezTo>
                <a:lnTo>
                  <a:pt x="1114217" y="4482046"/>
                </a:lnTo>
                <a:cubicBezTo>
                  <a:pt x="1116099" y="4480489"/>
                  <a:pt x="1118107" y="4479103"/>
                  <a:pt x="1119676" y="4477936"/>
                </a:cubicBezTo>
                <a:close/>
                <a:moveTo>
                  <a:pt x="382802" y="4470146"/>
                </a:moveTo>
                <a:cubicBezTo>
                  <a:pt x="384182" y="4470233"/>
                  <a:pt x="385625" y="4470363"/>
                  <a:pt x="387069" y="4470450"/>
                </a:cubicBezTo>
                <a:cubicBezTo>
                  <a:pt x="386127" y="4470622"/>
                  <a:pt x="385123" y="4470752"/>
                  <a:pt x="384120" y="4470752"/>
                </a:cubicBezTo>
                <a:lnTo>
                  <a:pt x="383805" y="4470579"/>
                </a:lnTo>
                <a:lnTo>
                  <a:pt x="383491" y="4470406"/>
                </a:lnTo>
                <a:lnTo>
                  <a:pt x="383179" y="4470233"/>
                </a:lnTo>
                <a:lnTo>
                  <a:pt x="383115" y="4470320"/>
                </a:lnTo>
                <a:close/>
                <a:moveTo>
                  <a:pt x="395038" y="4468416"/>
                </a:moveTo>
                <a:cubicBezTo>
                  <a:pt x="397046" y="4468069"/>
                  <a:pt x="399181" y="4467983"/>
                  <a:pt x="401565" y="4468459"/>
                </a:cubicBezTo>
                <a:cubicBezTo>
                  <a:pt x="403949" y="4468935"/>
                  <a:pt x="406648" y="4469973"/>
                  <a:pt x="409722" y="4471921"/>
                </a:cubicBezTo>
                <a:cubicBezTo>
                  <a:pt x="406710" y="4471704"/>
                  <a:pt x="404012" y="4471531"/>
                  <a:pt x="401503" y="4471358"/>
                </a:cubicBezTo>
                <a:cubicBezTo>
                  <a:pt x="398991" y="4471185"/>
                  <a:pt x="396669" y="4471012"/>
                  <a:pt x="394536" y="4470882"/>
                </a:cubicBezTo>
                <a:cubicBezTo>
                  <a:pt x="392402" y="4470709"/>
                  <a:pt x="390394" y="4470579"/>
                  <a:pt x="388449" y="4470450"/>
                </a:cubicBezTo>
                <a:cubicBezTo>
                  <a:pt x="388009" y="4470406"/>
                  <a:pt x="387507" y="4470363"/>
                  <a:pt x="387068" y="4470363"/>
                </a:cubicBezTo>
                <a:cubicBezTo>
                  <a:pt x="387885" y="4470189"/>
                  <a:pt x="388637" y="4470017"/>
                  <a:pt x="389453" y="4469800"/>
                </a:cubicBezTo>
                <a:cubicBezTo>
                  <a:pt x="391211" y="4469325"/>
                  <a:pt x="393030" y="4468762"/>
                  <a:pt x="395038" y="4468416"/>
                </a:cubicBezTo>
                <a:close/>
                <a:moveTo>
                  <a:pt x="1069407" y="4468200"/>
                </a:moveTo>
                <a:cubicBezTo>
                  <a:pt x="1073298" y="4468285"/>
                  <a:pt x="1078068" y="4468848"/>
                  <a:pt x="1083967" y="4470103"/>
                </a:cubicBezTo>
                <a:cubicBezTo>
                  <a:pt x="1079951" y="4470796"/>
                  <a:pt x="1076374" y="4471445"/>
                  <a:pt x="1073110" y="4472007"/>
                </a:cubicBezTo>
                <a:cubicBezTo>
                  <a:pt x="1069784" y="4472569"/>
                  <a:pt x="1066834" y="4473089"/>
                  <a:pt x="1064074" y="4473564"/>
                </a:cubicBezTo>
                <a:cubicBezTo>
                  <a:pt x="1061312" y="4474040"/>
                  <a:pt x="1058739" y="4474473"/>
                  <a:pt x="1056291" y="4474906"/>
                </a:cubicBezTo>
                <a:lnTo>
                  <a:pt x="1056291" y="4474950"/>
                </a:lnTo>
                <a:lnTo>
                  <a:pt x="1051448" y="4475784"/>
                </a:lnTo>
                <a:lnTo>
                  <a:pt x="1050579" y="4476896"/>
                </a:lnTo>
                <a:cubicBezTo>
                  <a:pt x="1049638" y="4477459"/>
                  <a:pt x="1048696" y="4477977"/>
                  <a:pt x="1047754" y="4478540"/>
                </a:cubicBezTo>
                <a:cubicBezTo>
                  <a:pt x="1046814" y="4479102"/>
                  <a:pt x="1045872" y="4479622"/>
                  <a:pt x="1044931" y="4480185"/>
                </a:cubicBezTo>
                <a:cubicBezTo>
                  <a:pt x="1043989" y="4480747"/>
                  <a:pt x="1043049" y="4481267"/>
                  <a:pt x="1042107" y="4481829"/>
                </a:cubicBezTo>
                <a:cubicBezTo>
                  <a:pt x="1041165" y="4482392"/>
                  <a:pt x="1040225" y="4482910"/>
                  <a:pt x="1039283" y="4483473"/>
                </a:cubicBezTo>
                <a:cubicBezTo>
                  <a:pt x="1038530" y="4483430"/>
                  <a:pt x="1037839" y="4483386"/>
                  <a:pt x="1037149" y="4483386"/>
                </a:cubicBezTo>
                <a:cubicBezTo>
                  <a:pt x="1037400" y="4483171"/>
                  <a:pt x="1037588" y="4482997"/>
                  <a:pt x="1037903" y="4482738"/>
                </a:cubicBezTo>
                <a:cubicBezTo>
                  <a:pt x="1038844" y="4482175"/>
                  <a:pt x="1039785" y="4481656"/>
                  <a:pt x="1040726" y="4481093"/>
                </a:cubicBezTo>
                <a:cubicBezTo>
                  <a:pt x="1041668" y="4480531"/>
                  <a:pt x="1042609" y="4480012"/>
                  <a:pt x="1043550" y="4479449"/>
                </a:cubicBezTo>
                <a:cubicBezTo>
                  <a:pt x="1044492" y="4478887"/>
                  <a:pt x="1045433" y="4478367"/>
                  <a:pt x="1046375" y="4477805"/>
                </a:cubicBezTo>
                <a:lnTo>
                  <a:pt x="1046500" y="4477805"/>
                </a:lnTo>
                <a:cubicBezTo>
                  <a:pt x="1047441" y="4477242"/>
                  <a:pt x="1048383" y="4476723"/>
                  <a:pt x="1049324" y="4476160"/>
                </a:cubicBezTo>
                <a:lnTo>
                  <a:pt x="1051282" y="4475804"/>
                </a:lnTo>
                <a:lnTo>
                  <a:pt x="1054283" y="4472526"/>
                </a:lnTo>
                <a:cubicBezTo>
                  <a:pt x="1055790" y="4471228"/>
                  <a:pt x="1057610" y="4470103"/>
                  <a:pt x="1060057" y="4469324"/>
                </a:cubicBezTo>
                <a:cubicBezTo>
                  <a:pt x="1062505" y="4468546"/>
                  <a:pt x="1065517" y="4468113"/>
                  <a:pt x="1069407" y="4468200"/>
                </a:cubicBezTo>
                <a:close/>
                <a:moveTo>
                  <a:pt x="1309952" y="4450850"/>
                </a:moveTo>
                <a:cubicBezTo>
                  <a:pt x="1306501" y="4451152"/>
                  <a:pt x="1302296" y="4451975"/>
                  <a:pt x="1297589" y="4453186"/>
                </a:cubicBezTo>
                <a:cubicBezTo>
                  <a:pt x="1298405" y="4453792"/>
                  <a:pt x="1299283" y="4454397"/>
                  <a:pt x="1300163" y="4455047"/>
                </a:cubicBezTo>
                <a:cubicBezTo>
                  <a:pt x="1301041" y="4455696"/>
                  <a:pt x="1301983" y="4456344"/>
                  <a:pt x="1302924" y="4457037"/>
                </a:cubicBezTo>
                <a:cubicBezTo>
                  <a:pt x="1303928" y="4457730"/>
                  <a:pt x="1304932" y="4458465"/>
                  <a:pt x="1305999" y="4459243"/>
                </a:cubicBezTo>
                <a:cubicBezTo>
                  <a:pt x="1307065" y="4460022"/>
                  <a:pt x="1308258" y="4460888"/>
                  <a:pt x="1309515" y="4461797"/>
                </a:cubicBezTo>
                <a:lnTo>
                  <a:pt x="1318042" y="4454922"/>
                </a:lnTo>
                <a:lnTo>
                  <a:pt x="1318047" y="4454960"/>
                </a:lnTo>
                <a:lnTo>
                  <a:pt x="1318047" y="4454917"/>
                </a:lnTo>
                <a:lnTo>
                  <a:pt x="1318042" y="4454922"/>
                </a:lnTo>
                <a:lnTo>
                  <a:pt x="1317484" y="4451369"/>
                </a:lnTo>
                <a:cubicBezTo>
                  <a:pt x="1316039" y="4450676"/>
                  <a:pt x="1313403" y="4450547"/>
                  <a:pt x="1309952" y="4450850"/>
                </a:cubicBezTo>
                <a:close/>
                <a:moveTo>
                  <a:pt x="1056793" y="4442758"/>
                </a:moveTo>
                <a:cubicBezTo>
                  <a:pt x="1056981" y="4442930"/>
                  <a:pt x="1057232" y="4443061"/>
                  <a:pt x="1057420" y="4443233"/>
                </a:cubicBezTo>
                <a:cubicBezTo>
                  <a:pt x="1057608" y="4443363"/>
                  <a:pt x="1057860" y="4443537"/>
                  <a:pt x="1058049" y="4443709"/>
                </a:cubicBezTo>
                <a:cubicBezTo>
                  <a:pt x="1058236" y="4443840"/>
                  <a:pt x="1058488" y="4444012"/>
                  <a:pt x="1058676" y="4444185"/>
                </a:cubicBezTo>
                <a:cubicBezTo>
                  <a:pt x="1058865" y="4444315"/>
                  <a:pt x="1059115" y="4444488"/>
                  <a:pt x="1059303" y="4444662"/>
                </a:cubicBezTo>
                <a:cubicBezTo>
                  <a:pt x="1059053" y="4445050"/>
                  <a:pt x="1058865" y="4445397"/>
                  <a:pt x="1058612" y="4445744"/>
                </a:cubicBezTo>
                <a:cubicBezTo>
                  <a:pt x="1058362" y="4446133"/>
                  <a:pt x="1058173" y="4446479"/>
                  <a:pt x="1057923" y="4446825"/>
                </a:cubicBezTo>
                <a:cubicBezTo>
                  <a:pt x="1057672" y="4447214"/>
                  <a:pt x="1057484" y="4447561"/>
                  <a:pt x="1057232" y="4447907"/>
                </a:cubicBezTo>
                <a:cubicBezTo>
                  <a:pt x="1056981" y="4448296"/>
                  <a:pt x="1056793" y="4448642"/>
                  <a:pt x="1056543" y="4448988"/>
                </a:cubicBezTo>
                <a:cubicBezTo>
                  <a:pt x="1055161" y="4448036"/>
                  <a:pt x="1054096" y="4447430"/>
                  <a:pt x="1053342" y="4446998"/>
                </a:cubicBezTo>
                <a:cubicBezTo>
                  <a:pt x="1052588" y="4446522"/>
                  <a:pt x="1052212" y="4446262"/>
                  <a:pt x="1052212" y="4445959"/>
                </a:cubicBezTo>
                <a:cubicBezTo>
                  <a:pt x="1052212" y="4445657"/>
                  <a:pt x="1052588" y="4445354"/>
                  <a:pt x="1053342" y="4444878"/>
                </a:cubicBezTo>
                <a:cubicBezTo>
                  <a:pt x="1054096" y="4444402"/>
                  <a:pt x="1055224" y="4443753"/>
                  <a:pt x="1056793" y="4442758"/>
                </a:cubicBezTo>
                <a:close/>
                <a:moveTo>
                  <a:pt x="826230" y="4433974"/>
                </a:moveTo>
                <a:cubicBezTo>
                  <a:pt x="826606" y="4433974"/>
                  <a:pt x="826857" y="4434104"/>
                  <a:pt x="827234" y="4434364"/>
                </a:cubicBezTo>
                <a:cubicBezTo>
                  <a:pt x="827609" y="4434623"/>
                  <a:pt x="828112" y="4434969"/>
                  <a:pt x="828864" y="4435358"/>
                </a:cubicBezTo>
                <a:cubicBezTo>
                  <a:pt x="828550" y="4435489"/>
                  <a:pt x="828238" y="4435575"/>
                  <a:pt x="827922" y="4435662"/>
                </a:cubicBezTo>
                <a:cubicBezTo>
                  <a:pt x="827609" y="4435791"/>
                  <a:pt x="827296" y="4435878"/>
                  <a:pt x="826982" y="4435965"/>
                </a:cubicBezTo>
                <a:cubicBezTo>
                  <a:pt x="826669" y="4436094"/>
                  <a:pt x="826354" y="4436181"/>
                  <a:pt x="826040" y="4436268"/>
                </a:cubicBezTo>
                <a:cubicBezTo>
                  <a:pt x="825727" y="4436398"/>
                  <a:pt x="825413" y="4436483"/>
                  <a:pt x="825100" y="4436570"/>
                </a:cubicBezTo>
                <a:cubicBezTo>
                  <a:pt x="824785" y="4436527"/>
                  <a:pt x="824472" y="4436440"/>
                  <a:pt x="824158" y="4436398"/>
                </a:cubicBezTo>
                <a:cubicBezTo>
                  <a:pt x="823845" y="4436311"/>
                  <a:pt x="823531" y="4436268"/>
                  <a:pt x="823218" y="4436224"/>
                </a:cubicBezTo>
                <a:cubicBezTo>
                  <a:pt x="822903" y="4436137"/>
                  <a:pt x="822589" y="4436094"/>
                  <a:pt x="822276" y="4436051"/>
                </a:cubicBezTo>
                <a:cubicBezTo>
                  <a:pt x="821962" y="4435965"/>
                  <a:pt x="821649" y="4435921"/>
                  <a:pt x="821333" y="4435878"/>
                </a:cubicBezTo>
                <a:cubicBezTo>
                  <a:pt x="822841" y="4435229"/>
                  <a:pt x="823845" y="4434753"/>
                  <a:pt x="824596" y="4434450"/>
                </a:cubicBezTo>
                <a:cubicBezTo>
                  <a:pt x="825350" y="4434148"/>
                  <a:pt x="825789" y="4434017"/>
                  <a:pt x="826165" y="4434017"/>
                </a:cubicBezTo>
                <a:close/>
                <a:moveTo>
                  <a:pt x="496588" y="4433845"/>
                </a:moveTo>
                <a:cubicBezTo>
                  <a:pt x="493701" y="4433802"/>
                  <a:pt x="492257" y="4434191"/>
                  <a:pt x="492005" y="4434970"/>
                </a:cubicBezTo>
                <a:cubicBezTo>
                  <a:pt x="491817" y="4435705"/>
                  <a:pt x="492821" y="4436873"/>
                  <a:pt x="494893" y="4438301"/>
                </a:cubicBezTo>
                <a:cubicBezTo>
                  <a:pt x="496963" y="4439773"/>
                  <a:pt x="500101" y="4441504"/>
                  <a:pt x="504180" y="4443494"/>
                </a:cubicBezTo>
                <a:cubicBezTo>
                  <a:pt x="504808" y="4442585"/>
                  <a:pt x="505372" y="4441720"/>
                  <a:pt x="505875" y="4440984"/>
                </a:cubicBezTo>
                <a:cubicBezTo>
                  <a:pt x="506376" y="4440248"/>
                  <a:pt x="506816" y="4439556"/>
                  <a:pt x="507255" y="4438908"/>
                </a:cubicBezTo>
                <a:cubicBezTo>
                  <a:pt x="507695" y="4438259"/>
                  <a:pt x="508133" y="4437653"/>
                  <a:pt x="508510" y="4437091"/>
                </a:cubicBezTo>
                <a:cubicBezTo>
                  <a:pt x="508886" y="4436527"/>
                  <a:pt x="509262" y="4435965"/>
                  <a:pt x="509639" y="4435402"/>
                </a:cubicBezTo>
                <a:cubicBezTo>
                  <a:pt x="503741" y="4434408"/>
                  <a:pt x="499474" y="4433888"/>
                  <a:pt x="496588" y="4433845"/>
                </a:cubicBezTo>
                <a:close/>
                <a:moveTo>
                  <a:pt x="2825803" y="4431508"/>
                </a:moveTo>
                <a:cubicBezTo>
                  <a:pt x="2830699" y="4430427"/>
                  <a:pt x="2836974" y="4430729"/>
                  <a:pt x="2843187" y="4433671"/>
                </a:cubicBezTo>
                <a:cubicBezTo>
                  <a:pt x="2844065" y="4434104"/>
                  <a:pt x="2844944" y="4434580"/>
                  <a:pt x="2845822" y="4435099"/>
                </a:cubicBezTo>
                <a:cubicBezTo>
                  <a:pt x="2846638" y="4435619"/>
                  <a:pt x="2847517" y="4436181"/>
                  <a:pt x="2848459" y="4436830"/>
                </a:cubicBezTo>
                <a:lnTo>
                  <a:pt x="2848584" y="4436873"/>
                </a:lnTo>
                <a:cubicBezTo>
                  <a:pt x="2849525" y="4437523"/>
                  <a:pt x="2850467" y="4438215"/>
                  <a:pt x="2851596" y="4438994"/>
                </a:cubicBezTo>
                <a:cubicBezTo>
                  <a:pt x="2852726" y="4439773"/>
                  <a:pt x="2853918" y="4440637"/>
                  <a:pt x="2855361" y="4441590"/>
                </a:cubicBezTo>
                <a:cubicBezTo>
                  <a:pt x="2839735" y="4444358"/>
                  <a:pt x="2829632" y="4444532"/>
                  <a:pt x="2823607" y="4443407"/>
                </a:cubicBezTo>
                <a:cubicBezTo>
                  <a:pt x="2817583" y="4442282"/>
                  <a:pt x="2815700" y="4439815"/>
                  <a:pt x="2816516" y="4437393"/>
                </a:cubicBezTo>
                <a:cubicBezTo>
                  <a:pt x="2817332" y="4434969"/>
                  <a:pt x="2820909" y="4432590"/>
                  <a:pt x="2825803" y="4431508"/>
                </a:cubicBezTo>
                <a:close/>
                <a:moveTo>
                  <a:pt x="721814" y="4422508"/>
                </a:moveTo>
                <a:cubicBezTo>
                  <a:pt x="730971" y="4422897"/>
                  <a:pt x="739506" y="4424584"/>
                  <a:pt x="745405" y="4428046"/>
                </a:cubicBezTo>
                <a:cubicBezTo>
                  <a:pt x="732916" y="4435791"/>
                  <a:pt x="725637" y="4444358"/>
                  <a:pt x="720872" y="4453055"/>
                </a:cubicBezTo>
                <a:cubicBezTo>
                  <a:pt x="716103" y="4461752"/>
                  <a:pt x="713906" y="4470536"/>
                  <a:pt x="711584" y="4478671"/>
                </a:cubicBezTo>
                <a:lnTo>
                  <a:pt x="701632" y="4500291"/>
                </a:lnTo>
                <a:lnTo>
                  <a:pt x="691416" y="4508207"/>
                </a:lnTo>
                <a:cubicBezTo>
                  <a:pt x="687079" y="4510441"/>
                  <a:pt x="681713" y="4512225"/>
                  <a:pt x="674998" y="4513459"/>
                </a:cubicBezTo>
                <a:cubicBezTo>
                  <a:pt x="668722" y="4512290"/>
                  <a:pt x="666024" y="4510819"/>
                  <a:pt x="665772" y="4509175"/>
                </a:cubicBezTo>
                <a:cubicBezTo>
                  <a:pt x="665521" y="4507530"/>
                  <a:pt x="667655" y="4505713"/>
                  <a:pt x="670982" y="4503939"/>
                </a:cubicBezTo>
                <a:cubicBezTo>
                  <a:pt x="674308" y="4502165"/>
                  <a:pt x="678826" y="4500391"/>
                  <a:pt x="683344" y="4498791"/>
                </a:cubicBezTo>
                <a:cubicBezTo>
                  <a:pt x="687863" y="4497189"/>
                  <a:pt x="692318" y="4495762"/>
                  <a:pt x="695520" y="4494680"/>
                </a:cubicBezTo>
                <a:cubicBezTo>
                  <a:pt x="694515" y="4493252"/>
                  <a:pt x="693511" y="4491781"/>
                  <a:pt x="692507" y="4490309"/>
                </a:cubicBezTo>
                <a:cubicBezTo>
                  <a:pt x="691503" y="4488838"/>
                  <a:pt x="690498" y="4487324"/>
                  <a:pt x="689432" y="4485810"/>
                </a:cubicBezTo>
                <a:cubicBezTo>
                  <a:pt x="688365" y="4484296"/>
                  <a:pt x="687298" y="4482738"/>
                  <a:pt x="686168" y="4481093"/>
                </a:cubicBezTo>
                <a:cubicBezTo>
                  <a:pt x="685039" y="4479492"/>
                  <a:pt x="683909" y="4477762"/>
                  <a:pt x="682655" y="4475988"/>
                </a:cubicBezTo>
                <a:cubicBezTo>
                  <a:pt x="686232" y="4473478"/>
                  <a:pt x="689244" y="4470839"/>
                  <a:pt x="691566" y="4468026"/>
                </a:cubicBezTo>
                <a:cubicBezTo>
                  <a:pt x="693887" y="4465214"/>
                  <a:pt x="695582" y="4462314"/>
                  <a:pt x="696586" y="4459243"/>
                </a:cubicBezTo>
                <a:cubicBezTo>
                  <a:pt x="697528" y="4456171"/>
                  <a:pt x="697904" y="4453012"/>
                  <a:pt x="697528" y="4449680"/>
                </a:cubicBezTo>
                <a:cubicBezTo>
                  <a:pt x="697151" y="4446392"/>
                  <a:pt x="696147" y="4442930"/>
                  <a:pt x="694390" y="4439383"/>
                </a:cubicBezTo>
                <a:cubicBezTo>
                  <a:pt x="692507" y="4439512"/>
                  <a:pt x="690687" y="4439599"/>
                  <a:pt x="688805" y="4439729"/>
                </a:cubicBezTo>
                <a:cubicBezTo>
                  <a:pt x="686921" y="4439858"/>
                  <a:pt x="685039" y="4439945"/>
                  <a:pt x="683156" y="4440075"/>
                </a:cubicBezTo>
                <a:cubicBezTo>
                  <a:pt x="681274" y="4440162"/>
                  <a:pt x="679390" y="4440291"/>
                  <a:pt x="677445" y="4440421"/>
                </a:cubicBezTo>
                <a:cubicBezTo>
                  <a:pt x="675563" y="4440508"/>
                  <a:pt x="673617" y="4440637"/>
                  <a:pt x="671671" y="4440767"/>
                </a:cubicBezTo>
                <a:cubicBezTo>
                  <a:pt x="667906" y="4437868"/>
                  <a:pt x="669162" y="4434709"/>
                  <a:pt x="673492" y="4431897"/>
                </a:cubicBezTo>
                <a:cubicBezTo>
                  <a:pt x="677822" y="4429084"/>
                  <a:pt x="685352" y="4426532"/>
                  <a:pt x="694013" y="4424801"/>
                </a:cubicBezTo>
                <a:cubicBezTo>
                  <a:pt x="702736" y="4423070"/>
                  <a:pt x="712589" y="4422162"/>
                  <a:pt x="721814" y="4422508"/>
                </a:cubicBezTo>
                <a:close/>
                <a:moveTo>
                  <a:pt x="823531" y="4410090"/>
                </a:moveTo>
                <a:cubicBezTo>
                  <a:pt x="825476" y="4411777"/>
                  <a:pt x="826919" y="4412989"/>
                  <a:pt x="827923" y="4413898"/>
                </a:cubicBezTo>
                <a:cubicBezTo>
                  <a:pt x="829053" y="4414979"/>
                  <a:pt x="829555" y="4415628"/>
                  <a:pt x="829555" y="4416234"/>
                </a:cubicBezTo>
                <a:cubicBezTo>
                  <a:pt x="829555" y="4416840"/>
                  <a:pt x="828990" y="4417359"/>
                  <a:pt x="827923" y="4418137"/>
                </a:cubicBezTo>
                <a:cubicBezTo>
                  <a:pt x="826857" y="4418916"/>
                  <a:pt x="825413" y="4419998"/>
                  <a:pt x="823531" y="4421686"/>
                </a:cubicBezTo>
                <a:cubicBezTo>
                  <a:pt x="821649" y="4420085"/>
                  <a:pt x="820204" y="4419090"/>
                  <a:pt x="819139" y="4418354"/>
                </a:cubicBezTo>
                <a:cubicBezTo>
                  <a:pt x="818070" y="4417619"/>
                  <a:pt x="817443" y="4417142"/>
                  <a:pt x="817443" y="4416581"/>
                </a:cubicBezTo>
                <a:lnTo>
                  <a:pt x="817381" y="4416581"/>
                </a:lnTo>
                <a:cubicBezTo>
                  <a:pt x="817318" y="4416018"/>
                  <a:pt x="817820" y="4415369"/>
                  <a:pt x="818886" y="4414331"/>
                </a:cubicBezTo>
                <a:cubicBezTo>
                  <a:pt x="819891" y="4413335"/>
                  <a:pt x="821459" y="4411994"/>
                  <a:pt x="823531" y="4410090"/>
                </a:cubicBezTo>
                <a:close/>
                <a:moveTo>
                  <a:pt x="822338" y="4409138"/>
                </a:moveTo>
                <a:lnTo>
                  <a:pt x="822777" y="4409268"/>
                </a:lnTo>
                <a:lnTo>
                  <a:pt x="823217" y="4409398"/>
                </a:lnTo>
                <a:lnTo>
                  <a:pt x="823657" y="4409528"/>
                </a:lnTo>
                <a:lnTo>
                  <a:pt x="823531" y="4409528"/>
                </a:lnTo>
                <a:lnTo>
                  <a:pt x="823970" y="4409658"/>
                </a:lnTo>
                <a:cubicBezTo>
                  <a:pt x="823781" y="4409831"/>
                  <a:pt x="823657" y="4409960"/>
                  <a:pt x="823469" y="4410134"/>
                </a:cubicBezTo>
                <a:cubicBezTo>
                  <a:pt x="823092" y="4409788"/>
                  <a:pt x="822715" y="4409485"/>
                  <a:pt x="822338" y="4409138"/>
                </a:cubicBezTo>
                <a:close/>
                <a:moveTo>
                  <a:pt x="1172519" y="4406628"/>
                </a:moveTo>
                <a:cubicBezTo>
                  <a:pt x="1175217" y="4409916"/>
                  <a:pt x="1176913" y="4417099"/>
                  <a:pt x="1177790" y="4426056"/>
                </a:cubicBezTo>
                <a:cubicBezTo>
                  <a:pt x="1178669" y="4435012"/>
                  <a:pt x="1178794" y="4445744"/>
                  <a:pt x="1178418" y="4456215"/>
                </a:cubicBezTo>
                <a:cubicBezTo>
                  <a:pt x="1178041" y="4466642"/>
                  <a:pt x="1177037" y="4476811"/>
                  <a:pt x="1175845" y="4484599"/>
                </a:cubicBezTo>
                <a:cubicBezTo>
                  <a:pt x="1174653" y="4492387"/>
                  <a:pt x="1173084" y="4497795"/>
                  <a:pt x="1171451" y="4498704"/>
                </a:cubicBezTo>
                <a:cubicBezTo>
                  <a:pt x="1168439" y="4498920"/>
                  <a:pt x="1166620" y="4499180"/>
                  <a:pt x="1165301" y="4499353"/>
                </a:cubicBezTo>
                <a:cubicBezTo>
                  <a:pt x="1163984" y="4499526"/>
                  <a:pt x="1163042" y="4499613"/>
                  <a:pt x="1161788" y="4499526"/>
                </a:cubicBezTo>
                <a:cubicBezTo>
                  <a:pt x="1160532" y="4499439"/>
                  <a:pt x="1158901" y="4499224"/>
                  <a:pt x="1156139" y="4498747"/>
                </a:cubicBezTo>
                <a:cubicBezTo>
                  <a:pt x="1153378" y="4498314"/>
                  <a:pt x="1149488" y="4497579"/>
                  <a:pt x="1143650" y="4496584"/>
                </a:cubicBezTo>
                <a:cubicBezTo>
                  <a:pt x="1138567" y="4493512"/>
                  <a:pt x="1136559" y="4490309"/>
                  <a:pt x="1136119" y="4487065"/>
                </a:cubicBezTo>
                <a:cubicBezTo>
                  <a:pt x="1135680" y="4483776"/>
                  <a:pt x="1136747" y="4480488"/>
                  <a:pt x="1137814" y="4477200"/>
                </a:cubicBezTo>
                <a:cubicBezTo>
                  <a:pt x="1138881" y="4473911"/>
                  <a:pt x="1139886" y="4470666"/>
                  <a:pt x="1139321" y="4467550"/>
                </a:cubicBezTo>
                <a:cubicBezTo>
                  <a:pt x="1138757" y="4464436"/>
                  <a:pt x="1136559" y="4461493"/>
                  <a:pt x="1131287" y="4458724"/>
                </a:cubicBezTo>
                <a:cubicBezTo>
                  <a:pt x="1134050" y="4456777"/>
                  <a:pt x="1136874" y="4454829"/>
                  <a:pt x="1139696" y="4452883"/>
                </a:cubicBezTo>
                <a:cubicBezTo>
                  <a:pt x="1142522" y="4450936"/>
                  <a:pt x="1145408" y="4448988"/>
                  <a:pt x="1148295" y="4446954"/>
                </a:cubicBezTo>
                <a:lnTo>
                  <a:pt x="1148295" y="4447041"/>
                </a:lnTo>
                <a:cubicBezTo>
                  <a:pt x="1151181" y="4445008"/>
                  <a:pt x="1154131" y="4442974"/>
                  <a:pt x="1157207" y="4440854"/>
                </a:cubicBezTo>
                <a:cubicBezTo>
                  <a:pt x="1160281" y="4438777"/>
                  <a:pt x="1163419" y="4436613"/>
                  <a:pt x="1166620" y="4434364"/>
                </a:cubicBezTo>
                <a:cubicBezTo>
                  <a:pt x="1164172" y="4430512"/>
                  <a:pt x="1161411" y="4426748"/>
                  <a:pt x="1159089" y="4423244"/>
                </a:cubicBezTo>
                <a:cubicBezTo>
                  <a:pt x="1156767" y="4419739"/>
                  <a:pt x="1154947" y="4416494"/>
                  <a:pt x="1154320" y="4413854"/>
                </a:cubicBezTo>
                <a:cubicBezTo>
                  <a:pt x="1153692" y="4411215"/>
                  <a:pt x="1154382" y="4409095"/>
                  <a:pt x="1157143" y="4407797"/>
                </a:cubicBezTo>
                <a:cubicBezTo>
                  <a:pt x="1159905" y="4406499"/>
                  <a:pt x="1164737" y="4406023"/>
                  <a:pt x="1172519" y="4406628"/>
                </a:cubicBezTo>
                <a:close/>
                <a:moveTo>
                  <a:pt x="398615" y="4403989"/>
                </a:moveTo>
                <a:cubicBezTo>
                  <a:pt x="399180" y="4404119"/>
                  <a:pt x="399681" y="4404465"/>
                  <a:pt x="400372" y="4405071"/>
                </a:cubicBezTo>
                <a:cubicBezTo>
                  <a:pt x="401062" y="4405677"/>
                  <a:pt x="401941" y="4406542"/>
                  <a:pt x="403446" y="4407797"/>
                </a:cubicBezTo>
                <a:cubicBezTo>
                  <a:pt x="400434" y="4408186"/>
                  <a:pt x="398426" y="4408446"/>
                  <a:pt x="397046" y="4408619"/>
                </a:cubicBezTo>
                <a:cubicBezTo>
                  <a:pt x="395665" y="4408749"/>
                  <a:pt x="394849" y="4408792"/>
                  <a:pt x="394222" y="4408619"/>
                </a:cubicBezTo>
                <a:lnTo>
                  <a:pt x="394222" y="4408576"/>
                </a:lnTo>
                <a:cubicBezTo>
                  <a:pt x="393657" y="4408402"/>
                  <a:pt x="393280" y="4408056"/>
                  <a:pt x="392715" y="4407494"/>
                </a:cubicBezTo>
                <a:cubicBezTo>
                  <a:pt x="392150" y="4406931"/>
                  <a:pt x="391461" y="4406110"/>
                  <a:pt x="390268" y="4404985"/>
                </a:cubicBezTo>
                <a:cubicBezTo>
                  <a:pt x="392967" y="4404638"/>
                  <a:pt x="394723" y="4404292"/>
                  <a:pt x="395979" y="4404119"/>
                </a:cubicBezTo>
                <a:cubicBezTo>
                  <a:pt x="397234" y="4403946"/>
                  <a:pt x="397987" y="4403860"/>
                  <a:pt x="398615" y="4403989"/>
                </a:cubicBezTo>
                <a:close/>
                <a:moveTo>
                  <a:pt x="892875" y="4402431"/>
                </a:moveTo>
                <a:cubicBezTo>
                  <a:pt x="895889" y="4405027"/>
                  <a:pt x="898838" y="4407624"/>
                  <a:pt x="901787" y="4410177"/>
                </a:cubicBezTo>
                <a:cubicBezTo>
                  <a:pt x="904737" y="4412729"/>
                  <a:pt x="907687" y="4415282"/>
                  <a:pt x="910575" y="4417791"/>
                </a:cubicBezTo>
                <a:cubicBezTo>
                  <a:pt x="913460" y="4420345"/>
                  <a:pt x="916347" y="4422854"/>
                  <a:pt x="919233" y="4425320"/>
                </a:cubicBezTo>
                <a:cubicBezTo>
                  <a:pt x="922121" y="4427830"/>
                  <a:pt x="924944" y="4430296"/>
                  <a:pt x="927768" y="4432719"/>
                </a:cubicBezTo>
                <a:cubicBezTo>
                  <a:pt x="925948" y="4442584"/>
                  <a:pt x="925070" y="4450157"/>
                  <a:pt x="924003" y="4456041"/>
                </a:cubicBezTo>
                <a:cubicBezTo>
                  <a:pt x="922936" y="4461925"/>
                  <a:pt x="921618" y="4466123"/>
                  <a:pt x="918920" y="4469282"/>
                </a:cubicBezTo>
                <a:cubicBezTo>
                  <a:pt x="916221" y="4472440"/>
                  <a:pt x="912079" y="4474517"/>
                  <a:pt x="905302" y="4476117"/>
                </a:cubicBezTo>
                <a:cubicBezTo>
                  <a:pt x="898523" y="4477719"/>
                  <a:pt x="889111" y="4478887"/>
                  <a:pt x="875869" y="4480142"/>
                </a:cubicBezTo>
                <a:cubicBezTo>
                  <a:pt x="869342" y="4478282"/>
                  <a:pt x="862565" y="4476550"/>
                  <a:pt x="855912" y="4474690"/>
                </a:cubicBezTo>
                <a:lnTo>
                  <a:pt x="855912" y="4474646"/>
                </a:lnTo>
                <a:cubicBezTo>
                  <a:pt x="849323" y="4472786"/>
                  <a:pt x="842860" y="4470796"/>
                  <a:pt x="837024" y="4468373"/>
                </a:cubicBezTo>
                <a:cubicBezTo>
                  <a:pt x="831251" y="4465950"/>
                  <a:pt x="826043" y="4463094"/>
                  <a:pt x="821901" y="4459546"/>
                </a:cubicBezTo>
                <a:cubicBezTo>
                  <a:pt x="817822" y="4455998"/>
                  <a:pt x="814747" y="4451715"/>
                  <a:pt x="813241" y="4446436"/>
                </a:cubicBezTo>
                <a:cubicBezTo>
                  <a:pt x="819265" y="4449119"/>
                  <a:pt x="825478" y="4451282"/>
                  <a:pt x="831942" y="4453056"/>
                </a:cubicBezTo>
                <a:cubicBezTo>
                  <a:pt x="838342" y="4454829"/>
                  <a:pt x="844994" y="4456215"/>
                  <a:pt x="851834" y="4457382"/>
                </a:cubicBezTo>
                <a:cubicBezTo>
                  <a:pt x="858674" y="4458550"/>
                  <a:pt x="865701" y="4459503"/>
                  <a:pt x="872919" y="4460368"/>
                </a:cubicBezTo>
                <a:cubicBezTo>
                  <a:pt x="880136" y="4461233"/>
                  <a:pt x="887543" y="4462055"/>
                  <a:pt x="895197" y="4463007"/>
                </a:cubicBezTo>
                <a:cubicBezTo>
                  <a:pt x="896013" y="4459806"/>
                  <a:pt x="897081" y="4456646"/>
                  <a:pt x="897770" y="4453229"/>
                </a:cubicBezTo>
                <a:cubicBezTo>
                  <a:pt x="898462" y="4449811"/>
                  <a:pt x="898774" y="4446090"/>
                  <a:pt x="898147" y="4441762"/>
                </a:cubicBezTo>
                <a:cubicBezTo>
                  <a:pt x="897520" y="4437436"/>
                  <a:pt x="895889" y="4432460"/>
                  <a:pt x="892624" y="4426489"/>
                </a:cubicBezTo>
                <a:lnTo>
                  <a:pt x="877948" y="4405906"/>
                </a:lnTo>
                <a:lnTo>
                  <a:pt x="876496" y="4406239"/>
                </a:lnTo>
                <a:lnTo>
                  <a:pt x="876747" y="4406023"/>
                </a:lnTo>
                <a:lnTo>
                  <a:pt x="876999" y="4405806"/>
                </a:lnTo>
                <a:lnTo>
                  <a:pt x="877250" y="4405590"/>
                </a:lnTo>
                <a:lnTo>
                  <a:pt x="877374" y="4405634"/>
                </a:lnTo>
                <a:lnTo>
                  <a:pt x="877626" y="4405417"/>
                </a:lnTo>
                <a:lnTo>
                  <a:pt x="877925" y="4405795"/>
                </a:lnTo>
                <a:lnTo>
                  <a:pt x="879947" y="4405331"/>
                </a:lnTo>
                <a:cubicBezTo>
                  <a:pt x="881203" y="4405027"/>
                  <a:pt x="882458" y="4404768"/>
                  <a:pt x="883776" y="4404465"/>
                </a:cubicBezTo>
                <a:cubicBezTo>
                  <a:pt x="885094" y="4404162"/>
                  <a:pt x="886474" y="4403860"/>
                  <a:pt x="887981" y="4403513"/>
                </a:cubicBezTo>
                <a:cubicBezTo>
                  <a:pt x="889487" y="4403166"/>
                  <a:pt x="891119" y="4402820"/>
                  <a:pt x="892875" y="4402431"/>
                </a:cubicBezTo>
                <a:close/>
                <a:moveTo>
                  <a:pt x="517671" y="4400917"/>
                </a:moveTo>
                <a:cubicBezTo>
                  <a:pt x="512651" y="4400701"/>
                  <a:pt x="509703" y="4401221"/>
                  <a:pt x="508133" y="4402216"/>
                </a:cubicBezTo>
                <a:cubicBezTo>
                  <a:pt x="506565" y="4403211"/>
                  <a:pt x="506440" y="4404638"/>
                  <a:pt x="506941" y="4406153"/>
                </a:cubicBezTo>
                <a:cubicBezTo>
                  <a:pt x="507444" y="4407667"/>
                  <a:pt x="508698" y="4409268"/>
                  <a:pt x="509827" y="4410610"/>
                </a:cubicBezTo>
                <a:cubicBezTo>
                  <a:pt x="510957" y="4411951"/>
                  <a:pt x="512086" y="4413033"/>
                  <a:pt x="512463" y="4413509"/>
                </a:cubicBezTo>
                <a:cubicBezTo>
                  <a:pt x="518613" y="4412600"/>
                  <a:pt x="522568" y="4411388"/>
                  <a:pt x="524826" y="4410091"/>
                </a:cubicBezTo>
                <a:lnTo>
                  <a:pt x="524826" y="4410047"/>
                </a:lnTo>
                <a:cubicBezTo>
                  <a:pt x="527086" y="4408706"/>
                  <a:pt x="527714" y="4407321"/>
                  <a:pt x="527337" y="4405980"/>
                </a:cubicBezTo>
                <a:cubicBezTo>
                  <a:pt x="526960" y="4404638"/>
                  <a:pt x="525580" y="4403427"/>
                  <a:pt x="523760" y="4402519"/>
                </a:cubicBezTo>
                <a:cubicBezTo>
                  <a:pt x="521939" y="4401610"/>
                  <a:pt x="519680" y="4401004"/>
                  <a:pt x="517671" y="4400917"/>
                </a:cubicBezTo>
                <a:close/>
                <a:moveTo>
                  <a:pt x="947662" y="4399360"/>
                </a:moveTo>
                <a:cubicBezTo>
                  <a:pt x="950299" y="4396893"/>
                  <a:pt x="955820" y="4396721"/>
                  <a:pt x="964920" y="4400614"/>
                </a:cubicBezTo>
                <a:cubicBezTo>
                  <a:pt x="970632" y="4403038"/>
                  <a:pt x="973708" y="4404768"/>
                  <a:pt x="975716" y="4406110"/>
                </a:cubicBezTo>
                <a:cubicBezTo>
                  <a:pt x="977786" y="4407451"/>
                  <a:pt x="978789" y="4408446"/>
                  <a:pt x="980359" y="4409355"/>
                </a:cubicBezTo>
                <a:cubicBezTo>
                  <a:pt x="981928" y="4410306"/>
                  <a:pt x="984123" y="4411172"/>
                  <a:pt x="988454" y="4412384"/>
                </a:cubicBezTo>
                <a:cubicBezTo>
                  <a:pt x="992848" y="4413595"/>
                  <a:pt x="999374" y="4415066"/>
                  <a:pt x="1009666" y="4417230"/>
                </a:cubicBezTo>
                <a:cubicBezTo>
                  <a:pt x="1007406" y="4417706"/>
                  <a:pt x="1005274" y="4418181"/>
                  <a:pt x="1003140" y="4418657"/>
                </a:cubicBezTo>
                <a:cubicBezTo>
                  <a:pt x="1001006" y="4419134"/>
                  <a:pt x="998935" y="4419609"/>
                  <a:pt x="996927" y="4420042"/>
                </a:cubicBezTo>
                <a:cubicBezTo>
                  <a:pt x="994856" y="4420518"/>
                  <a:pt x="992910" y="4420951"/>
                  <a:pt x="990902" y="4421384"/>
                </a:cubicBezTo>
                <a:cubicBezTo>
                  <a:pt x="988894" y="4421816"/>
                  <a:pt x="986947" y="4422248"/>
                  <a:pt x="984939" y="4422681"/>
                </a:cubicBezTo>
                <a:cubicBezTo>
                  <a:pt x="984500" y="4423719"/>
                  <a:pt x="983999" y="4424715"/>
                  <a:pt x="983558" y="4425754"/>
                </a:cubicBezTo>
                <a:cubicBezTo>
                  <a:pt x="983120" y="4426748"/>
                  <a:pt x="982617" y="4427787"/>
                  <a:pt x="982179" y="4428782"/>
                </a:cubicBezTo>
                <a:cubicBezTo>
                  <a:pt x="981676" y="4429777"/>
                  <a:pt x="981237" y="4430773"/>
                  <a:pt x="980797" y="4431768"/>
                </a:cubicBezTo>
                <a:cubicBezTo>
                  <a:pt x="980359" y="4432763"/>
                  <a:pt x="979920" y="4433759"/>
                  <a:pt x="979481" y="4434710"/>
                </a:cubicBezTo>
                <a:cubicBezTo>
                  <a:pt x="972138" y="4434710"/>
                  <a:pt x="965234" y="4431594"/>
                  <a:pt x="959649" y="4427181"/>
                </a:cubicBezTo>
                <a:cubicBezTo>
                  <a:pt x="954063" y="4422768"/>
                  <a:pt x="949734" y="4417056"/>
                  <a:pt x="947474" y="4411821"/>
                </a:cubicBezTo>
                <a:cubicBezTo>
                  <a:pt x="945215" y="4406585"/>
                  <a:pt x="945027" y="4401826"/>
                  <a:pt x="947662" y="4399360"/>
                </a:cubicBezTo>
                <a:close/>
                <a:moveTo>
                  <a:pt x="1017885" y="4388369"/>
                </a:moveTo>
                <a:lnTo>
                  <a:pt x="1014810" y="4394427"/>
                </a:lnTo>
                <a:cubicBezTo>
                  <a:pt x="1012424" y="4394946"/>
                  <a:pt x="1009224" y="4394081"/>
                  <a:pt x="1006966" y="4392869"/>
                </a:cubicBezTo>
                <a:cubicBezTo>
                  <a:pt x="1004706" y="4391614"/>
                  <a:pt x="1003451" y="4390014"/>
                  <a:pt x="1004831" y="4388974"/>
                </a:cubicBezTo>
                <a:close/>
                <a:moveTo>
                  <a:pt x="1020081" y="4386811"/>
                </a:moveTo>
                <a:cubicBezTo>
                  <a:pt x="1019954" y="4386984"/>
                  <a:pt x="1019704" y="4387374"/>
                  <a:pt x="1019704" y="4387374"/>
                </a:cubicBezTo>
                <a:lnTo>
                  <a:pt x="1019642" y="4387374"/>
                </a:lnTo>
                <a:cubicBezTo>
                  <a:pt x="1019391" y="4387720"/>
                  <a:pt x="1019139" y="4388109"/>
                  <a:pt x="1018888" y="4388456"/>
                </a:cubicBezTo>
                <a:lnTo>
                  <a:pt x="1017885" y="4388369"/>
                </a:lnTo>
                <a:lnTo>
                  <a:pt x="1017883" y="4388369"/>
                </a:lnTo>
                <a:cubicBezTo>
                  <a:pt x="1017883" y="4388238"/>
                  <a:pt x="1017883" y="4388109"/>
                  <a:pt x="1017883" y="4387979"/>
                </a:cubicBezTo>
                <a:cubicBezTo>
                  <a:pt x="1018888" y="4387460"/>
                  <a:pt x="1019515" y="4387113"/>
                  <a:pt x="1020081" y="4386811"/>
                </a:cubicBezTo>
                <a:close/>
                <a:moveTo>
                  <a:pt x="1021964" y="4384043"/>
                </a:moveTo>
                <a:cubicBezTo>
                  <a:pt x="1021838" y="4384605"/>
                  <a:pt x="1021776" y="4384994"/>
                  <a:pt x="1021776" y="4385254"/>
                </a:cubicBezTo>
                <a:cubicBezTo>
                  <a:pt x="1021712" y="4385557"/>
                  <a:pt x="1021524" y="4385903"/>
                  <a:pt x="1021524" y="4385903"/>
                </a:cubicBezTo>
                <a:lnTo>
                  <a:pt x="1021524" y="4385860"/>
                </a:lnTo>
                <a:cubicBezTo>
                  <a:pt x="1021335" y="4386032"/>
                  <a:pt x="1021023" y="4386250"/>
                  <a:pt x="1020457" y="4386552"/>
                </a:cubicBezTo>
                <a:cubicBezTo>
                  <a:pt x="1020394" y="4386639"/>
                  <a:pt x="1020207" y="4386682"/>
                  <a:pt x="1020081" y="4386768"/>
                </a:cubicBezTo>
                <a:cubicBezTo>
                  <a:pt x="1020207" y="4386552"/>
                  <a:pt x="1020331" y="4386379"/>
                  <a:pt x="1020457" y="4386206"/>
                </a:cubicBezTo>
                <a:cubicBezTo>
                  <a:pt x="1020707" y="4385860"/>
                  <a:pt x="1020959" y="4385471"/>
                  <a:pt x="1021210" y="4385125"/>
                </a:cubicBezTo>
                <a:cubicBezTo>
                  <a:pt x="1021461" y="4384778"/>
                  <a:pt x="1021712" y="4384389"/>
                  <a:pt x="1021964" y="4384043"/>
                </a:cubicBezTo>
                <a:close/>
                <a:moveTo>
                  <a:pt x="746155" y="4373572"/>
                </a:moveTo>
                <a:cubicBezTo>
                  <a:pt x="746782" y="4373355"/>
                  <a:pt x="747974" y="4373485"/>
                  <a:pt x="749607" y="4373874"/>
                </a:cubicBezTo>
                <a:cubicBezTo>
                  <a:pt x="751238" y="4374307"/>
                  <a:pt x="753372" y="4374999"/>
                  <a:pt x="755944" y="4375951"/>
                </a:cubicBezTo>
                <a:cubicBezTo>
                  <a:pt x="755380" y="4376211"/>
                  <a:pt x="754877" y="4376427"/>
                  <a:pt x="754312" y="4376686"/>
                </a:cubicBezTo>
                <a:lnTo>
                  <a:pt x="754312" y="4376643"/>
                </a:lnTo>
                <a:cubicBezTo>
                  <a:pt x="753747" y="4376903"/>
                  <a:pt x="753246" y="4377119"/>
                  <a:pt x="752681" y="4377378"/>
                </a:cubicBezTo>
                <a:cubicBezTo>
                  <a:pt x="752116" y="4377639"/>
                  <a:pt x="751615" y="4377855"/>
                  <a:pt x="751050" y="4378114"/>
                </a:cubicBezTo>
                <a:cubicBezTo>
                  <a:pt x="750547" y="4378374"/>
                  <a:pt x="749982" y="4378590"/>
                  <a:pt x="749418" y="4378850"/>
                </a:cubicBezTo>
                <a:cubicBezTo>
                  <a:pt x="747597" y="4377249"/>
                  <a:pt x="746469" y="4376038"/>
                  <a:pt x="745966" y="4375172"/>
                </a:cubicBezTo>
                <a:cubicBezTo>
                  <a:pt x="745401" y="4374307"/>
                  <a:pt x="745528" y="4373788"/>
                  <a:pt x="746155" y="4373572"/>
                </a:cubicBezTo>
                <a:close/>
                <a:moveTo>
                  <a:pt x="2664146" y="4373398"/>
                </a:moveTo>
                <a:cubicBezTo>
                  <a:pt x="2664585" y="4373572"/>
                  <a:pt x="2664962" y="4373788"/>
                  <a:pt x="2665401" y="4373961"/>
                </a:cubicBezTo>
                <a:cubicBezTo>
                  <a:pt x="2665841" y="4374133"/>
                  <a:pt x="2666217" y="4374350"/>
                  <a:pt x="2666657" y="4374523"/>
                </a:cubicBezTo>
                <a:lnTo>
                  <a:pt x="2666657" y="4374566"/>
                </a:lnTo>
                <a:cubicBezTo>
                  <a:pt x="2667096" y="4374739"/>
                  <a:pt x="2667473" y="4374956"/>
                  <a:pt x="2667912" y="4375128"/>
                </a:cubicBezTo>
                <a:cubicBezTo>
                  <a:pt x="2668351" y="4375302"/>
                  <a:pt x="2668727" y="4375518"/>
                  <a:pt x="2669166" y="4375692"/>
                </a:cubicBezTo>
                <a:cubicBezTo>
                  <a:pt x="2668790" y="4375778"/>
                  <a:pt x="2668414" y="4375864"/>
                  <a:pt x="2668037" y="4375951"/>
                </a:cubicBezTo>
                <a:cubicBezTo>
                  <a:pt x="2667661" y="4376037"/>
                  <a:pt x="2667284" y="4376124"/>
                  <a:pt x="2666908" y="4376211"/>
                </a:cubicBezTo>
                <a:cubicBezTo>
                  <a:pt x="2666531" y="4376297"/>
                  <a:pt x="2666154" y="4376384"/>
                  <a:pt x="2665778" y="4376470"/>
                </a:cubicBezTo>
                <a:cubicBezTo>
                  <a:pt x="2665401" y="4376557"/>
                  <a:pt x="2665024" y="4376643"/>
                  <a:pt x="2664649" y="4376730"/>
                </a:cubicBezTo>
                <a:cubicBezTo>
                  <a:pt x="2663770" y="4376340"/>
                  <a:pt x="2663080" y="4376081"/>
                  <a:pt x="2662577" y="4375907"/>
                </a:cubicBezTo>
                <a:cubicBezTo>
                  <a:pt x="2662076" y="4375692"/>
                  <a:pt x="2661762" y="4375605"/>
                  <a:pt x="2661762" y="4375432"/>
                </a:cubicBezTo>
                <a:cubicBezTo>
                  <a:pt x="2661699" y="4375258"/>
                  <a:pt x="2661887" y="4375086"/>
                  <a:pt x="2662264" y="4374782"/>
                </a:cubicBezTo>
                <a:cubicBezTo>
                  <a:pt x="2662640" y="4374480"/>
                  <a:pt x="2663268" y="4374047"/>
                  <a:pt x="2664146" y="4373398"/>
                </a:cubicBezTo>
                <a:close/>
                <a:moveTo>
                  <a:pt x="959245" y="4368747"/>
                </a:moveTo>
                <a:lnTo>
                  <a:pt x="959274" y="4368768"/>
                </a:lnTo>
                <a:lnTo>
                  <a:pt x="959210" y="4368768"/>
                </a:lnTo>
                <a:close/>
                <a:moveTo>
                  <a:pt x="2818650" y="4350119"/>
                </a:moveTo>
                <a:cubicBezTo>
                  <a:pt x="2819089" y="4350075"/>
                  <a:pt x="2819717" y="4350206"/>
                  <a:pt x="2820721" y="4350465"/>
                </a:cubicBezTo>
                <a:cubicBezTo>
                  <a:pt x="2821725" y="4350769"/>
                  <a:pt x="2823169" y="4351200"/>
                  <a:pt x="2825239" y="4351894"/>
                </a:cubicBezTo>
                <a:cubicBezTo>
                  <a:pt x="2824863" y="4351979"/>
                  <a:pt x="2824486" y="4352023"/>
                  <a:pt x="2824111" y="4352110"/>
                </a:cubicBezTo>
                <a:cubicBezTo>
                  <a:pt x="2823734" y="4352196"/>
                  <a:pt x="2823357" y="4352240"/>
                  <a:pt x="2822981" y="4352325"/>
                </a:cubicBezTo>
                <a:cubicBezTo>
                  <a:pt x="2822604" y="4352412"/>
                  <a:pt x="2822227" y="4352456"/>
                  <a:pt x="2821851" y="4352542"/>
                </a:cubicBezTo>
                <a:cubicBezTo>
                  <a:pt x="2821474" y="4352629"/>
                  <a:pt x="2821097" y="4352672"/>
                  <a:pt x="2820721" y="4352758"/>
                </a:cubicBezTo>
                <a:cubicBezTo>
                  <a:pt x="2820345" y="4352672"/>
                  <a:pt x="2819969" y="4352542"/>
                  <a:pt x="2819592" y="4352456"/>
                </a:cubicBezTo>
                <a:cubicBezTo>
                  <a:pt x="2819215" y="4352369"/>
                  <a:pt x="2818839" y="4352240"/>
                  <a:pt x="2818462" y="4352153"/>
                </a:cubicBezTo>
                <a:lnTo>
                  <a:pt x="2818524" y="4352110"/>
                </a:lnTo>
                <a:cubicBezTo>
                  <a:pt x="2818148" y="4352023"/>
                  <a:pt x="2817772" y="4351894"/>
                  <a:pt x="2817396" y="4351807"/>
                </a:cubicBezTo>
                <a:cubicBezTo>
                  <a:pt x="2817019" y="4351720"/>
                  <a:pt x="2816642" y="4351590"/>
                  <a:pt x="2816266" y="4351504"/>
                </a:cubicBezTo>
                <a:cubicBezTo>
                  <a:pt x="2816955" y="4351158"/>
                  <a:pt x="2817332" y="4350811"/>
                  <a:pt x="2817646" y="4350552"/>
                </a:cubicBezTo>
                <a:cubicBezTo>
                  <a:pt x="2817959" y="4350336"/>
                  <a:pt x="2818211" y="4350119"/>
                  <a:pt x="2818650" y="4350119"/>
                </a:cubicBezTo>
                <a:close/>
                <a:moveTo>
                  <a:pt x="1012488" y="4349644"/>
                </a:moveTo>
                <a:cubicBezTo>
                  <a:pt x="1016128" y="4349514"/>
                  <a:pt x="1020019" y="4349557"/>
                  <a:pt x="1023972" y="4349644"/>
                </a:cubicBezTo>
                <a:cubicBezTo>
                  <a:pt x="1021714" y="4351287"/>
                  <a:pt x="1019391" y="4352759"/>
                  <a:pt x="1016881" y="4353970"/>
                </a:cubicBezTo>
                <a:cubicBezTo>
                  <a:pt x="1014371" y="4355182"/>
                  <a:pt x="1011672" y="4356220"/>
                  <a:pt x="1008786" y="4357086"/>
                </a:cubicBezTo>
                <a:cubicBezTo>
                  <a:pt x="1005836" y="4357951"/>
                  <a:pt x="1002698" y="4358643"/>
                  <a:pt x="999247" y="4359206"/>
                </a:cubicBezTo>
                <a:cubicBezTo>
                  <a:pt x="995795" y="4359725"/>
                  <a:pt x="991967" y="4360157"/>
                  <a:pt x="987824" y="4360461"/>
                </a:cubicBezTo>
                <a:cubicBezTo>
                  <a:pt x="989394" y="4357561"/>
                  <a:pt x="991465" y="4355441"/>
                  <a:pt x="993913" y="4353883"/>
                </a:cubicBezTo>
                <a:lnTo>
                  <a:pt x="993913" y="4353927"/>
                </a:lnTo>
                <a:cubicBezTo>
                  <a:pt x="996360" y="4352369"/>
                  <a:pt x="999184" y="4351331"/>
                  <a:pt x="1002322" y="4350682"/>
                </a:cubicBezTo>
                <a:cubicBezTo>
                  <a:pt x="1005460" y="4350033"/>
                  <a:pt x="1008848" y="4349773"/>
                  <a:pt x="1012488" y="4349644"/>
                </a:cubicBezTo>
                <a:close/>
                <a:moveTo>
                  <a:pt x="964419" y="4343543"/>
                </a:moveTo>
                <a:cubicBezTo>
                  <a:pt x="971070" y="4351851"/>
                  <a:pt x="972012" y="4358124"/>
                  <a:pt x="970129" y="4362322"/>
                </a:cubicBezTo>
                <a:lnTo>
                  <a:pt x="959245" y="4368747"/>
                </a:lnTo>
                <a:lnTo>
                  <a:pt x="951176" y="4362235"/>
                </a:lnTo>
                <a:cubicBezTo>
                  <a:pt x="951113" y="4358038"/>
                  <a:pt x="954566" y="4351807"/>
                  <a:pt x="964419" y="4343543"/>
                </a:cubicBezTo>
                <a:close/>
                <a:moveTo>
                  <a:pt x="965422" y="4342548"/>
                </a:moveTo>
                <a:cubicBezTo>
                  <a:pt x="964982" y="4342851"/>
                  <a:pt x="964668" y="4343153"/>
                  <a:pt x="964294" y="4343500"/>
                </a:cubicBezTo>
                <a:cubicBezTo>
                  <a:pt x="964167" y="4343369"/>
                  <a:pt x="963979" y="4343067"/>
                  <a:pt x="963979" y="4343067"/>
                </a:cubicBezTo>
                <a:lnTo>
                  <a:pt x="964355" y="4342937"/>
                </a:lnTo>
                <a:lnTo>
                  <a:pt x="964731" y="4342807"/>
                </a:lnTo>
                <a:lnTo>
                  <a:pt x="965109" y="4342677"/>
                </a:lnTo>
                <a:lnTo>
                  <a:pt x="965045" y="4342677"/>
                </a:lnTo>
                <a:close/>
                <a:moveTo>
                  <a:pt x="374960" y="4338437"/>
                </a:moveTo>
                <a:cubicBezTo>
                  <a:pt x="379291" y="4338437"/>
                  <a:pt x="381738" y="4339129"/>
                  <a:pt x="382930" y="4340254"/>
                </a:cubicBezTo>
                <a:lnTo>
                  <a:pt x="382930" y="4340211"/>
                </a:lnTo>
                <a:cubicBezTo>
                  <a:pt x="384123" y="4341336"/>
                  <a:pt x="384060" y="4342850"/>
                  <a:pt x="383369" y="4344450"/>
                </a:cubicBezTo>
                <a:cubicBezTo>
                  <a:pt x="382742" y="4346008"/>
                  <a:pt x="381487" y="4347653"/>
                  <a:pt x="380295" y="4349037"/>
                </a:cubicBezTo>
                <a:cubicBezTo>
                  <a:pt x="379102" y="4350422"/>
                  <a:pt x="377972" y="4351504"/>
                  <a:pt x="377596" y="4351979"/>
                </a:cubicBezTo>
                <a:cubicBezTo>
                  <a:pt x="376279" y="4351071"/>
                  <a:pt x="374145" y="4349773"/>
                  <a:pt x="371948" y="4348345"/>
                </a:cubicBezTo>
                <a:cubicBezTo>
                  <a:pt x="369814" y="4346917"/>
                  <a:pt x="367618" y="4345360"/>
                  <a:pt x="366300" y="4343888"/>
                </a:cubicBezTo>
                <a:cubicBezTo>
                  <a:pt x="364919" y="4342418"/>
                  <a:pt x="364418" y="4341076"/>
                  <a:pt x="365610" y="4340081"/>
                </a:cubicBezTo>
                <a:cubicBezTo>
                  <a:pt x="366802" y="4339086"/>
                  <a:pt x="369626" y="4338437"/>
                  <a:pt x="374960" y="4338437"/>
                </a:cubicBezTo>
                <a:close/>
                <a:moveTo>
                  <a:pt x="2910583" y="4335842"/>
                </a:moveTo>
                <a:lnTo>
                  <a:pt x="2933430" y="4336187"/>
                </a:lnTo>
                <a:cubicBezTo>
                  <a:pt x="2941713" y="4336923"/>
                  <a:pt x="2950374" y="4338264"/>
                  <a:pt x="2958532" y="4340168"/>
                </a:cubicBezTo>
                <a:cubicBezTo>
                  <a:pt x="2952131" y="4340861"/>
                  <a:pt x="2945981" y="4341553"/>
                  <a:pt x="2940144" y="4342202"/>
                </a:cubicBezTo>
                <a:cubicBezTo>
                  <a:pt x="2934309" y="4342895"/>
                  <a:pt x="2928661" y="4343500"/>
                  <a:pt x="2923201" y="4344105"/>
                </a:cubicBezTo>
                <a:cubicBezTo>
                  <a:pt x="2917742" y="4344712"/>
                  <a:pt x="2912407" y="4345317"/>
                  <a:pt x="2907198" y="4345880"/>
                </a:cubicBezTo>
                <a:cubicBezTo>
                  <a:pt x="2901989" y="4346442"/>
                  <a:pt x="2896843" y="4347048"/>
                  <a:pt x="2891635" y="4347611"/>
                </a:cubicBezTo>
                <a:cubicBezTo>
                  <a:pt x="2890066" y="4344149"/>
                  <a:pt x="2891447" y="4341466"/>
                  <a:pt x="2894898" y="4339519"/>
                </a:cubicBezTo>
                <a:close/>
                <a:moveTo>
                  <a:pt x="2910524" y="4335841"/>
                </a:moveTo>
                <a:lnTo>
                  <a:pt x="2910587" y="4335841"/>
                </a:lnTo>
                <a:lnTo>
                  <a:pt x="2910583" y="4335842"/>
                </a:lnTo>
                <a:close/>
                <a:moveTo>
                  <a:pt x="2997314" y="4334023"/>
                </a:moveTo>
                <a:cubicBezTo>
                  <a:pt x="2997879" y="4334066"/>
                  <a:pt x="2998507" y="4334153"/>
                  <a:pt x="2999072" y="4334196"/>
                </a:cubicBezTo>
                <a:cubicBezTo>
                  <a:pt x="2999637" y="4334240"/>
                  <a:pt x="3000264" y="4334326"/>
                  <a:pt x="3000829" y="4334369"/>
                </a:cubicBezTo>
                <a:lnTo>
                  <a:pt x="3000891" y="4334369"/>
                </a:lnTo>
                <a:cubicBezTo>
                  <a:pt x="3001456" y="4334412"/>
                  <a:pt x="3002084" y="4334499"/>
                  <a:pt x="3002649" y="4334543"/>
                </a:cubicBezTo>
                <a:cubicBezTo>
                  <a:pt x="3003214" y="4334586"/>
                  <a:pt x="3003841" y="4334673"/>
                  <a:pt x="3004406" y="4334715"/>
                </a:cubicBezTo>
                <a:cubicBezTo>
                  <a:pt x="3003150" y="4334975"/>
                  <a:pt x="3002334" y="4335191"/>
                  <a:pt x="3001707" y="4335321"/>
                </a:cubicBezTo>
                <a:cubicBezTo>
                  <a:pt x="3001080" y="4335451"/>
                  <a:pt x="3000703" y="4335451"/>
                  <a:pt x="3000389" y="4335451"/>
                </a:cubicBezTo>
                <a:cubicBezTo>
                  <a:pt x="3000076" y="4335408"/>
                  <a:pt x="2999761" y="4335278"/>
                  <a:pt x="2999322" y="4335062"/>
                </a:cubicBezTo>
                <a:cubicBezTo>
                  <a:pt x="2998883" y="4334802"/>
                  <a:pt x="2998256" y="4334499"/>
                  <a:pt x="2997314" y="4334023"/>
                </a:cubicBezTo>
                <a:close/>
                <a:moveTo>
                  <a:pt x="904361" y="4327144"/>
                </a:moveTo>
                <a:cubicBezTo>
                  <a:pt x="909884" y="4327058"/>
                  <a:pt x="914842" y="4327490"/>
                  <a:pt x="918167" y="4328918"/>
                </a:cubicBezTo>
                <a:cubicBezTo>
                  <a:pt x="921492" y="4330303"/>
                  <a:pt x="923188" y="4332683"/>
                  <a:pt x="922246" y="4336490"/>
                </a:cubicBezTo>
                <a:cubicBezTo>
                  <a:pt x="921618" y="4339043"/>
                  <a:pt x="919234" y="4340211"/>
                  <a:pt x="915719" y="4340514"/>
                </a:cubicBezTo>
                <a:cubicBezTo>
                  <a:pt x="912269" y="4340773"/>
                  <a:pt x="907623" y="4340168"/>
                  <a:pt x="902603" y="4339086"/>
                </a:cubicBezTo>
                <a:cubicBezTo>
                  <a:pt x="897584" y="4338005"/>
                  <a:pt x="892060" y="4336447"/>
                  <a:pt x="886789" y="4334846"/>
                </a:cubicBezTo>
                <a:cubicBezTo>
                  <a:pt x="881517" y="4333245"/>
                  <a:pt x="876434" y="4331601"/>
                  <a:pt x="872228" y="4330346"/>
                </a:cubicBezTo>
                <a:cubicBezTo>
                  <a:pt x="875995" y="4329956"/>
                  <a:pt x="881267" y="4329221"/>
                  <a:pt x="886977" y="4328529"/>
                </a:cubicBezTo>
                <a:cubicBezTo>
                  <a:pt x="892688" y="4327837"/>
                  <a:pt x="898839" y="4327230"/>
                  <a:pt x="904361" y="4327144"/>
                </a:cubicBezTo>
                <a:close/>
                <a:moveTo>
                  <a:pt x="1012863" y="4325413"/>
                </a:moveTo>
                <a:lnTo>
                  <a:pt x="1013177" y="4326019"/>
                </a:lnTo>
                <a:lnTo>
                  <a:pt x="1013491" y="4326625"/>
                </a:lnTo>
                <a:lnTo>
                  <a:pt x="1013804" y="4327230"/>
                </a:lnTo>
                <a:lnTo>
                  <a:pt x="1014118" y="4327837"/>
                </a:lnTo>
                <a:lnTo>
                  <a:pt x="1013177" y="4327706"/>
                </a:lnTo>
                <a:lnTo>
                  <a:pt x="1012297" y="4327619"/>
                </a:lnTo>
                <a:lnTo>
                  <a:pt x="1011357" y="4327534"/>
                </a:lnTo>
                <a:lnTo>
                  <a:pt x="1010416" y="4327447"/>
                </a:lnTo>
                <a:lnTo>
                  <a:pt x="1011044" y="4326927"/>
                </a:lnTo>
                <a:lnTo>
                  <a:pt x="1011609" y="4326409"/>
                </a:lnTo>
                <a:lnTo>
                  <a:pt x="1012235" y="4325933"/>
                </a:lnTo>
                <a:close/>
                <a:moveTo>
                  <a:pt x="519178" y="4322472"/>
                </a:moveTo>
                <a:cubicBezTo>
                  <a:pt x="515224" y="4333375"/>
                  <a:pt x="512150" y="4341466"/>
                  <a:pt x="509890" y="4347654"/>
                </a:cubicBezTo>
                <a:cubicBezTo>
                  <a:pt x="507632" y="4353841"/>
                  <a:pt x="506126" y="4358038"/>
                  <a:pt x="505372" y="4361067"/>
                </a:cubicBezTo>
                <a:cubicBezTo>
                  <a:pt x="504620" y="4364096"/>
                  <a:pt x="504494" y="4366000"/>
                  <a:pt x="504996" y="4367471"/>
                </a:cubicBezTo>
                <a:cubicBezTo>
                  <a:pt x="505436" y="4368942"/>
                  <a:pt x="506565" y="4370067"/>
                  <a:pt x="508133" y="4371582"/>
                </a:cubicBezTo>
                <a:cubicBezTo>
                  <a:pt x="512965" y="4376211"/>
                  <a:pt x="518550" y="4377509"/>
                  <a:pt x="523509" y="4376341"/>
                </a:cubicBezTo>
                <a:cubicBezTo>
                  <a:pt x="528529" y="4375173"/>
                  <a:pt x="532922" y="4371538"/>
                  <a:pt x="535495" y="4366303"/>
                </a:cubicBezTo>
                <a:lnTo>
                  <a:pt x="535495" y="4366259"/>
                </a:lnTo>
                <a:cubicBezTo>
                  <a:pt x="538068" y="4361024"/>
                  <a:pt x="538884" y="4354144"/>
                  <a:pt x="536562" y="4346572"/>
                </a:cubicBezTo>
                <a:cubicBezTo>
                  <a:pt x="534240" y="4339000"/>
                  <a:pt x="528844" y="4330692"/>
                  <a:pt x="519178" y="4322472"/>
                </a:cubicBezTo>
                <a:close/>
                <a:moveTo>
                  <a:pt x="375212" y="4296639"/>
                </a:moveTo>
                <a:cubicBezTo>
                  <a:pt x="377284" y="4296467"/>
                  <a:pt x="379919" y="4296683"/>
                  <a:pt x="382429" y="4297505"/>
                </a:cubicBezTo>
                <a:lnTo>
                  <a:pt x="382429" y="4297549"/>
                </a:lnTo>
                <a:cubicBezTo>
                  <a:pt x="385003" y="4298371"/>
                  <a:pt x="387449" y="4299798"/>
                  <a:pt x="389333" y="4302092"/>
                </a:cubicBezTo>
                <a:cubicBezTo>
                  <a:pt x="391153" y="4304385"/>
                  <a:pt x="392469" y="4307500"/>
                  <a:pt x="392533" y="4311654"/>
                </a:cubicBezTo>
                <a:cubicBezTo>
                  <a:pt x="388329" y="4311481"/>
                  <a:pt x="384626" y="4310918"/>
                  <a:pt x="381488" y="4310096"/>
                </a:cubicBezTo>
                <a:cubicBezTo>
                  <a:pt x="378350" y="4309274"/>
                  <a:pt x="375841" y="4308149"/>
                  <a:pt x="373957" y="4306895"/>
                </a:cubicBezTo>
                <a:cubicBezTo>
                  <a:pt x="372075" y="4305639"/>
                  <a:pt x="370883" y="4304212"/>
                  <a:pt x="370380" y="4302697"/>
                </a:cubicBezTo>
                <a:cubicBezTo>
                  <a:pt x="369879" y="4301226"/>
                  <a:pt x="370067" y="4299668"/>
                  <a:pt x="371071" y="4298154"/>
                </a:cubicBezTo>
                <a:cubicBezTo>
                  <a:pt x="371573" y="4297375"/>
                  <a:pt x="373142" y="4296813"/>
                  <a:pt x="375212" y="4296639"/>
                </a:cubicBezTo>
                <a:close/>
                <a:moveTo>
                  <a:pt x="2681008" y="4291063"/>
                </a:moveTo>
                <a:lnTo>
                  <a:pt x="2687303" y="4291706"/>
                </a:lnTo>
                <a:cubicBezTo>
                  <a:pt x="2689499" y="4292183"/>
                  <a:pt x="2691758" y="4292918"/>
                  <a:pt x="2694143" y="4293784"/>
                </a:cubicBezTo>
                <a:cubicBezTo>
                  <a:pt x="2692700" y="4295471"/>
                  <a:pt x="2691131" y="4296683"/>
                  <a:pt x="2689374" y="4297505"/>
                </a:cubicBezTo>
                <a:cubicBezTo>
                  <a:pt x="2687679" y="4298327"/>
                  <a:pt x="2685797" y="4298803"/>
                  <a:pt x="2683789" y="4298889"/>
                </a:cubicBezTo>
                <a:cubicBezTo>
                  <a:pt x="2681781" y="4298976"/>
                  <a:pt x="2679647" y="4298760"/>
                  <a:pt x="2677450" y="4298284"/>
                </a:cubicBezTo>
                <a:cubicBezTo>
                  <a:pt x="2675254" y="4297808"/>
                  <a:pt x="2672932" y="4297029"/>
                  <a:pt x="2670547" y="4296034"/>
                </a:cubicBezTo>
                <a:cubicBezTo>
                  <a:pt x="2671990" y="4294346"/>
                  <a:pt x="2673621" y="4293135"/>
                  <a:pt x="2675379" y="4292356"/>
                </a:cubicBezTo>
                <a:close/>
                <a:moveTo>
                  <a:pt x="2680965" y="4291058"/>
                </a:moveTo>
                <a:lnTo>
                  <a:pt x="2681027" y="4291058"/>
                </a:lnTo>
                <a:lnTo>
                  <a:pt x="2681008" y="4291063"/>
                </a:lnTo>
                <a:close/>
                <a:moveTo>
                  <a:pt x="258807" y="4289284"/>
                </a:moveTo>
                <a:cubicBezTo>
                  <a:pt x="264266" y="4292703"/>
                  <a:pt x="268159" y="4302438"/>
                  <a:pt x="270982" y="4315159"/>
                </a:cubicBezTo>
                <a:cubicBezTo>
                  <a:pt x="273806" y="4327880"/>
                  <a:pt x="275500" y="4343586"/>
                  <a:pt x="276504" y="4358903"/>
                </a:cubicBezTo>
                <a:cubicBezTo>
                  <a:pt x="277508" y="4374220"/>
                  <a:pt x="277822" y="4389191"/>
                  <a:pt x="277947" y="4400441"/>
                </a:cubicBezTo>
                <a:lnTo>
                  <a:pt x="278011" y="4400441"/>
                </a:lnTo>
                <a:cubicBezTo>
                  <a:pt x="278135" y="4411691"/>
                  <a:pt x="278011" y="4419263"/>
                  <a:pt x="278011" y="4419739"/>
                </a:cubicBezTo>
                <a:cubicBezTo>
                  <a:pt x="271735" y="4416537"/>
                  <a:pt x="267405" y="4414979"/>
                  <a:pt x="264455" y="4412383"/>
                </a:cubicBezTo>
                <a:cubicBezTo>
                  <a:pt x="261505" y="4409787"/>
                  <a:pt x="259874" y="4406195"/>
                  <a:pt x="259058" y="4398884"/>
                </a:cubicBezTo>
                <a:cubicBezTo>
                  <a:pt x="258180" y="4391571"/>
                  <a:pt x="258180" y="4380581"/>
                  <a:pt x="258305" y="4363186"/>
                </a:cubicBezTo>
                <a:cubicBezTo>
                  <a:pt x="258431" y="4345836"/>
                  <a:pt x="258807" y="4322081"/>
                  <a:pt x="258807" y="4289284"/>
                </a:cubicBezTo>
                <a:close/>
                <a:moveTo>
                  <a:pt x="2870361" y="4288981"/>
                </a:moveTo>
                <a:cubicBezTo>
                  <a:pt x="2869984" y="4289803"/>
                  <a:pt x="2869545" y="4290365"/>
                  <a:pt x="2868980" y="4290711"/>
                </a:cubicBezTo>
                <a:cubicBezTo>
                  <a:pt x="2868415" y="4291058"/>
                  <a:pt x="2867788" y="4291144"/>
                  <a:pt x="2866972" y="4291144"/>
                </a:cubicBezTo>
                <a:cubicBezTo>
                  <a:pt x="2866219" y="4291101"/>
                  <a:pt x="2865278" y="4290885"/>
                  <a:pt x="2864274" y="4290581"/>
                </a:cubicBezTo>
                <a:cubicBezTo>
                  <a:pt x="2863269" y="4290235"/>
                  <a:pt x="2862140" y="4289803"/>
                  <a:pt x="2860885" y="4289284"/>
                </a:cubicBezTo>
                <a:cubicBezTo>
                  <a:pt x="2861701" y="4289240"/>
                  <a:pt x="2862454" y="4289197"/>
                  <a:pt x="2863269" y="4289197"/>
                </a:cubicBezTo>
                <a:cubicBezTo>
                  <a:pt x="2864085" y="4289154"/>
                  <a:pt x="2864838" y="4289110"/>
                  <a:pt x="2865654" y="4289110"/>
                </a:cubicBezTo>
                <a:lnTo>
                  <a:pt x="2865592" y="4289154"/>
                </a:lnTo>
                <a:cubicBezTo>
                  <a:pt x="2866407" y="4289110"/>
                  <a:pt x="2867161" y="4289068"/>
                  <a:pt x="2867976" y="4289068"/>
                </a:cubicBezTo>
                <a:cubicBezTo>
                  <a:pt x="2868792" y="4289024"/>
                  <a:pt x="2869545" y="4288981"/>
                  <a:pt x="2870361" y="4288981"/>
                </a:cubicBezTo>
                <a:close/>
                <a:moveTo>
                  <a:pt x="2756649" y="4281496"/>
                </a:moveTo>
                <a:cubicBezTo>
                  <a:pt x="2761731" y="4281322"/>
                  <a:pt x="2767756" y="4281668"/>
                  <a:pt x="2774722" y="4282923"/>
                </a:cubicBezTo>
                <a:cubicBezTo>
                  <a:pt x="2773718" y="4283962"/>
                  <a:pt x="2771772" y="4285087"/>
                  <a:pt x="2769199" y="4286168"/>
                </a:cubicBezTo>
                <a:cubicBezTo>
                  <a:pt x="2766626" y="4287250"/>
                  <a:pt x="2763488" y="4288246"/>
                  <a:pt x="2760037" y="4288981"/>
                </a:cubicBezTo>
                <a:cubicBezTo>
                  <a:pt x="2756585" y="4289717"/>
                  <a:pt x="2752883" y="4290235"/>
                  <a:pt x="2749306" y="4290279"/>
                </a:cubicBezTo>
                <a:cubicBezTo>
                  <a:pt x="2745729" y="4290365"/>
                  <a:pt x="2742214" y="4289976"/>
                  <a:pt x="2739139" y="4288981"/>
                </a:cubicBezTo>
                <a:cubicBezTo>
                  <a:pt x="2737696" y="4288505"/>
                  <a:pt x="2737508" y="4287596"/>
                  <a:pt x="2738387" y="4286557"/>
                </a:cubicBezTo>
                <a:cubicBezTo>
                  <a:pt x="2739265" y="4285519"/>
                  <a:pt x="2741273" y="4284351"/>
                  <a:pt x="2744348" y="4283400"/>
                </a:cubicBezTo>
                <a:cubicBezTo>
                  <a:pt x="2747423" y="4282447"/>
                  <a:pt x="2751502" y="4281711"/>
                  <a:pt x="2756585" y="4281539"/>
                </a:cubicBezTo>
                <a:close/>
                <a:moveTo>
                  <a:pt x="2984889" y="4259429"/>
                </a:moveTo>
                <a:cubicBezTo>
                  <a:pt x="2985140" y="4259818"/>
                  <a:pt x="2985329" y="4260164"/>
                  <a:pt x="2985579" y="4260554"/>
                </a:cubicBezTo>
                <a:cubicBezTo>
                  <a:pt x="2985830" y="4260943"/>
                  <a:pt x="2986018" y="4261289"/>
                  <a:pt x="2986270" y="4261679"/>
                </a:cubicBezTo>
                <a:cubicBezTo>
                  <a:pt x="2986521" y="4262068"/>
                  <a:pt x="2986709" y="4262415"/>
                  <a:pt x="2986960" y="4262804"/>
                </a:cubicBezTo>
                <a:cubicBezTo>
                  <a:pt x="2987211" y="4263193"/>
                  <a:pt x="2987399" y="4263539"/>
                  <a:pt x="2987651" y="4263929"/>
                </a:cubicBezTo>
                <a:cubicBezTo>
                  <a:pt x="2986709" y="4264101"/>
                  <a:pt x="2977359" y="4265097"/>
                  <a:pt x="2963616" y="4266438"/>
                </a:cubicBezTo>
                <a:cubicBezTo>
                  <a:pt x="2949871" y="4267779"/>
                  <a:pt x="2931547" y="4269467"/>
                  <a:pt x="2912532" y="4271025"/>
                </a:cubicBezTo>
                <a:cubicBezTo>
                  <a:pt x="2893517" y="4272583"/>
                  <a:pt x="2873812" y="4274010"/>
                  <a:pt x="2857119" y="4274833"/>
                </a:cubicBezTo>
                <a:cubicBezTo>
                  <a:pt x="2840489" y="4275697"/>
                  <a:pt x="2826871" y="4275914"/>
                  <a:pt x="2820093" y="4275049"/>
                </a:cubicBezTo>
                <a:cubicBezTo>
                  <a:pt x="2826369" y="4271760"/>
                  <a:pt x="2837539" y="4269164"/>
                  <a:pt x="2851408" y="4267087"/>
                </a:cubicBezTo>
                <a:cubicBezTo>
                  <a:pt x="2865278" y="4265010"/>
                  <a:pt x="2881782" y="4263453"/>
                  <a:pt x="2898601" y="4262328"/>
                </a:cubicBezTo>
                <a:cubicBezTo>
                  <a:pt x="2915419" y="4261203"/>
                  <a:pt x="2932551" y="4260467"/>
                  <a:pt x="2947739" y="4260034"/>
                </a:cubicBezTo>
                <a:cubicBezTo>
                  <a:pt x="2962862" y="4259601"/>
                  <a:pt x="2976041" y="4259429"/>
                  <a:pt x="2984889" y="4259429"/>
                </a:cubicBezTo>
                <a:close/>
                <a:moveTo>
                  <a:pt x="2773717" y="4246751"/>
                </a:moveTo>
                <a:cubicBezTo>
                  <a:pt x="2773278" y="4247572"/>
                  <a:pt x="2772901" y="4248352"/>
                  <a:pt x="2772525" y="4249174"/>
                </a:cubicBezTo>
                <a:cubicBezTo>
                  <a:pt x="2772148" y="4249953"/>
                  <a:pt x="2771771" y="4250775"/>
                  <a:pt x="2771332" y="4251641"/>
                </a:cubicBezTo>
                <a:cubicBezTo>
                  <a:pt x="2770956" y="4252462"/>
                  <a:pt x="2770516" y="4253328"/>
                  <a:pt x="2770077" y="4254237"/>
                </a:cubicBezTo>
                <a:cubicBezTo>
                  <a:pt x="2769638" y="4255145"/>
                  <a:pt x="2769136" y="4256054"/>
                  <a:pt x="2768697" y="4257049"/>
                </a:cubicBezTo>
                <a:lnTo>
                  <a:pt x="2768697" y="4257092"/>
                </a:lnTo>
                <a:cubicBezTo>
                  <a:pt x="2764805" y="4255534"/>
                  <a:pt x="2762358" y="4254020"/>
                  <a:pt x="2761103" y="4252679"/>
                </a:cubicBezTo>
                <a:cubicBezTo>
                  <a:pt x="2759848" y="4251337"/>
                  <a:pt x="2759785" y="4250126"/>
                  <a:pt x="2760539" y="4249131"/>
                </a:cubicBezTo>
                <a:cubicBezTo>
                  <a:pt x="2761354" y="4248135"/>
                  <a:pt x="2763048" y="4247400"/>
                  <a:pt x="2765308" y="4246967"/>
                </a:cubicBezTo>
                <a:cubicBezTo>
                  <a:pt x="2767567" y="4246534"/>
                  <a:pt x="2770516" y="4246405"/>
                  <a:pt x="2773717" y="4246751"/>
                </a:cubicBezTo>
                <a:close/>
                <a:moveTo>
                  <a:pt x="925321" y="4237232"/>
                </a:moveTo>
                <a:cubicBezTo>
                  <a:pt x="922560" y="4242770"/>
                  <a:pt x="917664" y="4247660"/>
                  <a:pt x="912206" y="4251857"/>
                </a:cubicBezTo>
                <a:cubicBezTo>
                  <a:pt x="906808" y="4256054"/>
                  <a:pt x="900847" y="4259559"/>
                  <a:pt x="895950" y="4262372"/>
                </a:cubicBezTo>
                <a:cubicBezTo>
                  <a:pt x="891056" y="4265184"/>
                  <a:pt x="887291" y="4267261"/>
                  <a:pt x="886161" y="4268559"/>
                </a:cubicBezTo>
                <a:cubicBezTo>
                  <a:pt x="885096" y="4269857"/>
                  <a:pt x="886663" y="4270419"/>
                  <a:pt x="892563" y="4270203"/>
                </a:cubicBezTo>
                <a:cubicBezTo>
                  <a:pt x="899403" y="4269944"/>
                  <a:pt x="904173" y="4270506"/>
                  <a:pt x="908127" y="4271458"/>
                </a:cubicBezTo>
                <a:cubicBezTo>
                  <a:pt x="912079" y="4272410"/>
                  <a:pt x="915281" y="4273751"/>
                  <a:pt x="918920" y="4275006"/>
                </a:cubicBezTo>
                <a:cubicBezTo>
                  <a:pt x="922560" y="4276261"/>
                  <a:pt x="926702" y="4277472"/>
                  <a:pt x="932601" y="4278165"/>
                </a:cubicBezTo>
                <a:cubicBezTo>
                  <a:pt x="938500" y="4278857"/>
                  <a:pt x="946157" y="4279030"/>
                  <a:pt x="956887" y="4278294"/>
                </a:cubicBezTo>
                <a:lnTo>
                  <a:pt x="956887" y="4278251"/>
                </a:lnTo>
                <a:cubicBezTo>
                  <a:pt x="956887" y="4270333"/>
                  <a:pt x="957328" y="4264276"/>
                  <a:pt x="957328" y="4259473"/>
                </a:cubicBezTo>
                <a:cubicBezTo>
                  <a:pt x="957328" y="4254713"/>
                  <a:pt x="956950" y="4251208"/>
                  <a:pt x="955381" y="4248482"/>
                </a:cubicBezTo>
                <a:cubicBezTo>
                  <a:pt x="953812" y="4245756"/>
                  <a:pt x="951052" y="4243809"/>
                  <a:pt x="946283" y="4242122"/>
                </a:cubicBezTo>
                <a:cubicBezTo>
                  <a:pt x="941575" y="4240434"/>
                  <a:pt x="934796" y="4238963"/>
                  <a:pt x="925321" y="4237232"/>
                </a:cubicBezTo>
                <a:close/>
                <a:moveTo>
                  <a:pt x="2873937" y="4233814"/>
                </a:moveTo>
                <a:cubicBezTo>
                  <a:pt x="2875570" y="4233770"/>
                  <a:pt x="2877263" y="4233814"/>
                  <a:pt x="2878958" y="4233814"/>
                </a:cubicBezTo>
                <a:cubicBezTo>
                  <a:pt x="2880652" y="4233857"/>
                  <a:pt x="2882409" y="4233900"/>
                  <a:pt x="2884167" y="4233944"/>
                </a:cubicBezTo>
                <a:cubicBezTo>
                  <a:pt x="2885924" y="4233987"/>
                  <a:pt x="2887744" y="4234074"/>
                  <a:pt x="2889689" y="4234116"/>
                </a:cubicBezTo>
                <a:cubicBezTo>
                  <a:pt x="2891635" y="4234160"/>
                  <a:pt x="2893580" y="4234247"/>
                  <a:pt x="2895713" y="4234290"/>
                </a:cubicBezTo>
                <a:cubicBezTo>
                  <a:pt x="2887555" y="4239006"/>
                  <a:pt x="2880275" y="4241343"/>
                  <a:pt x="2874377" y="4242208"/>
                </a:cubicBezTo>
                <a:cubicBezTo>
                  <a:pt x="2868478" y="4243073"/>
                  <a:pt x="2863959" y="4242424"/>
                  <a:pt x="2861386" y="4241170"/>
                </a:cubicBezTo>
                <a:cubicBezTo>
                  <a:pt x="2858813" y="4239958"/>
                  <a:pt x="2858248" y="4238098"/>
                  <a:pt x="2860132" y="4236583"/>
                </a:cubicBezTo>
                <a:cubicBezTo>
                  <a:pt x="2862014" y="4235069"/>
                  <a:pt x="2866470" y="4233814"/>
                  <a:pt x="2873937" y="4233814"/>
                </a:cubicBezTo>
                <a:close/>
                <a:moveTo>
                  <a:pt x="2764868" y="4214256"/>
                </a:moveTo>
                <a:lnTo>
                  <a:pt x="2764931" y="4214299"/>
                </a:lnTo>
                <a:cubicBezTo>
                  <a:pt x="2768383" y="4213953"/>
                  <a:pt x="2771709" y="4214083"/>
                  <a:pt x="2774847" y="4214299"/>
                </a:cubicBezTo>
                <a:cubicBezTo>
                  <a:pt x="2777984" y="4214516"/>
                  <a:pt x="2780871" y="4214862"/>
                  <a:pt x="2783381" y="4215035"/>
                </a:cubicBezTo>
                <a:cubicBezTo>
                  <a:pt x="2781498" y="4216939"/>
                  <a:pt x="2780432" y="4218107"/>
                  <a:pt x="2779616" y="4218972"/>
                </a:cubicBezTo>
                <a:cubicBezTo>
                  <a:pt x="2778737" y="4219838"/>
                  <a:pt x="2778235" y="4220400"/>
                  <a:pt x="2777420" y="4221092"/>
                </a:cubicBezTo>
                <a:cubicBezTo>
                  <a:pt x="2776667" y="4221742"/>
                  <a:pt x="2775662" y="4222563"/>
                  <a:pt x="2773905" y="4223818"/>
                </a:cubicBezTo>
                <a:cubicBezTo>
                  <a:pt x="2772148" y="4225074"/>
                  <a:pt x="2769701" y="4226891"/>
                  <a:pt x="2766060" y="4229574"/>
                </a:cubicBezTo>
                <a:cubicBezTo>
                  <a:pt x="2763739" y="4228924"/>
                  <a:pt x="2761605" y="4228362"/>
                  <a:pt x="2759597" y="4227842"/>
                </a:cubicBezTo>
                <a:cubicBezTo>
                  <a:pt x="2757589" y="4227324"/>
                  <a:pt x="2755768" y="4226847"/>
                  <a:pt x="2754012" y="4226371"/>
                </a:cubicBezTo>
                <a:cubicBezTo>
                  <a:pt x="2752255" y="4225895"/>
                  <a:pt x="2750623" y="4225463"/>
                  <a:pt x="2748991" y="4225030"/>
                </a:cubicBezTo>
                <a:cubicBezTo>
                  <a:pt x="2747359" y="4224597"/>
                  <a:pt x="2745790" y="4224165"/>
                  <a:pt x="2744159" y="4223732"/>
                </a:cubicBezTo>
                <a:cubicBezTo>
                  <a:pt x="2747422" y="4220487"/>
                  <a:pt x="2750874" y="4218280"/>
                  <a:pt x="2754388" y="4216809"/>
                </a:cubicBezTo>
                <a:cubicBezTo>
                  <a:pt x="2757902" y="4215338"/>
                  <a:pt x="2761417" y="4214559"/>
                  <a:pt x="2764868" y="4214256"/>
                </a:cubicBezTo>
                <a:close/>
                <a:moveTo>
                  <a:pt x="3136945" y="4211314"/>
                </a:moveTo>
                <a:lnTo>
                  <a:pt x="3137008" y="4211357"/>
                </a:lnTo>
                <a:cubicBezTo>
                  <a:pt x="3148178" y="4210968"/>
                  <a:pt x="3155395" y="4211401"/>
                  <a:pt x="3161420" y="4212872"/>
                </a:cubicBezTo>
                <a:cubicBezTo>
                  <a:pt x="3167445" y="4214343"/>
                  <a:pt x="3172277" y="4216853"/>
                  <a:pt x="3178677" y="4220531"/>
                </a:cubicBezTo>
                <a:cubicBezTo>
                  <a:pt x="3177737" y="4220617"/>
                  <a:pt x="3169076" y="4221266"/>
                  <a:pt x="3155709" y="4222131"/>
                </a:cubicBezTo>
                <a:cubicBezTo>
                  <a:pt x="3142342" y="4222997"/>
                  <a:pt x="3124457" y="4223992"/>
                  <a:pt x="3105254" y="4224771"/>
                </a:cubicBezTo>
                <a:cubicBezTo>
                  <a:pt x="3086050" y="4225506"/>
                  <a:pt x="3065530" y="4226026"/>
                  <a:pt x="3046891" y="4225852"/>
                </a:cubicBezTo>
                <a:cubicBezTo>
                  <a:pt x="3028253" y="4225679"/>
                  <a:pt x="3011560" y="4224814"/>
                  <a:pt x="3000076" y="4222824"/>
                </a:cubicBezTo>
                <a:cubicBezTo>
                  <a:pt x="3038231" y="4219622"/>
                  <a:pt x="3066847" y="4216939"/>
                  <a:pt x="3088749" y="4214992"/>
                </a:cubicBezTo>
                <a:cubicBezTo>
                  <a:pt x="3110650" y="4213002"/>
                  <a:pt x="3125775" y="4211747"/>
                  <a:pt x="3136945" y="4211314"/>
                </a:cubicBezTo>
                <a:close/>
                <a:moveTo>
                  <a:pt x="2834401" y="4211141"/>
                </a:moveTo>
                <a:cubicBezTo>
                  <a:pt x="2835092" y="4211184"/>
                  <a:pt x="2835720" y="4211228"/>
                  <a:pt x="2836347" y="4211271"/>
                </a:cubicBezTo>
                <a:cubicBezTo>
                  <a:pt x="2837037" y="4211314"/>
                  <a:pt x="2837665" y="4211357"/>
                  <a:pt x="2838293" y="4211400"/>
                </a:cubicBezTo>
                <a:cubicBezTo>
                  <a:pt x="2838983" y="4211444"/>
                  <a:pt x="2839610" y="4211487"/>
                  <a:pt x="2840238" y="4211531"/>
                </a:cubicBezTo>
                <a:cubicBezTo>
                  <a:pt x="2840928" y="4211574"/>
                  <a:pt x="2841556" y="4211617"/>
                  <a:pt x="2842183" y="4211660"/>
                </a:cubicBezTo>
                <a:cubicBezTo>
                  <a:pt x="2840866" y="4211920"/>
                  <a:pt x="2839987" y="4212136"/>
                  <a:pt x="2839359" y="4212266"/>
                </a:cubicBezTo>
                <a:lnTo>
                  <a:pt x="2839233" y="4212266"/>
                </a:lnTo>
                <a:cubicBezTo>
                  <a:pt x="2838606" y="4212438"/>
                  <a:pt x="2838229" y="4212438"/>
                  <a:pt x="2837854" y="4212438"/>
                </a:cubicBezTo>
                <a:cubicBezTo>
                  <a:pt x="2837477" y="4212438"/>
                  <a:pt x="2837163" y="4212309"/>
                  <a:pt x="2836660" y="4212093"/>
                </a:cubicBezTo>
                <a:cubicBezTo>
                  <a:pt x="2836159" y="4211876"/>
                  <a:pt x="2835468" y="4211574"/>
                  <a:pt x="2834401" y="4211141"/>
                </a:cubicBezTo>
                <a:close/>
                <a:moveTo>
                  <a:pt x="2931046" y="4141608"/>
                </a:moveTo>
                <a:cubicBezTo>
                  <a:pt x="2930417" y="4142084"/>
                  <a:pt x="2929790" y="4142516"/>
                  <a:pt x="2929037" y="4142906"/>
                </a:cubicBezTo>
                <a:cubicBezTo>
                  <a:pt x="2927844" y="4143512"/>
                  <a:pt x="2926527" y="4144031"/>
                  <a:pt x="2924895" y="4144333"/>
                </a:cubicBezTo>
                <a:cubicBezTo>
                  <a:pt x="2923263" y="4144637"/>
                  <a:pt x="2921318" y="4144680"/>
                  <a:pt x="2918996" y="4144377"/>
                </a:cubicBezTo>
                <a:cubicBezTo>
                  <a:pt x="2916674" y="4144074"/>
                  <a:pt x="2913913" y="4143425"/>
                  <a:pt x="2910524" y="4142300"/>
                </a:cubicBezTo>
                <a:cubicBezTo>
                  <a:pt x="2913223" y="4142213"/>
                  <a:pt x="2915670" y="4142127"/>
                  <a:pt x="2917866" y="4142041"/>
                </a:cubicBezTo>
                <a:cubicBezTo>
                  <a:pt x="2920063" y="4141954"/>
                  <a:pt x="2922008" y="4141867"/>
                  <a:pt x="2923828" y="4141824"/>
                </a:cubicBezTo>
                <a:lnTo>
                  <a:pt x="2923828" y="4141867"/>
                </a:lnTo>
                <a:cubicBezTo>
                  <a:pt x="2925648" y="4141781"/>
                  <a:pt x="2927343" y="4141737"/>
                  <a:pt x="2928912" y="4141695"/>
                </a:cubicBezTo>
                <a:cubicBezTo>
                  <a:pt x="2929665" y="4141651"/>
                  <a:pt x="2930355" y="4141608"/>
                  <a:pt x="2931046" y="4141608"/>
                </a:cubicBezTo>
                <a:close/>
                <a:moveTo>
                  <a:pt x="2932302" y="4140744"/>
                </a:moveTo>
                <a:lnTo>
                  <a:pt x="2935626" y="4140786"/>
                </a:lnTo>
                <a:cubicBezTo>
                  <a:pt x="2934936" y="4141002"/>
                  <a:pt x="2934245" y="4141219"/>
                  <a:pt x="2933429" y="4141478"/>
                </a:cubicBezTo>
                <a:cubicBezTo>
                  <a:pt x="2932614" y="4141522"/>
                  <a:pt x="2931798" y="4141565"/>
                  <a:pt x="2930982" y="4141565"/>
                </a:cubicBezTo>
                <a:lnTo>
                  <a:pt x="2932267" y="4140764"/>
                </a:lnTo>
                <a:lnTo>
                  <a:pt x="2932425" y="4140873"/>
                </a:lnTo>
                <a:lnTo>
                  <a:pt x="2932531" y="4140945"/>
                </a:lnTo>
                <a:lnTo>
                  <a:pt x="2932489" y="4140959"/>
                </a:lnTo>
                <a:lnTo>
                  <a:pt x="2932802" y="4141132"/>
                </a:lnTo>
                <a:lnTo>
                  <a:pt x="2932531" y="4140945"/>
                </a:lnTo>
                <a:lnTo>
                  <a:pt x="2932614" y="4140916"/>
                </a:lnTo>
                <a:close/>
                <a:moveTo>
                  <a:pt x="2932300" y="4140743"/>
                </a:moveTo>
                <a:lnTo>
                  <a:pt x="2932302" y="4140744"/>
                </a:lnTo>
                <a:lnTo>
                  <a:pt x="2932299" y="4140744"/>
                </a:lnTo>
                <a:close/>
                <a:moveTo>
                  <a:pt x="2932237" y="4140743"/>
                </a:moveTo>
                <a:lnTo>
                  <a:pt x="2932299" y="4140744"/>
                </a:lnTo>
                <a:lnTo>
                  <a:pt x="2932267" y="4140764"/>
                </a:lnTo>
                <a:close/>
                <a:moveTo>
                  <a:pt x="2948428" y="4137541"/>
                </a:moveTo>
                <a:cubicBezTo>
                  <a:pt x="2949056" y="4137584"/>
                  <a:pt x="2949935" y="4137714"/>
                  <a:pt x="2951440" y="4137801"/>
                </a:cubicBezTo>
                <a:cubicBezTo>
                  <a:pt x="2950312" y="4138796"/>
                  <a:pt x="2949747" y="4139488"/>
                  <a:pt x="2949308" y="4139964"/>
                </a:cubicBezTo>
                <a:cubicBezTo>
                  <a:pt x="2948867" y="4140440"/>
                  <a:pt x="2948492" y="4140743"/>
                  <a:pt x="2947613" y="4140873"/>
                </a:cubicBezTo>
                <a:lnTo>
                  <a:pt x="2947550" y="4140830"/>
                </a:lnTo>
                <a:cubicBezTo>
                  <a:pt x="2946735" y="4140959"/>
                  <a:pt x="2945416" y="4141002"/>
                  <a:pt x="2943032" y="4140959"/>
                </a:cubicBezTo>
                <a:cubicBezTo>
                  <a:pt x="2941274" y="4140916"/>
                  <a:pt x="2938890" y="4140830"/>
                  <a:pt x="2935689" y="4140786"/>
                </a:cubicBezTo>
                <a:cubicBezTo>
                  <a:pt x="2938701" y="4139877"/>
                  <a:pt x="2940898" y="4139185"/>
                  <a:pt x="2942529" y="4138709"/>
                </a:cubicBezTo>
                <a:cubicBezTo>
                  <a:pt x="2944538" y="4138103"/>
                  <a:pt x="2945667" y="4137801"/>
                  <a:pt x="2946483" y="4137627"/>
                </a:cubicBezTo>
                <a:cubicBezTo>
                  <a:pt x="2947299" y="4137455"/>
                  <a:pt x="2947801" y="4137498"/>
                  <a:pt x="2948428" y="4137541"/>
                </a:cubicBezTo>
                <a:close/>
                <a:moveTo>
                  <a:pt x="3009113" y="4132478"/>
                </a:moveTo>
                <a:cubicBezTo>
                  <a:pt x="3009427" y="4132522"/>
                  <a:pt x="3009552" y="4132652"/>
                  <a:pt x="3009678" y="4132955"/>
                </a:cubicBezTo>
                <a:cubicBezTo>
                  <a:pt x="3009804" y="4133257"/>
                  <a:pt x="3009991" y="4133647"/>
                  <a:pt x="3010368" y="4134210"/>
                </a:cubicBezTo>
                <a:cubicBezTo>
                  <a:pt x="3009866" y="4134166"/>
                  <a:pt x="3009364" y="4134123"/>
                  <a:pt x="3008862" y="4134036"/>
                </a:cubicBezTo>
                <a:lnTo>
                  <a:pt x="3008925" y="4134036"/>
                </a:lnTo>
                <a:cubicBezTo>
                  <a:pt x="3008423" y="4133950"/>
                  <a:pt x="3007858" y="4133906"/>
                  <a:pt x="3007293" y="4133820"/>
                </a:cubicBezTo>
                <a:cubicBezTo>
                  <a:pt x="3006728" y="4133733"/>
                  <a:pt x="3006101" y="4133647"/>
                  <a:pt x="3005410" y="4133560"/>
                </a:cubicBezTo>
                <a:cubicBezTo>
                  <a:pt x="3004720" y="4133474"/>
                  <a:pt x="3003967" y="4133344"/>
                  <a:pt x="3003151" y="4133257"/>
                </a:cubicBezTo>
                <a:cubicBezTo>
                  <a:pt x="3005097" y="4132998"/>
                  <a:pt x="3006414" y="4132738"/>
                  <a:pt x="3007356" y="4132609"/>
                </a:cubicBezTo>
                <a:cubicBezTo>
                  <a:pt x="3008297" y="4132478"/>
                  <a:pt x="3008799" y="4132435"/>
                  <a:pt x="3009113" y="4132478"/>
                </a:cubicBezTo>
                <a:close/>
                <a:moveTo>
                  <a:pt x="2903307" y="4076402"/>
                </a:moveTo>
                <a:lnTo>
                  <a:pt x="2903244" y="4076792"/>
                </a:lnTo>
                <a:lnTo>
                  <a:pt x="2903118" y="4077181"/>
                </a:lnTo>
                <a:lnTo>
                  <a:pt x="2903056" y="4077527"/>
                </a:lnTo>
                <a:lnTo>
                  <a:pt x="2902930" y="4077917"/>
                </a:lnTo>
                <a:lnTo>
                  <a:pt x="2902052" y="4077701"/>
                </a:lnTo>
                <a:lnTo>
                  <a:pt x="2901110" y="4077440"/>
                </a:lnTo>
                <a:lnTo>
                  <a:pt x="2900169" y="4077224"/>
                </a:lnTo>
                <a:lnTo>
                  <a:pt x="2899290" y="4076965"/>
                </a:lnTo>
                <a:lnTo>
                  <a:pt x="2900295" y="4076835"/>
                </a:lnTo>
                <a:lnTo>
                  <a:pt x="2901299" y="4076705"/>
                </a:lnTo>
                <a:lnTo>
                  <a:pt x="2902303" y="4076532"/>
                </a:lnTo>
                <a:close/>
                <a:moveTo>
                  <a:pt x="2962422" y="4070042"/>
                </a:moveTo>
                <a:lnTo>
                  <a:pt x="2990034" y="4070042"/>
                </a:lnTo>
                <a:lnTo>
                  <a:pt x="2999322" y="4070042"/>
                </a:lnTo>
                <a:cubicBezTo>
                  <a:pt x="2995871" y="4070777"/>
                  <a:pt x="2993298" y="4071383"/>
                  <a:pt x="2990976" y="4071772"/>
                </a:cubicBezTo>
                <a:cubicBezTo>
                  <a:pt x="2988654" y="4072162"/>
                  <a:pt x="2986646" y="4072379"/>
                  <a:pt x="2984323" y="4072379"/>
                </a:cubicBezTo>
                <a:cubicBezTo>
                  <a:pt x="2982002" y="4072379"/>
                  <a:pt x="2979429" y="4072205"/>
                  <a:pt x="2975977" y="4071816"/>
                </a:cubicBezTo>
                <a:cubicBezTo>
                  <a:pt x="2972526" y="4071426"/>
                  <a:pt x="2968196" y="4070821"/>
                  <a:pt x="2962422" y="4070042"/>
                </a:cubicBezTo>
                <a:close/>
                <a:moveTo>
                  <a:pt x="2801393" y="4060004"/>
                </a:moveTo>
                <a:cubicBezTo>
                  <a:pt x="2800702" y="4060480"/>
                  <a:pt x="2800074" y="4060912"/>
                  <a:pt x="2799384" y="4061389"/>
                </a:cubicBezTo>
                <a:cubicBezTo>
                  <a:pt x="2798694" y="4061865"/>
                  <a:pt x="2798004" y="4062341"/>
                  <a:pt x="2797251" y="4062860"/>
                </a:cubicBezTo>
                <a:cubicBezTo>
                  <a:pt x="2796497" y="4063379"/>
                  <a:pt x="2795745" y="4063898"/>
                  <a:pt x="2794928" y="4064461"/>
                </a:cubicBezTo>
                <a:cubicBezTo>
                  <a:pt x="2794113" y="4065023"/>
                  <a:pt x="2793234" y="4065629"/>
                  <a:pt x="2792293" y="4066278"/>
                </a:cubicBezTo>
                <a:cubicBezTo>
                  <a:pt x="2795870" y="4067533"/>
                  <a:pt x="2799573" y="4068355"/>
                  <a:pt x="2802711" y="4068787"/>
                </a:cubicBezTo>
                <a:cubicBezTo>
                  <a:pt x="2805848" y="4069177"/>
                  <a:pt x="2808484" y="4069177"/>
                  <a:pt x="2810053" y="4068702"/>
                </a:cubicBezTo>
                <a:lnTo>
                  <a:pt x="2809990" y="4068702"/>
                </a:lnTo>
                <a:cubicBezTo>
                  <a:pt x="2811559" y="4068225"/>
                  <a:pt x="2811935" y="4067273"/>
                  <a:pt x="2810743" y="4065845"/>
                </a:cubicBezTo>
                <a:cubicBezTo>
                  <a:pt x="2809551" y="4064418"/>
                  <a:pt x="2806601" y="4062470"/>
                  <a:pt x="2801393" y="4060004"/>
                </a:cubicBezTo>
                <a:close/>
                <a:moveTo>
                  <a:pt x="2807292" y="3962866"/>
                </a:moveTo>
                <a:cubicBezTo>
                  <a:pt x="2807543" y="3964121"/>
                  <a:pt x="2807793" y="3965419"/>
                  <a:pt x="2808044" y="3966717"/>
                </a:cubicBezTo>
                <a:cubicBezTo>
                  <a:pt x="2808296" y="3968015"/>
                  <a:pt x="2808547" y="3969313"/>
                  <a:pt x="2808797" y="3970655"/>
                </a:cubicBezTo>
                <a:cubicBezTo>
                  <a:pt x="2809049" y="3971996"/>
                  <a:pt x="2809300" y="3973338"/>
                  <a:pt x="2809551" y="3974765"/>
                </a:cubicBezTo>
                <a:cubicBezTo>
                  <a:pt x="2809801" y="3976193"/>
                  <a:pt x="2810053" y="3977621"/>
                  <a:pt x="2810366" y="3979135"/>
                </a:cubicBezTo>
                <a:cubicBezTo>
                  <a:pt x="2813065" y="3979352"/>
                  <a:pt x="2815701" y="3979568"/>
                  <a:pt x="2818462" y="3979784"/>
                </a:cubicBezTo>
                <a:cubicBezTo>
                  <a:pt x="2821286" y="3980001"/>
                  <a:pt x="2824235" y="3980217"/>
                  <a:pt x="2827562" y="3980476"/>
                </a:cubicBezTo>
                <a:cubicBezTo>
                  <a:pt x="2830888" y="3980736"/>
                  <a:pt x="2834590" y="3981039"/>
                  <a:pt x="2838920" y="3981385"/>
                </a:cubicBezTo>
                <a:lnTo>
                  <a:pt x="2838920" y="3981342"/>
                </a:lnTo>
                <a:cubicBezTo>
                  <a:pt x="2843188" y="3981688"/>
                  <a:pt x="2848146" y="3982077"/>
                  <a:pt x="2853856" y="3982510"/>
                </a:cubicBezTo>
                <a:cubicBezTo>
                  <a:pt x="2848146" y="3980433"/>
                  <a:pt x="2844443" y="3977880"/>
                  <a:pt x="2841556" y="3975371"/>
                </a:cubicBezTo>
                <a:cubicBezTo>
                  <a:pt x="2838669" y="3972861"/>
                  <a:pt x="2836661" y="3970265"/>
                  <a:pt x="2834277" y="3968102"/>
                </a:cubicBezTo>
                <a:cubicBezTo>
                  <a:pt x="2831892" y="3965938"/>
                  <a:pt x="2829255" y="3964121"/>
                  <a:pt x="2825115" y="3963126"/>
                </a:cubicBezTo>
                <a:cubicBezTo>
                  <a:pt x="2821035" y="3962131"/>
                  <a:pt x="2815450" y="3961871"/>
                  <a:pt x="2807292" y="3962866"/>
                </a:cubicBezTo>
                <a:close/>
                <a:moveTo>
                  <a:pt x="203520" y="3849892"/>
                </a:moveTo>
                <a:cubicBezTo>
                  <a:pt x="202830" y="3849935"/>
                  <a:pt x="202203" y="3850108"/>
                  <a:pt x="201512" y="3850324"/>
                </a:cubicBezTo>
                <a:cubicBezTo>
                  <a:pt x="200821" y="3850541"/>
                  <a:pt x="200132" y="3850844"/>
                  <a:pt x="199378" y="3851233"/>
                </a:cubicBezTo>
                <a:cubicBezTo>
                  <a:pt x="198625" y="3851623"/>
                  <a:pt x="197809" y="3852055"/>
                  <a:pt x="196868" y="3852532"/>
                </a:cubicBezTo>
                <a:cubicBezTo>
                  <a:pt x="195927" y="3853007"/>
                  <a:pt x="194860" y="3853527"/>
                  <a:pt x="193667" y="3854046"/>
                </a:cubicBezTo>
                <a:cubicBezTo>
                  <a:pt x="203520" y="3859324"/>
                  <a:pt x="210801" y="3861574"/>
                  <a:pt x="215822" y="3861963"/>
                </a:cubicBezTo>
                <a:cubicBezTo>
                  <a:pt x="220842" y="3862353"/>
                  <a:pt x="223541" y="3860925"/>
                  <a:pt x="224105" y="3858935"/>
                </a:cubicBezTo>
                <a:lnTo>
                  <a:pt x="224168" y="3858978"/>
                </a:lnTo>
                <a:cubicBezTo>
                  <a:pt x="224733" y="3856988"/>
                  <a:pt x="223164" y="3854435"/>
                  <a:pt x="219649" y="3852488"/>
                </a:cubicBezTo>
                <a:cubicBezTo>
                  <a:pt x="216135" y="3850541"/>
                  <a:pt x="210738" y="3849286"/>
                  <a:pt x="203520" y="3849892"/>
                </a:cubicBezTo>
                <a:close/>
                <a:moveTo>
                  <a:pt x="1422849" y="3784166"/>
                </a:moveTo>
                <a:cubicBezTo>
                  <a:pt x="1421717" y="3784037"/>
                  <a:pt x="1420338" y="3784166"/>
                  <a:pt x="1417953" y="3784513"/>
                </a:cubicBezTo>
                <a:cubicBezTo>
                  <a:pt x="1415631" y="3784816"/>
                  <a:pt x="1412306" y="3785335"/>
                  <a:pt x="1407348" y="3785941"/>
                </a:cubicBezTo>
                <a:cubicBezTo>
                  <a:pt x="1411490" y="3787758"/>
                  <a:pt x="1414251" y="3789012"/>
                  <a:pt x="1416198" y="3789878"/>
                </a:cubicBezTo>
                <a:cubicBezTo>
                  <a:pt x="1418141" y="3790744"/>
                  <a:pt x="1419397" y="3791177"/>
                  <a:pt x="1420526" y="3791306"/>
                </a:cubicBezTo>
                <a:cubicBezTo>
                  <a:pt x="1421656" y="3791436"/>
                  <a:pt x="1422723" y="3791262"/>
                  <a:pt x="1424417" y="3790873"/>
                </a:cubicBezTo>
                <a:lnTo>
                  <a:pt x="1424480" y="3790830"/>
                </a:lnTo>
                <a:cubicBezTo>
                  <a:pt x="1426112" y="3790441"/>
                  <a:pt x="1428434" y="3789835"/>
                  <a:pt x="1432010" y="3789099"/>
                </a:cubicBezTo>
                <a:cubicBezTo>
                  <a:pt x="1429187" y="3787456"/>
                  <a:pt x="1427493" y="3786287"/>
                  <a:pt x="1426175" y="3785508"/>
                </a:cubicBezTo>
                <a:cubicBezTo>
                  <a:pt x="1424856" y="3784729"/>
                  <a:pt x="1423978" y="3784297"/>
                  <a:pt x="1422849" y="3784166"/>
                </a:cubicBezTo>
                <a:close/>
                <a:moveTo>
                  <a:pt x="632701" y="2768695"/>
                </a:moveTo>
                <a:cubicBezTo>
                  <a:pt x="627620" y="2768393"/>
                  <a:pt x="624544" y="2769128"/>
                  <a:pt x="623414" y="2770470"/>
                </a:cubicBezTo>
                <a:cubicBezTo>
                  <a:pt x="622285" y="2771811"/>
                  <a:pt x="623163" y="2773628"/>
                  <a:pt x="625987" y="2775360"/>
                </a:cubicBezTo>
                <a:cubicBezTo>
                  <a:pt x="628874" y="2777090"/>
                  <a:pt x="633705" y="2778777"/>
                  <a:pt x="640546" y="2779773"/>
                </a:cubicBezTo>
                <a:cubicBezTo>
                  <a:pt x="641111" y="2779860"/>
                  <a:pt x="641801" y="2779729"/>
                  <a:pt x="642616" y="2779427"/>
                </a:cubicBezTo>
                <a:cubicBezTo>
                  <a:pt x="643432" y="2779124"/>
                  <a:pt x="644436" y="2778648"/>
                  <a:pt x="645504" y="2778041"/>
                </a:cubicBezTo>
                <a:cubicBezTo>
                  <a:pt x="646570" y="2777479"/>
                  <a:pt x="647825" y="2776744"/>
                  <a:pt x="649206" y="2776008"/>
                </a:cubicBezTo>
                <a:lnTo>
                  <a:pt x="649206" y="2775965"/>
                </a:lnTo>
                <a:cubicBezTo>
                  <a:pt x="650586" y="2775186"/>
                  <a:pt x="652093" y="2774407"/>
                  <a:pt x="653787" y="2773585"/>
                </a:cubicBezTo>
                <a:cubicBezTo>
                  <a:pt x="644813" y="2770470"/>
                  <a:pt x="637785" y="2769041"/>
                  <a:pt x="632701" y="2768695"/>
                </a:cubicBezTo>
                <a:close/>
                <a:moveTo>
                  <a:pt x="1732981" y="1944082"/>
                </a:moveTo>
                <a:cubicBezTo>
                  <a:pt x="1730973" y="1943477"/>
                  <a:pt x="1728463" y="1943736"/>
                  <a:pt x="1725890" y="1944428"/>
                </a:cubicBezTo>
                <a:cubicBezTo>
                  <a:pt x="1723317" y="1945121"/>
                  <a:pt x="1720744" y="1946202"/>
                  <a:pt x="1718484" y="1947241"/>
                </a:cubicBezTo>
                <a:cubicBezTo>
                  <a:pt x="1716226" y="1948280"/>
                  <a:pt x="1714342" y="1949274"/>
                  <a:pt x="1713214" y="1949707"/>
                </a:cubicBezTo>
                <a:cubicBezTo>
                  <a:pt x="1714092" y="1949923"/>
                  <a:pt x="1716163" y="1950573"/>
                  <a:pt x="1718736" y="1951265"/>
                </a:cubicBezTo>
                <a:cubicBezTo>
                  <a:pt x="1721309" y="1951957"/>
                  <a:pt x="1724384" y="1952693"/>
                  <a:pt x="1727271" y="1953126"/>
                </a:cubicBezTo>
                <a:cubicBezTo>
                  <a:pt x="1730157" y="1953602"/>
                  <a:pt x="1732856" y="1953688"/>
                  <a:pt x="1734738" y="1953126"/>
                </a:cubicBezTo>
                <a:lnTo>
                  <a:pt x="1734802" y="1953126"/>
                </a:lnTo>
                <a:cubicBezTo>
                  <a:pt x="1736684" y="1952563"/>
                  <a:pt x="1737688" y="1951308"/>
                  <a:pt x="1737186" y="1949015"/>
                </a:cubicBezTo>
                <a:cubicBezTo>
                  <a:pt x="1736559" y="1946160"/>
                  <a:pt x="1734990" y="1944688"/>
                  <a:pt x="1732981" y="1944082"/>
                </a:cubicBezTo>
                <a:close/>
                <a:moveTo>
                  <a:pt x="26482" y="1812762"/>
                </a:moveTo>
                <a:cubicBezTo>
                  <a:pt x="22466" y="1811724"/>
                  <a:pt x="17634" y="1811811"/>
                  <a:pt x="13430" y="1812849"/>
                </a:cubicBezTo>
                <a:cubicBezTo>
                  <a:pt x="9226" y="1813887"/>
                  <a:pt x="5585" y="1815834"/>
                  <a:pt x="4016" y="1818517"/>
                </a:cubicBezTo>
                <a:cubicBezTo>
                  <a:pt x="2447" y="1821200"/>
                  <a:pt x="2887" y="1824575"/>
                  <a:pt x="6715" y="1828469"/>
                </a:cubicBezTo>
                <a:cubicBezTo>
                  <a:pt x="10605" y="1832406"/>
                  <a:pt x="17885" y="1836776"/>
                  <a:pt x="29997" y="1841492"/>
                </a:cubicBezTo>
                <a:cubicBezTo>
                  <a:pt x="31754" y="1837338"/>
                  <a:pt x="33637" y="1833791"/>
                  <a:pt x="35143" y="1830718"/>
                </a:cubicBezTo>
                <a:cubicBezTo>
                  <a:pt x="36650" y="1827603"/>
                  <a:pt x="37778" y="1825007"/>
                  <a:pt x="38093" y="1822757"/>
                </a:cubicBezTo>
                <a:cubicBezTo>
                  <a:pt x="38469" y="1820507"/>
                  <a:pt x="37904" y="1818646"/>
                  <a:pt x="36147" y="1817003"/>
                </a:cubicBezTo>
                <a:cubicBezTo>
                  <a:pt x="34390" y="1815358"/>
                  <a:pt x="31315" y="1813974"/>
                  <a:pt x="26482" y="1812762"/>
                </a:cubicBezTo>
                <a:close/>
                <a:moveTo>
                  <a:pt x="37528" y="1668807"/>
                </a:moveTo>
                <a:cubicBezTo>
                  <a:pt x="32257" y="1668894"/>
                  <a:pt x="28616" y="1670148"/>
                  <a:pt x="26169" y="1672052"/>
                </a:cubicBezTo>
                <a:cubicBezTo>
                  <a:pt x="23722" y="1673913"/>
                  <a:pt x="22592" y="1676423"/>
                  <a:pt x="22466" y="1678976"/>
                </a:cubicBezTo>
                <a:cubicBezTo>
                  <a:pt x="22341" y="1681528"/>
                  <a:pt x="23220" y="1684081"/>
                  <a:pt x="24851" y="1686115"/>
                </a:cubicBezTo>
                <a:cubicBezTo>
                  <a:pt x="26421" y="1688105"/>
                  <a:pt x="28805" y="1689576"/>
                  <a:pt x="31628" y="1689923"/>
                </a:cubicBezTo>
                <a:cubicBezTo>
                  <a:pt x="39034" y="1690831"/>
                  <a:pt x="44493" y="1689923"/>
                  <a:pt x="48196" y="1688062"/>
                </a:cubicBezTo>
                <a:lnTo>
                  <a:pt x="48259" y="1688105"/>
                </a:lnTo>
                <a:cubicBezTo>
                  <a:pt x="51899" y="1686244"/>
                  <a:pt x="53844" y="1683476"/>
                  <a:pt x="54096" y="1680577"/>
                </a:cubicBezTo>
                <a:cubicBezTo>
                  <a:pt x="54346" y="1677677"/>
                  <a:pt x="53028" y="1674692"/>
                  <a:pt x="50204" y="1672442"/>
                </a:cubicBezTo>
                <a:cubicBezTo>
                  <a:pt x="47381" y="1670192"/>
                  <a:pt x="43113" y="1668721"/>
                  <a:pt x="37528" y="1668807"/>
                </a:cubicBezTo>
                <a:close/>
                <a:moveTo>
                  <a:pt x="36022" y="1560335"/>
                </a:moveTo>
                <a:lnTo>
                  <a:pt x="35959" y="1560378"/>
                </a:lnTo>
                <a:cubicBezTo>
                  <a:pt x="29244" y="1575219"/>
                  <a:pt x="26922" y="1584955"/>
                  <a:pt x="27173" y="1591185"/>
                </a:cubicBezTo>
                <a:cubicBezTo>
                  <a:pt x="27487" y="1597416"/>
                  <a:pt x="30374" y="1600185"/>
                  <a:pt x="34077" y="1601007"/>
                </a:cubicBezTo>
                <a:cubicBezTo>
                  <a:pt x="37778" y="1601830"/>
                  <a:pt x="42297" y="1600748"/>
                  <a:pt x="45874" y="1599364"/>
                </a:cubicBezTo>
                <a:cubicBezTo>
                  <a:pt x="49451" y="1597935"/>
                  <a:pt x="52024" y="1596205"/>
                  <a:pt x="51836" y="1595728"/>
                </a:cubicBezTo>
                <a:cubicBezTo>
                  <a:pt x="49138" y="1588589"/>
                  <a:pt x="48635" y="1583484"/>
                  <a:pt x="48950" y="1579676"/>
                </a:cubicBezTo>
                <a:cubicBezTo>
                  <a:pt x="49263" y="1575868"/>
                  <a:pt x="50393" y="1573315"/>
                  <a:pt x="50895" y="1571325"/>
                </a:cubicBezTo>
                <a:cubicBezTo>
                  <a:pt x="51397" y="1569336"/>
                  <a:pt x="51334" y="1567907"/>
                  <a:pt x="49326" y="1566306"/>
                </a:cubicBezTo>
                <a:cubicBezTo>
                  <a:pt x="47318" y="1564748"/>
                  <a:pt x="43365" y="1562974"/>
                  <a:pt x="36022" y="1560335"/>
                </a:cubicBezTo>
                <a:close/>
                <a:moveTo>
                  <a:pt x="36335" y="1539781"/>
                </a:moveTo>
                <a:cubicBezTo>
                  <a:pt x="32947" y="1539609"/>
                  <a:pt x="30624" y="1539912"/>
                  <a:pt x="29620" y="1540690"/>
                </a:cubicBezTo>
                <a:lnTo>
                  <a:pt x="29620" y="1540734"/>
                </a:lnTo>
                <a:cubicBezTo>
                  <a:pt x="28554" y="1541513"/>
                  <a:pt x="28868" y="1542856"/>
                  <a:pt x="30624" y="1544715"/>
                </a:cubicBezTo>
                <a:cubicBezTo>
                  <a:pt x="32445" y="1546619"/>
                  <a:pt x="35708" y="1549042"/>
                  <a:pt x="40666" y="1552114"/>
                </a:cubicBezTo>
                <a:cubicBezTo>
                  <a:pt x="41607" y="1550990"/>
                  <a:pt x="42423" y="1549995"/>
                  <a:pt x="43239" y="1549042"/>
                </a:cubicBezTo>
                <a:cubicBezTo>
                  <a:pt x="44054" y="1548090"/>
                  <a:pt x="44808" y="1547181"/>
                  <a:pt x="45497" y="1546359"/>
                </a:cubicBezTo>
                <a:cubicBezTo>
                  <a:pt x="46188" y="1545494"/>
                  <a:pt x="46878" y="1544715"/>
                  <a:pt x="47505" y="1543936"/>
                </a:cubicBezTo>
                <a:cubicBezTo>
                  <a:pt x="48196" y="1543157"/>
                  <a:pt x="48824" y="1542378"/>
                  <a:pt x="49451" y="1541643"/>
                </a:cubicBezTo>
                <a:cubicBezTo>
                  <a:pt x="44180" y="1540605"/>
                  <a:pt x="39724" y="1539955"/>
                  <a:pt x="36335" y="1539781"/>
                </a:cubicBezTo>
                <a:close/>
                <a:moveTo>
                  <a:pt x="0" y="0"/>
                </a:moveTo>
                <a:lnTo>
                  <a:pt x="3386022" y="0"/>
                </a:lnTo>
                <a:lnTo>
                  <a:pt x="3386022" y="771071"/>
                </a:lnTo>
                <a:lnTo>
                  <a:pt x="3386022" y="850265"/>
                </a:lnTo>
                <a:lnTo>
                  <a:pt x="3386022" y="1512263"/>
                </a:lnTo>
                <a:cubicBezTo>
                  <a:pt x="3385206" y="1512305"/>
                  <a:pt x="3384391" y="1512351"/>
                  <a:pt x="3383637" y="1512351"/>
                </a:cubicBezTo>
                <a:cubicBezTo>
                  <a:pt x="3382822" y="1512393"/>
                  <a:pt x="3382068" y="1512393"/>
                  <a:pt x="3381315" y="1512437"/>
                </a:cubicBezTo>
                <a:cubicBezTo>
                  <a:pt x="3380562" y="1512480"/>
                  <a:pt x="3379810" y="1512523"/>
                  <a:pt x="3378993" y="1512523"/>
                </a:cubicBezTo>
                <a:cubicBezTo>
                  <a:pt x="3378241" y="1512567"/>
                  <a:pt x="3377425" y="1512610"/>
                  <a:pt x="3376546" y="1512610"/>
                </a:cubicBezTo>
                <a:cubicBezTo>
                  <a:pt x="3375856" y="1515206"/>
                  <a:pt x="3375542" y="1517542"/>
                  <a:pt x="3375730" y="1519576"/>
                </a:cubicBezTo>
                <a:cubicBezTo>
                  <a:pt x="3375918" y="1521609"/>
                  <a:pt x="3376420" y="1523383"/>
                  <a:pt x="3377299" y="1524942"/>
                </a:cubicBezTo>
                <a:cubicBezTo>
                  <a:pt x="3378115" y="1526498"/>
                  <a:pt x="3379370" y="1527797"/>
                  <a:pt x="3380814" y="1528922"/>
                </a:cubicBezTo>
                <a:cubicBezTo>
                  <a:pt x="3382319" y="1530046"/>
                  <a:pt x="3384076" y="1530955"/>
                  <a:pt x="3386022" y="1531691"/>
                </a:cubicBezTo>
                <a:lnTo>
                  <a:pt x="3386022" y="1646698"/>
                </a:lnTo>
                <a:cubicBezTo>
                  <a:pt x="3385834" y="1647132"/>
                  <a:pt x="3385708" y="1647521"/>
                  <a:pt x="3385645" y="1647954"/>
                </a:cubicBezTo>
                <a:cubicBezTo>
                  <a:pt x="3385520" y="1648386"/>
                  <a:pt x="3385520" y="1648819"/>
                  <a:pt x="3385520" y="1649251"/>
                </a:cubicBezTo>
                <a:cubicBezTo>
                  <a:pt x="3385520" y="1649685"/>
                  <a:pt x="3385583" y="1650115"/>
                  <a:pt x="3385645" y="1650548"/>
                </a:cubicBezTo>
                <a:cubicBezTo>
                  <a:pt x="3385770" y="1650981"/>
                  <a:pt x="3385896" y="1651414"/>
                  <a:pt x="3386022" y="1651846"/>
                </a:cubicBezTo>
                <a:lnTo>
                  <a:pt x="3386022" y="1692173"/>
                </a:lnTo>
                <a:cubicBezTo>
                  <a:pt x="3385770" y="1692259"/>
                  <a:pt x="3385520" y="1692389"/>
                  <a:pt x="3385269" y="1692476"/>
                </a:cubicBezTo>
                <a:cubicBezTo>
                  <a:pt x="3385018" y="1692562"/>
                  <a:pt x="3384766" y="1692692"/>
                  <a:pt x="3384516" y="1692778"/>
                </a:cubicBezTo>
                <a:cubicBezTo>
                  <a:pt x="3384265" y="1692865"/>
                  <a:pt x="3384014" y="1692994"/>
                  <a:pt x="3383763" y="1693081"/>
                </a:cubicBezTo>
                <a:cubicBezTo>
                  <a:pt x="3383512" y="1693211"/>
                  <a:pt x="3383261" y="1693298"/>
                  <a:pt x="3383010" y="1693427"/>
                </a:cubicBezTo>
                <a:cubicBezTo>
                  <a:pt x="3382445" y="1699311"/>
                  <a:pt x="3381754" y="1704547"/>
                  <a:pt x="3381189" y="1709220"/>
                </a:cubicBezTo>
                <a:cubicBezTo>
                  <a:pt x="3380625" y="1713893"/>
                  <a:pt x="3380186" y="1718004"/>
                  <a:pt x="3380123" y="1721595"/>
                </a:cubicBezTo>
                <a:cubicBezTo>
                  <a:pt x="3380060" y="1725186"/>
                  <a:pt x="3380374" y="1728258"/>
                  <a:pt x="3381253" y="1730898"/>
                </a:cubicBezTo>
                <a:cubicBezTo>
                  <a:pt x="3382131" y="1733537"/>
                  <a:pt x="3383637" y="1735701"/>
                  <a:pt x="3385960" y="1737474"/>
                </a:cubicBezTo>
                <a:lnTo>
                  <a:pt x="3385960" y="1771052"/>
                </a:lnTo>
                <a:cubicBezTo>
                  <a:pt x="3385018" y="1771830"/>
                  <a:pt x="3384139" y="1772652"/>
                  <a:pt x="3383323" y="1773474"/>
                </a:cubicBezTo>
                <a:cubicBezTo>
                  <a:pt x="3382508" y="1774340"/>
                  <a:pt x="3381818" y="1775205"/>
                  <a:pt x="3381189" y="1776113"/>
                </a:cubicBezTo>
                <a:cubicBezTo>
                  <a:pt x="3380625" y="1777023"/>
                  <a:pt x="3380060" y="1777974"/>
                  <a:pt x="3379684" y="1778969"/>
                </a:cubicBezTo>
                <a:cubicBezTo>
                  <a:pt x="3379307" y="1779965"/>
                  <a:pt x="3378993" y="1781003"/>
                  <a:pt x="3378805" y="1782085"/>
                </a:cubicBezTo>
                <a:cubicBezTo>
                  <a:pt x="3378617" y="1782907"/>
                  <a:pt x="3378742" y="1783686"/>
                  <a:pt x="3378993" y="1784378"/>
                </a:cubicBezTo>
                <a:cubicBezTo>
                  <a:pt x="3379245" y="1785070"/>
                  <a:pt x="3379746" y="1785719"/>
                  <a:pt x="3380374" y="1786325"/>
                </a:cubicBezTo>
                <a:cubicBezTo>
                  <a:pt x="3381002" y="1786931"/>
                  <a:pt x="3381818" y="1787450"/>
                  <a:pt x="3382758" y="1787969"/>
                </a:cubicBezTo>
                <a:cubicBezTo>
                  <a:pt x="3383700" y="1788445"/>
                  <a:pt x="3384766" y="1788921"/>
                  <a:pt x="3385960" y="1789354"/>
                </a:cubicBezTo>
                <a:lnTo>
                  <a:pt x="3385960" y="1805753"/>
                </a:lnTo>
                <a:cubicBezTo>
                  <a:pt x="3375479" y="1806661"/>
                  <a:pt x="3366756" y="1807916"/>
                  <a:pt x="3360167" y="1809646"/>
                </a:cubicBezTo>
                <a:cubicBezTo>
                  <a:pt x="3353577" y="1811378"/>
                  <a:pt x="3349122" y="1813584"/>
                  <a:pt x="3347239" y="1816396"/>
                </a:cubicBezTo>
                <a:cubicBezTo>
                  <a:pt x="3345357" y="1819209"/>
                  <a:pt x="3345984" y="1822671"/>
                  <a:pt x="3349561" y="1826867"/>
                </a:cubicBezTo>
                <a:cubicBezTo>
                  <a:pt x="3353138" y="1831065"/>
                  <a:pt x="3359727" y="1836041"/>
                  <a:pt x="3369580" y="1841925"/>
                </a:cubicBezTo>
                <a:cubicBezTo>
                  <a:pt x="3363179" y="1847117"/>
                  <a:pt x="3358284" y="1851920"/>
                  <a:pt x="3355146" y="1856204"/>
                </a:cubicBezTo>
                <a:cubicBezTo>
                  <a:pt x="3352072" y="1860488"/>
                  <a:pt x="3350753" y="1864295"/>
                  <a:pt x="3351633" y="1867497"/>
                </a:cubicBezTo>
                <a:cubicBezTo>
                  <a:pt x="3352511" y="1870699"/>
                  <a:pt x="3355585" y="1873338"/>
                  <a:pt x="3361171" y="1875329"/>
                </a:cubicBezTo>
                <a:cubicBezTo>
                  <a:pt x="3366756" y="1877319"/>
                  <a:pt x="3374914" y="1878660"/>
                  <a:pt x="3385960" y="1879309"/>
                </a:cubicBezTo>
                <a:lnTo>
                  <a:pt x="3385960" y="1903367"/>
                </a:lnTo>
                <a:cubicBezTo>
                  <a:pt x="3383387" y="1904318"/>
                  <a:pt x="3380876" y="1905314"/>
                  <a:pt x="3378491" y="1906352"/>
                </a:cubicBezTo>
                <a:cubicBezTo>
                  <a:pt x="3376107" y="1907390"/>
                  <a:pt x="3373848" y="1908472"/>
                  <a:pt x="3371714" y="1909641"/>
                </a:cubicBezTo>
                <a:cubicBezTo>
                  <a:pt x="3369580" y="1910765"/>
                  <a:pt x="3367634" y="1911977"/>
                  <a:pt x="3365815" y="1913275"/>
                </a:cubicBezTo>
                <a:cubicBezTo>
                  <a:pt x="3363995" y="1914530"/>
                  <a:pt x="3362364" y="1915871"/>
                  <a:pt x="3360983" y="1917299"/>
                </a:cubicBezTo>
                <a:cubicBezTo>
                  <a:pt x="3360543" y="1920111"/>
                  <a:pt x="3360167" y="1922924"/>
                  <a:pt x="3359791" y="1925693"/>
                </a:cubicBezTo>
                <a:cubicBezTo>
                  <a:pt x="3359414" y="1928463"/>
                  <a:pt x="3359037" y="1931231"/>
                  <a:pt x="3358661" y="1934001"/>
                </a:cubicBezTo>
                <a:cubicBezTo>
                  <a:pt x="3358284" y="1936770"/>
                  <a:pt x="3357907" y="1939539"/>
                  <a:pt x="3357531" y="1942352"/>
                </a:cubicBezTo>
                <a:cubicBezTo>
                  <a:pt x="3357092" y="1945121"/>
                  <a:pt x="3356715" y="1947934"/>
                  <a:pt x="3356338" y="1950789"/>
                </a:cubicBezTo>
                <a:cubicBezTo>
                  <a:pt x="3357719" y="1951655"/>
                  <a:pt x="3359414" y="1952477"/>
                  <a:pt x="3361422" y="1953212"/>
                </a:cubicBezTo>
                <a:cubicBezTo>
                  <a:pt x="3363430" y="1953948"/>
                  <a:pt x="3365752" y="1954597"/>
                  <a:pt x="3368262" y="1955202"/>
                </a:cubicBezTo>
                <a:cubicBezTo>
                  <a:pt x="3370772" y="1955808"/>
                  <a:pt x="3373596" y="1956327"/>
                  <a:pt x="3376546" y="1956803"/>
                </a:cubicBezTo>
                <a:cubicBezTo>
                  <a:pt x="3379558" y="1957236"/>
                  <a:pt x="3382696" y="1957626"/>
                  <a:pt x="3386022" y="1957972"/>
                </a:cubicBezTo>
                <a:lnTo>
                  <a:pt x="3386022" y="2078475"/>
                </a:lnTo>
                <a:cubicBezTo>
                  <a:pt x="3384892" y="2079340"/>
                  <a:pt x="3384014" y="2080249"/>
                  <a:pt x="3383449" y="2081158"/>
                </a:cubicBezTo>
                <a:cubicBezTo>
                  <a:pt x="3382884" y="2082066"/>
                  <a:pt x="3382571" y="2082975"/>
                  <a:pt x="3382571" y="2083883"/>
                </a:cubicBezTo>
                <a:cubicBezTo>
                  <a:pt x="3382571" y="2084792"/>
                  <a:pt x="3382822" y="2085700"/>
                  <a:pt x="3383387" y="2086566"/>
                </a:cubicBezTo>
                <a:cubicBezTo>
                  <a:pt x="3383951" y="2087475"/>
                  <a:pt x="3384766" y="2088297"/>
                  <a:pt x="3385960" y="2089118"/>
                </a:cubicBezTo>
                <a:lnTo>
                  <a:pt x="3385960" y="2158911"/>
                </a:lnTo>
                <a:cubicBezTo>
                  <a:pt x="3385206" y="2159430"/>
                  <a:pt x="3384453" y="2159906"/>
                  <a:pt x="3383826" y="2160382"/>
                </a:cubicBezTo>
                <a:cubicBezTo>
                  <a:pt x="3383135" y="2160858"/>
                  <a:pt x="3382571" y="2161290"/>
                  <a:pt x="3382131" y="2161723"/>
                </a:cubicBezTo>
                <a:cubicBezTo>
                  <a:pt x="3381692" y="2162156"/>
                  <a:pt x="3381315" y="2162546"/>
                  <a:pt x="3381064" y="2162935"/>
                </a:cubicBezTo>
                <a:cubicBezTo>
                  <a:pt x="3380814" y="2163325"/>
                  <a:pt x="3380688" y="2163671"/>
                  <a:pt x="3380688" y="2163973"/>
                </a:cubicBezTo>
                <a:cubicBezTo>
                  <a:pt x="3381064" y="2164060"/>
                  <a:pt x="3381441" y="2164060"/>
                  <a:pt x="3381880" y="2164060"/>
                </a:cubicBezTo>
                <a:cubicBezTo>
                  <a:pt x="3382257" y="2164104"/>
                  <a:pt x="3382696" y="2164104"/>
                  <a:pt x="3383135" y="2164104"/>
                </a:cubicBezTo>
                <a:cubicBezTo>
                  <a:pt x="3383574" y="2164104"/>
                  <a:pt x="3384014" y="2164104"/>
                  <a:pt x="3384516" y="2164104"/>
                </a:cubicBezTo>
                <a:cubicBezTo>
                  <a:pt x="3385018" y="2164104"/>
                  <a:pt x="3385457" y="2164104"/>
                  <a:pt x="3385960" y="2164104"/>
                </a:cubicBezTo>
                <a:lnTo>
                  <a:pt x="3385960" y="2184829"/>
                </a:lnTo>
                <a:cubicBezTo>
                  <a:pt x="3385457" y="2185478"/>
                  <a:pt x="3385081" y="2186170"/>
                  <a:pt x="3384830" y="2186906"/>
                </a:cubicBezTo>
                <a:cubicBezTo>
                  <a:pt x="3384516" y="2187598"/>
                  <a:pt x="3384391" y="2188377"/>
                  <a:pt x="3384391" y="2189156"/>
                </a:cubicBezTo>
                <a:cubicBezTo>
                  <a:pt x="3384391" y="2189935"/>
                  <a:pt x="3384516" y="2190757"/>
                  <a:pt x="3384766" y="2191578"/>
                </a:cubicBezTo>
                <a:cubicBezTo>
                  <a:pt x="3385018" y="2192401"/>
                  <a:pt x="3385395" y="2193223"/>
                  <a:pt x="3385960" y="2194045"/>
                </a:cubicBezTo>
                <a:lnTo>
                  <a:pt x="3385960" y="3814844"/>
                </a:lnTo>
                <a:cubicBezTo>
                  <a:pt x="3383951" y="3815017"/>
                  <a:pt x="3381880" y="3815190"/>
                  <a:pt x="3379810" y="3815364"/>
                </a:cubicBezTo>
                <a:cubicBezTo>
                  <a:pt x="3377738" y="3815536"/>
                  <a:pt x="3375604" y="3815753"/>
                  <a:pt x="3373408" y="3815926"/>
                </a:cubicBezTo>
                <a:cubicBezTo>
                  <a:pt x="3371211" y="3816099"/>
                  <a:pt x="3368953" y="3816272"/>
                  <a:pt x="3366568" y="3816489"/>
                </a:cubicBezTo>
                <a:cubicBezTo>
                  <a:pt x="3364183" y="3816704"/>
                  <a:pt x="3361736" y="3816921"/>
                  <a:pt x="3359162" y="3817137"/>
                </a:cubicBezTo>
                <a:cubicBezTo>
                  <a:pt x="3356276" y="3809608"/>
                  <a:pt x="3356150" y="3797320"/>
                  <a:pt x="3356214" y="3783474"/>
                </a:cubicBezTo>
                <a:cubicBezTo>
                  <a:pt x="3356276" y="3769585"/>
                  <a:pt x="3356527" y="3754139"/>
                  <a:pt x="3354456" y="3740249"/>
                </a:cubicBezTo>
                <a:cubicBezTo>
                  <a:pt x="3352385" y="3726360"/>
                  <a:pt x="3347992" y="3713985"/>
                  <a:pt x="3338642" y="3706284"/>
                </a:cubicBezTo>
                <a:cubicBezTo>
                  <a:pt x="3329354" y="3698581"/>
                  <a:pt x="3315109" y="3695552"/>
                  <a:pt x="3293457" y="3700313"/>
                </a:cubicBezTo>
                <a:cubicBezTo>
                  <a:pt x="3293395" y="3711086"/>
                  <a:pt x="3292077" y="3721860"/>
                  <a:pt x="3289944" y="3732590"/>
                </a:cubicBezTo>
                <a:cubicBezTo>
                  <a:pt x="3287810" y="3743364"/>
                  <a:pt x="3284985" y="3754095"/>
                  <a:pt x="3281973" y="3764912"/>
                </a:cubicBezTo>
                <a:cubicBezTo>
                  <a:pt x="3278961" y="3775729"/>
                  <a:pt x="3275823" y="3786590"/>
                  <a:pt x="3273063" y="3797580"/>
                </a:cubicBezTo>
                <a:cubicBezTo>
                  <a:pt x="3270301" y="3808570"/>
                  <a:pt x="3267979" y="3819690"/>
                  <a:pt x="3266724" y="3830983"/>
                </a:cubicBezTo>
                <a:cubicBezTo>
                  <a:pt x="3263711" y="3831200"/>
                  <a:pt x="3260699" y="3831373"/>
                  <a:pt x="3257687" y="3831546"/>
                </a:cubicBezTo>
                <a:cubicBezTo>
                  <a:pt x="3254675" y="3831762"/>
                  <a:pt x="3251662" y="3831936"/>
                  <a:pt x="3248650" y="3832108"/>
                </a:cubicBezTo>
                <a:cubicBezTo>
                  <a:pt x="3245638" y="3832282"/>
                  <a:pt x="3242563" y="3832498"/>
                  <a:pt x="3239488" y="3832671"/>
                </a:cubicBezTo>
                <a:cubicBezTo>
                  <a:pt x="3236413" y="3832844"/>
                  <a:pt x="3233275" y="3833017"/>
                  <a:pt x="3230075" y="3833233"/>
                </a:cubicBezTo>
                <a:cubicBezTo>
                  <a:pt x="3225054" y="3827392"/>
                  <a:pt x="3221979" y="3823411"/>
                  <a:pt x="3219532" y="3820642"/>
                </a:cubicBezTo>
                <a:cubicBezTo>
                  <a:pt x="3217084" y="3817916"/>
                  <a:pt x="3215327" y="3816358"/>
                  <a:pt x="3213006" y="3815407"/>
                </a:cubicBezTo>
                <a:cubicBezTo>
                  <a:pt x="3210683" y="3814454"/>
                  <a:pt x="3207860" y="3814065"/>
                  <a:pt x="3203278" y="3813546"/>
                </a:cubicBezTo>
                <a:cubicBezTo>
                  <a:pt x="3198697" y="3813027"/>
                  <a:pt x="3192359" y="3812465"/>
                  <a:pt x="3183071" y="3811080"/>
                </a:cubicBezTo>
                <a:cubicBezTo>
                  <a:pt x="3177611" y="3816012"/>
                  <a:pt x="3173595" y="3821075"/>
                  <a:pt x="3170520" y="3826224"/>
                </a:cubicBezTo>
                <a:cubicBezTo>
                  <a:pt x="3167445" y="3831373"/>
                  <a:pt x="3165248" y="3836652"/>
                  <a:pt x="3163429" y="3841974"/>
                </a:cubicBezTo>
                <a:cubicBezTo>
                  <a:pt x="3161609" y="3847296"/>
                  <a:pt x="3160228" y="3852704"/>
                  <a:pt x="3158659" y="3858156"/>
                </a:cubicBezTo>
                <a:cubicBezTo>
                  <a:pt x="3157090" y="3863608"/>
                  <a:pt x="3155395" y="3869103"/>
                  <a:pt x="3153011" y="3874599"/>
                </a:cubicBezTo>
                <a:cubicBezTo>
                  <a:pt x="3148618" y="3873084"/>
                  <a:pt x="3145606" y="3871309"/>
                  <a:pt x="3143410" y="3869405"/>
                </a:cubicBezTo>
                <a:cubicBezTo>
                  <a:pt x="3141276" y="3867503"/>
                  <a:pt x="3139895" y="3865468"/>
                  <a:pt x="3138765" y="3863434"/>
                </a:cubicBezTo>
                <a:cubicBezTo>
                  <a:pt x="3137699" y="3861401"/>
                  <a:pt x="3136820" y="3859367"/>
                  <a:pt x="3135565" y="3857507"/>
                </a:cubicBezTo>
                <a:cubicBezTo>
                  <a:pt x="3134310" y="3855646"/>
                  <a:pt x="3132741" y="3853916"/>
                  <a:pt x="3130230" y="3852445"/>
                </a:cubicBezTo>
                <a:cubicBezTo>
                  <a:pt x="3135941" y="3847642"/>
                  <a:pt x="3141841" y="3841368"/>
                  <a:pt x="3146296" y="3834661"/>
                </a:cubicBezTo>
                <a:cubicBezTo>
                  <a:pt x="3150752" y="3827954"/>
                  <a:pt x="3153639" y="3820772"/>
                  <a:pt x="3153263" y="3814108"/>
                </a:cubicBezTo>
                <a:cubicBezTo>
                  <a:pt x="3152886" y="3807402"/>
                  <a:pt x="3149309" y="3801258"/>
                  <a:pt x="3140711" y="3796541"/>
                </a:cubicBezTo>
                <a:cubicBezTo>
                  <a:pt x="3132114" y="3791825"/>
                  <a:pt x="3118559" y="3788581"/>
                  <a:pt x="3098289" y="3787802"/>
                </a:cubicBezTo>
                <a:cubicBezTo>
                  <a:pt x="3088059" y="3795546"/>
                  <a:pt x="3077767" y="3809349"/>
                  <a:pt x="3068919" y="3826181"/>
                </a:cubicBezTo>
                <a:cubicBezTo>
                  <a:pt x="3060070" y="3843012"/>
                  <a:pt x="3052728" y="3862872"/>
                  <a:pt x="3048524" y="3882733"/>
                </a:cubicBezTo>
                <a:cubicBezTo>
                  <a:pt x="3044318" y="3902593"/>
                  <a:pt x="3043126" y="3922454"/>
                  <a:pt x="3046703" y="3939328"/>
                </a:cubicBezTo>
                <a:cubicBezTo>
                  <a:pt x="3050281" y="3956202"/>
                  <a:pt x="3058501" y="3970048"/>
                  <a:pt x="3073060" y="3977923"/>
                </a:cubicBezTo>
                <a:lnTo>
                  <a:pt x="3028629" y="3977923"/>
                </a:lnTo>
                <a:cubicBezTo>
                  <a:pt x="3023421" y="3961698"/>
                  <a:pt x="3020095" y="3951660"/>
                  <a:pt x="3017397" y="3945342"/>
                </a:cubicBezTo>
                <a:cubicBezTo>
                  <a:pt x="3014698" y="3938982"/>
                  <a:pt x="3012690" y="3936300"/>
                  <a:pt x="3010117" y="3934785"/>
                </a:cubicBezTo>
                <a:cubicBezTo>
                  <a:pt x="3007544" y="3933271"/>
                  <a:pt x="3004469" y="3932838"/>
                  <a:pt x="2999700" y="3930977"/>
                </a:cubicBezTo>
                <a:cubicBezTo>
                  <a:pt x="2994993" y="3929117"/>
                  <a:pt x="2988529" y="3925829"/>
                  <a:pt x="2979241" y="3918559"/>
                </a:cubicBezTo>
                <a:cubicBezTo>
                  <a:pt x="2999763" y="3911160"/>
                  <a:pt x="3010556" y="3905535"/>
                  <a:pt x="3014447" y="3901165"/>
                </a:cubicBezTo>
                <a:cubicBezTo>
                  <a:pt x="3018275" y="3896795"/>
                  <a:pt x="3015201" y="3893680"/>
                  <a:pt x="3007795" y="3891343"/>
                </a:cubicBezTo>
                <a:cubicBezTo>
                  <a:pt x="3000390" y="3889006"/>
                  <a:pt x="2988655" y="3887405"/>
                  <a:pt x="2975351" y="3886108"/>
                </a:cubicBezTo>
                <a:cubicBezTo>
                  <a:pt x="2961983" y="3884809"/>
                  <a:pt x="2947048" y="3883771"/>
                  <a:pt x="2933179" y="3882473"/>
                </a:cubicBezTo>
                <a:cubicBezTo>
                  <a:pt x="2924331" y="3888617"/>
                  <a:pt x="2917616" y="3899824"/>
                  <a:pt x="2912532" y="3913193"/>
                </a:cubicBezTo>
                <a:cubicBezTo>
                  <a:pt x="2907450" y="3926607"/>
                  <a:pt x="2903997" y="3942184"/>
                  <a:pt x="2901675" y="3957068"/>
                </a:cubicBezTo>
                <a:cubicBezTo>
                  <a:pt x="2899354" y="3971952"/>
                  <a:pt x="2898162" y="3986188"/>
                  <a:pt x="2897597" y="3996919"/>
                </a:cubicBezTo>
                <a:cubicBezTo>
                  <a:pt x="2897032" y="4007649"/>
                  <a:pt x="2897094" y="4014875"/>
                  <a:pt x="2897220" y="4015697"/>
                </a:cubicBezTo>
                <a:cubicBezTo>
                  <a:pt x="2879084" y="4028158"/>
                  <a:pt x="2866093" y="4038976"/>
                  <a:pt x="2857433" y="4049187"/>
                </a:cubicBezTo>
                <a:cubicBezTo>
                  <a:pt x="2848773" y="4059355"/>
                  <a:pt x="2844317" y="4068917"/>
                  <a:pt x="2843250" y="4078783"/>
                </a:cubicBezTo>
                <a:cubicBezTo>
                  <a:pt x="2842184" y="4088648"/>
                  <a:pt x="2844380" y="4098859"/>
                  <a:pt x="2849024" y="4110325"/>
                </a:cubicBezTo>
                <a:cubicBezTo>
                  <a:pt x="2853605" y="4121792"/>
                  <a:pt x="2860634" y="4134556"/>
                  <a:pt x="2869105" y="4149570"/>
                </a:cubicBezTo>
                <a:cubicBezTo>
                  <a:pt x="2867035" y="4151430"/>
                  <a:pt x="2865968" y="4152166"/>
                  <a:pt x="2864524" y="4152426"/>
                </a:cubicBezTo>
                <a:cubicBezTo>
                  <a:pt x="2863081" y="4152685"/>
                  <a:pt x="2861324" y="4152383"/>
                  <a:pt x="2857873" y="4152123"/>
                </a:cubicBezTo>
                <a:cubicBezTo>
                  <a:pt x="2854421" y="4151863"/>
                  <a:pt x="2849275" y="4151561"/>
                  <a:pt x="2841116" y="4151863"/>
                </a:cubicBezTo>
                <a:cubicBezTo>
                  <a:pt x="2833021" y="4152123"/>
                  <a:pt x="2821851" y="4152988"/>
                  <a:pt x="2806350" y="4154892"/>
                </a:cubicBezTo>
                <a:cubicBezTo>
                  <a:pt x="2807417" y="4152469"/>
                  <a:pt x="2808421" y="4150263"/>
                  <a:pt x="2809362" y="4148099"/>
                </a:cubicBezTo>
                <a:cubicBezTo>
                  <a:pt x="2810304" y="4145935"/>
                  <a:pt x="2811182" y="4143902"/>
                  <a:pt x="2812061" y="4141912"/>
                </a:cubicBezTo>
                <a:cubicBezTo>
                  <a:pt x="2812939" y="4139921"/>
                  <a:pt x="2813817" y="4137931"/>
                  <a:pt x="2814697" y="4135897"/>
                </a:cubicBezTo>
                <a:cubicBezTo>
                  <a:pt x="2815638" y="4133863"/>
                  <a:pt x="2816516" y="4131787"/>
                  <a:pt x="2817520" y="4129580"/>
                </a:cubicBezTo>
                <a:cubicBezTo>
                  <a:pt x="2799321" y="4114522"/>
                  <a:pt x="2784386" y="4108249"/>
                  <a:pt x="2772462" y="4107557"/>
                </a:cubicBezTo>
                <a:cubicBezTo>
                  <a:pt x="2760539" y="4106865"/>
                  <a:pt x="2751627" y="4111711"/>
                  <a:pt x="2745540" y="4118979"/>
                </a:cubicBezTo>
                <a:cubicBezTo>
                  <a:pt x="2739390" y="4126249"/>
                  <a:pt x="2736064" y="4135897"/>
                  <a:pt x="2735185" y="4144681"/>
                </a:cubicBezTo>
                <a:cubicBezTo>
                  <a:pt x="2734307" y="4153464"/>
                  <a:pt x="2735939" y="4161469"/>
                  <a:pt x="2739830" y="4165406"/>
                </a:cubicBezTo>
                <a:cubicBezTo>
                  <a:pt x="2730542" y="4182454"/>
                  <a:pt x="2721944" y="4195305"/>
                  <a:pt x="2714413" y="4205430"/>
                </a:cubicBezTo>
                <a:cubicBezTo>
                  <a:pt x="2706883" y="4215555"/>
                  <a:pt x="2700293" y="4222997"/>
                  <a:pt x="2695085" y="4229185"/>
                </a:cubicBezTo>
                <a:cubicBezTo>
                  <a:pt x="2689876" y="4235372"/>
                  <a:pt x="2685860" y="4240391"/>
                  <a:pt x="2683412" y="4245670"/>
                </a:cubicBezTo>
                <a:cubicBezTo>
                  <a:pt x="2680903" y="4250948"/>
                  <a:pt x="2680023" y="4256530"/>
                  <a:pt x="2680839" y="4263929"/>
                </a:cubicBezTo>
                <a:lnTo>
                  <a:pt x="2629442" y="4263929"/>
                </a:lnTo>
                <a:cubicBezTo>
                  <a:pt x="2627560" y="4265357"/>
                  <a:pt x="2623983" y="4269468"/>
                  <a:pt x="2619653" y="4274876"/>
                </a:cubicBezTo>
                <a:cubicBezTo>
                  <a:pt x="2615260" y="4280285"/>
                  <a:pt x="2610177" y="4286948"/>
                  <a:pt x="2605281" y="4293482"/>
                </a:cubicBezTo>
                <a:cubicBezTo>
                  <a:pt x="2600387" y="4300015"/>
                  <a:pt x="2595680" y="4306462"/>
                  <a:pt x="2592166" y="4311352"/>
                </a:cubicBezTo>
                <a:cubicBezTo>
                  <a:pt x="2588589" y="4316284"/>
                  <a:pt x="2586267" y="4319659"/>
                  <a:pt x="2586016" y="4320135"/>
                </a:cubicBezTo>
                <a:cubicBezTo>
                  <a:pt x="2583129" y="4319227"/>
                  <a:pt x="2580368" y="4318361"/>
                  <a:pt x="2577669" y="4317495"/>
                </a:cubicBezTo>
                <a:cubicBezTo>
                  <a:pt x="2574971" y="4316631"/>
                  <a:pt x="2572335" y="4315808"/>
                  <a:pt x="2569762" y="4314986"/>
                </a:cubicBezTo>
                <a:cubicBezTo>
                  <a:pt x="2567189" y="4314164"/>
                  <a:pt x="2564616" y="4313385"/>
                  <a:pt x="2562106" y="4312563"/>
                </a:cubicBezTo>
                <a:cubicBezTo>
                  <a:pt x="2559533" y="4311741"/>
                  <a:pt x="2557023" y="4310962"/>
                  <a:pt x="2554513" y="4310140"/>
                </a:cubicBezTo>
                <a:cubicBezTo>
                  <a:pt x="2548300" y="4311352"/>
                  <a:pt x="2543091" y="4312910"/>
                  <a:pt x="2538699" y="4314770"/>
                </a:cubicBezTo>
                <a:cubicBezTo>
                  <a:pt x="2534306" y="4316631"/>
                  <a:pt x="2530729" y="4318794"/>
                  <a:pt x="2527842" y="4321260"/>
                </a:cubicBezTo>
                <a:cubicBezTo>
                  <a:pt x="2524954" y="4323727"/>
                  <a:pt x="2522759" y="4326452"/>
                  <a:pt x="2521064" y="4329395"/>
                </a:cubicBezTo>
                <a:cubicBezTo>
                  <a:pt x="2519369" y="4332337"/>
                  <a:pt x="2518303" y="4335495"/>
                  <a:pt x="2517549" y="4338870"/>
                </a:cubicBezTo>
                <a:cubicBezTo>
                  <a:pt x="2514223" y="4339346"/>
                  <a:pt x="2510835" y="4339779"/>
                  <a:pt x="2507509" y="4340212"/>
                </a:cubicBezTo>
                <a:cubicBezTo>
                  <a:pt x="2504183" y="4340645"/>
                  <a:pt x="2500857" y="4341077"/>
                  <a:pt x="2497530" y="4341509"/>
                </a:cubicBezTo>
                <a:cubicBezTo>
                  <a:pt x="2494204" y="4341942"/>
                  <a:pt x="2490879" y="4342375"/>
                  <a:pt x="2487615" y="4342808"/>
                </a:cubicBezTo>
                <a:cubicBezTo>
                  <a:pt x="2484290" y="4343241"/>
                  <a:pt x="2481088" y="4343673"/>
                  <a:pt x="2477826" y="4344106"/>
                </a:cubicBezTo>
                <a:cubicBezTo>
                  <a:pt x="2476257" y="4346312"/>
                  <a:pt x="2474249" y="4350337"/>
                  <a:pt x="2472178" y="4355312"/>
                </a:cubicBezTo>
                <a:cubicBezTo>
                  <a:pt x="2470107" y="4360288"/>
                  <a:pt x="2467910" y="4366216"/>
                  <a:pt x="2466153" y="4372231"/>
                </a:cubicBezTo>
                <a:cubicBezTo>
                  <a:pt x="2464333" y="4378245"/>
                  <a:pt x="2462890" y="4384346"/>
                  <a:pt x="2462262" y="4389625"/>
                </a:cubicBezTo>
                <a:cubicBezTo>
                  <a:pt x="2461572" y="4394903"/>
                  <a:pt x="2461698" y="4399403"/>
                  <a:pt x="2463015" y="4402216"/>
                </a:cubicBezTo>
                <a:cubicBezTo>
                  <a:pt x="2460317" y="4404163"/>
                  <a:pt x="2457806" y="4406196"/>
                  <a:pt x="2455673" y="4408230"/>
                </a:cubicBezTo>
                <a:cubicBezTo>
                  <a:pt x="2453540" y="4410307"/>
                  <a:pt x="2451782" y="4412384"/>
                  <a:pt x="2450715" y="4414547"/>
                </a:cubicBezTo>
                <a:cubicBezTo>
                  <a:pt x="2449586" y="4416710"/>
                  <a:pt x="2449146" y="4418917"/>
                  <a:pt x="2449586" y="4421124"/>
                </a:cubicBezTo>
                <a:cubicBezTo>
                  <a:pt x="2450025" y="4423331"/>
                  <a:pt x="2451343" y="4425624"/>
                  <a:pt x="2453728" y="4427917"/>
                </a:cubicBezTo>
                <a:cubicBezTo>
                  <a:pt x="2457869" y="4431811"/>
                  <a:pt x="2458748" y="4440292"/>
                  <a:pt x="2457869" y="4450893"/>
                </a:cubicBezTo>
                <a:cubicBezTo>
                  <a:pt x="2456991" y="4461493"/>
                  <a:pt x="2454292" y="4474172"/>
                  <a:pt x="2451029" y="4486416"/>
                </a:cubicBezTo>
                <a:cubicBezTo>
                  <a:pt x="2447765" y="4498661"/>
                  <a:pt x="2444000" y="4510517"/>
                  <a:pt x="2441051" y="4519387"/>
                </a:cubicBezTo>
                <a:cubicBezTo>
                  <a:pt x="2438102" y="4528257"/>
                  <a:pt x="2435905" y="4534185"/>
                  <a:pt x="2435842" y="4534661"/>
                </a:cubicBezTo>
                <a:cubicBezTo>
                  <a:pt x="2427747" y="4539464"/>
                  <a:pt x="2421848" y="4546647"/>
                  <a:pt x="2417894" y="4555127"/>
                </a:cubicBezTo>
                <a:cubicBezTo>
                  <a:pt x="2413941" y="4563651"/>
                  <a:pt x="2411933" y="4573473"/>
                  <a:pt x="2411618" y="4583641"/>
                </a:cubicBezTo>
                <a:cubicBezTo>
                  <a:pt x="2411242" y="4593809"/>
                  <a:pt x="2412622" y="4604280"/>
                  <a:pt x="2415321" y="4614102"/>
                </a:cubicBezTo>
                <a:cubicBezTo>
                  <a:pt x="2418020" y="4623880"/>
                  <a:pt x="2422161" y="4633010"/>
                  <a:pt x="2427433" y="4640453"/>
                </a:cubicBezTo>
                <a:cubicBezTo>
                  <a:pt x="2424546" y="4642226"/>
                  <a:pt x="2421722" y="4643438"/>
                  <a:pt x="2418836" y="4644217"/>
                </a:cubicBezTo>
                <a:cubicBezTo>
                  <a:pt x="2415949" y="4644996"/>
                  <a:pt x="2413062" y="4645299"/>
                  <a:pt x="2410049" y="4645299"/>
                </a:cubicBezTo>
                <a:cubicBezTo>
                  <a:pt x="2407100" y="4645299"/>
                  <a:pt x="2403963" y="4644866"/>
                  <a:pt x="2400762" y="4644217"/>
                </a:cubicBezTo>
                <a:cubicBezTo>
                  <a:pt x="2397561" y="4643568"/>
                  <a:pt x="2394172" y="4642616"/>
                  <a:pt x="2390595" y="4641491"/>
                </a:cubicBezTo>
                <a:cubicBezTo>
                  <a:pt x="2386705" y="4621761"/>
                  <a:pt x="2378359" y="4609602"/>
                  <a:pt x="2368380" y="4602074"/>
                </a:cubicBezTo>
                <a:cubicBezTo>
                  <a:pt x="2358464" y="4594502"/>
                  <a:pt x="2346918" y="4591559"/>
                  <a:pt x="2336814" y="4590261"/>
                </a:cubicBezTo>
                <a:cubicBezTo>
                  <a:pt x="2326648" y="4588920"/>
                  <a:pt x="2317925" y="4589266"/>
                  <a:pt x="2313594" y="4588271"/>
                </a:cubicBezTo>
                <a:cubicBezTo>
                  <a:pt x="2309264" y="4587275"/>
                  <a:pt x="2309264" y="4584939"/>
                  <a:pt x="2316544" y="4578319"/>
                </a:cubicBezTo>
                <a:cubicBezTo>
                  <a:pt x="2322317" y="4573040"/>
                  <a:pt x="2329409" y="4562612"/>
                  <a:pt x="2335433" y="4550065"/>
                </a:cubicBezTo>
                <a:cubicBezTo>
                  <a:pt x="2341458" y="4537516"/>
                  <a:pt x="2346541" y="4522806"/>
                  <a:pt x="2348361" y="4508960"/>
                </a:cubicBezTo>
                <a:cubicBezTo>
                  <a:pt x="2350244" y="4495114"/>
                  <a:pt x="2348801" y="4482089"/>
                  <a:pt x="2342022" y="4472960"/>
                </a:cubicBezTo>
                <a:cubicBezTo>
                  <a:pt x="2335245" y="4463830"/>
                  <a:pt x="2322945" y="4458508"/>
                  <a:pt x="2303052" y="4460066"/>
                </a:cubicBezTo>
                <a:cubicBezTo>
                  <a:pt x="2303491" y="4461104"/>
                  <a:pt x="2302863" y="4469801"/>
                  <a:pt x="2301420" y="4482565"/>
                </a:cubicBezTo>
                <a:cubicBezTo>
                  <a:pt x="2299977" y="4495330"/>
                  <a:pt x="2297843" y="4512118"/>
                  <a:pt x="2295082" y="4529382"/>
                </a:cubicBezTo>
                <a:cubicBezTo>
                  <a:pt x="2292321" y="4546647"/>
                  <a:pt x="2289120" y="4564386"/>
                  <a:pt x="2285668" y="4578968"/>
                </a:cubicBezTo>
                <a:cubicBezTo>
                  <a:pt x="2282217" y="4593549"/>
                  <a:pt x="2278514" y="4605016"/>
                  <a:pt x="2274875" y="4609732"/>
                </a:cubicBezTo>
                <a:cubicBezTo>
                  <a:pt x="2274059" y="4610813"/>
                  <a:pt x="2269540" y="4612112"/>
                  <a:pt x="2263139" y="4613323"/>
                </a:cubicBezTo>
                <a:cubicBezTo>
                  <a:pt x="2256738" y="4614491"/>
                  <a:pt x="2248455" y="4615573"/>
                  <a:pt x="2240171" y="4616136"/>
                </a:cubicBezTo>
                <a:cubicBezTo>
                  <a:pt x="2231887" y="4616698"/>
                  <a:pt x="2223540" y="4616741"/>
                  <a:pt x="2216889" y="4615962"/>
                </a:cubicBezTo>
                <a:cubicBezTo>
                  <a:pt x="2210299" y="4615184"/>
                  <a:pt x="2205404" y="4613496"/>
                  <a:pt x="2204086" y="4610597"/>
                </a:cubicBezTo>
                <a:cubicBezTo>
                  <a:pt x="2202455" y="4607049"/>
                  <a:pt x="2200007" y="4603761"/>
                  <a:pt x="2196995" y="4600732"/>
                </a:cubicBezTo>
                <a:cubicBezTo>
                  <a:pt x="2194046" y="4597703"/>
                  <a:pt x="2190531" y="4594891"/>
                  <a:pt x="2186766" y="4592165"/>
                </a:cubicBezTo>
                <a:cubicBezTo>
                  <a:pt x="2183063" y="4589482"/>
                  <a:pt x="2179047" y="4586886"/>
                  <a:pt x="2175156" y="4584377"/>
                </a:cubicBezTo>
                <a:cubicBezTo>
                  <a:pt x="2171266" y="4581867"/>
                  <a:pt x="2167437" y="4579357"/>
                  <a:pt x="2163986" y="4576848"/>
                </a:cubicBezTo>
                <a:cubicBezTo>
                  <a:pt x="2165178" y="4571699"/>
                  <a:pt x="2169382" y="4567545"/>
                  <a:pt x="2173775" y="4564040"/>
                </a:cubicBezTo>
                <a:cubicBezTo>
                  <a:pt x="2178168" y="4560536"/>
                  <a:pt x="2182749" y="4557680"/>
                  <a:pt x="2184820" y="4555170"/>
                </a:cubicBezTo>
                <a:cubicBezTo>
                  <a:pt x="2186828" y="4552617"/>
                  <a:pt x="2186327" y="4550411"/>
                  <a:pt x="2180490" y="4548161"/>
                </a:cubicBezTo>
                <a:cubicBezTo>
                  <a:pt x="2174654" y="4545911"/>
                  <a:pt x="2163483" y="4543618"/>
                  <a:pt x="2144281" y="4540978"/>
                </a:cubicBezTo>
                <a:cubicBezTo>
                  <a:pt x="2136248" y="4544526"/>
                  <a:pt x="2133612" y="4553094"/>
                  <a:pt x="2133675" y="4564040"/>
                </a:cubicBezTo>
                <a:cubicBezTo>
                  <a:pt x="2133737" y="4575031"/>
                  <a:pt x="2136624" y="4588357"/>
                  <a:pt x="2139636" y="4601554"/>
                </a:cubicBezTo>
                <a:cubicBezTo>
                  <a:pt x="2142648" y="4614708"/>
                  <a:pt x="2145912" y="4627732"/>
                  <a:pt x="2146790" y="4637943"/>
                </a:cubicBezTo>
                <a:cubicBezTo>
                  <a:pt x="2147670" y="4648154"/>
                  <a:pt x="2146163" y="4655640"/>
                  <a:pt x="2139762" y="4657717"/>
                </a:cubicBezTo>
                <a:cubicBezTo>
                  <a:pt x="2125956" y="4651486"/>
                  <a:pt x="2114283" y="4646597"/>
                  <a:pt x="2104808" y="4642529"/>
                </a:cubicBezTo>
                <a:cubicBezTo>
                  <a:pt x="2095331" y="4638462"/>
                  <a:pt x="2088051" y="4635174"/>
                  <a:pt x="2082905" y="4632188"/>
                </a:cubicBezTo>
                <a:cubicBezTo>
                  <a:pt x="2077759" y="4629203"/>
                  <a:pt x="2074747" y="4626476"/>
                  <a:pt x="2073869" y="4623578"/>
                </a:cubicBezTo>
                <a:cubicBezTo>
                  <a:pt x="2072990" y="4620679"/>
                  <a:pt x="2074246" y="4617520"/>
                  <a:pt x="2077571" y="4613626"/>
                </a:cubicBezTo>
                <a:cubicBezTo>
                  <a:pt x="2078952" y="4612025"/>
                  <a:pt x="2079767" y="4610813"/>
                  <a:pt x="2079956" y="4609602"/>
                </a:cubicBezTo>
                <a:cubicBezTo>
                  <a:pt x="2080144" y="4608391"/>
                  <a:pt x="2079643" y="4607223"/>
                  <a:pt x="2078262" y="4605795"/>
                </a:cubicBezTo>
                <a:cubicBezTo>
                  <a:pt x="2076881" y="4604324"/>
                  <a:pt x="2074685" y="4602592"/>
                  <a:pt x="2071421" y="4600256"/>
                </a:cubicBezTo>
                <a:cubicBezTo>
                  <a:pt x="2068158" y="4597920"/>
                  <a:pt x="2063890" y="4594978"/>
                  <a:pt x="2058369" y="4591083"/>
                </a:cubicBezTo>
                <a:cubicBezTo>
                  <a:pt x="2047951" y="4599694"/>
                  <a:pt x="2046444" y="4608996"/>
                  <a:pt x="2049081" y="4618905"/>
                </a:cubicBezTo>
                <a:cubicBezTo>
                  <a:pt x="2051716" y="4628813"/>
                  <a:pt x="2058557" y="4639328"/>
                  <a:pt x="2064832" y="4650447"/>
                </a:cubicBezTo>
                <a:cubicBezTo>
                  <a:pt x="2071044" y="4661568"/>
                  <a:pt x="2076755" y="4673207"/>
                  <a:pt x="2077132" y="4685409"/>
                </a:cubicBezTo>
                <a:cubicBezTo>
                  <a:pt x="2077446" y="4697610"/>
                  <a:pt x="2072551" y="4710288"/>
                  <a:pt x="2057490" y="4723442"/>
                </a:cubicBezTo>
                <a:cubicBezTo>
                  <a:pt x="2052594" y="4720673"/>
                  <a:pt x="2052155" y="4715610"/>
                  <a:pt x="2053034" y="4709552"/>
                </a:cubicBezTo>
                <a:cubicBezTo>
                  <a:pt x="2053913" y="4703495"/>
                  <a:pt x="2056046" y="4696442"/>
                  <a:pt x="2056360" y="4689822"/>
                </a:cubicBezTo>
                <a:cubicBezTo>
                  <a:pt x="2056674" y="4683202"/>
                  <a:pt x="2055167" y="4676928"/>
                  <a:pt x="2048704" y="4672428"/>
                </a:cubicBezTo>
                <a:cubicBezTo>
                  <a:pt x="2042177" y="4667885"/>
                  <a:pt x="2030756" y="4665116"/>
                  <a:pt x="2011239" y="4665462"/>
                </a:cubicBezTo>
                <a:cubicBezTo>
                  <a:pt x="2016134" y="4649409"/>
                  <a:pt x="2016762" y="4639976"/>
                  <a:pt x="2014565" y="4634958"/>
                </a:cubicBezTo>
                <a:cubicBezTo>
                  <a:pt x="2012369" y="4629938"/>
                  <a:pt x="2007348" y="4629333"/>
                  <a:pt x="2001009" y="4630891"/>
                </a:cubicBezTo>
                <a:cubicBezTo>
                  <a:pt x="1994671" y="4632447"/>
                  <a:pt x="1986953" y="4636169"/>
                  <a:pt x="1979422" y="4639847"/>
                </a:cubicBezTo>
                <a:cubicBezTo>
                  <a:pt x="1971892" y="4643525"/>
                  <a:pt x="1964486" y="4647116"/>
                  <a:pt x="1958712" y="4648414"/>
                </a:cubicBezTo>
                <a:cubicBezTo>
                  <a:pt x="1961474" y="4641578"/>
                  <a:pt x="1964988" y="4630847"/>
                  <a:pt x="1967938" y="4618472"/>
                </a:cubicBezTo>
                <a:cubicBezTo>
                  <a:pt x="1970888" y="4606098"/>
                  <a:pt x="1973272" y="4592078"/>
                  <a:pt x="1973774" y="4578708"/>
                </a:cubicBezTo>
                <a:cubicBezTo>
                  <a:pt x="1974276" y="4565338"/>
                  <a:pt x="1972958" y="4552617"/>
                  <a:pt x="1968439" y="4542795"/>
                </a:cubicBezTo>
                <a:cubicBezTo>
                  <a:pt x="1963921" y="4532973"/>
                  <a:pt x="1956265" y="4526051"/>
                  <a:pt x="1944090" y="4524363"/>
                </a:cubicBezTo>
                <a:cubicBezTo>
                  <a:pt x="1939258" y="4524579"/>
                  <a:pt x="1935180" y="4525661"/>
                  <a:pt x="1931351" y="4527132"/>
                </a:cubicBezTo>
                <a:cubicBezTo>
                  <a:pt x="1927523" y="4528560"/>
                  <a:pt x="1924009" y="4530420"/>
                  <a:pt x="1920243" y="4532152"/>
                </a:cubicBezTo>
                <a:cubicBezTo>
                  <a:pt x="1916478" y="4533882"/>
                  <a:pt x="1912462" y="4535483"/>
                  <a:pt x="1907692" y="4536478"/>
                </a:cubicBezTo>
                <a:cubicBezTo>
                  <a:pt x="1902923" y="4537473"/>
                  <a:pt x="1897400" y="4537862"/>
                  <a:pt x="1890623" y="4537084"/>
                </a:cubicBezTo>
                <a:cubicBezTo>
                  <a:pt x="1887046" y="4531762"/>
                  <a:pt x="1885226" y="4527781"/>
                  <a:pt x="1883783" y="4524795"/>
                </a:cubicBezTo>
                <a:cubicBezTo>
                  <a:pt x="1882339" y="4521810"/>
                  <a:pt x="1881335" y="4519733"/>
                  <a:pt x="1879389" y="4518263"/>
                </a:cubicBezTo>
                <a:cubicBezTo>
                  <a:pt x="1877381" y="4516791"/>
                  <a:pt x="1874495" y="4515882"/>
                  <a:pt x="1869223" y="4515103"/>
                </a:cubicBezTo>
                <a:cubicBezTo>
                  <a:pt x="1863952" y="4514324"/>
                  <a:pt x="1856422" y="4513719"/>
                  <a:pt x="1845126" y="4512897"/>
                </a:cubicBezTo>
                <a:cubicBezTo>
                  <a:pt x="1844184" y="4516012"/>
                  <a:pt x="1843180" y="4519127"/>
                  <a:pt x="1842176" y="4522286"/>
                </a:cubicBezTo>
                <a:cubicBezTo>
                  <a:pt x="1841172" y="4525444"/>
                  <a:pt x="1840168" y="4528647"/>
                  <a:pt x="1839164" y="4531891"/>
                </a:cubicBezTo>
                <a:cubicBezTo>
                  <a:pt x="1838159" y="4535137"/>
                  <a:pt x="1837092" y="4538469"/>
                  <a:pt x="1836026" y="4541887"/>
                </a:cubicBezTo>
                <a:cubicBezTo>
                  <a:pt x="1834959" y="4545305"/>
                  <a:pt x="1833830" y="4548810"/>
                  <a:pt x="1832700" y="4552444"/>
                </a:cubicBezTo>
                <a:cubicBezTo>
                  <a:pt x="1835084" y="4554651"/>
                  <a:pt x="1837595" y="4556987"/>
                  <a:pt x="1840168" y="4559411"/>
                </a:cubicBezTo>
                <a:cubicBezTo>
                  <a:pt x="1842741" y="4561833"/>
                  <a:pt x="1845439" y="4564343"/>
                  <a:pt x="1848264" y="4566982"/>
                </a:cubicBezTo>
                <a:cubicBezTo>
                  <a:pt x="1851087" y="4569578"/>
                  <a:pt x="1853974" y="4572304"/>
                  <a:pt x="1856986" y="4575117"/>
                </a:cubicBezTo>
                <a:cubicBezTo>
                  <a:pt x="1859935" y="4577929"/>
                  <a:pt x="1863073" y="4580828"/>
                  <a:pt x="1866211" y="4583771"/>
                </a:cubicBezTo>
                <a:cubicBezTo>
                  <a:pt x="1868282" y="4581867"/>
                  <a:pt x="1870227" y="4580007"/>
                  <a:pt x="1872111" y="4578232"/>
                </a:cubicBezTo>
                <a:cubicBezTo>
                  <a:pt x="1873993" y="4576415"/>
                  <a:pt x="1875812" y="4574685"/>
                  <a:pt x="1877696" y="4572953"/>
                </a:cubicBezTo>
                <a:cubicBezTo>
                  <a:pt x="1879578" y="4571179"/>
                  <a:pt x="1881399" y="4569449"/>
                  <a:pt x="1883343" y="4567632"/>
                </a:cubicBezTo>
                <a:cubicBezTo>
                  <a:pt x="1885289" y="4565815"/>
                  <a:pt x="1887297" y="4563911"/>
                  <a:pt x="1889431" y="4561920"/>
                </a:cubicBezTo>
                <a:cubicBezTo>
                  <a:pt x="1895142" y="4565771"/>
                  <a:pt x="1901041" y="4569362"/>
                  <a:pt x="1906500" y="4572953"/>
                </a:cubicBezTo>
                <a:cubicBezTo>
                  <a:pt x="1911960" y="4576545"/>
                  <a:pt x="1917043" y="4580136"/>
                  <a:pt x="1921122" y="4583944"/>
                </a:cubicBezTo>
                <a:cubicBezTo>
                  <a:pt x="1925201" y="4587752"/>
                  <a:pt x="1928213" y="4591775"/>
                  <a:pt x="1929657" y="4596232"/>
                </a:cubicBezTo>
                <a:cubicBezTo>
                  <a:pt x="1931038" y="4600732"/>
                  <a:pt x="1930850" y="4605621"/>
                  <a:pt x="1928465" y="4611159"/>
                </a:cubicBezTo>
                <a:cubicBezTo>
                  <a:pt x="1895831" y="4604150"/>
                  <a:pt x="1874746" y="4600473"/>
                  <a:pt x="1860563" y="4598655"/>
                </a:cubicBezTo>
                <a:cubicBezTo>
                  <a:pt x="1846380" y="4596838"/>
                  <a:pt x="1839038" y="4596838"/>
                  <a:pt x="1833955" y="4597270"/>
                </a:cubicBezTo>
                <a:cubicBezTo>
                  <a:pt x="1828872" y="4597660"/>
                  <a:pt x="1826047" y="4598482"/>
                  <a:pt x="1820776" y="4598266"/>
                </a:cubicBezTo>
                <a:cubicBezTo>
                  <a:pt x="1815504" y="4598006"/>
                  <a:pt x="1807849" y="4596708"/>
                  <a:pt x="1793101" y="4592900"/>
                </a:cubicBezTo>
                <a:cubicBezTo>
                  <a:pt x="1796992" y="4569103"/>
                  <a:pt x="1797243" y="4555257"/>
                  <a:pt x="1794796" y="4548551"/>
                </a:cubicBezTo>
                <a:cubicBezTo>
                  <a:pt x="1792348" y="4541844"/>
                  <a:pt x="1787265" y="4542233"/>
                  <a:pt x="1780613" y="4546862"/>
                </a:cubicBezTo>
                <a:cubicBezTo>
                  <a:pt x="1773961" y="4551493"/>
                  <a:pt x="1765677" y="4560362"/>
                  <a:pt x="1756765" y="4570574"/>
                </a:cubicBezTo>
                <a:cubicBezTo>
                  <a:pt x="1747854" y="4580785"/>
                  <a:pt x="1738379" y="4592381"/>
                  <a:pt x="1729342" y="4602463"/>
                </a:cubicBezTo>
                <a:cubicBezTo>
                  <a:pt x="1724510" y="4602203"/>
                  <a:pt x="1719929" y="4601295"/>
                  <a:pt x="1715472" y="4600213"/>
                </a:cubicBezTo>
                <a:cubicBezTo>
                  <a:pt x="1710954" y="4599131"/>
                  <a:pt x="1706561" y="4597833"/>
                  <a:pt x="1701980" y="4596838"/>
                </a:cubicBezTo>
                <a:cubicBezTo>
                  <a:pt x="1697399" y="4595843"/>
                  <a:pt x="1692641" y="4595064"/>
                  <a:pt x="1687494" y="4595064"/>
                </a:cubicBezTo>
                <a:cubicBezTo>
                  <a:pt x="1682286" y="4595020"/>
                  <a:pt x="1676762" y="4595713"/>
                  <a:pt x="1670552" y="4597574"/>
                </a:cubicBezTo>
                <a:cubicBezTo>
                  <a:pt x="1670049" y="4598569"/>
                  <a:pt x="1670238" y="4602982"/>
                  <a:pt x="1671618" y="4608434"/>
                </a:cubicBezTo>
                <a:cubicBezTo>
                  <a:pt x="1672998" y="4613886"/>
                  <a:pt x="1675508" y="4620376"/>
                  <a:pt x="1679522" y="4625569"/>
                </a:cubicBezTo>
                <a:cubicBezTo>
                  <a:pt x="1683603" y="4630717"/>
                  <a:pt x="1689189" y="4634612"/>
                  <a:pt x="1696709" y="4634784"/>
                </a:cubicBezTo>
                <a:cubicBezTo>
                  <a:pt x="1704239" y="4635001"/>
                  <a:pt x="1713779" y="4631496"/>
                  <a:pt x="1725639" y="4621977"/>
                </a:cubicBezTo>
                <a:cubicBezTo>
                  <a:pt x="1729279" y="4623621"/>
                  <a:pt x="1732794" y="4625222"/>
                  <a:pt x="1736307" y="4626780"/>
                </a:cubicBezTo>
                <a:cubicBezTo>
                  <a:pt x="1739759" y="4628337"/>
                  <a:pt x="1743273" y="4629895"/>
                  <a:pt x="1746725" y="4631453"/>
                </a:cubicBezTo>
                <a:cubicBezTo>
                  <a:pt x="1750176" y="4633010"/>
                  <a:pt x="1753691" y="4634612"/>
                  <a:pt x="1757268" y="4636212"/>
                </a:cubicBezTo>
                <a:cubicBezTo>
                  <a:pt x="1760845" y="4637813"/>
                  <a:pt x="1764484" y="4639458"/>
                  <a:pt x="1768313" y="4641188"/>
                </a:cubicBezTo>
                <a:cubicBezTo>
                  <a:pt x="1762665" y="4645385"/>
                  <a:pt x="1758210" y="4649583"/>
                  <a:pt x="1754883" y="4653866"/>
                </a:cubicBezTo>
                <a:cubicBezTo>
                  <a:pt x="1751619" y="4658106"/>
                  <a:pt x="1749487" y="4662433"/>
                  <a:pt x="1748607" y="4666804"/>
                </a:cubicBezTo>
                <a:cubicBezTo>
                  <a:pt x="1747792" y="4671173"/>
                  <a:pt x="1748168" y="4675587"/>
                  <a:pt x="1749926" y="4680043"/>
                </a:cubicBezTo>
                <a:cubicBezTo>
                  <a:pt x="1751683" y="4684543"/>
                  <a:pt x="1754757" y="4689043"/>
                  <a:pt x="1759276" y="4693630"/>
                </a:cubicBezTo>
                <a:cubicBezTo>
                  <a:pt x="1738880" y="4700250"/>
                  <a:pt x="1728965" y="4701721"/>
                  <a:pt x="1724384" y="4700163"/>
                </a:cubicBezTo>
                <a:cubicBezTo>
                  <a:pt x="1719803" y="4698606"/>
                  <a:pt x="1720682" y="4694020"/>
                  <a:pt x="1721873" y="4688567"/>
                </a:cubicBezTo>
                <a:cubicBezTo>
                  <a:pt x="1723066" y="4683116"/>
                  <a:pt x="1724698" y="4676842"/>
                  <a:pt x="1721623" y="4671822"/>
                </a:cubicBezTo>
                <a:cubicBezTo>
                  <a:pt x="1718548" y="4666804"/>
                  <a:pt x="1710891" y="4663125"/>
                  <a:pt x="1693508" y="4662866"/>
                </a:cubicBezTo>
                <a:cubicBezTo>
                  <a:pt x="1684232" y="4662735"/>
                  <a:pt x="1678708" y="4664034"/>
                  <a:pt x="1675445" y="4666500"/>
                </a:cubicBezTo>
                <a:cubicBezTo>
                  <a:pt x="1672246" y="4668967"/>
                  <a:pt x="1671243" y="4672645"/>
                  <a:pt x="1671115" y="4677317"/>
                </a:cubicBezTo>
                <a:cubicBezTo>
                  <a:pt x="1670991" y="4681991"/>
                  <a:pt x="1671555" y="4687616"/>
                  <a:pt x="1671555" y="4693976"/>
                </a:cubicBezTo>
                <a:cubicBezTo>
                  <a:pt x="1671492" y="4700337"/>
                  <a:pt x="1670740" y="4707433"/>
                  <a:pt x="1667791" y="4715091"/>
                </a:cubicBezTo>
                <a:cubicBezTo>
                  <a:pt x="1666158" y="4715394"/>
                  <a:pt x="1664401" y="4715740"/>
                  <a:pt x="1662642" y="4716043"/>
                </a:cubicBezTo>
                <a:cubicBezTo>
                  <a:pt x="1660885" y="4716389"/>
                  <a:pt x="1659065" y="4716692"/>
                  <a:pt x="1657243" y="4717038"/>
                </a:cubicBezTo>
                <a:cubicBezTo>
                  <a:pt x="1655487" y="4717341"/>
                  <a:pt x="1653668" y="4717687"/>
                  <a:pt x="1651909" y="4717990"/>
                </a:cubicBezTo>
                <a:cubicBezTo>
                  <a:pt x="1650152" y="4718293"/>
                  <a:pt x="1648459" y="4718596"/>
                  <a:pt x="1646889" y="4718899"/>
                </a:cubicBezTo>
                <a:cubicBezTo>
                  <a:pt x="1644191" y="4724090"/>
                  <a:pt x="1641556" y="4729283"/>
                  <a:pt x="1638919" y="4734476"/>
                </a:cubicBezTo>
                <a:cubicBezTo>
                  <a:pt x="1636219" y="4739668"/>
                  <a:pt x="1633583" y="4744860"/>
                  <a:pt x="1630887" y="4750139"/>
                </a:cubicBezTo>
                <a:cubicBezTo>
                  <a:pt x="1628255" y="4755375"/>
                  <a:pt x="1625487" y="4760739"/>
                  <a:pt x="1622727" y="4766148"/>
                </a:cubicBezTo>
                <a:cubicBezTo>
                  <a:pt x="1619966" y="4771556"/>
                  <a:pt x="1617141" y="4777095"/>
                  <a:pt x="1614255" y="4782763"/>
                </a:cubicBezTo>
                <a:cubicBezTo>
                  <a:pt x="1615070" y="4783282"/>
                  <a:pt x="1616012" y="4783974"/>
                  <a:pt x="1617203" y="4784753"/>
                </a:cubicBezTo>
                <a:cubicBezTo>
                  <a:pt x="1618397" y="4785532"/>
                  <a:pt x="1619714" y="4786441"/>
                  <a:pt x="1621219" y="4787436"/>
                </a:cubicBezTo>
                <a:cubicBezTo>
                  <a:pt x="1622727" y="4788431"/>
                  <a:pt x="1624357" y="4789556"/>
                  <a:pt x="1626113" y="4790724"/>
                </a:cubicBezTo>
                <a:cubicBezTo>
                  <a:pt x="1627876" y="4791893"/>
                  <a:pt x="1629757" y="4793191"/>
                  <a:pt x="1631763" y="4794532"/>
                </a:cubicBezTo>
                <a:cubicBezTo>
                  <a:pt x="1631138" y="4796480"/>
                  <a:pt x="1630447" y="4798470"/>
                  <a:pt x="1629757" y="4800590"/>
                </a:cubicBezTo>
                <a:cubicBezTo>
                  <a:pt x="1629068" y="4802710"/>
                  <a:pt x="1628318" y="4804960"/>
                  <a:pt x="1627495" y="4807383"/>
                </a:cubicBezTo>
                <a:cubicBezTo>
                  <a:pt x="1626676" y="4809806"/>
                  <a:pt x="1625800" y="4812445"/>
                  <a:pt x="1624860" y="4815258"/>
                </a:cubicBezTo>
                <a:cubicBezTo>
                  <a:pt x="1623919" y="4818070"/>
                  <a:pt x="1622916" y="4821186"/>
                  <a:pt x="1621785" y="4824561"/>
                </a:cubicBezTo>
                <a:cubicBezTo>
                  <a:pt x="1617331" y="4820234"/>
                  <a:pt x="1613879" y="4815864"/>
                  <a:pt x="1610739" y="4811667"/>
                </a:cubicBezTo>
                <a:cubicBezTo>
                  <a:pt x="1607603" y="4807469"/>
                  <a:pt x="1604780" y="4803402"/>
                  <a:pt x="1601641" y="4799638"/>
                </a:cubicBezTo>
                <a:cubicBezTo>
                  <a:pt x="1598441" y="4795831"/>
                  <a:pt x="1594989" y="4792326"/>
                  <a:pt x="1590470" y="4789253"/>
                </a:cubicBezTo>
                <a:cubicBezTo>
                  <a:pt x="1585952" y="4786181"/>
                  <a:pt x="1580429" y="4783499"/>
                  <a:pt x="1573212" y="4781379"/>
                </a:cubicBezTo>
                <a:cubicBezTo>
                  <a:pt x="1579237" y="4770561"/>
                  <a:pt x="1580743" y="4763249"/>
                  <a:pt x="1579552" y="4758403"/>
                </a:cubicBezTo>
                <a:cubicBezTo>
                  <a:pt x="1578359" y="4753600"/>
                  <a:pt x="1574468" y="4751264"/>
                  <a:pt x="1569699" y="4750528"/>
                </a:cubicBezTo>
                <a:cubicBezTo>
                  <a:pt x="1564930" y="4749793"/>
                  <a:pt x="1559283" y="4750614"/>
                  <a:pt x="1554576" y="4752086"/>
                </a:cubicBezTo>
                <a:cubicBezTo>
                  <a:pt x="1549870" y="4753557"/>
                  <a:pt x="1546105" y="4755677"/>
                  <a:pt x="1545164" y="4757494"/>
                </a:cubicBezTo>
                <a:cubicBezTo>
                  <a:pt x="1532173" y="4782027"/>
                  <a:pt x="1532173" y="4798340"/>
                  <a:pt x="1537570" y="4809201"/>
                </a:cubicBezTo>
                <a:cubicBezTo>
                  <a:pt x="1542969" y="4820061"/>
                  <a:pt x="1553698" y="4825512"/>
                  <a:pt x="1562106" y="4828369"/>
                </a:cubicBezTo>
                <a:cubicBezTo>
                  <a:pt x="1570515" y="4831224"/>
                  <a:pt x="1576665" y="4831483"/>
                  <a:pt x="1572836" y="4832003"/>
                </a:cubicBezTo>
                <a:cubicBezTo>
                  <a:pt x="1569009" y="4832522"/>
                  <a:pt x="1555267" y="4833301"/>
                  <a:pt x="1523953" y="4837152"/>
                </a:cubicBezTo>
                <a:cubicBezTo>
                  <a:pt x="1524769" y="4838710"/>
                  <a:pt x="1525584" y="4840181"/>
                  <a:pt x="1526337" y="4841652"/>
                </a:cubicBezTo>
                <a:cubicBezTo>
                  <a:pt x="1527153" y="4843123"/>
                  <a:pt x="1527908" y="4844550"/>
                  <a:pt x="1528659" y="4846022"/>
                </a:cubicBezTo>
                <a:cubicBezTo>
                  <a:pt x="1529412" y="4847450"/>
                  <a:pt x="1530165" y="4848964"/>
                  <a:pt x="1530979" y="4850478"/>
                </a:cubicBezTo>
                <a:cubicBezTo>
                  <a:pt x="1531797" y="4851992"/>
                  <a:pt x="1532613" y="4853594"/>
                  <a:pt x="1533492" y="4855282"/>
                </a:cubicBezTo>
                <a:cubicBezTo>
                  <a:pt x="1531797" y="4855325"/>
                  <a:pt x="1530165" y="4855368"/>
                  <a:pt x="1528534" y="4855411"/>
                </a:cubicBezTo>
                <a:cubicBezTo>
                  <a:pt x="1526903" y="4855454"/>
                  <a:pt x="1525208" y="4855498"/>
                  <a:pt x="1523513" y="4855541"/>
                </a:cubicBezTo>
                <a:cubicBezTo>
                  <a:pt x="1521819" y="4855584"/>
                  <a:pt x="1519998" y="4855628"/>
                  <a:pt x="1518115" y="4855671"/>
                </a:cubicBezTo>
                <a:cubicBezTo>
                  <a:pt x="1516232" y="4855714"/>
                  <a:pt x="1514225" y="4855800"/>
                  <a:pt x="1512029" y="4855844"/>
                </a:cubicBezTo>
                <a:cubicBezTo>
                  <a:pt x="1508891" y="4802927"/>
                  <a:pt x="1509581" y="4765889"/>
                  <a:pt x="1511276" y="4739148"/>
                </a:cubicBezTo>
                <a:cubicBezTo>
                  <a:pt x="1512969" y="4712409"/>
                  <a:pt x="1515793" y="4696053"/>
                  <a:pt x="1516987" y="4684543"/>
                </a:cubicBezTo>
                <a:cubicBezTo>
                  <a:pt x="1518181" y="4672991"/>
                  <a:pt x="1517804" y="4666371"/>
                  <a:pt x="1513096" y="4659058"/>
                </a:cubicBezTo>
                <a:cubicBezTo>
                  <a:pt x="1508451" y="4651746"/>
                  <a:pt x="1499476" y="4643828"/>
                  <a:pt x="1483536" y="4629766"/>
                </a:cubicBezTo>
                <a:cubicBezTo>
                  <a:pt x="1483221" y="4630241"/>
                  <a:pt x="1474939" y="4654255"/>
                  <a:pt x="1464456" y="4690168"/>
                </a:cubicBezTo>
                <a:cubicBezTo>
                  <a:pt x="1453976" y="4726081"/>
                  <a:pt x="1441236" y="4773806"/>
                  <a:pt x="1431948" y="4821704"/>
                </a:cubicBezTo>
                <a:cubicBezTo>
                  <a:pt x="1422659" y="4869559"/>
                  <a:pt x="1416824" y="4917588"/>
                  <a:pt x="1420087" y="4954021"/>
                </a:cubicBezTo>
                <a:cubicBezTo>
                  <a:pt x="1423350" y="4990452"/>
                  <a:pt x="1435713" y="5015289"/>
                  <a:pt x="1462889" y="5016847"/>
                </a:cubicBezTo>
                <a:cubicBezTo>
                  <a:pt x="1456110" y="5018361"/>
                  <a:pt x="1451025" y="5019530"/>
                  <a:pt x="1446444" y="5020222"/>
                </a:cubicBezTo>
                <a:cubicBezTo>
                  <a:pt x="1441864" y="5020870"/>
                  <a:pt x="1437847" y="5021173"/>
                  <a:pt x="1433140" y="5020870"/>
                </a:cubicBezTo>
                <a:cubicBezTo>
                  <a:pt x="1428434" y="5020611"/>
                  <a:pt x="1423099" y="5019789"/>
                  <a:pt x="1415883" y="5018405"/>
                </a:cubicBezTo>
                <a:cubicBezTo>
                  <a:pt x="1408667" y="5016976"/>
                  <a:pt x="1399692" y="5014986"/>
                  <a:pt x="1387644" y="5012347"/>
                </a:cubicBezTo>
                <a:cubicBezTo>
                  <a:pt x="1384318" y="4991015"/>
                  <a:pt x="1383125" y="4974573"/>
                  <a:pt x="1383188" y="4961635"/>
                </a:cubicBezTo>
                <a:cubicBezTo>
                  <a:pt x="1383251" y="4948699"/>
                  <a:pt x="1384568" y="4939222"/>
                  <a:pt x="1386200" y="4931737"/>
                </a:cubicBezTo>
                <a:cubicBezTo>
                  <a:pt x="1387832" y="4924251"/>
                  <a:pt x="1389777" y="4918800"/>
                  <a:pt x="1391157" y="4913824"/>
                </a:cubicBezTo>
                <a:cubicBezTo>
                  <a:pt x="1392538" y="4908847"/>
                  <a:pt x="1393291" y="4904391"/>
                  <a:pt x="1392538" y="4899026"/>
                </a:cubicBezTo>
                <a:cubicBezTo>
                  <a:pt x="1385698" y="4897382"/>
                  <a:pt x="1378921" y="4895651"/>
                  <a:pt x="1372144" y="4894050"/>
                </a:cubicBezTo>
                <a:cubicBezTo>
                  <a:pt x="1365366" y="4892449"/>
                  <a:pt x="1358652" y="4890934"/>
                  <a:pt x="1351874" y="4889724"/>
                </a:cubicBezTo>
                <a:cubicBezTo>
                  <a:pt x="1345096" y="4888512"/>
                  <a:pt x="1338380" y="4887559"/>
                  <a:pt x="1331540" y="4887041"/>
                </a:cubicBezTo>
                <a:cubicBezTo>
                  <a:pt x="1324700" y="4886478"/>
                  <a:pt x="1317859" y="4886391"/>
                  <a:pt x="1310894" y="4886867"/>
                </a:cubicBezTo>
                <a:cubicBezTo>
                  <a:pt x="1308006" y="4884877"/>
                  <a:pt x="1306375" y="4883449"/>
                  <a:pt x="1305686" y="4882065"/>
                </a:cubicBezTo>
                <a:cubicBezTo>
                  <a:pt x="1304995" y="4880680"/>
                  <a:pt x="1305309" y="4879382"/>
                  <a:pt x="1306313" y="4877738"/>
                </a:cubicBezTo>
                <a:cubicBezTo>
                  <a:pt x="1307316" y="4876094"/>
                  <a:pt x="1309010" y="4874060"/>
                  <a:pt x="1311207" y="4871204"/>
                </a:cubicBezTo>
                <a:cubicBezTo>
                  <a:pt x="1313403" y="4868349"/>
                  <a:pt x="1316039" y="4864671"/>
                  <a:pt x="1318926" y="4859695"/>
                </a:cubicBezTo>
                <a:cubicBezTo>
                  <a:pt x="1326269" y="4859089"/>
                  <a:pt x="1330160" y="4860300"/>
                  <a:pt x="1332419" y="4862378"/>
                </a:cubicBezTo>
                <a:cubicBezTo>
                  <a:pt x="1334741" y="4864454"/>
                  <a:pt x="1335368" y="4867396"/>
                  <a:pt x="1336247" y="4870382"/>
                </a:cubicBezTo>
                <a:cubicBezTo>
                  <a:pt x="1337125" y="4873324"/>
                  <a:pt x="1338192" y="4876310"/>
                  <a:pt x="1341269" y="4878387"/>
                </a:cubicBezTo>
                <a:cubicBezTo>
                  <a:pt x="1344342" y="4880463"/>
                  <a:pt x="1349427" y="4881632"/>
                  <a:pt x="1358338" y="4881070"/>
                </a:cubicBezTo>
                <a:cubicBezTo>
                  <a:pt x="1373336" y="4880117"/>
                  <a:pt x="1384067" y="4878733"/>
                  <a:pt x="1391785" y="4876959"/>
                </a:cubicBezTo>
                <a:cubicBezTo>
                  <a:pt x="1399503" y="4875185"/>
                  <a:pt x="1404210" y="4873065"/>
                  <a:pt x="1407223" y="4870599"/>
                </a:cubicBezTo>
                <a:cubicBezTo>
                  <a:pt x="1410173" y="4868132"/>
                  <a:pt x="1411427" y="4865363"/>
                  <a:pt x="1412118" y="4862334"/>
                </a:cubicBezTo>
                <a:cubicBezTo>
                  <a:pt x="1412871" y="4859305"/>
                  <a:pt x="1413059" y="4856017"/>
                  <a:pt x="1413937" y="4852512"/>
                </a:cubicBezTo>
                <a:cubicBezTo>
                  <a:pt x="1412871" y="4852253"/>
                  <a:pt x="1411803" y="4851992"/>
                  <a:pt x="1410736" y="4851690"/>
                </a:cubicBezTo>
                <a:cubicBezTo>
                  <a:pt x="1409670" y="4851431"/>
                  <a:pt x="1408540" y="4851128"/>
                  <a:pt x="1407410" y="4850825"/>
                </a:cubicBezTo>
                <a:cubicBezTo>
                  <a:pt x="1406281" y="4850522"/>
                  <a:pt x="1405089" y="4850219"/>
                  <a:pt x="1403833" y="4849873"/>
                </a:cubicBezTo>
                <a:cubicBezTo>
                  <a:pt x="1402579" y="4849527"/>
                  <a:pt x="1401260" y="4849181"/>
                  <a:pt x="1399818" y="4848791"/>
                </a:cubicBezTo>
                <a:cubicBezTo>
                  <a:pt x="1400760" y="4845416"/>
                  <a:pt x="1402077" y="4841998"/>
                  <a:pt x="1403081" y="4838579"/>
                </a:cubicBezTo>
                <a:cubicBezTo>
                  <a:pt x="1404085" y="4835205"/>
                  <a:pt x="1404776" y="4831829"/>
                  <a:pt x="1404461" y="4828541"/>
                </a:cubicBezTo>
                <a:cubicBezTo>
                  <a:pt x="1404147" y="4825253"/>
                  <a:pt x="1402767" y="4822094"/>
                  <a:pt x="1399692" y="4819152"/>
                </a:cubicBezTo>
                <a:cubicBezTo>
                  <a:pt x="1396617" y="4816210"/>
                  <a:pt x="1391785" y="4813484"/>
                  <a:pt x="1384506" y="4811018"/>
                </a:cubicBezTo>
                <a:cubicBezTo>
                  <a:pt x="1384694" y="4810541"/>
                  <a:pt x="1386137" y="4807729"/>
                  <a:pt x="1388271" y="4803705"/>
                </a:cubicBezTo>
                <a:cubicBezTo>
                  <a:pt x="1390405" y="4799724"/>
                  <a:pt x="1393229" y="4794532"/>
                  <a:pt x="1396114" y="4789384"/>
                </a:cubicBezTo>
                <a:cubicBezTo>
                  <a:pt x="1399002" y="4784235"/>
                  <a:pt x="1402015" y="4779128"/>
                  <a:pt x="1404461" y="4775278"/>
                </a:cubicBezTo>
                <a:cubicBezTo>
                  <a:pt x="1406972" y="4771427"/>
                  <a:pt x="1408917" y="4768831"/>
                  <a:pt x="1409795" y="4768701"/>
                </a:cubicBezTo>
                <a:cubicBezTo>
                  <a:pt x="1417326" y="4767489"/>
                  <a:pt x="1421970" y="4765585"/>
                  <a:pt x="1424480" y="4762860"/>
                </a:cubicBezTo>
                <a:cubicBezTo>
                  <a:pt x="1426990" y="4760177"/>
                  <a:pt x="1427367" y="4756672"/>
                  <a:pt x="1426300" y="4752302"/>
                </a:cubicBezTo>
                <a:cubicBezTo>
                  <a:pt x="1425233" y="4747932"/>
                  <a:pt x="1422786" y="4742740"/>
                  <a:pt x="1419586" y="4736596"/>
                </a:cubicBezTo>
                <a:cubicBezTo>
                  <a:pt x="1416448" y="4730451"/>
                  <a:pt x="1412556" y="4723398"/>
                  <a:pt x="1408729" y="4715394"/>
                </a:cubicBezTo>
                <a:cubicBezTo>
                  <a:pt x="1410862" y="4714183"/>
                  <a:pt x="1412995" y="4713014"/>
                  <a:pt x="1415067" y="4711846"/>
                </a:cubicBezTo>
                <a:cubicBezTo>
                  <a:pt x="1417138" y="4710677"/>
                  <a:pt x="1419209" y="4709509"/>
                  <a:pt x="1421279" y="4708384"/>
                </a:cubicBezTo>
                <a:cubicBezTo>
                  <a:pt x="1423350" y="4707259"/>
                  <a:pt x="1425359" y="4706091"/>
                  <a:pt x="1427367" y="4705009"/>
                </a:cubicBezTo>
                <a:cubicBezTo>
                  <a:pt x="1429375" y="4703928"/>
                  <a:pt x="1431321" y="4702846"/>
                  <a:pt x="1433203" y="4701764"/>
                </a:cubicBezTo>
                <a:cubicBezTo>
                  <a:pt x="1432010" y="4697697"/>
                  <a:pt x="1432074" y="4691034"/>
                  <a:pt x="1432890" y="4683246"/>
                </a:cubicBezTo>
                <a:cubicBezTo>
                  <a:pt x="1433705" y="4675456"/>
                  <a:pt x="1435275" y="4666630"/>
                  <a:pt x="1437032" y="4658236"/>
                </a:cubicBezTo>
                <a:cubicBezTo>
                  <a:pt x="1438788" y="4649885"/>
                  <a:pt x="1440736" y="4641967"/>
                  <a:pt x="1442302" y="4636083"/>
                </a:cubicBezTo>
                <a:cubicBezTo>
                  <a:pt x="1443871" y="4630198"/>
                  <a:pt x="1445064" y="4626347"/>
                  <a:pt x="1445315" y="4626044"/>
                </a:cubicBezTo>
                <a:cubicBezTo>
                  <a:pt x="1431321" y="4619813"/>
                  <a:pt x="1422408" y="4616482"/>
                  <a:pt x="1416134" y="4615054"/>
                </a:cubicBezTo>
                <a:cubicBezTo>
                  <a:pt x="1409858" y="4613626"/>
                  <a:pt x="1406218" y="4614145"/>
                  <a:pt x="1402894" y="4615573"/>
                </a:cubicBezTo>
                <a:cubicBezTo>
                  <a:pt x="1399567" y="4617001"/>
                  <a:pt x="1396492" y="4619337"/>
                  <a:pt x="1391409" y="4621587"/>
                </a:cubicBezTo>
                <a:cubicBezTo>
                  <a:pt x="1386326" y="4623837"/>
                  <a:pt x="1379172" y="4625958"/>
                  <a:pt x="1367625" y="4626996"/>
                </a:cubicBezTo>
                <a:cubicBezTo>
                  <a:pt x="1370511" y="4610684"/>
                  <a:pt x="1372080" y="4599996"/>
                  <a:pt x="1372833" y="4592728"/>
                </a:cubicBezTo>
                <a:cubicBezTo>
                  <a:pt x="1373587" y="4585458"/>
                  <a:pt x="1373461" y="4581607"/>
                  <a:pt x="1372771" y="4579054"/>
                </a:cubicBezTo>
                <a:cubicBezTo>
                  <a:pt x="1372144" y="4576502"/>
                  <a:pt x="1370951" y="4575203"/>
                  <a:pt x="1369571" y="4573083"/>
                </a:cubicBezTo>
                <a:cubicBezTo>
                  <a:pt x="1368253" y="4570920"/>
                  <a:pt x="1366683" y="4567935"/>
                  <a:pt x="1365366" y="4561877"/>
                </a:cubicBezTo>
                <a:cubicBezTo>
                  <a:pt x="1362041" y="4559757"/>
                  <a:pt x="1357522" y="4558329"/>
                  <a:pt x="1352627" y="4557118"/>
                </a:cubicBezTo>
                <a:cubicBezTo>
                  <a:pt x="1347733" y="4555906"/>
                  <a:pt x="1342334" y="4554911"/>
                  <a:pt x="1337188" y="4553699"/>
                </a:cubicBezTo>
                <a:cubicBezTo>
                  <a:pt x="1332041" y="4552531"/>
                  <a:pt x="1327084" y="4551103"/>
                  <a:pt x="1323006" y="4549026"/>
                </a:cubicBezTo>
                <a:cubicBezTo>
                  <a:pt x="1318990" y="4546949"/>
                  <a:pt x="1315789" y="4544266"/>
                  <a:pt x="1314156" y="4540458"/>
                </a:cubicBezTo>
                <a:cubicBezTo>
                  <a:pt x="1315035" y="4539810"/>
                  <a:pt x="1315914" y="4539117"/>
                  <a:pt x="1316855" y="4538425"/>
                </a:cubicBezTo>
                <a:cubicBezTo>
                  <a:pt x="1317796" y="4537690"/>
                  <a:pt x="1318737" y="4536954"/>
                  <a:pt x="1319742" y="4536219"/>
                </a:cubicBezTo>
                <a:cubicBezTo>
                  <a:pt x="1320683" y="4535483"/>
                  <a:pt x="1321751" y="4534704"/>
                  <a:pt x="1322817" y="4533882"/>
                </a:cubicBezTo>
                <a:cubicBezTo>
                  <a:pt x="1323884" y="4533103"/>
                  <a:pt x="1325014" y="4532238"/>
                  <a:pt x="1326144" y="4531373"/>
                </a:cubicBezTo>
                <a:cubicBezTo>
                  <a:pt x="1325140" y="4530464"/>
                  <a:pt x="1324136" y="4529555"/>
                  <a:pt x="1323068" y="4528647"/>
                </a:cubicBezTo>
                <a:cubicBezTo>
                  <a:pt x="1322002" y="4527737"/>
                  <a:pt x="1320873" y="4526786"/>
                  <a:pt x="1319742" y="4525748"/>
                </a:cubicBezTo>
                <a:cubicBezTo>
                  <a:pt x="1318550" y="4524752"/>
                  <a:pt x="1317357" y="4523671"/>
                  <a:pt x="1316039" y="4522502"/>
                </a:cubicBezTo>
                <a:cubicBezTo>
                  <a:pt x="1314722" y="4521334"/>
                  <a:pt x="1313341" y="4520123"/>
                  <a:pt x="1311836" y="4518781"/>
                </a:cubicBezTo>
                <a:cubicBezTo>
                  <a:pt x="1313655" y="4516748"/>
                  <a:pt x="1315600" y="4514671"/>
                  <a:pt x="1317545" y="4512551"/>
                </a:cubicBezTo>
                <a:cubicBezTo>
                  <a:pt x="1319555" y="4510431"/>
                  <a:pt x="1321563" y="4508224"/>
                  <a:pt x="1323633" y="4505974"/>
                </a:cubicBezTo>
                <a:cubicBezTo>
                  <a:pt x="1325704" y="4503681"/>
                  <a:pt x="1327901" y="4501344"/>
                  <a:pt x="1330097" y="4498964"/>
                </a:cubicBezTo>
                <a:cubicBezTo>
                  <a:pt x="1332293" y="4496541"/>
                  <a:pt x="1334552" y="4494075"/>
                  <a:pt x="1336937" y="4491522"/>
                </a:cubicBezTo>
                <a:cubicBezTo>
                  <a:pt x="1335117" y="4490484"/>
                  <a:pt x="1333233" y="4489402"/>
                  <a:pt x="1331289" y="4488320"/>
                </a:cubicBezTo>
                <a:cubicBezTo>
                  <a:pt x="1329343" y="4487195"/>
                  <a:pt x="1327398" y="4486071"/>
                  <a:pt x="1325390" y="4484946"/>
                </a:cubicBezTo>
                <a:cubicBezTo>
                  <a:pt x="1323382" y="4483821"/>
                  <a:pt x="1321311" y="4482652"/>
                  <a:pt x="1319240" y="4481440"/>
                </a:cubicBezTo>
                <a:cubicBezTo>
                  <a:pt x="1317106" y="4480272"/>
                  <a:pt x="1315035" y="4479060"/>
                  <a:pt x="1312840" y="4477806"/>
                </a:cubicBezTo>
                <a:cubicBezTo>
                  <a:pt x="1308258" y="4479277"/>
                  <a:pt x="1303174" y="4481440"/>
                  <a:pt x="1297651" y="4483474"/>
                </a:cubicBezTo>
                <a:cubicBezTo>
                  <a:pt x="1292131" y="4485508"/>
                  <a:pt x="1286109" y="4487455"/>
                  <a:pt x="1279579" y="4488536"/>
                </a:cubicBezTo>
                <a:cubicBezTo>
                  <a:pt x="1273052" y="4489618"/>
                  <a:pt x="1266086" y="4489835"/>
                  <a:pt x="1258617" y="4488407"/>
                </a:cubicBezTo>
                <a:cubicBezTo>
                  <a:pt x="1251151" y="4486978"/>
                  <a:pt x="1243244" y="4483950"/>
                  <a:pt x="1234833" y="4478498"/>
                </a:cubicBezTo>
                <a:cubicBezTo>
                  <a:pt x="1236528" y="4475599"/>
                  <a:pt x="1239228" y="4473912"/>
                  <a:pt x="1242428" y="4472917"/>
                </a:cubicBezTo>
                <a:cubicBezTo>
                  <a:pt x="1245628" y="4471922"/>
                  <a:pt x="1249395" y="4471618"/>
                  <a:pt x="1253348" y="4471489"/>
                </a:cubicBezTo>
                <a:cubicBezTo>
                  <a:pt x="1257301" y="4471359"/>
                  <a:pt x="1261380" y="4471402"/>
                  <a:pt x="1265208" y="4471186"/>
                </a:cubicBezTo>
                <a:cubicBezTo>
                  <a:pt x="1269098" y="4470969"/>
                  <a:pt x="1272676" y="4470407"/>
                  <a:pt x="1275625" y="4469065"/>
                </a:cubicBezTo>
                <a:cubicBezTo>
                  <a:pt x="1280457" y="4462792"/>
                  <a:pt x="1283908" y="4457772"/>
                  <a:pt x="1285598" y="4453661"/>
                </a:cubicBezTo>
                <a:cubicBezTo>
                  <a:pt x="1287292" y="4449551"/>
                  <a:pt x="1287231" y="4446393"/>
                  <a:pt x="1285227" y="4443840"/>
                </a:cubicBezTo>
                <a:cubicBezTo>
                  <a:pt x="1283217" y="4441287"/>
                  <a:pt x="1279139" y="4439297"/>
                  <a:pt x="1272802" y="4437566"/>
                </a:cubicBezTo>
                <a:cubicBezTo>
                  <a:pt x="1266463" y="4435835"/>
                  <a:pt x="1257803" y="4434364"/>
                  <a:pt x="1246570" y="4432763"/>
                </a:cubicBezTo>
                <a:cubicBezTo>
                  <a:pt x="1242176" y="4437220"/>
                  <a:pt x="1239414" y="4440119"/>
                  <a:pt x="1237407" y="4442196"/>
                </a:cubicBezTo>
                <a:cubicBezTo>
                  <a:pt x="1235335" y="4444273"/>
                  <a:pt x="1234017" y="4445571"/>
                  <a:pt x="1232324" y="4446783"/>
                </a:cubicBezTo>
                <a:cubicBezTo>
                  <a:pt x="1230628" y="4447994"/>
                  <a:pt x="1228620" y="4449162"/>
                  <a:pt x="1225233" y="4450980"/>
                </a:cubicBezTo>
                <a:cubicBezTo>
                  <a:pt x="1221844" y="4452797"/>
                  <a:pt x="1217075" y="4455306"/>
                  <a:pt x="1209923" y="4459243"/>
                </a:cubicBezTo>
                <a:cubicBezTo>
                  <a:pt x="1214879" y="4467205"/>
                  <a:pt x="1216195" y="4473306"/>
                  <a:pt x="1215317" y="4477243"/>
                </a:cubicBezTo>
                <a:cubicBezTo>
                  <a:pt x="1214440" y="4481138"/>
                  <a:pt x="1211428" y="4482868"/>
                  <a:pt x="1207726" y="4481960"/>
                </a:cubicBezTo>
                <a:cubicBezTo>
                  <a:pt x="1204023" y="4481051"/>
                  <a:pt x="1199757" y="4477589"/>
                  <a:pt x="1196367" y="4471143"/>
                </a:cubicBezTo>
                <a:cubicBezTo>
                  <a:pt x="1192978" y="4464696"/>
                  <a:pt x="1190531" y="4455306"/>
                  <a:pt x="1190531" y="4442542"/>
                </a:cubicBezTo>
                <a:cubicBezTo>
                  <a:pt x="1193355" y="4441504"/>
                  <a:pt x="1196304" y="4440422"/>
                  <a:pt x="1199254" y="4439297"/>
                </a:cubicBezTo>
                <a:cubicBezTo>
                  <a:pt x="1202204" y="4438172"/>
                  <a:pt x="1205216" y="4437047"/>
                  <a:pt x="1208228" y="4435922"/>
                </a:cubicBezTo>
                <a:cubicBezTo>
                  <a:pt x="1211240" y="4434797"/>
                  <a:pt x="1214252" y="4433672"/>
                  <a:pt x="1217199" y="4432547"/>
                </a:cubicBezTo>
                <a:cubicBezTo>
                  <a:pt x="1220149" y="4431465"/>
                  <a:pt x="1223099" y="4430341"/>
                  <a:pt x="1225924" y="4429302"/>
                </a:cubicBezTo>
                <a:cubicBezTo>
                  <a:pt x="1227555" y="4427268"/>
                  <a:pt x="1226990" y="4425062"/>
                  <a:pt x="1225233" y="4422811"/>
                </a:cubicBezTo>
                <a:cubicBezTo>
                  <a:pt x="1223475" y="4420562"/>
                  <a:pt x="1220590" y="4418312"/>
                  <a:pt x="1217763" y="4416192"/>
                </a:cubicBezTo>
                <a:cubicBezTo>
                  <a:pt x="1214879" y="4414071"/>
                  <a:pt x="1212055" y="4412124"/>
                  <a:pt x="1210298" y="4410480"/>
                </a:cubicBezTo>
                <a:cubicBezTo>
                  <a:pt x="1208541" y="4408835"/>
                  <a:pt x="1207915" y="4407538"/>
                  <a:pt x="1209545" y="4406759"/>
                </a:cubicBezTo>
                <a:cubicBezTo>
                  <a:pt x="1210799" y="4406153"/>
                  <a:pt x="1214064" y="4400615"/>
                  <a:pt x="1217390" y="4392610"/>
                </a:cubicBezTo>
                <a:cubicBezTo>
                  <a:pt x="1220714" y="4384605"/>
                  <a:pt x="1224229" y="4374178"/>
                  <a:pt x="1226110" y="4363707"/>
                </a:cubicBezTo>
                <a:cubicBezTo>
                  <a:pt x="1227993" y="4353236"/>
                  <a:pt x="1228181" y="4342808"/>
                  <a:pt x="1224982" y="4334803"/>
                </a:cubicBezTo>
                <a:cubicBezTo>
                  <a:pt x="1221719" y="4326799"/>
                  <a:pt x="1215068" y="4321260"/>
                  <a:pt x="1203145" y="4320654"/>
                </a:cubicBezTo>
                <a:cubicBezTo>
                  <a:pt x="1198124" y="4320395"/>
                  <a:pt x="1194422" y="4321130"/>
                  <a:pt x="1191535" y="4322861"/>
                </a:cubicBezTo>
                <a:cubicBezTo>
                  <a:pt x="1188649" y="4324591"/>
                  <a:pt x="1186515" y="4327361"/>
                  <a:pt x="1184758" y="4331212"/>
                </a:cubicBezTo>
                <a:cubicBezTo>
                  <a:pt x="1182937" y="4335062"/>
                  <a:pt x="1181494" y="4339952"/>
                  <a:pt x="1179861" y="4345966"/>
                </a:cubicBezTo>
                <a:cubicBezTo>
                  <a:pt x="1178230" y="4351980"/>
                  <a:pt x="1176411" y="4359120"/>
                  <a:pt x="1173964" y="4367384"/>
                </a:cubicBezTo>
                <a:cubicBezTo>
                  <a:pt x="1172519" y="4367817"/>
                  <a:pt x="1170950" y="4368293"/>
                  <a:pt x="1169318" y="4368769"/>
                </a:cubicBezTo>
                <a:cubicBezTo>
                  <a:pt x="1167687" y="4369245"/>
                  <a:pt x="1165992" y="4369721"/>
                  <a:pt x="1164298" y="4370240"/>
                </a:cubicBezTo>
                <a:cubicBezTo>
                  <a:pt x="1162603" y="4370759"/>
                  <a:pt x="1160846" y="4371279"/>
                  <a:pt x="1159090" y="4371797"/>
                </a:cubicBezTo>
                <a:cubicBezTo>
                  <a:pt x="1157333" y="4372317"/>
                  <a:pt x="1155575" y="4372836"/>
                  <a:pt x="1153818" y="4373355"/>
                </a:cubicBezTo>
                <a:cubicBezTo>
                  <a:pt x="1152563" y="4375779"/>
                  <a:pt x="1152752" y="4377509"/>
                  <a:pt x="1153944" y="4378894"/>
                </a:cubicBezTo>
                <a:cubicBezTo>
                  <a:pt x="1155073" y="4380279"/>
                  <a:pt x="1157207" y="4381274"/>
                  <a:pt x="1159654" y="4382096"/>
                </a:cubicBezTo>
                <a:cubicBezTo>
                  <a:pt x="1162102" y="4382918"/>
                  <a:pt x="1164926" y="4383610"/>
                  <a:pt x="1167499" y="4384389"/>
                </a:cubicBezTo>
                <a:cubicBezTo>
                  <a:pt x="1170072" y="4385168"/>
                  <a:pt x="1172394" y="4386033"/>
                  <a:pt x="1173899" y="4387245"/>
                </a:cubicBezTo>
                <a:cubicBezTo>
                  <a:pt x="1172330" y="4388370"/>
                  <a:pt x="1171578" y="4389149"/>
                  <a:pt x="1170573" y="4389711"/>
                </a:cubicBezTo>
                <a:cubicBezTo>
                  <a:pt x="1169569" y="4390274"/>
                  <a:pt x="1168190" y="4390620"/>
                  <a:pt x="1165365" y="4390879"/>
                </a:cubicBezTo>
                <a:cubicBezTo>
                  <a:pt x="1162541" y="4391096"/>
                  <a:pt x="1158211" y="4391268"/>
                  <a:pt x="1151183" y="4391485"/>
                </a:cubicBezTo>
                <a:cubicBezTo>
                  <a:pt x="1144153" y="4391701"/>
                  <a:pt x="1134490" y="4391961"/>
                  <a:pt x="1120933" y="4392393"/>
                </a:cubicBezTo>
                <a:cubicBezTo>
                  <a:pt x="1118360" y="4395120"/>
                  <a:pt x="1117356" y="4397932"/>
                  <a:pt x="1116854" y="4400788"/>
                </a:cubicBezTo>
                <a:cubicBezTo>
                  <a:pt x="1116352" y="4403687"/>
                  <a:pt x="1116540" y="4406585"/>
                  <a:pt x="1116352" y="4409442"/>
                </a:cubicBezTo>
                <a:cubicBezTo>
                  <a:pt x="1116163" y="4412297"/>
                  <a:pt x="1115662" y="4415153"/>
                  <a:pt x="1114030" y="4417879"/>
                </a:cubicBezTo>
                <a:cubicBezTo>
                  <a:pt x="1112398" y="4420605"/>
                  <a:pt x="1109512" y="4423244"/>
                  <a:pt x="1104618" y="4425710"/>
                </a:cubicBezTo>
                <a:cubicBezTo>
                  <a:pt x="1099785" y="4421384"/>
                  <a:pt x="1097589" y="4416841"/>
                  <a:pt x="1096208" y="4412384"/>
                </a:cubicBezTo>
                <a:cubicBezTo>
                  <a:pt x="1094827" y="4407928"/>
                  <a:pt x="1094199" y="4403557"/>
                  <a:pt x="1092505" y="4399533"/>
                </a:cubicBezTo>
                <a:cubicBezTo>
                  <a:pt x="1090810" y="4395509"/>
                  <a:pt x="1087986" y="4391875"/>
                  <a:pt x="1082151" y="4388932"/>
                </a:cubicBezTo>
                <a:cubicBezTo>
                  <a:pt x="1076314" y="4385990"/>
                  <a:pt x="1067466" y="4383696"/>
                  <a:pt x="1053721" y="4382399"/>
                </a:cubicBezTo>
                <a:cubicBezTo>
                  <a:pt x="1063073" y="4378072"/>
                  <a:pt x="1069536" y="4372879"/>
                  <a:pt x="1073615" y="4367384"/>
                </a:cubicBezTo>
                <a:cubicBezTo>
                  <a:pt x="1077694" y="4361890"/>
                  <a:pt x="1079452" y="4356091"/>
                  <a:pt x="1079576" y="4350553"/>
                </a:cubicBezTo>
                <a:cubicBezTo>
                  <a:pt x="1079701" y="4345015"/>
                  <a:pt x="1078134" y="4339736"/>
                  <a:pt x="1075624" y="4335279"/>
                </a:cubicBezTo>
                <a:cubicBezTo>
                  <a:pt x="1073112" y="4330823"/>
                  <a:pt x="1069599" y="4327231"/>
                  <a:pt x="1065771" y="4324981"/>
                </a:cubicBezTo>
                <a:cubicBezTo>
                  <a:pt x="1071983" y="4320178"/>
                  <a:pt x="1075748" y="4312823"/>
                  <a:pt x="1077193" y="4304688"/>
                </a:cubicBezTo>
                <a:cubicBezTo>
                  <a:pt x="1078635" y="4296511"/>
                  <a:pt x="1077694" y="4287554"/>
                  <a:pt x="1074619" y="4279463"/>
                </a:cubicBezTo>
                <a:cubicBezTo>
                  <a:pt x="1071544" y="4271371"/>
                  <a:pt x="1066272" y="4264145"/>
                  <a:pt x="1058993" y="4259430"/>
                </a:cubicBezTo>
                <a:cubicBezTo>
                  <a:pt x="1051712" y="4254713"/>
                  <a:pt x="1042426" y="4252549"/>
                  <a:pt x="1031318" y="4254584"/>
                </a:cubicBezTo>
                <a:cubicBezTo>
                  <a:pt x="1027112" y="4255362"/>
                  <a:pt x="1023599" y="4257352"/>
                  <a:pt x="1021088" y="4260035"/>
                </a:cubicBezTo>
                <a:cubicBezTo>
                  <a:pt x="1018641" y="4262718"/>
                  <a:pt x="1017196" y="4266093"/>
                  <a:pt x="1017196" y="4269640"/>
                </a:cubicBezTo>
                <a:cubicBezTo>
                  <a:pt x="1017196" y="4273189"/>
                  <a:pt x="1018578" y="4276866"/>
                  <a:pt x="1021778" y="4280198"/>
                </a:cubicBezTo>
                <a:cubicBezTo>
                  <a:pt x="1024980" y="4283530"/>
                  <a:pt x="1029874" y="4286472"/>
                  <a:pt x="1036965" y="4288549"/>
                </a:cubicBezTo>
                <a:cubicBezTo>
                  <a:pt x="1015879" y="4300881"/>
                  <a:pt x="1003515" y="4307977"/>
                  <a:pt x="996174" y="4312260"/>
                </a:cubicBezTo>
                <a:cubicBezTo>
                  <a:pt x="988830" y="4316587"/>
                  <a:pt x="986510" y="4318058"/>
                  <a:pt x="985443" y="4319227"/>
                </a:cubicBezTo>
                <a:cubicBezTo>
                  <a:pt x="984438" y="4320395"/>
                  <a:pt x="984691" y="4321260"/>
                  <a:pt x="982492" y="4324203"/>
                </a:cubicBezTo>
                <a:cubicBezTo>
                  <a:pt x="980296" y="4327145"/>
                  <a:pt x="975716" y="4332250"/>
                  <a:pt x="964921" y="4341942"/>
                </a:cubicBezTo>
                <a:cubicBezTo>
                  <a:pt x="960152" y="4339433"/>
                  <a:pt x="957891" y="4338135"/>
                  <a:pt x="956763" y="4337010"/>
                </a:cubicBezTo>
                <a:cubicBezTo>
                  <a:pt x="955633" y="4335885"/>
                  <a:pt x="955633" y="4334890"/>
                  <a:pt x="955444" y="4332986"/>
                </a:cubicBezTo>
                <a:cubicBezTo>
                  <a:pt x="955193" y="4331082"/>
                  <a:pt x="954754" y="4328226"/>
                  <a:pt x="952684" y="4323424"/>
                </a:cubicBezTo>
                <a:cubicBezTo>
                  <a:pt x="950612" y="4318620"/>
                  <a:pt x="946909" y="4311784"/>
                  <a:pt x="940194" y="4301919"/>
                </a:cubicBezTo>
                <a:cubicBezTo>
                  <a:pt x="938625" y="4302006"/>
                  <a:pt x="937057" y="4302136"/>
                  <a:pt x="935426" y="4302221"/>
                </a:cubicBezTo>
                <a:cubicBezTo>
                  <a:pt x="933793" y="4302352"/>
                  <a:pt x="932098" y="4302439"/>
                  <a:pt x="930405" y="4302568"/>
                </a:cubicBezTo>
                <a:cubicBezTo>
                  <a:pt x="928710" y="4302654"/>
                  <a:pt x="926953" y="4302784"/>
                  <a:pt x="925070" y="4302914"/>
                </a:cubicBezTo>
                <a:cubicBezTo>
                  <a:pt x="923187" y="4303044"/>
                  <a:pt x="921305" y="4303174"/>
                  <a:pt x="919234" y="4303303"/>
                </a:cubicBezTo>
                <a:cubicBezTo>
                  <a:pt x="920552" y="4299842"/>
                  <a:pt x="921305" y="4296511"/>
                  <a:pt x="921179" y="4293395"/>
                </a:cubicBezTo>
                <a:cubicBezTo>
                  <a:pt x="921054" y="4290280"/>
                  <a:pt x="920113" y="4287381"/>
                  <a:pt x="917979" y="4284785"/>
                </a:cubicBezTo>
                <a:cubicBezTo>
                  <a:pt x="915845" y="4282189"/>
                  <a:pt x="912582" y="4279895"/>
                  <a:pt x="907938" y="4277905"/>
                </a:cubicBezTo>
                <a:cubicBezTo>
                  <a:pt x="903294" y="4275915"/>
                  <a:pt x="897206" y="4274314"/>
                  <a:pt x="889488" y="4273102"/>
                </a:cubicBezTo>
                <a:cubicBezTo>
                  <a:pt x="879634" y="4277386"/>
                  <a:pt x="870597" y="4282751"/>
                  <a:pt x="863506" y="4288939"/>
                </a:cubicBezTo>
                <a:cubicBezTo>
                  <a:pt x="856416" y="4295126"/>
                  <a:pt x="851206" y="4302136"/>
                  <a:pt x="848823" y="4309794"/>
                </a:cubicBezTo>
                <a:cubicBezTo>
                  <a:pt x="846438" y="4317453"/>
                  <a:pt x="847002" y="4325716"/>
                  <a:pt x="851396" y="4334413"/>
                </a:cubicBezTo>
                <a:cubicBezTo>
                  <a:pt x="855787" y="4343111"/>
                  <a:pt x="864134" y="4352198"/>
                  <a:pt x="877312" y="4361543"/>
                </a:cubicBezTo>
                <a:cubicBezTo>
                  <a:pt x="876935" y="4362408"/>
                  <a:pt x="876496" y="4363317"/>
                  <a:pt x="876057" y="4364269"/>
                </a:cubicBezTo>
                <a:cubicBezTo>
                  <a:pt x="875618" y="4365221"/>
                  <a:pt x="875179" y="4366216"/>
                  <a:pt x="874677" y="4367254"/>
                </a:cubicBezTo>
                <a:cubicBezTo>
                  <a:pt x="874174" y="4368293"/>
                  <a:pt x="873673" y="4369375"/>
                  <a:pt x="873170" y="4370457"/>
                </a:cubicBezTo>
                <a:cubicBezTo>
                  <a:pt x="872669" y="4371538"/>
                  <a:pt x="872104" y="4372663"/>
                  <a:pt x="871601" y="4373788"/>
                </a:cubicBezTo>
                <a:cubicBezTo>
                  <a:pt x="872982" y="4374611"/>
                  <a:pt x="874426" y="4375433"/>
                  <a:pt x="875869" y="4376297"/>
                </a:cubicBezTo>
                <a:cubicBezTo>
                  <a:pt x="877312" y="4377163"/>
                  <a:pt x="878819" y="4378029"/>
                  <a:pt x="880324" y="4378937"/>
                </a:cubicBezTo>
                <a:cubicBezTo>
                  <a:pt x="881892" y="4379803"/>
                  <a:pt x="883463" y="4380754"/>
                  <a:pt x="885158" y="4381750"/>
                </a:cubicBezTo>
                <a:cubicBezTo>
                  <a:pt x="886852" y="4382745"/>
                  <a:pt x="888609" y="4383783"/>
                  <a:pt x="890492" y="4384908"/>
                </a:cubicBezTo>
                <a:cubicBezTo>
                  <a:pt x="887353" y="4385384"/>
                  <a:pt x="884403" y="4385817"/>
                  <a:pt x="881455" y="4386250"/>
                </a:cubicBezTo>
                <a:cubicBezTo>
                  <a:pt x="878504" y="4386682"/>
                  <a:pt x="875618" y="4387114"/>
                  <a:pt x="872793" y="4387547"/>
                </a:cubicBezTo>
                <a:cubicBezTo>
                  <a:pt x="869970" y="4387937"/>
                  <a:pt x="867145" y="4388370"/>
                  <a:pt x="864321" y="4388802"/>
                </a:cubicBezTo>
                <a:cubicBezTo>
                  <a:pt x="861498" y="4389235"/>
                  <a:pt x="858611" y="4389668"/>
                  <a:pt x="855724" y="4390100"/>
                </a:cubicBezTo>
                <a:cubicBezTo>
                  <a:pt x="858988" y="4390922"/>
                  <a:pt x="862314" y="4391658"/>
                  <a:pt x="865387" y="4392480"/>
                </a:cubicBezTo>
                <a:cubicBezTo>
                  <a:pt x="868463" y="4393303"/>
                  <a:pt x="871288" y="4394167"/>
                  <a:pt x="873484" y="4395250"/>
                </a:cubicBezTo>
                <a:cubicBezTo>
                  <a:pt x="875681" y="4396288"/>
                  <a:pt x="877312" y="4397586"/>
                  <a:pt x="877939" y="4399143"/>
                </a:cubicBezTo>
                <a:cubicBezTo>
                  <a:pt x="878568" y="4400745"/>
                  <a:pt x="878254" y="4402605"/>
                  <a:pt x="876685" y="4404942"/>
                </a:cubicBezTo>
                <a:cubicBezTo>
                  <a:pt x="872041" y="4404249"/>
                  <a:pt x="867521" y="4403860"/>
                  <a:pt x="863065" y="4403730"/>
                </a:cubicBezTo>
                <a:cubicBezTo>
                  <a:pt x="858611" y="4403557"/>
                  <a:pt x="854156" y="4403687"/>
                  <a:pt x="849827" y="4403989"/>
                </a:cubicBezTo>
                <a:cubicBezTo>
                  <a:pt x="845496" y="4404336"/>
                  <a:pt x="841229" y="4404855"/>
                  <a:pt x="836962" y="4405591"/>
                </a:cubicBezTo>
                <a:cubicBezTo>
                  <a:pt x="832694" y="4406326"/>
                  <a:pt x="828491" y="4407235"/>
                  <a:pt x="824349" y="4408317"/>
                </a:cubicBezTo>
                <a:cubicBezTo>
                  <a:pt x="824851" y="4406629"/>
                  <a:pt x="825416" y="4404942"/>
                  <a:pt x="825918" y="4403254"/>
                </a:cubicBezTo>
                <a:cubicBezTo>
                  <a:pt x="826483" y="4401567"/>
                  <a:pt x="826985" y="4399835"/>
                  <a:pt x="827549" y="4398018"/>
                </a:cubicBezTo>
                <a:cubicBezTo>
                  <a:pt x="828113" y="4396245"/>
                  <a:pt x="828678" y="4394384"/>
                  <a:pt x="829306" y="4392437"/>
                </a:cubicBezTo>
                <a:cubicBezTo>
                  <a:pt x="829871" y="4390490"/>
                  <a:pt x="830499" y="4388457"/>
                  <a:pt x="831188" y="4386293"/>
                </a:cubicBezTo>
                <a:cubicBezTo>
                  <a:pt x="826671" y="4385254"/>
                  <a:pt x="822152" y="4384172"/>
                  <a:pt x="817634" y="4383091"/>
                </a:cubicBezTo>
                <a:cubicBezTo>
                  <a:pt x="813054" y="4382009"/>
                  <a:pt x="808473" y="4380928"/>
                  <a:pt x="803891" y="4379846"/>
                </a:cubicBezTo>
                <a:cubicBezTo>
                  <a:pt x="799310" y="4378764"/>
                  <a:pt x="794729" y="4377640"/>
                  <a:pt x="790148" y="4376558"/>
                </a:cubicBezTo>
                <a:cubicBezTo>
                  <a:pt x="785568" y="4375475"/>
                  <a:pt x="780987" y="4374394"/>
                  <a:pt x="776469" y="4373312"/>
                </a:cubicBezTo>
                <a:cubicBezTo>
                  <a:pt x="775465" y="4370543"/>
                  <a:pt x="776406" y="4368207"/>
                  <a:pt x="778288" y="4366087"/>
                </a:cubicBezTo>
                <a:cubicBezTo>
                  <a:pt x="780172" y="4363966"/>
                  <a:pt x="782933" y="4362062"/>
                  <a:pt x="785631" y="4360158"/>
                </a:cubicBezTo>
                <a:cubicBezTo>
                  <a:pt x="788265" y="4358254"/>
                  <a:pt x="790838" y="4356351"/>
                  <a:pt x="792219" y="4354230"/>
                </a:cubicBezTo>
                <a:cubicBezTo>
                  <a:pt x="793599" y="4352111"/>
                  <a:pt x="793788" y="4349817"/>
                  <a:pt x="791780" y="4347091"/>
                </a:cubicBezTo>
                <a:cubicBezTo>
                  <a:pt x="791467" y="4346658"/>
                  <a:pt x="789646" y="4342635"/>
                  <a:pt x="787513" y="4336707"/>
                </a:cubicBezTo>
                <a:cubicBezTo>
                  <a:pt x="785380" y="4330779"/>
                  <a:pt x="782933" y="4322904"/>
                  <a:pt x="781238" y="4314597"/>
                </a:cubicBezTo>
                <a:cubicBezTo>
                  <a:pt x="779543" y="4306289"/>
                  <a:pt x="778665" y="4297593"/>
                  <a:pt x="779731" y="4290107"/>
                </a:cubicBezTo>
                <a:cubicBezTo>
                  <a:pt x="780799" y="4282578"/>
                  <a:pt x="783749" y="4276261"/>
                  <a:pt x="789772" y="4272669"/>
                </a:cubicBezTo>
                <a:cubicBezTo>
                  <a:pt x="781112" y="4262718"/>
                  <a:pt x="776469" y="4256141"/>
                  <a:pt x="774022" y="4251641"/>
                </a:cubicBezTo>
                <a:cubicBezTo>
                  <a:pt x="771573" y="4247141"/>
                  <a:pt x="771197" y="4244674"/>
                  <a:pt x="771134" y="4243031"/>
                </a:cubicBezTo>
                <a:cubicBezTo>
                  <a:pt x="771072" y="4241386"/>
                  <a:pt x="771197" y="4240521"/>
                  <a:pt x="769691" y="4239136"/>
                </a:cubicBezTo>
                <a:cubicBezTo>
                  <a:pt x="768185" y="4237752"/>
                  <a:pt x="764985" y="4235892"/>
                  <a:pt x="758269" y="4232213"/>
                </a:cubicBezTo>
                <a:cubicBezTo>
                  <a:pt x="752184" y="4238444"/>
                  <a:pt x="747539" y="4243117"/>
                  <a:pt x="744212" y="4247401"/>
                </a:cubicBezTo>
                <a:cubicBezTo>
                  <a:pt x="740887" y="4251684"/>
                  <a:pt x="738816" y="4255578"/>
                  <a:pt x="737686" y="4260165"/>
                </a:cubicBezTo>
                <a:cubicBezTo>
                  <a:pt x="736620" y="4264794"/>
                  <a:pt x="736494" y="4270116"/>
                  <a:pt x="737059" y="4277299"/>
                </a:cubicBezTo>
                <a:cubicBezTo>
                  <a:pt x="737624" y="4284482"/>
                  <a:pt x="738942" y="4293525"/>
                  <a:pt x="740700" y="4305553"/>
                </a:cubicBezTo>
                <a:cubicBezTo>
                  <a:pt x="739193" y="4305899"/>
                  <a:pt x="737686" y="4306289"/>
                  <a:pt x="736181" y="4306635"/>
                </a:cubicBezTo>
                <a:cubicBezTo>
                  <a:pt x="734612" y="4306982"/>
                  <a:pt x="733106" y="4307371"/>
                  <a:pt x="731474" y="4307760"/>
                </a:cubicBezTo>
                <a:cubicBezTo>
                  <a:pt x="729843" y="4308107"/>
                  <a:pt x="728211" y="4308539"/>
                  <a:pt x="726516" y="4308928"/>
                </a:cubicBezTo>
                <a:cubicBezTo>
                  <a:pt x="724823" y="4309318"/>
                  <a:pt x="723070" y="4309751"/>
                  <a:pt x="721251" y="4310183"/>
                </a:cubicBezTo>
                <a:cubicBezTo>
                  <a:pt x="716543" y="4324938"/>
                  <a:pt x="712275" y="4336015"/>
                  <a:pt x="709390" y="4344712"/>
                </a:cubicBezTo>
                <a:cubicBezTo>
                  <a:pt x="706565" y="4353408"/>
                  <a:pt x="705121" y="4359726"/>
                  <a:pt x="706125" y="4364832"/>
                </a:cubicBezTo>
                <a:cubicBezTo>
                  <a:pt x="707192" y="4369937"/>
                  <a:pt x="710643" y="4373875"/>
                  <a:pt x="717610" y="4377855"/>
                </a:cubicBezTo>
                <a:cubicBezTo>
                  <a:pt x="724572" y="4381836"/>
                  <a:pt x="735051" y="4385904"/>
                  <a:pt x="750049" y="4391182"/>
                </a:cubicBezTo>
                <a:cubicBezTo>
                  <a:pt x="749923" y="4392221"/>
                  <a:pt x="749799" y="4393259"/>
                  <a:pt x="749672" y="4394341"/>
                </a:cubicBezTo>
                <a:cubicBezTo>
                  <a:pt x="749547" y="4395379"/>
                  <a:pt x="749423" y="4396504"/>
                  <a:pt x="749296" y="4397629"/>
                </a:cubicBezTo>
                <a:cubicBezTo>
                  <a:pt x="749170" y="4398754"/>
                  <a:pt x="749045" y="4399922"/>
                  <a:pt x="748920" y="4401091"/>
                </a:cubicBezTo>
                <a:cubicBezTo>
                  <a:pt x="748731" y="4402259"/>
                  <a:pt x="748606" y="4403427"/>
                  <a:pt x="748481" y="4404638"/>
                </a:cubicBezTo>
                <a:cubicBezTo>
                  <a:pt x="728274" y="4405721"/>
                  <a:pt x="712402" y="4406888"/>
                  <a:pt x="700415" y="4407581"/>
                </a:cubicBezTo>
                <a:cubicBezTo>
                  <a:pt x="688490" y="4408273"/>
                  <a:pt x="680396" y="4408533"/>
                  <a:pt x="675815" y="4407928"/>
                </a:cubicBezTo>
                <a:cubicBezTo>
                  <a:pt x="671232" y="4407321"/>
                  <a:pt x="670104" y="4405806"/>
                  <a:pt x="672112" y="4402995"/>
                </a:cubicBezTo>
                <a:cubicBezTo>
                  <a:pt x="674057" y="4400182"/>
                  <a:pt x="679140" y="4396028"/>
                  <a:pt x="686859" y="4390057"/>
                </a:cubicBezTo>
                <a:cubicBezTo>
                  <a:pt x="683157" y="4385428"/>
                  <a:pt x="679015" y="4380884"/>
                  <a:pt x="675375" y="4376297"/>
                </a:cubicBezTo>
                <a:cubicBezTo>
                  <a:pt x="671798" y="4371754"/>
                  <a:pt x="668723" y="4367168"/>
                  <a:pt x="667217" y="4362582"/>
                </a:cubicBezTo>
                <a:cubicBezTo>
                  <a:pt x="665711" y="4357951"/>
                  <a:pt x="665836" y="4353366"/>
                  <a:pt x="668597" y="4348649"/>
                </a:cubicBezTo>
                <a:cubicBezTo>
                  <a:pt x="671359" y="4343933"/>
                  <a:pt x="676819" y="4339173"/>
                  <a:pt x="685917" y="4334284"/>
                </a:cubicBezTo>
                <a:cubicBezTo>
                  <a:pt x="682905" y="4333332"/>
                  <a:pt x="680019" y="4332466"/>
                  <a:pt x="677258" y="4331602"/>
                </a:cubicBezTo>
                <a:cubicBezTo>
                  <a:pt x="674497" y="4330779"/>
                  <a:pt x="671924" y="4329957"/>
                  <a:pt x="669413" y="4329178"/>
                </a:cubicBezTo>
                <a:cubicBezTo>
                  <a:pt x="666966" y="4328399"/>
                  <a:pt x="664581" y="4327663"/>
                  <a:pt x="662322" y="4326971"/>
                </a:cubicBezTo>
                <a:cubicBezTo>
                  <a:pt x="660062" y="4326236"/>
                  <a:pt x="657928" y="4325587"/>
                  <a:pt x="655857" y="4324938"/>
                </a:cubicBezTo>
                <a:cubicBezTo>
                  <a:pt x="644939" y="4328962"/>
                  <a:pt x="637973" y="4334544"/>
                  <a:pt x="633518" y="4340774"/>
                </a:cubicBezTo>
                <a:cubicBezTo>
                  <a:pt x="629063" y="4347005"/>
                  <a:pt x="627243" y="4353841"/>
                  <a:pt x="626740" y="4360375"/>
                </a:cubicBezTo>
                <a:cubicBezTo>
                  <a:pt x="626239" y="4366908"/>
                  <a:pt x="627055" y="4373139"/>
                  <a:pt x="627933" y="4378115"/>
                </a:cubicBezTo>
                <a:cubicBezTo>
                  <a:pt x="628812" y="4383091"/>
                  <a:pt x="629690" y="4386812"/>
                  <a:pt x="629376" y="4388370"/>
                </a:cubicBezTo>
                <a:cubicBezTo>
                  <a:pt x="627305" y="4388759"/>
                  <a:pt x="625360" y="4389149"/>
                  <a:pt x="623414" y="4389495"/>
                </a:cubicBezTo>
                <a:cubicBezTo>
                  <a:pt x="621470" y="4389841"/>
                  <a:pt x="619524" y="4390230"/>
                  <a:pt x="617578" y="4390576"/>
                </a:cubicBezTo>
                <a:cubicBezTo>
                  <a:pt x="615570" y="4390966"/>
                  <a:pt x="613562" y="4391355"/>
                  <a:pt x="611366" y="4391745"/>
                </a:cubicBezTo>
                <a:cubicBezTo>
                  <a:pt x="609170" y="4392178"/>
                  <a:pt x="606848" y="4392610"/>
                  <a:pt x="604275" y="4393085"/>
                </a:cubicBezTo>
                <a:cubicBezTo>
                  <a:pt x="606094" y="4394167"/>
                  <a:pt x="607790" y="4395207"/>
                  <a:pt x="609546" y="4396245"/>
                </a:cubicBezTo>
                <a:cubicBezTo>
                  <a:pt x="611240" y="4397283"/>
                  <a:pt x="612997" y="4398321"/>
                  <a:pt x="614755" y="4399403"/>
                </a:cubicBezTo>
                <a:cubicBezTo>
                  <a:pt x="616574" y="4400485"/>
                  <a:pt x="618394" y="4401610"/>
                  <a:pt x="620340" y="4402778"/>
                </a:cubicBezTo>
                <a:cubicBezTo>
                  <a:pt x="622285" y="4403946"/>
                  <a:pt x="624356" y="4405201"/>
                  <a:pt x="626552" y="4406542"/>
                </a:cubicBezTo>
                <a:cubicBezTo>
                  <a:pt x="624983" y="4408403"/>
                  <a:pt x="623414" y="4410307"/>
                  <a:pt x="621783" y="4412254"/>
                </a:cubicBezTo>
                <a:cubicBezTo>
                  <a:pt x="620151" y="4414201"/>
                  <a:pt x="618456" y="4416192"/>
                  <a:pt x="616763" y="4418225"/>
                </a:cubicBezTo>
                <a:cubicBezTo>
                  <a:pt x="615068" y="4420259"/>
                  <a:pt x="613310" y="4422379"/>
                  <a:pt x="611554" y="4424499"/>
                </a:cubicBezTo>
                <a:cubicBezTo>
                  <a:pt x="609797" y="4426619"/>
                  <a:pt x="607977" y="4428783"/>
                  <a:pt x="606094" y="4431033"/>
                </a:cubicBezTo>
                <a:cubicBezTo>
                  <a:pt x="608228" y="4432720"/>
                  <a:pt x="610424" y="4434408"/>
                  <a:pt x="612558" y="4436138"/>
                </a:cubicBezTo>
                <a:cubicBezTo>
                  <a:pt x="614691" y="4437869"/>
                  <a:pt x="616888" y="4439600"/>
                  <a:pt x="619085" y="4441330"/>
                </a:cubicBezTo>
                <a:cubicBezTo>
                  <a:pt x="621281" y="4443062"/>
                  <a:pt x="623540" y="4444835"/>
                  <a:pt x="625799" y="4446652"/>
                </a:cubicBezTo>
                <a:cubicBezTo>
                  <a:pt x="628059" y="4448470"/>
                  <a:pt x="630317" y="4450287"/>
                  <a:pt x="632701" y="4452147"/>
                </a:cubicBezTo>
                <a:cubicBezTo>
                  <a:pt x="631258" y="4453835"/>
                  <a:pt x="629815" y="4455565"/>
                  <a:pt x="628435" y="4457253"/>
                </a:cubicBezTo>
                <a:cubicBezTo>
                  <a:pt x="626991" y="4458941"/>
                  <a:pt x="625611" y="4460629"/>
                  <a:pt x="624231" y="4462315"/>
                </a:cubicBezTo>
                <a:cubicBezTo>
                  <a:pt x="622850" y="4464003"/>
                  <a:pt x="621470" y="4465690"/>
                  <a:pt x="620089" y="4467379"/>
                </a:cubicBezTo>
                <a:cubicBezTo>
                  <a:pt x="618708" y="4469065"/>
                  <a:pt x="617264" y="4470753"/>
                  <a:pt x="615883" y="4472440"/>
                </a:cubicBezTo>
                <a:cubicBezTo>
                  <a:pt x="602706" y="4470321"/>
                  <a:pt x="594987" y="4462315"/>
                  <a:pt x="590909" y="4451109"/>
                </a:cubicBezTo>
                <a:cubicBezTo>
                  <a:pt x="586829" y="4439902"/>
                  <a:pt x="586515" y="4425538"/>
                  <a:pt x="588148" y="4410826"/>
                </a:cubicBezTo>
                <a:cubicBezTo>
                  <a:pt x="589779" y="4396071"/>
                  <a:pt x="593356" y="4380971"/>
                  <a:pt x="597184" y="4368250"/>
                </a:cubicBezTo>
                <a:cubicBezTo>
                  <a:pt x="601075" y="4355529"/>
                  <a:pt x="605091" y="4345230"/>
                  <a:pt x="607663" y="4340039"/>
                </a:cubicBezTo>
                <a:cubicBezTo>
                  <a:pt x="606534" y="4338741"/>
                  <a:pt x="605342" y="4337399"/>
                  <a:pt x="604149" y="4336058"/>
                </a:cubicBezTo>
                <a:cubicBezTo>
                  <a:pt x="602957" y="4334716"/>
                  <a:pt x="601765" y="4333289"/>
                  <a:pt x="600510" y="4331904"/>
                </a:cubicBezTo>
                <a:cubicBezTo>
                  <a:pt x="599255" y="4330477"/>
                  <a:pt x="598063" y="4329091"/>
                  <a:pt x="596807" y="4327663"/>
                </a:cubicBezTo>
                <a:cubicBezTo>
                  <a:pt x="595615" y="4326236"/>
                  <a:pt x="594360" y="4324852"/>
                  <a:pt x="593168" y="4323467"/>
                </a:cubicBezTo>
                <a:cubicBezTo>
                  <a:pt x="594799" y="4321433"/>
                  <a:pt x="596306" y="4319443"/>
                  <a:pt x="597875" y="4317453"/>
                </a:cubicBezTo>
                <a:cubicBezTo>
                  <a:pt x="599444" y="4315462"/>
                  <a:pt x="600949" y="4313515"/>
                  <a:pt x="602456" y="4311568"/>
                </a:cubicBezTo>
                <a:cubicBezTo>
                  <a:pt x="604025" y="4309621"/>
                  <a:pt x="605530" y="4307674"/>
                  <a:pt x="607036" y="4305727"/>
                </a:cubicBezTo>
                <a:cubicBezTo>
                  <a:pt x="608541" y="4303780"/>
                  <a:pt x="610048" y="4301832"/>
                  <a:pt x="611617" y="4299842"/>
                </a:cubicBezTo>
                <a:cubicBezTo>
                  <a:pt x="609671" y="4297982"/>
                  <a:pt x="607790" y="4296121"/>
                  <a:pt x="605844" y="4294303"/>
                </a:cubicBezTo>
                <a:cubicBezTo>
                  <a:pt x="603961" y="4292486"/>
                  <a:pt x="602017" y="4290669"/>
                  <a:pt x="600133" y="4288852"/>
                </a:cubicBezTo>
                <a:cubicBezTo>
                  <a:pt x="598251" y="4287035"/>
                  <a:pt x="596368" y="4285261"/>
                  <a:pt x="594486" y="4283443"/>
                </a:cubicBezTo>
                <a:cubicBezTo>
                  <a:pt x="592603" y="4281626"/>
                  <a:pt x="590721" y="4279808"/>
                  <a:pt x="588837" y="4278035"/>
                </a:cubicBezTo>
                <a:cubicBezTo>
                  <a:pt x="566684" y="4283530"/>
                  <a:pt x="556143" y="4290323"/>
                  <a:pt x="552063" y="4297895"/>
                </a:cubicBezTo>
                <a:cubicBezTo>
                  <a:pt x="547985" y="4305467"/>
                  <a:pt x="550367" y="4313818"/>
                  <a:pt x="554009" y="4322472"/>
                </a:cubicBezTo>
                <a:cubicBezTo>
                  <a:pt x="557649" y="4331125"/>
                  <a:pt x="562607" y="4340082"/>
                  <a:pt x="563610" y="4348908"/>
                </a:cubicBezTo>
                <a:cubicBezTo>
                  <a:pt x="564676" y="4357736"/>
                  <a:pt x="561790" y="4366389"/>
                  <a:pt x="549868" y="4374394"/>
                </a:cubicBezTo>
                <a:cubicBezTo>
                  <a:pt x="544156" y="4378201"/>
                  <a:pt x="540328" y="4382096"/>
                  <a:pt x="537943" y="4385990"/>
                </a:cubicBezTo>
                <a:cubicBezTo>
                  <a:pt x="535559" y="4389884"/>
                  <a:pt x="534679" y="4393821"/>
                  <a:pt x="534805" y="4397802"/>
                </a:cubicBezTo>
                <a:cubicBezTo>
                  <a:pt x="534994" y="4401739"/>
                  <a:pt x="536248" y="4405721"/>
                  <a:pt x="538131" y="4409745"/>
                </a:cubicBezTo>
                <a:cubicBezTo>
                  <a:pt x="540076" y="4413768"/>
                  <a:pt x="542649" y="4417792"/>
                  <a:pt x="545536" y="4421817"/>
                </a:cubicBezTo>
                <a:cubicBezTo>
                  <a:pt x="543089" y="4424413"/>
                  <a:pt x="540704" y="4427009"/>
                  <a:pt x="538256" y="4429648"/>
                </a:cubicBezTo>
                <a:cubicBezTo>
                  <a:pt x="535809" y="4432288"/>
                  <a:pt x="533361" y="4434970"/>
                  <a:pt x="530788" y="4437739"/>
                </a:cubicBezTo>
                <a:cubicBezTo>
                  <a:pt x="528216" y="4440509"/>
                  <a:pt x="525580" y="4443364"/>
                  <a:pt x="522818" y="4446350"/>
                </a:cubicBezTo>
                <a:cubicBezTo>
                  <a:pt x="520056" y="4449335"/>
                  <a:pt x="517170" y="4452407"/>
                  <a:pt x="514158" y="4455696"/>
                </a:cubicBezTo>
                <a:cubicBezTo>
                  <a:pt x="510392" y="4456734"/>
                  <a:pt x="507569" y="4457513"/>
                  <a:pt x="505184" y="4458379"/>
                </a:cubicBezTo>
                <a:cubicBezTo>
                  <a:pt x="502799" y="4459243"/>
                  <a:pt x="500855" y="4460196"/>
                  <a:pt x="498847" y="4461536"/>
                </a:cubicBezTo>
                <a:cubicBezTo>
                  <a:pt x="496838" y="4462878"/>
                  <a:pt x="494830" y="4464652"/>
                  <a:pt x="492194" y="4467161"/>
                </a:cubicBezTo>
                <a:cubicBezTo>
                  <a:pt x="489621" y="4469672"/>
                  <a:pt x="486420" y="4472917"/>
                  <a:pt x="482216" y="4477286"/>
                </a:cubicBezTo>
                <a:cubicBezTo>
                  <a:pt x="476882" y="4477027"/>
                  <a:pt x="475062" y="4475989"/>
                  <a:pt x="474748" y="4474431"/>
                </a:cubicBezTo>
                <a:cubicBezTo>
                  <a:pt x="474434" y="4472873"/>
                  <a:pt x="475626" y="4470839"/>
                  <a:pt x="476191" y="4468589"/>
                </a:cubicBezTo>
                <a:cubicBezTo>
                  <a:pt x="476818" y="4466382"/>
                  <a:pt x="476818" y="4463917"/>
                  <a:pt x="474245" y="4461580"/>
                </a:cubicBezTo>
                <a:cubicBezTo>
                  <a:pt x="471674" y="4459243"/>
                  <a:pt x="466464" y="4456993"/>
                  <a:pt x="456675" y="4455176"/>
                </a:cubicBezTo>
                <a:cubicBezTo>
                  <a:pt x="452595" y="4456215"/>
                  <a:pt x="451466" y="4457946"/>
                  <a:pt x="451529" y="4459979"/>
                </a:cubicBezTo>
                <a:cubicBezTo>
                  <a:pt x="451591" y="4462013"/>
                  <a:pt x="452909" y="4464350"/>
                  <a:pt x="453725" y="4466600"/>
                </a:cubicBezTo>
                <a:cubicBezTo>
                  <a:pt x="454541" y="4468849"/>
                  <a:pt x="454855" y="4470969"/>
                  <a:pt x="452972" y="4472614"/>
                </a:cubicBezTo>
                <a:cubicBezTo>
                  <a:pt x="451090" y="4474257"/>
                  <a:pt x="447010" y="4475383"/>
                  <a:pt x="439040" y="4475556"/>
                </a:cubicBezTo>
                <a:cubicBezTo>
                  <a:pt x="437220" y="4468849"/>
                  <a:pt x="435149" y="4462835"/>
                  <a:pt x="433706" y="4457340"/>
                </a:cubicBezTo>
                <a:cubicBezTo>
                  <a:pt x="432263" y="4451844"/>
                  <a:pt x="431572" y="4446998"/>
                  <a:pt x="432702" y="4442672"/>
                </a:cubicBezTo>
                <a:cubicBezTo>
                  <a:pt x="433832" y="4438345"/>
                  <a:pt x="436781" y="4434580"/>
                  <a:pt x="442491" y="4431335"/>
                </a:cubicBezTo>
                <a:cubicBezTo>
                  <a:pt x="448202" y="4428091"/>
                  <a:pt x="456863" y="4425321"/>
                  <a:pt x="469414" y="4423071"/>
                </a:cubicBezTo>
                <a:cubicBezTo>
                  <a:pt x="469602" y="4420994"/>
                  <a:pt x="468912" y="4419609"/>
                  <a:pt x="467594" y="4418614"/>
                </a:cubicBezTo>
                <a:cubicBezTo>
                  <a:pt x="466276" y="4417663"/>
                  <a:pt x="464331" y="4417057"/>
                  <a:pt x="462134" y="4416581"/>
                </a:cubicBezTo>
                <a:cubicBezTo>
                  <a:pt x="459937" y="4416105"/>
                  <a:pt x="457428" y="4415716"/>
                  <a:pt x="454980" y="4415153"/>
                </a:cubicBezTo>
                <a:cubicBezTo>
                  <a:pt x="452533" y="4414591"/>
                  <a:pt x="450148" y="4413855"/>
                  <a:pt x="448077" y="4412643"/>
                </a:cubicBezTo>
                <a:cubicBezTo>
                  <a:pt x="447889" y="4412167"/>
                  <a:pt x="446383" y="4398321"/>
                  <a:pt x="444249" y="4377725"/>
                </a:cubicBezTo>
                <a:cubicBezTo>
                  <a:pt x="442116" y="4357173"/>
                  <a:pt x="439417" y="4329870"/>
                  <a:pt x="436656" y="4302611"/>
                </a:cubicBezTo>
                <a:cubicBezTo>
                  <a:pt x="433894" y="4275352"/>
                  <a:pt x="431259" y="4248093"/>
                  <a:pt x="429313" y="4227497"/>
                </a:cubicBezTo>
                <a:cubicBezTo>
                  <a:pt x="427368" y="4206944"/>
                  <a:pt x="426175" y="4193055"/>
                  <a:pt x="426363" y="4192579"/>
                </a:cubicBezTo>
                <a:cubicBezTo>
                  <a:pt x="429564" y="4184964"/>
                  <a:pt x="428874" y="4178171"/>
                  <a:pt x="426050" y="4172979"/>
                </a:cubicBezTo>
                <a:cubicBezTo>
                  <a:pt x="423225" y="4167787"/>
                  <a:pt x="418268" y="4164238"/>
                  <a:pt x="412871" y="4163157"/>
                </a:cubicBezTo>
                <a:cubicBezTo>
                  <a:pt x="407537" y="4162075"/>
                  <a:pt x="401763" y="4163459"/>
                  <a:pt x="397308" y="4168176"/>
                </a:cubicBezTo>
                <a:cubicBezTo>
                  <a:pt x="392852" y="4172892"/>
                  <a:pt x="389778" y="4180897"/>
                  <a:pt x="389778" y="4193055"/>
                </a:cubicBezTo>
                <a:cubicBezTo>
                  <a:pt x="385008" y="4194050"/>
                  <a:pt x="381179" y="4194310"/>
                  <a:pt x="377917" y="4194050"/>
                </a:cubicBezTo>
                <a:cubicBezTo>
                  <a:pt x="374590" y="4193790"/>
                  <a:pt x="371955" y="4193055"/>
                  <a:pt x="369508" y="4192060"/>
                </a:cubicBezTo>
                <a:cubicBezTo>
                  <a:pt x="367060" y="4191064"/>
                  <a:pt x="364926" y="4189767"/>
                  <a:pt x="362729" y="4188468"/>
                </a:cubicBezTo>
                <a:cubicBezTo>
                  <a:pt x="360533" y="4187171"/>
                  <a:pt x="358337" y="4185829"/>
                  <a:pt x="355764" y="4184704"/>
                </a:cubicBezTo>
                <a:cubicBezTo>
                  <a:pt x="358400" y="4180464"/>
                  <a:pt x="360031" y="4177738"/>
                  <a:pt x="361286" y="4175747"/>
                </a:cubicBezTo>
                <a:cubicBezTo>
                  <a:pt x="362541" y="4173757"/>
                  <a:pt x="363294" y="4172502"/>
                  <a:pt x="364173" y="4171075"/>
                </a:cubicBezTo>
                <a:cubicBezTo>
                  <a:pt x="365052" y="4169647"/>
                  <a:pt x="365931" y="4168089"/>
                  <a:pt x="367436" y="4165537"/>
                </a:cubicBezTo>
                <a:cubicBezTo>
                  <a:pt x="368879" y="4162984"/>
                  <a:pt x="370951" y="4159479"/>
                  <a:pt x="374089" y="4154070"/>
                </a:cubicBezTo>
                <a:cubicBezTo>
                  <a:pt x="365114" y="4147666"/>
                  <a:pt x="360659" y="4135941"/>
                  <a:pt x="358086" y="4121316"/>
                </a:cubicBezTo>
                <a:cubicBezTo>
                  <a:pt x="355513" y="4106691"/>
                  <a:pt x="354761" y="4089167"/>
                  <a:pt x="353066" y="4071211"/>
                </a:cubicBezTo>
                <a:cubicBezTo>
                  <a:pt x="351371" y="4053254"/>
                  <a:pt x="348860" y="4034778"/>
                  <a:pt x="342648" y="4018293"/>
                </a:cubicBezTo>
                <a:cubicBezTo>
                  <a:pt x="336499" y="4001807"/>
                  <a:pt x="326645" y="3987269"/>
                  <a:pt x="310518" y="3977102"/>
                </a:cubicBezTo>
                <a:cubicBezTo>
                  <a:pt x="314848" y="3972298"/>
                  <a:pt x="318048" y="3968664"/>
                  <a:pt x="319867" y="3965679"/>
                </a:cubicBezTo>
                <a:cubicBezTo>
                  <a:pt x="321688" y="3962693"/>
                  <a:pt x="322064" y="3960400"/>
                  <a:pt x="320683" y="3958323"/>
                </a:cubicBezTo>
                <a:cubicBezTo>
                  <a:pt x="319302" y="3956246"/>
                  <a:pt x="316228" y="3954385"/>
                  <a:pt x="311083" y="3952309"/>
                </a:cubicBezTo>
                <a:cubicBezTo>
                  <a:pt x="305999" y="3950231"/>
                  <a:pt x="298782" y="3947896"/>
                  <a:pt x="289307" y="3944867"/>
                </a:cubicBezTo>
                <a:cubicBezTo>
                  <a:pt x="286734" y="3946856"/>
                  <a:pt x="284224" y="3948847"/>
                  <a:pt x="281651" y="3950881"/>
                </a:cubicBezTo>
                <a:cubicBezTo>
                  <a:pt x="279078" y="3952914"/>
                  <a:pt x="276442" y="3954948"/>
                  <a:pt x="273806" y="3957068"/>
                </a:cubicBezTo>
                <a:cubicBezTo>
                  <a:pt x="271108" y="3959188"/>
                  <a:pt x="268409" y="3961352"/>
                  <a:pt x="265586" y="3963559"/>
                </a:cubicBezTo>
                <a:cubicBezTo>
                  <a:pt x="262824" y="3965809"/>
                  <a:pt x="259875" y="3968102"/>
                  <a:pt x="256863" y="3970481"/>
                </a:cubicBezTo>
                <a:cubicBezTo>
                  <a:pt x="258682" y="3971823"/>
                  <a:pt x="260502" y="3973164"/>
                  <a:pt x="262322" y="3974548"/>
                </a:cubicBezTo>
                <a:cubicBezTo>
                  <a:pt x="264141" y="3975934"/>
                  <a:pt x="266025" y="3977361"/>
                  <a:pt x="267970" y="3978789"/>
                </a:cubicBezTo>
                <a:cubicBezTo>
                  <a:pt x="269916" y="3980217"/>
                  <a:pt x="271861" y="3981688"/>
                  <a:pt x="273806" y="3983159"/>
                </a:cubicBezTo>
                <a:cubicBezTo>
                  <a:pt x="275752" y="3984673"/>
                  <a:pt x="277760" y="3986144"/>
                  <a:pt x="279768" y="3987659"/>
                </a:cubicBezTo>
                <a:cubicBezTo>
                  <a:pt x="263578" y="3990082"/>
                  <a:pt x="253851" y="3989909"/>
                  <a:pt x="248140" y="3988048"/>
                </a:cubicBezTo>
                <a:cubicBezTo>
                  <a:pt x="242429" y="3986231"/>
                  <a:pt x="240798" y="3982726"/>
                  <a:pt x="240861" y="3978573"/>
                </a:cubicBezTo>
                <a:cubicBezTo>
                  <a:pt x="240923" y="3974419"/>
                  <a:pt x="242744" y="3969616"/>
                  <a:pt x="243872" y="3965159"/>
                </a:cubicBezTo>
                <a:cubicBezTo>
                  <a:pt x="245064" y="3960702"/>
                  <a:pt x="245567" y="3956549"/>
                  <a:pt x="243119" y="3953780"/>
                </a:cubicBezTo>
                <a:cubicBezTo>
                  <a:pt x="241425" y="3951919"/>
                  <a:pt x="238853" y="3949496"/>
                  <a:pt x="235965" y="3946900"/>
                </a:cubicBezTo>
                <a:cubicBezTo>
                  <a:pt x="233079" y="3944304"/>
                  <a:pt x="229941" y="3941492"/>
                  <a:pt x="227118" y="3938809"/>
                </a:cubicBezTo>
                <a:cubicBezTo>
                  <a:pt x="224356" y="3936126"/>
                  <a:pt x="221909" y="3933530"/>
                  <a:pt x="220465" y="3931367"/>
                </a:cubicBezTo>
                <a:cubicBezTo>
                  <a:pt x="219022" y="3929204"/>
                  <a:pt x="218583" y="3927429"/>
                  <a:pt x="219775" y="3926391"/>
                </a:cubicBezTo>
                <a:cubicBezTo>
                  <a:pt x="225737" y="3921242"/>
                  <a:pt x="226992" y="3916309"/>
                  <a:pt x="225423" y="3911809"/>
                </a:cubicBezTo>
                <a:cubicBezTo>
                  <a:pt x="223854" y="3907353"/>
                  <a:pt x="219524" y="3903285"/>
                  <a:pt x="214315" y="3899867"/>
                </a:cubicBezTo>
                <a:cubicBezTo>
                  <a:pt x="209107" y="3896449"/>
                  <a:pt x="203019" y="3893680"/>
                  <a:pt x="197935" y="3891689"/>
                </a:cubicBezTo>
                <a:cubicBezTo>
                  <a:pt x="192852" y="3889699"/>
                  <a:pt x="188836" y="3888530"/>
                  <a:pt x="187706" y="3888401"/>
                </a:cubicBezTo>
                <a:cubicBezTo>
                  <a:pt x="180237" y="3887405"/>
                  <a:pt x="175782" y="3884680"/>
                  <a:pt x="173335" y="3881132"/>
                </a:cubicBezTo>
                <a:cubicBezTo>
                  <a:pt x="170887" y="3877584"/>
                  <a:pt x="170448" y="3873213"/>
                  <a:pt x="170887" y="3868887"/>
                </a:cubicBezTo>
                <a:cubicBezTo>
                  <a:pt x="171327" y="3864559"/>
                  <a:pt x="172708" y="3860320"/>
                  <a:pt x="173900" y="3857032"/>
                </a:cubicBezTo>
                <a:cubicBezTo>
                  <a:pt x="175092" y="3853742"/>
                  <a:pt x="176097" y="3851406"/>
                  <a:pt x="175908" y="3850930"/>
                </a:cubicBezTo>
                <a:cubicBezTo>
                  <a:pt x="174339" y="3850065"/>
                  <a:pt x="172644" y="3849070"/>
                  <a:pt x="170699" y="3847988"/>
                </a:cubicBezTo>
                <a:cubicBezTo>
                  <a:pt x="168754" y="3846907"/>
                  <a:pt x="166620" y="3845695"/>
                  <a:pt x="164360" y="3844396"/>
                </a:cubicBezTo>
                <a:cubicBezTo>
                  <a:pt x="162102" y="3843099"/>
                  <a:pt x="159654" y="3841714"/>
                  <a:pt x="157015" y="3840243"/>
                </a:cubicBezTo>
                <a:cubicBezTo>
                  <a:pt x="154442" y="3838728"/>
                  <a:pt x="151680" y="3837171"/>
                  <a:pt x="148731" y="3835527"/>
                </a:cubicBezTo>
                <a:cubicBezTo>
                  <a:pt x="150739" y="3834878"/>
                  <a:pt x="152747" y="3834186"/>
                  <a:pt x="154755" y="3833493"/>
                </a:cubicBezTo>
                <a:cubicBezTo>
                  <a:pt x="156826" y="3832800"/>
                  <a:pt x="158897" y="3832108"/>
                  <a:pt x="161035" y="3831373"/>
                </a:cubicBezTo>
                <a:cubicBezTo>
                  <a:pt x="163168" y="3830637"/>
                  <a:pt x="165365" y="3829902"/>
                  <a:pt x="167624" y="3829123"/>
                </a:cubicBezTo>
                <a:cubicBezTo>
                  <a:pt x="169883" y="3828344"/>
                  <a:pt x="172268" y="3827522"/>
                  <a:pt x="174716" y="3826700"/>
                </a:cubicBezTo>
                <a:cubicBezTo>
                  <a:pt x="173335" y="3816445"/>
                  <a:pt x="172644" y="3807489"/>
                  <a:pt x="171766" y="3799744"/>
                </a:cubicBezTo>
                <a:cubicBezTo>
                  <a:pt x="170887" y="3791998"/>
                  <a:pt x="169821" y="3785508"/>
                  <a:pt x="167750" y="3780186"/>
                </a:cubicBezTo>
                <a:cubicBezTo>
                  <a:pt x="165679" y="3774864"/>
                  <a:pt x="162604" y="3770710"/>
                  <a:pt x="157516" y="3767639"/>
                </a:cubicBezTo>
                <a:cubicBezTo>
                  <a:pt x="152433" y="3764566"/>
                  <a:pt x="145530" y="3762619"/>
                  <a:pt x="135803" y="3761667"/>
                </a:cubicBezTo>
                <a:cubicBezTo>
                  <a:pt x="126767" y="3767552"/>
                  <a:pt x="123440" y="3772138"/>
                  <a:pt x="122750" y="3775945"/>
                </a:cubicBezTo>
                <a:cubicBezTo>
                  <a:pt x="122059" y="3779753"/>
                  <a:pt x="123942" y="3782782"/>
                  <a:pt x="125385" y="3785508"/>
                </a:cubicBezTo>
                <a:cubicBezTo>
                  <a:pt x="126828" y="3788234"/>
                  <a:pt x="127834" y="3790744"/>
                  <a:pt x="125261" y="3793469"/>
                </a:cubicBezTo>
                <a:cubicBezTo>
                  <a:pt x="122686" y="3796195"/>
                  <a:pt x="116600" y="3799181"/>
                  <a:pt x="103923" y="3802945"/>
                </a:cubicBezTo>
                <a:cubicBezTo>
                  <a:pt x="101288" y="3796628"/>
                  <a:pt x="96392" y="3791479"/>
                  <a:pt x="89740" y="3787282"/>
                </a:cubicBezTo>
                <a:cubicBezTo>
                  <a:pt x="83088" y="3783085"/>
                  <a:pt x="74742" y="3779883"/>
                  <a:pt x="65328" y="3777460"/>
                </a:cubicBezTo>
                <a:cubicBezTo>
                  <a:pt x="55915" y="3775037"/>
                  <a:pt x="45373" y="3773393"/>
                  <a:pt x="34265" y="3772355"/>
                </a:cubicBezTo>
                <a:cubicBezTo>
                  <a:pt x="23157" y="3771316"/>
                  <a:pt x="11547" y="3770840"/>
                  <a:pt x="0" y="3770797"/>
                </a:cubicBezTo>
                <a:lnTo>
                  <a:pt x="0" y="3755436"/>
                </a:lnTo>
                <a:cubicBezTo>
                  <a:pt x="5460" y="3760110"/>
                  <a:pt x="10669" y="3762835"/>
                  <a:pt x="15438" y="3764220"/>
                </a:cubicBezTo>
                <a:cubicBezTo>
                  <a:pt x="20207" y="3765605"/>
                  <a:pt x="24474" y="3765691"/>
                  <a:pt x="27926" y="3765042"/>
                </a:cubicBezTo>
                <a:cubicBezTo>
                  <a:pt x="31378" y="3764436"/>
                  <a:pt x="34077" y="3763095"/>
                  <a:pt x="35708" y="3761667"/>
                </a:cubicBezTo>
                <a:cubicBezTo>
                  <a:pt x="37339" y="3760239"/>
                  <a:pt x="37842" y="3758724"/>
                  <a:pt x="37026" y="3757773"/>
                </a:cubicBezTo>
                <a:cubicBezTo>
                  <a:pt x="34892" y="3755350"/>
                  <a:pt x="32632" y="3753619"/>
                  <a:pt x="30185" y="3752407"/>
                </a:cubicBezTo>
                <a:cubicBezTo>
                  <a:pt x="27676" y="3751196"/>
                  <a:pt x="25039" y="3750460"/>
                  <a:pt x="22027" y="3750071"/>
                </a:cubicBezTo>
                <a:cubicBezTo>
                  <a:pt x="19015" y="3749639"/>
                  <a:pt x="15751" y="3749595"/>
                  <a:pt x="12112" y="3749639"/>
                </a:cubicBezTo>
                <a:cubicBezTo>
                  <a:pt x="8472" y="3749682"/>
                  <a:pt x="4455" y="3749855"/>
                  <a:pt x="0" y="3749985"/>
                </a:cubicBezTo>
                <a:lnTo>
                  <a:pt x="0" y="3736139"/>
                </a:lnTo>
                <a:cubicBezTo>
                  <a:pt x="62" y="3736139"/>
                  <a:pt x="126" y="3736139"/>
                  <a:pt x="126" y="3736139"/>
                </a:cubicBezTo>
                <a:cubicBezTo>
                  <a:pt x="188" y="3736139"/>
                  <a:pt x="188" y="3736139"/>
                  <a:pt x="251" y="3736139"/>
                </a:cubicBezTo>
                <a:cubicBezTo>
                  <a:pt x="314" y="3736139"/>
                  <a:pt x="377" y="3736139"/>
                  <a:pt x="377" y="3736139"/>
                </a:cubicBezTo>
                <a:cubicBezTo>
                  <a:pt x="439" y="3736139"/>
                  <a:pt x="503" y="3736139"/>
                  <a:pt x="503" y="3736139"/>
                </a:cubicBezTo>
                <a:cubicBezTo>
                  <a:pt x="627" y="3735186"/>
                  <a:pt x="753" y="3734278"/>
                  <a:pt x="753" y="3733369"/>
                </a:cubicBezTo>
                <a:cubicBezTo>
                  <a:pt x="753" y="3732461"/>
                  <a:pt x="753" y="3731595"/>
                  <a:pt x="753" y="3730773"/>
                </a:cubicBezTo>
                <a:cubicBezTo>
                  <a:pt x="690" y="3729951"/>
                  <a:pt x="627" y="3729129"/>
                  <a:pt x="503" y="3728351"/>
                </a:cubicBezTo>
                <a:cubicBezTo>
                  <a:pt x="377" y="3727572"/>
                  <a:pt x="251" y="3726793"/>
                  <a:pt x="62" y="3726057"/>
                </a:cubicBezTo>
                <a:lnTo>
                  <a:pt x="62" y="3696677"/>
                </a:lnTo>
                <a:cubicBezTo>
                  <a:pt x="126" y="3696677"/>
                  <a:pt x="251" y="3696677"/>
                  <a:pt x="377" y="3696677"/>
                </a:cubicBezTo>
                <a:cubicBezTo>
                  <a:pt x="439" y="3696677"/>
                  <a:pt x="565" y="3696677"/>
                  <a:pt x="690" y="3696677"/>
                </a:cubicBezTo>
                <a:cubicBezTo>
                  <a:pt x="753" y="3696677"/>
                  <a:pt x="878" y="3696677"/>
                  <a:pt x="1004" y="3696677"/>
                </a:cubicBezTo>
                <a:cubicBezTo>
                  <a:pt x="1067" y="3696677"/>
                  <a:pt x="1192" y="3696677"/>
                  <a:pt x="1318" y="3696677"/>
                </a:cubicBezTo>
                <a:cubicBezTo>
                  <a:pt x="1255" y="3696591"/>
                  <a:pt x="1130" y="3696461"/>
                  <a:pt x="1004" y="3696375"/>
                </a:cubicBezTo>
                <a:cubicBezTo>
                  <a:pt x="942" y="3696288"/>
                  <a:pt x="816" y="3696202"/>
                  <a:pt x="690" y="3696115"/>
                </a:cubicBezTo>
                <a:cubicBezTo>
                  <a:pt x="627" y="3696029"/>
                  <a:pt x="439" y="3695942"/>
                  <a:pt x="377" y="3695855"/>
                </a:cubicBezTo>
                <a:cubicBezTo>
                  <a:pt x="314" y="3695769"/>
                  <a:pt x="62" y="3695552"/>
                  <a:pt x="62" y="3695552"/>
                </a:cubicBezTo>
                <a:lnTo>
                  <a:pt x="62" y="1801079"/>
                </a:lnTo>
                <a:cubicBezTo>
                  <a:pt x="3389" y="1802161"/>
                  <a:pt x="7092" y="1802811"/>
                  <a:pt x="10857" y="1802983"/>
                </a:cubicBezTo>
                <a:cubicBezTo>
                  <a:pt x="14622" y="1803200"/>
                  <a:pt x="18450" y="1802940"/>
                  <a:pt x="22090" y="1802248"/>
                </a:cubicBezTo>
                <a:cubicBezTo>
                  <a:pt x="25667" y="1801555"/>
                  <a:pt x="29119" y="1800387"/>
                  <a:pt x="32005" y="1798829"/>
                </a:cubicBezTo>
                <a:cubicBezTo>
                  <a:pt x="34892" y="1797272"/>
                  <a:pt x="37277" y="1795238"/>
                  <a:pt x="38908" y="1792772"/>
                </a:cubicBezTo>
                <a:cubicBezTo>
                  <a:pt x="39347" y="1792123"/>
                  <a:pt x="39473" y="1790522"/>
                  <a:pt x="38908" y="1788662"/>
                </a:cubicBezTo>
                <a:cubicBezTo>
                  <a:pt x="38343" y="1786844"/>
                  <a:pt x="36963" y="1784767"/>
                  <a:pt x="34390" y="1783340"/>
                </a:cubicBezTo>
                <a:cubicBezTo>
                  <a:pt x="31817" y="1781912"/>
                  <a:pt x="27989" y="1781046"/>
                  <a:pt x="22404" y="1781566"/>
                </a:cubicBezTo>
                <a:cubicBezTo>
                  <a:pt x="16881" y="1782085"/>
                  <a:pt x="9601" y="1784032"/>
                  <a:pt x="62" y="1788099"/>
                </a:cubicBezTo>
                <a:lnTo>
                  <a:pt x="62" y="1771830"/>
                </a:lnTo>
                <a:cubicBezTo>
                  <a:pt x="4204" y="1773171"/>
                  <a:pt x="9100" y="1774210"/>
                  <a:pt x="14182" y="1774902"/>
                </a:cubicBezTo>
                <a:cubicBezTo>
                  <a:pt x="19266" y="1775595"/>
                  <a:pt x="24538" y="1775941"/>
                  <a:pt x="29558" y="1775811"/>
                </a:cubicBezTo>
                <a:cubicBezTo>
                  <a:pt x="34578" y="1775681"/>
                  <a:pt x="39223" y="1775119"/>
                  <a:pt x="43113" y="1773994"/>
                </a:cubicBezTo>
                <a:cubicBezTo>
                  <a:pt x="47004" y="1772869"/>
                  <a:pt x="50016" y="1771224"/>
                  <a:pt x="51773" y="1768974"/>
                </a:cubicBezTo>
                <a:cubicBezTo>
                  <a:pt x="53342" y="1766898"/>
                  <a:pt x="53593" y="1765166"/>
                  <a:pt x="52651" y="1763566"/>
                </a:cubicBezTo>
                <a:cubicBezTo>
                  <a:pt x="51711" y="1761965"/>
                  <a:pt x="49515" y="1760537"/>
                  <a:pt x="46313" y="1759066"/>
                </a:cubicBezTo>
                <a:cubicBezTo>
                  <a:pt x="43113" y="1757595"/>
                  <a:pt x="38782" y="1756081"/>
                  <a:pt x="33637" y="1754349"/>
                </a:cubicBezTo>
                <a:cubicBezTo>
                  <a:pt x="28491" y="1752575"/>
                  <a:pt x="22404" y="1750628"/>
                  <a:pt x="15563" y="1748249"/>
                </a:cubicBezTo>
                <a:cubicBezTo>
                  <a:pt x="13869" y="1748638"/>
                  <a:pt x="12363" y="1749028"/>
                  <a:pt x="10919" y="1749417"/>
                </a:cubicBezTo>
                <a:cubicBezTo>
                  <a:pt x="9476" y="1749806"/>
                  <a:pt x="8096" y="1750195"/>
                  <a:pt x="6840" y="1750585"/>
                </a:cubicBezTo>
                <a:cubicBezTo>
                  <a:pt x="5585" y="1750974"/>
                  <a:pt x="4393" y="1751364"/>
                  <a:pt x="3263" y="1751753"/>
                </a:cubicBezTo>
                <a:cubicBezTo>
                  <a:pt x="2134" y="1752143"/>
                  <a:pt x="1067" y="1752532"/>
                  <a:pt x="62" y="1752922"/>
                </a:cubicBezTo>
                <a:lnTo>
                  <a:pt x="62" y="1718566"/>
                </a:lnTo>
                <a:cubicBezTo>
                  <a:pt x="14685" y="1717485"/>
                  <a:pt x="22905" y="1715494"/>
                  <a:pt x="26734" y="1713201"/>
                </a:cubicBezTo>
                <a:cubicBezTo>
                  <a:pt x="30562" y="1710907"/>
                  <a:pt x="30060" y="1708269"/>
                  <a:pt x="27299" y="1705976"/>
                </a:cubicBezTo>
                <a:cubicBezTo>
                  <a:pt x="24538" y="1703682"/>
                  <a:pt x="19517" y="1701648"/>
                  <a:pt x="14308" y="1700567"/>
                </a:cubicBezTo>
                <a:cubicBezTo>
                  <a:pt x="9100" y="1699485"/>
                  <a:pt x="3765" y="1699311"/>
                  <a:pt x="314" y="1700697"/>
                </a:cubicBezTo>
                <a:lnTo>
                  <a:pt x="314" y="1687889"/>
                </a:lnTo>
                <a:cubicBezTo>
                  <a:pt x="2008" y="1687543"/>
                  <a:pt x="3703" y="1687067"/>
                  <a:pt x="5146" y="1686418"/>
                </a:cubicBezTo>
                <a:cubicBezTo>
                  <a:pt x="6589" y="1685769"/>
                  <a:pt x="7907" y="1685034"/>
                  <a:pt x="8911" y="1684124"/>
                </a:cubicBezTo>
                <a:cubicBezTo>
                  <a:pt x="9915" y="1683216"/>
                  <a:pt x="10669" y="1682221"/>
                  <a:pt x="10982" y="1681052"/>
                </a:cubicBezTo>
                <a:cubicBezTo>
                  <a:pt x="11296" y="1679884"/>
                  <a:pt x="11234" y="1678630"/>
                  <a:pt x="10669" y="1677244"/>
                </a:cubicBezTo>
                <a:cubicBezTo>
                  <a:pt x="10418" y="1676639"/>
                  <a:pt x="9978" y="1676034"/>
                  <a:pt x="9350" y="1675427"/>
                </a:cubicBezTo>
                <a:cubicBezTo>
                  <a:pt x="8661" y="1674822"/>
                  <a:pt x="7907" y="1674216"/>
                  <a:pt x="6966" y="1673567"/>
                </a:cubicBezTo>
                <a:cubicBezTo>
                  <a:pt x="6088" y="1672918"/>
                  <a:pt x="5020" y="1672269"/>
                  <a:pt x="3891" y="1671577"/>
                </a:cubicBezTo>
                <a:cubicBezTo>
                  <a:pt x="2761" y="1670927"/>
                  <a:pt x="1569" y="1670192"/>
                  <a:pt x="314" y="1669413"/>
                </a:cubicBezTo>
                <a:lnTo>
                  <a:pt x="314" y="850265"/>
                </a:lnTo>
                <a:lnTo>
                  <a:pt x="0" y="850265"/>
                </a:lnTo>
                <a:close/>
              </a:path>
            </a:pathLst>
          </a:custGeom>
          <a:solidFill>
            <a:schemeClr val="accent2"/>
          </a:solidFill>
          <a:ln w="5832" cap="flat">
            <a:noFill/>
            <a:prstDash val="solid"/>
            <a:miter/>
          </a:ln>
        </p:spPr>
        <p:txBody>
          <a:bodyPr rtlCol="0" anchor="ctr"/>
          <a:lstStyle/>
          <a:p>
            <a:endParaRPr lang="en-IN"/>
          </a:p>
        </p:txBody>
      </p:sp>
      <p:grpSp>
        <p:nvGrpSpPr>
          <p:cNvPr id="317" name="Group 316">
            <a:extLst>
              <a:ext uri="{FF2B5EF4-FFF2-40B4-BE49-F238E27FC236}">
                <a16:creationId xmlns:a16="http://schemas.microsoft.com/office/drawing/2014/main" id="{9E6E8A01-199F-8043-89C7-8042FF87D1C0}"/>
              </a:ext>
            </a:extLst>
          </p:cNvPr>
          <p:cNvGrpSpPr/>
          <p:nvPr/>
        </p:nvGrpSpPr>
        <p:grpSpPr>
          <a:xfrm>
            <a:off x="3966273" y="937945"/>
            <a:ext cx="1043721" cy="1043721"/>
            <a:chOff x="1046786" y="1195383"/>
            <a:chExt cx="5737927" cy="5737927"/>
          </a:xfrm>
          <a:solidFill>
            <a:schemeClr val="bg1"/>
          </a:solidFill>
        </p:grpSpPr>
        <p:sp>
          <p:nvSpPr>
            <p:cNvPr id="319" name="Freeform: Shape 318">
              <a:extLst>
                <a:ext uri="{FF2B5EF4-FFF2-40B4-BE49-F238E27FC236}">
                  <a16:creationId xmlns:a16="http://schemas.microsoft.com/office/drawing/2014/main" id="{9EF5B268-715E-B236-36A8-60B8FF4F7FBB}"/>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320" name="Freeform: Shape 319">
              <a:extLst>
                <a:ext uri="{FF2B5EF4-FFF2-40B4-BE49-F238E27FC236}">
                  <a16:creationId xmlns:a16="http://schemas.microsoft.com/office/drawing/2014/main" id="{1ACEC524-CA6E-17AC-182E-8003928CA4E1}"/>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318" name="Freeform: Shape 317">
            <a:extLst>
              <a:ext uri="{FF2B5EF4-FFF2-40B4-BE49-F238E27FC236}">
                <a16:creationId xmlns:a16="http://schemas.microsoft.com/office/drawing/2014/main" id="{04726D37-C3EF-5CE6-257A-8A8973926A30}"/>
              </a:ext>
            </a:extLst>
          </p:cNvPr>
          <p:cNvSpPr/>
          <p:nvPr/>
        </p:nvSpPr>
        <p:spPr>
          <a:xfrm>
            <a:off x="4573608" y="1273173"/>
            <a:ext cx="3232511" cy="5292726"/>
          </a:xfrm>
          <a:custGeom>
            <a:avLst/>
            <a:gdLst>
              <a:gd name="connsiteX0" fmla="*/ 1266773 w 3386022"/>
              <a:gd name="connsiteY0" fmla="*/ 5276414 h 5292726"/>
              <a:gd name="connsiteX1" fmla="*/ 1271293 w 3386022"/>
              <a:gd name="connsiteY1" fmla="*/ 5280395 h 5292726"/>
              <a:gd name="connsiteX2" fmla="*/ 1273802 w 3386022"/>
              <a:gd name="connsiteY2" fmla="*/ 5284418 h 5292726"/>
              <a:gd name="connsiteX3" fmla="*/ 1271668 w 3386022"/>
              <a:gd name="connsiteY3" fmla="*/ 5288529 h 5292726"/>
              <a:gd name="connsiteX4" fmla="*/ 1262192 w 3386022"/>
              <a:gd name="connsiteY4" fmla="*/ 5292726 h 5292726"/>
              <a:gd name="connsiteX5" fmla="*/ 1263510 w 3386022"/>
              <a:gd name="connsiteY5" fmla="*/ 5288010 h 5292726"/>
              <a:gd name="connsiteX6" fmla="*/ 1264703 w 3386022"/>
              <a:gd name="connsiteY6" fmla="*/ 5283856 h 5292726"/>
              <a:gd name="connsiteX7" fmla="*/ 1265769 w 3386022"/>
              <a:gd name="connsiteY7" fmla="*/ 5280048 h 5292726"/>
              <a:gd name="connsiteX8" fmla="*/ 1266773 w 3386022"/>
              <a:gd name="connsiteY8" fmla="*/ 5276414 h 5292726"/>
              <a:gd name="connsiteX9" fmla="*/ 1438158 w 3386022"/>
              <a:gd name="connsiteY9" fmla="*/ 5244957 h 5292726"/>
              <a:gd name="connsiteX10" fmla="*/ 1439224 w 3386022"/>
              <a:gd name="connsiteY10" fmla="*/ 5245477 h 5292726"/>
              <a:gd name="connsiteX11" fmla="*/ 1439224 w 3386022"/>
              <a:gd name="connsiteY11" fmla="*/ 5245520 h 5292726"/>
              <a:gd name="connsiteX12" fmla="*/ 1440605 w 3386022"/>
              <a:gd name="connsiteY12" fmla="*/ 5246515 h 5292726"/>
              <a:gd name="connsiteX13" fmla="*/ 1434518 w 3386022"/>
              <a:gd name="connsiteY13" fmla="*/ 5247597 h 5292726"/>
              <a:gd name="connsiteX14" fmla="*/ 1431756 w 3386022"/>
              <a:gd name="connsiteY14" fmla="*/ 5247770 h 5292726"/>
              <a:gd name="connsiteX15" fmla="*/ 1430627 w 3386022"/>
              <a:gd name="connsiteY15" fmla="*/ 5247251 h 5292726"/>
              <a:gd name="connsiteX16" fmla="*/ 1429308 w 3386022"/>
              <a:gd name="connsiteY16" fmla="*/ 5246213 h 5292726"/>
              <a:gd name="connsiteX17" fmla="*/ 1435458 w 3386022"/>
              <a:gd name="connsiteY17" fmla="*/ 5245131 h 5292726"/>
              <a:gd name="connsiteX18" fmla="*/ 1438158 w 3386022"/>
              <a:gd name="connsiteY18" fmla="*/ 5244957 h 5292726"/>
              <a:gd name="connsiteX19" fmla="*/ 1931100 w 3386022"/>
              <a:gd name="connsiteY19" fmla="*/ 5242621 h 5292726"/>
              <a:gd name="connsiteX20" fmla="*/ 1931978 w 3386022"/>
              <a:gd name="connsiteY20" fmla="*/ 5242751 h 5292726"/>
              <a:gd name="connsiteX21" fmla="*/ 1932794 w 3386022"/>
              <a:gd name="connsiteY21" fmla="*/ 5242838 h 5292726"/>
              <a:gd name="connsiteX22" fmla="*/ 1933673 w 3386022"/>
              <a:gd name="connsiteY22" fmla="*/ 5242967 h 5292726"/>
              <a:gd name="connsiteX23" fmla="*/ 1934489 w 3386022"/>
              <a:gd name="connsiteY23" fmla="*/ 5243054 h 5292726"/>
              <a:gd name="connsiteX24" fmla="*/ 1933924 w 3386022"/>
              <a:gd name="connsiteY24" fmla="*/ 5243574 h 5292726"/>
              <a:gd name="connsiteX25" fmla="*/ 1933297 w 3386022"/>
              <a:gd name="connsiteY25" fmla="*/ 5244049 h 5292726"/>
              <a:gd name="connsiteX26" fmla="*/ 1932732 w 3386022"/>
              <a:gd name="connsiteY26" fmla="*/ 5244569 h 5292726"/>
              <a:gd name="connsiteX27" fmla="*/ 1932104 w 3386022"/>
              <a:gd name="connsiteY27" fmla="*/ 5245045 h 5292726"/>
              <a:gd name="connsiteX28" fmla="*/ 1931854 w 3386022"/>
              <a:gd name="connsiteY28" fmla="*/ 5244438 h 5292726"/>
              <a:gd name="connsiteX29" fmla="*/ 1931602 w 3386022"/>
              <a:gd name="connsiteY29" fmla="*/ 5243833 h 5292726"/>
              <a:gd name="connsiteX30" fmla="*/ 1931351 w 3386022"/>
              <a:gd name="connsiteY30" fmla="*/ 5243227 h 5292726"/>
              <a:gd name="connsiteX31" fmla="*/ 1521750 w 3386022"/>
              <a:gd name="connsiteY31" fmla="*/ 5226828 h 5292726"/>
              <a:gd name="connsiteX32" fmla="*/ 1526018 w 3386022"/>
              <a:gd name="connsiteY32" fmla="*/ 5227304 h 5292726"/>
              <a:gd name="connsiteX33" fmla="*/ 1525955 w 3386022"/>
              <a:gd name="connsiteY33" fmla="*/ 5227304 h 5292726"/>
              <a:gd name="connsiteX34" fmla="*/ 1528905 w 3386022"/>
              <a:gd name="connsiteY34" fmla="*/ 5229987 h 5292726"/>
              <a:gd name="connsiteX35" fmla="*/ 1527461 w 3386022"/>
              <a:gd name="connsiteY35" fmla="*/ 5232496 h 5292726"/>
              <a:gd name="connsiteX36" fmla="*/ 1523570 w 3386022"/>
              <a:gd name="connsiteY36" fmla="*/ 5234876 h 5292726"/>
              <a:gd name="connsiteX37" fmla="*/ 1519177 w 3386022"/>
              <a:gd name="connsiteY37" fmla="*/ 5237126 h 5292726"/>
              <a:gd name="connsiteX38" fmla="*/ 1515099 w 3386022"/>
              <a:gd name="connsiteY38" fmla="*/ 5231674 h 5292726"/>
              <a:gd name="connsiteX39" fmla="*/ 1517042 w 3386022"/>
              <a:gd name="connsiteY39" fmla="*/ 5228256 h 5292726"/>
              <a:gd name="connsiteX40" fmla="*/ 1521750 w 3386022"/>
              <a:gd name="connsiteY40" fmla="*/ 5226828 h 5292726"/>
              <a:gd name="connsiteX41" fmla="*/ 1287543 w 3386022"/>
              <a:gd name="connsiteY41" fmla="*/ 5223323 h 5292726"/>
              <a:gd name="connsiteX42" fmla="*/ 1288799 w 3386022"/>
              <a:gd name="connsiteY42" fmla="*/ 5223323 h 5292726"/>
              <a:gd name="connsiteX43" fmla="*/ 1289175 w 3386022"/>
              <a:gd name="connsiteY43" fmla="*/ 5223713 h 5292726"/>
              <a:gd name="connsiteX44" fmla="*/ 1289803 w 3386022"/>
              <a:gd name="connsiteY44" fmla="*/ 5225010 h 5292726"/>
              <a:gd name="connsiteX45" fmla="*/ 1288737 w 3386022"/>
              <a:gd name="connsiteY45" fmla="*/ 5225184 h 5292726"/>
              <a:gd name="connsiteX46" fmla="*/ 1287670 w 3386022"/>
              <a:gd name="connsiteY46" fmla="*/ 5225356 h 5292726"/>
              <a:gd name="connsiteX47" fmla="*/ 1286602 w 3386022"/>
              <a:gd name="connsiteY47" fmla="*/ 5225530 h 5292726"/>
              <a:gd name="connsiteX48" fmla="*/ 1285536 w 3386022"/>
              <a:gd name="connsiteY48" fmla="*/ 5225703 h 5292726"/>
              <a:gd name="connsiteX49" fmla="*/ 1285286 w 3386022"/>
              <a:gd name="connsiteY49" fmla="*/ 5225227 h 5292726"/>
              <a:gd name="connsiteX50" fmla="*/ 1285034 w 3386022"/>
              <a:gd name="connsiteY50" fmla="*/ 5224751 h 5292726"/>
              <a:gd name="connsiteX51" fmla="*/ 1284782 w 3386022"/>
              <a:gd name="connsiteY51" fmla="*/ 5224275 h 5292726"/>
              <a:gd name="connsiteX52" fmla="*/ 1284532 w 3386022"/>
              <a:gd name="connsiteY52" fmla="*/ 5223799 h 5292726"/>
              <a:gd name="connsiteX53" fmla="*/ 1287543 w 3386022"/>
              <a:gd name="connsiteY53" fmla="*/ 5223323 h 5292726"/>
              <a:gd name="connsiteX54" fmla="*/ 1288674 w 3386022"/>
              <a:gd name="connsiteY54" fmla="*/ 5223193 h 5292726"/>
              <a:gd name="connsiteX55" fmla="*/ 1288800 w 3386022"/>
              <a:gd name="connsiteY55" fmla="*/ 5223323 h 5292726"/>
              <a:gd name="connsiteX56" fmla="*/ 1288799 w 3386022"/>
              <a:gd name="connsiteY56" fmla="*/ 5223323 h 5292726"/>
              <a:gd name="connsiteX57" fmla="*/ 1645943 w 3386022"/>
              <a:gd name="connsiteY57" fmla="*/ 5189704 h 5292726"/>
              <a:gd name="connsiteX58" fmla="*/ 1649019 w 3386022"/>
              <a:gd name="connsiteY58" fmla="*/ 5192257 h 5292726"/>
              <a:gd name="connsiteX59" fmla="*/ 1651780 w 3386022"/>
              <a:gd name="connsiteY59" fmla="*/ 5194507 h 5292726"/>
              <a:gd name="connsiteX60" fmla="*/ 1651842 w 3386022"/>
              <a:gd name="connsiteY60" fmla="*/ 5194507 h 5292726"/>
              <a:gd name="connsiteX61" fmla="*/ 1654354 w 3386022"/>
              <a:gd name="connsiteY61" fmla="*/ 5196583 h 5292726"/>
              <a:gd name="connsiteX62" fmla="*/ 1656738 w 3386022"/>
              <a:gd name="connsiteY62" fmla="*/ 5198530 h 5292726"/>
              <a:gd name="connsiteX63" fmla="*/ 1645064 w 3386022"/>
              <a:gd name="connsiteY63" fmla="*/ 5200910 h 5292726"/>
              <a:gd name="connsiteX64" fmla="*/ 1637723 w 3386022"/>
              <a:gd name="connsiteY64" fmla="*/ 5200391 h 5292726"/>
              <a:gd name="connsiteX65" fmla="*/ 1637220 w 3386022"/>
              <a:gd name="connsiteY65" fmla="*/ 5196713 h 5292726"/>
              <a:gd name="connsiteX66" fmla="*/ 1645943 w 3386022"/>
              <a:gd name="connsiteY66" fmla="*/ 5189704 h 5292726"/>
              <a:gd name="connsiteX67" fmla="*/ 1428868 w 3386022"/>
              <a:gd name="connsiteY67" fmla="*/ 5171661 h 5292726"/>
              <a:gd name="connsiteX68" fmla="*/ 1429559 w 3386022"/>
              <a:gd name="connsiteY68" fmla="*/ 5171748 h 5292726"/>
              <a:gd name="connsiteX69" fmla="*/ 1430250 w 3386022"/>
              <a:gd name="connsiteY69" fmla="*/ 5171791 h 5292726"/>
              <a:gd name="connsiteX70" fmla="*/ 1430938 w 3386022"/>
              <a:gd name="connsiteY70" fmla="*/ 5171834 h 5292726"/>
              <a:gd name="connsiteX71" fmla="*/ 1431630 w 3386022"/>
              <a:gd name="connsiteY71" fmla="*/ 5171920 h 5292726"/>
              <a:gd name="connsiteX72" fmla="*/ 1431192 w 3386022"/>
              <a:gd name="connsiteY72" fmla="*/ 5172353 h 5292726"/>
              <a:gd name="connsiteX73" fmla="*/ 1430689 w 3386022"/>
              <a:gd name="connsiteY73" fmla="*/ 5172743 h 5292726"/>
              <a:gd name="connsiteX74" fmla="*/ 1430250 w 3386022"/>
              <a:gd name="connsiteY74" fmla="*/ 5173176 h 5292726"/>
              <a:gd name="connsiteX75" fmla="*/ 1429746 w 3386022"/>
              <a:gd name="connsiteY75" fmla="*/ 5173608 h 5292726"/>
              <a:gd name="connsiteX76" fmla="*/ 1429497 w 3386022"/>
              <a:gd name="connsiteY76" fmla="*/ 5173089 h 5292726"/>
              <a:gd name="connsiteX77" fmla="*/ 1429308 w 3386022"/>
              <a:gd name="connsiteY77" fmla="*/ 5172613 h 5292726"/>
              <a:gd name="connsiteX78" fmla="*/ 1429057 w 3386022"/>
              <a:gd name="connsiteY78" fmla="*/ 5172137 h 5292726"/>
              <a:gd name="connsiteX79" fmla="*/ 1641864 w 3386022"/>
              <a:gd name="connsiteY79" fmla="*/ 5167334 h 5292726"/>
              <a:gd name="connsiteX80" fmla="*/ 1650963 w 3386022"/>
              <a:gd name="connsiteY80" fmla="*/ 5167896 h 5292726"/>
              <a:gd name="connsiteX81" fmla="*/ 1649144 w 3386022"/>
              <a:gd name="connsiteY81" fmla="*/ 5177978 h 5292726"/>
              <a:gd name="connsiteX82" fmla="*/ 1648579 w 3386022"/>
              <a:gd name="connsiteY82" fmla="*/ 5178497 h 5292726"/>
              <a:gd name="connsiteX83" fmla="*/ 1647700 w 3386022"/>
              <a:gd name="connsiteY83" fmla="*/ 5178973 h 5292726"/>
              <a:gd name="connsiteX84" fmla="*/ 1646757 w 3386022"/>
              <a:gd name="connsiteY84" fmla="*/ 5179406 h 5292726"/>
              <a:gd name="connsiteX85" fmla="*/ 1645817 w 3386022"/>
              <a:gd name="connsiteY85" fmla="*/ 5179882 h 5292726"/>
              <a:gd name="connsiteX86" fmla="*/ 1635588 w 3386022"/>
              <a:gd name="connsiteY86" fmla="*/ 5172569 h 5292726"/>
              <a:gd name="connsiteX87" fmla="*/ 1641864 w 3386022"/>
              <a:gd name="connsiteY87" fmla="*/ 5167334 h 5292726"/>
              <a:gd name="connsiteX88" fmla="*/ 884403 w 3386022"/>
              <a:gd name="connsiteY88" fmla="*/ 5151238 h 5292726"/>
              <a:gd name="connsiteX89" fmla="*/ 889800 w 3386022"/>
              <a:gd name="connsiteY89" fmla="*/ 5152406 h 5292726"/>
              <a:gd name="connsiteX90" fmla="*/ 889863 w 3386022"/>
              <a:gd name="connsiteY90" fmla="*/ 5152321 h 5292726"/>
              <a:gd name="connsiteX91" fmla="*/ 891997 w 3386022"/>
              <a:gd name="connsiteY91" fmla="*/ 5152969 h 5292726"/>
              <a:gd name="connsiteX92" fmla="*/ 891934 w 3386022"/>
              <a:gd name="connsiteY92" fmla="*/ 5153748 h 5292726"/>
              <a:gd name="connsiteX93" fmla="*/ 890678 w 3386022"/>
              <a:gd name="connsiteY93" fmla="*/ 5155263 h 5292726"/>
              <a:gd name="connsiteX94" fmla="*/ 888732 w 3386022"/>
              <a:gd name="connsiteY94" fmla="*/ 5154830 h 5292726"/>
              <a:gd name="connsiteX95" fmla="*/ 886788 w 3386022"/>
              <a:gd name="connsiteY95" fmla="*/ 5154397 h 5292726"/>
              <a:gd name="connsiteX96" fmla="*/ 884843 w 3386022"/>
              <a:gd name="connsiteY96" fmla="*/ 5153964 h 5292726"/>
              <a:gd name="connsiteX97" fmla="*/ 882896 w 3386022"/>
              <a:gd name="connsiteY97" fmla="*/ 5153488 h 5292726"/>
              <a:gd name="connsiteX98" fmla="*/ 883274 w 3386022"/>
              <a:gd name="connsiteY98" fmla="*/ 5152926 h 5292726"/>
              <a:gd name="connsiteX99" fmla="*/ 883649 w 3386022"/>
              <a:gd name="connsiteY99" fmla="*/ 5152363 h 5292726"/>
              <a:gd name="connsiteX100" fmla="*/ 884027 w 3386022"/>
              <a:gd name="connsiteY100" fmla="*/ 5151801 h 5292726"/>
              <a:gd name="connsiteX101" fmla="*/ 884403 w 3386022"/>
              <a:gd name="connsiteY101" fmla="*/ 5151238 h 5292726"/>
              <a:gd name="connsiteX102" fmla="*/ 1729907 w 3386022"/>
              <a:gd name="connsiteY102" fmla="*/ 5150978 h 5292726"/>
              <a:gd name="connsiteX103" fmla="*/ 1730660 w 3386022"/>
              <a:gd name="connsiteY103" fmla="*/ 5151238 h 5292726"/>
              <a:gd name="connsiteX104" fmla="*/ 1731413 w 3386022"/>
              <a:gd name="connsiteY104" fmla="*/ 5151498 h 5292726"/>
              <a:gd name="connsiteX105" fmla="*/ 1732165 w 3386022"/>
              <a:gd name="connsiteY105" fmla="*/ 5151757 h 5292726"/>
              <a:gd name="connsiteX106" fmla="*/ 1732919 w 3386022"/>
              <a:gd name="connsiteY106" fmla="*/ 5152016 h 5292726"/>
              <a:gd name="connsiteX107" fmla="*/ 1732103 w 3386022"/>
              <a:gd name="connsiteY107" fmla="*/ 5152190 h 5292726"/>
              <a:gd name="connsiteX108" fmla="*/ 1731225 w 3386022"/>
              <a:gd name="connsiteY108" fmla="*/ 5152363 h 5292726"/>
              <a:gd name="connsiteX109" fmla="*/ 1730346 w 3386022"/>
              <a:gd name="connsiteY109" fmla="*/ 5152536 h 5292726"/>
              <a:gd name="connsiteX110" fmla="*/ 1729530 w 3386022"/>
              <a:gd name="connsiteY110" fmla="*/ 5152709 h 5292726"/>
              <a:gd name="connsiteX111" fmla="*/ 1729592 w 3386022"/>
              <a:gd name="connsiteY111" fmla="*/ 5152276 h 5292726"/>
              <a:gd name="connsiteX112" fmla="*/ 1729718 w 3386022"/>
              <a:gd name="connsiteY112" fmla="*/ 5151844 h 5292726"/>
              <a:gd name="connsiteX113" fmla="*/ 1729781 w 3386022"/>
              <a:gd name="connsiteY113" fmla="*/ 5151411 h 5292726"/>
              <a:gd name="connsiteX114" fmla="*/ 1333043 w 3386022"/>
              <a:gd name="connsiteY114" fmla="*/ 5120214 h 5292726"/>
              <a:gd name="connsiteX115" fmla="*/ 1343023 w 3386022"/>
              <a:gd name="connsiteY115" fmla="*/ 5121079 h 5292726"/>
              <a:gd name="connsiteX116" fmla="*/ 1349299 w 3386022"/>
              <a:gd name="connsiteY116" fmla="*/ 5122335 h 5292726"/>
              <a:gd name="connsiteX117" fmla="*/ 1354507 w 3386022"/>
              <a:gd name="connsiteY117" fmla="*/ 5124844 h 5292726"/>
              <a:gd name="connsiteX118" fmla="*/ 1354507 w 3386022"/>
              <a:gd name="connsiteY118" fmla="*/ 5124801 h 5292726"/>
              <a:gd name="connsiteX119" fmla="*/ 1361347 w 3386022"/>
              <a:gd name="connsiteY119" fmla="*/ 5129387 h 5292726"/>
              <a:gd name="connsiteX120" fmla="*/ 1348734 w 3386022"/>
              <a:gd name="connsiteY120" fmla="*/ 5130210 h 5292726"/>
              <a:gd name="connsiteX121" fmla="*/ 1341577 w 3386022"/>
              <a:gd name="connsiteY121" fmla="*/ 5129517 h 5292726"/>
              <a:gd name="connsiteX122" fmla="*/ 1337247 w 3386022"/>
              <a:gd name="connsiteY122" fmla="*/ 5126488 h 5292726"/>
              <a:gd name="connsiteX123" fmla="*/ 1333043 w 3386022"/>
              <a:gd name="connsiteY123" fmla="*/ 5120214 h 5292726"/>
              <a:gd name="connsiteX124" fmla="*/ 1632076 w 3386022"/>
              <a:gd name="connsiteY124" fmla="*/ 5117013 h 5292726"/>
              <a:gd name="connsiteX125" fmla="*/ 1654607 w 3386022"/>
              <a:gd name="connsiteY125" fmla="*/ 5121729 h 5292726"/>
              <a:gd name="connsiteX126" fmla="*/ 1656928 w 3386022"/>
              <a:gd name="connsiteY126" fmla="*/ 5136657 h 5292726"/>
              <a:gd name="connsiteX127" fmla="*/ 1648770 w 3386022"/>
              <a:gd name="connsiteY127" fmla="*/ 5148815 h 5292726"/>
              <a:gd name="connsiteX128" fmla="*/ 1639922 w 3386022"/>
              <a:gd name="connsiteY128" fmla="*/ 5145181 h 5292726"/>
              <a:gd name="connsiteX129" fmla="*/ 1637726 w 3386022"/>
              <a:gd name="connsiteY129" fmla="*/ 5138560 h 5292726"/>
              <a:gd name="connsiteX130" fmla="*/ 1635843 w 3386022"/>
              <a:gd name="connsiteY130" fmla="*/ 5131768 h 5292726"/>
              <a:gd name="connsiteX131" fmla="*/ 1634022 w 3386022"/>
              <a:gd name="connsiteY131" fmla="*/ 5124628 h 5292726"/>
              <a:gd name="connsiteX132" fmla="*/ 1632140 w 3386022"/>
              <a:gd name="connsiteY132" fmla="*/ 5117056 h 5292726"/>
              <a:gd name="connsiteX133" fmla="*/ 1277820 w 3386022"/>
              <a:gd name="connsiteY133" fmla="*/ 5112989 h 5292726"/>
              <a:gd name="connsiteX134" fmla="*/ 1285598 w 3386022"/>
              <a:gd name="connsiteY134" fmla="*/ 5121816 h 5292726"/>
              <a:gd name="connsiteX135" fmla="*/ 1287480 w 3386022"/>
              <a:gd name="connsiteY135" fmla="*/ 5127181 h 5292726"/>
              <a:gd name="connsiteX136" fmla="*/ 1287543 w 3386022"/>
              <a:gd name="connsiteY136" fmla="*/ 5127181 h 5292726"/>
              <a:gd name="connsiteX137" fmla="*/ 1283027 w 3386022"/>
              <a:gd name="connsiteY137" fmla="*/ 5131292 h 5292726"/>
              <a:gd name="connsiteX138" fmla="*/ 1271419 w 3386022"/>
              <a:gd name="connsiteY138" fmla="*/ 5136354 h 5292726"/>
              <a:gd name="connsiteX139" fmla="*/ 1267841 w 3386022"/>
              <a:gd name="connsiteY139" fmla="*/ 5129344 h 5292726"/>
              <a:gd name="connsiteX140" fmla="*/ 1265832 w 3386022"/>
              <a:gd name="connsiteY140" fmla="*/ 5123114 h 5292726"/>
              <a:gd name="connsiteX141" fmla="*/ 1268217 w 3386022"/>
              <a:gd name="connsiteY141" fmla="*/ 5117662 h 5292726"/>
              <a:gd name="connsiteX142" fmla="*/ 1277820 w 3386022"/>
              <a:gd name="connsiteY142" fmla="*/ 5112989 h 5292726"/>
              <a:gd name="connsiteX143" fmla="*/ 1658932 w 3386022"/>
              <a:gd name="connsiteY143" fmla="*/ 5087071 h 5292726"/>
              <a:gd name="connsiteX144" fmla="*/ 1660815 w 3386022"/>
              <a:gd name="connsiteY144" fmla="*/ 5088153 h 5292726"/>
              <a:gd name="connsiteX145" fmla="*/ 1664017 w 3386022"/>
              <a:gd name="connsiteY145" fmla="*/ 5091138 h 5292726"/>
              <a:gd name="connsiteX146" fmla="*/ 1657928 w 3386022"/>
              <a:gd name="connsiteY146" fmla="*/ 5092350 h 5292726"/>
              <a:gd name="connsiteX147" fmla="*/ 1655230 w 3386022"/>
              <a:gd name="connsiteY147" fmla="*/ 5092566 h 5292726"/>
              <a:gd name="connsiteX148" fmla="*/ 1653786 w 3386022"/>
              <a:gd name="connsiteY148" fmla="*/ 5091398 h 5292726"/>
              <a:gd name="connsiteX149" fmla="*/ 1651527 w 3386022"/>
              <a:gd name="connsiteY149" fmla="*/ 5088412 h 5292726"/>
              <a:gd name="connsiteX150" fmla="*/ 1656485 w 3386022"/>
              <a:gd name="connsiteY150" fmla="*/ 5087374 h 5292726"/>
              <a:gd name="connsiteX151" fmla="*/ 1658932 w 3386022"/>
              <a:gd name="connsiteY151" fmla="*/ 5087114 h 5292726"/>
              <a:gd name="connsiteX152" fmla="*/ 1283026 w 3386022"/>
              <a:gd name="connsiteY152" fmla="*/ 5083219 h 5292726"/>
              <a:gd name="connsiteX153" fmla="*/ 1284534 w 3386022"/>
              <a:gd name="connsiteY153" fmla="*/ 5084128 h 5292726"/>
              <a:gd name="connsiteX154" fmla="*/ 1286041 w 3386022"/>
              <a:gd name="connsiteY154" fmla="*/ 5085037 h 5292726"/>
              <a:gd name="connsiteX155" fmla="*/ 1287543 w 3386022"/>
              <a:gd name="connsiteY155" fmla="*/ 5085945 h 5292726"/>
              <a:gd name="connsiteX156" fmla="*/ 1289050 w 3386022"/>
              <a:gd name="connsiteY156" fmla="*/ 5086854 h 5292726"/>
              <a:gd name="connsiteX157" fmla="*/ 1286413 w 3386022"/>
              <a:gd name="connsiteY157" fmla="*/ 5087849 h 5292726"/>
              <a:gd name="connsiteX158" fmla="*/ 1283780 w 3386022"/>
              <a:gd name="connsiteY158" fmla="*/ 5088844 h 5292726"/>
              <a:gd name="connsiteX159" fmla="*/ 1281146 w 3386022"/>
              <a:gd name="connsiteY159" fmla="*/ 5089840 h 5292726"/>
              <a:gd name="connsiteX160" fmla="*/ 1281208 w 3386022"/>
              <a:gd name="connsiteY160" fmla="*/ 5089926 h 5292726"/>
              <a:gd name="connsiteX161" fmla="*/ 1278572 w 3386022"/>
              <a:gd name="connsiteY161" fmla="*/ 5090922 h 5292726"/>
              <a:gd name="connsiteX162" fmla="*/ 1276311 w 3386022"/>
              <a:gd name="connsiteY162" fmla="*/ 5087330 h 5292726"/>
              <a:gd name="connsiteX163" fmla="*/ 1275999 w 3386022"/>
              <a:gd name="connsiteY163" fmla="*/ 5085729 h 5292726"/>
              <a:gd name="connsiteX164" fmla="*/ 1278068 w 3386022"/>
              <a:gd name="connsiteY164" fmla="*/ 5084777 h 5292726"/>
              <a:gd name="connsiteX165" fmla="*/ 1283026 w 3386022"/>
              <a:gd name="connsiteY165" fmla="*/ 5083219 h 5292726"/>
              <a:gd name="connsiteX166" fmla="*/ 934164 w 3386022"/>
              <a:gd name="connsiteY166" fmla="*/ 5055400 h 5292726"/>
              <a:gd name="connsiteX167" fmla="*/ 936741 w 3386022"/>
              <a:gd name="connsiteY167" fmla="*/ 5058210 h 5292726"/>
              <a:gd name="connsiteX168" fmla="*/ 937432 w 3386022"/>
              <a:gd name="connsiteY168" fmla="*/ 5059595 h 5292726"/>
              <a:gd name="connsiteX169" fmla="*/ 935298 w 3386022"/>
              <a:gd name="connsiteY169" fmla="*/ 5060547 h 5292726"/>
              <a:gd name="connsiteX170" fmla="*/ 929398 w 3386022"/>
              <a:gd name="connsiteY170" fmla="*/ 5062148 h 5292726"/>
              <a:gd name="connsiteX171" fmla="*/ 927893 w 3386022"/>
              <a:gd name="connsiteY171" fmla="*/ 5061282 h 5292726"/>
              <a:gd name="connsiteX172" fmla="*/ 926386 w 3386022"/>
              <a:gd name="connsiteY172" fmla="*/ 5060417 h 5292726"/>
              <a:gd name="connsiteX173" fmla="*/ 924881 w 3386022"/>
              <a:gd name="connsiteY173" fmla="*/ 5059552 h 5292726"/>
              <a:gd name="connsiteX174" fmla="*/ 923374 w 3386022"/>
              <a:gd name="connsiteY174" fmla="*/ 5058686 h 5292726"/>
              <a:gd name="connsiteX175" fmla="*/ 926073 w 3386022"/>
              <a:gd name="connsiteY175" fmla="*/ 5057864 h 5292726"/>
              <a:gd name="connsiteX176" fmla="*/ 928771 w 3386022"/>
              <a:gd name="connsiteY176" fmla="*/ 5057042 h 5292726"/>
              <a:gd name="connsiteX177" fmla="*/ 931470 w 3386022"/>
              <a:gd name="connsiteY177" fmla="*/ 5056220 h 5292726"/>
              <a:gd name="connsiteX178" fmla="*/ 934043 w 3386022"/>
              <a:gd name="connsiteY178" fmla="*/ 5055268 h 5292726"/>
              <a:gd name="connsiteX179" fmla="*/ 934168 w 3386022"/>
              <a:gd name="connsiteY179" fmla="*/ 5055398 h 5292726"/>
              <a:gd name="connsiteX180" fmla="*/ 934164 w 3386022"/>
              <a:gd name="connsiteY180" fmla="*/ 5055400 h 5292726"/>
              <a:gd name="connsiteX181" fmla="*/ 1676441 w 3386022"/>
              <a:gd name="connsiteY181" fmla="*/ 5054143 h 5292726"/>
              <a:gd name="connsiteX182" fmla="*/ 1677885 w 3386022"/>
              <a:gd name="connsiteY182" fmla="*/ 5054835 h 5292726"/>
              <a:gd name="connsiteX183" fmla="*/ 1679329 w 3386022"/>
              <a:gd name="connsiteY183" fmla="*/ 5055527 h 5292726"/>
              <a:gd name="connsiteX184" fmla="*/ 1679329 w 3386022"/>
              <a:gd name="connsiteY184" fmla="*/ 5055614 h 5292726"/>
              <a:gd name="connsiteX185" fmla="*/ 1680772 w 3386022"/>
              <a:gd name="connsiteY185" fmla="*/ 5056306 h 5292726"/>
              <a:gd name="connsiteX186" fmla="*/ 1682216 w 3386022"/>
              <a:gd name="connsiteY186" fmla="*/ 5056999 h 5292726"/>
              <a:gd name="connsiteX187" fmla="*/ 1675814 w 3386022"/>
              <a:gd name="connsiteY187" fmla="*/ 5058989 h 5292726"/>
              <a:gd name="connsiteX188" fmla="*/ 1672928 w 3386022"/>
              <a:gd name="connsiteY188" fmla="*/ 5058989 h 5292726"/>
              <a:gd name="connsiteX189" fmla="*/ 1673241 w 3386022"/>
              <a:gd name="connsiteY189" fmla="*/ 5057302 h 5292726"/>
              <a:gd name="connsiteX190" fmla="*/ 1676441 w 3386022"/>
              <a:gd name="connsiteY190" fmla="*/ 5054143 h 5292726"/>
              <a:gd name="connsiteX191" fmla="*/ 827799 w 3386022"/>
              <a:gd name="connsiteY191" fmla="*/ 5051763 h 5292726"/>
              <a:gd name="connsiteX192" fmla="*/ 851143 w 3386022"/>
              <a:gd name="connsiteY192" fmla="*/ 5059206 h 5292726"/>
              <a:gd name="connsiteX193" fmla="*/ 852586 w 3386022"/>
              <a:gd name="connsiteY193" fmla="*/ 5064701 h 5292726"/>
              <a:gd name="connsiteX194" fmla="*/ 842106 w 3386022"/>
              <a:gd name="connsiteY194" fmla="*/ 5066431 h 5292726"/>
              <a:gd name="connsiteX195" fmla="*/ 829618 w 3386022"/>
              <a:gd name="connsiteY195" fmla="*/ 5062494 h 5292726"/>
              <a:gd name="connsiteX196" fmla="*/ 828426 w 3386022"/>
              <a:gd name="connsiteY196" fmla="*/ 5060893 h 5292726"/>
              <a:gd name="connsiteX197" fmla="*/ 828050 w 3386022"/>
              <a:gd name="connsiteY197" fmla="*/ 5058643 h 5292726"/>
              <a:gd name="connsiteX198" fmla="*/ 828050 w 3386022"/>
              <a:gd name="connsiteY198" fmla="*/ 5055657 h 5292726"/>
              <a:gd name="connsiteX199" fmla="*/ 827736 w 3386022"/>
              <a:gd name="connsiteY199" fmla="*/ 5051806 h 5292726"/>
              <a:gd name="connsiteX200" fmla="*/ 1456420 w 3386022"/>
              <a:gd name="connsiteY200" fmla="*/ 5049860 h 5292726"/>
              <a:gd name="connsiteX201" fmla="*/ 1458115 w 3386022"/>
              <a:gd name="connsiteY201" fmla="*/ 5050855 h 5292726"/>
              <a:gd name="connsiteX202" fmla="*/ 1460938 w 3386022"/>
              <a:gd name="connsiteY202" fmla="*/ 5053710 h 5292726"/>
              <a:gd name="connsiteX203" fmla="*/ 1459370 w 3386022"/>
              <a:gd name="connsiteY203" fmla="*/ 5054532 h 5292726"/>
              <a:gd name="connsiteX204" fmla="*/ 1457801 w 3386022"/>
              <a:gd name="connsiteY204" fmla="*/ 5055355 h 5292726"/>
              <a:gd name="connsiteX205" fmla="*/ 1456294 w 3386022"/>
              <a:gd name="connsiteY205" fmla="*/ 5056177 h 5292726"/>
              <a:gd name="connsiteX206" fmla="*/ 1454790 w 3386022"/>
              <a:gd name="connsiteY206" fmla="*/ 5056999 h 5292726"/>
              <a:gd name="connsiteX207" fmla="*/ 1453408 w 3386022"/>
              <a:gd name="connsiteY207" fmla="*/ 5055657 h 5292726"/>
              <a:gd name="connsiteX208" fmla="*/ 1452027 w 3386022"/>
              <a:gd name="connsiteY208" fmla="*/ 5054316 h 5292726"/>
              <a:gd name="connsiteX209" fmla="*/ 1450647 w 3386022"/>
              <a:gd name="connsiteY209" fmla="*/ 5052975 h 5292726"/>
              <a:gd name="connsiteX210" fmla="*/ 1449266 w 3386022"/>
              <a:gd name="connsiteY210" fmla="*/ 5051634 h 5292726"/>
              <a:gd name="connsiteX211" fmla="*/ 1454034 w 3386022"/>
              <a:gd name="connsiteY211" fmla="*/ 5050335 h 5292726"/>
              <a:gd name="connsiteX212" fmla="*/ 1456360 w 3386022"/>
              <a:gd name="connsiteY212" fmla="*/ 5049946 h 5292726"/>
              <a:gd name="connsiteX213" fmla="*/ 1368624 w 3386022"/>
              <a:gd name="connsiteY213" fmla="*/ 5042158 h 5292726"/>
              <a:gd name="connsiteX214" fmla="*/ 1368247 w 3386022"/>
              <a:gd name="connsiteY214" fmla="*/ 5042764 h 5292726"/>
              <a:gd name="connsiteX215" fmla="*/ 1367870 w 3386022"/>
              <a:gd name="connsiteY215" fmla="*/ 5043370 h 5292726"/>
              <a:gd name="connsiteX216" fmla="*/ 1367495 w 3386022"/>
              <a:gd name="connsiteY216" fmla="*/ 5043975 h 5292726"/>
              <a:gd name="connsiteX217" fmla="*/ 1367118 w 3386022"/>
              <a:gd name="connsiteY217" fmla="*/ 5044582 h 5292726"/>
              <a:gd name="connsiteX218" fmla="*/ 1366239 w 3386022"/>
              <a:gd name="connsiteY218" fmla="*/ 5044365 h 5292726"/>
              <a:gd name="connsiteX219" fmla="*/ 1365361 w 3386022"/>
              <a:gd name="connsiteY219" fmla="*/ 5044149 h 5292726"/>
              <a:gd name="connsiteX220" fmla="*/ 1364482 w 3386022"/>
              <a:gd name="connsiteY220" fmla="*/ 5043932 h 5292726"/>
              <a:gd name="connsiteX221" fmla="*/ 1363603 w 3386022"/>
              <a:gd name="connsiteY221" fmla="*/ 5043716 h 5292726"/>
              <a:gd name="connsiteX222" fmla="*/ 1364858 w 3386022"/>
              <a:gd name="connsiteY222" fmla="*/ 5043326 h 5292726"/>
              <a:gd name="connsiteX223" fmla="*/ 1366114 w 3386022"/>
              <a:gd name="connsiteY223" fmla="*/ 5042937 h 5292726"/>
              <a:gd name="connsiteX224" fmla="*/ 1367369 w 3386022"/>
              <a:gd name="connsiteY224" fmla="*/ 5042548 h 5292726"/>
              <a:gd name="connsiteX225" fmla="*/ 1368624 w 3386022"/>
              <a:gd name="connsiteY225" fmla="*/ 5042158 h 5292726"/>
              <a:gd name="connsiteX226" fmla="*/ 929650 w 3386022"/>
              <a:gd name="connsiteY226" fmla="*/ 5032465 h 5292726"/>
              <a:gd name="connsiteX227" fmla="*/ 938937 w 3386022"/>
              <a:gd name="connsiteY227" fmla="*/ 5033590 h 5292726"/>
              <a:gd name="connsiteX228" fmla="*/ 938123 w 3386022"/>
              <a:gd name="connsiteY228" fmla="*/ 5034629 h 5292726"/>
              <a:gd name="connsiteX229" fmla="*/ 937243 w 3386022"/>
              <a:gd name="connsiteY229" fmla="*/ 5035668 h 5292726"/>
              <a:gd name="connsiteX230" fmla="*/ 936364 w 3386022"/>
              <a:gd name="connsiteY230" fmla="*/ 5036706 h 5292726"/>
              <a:gd name="connsiteX231" fmla="*/ 935486 w 3386022"/>
              <a:gd name="connsiteY231" fmla="*/ 5037744 h 5292726"/>
              <a:gd name="connsiteX232" fmla="*/ 929525 w 3386022"/>
              <a:gd name="connsiteY232" fmla="*/ 5035624 h 5292726"/>
              <a:gd name="connsiteX233" fmla="*/ 927015 w 3386022"/>
              <a:gd name="connsiteY233" fmla="*/ 5033503 h 5292726"/>
              <a:gd name="connsiteX234" fmla="*/ 927077 w 3386022"/>
              <a:gd name="connsiteY234" fmla="*/ 5033503 h 5292726"/>
              <a:gd name="connsiteX235" fmla="*/ 929650 w 3386022"/>
              <a:gd name="connsiteY235" fmla="*/ 5032465 h 5292726"/>
              <a:gd name="connsiteX236" fmla="*/ 1388018 w 3386022"/>
              <a:gd name="connsiteY236" fmla="*/ 5031254 h 5292726"/>
              <a:gd name="connsiteX237" fmla="*/ 1390087 w 3386022"/>
              <a:gd name="connsiteY237" fmla="*/ 5031730 h 5292726"/>
              <a:gd name="connsiteX238" fmla="*/ 1392158 w 3386022"/>
              <a:gd name="connsiteY238" fmla="*/ 5032206 h 5292726"/>
              <a:gd name="connsiteX239" fmla="*/ 1394229 w 3386022"/>
              <a:gd name="connsiteY239" fmla="*/ 5032682 h 5292726"/>
              <a:gd name="connsiteX240" fmla="*/ 1396300 w 3386022"/>
              <a:gd name="connsiteY240" fmla="*/ 5033158 h 5292726"/>
              <a:gd name="connsiteX241" fmla="*/ 1395359 w 3386022"/>
              <a:gd name="connsiteY241" fmla="*/ 5034413 h 5292726"/>
              <a:gd name="connsiteX242" fmla="*/ 1394355 w 3386022"/>
              <a:gd name="connsiteY242" fmla="*/ 5034846 h 5292726"/>
              <a:gd name="connsiteX243" fmla="*/ 1391844 w 3386022"/>
              <a:gd name="connsiteY243" fmla="*/ 5034543 h 5292726"/>
              <a:gd name="connsiteX244" fmla="*/ 1386259 w 3386022"/>
              <a:gd name="connsiteY244" fmla="*/ 5033504 h 5292726"/>
              <a:gd name="connsiteX245" fmla="*/ 1386698 w 3386022"/>
              <a:gd name="connsiteY245" fmla="*/ 5032942 h 5292726"/>
              <a:gd name="connsiteX246" fmla="*/ 1387138 w 3386022"/>
              <a:gd name="connsiteY246" fmla="*/ 5032379 h 5292726"/>
              <a:gd name="connsiteX247" fmla="*/ 1387577 w 3386022"/>
              <a:gd name="connsiteY247" fmla="*/ 5031817 h 5292726"/>
              <a:gd name="connsiteX248" fmla="*/ 1388018 w 3386022"/>
              <a:gd name="connsiteY248" fmla="*/ 5031254 h 5292726"/>
              <a:gd name="connsiteX249" fmla="*/ 1612933 w 3386022"/>
              <a:gd name="connsiteY249" fmla="*/ 5027663 h 5292726"/>
              <a:gd name="connsiteX250" fmla="*/ 1620464 w 3386022"/>
              <a:gd name="connsiteY250" fmla="*/ 5028960 h 5292726"/>
              <a:gd name="connsiteX251" fmla="*/ 1620652 w 3386022"/>
              <a:gd name="connsiteY251" fmla="*/ 5032466 h 5292726"/>
              <a:gd name="connsiteX252" fmla="*/ 1610612 w 3386022"/>
              <a:gd name="connsiteY252" fmla="*/ 5037096 h 5292726"/>
              <a:gd name="connsiteX253" fmla="*/ 1608290 w 3386022"/>
              <a:gd name="connsiteY253" fmla="*/ 5035279 h 5292726"/>
              <a:gd name="connsiteX254" fmla="*/ 1605904 w 3386022"/>
              <a:gd name="connsiteY254" fmla="*/ 5033460 h 5292726"/>
              <a:gd name="connsiteX255" fmla="*/ 1603459 w 3386022"/>
              <a:gd name="connsiteY255" fmla="*/ 5031600 h 5292726"/>
              <a:gd name="connsiteX256" fmla="*/ 1601011 w 3386022"/>
              <a:gd name="connsiteY256" fmla="*/ 5029739 h 5292726"/>
              <a:gd name="connsiteX257" fmla="*/ 1612872 w 3386022"/>
              <a:gd name="connsiteY257" fmla="*/ 5027706 h 5292726"/>
              <a:gd name="connsiteX258" fmla="*/ 1301353 w 3386022"/>
              <a:gd name="connsiteY258" fmla="*/ 5018879 h 5292726"/>
              <a:gd name="connsiteX259" fmla="*/ 1298402 w 3386022"/>
              <a:gd name="connsiteY259" fmla="*/ 5045360 h 5292726"/>
              <a:gd name="connsiteX260" fmla="*/ 1286666 w 3386022"/>
              <a:gd name="connsiteY260" fmla="*/ 5052802 h 5292726"/>
              <a:gd name="connsiteX261" fmla="*/ 1277130 w 3386022"/>
              <a:gd name="connsiteY261" fmla="*/ 5044278 h 5292726"/>
              <a:gd name="connsiteX262" fmla="*/ 1280768 w 3386022"/>
              <a:gd name="connsiteY262" fmla="*/ 5022904 h 5292726"/>
              <a:gd name="connsiteX263" fmla="*/ 1283028 w 3386022"/>
              <a:gd name="connsiteY263" fmla="*/ 5021779 h 5292726"/>
              <a:gd name="connsiteX264" fmla="*/ 1287803 w 3386022"/>
              <a:gd name="connsiteY264" fmla="*/ 5020913 h 5292726"/>
              <a:gd name="connsiteX265" fmla="*/ 1294199 w 3386022"/>
              <a:gd name="connsiteY265" fmla="*/ 5020047 h 5292726"/>
              <a:gd name="connsiteX266" fmla="*/ 1294199 w 3386022"/>
              <a:gd name="connsiteY266" fmla="*/ 5020004 h 5292726"/>
              <a:gd name="connsiteX267" fmla="*/ 1301353 w 3386022"/>
              <a:gd name="connsiteY267" fmla="*/ 5018879 h 5292726"/>
              <a:gd name="connsiteX268" fmla="*/ 1036839 w 3386022"/>
              <a:gd name="connsiteY268" fmla="*/ 5014466 h 5292726"/>
              <a:gd name="connsiteX269" fmla="*/ 1036964 w 3386022"/>
              <a:gd name="connsiteY269" fmla="*/ 5014553 h 5292726"/>
              <a:gd name="connsiteX270" fmla="*/ 1040730 w 3386022"/>
              <a:gd name="connsiteY270" fmla="*/ 5037052 h 5292726"/>
              <a:gd name="connsiteX271" fmla="*/ 1041734 w 3386022"/>
              <a:gd name="connsiteY271" fmla="*/ 5047393 h 5292726"/>
              <a:gd name="connsiteX272" fmla="*/ 1039098 w 3386022"/>
              <a:gd name="connsiteY272" fmla="*/ 5051417 h 5292726"/>
              <a:gd name="connsiteX273" fmla="*/ 1031756 w 3386022"/>
              <a:gd name="connsiteY273" fmla="*/ 5054922 h 5292726"/>
              <a:gd name="connsiteX274" fmla="*/ 1024790 w 3386022"/>
              <a:gd name="connsiteY274" fmla="*/ 5051504 h 5292726"/>
              <a:gd name="connsiteX275" fmla="*/ 1022467 w 3386022"/>
              <a:gd name="connsiteY275" fmla="*/ 5047480 h 5292726"/>
              <a:gd name="connsiteX276" fmla="*/ 1024225 w 3386022"/>
              <a:gd name="connsiteY276" fmla="*/ 5037182 h 5292726"/>
              <a:gd name="connsiteX277" fmla="*/ 1029559 w 3386022"/>
              <a:gd name="connsiteY277" fmla="*/ 5014986 h 5292726"/>
              <a:gd name="connsiteX278" fmla="*/ 1031379 w 3386022"/>
              <a:gd name="connsiteY278" fmla="*/ 5014855 h 5292726"/>
              <a:gd name="connsiteX279" fmla="*/ 1033199 w 3386022"/>
              <a:gd name="connsiteY279" fmla="*/ 5014726 h 5292726"/>
              <a:gd name="connsiteX280" fmla="*/ 1035020 w 3386022"/>
              <a:gd name="connsiteY280" fmla="*/ 5014596 h 5292726"/>
              <a:gd name="connsiteX281" fmla="*/ 1036839 w 3386022"/>
              <a:gd name="connsiteY281" fmla="*/ 5014466 h 5292726"/>
              <a:gd name="connsiteX282" fmla="*/ 854281 w 3386022"/>
              <a:gd name="connsiteY282" fmla="*/ 5009143 h 5292726"/>
              <a:gd name="connsiteX283" fmla="*/ 854281 w 3386022"/>
              <a:gd name="connsiteY283" fmla="*/ 5026840 h 5292726"/>
              <a:gd name="connsiteX284" fmla="*/ 837149 w 3386022"/>
              <a:gd name="connsiteY284" fmla="*/ 5020307 h 5292726"/>
              <a:gd name="connsiteX285" fmla="*/ 834891 w 3386022"/>
              <a:gd name="connsiteY285" fmla="*/ 5014726 h 5292726"/>
              <a:gd name="connsiteX286" fmla="*/ 834828 w 3386022"/>
              <a:gd name="connsiteY286" fmla="*/ 5014682 h 5292726"/>
              <a:gd name="connsiteX287" fmla="*/ 842295 w 3386022"/>
              <a:gd name="connsiteY287" fmla="*/ 5010744 h 5292726"/>
              <a:gd name="connsiteX288" fmla="*/ 854281 w 3386022"/>
              <a:gd name="connsiteY288" fmla="*/ 5009143 h 5292726"/>
              <a:gd name="connsiteX289" fmla="*/ 1982559 w 3386022"/>
              <a:gd name="connsiteY289" fmla="*/ 5005509 h 5292726"/>
              <a:gd name="connsiteX290" fmla="*/ 1983375 w 3386022"/>
              <a:gd name="connsiteY290" fmla="*/ 5005682 h 5292726"/>
              <a:gd name="connsiteX291" fmla="*/ 1984191 w 3386022"/>
              <a:gd name="connsiteY291" fmla="*/ 5005855 h 5292726"/>
              <a:gd name="connsiteX292" fmla="*/ 1984944 w 3386022"/>
              <a:gd name="connsiteY292" fmla="*/ 5006029 h 5292726"/>
              <a:gd name="connsiteX293" fmla="*/ 1985760 w 3386022"/>
              <a:gd name="connsiteY293" fmla="*/ 5006201 h 5292726"/>
              <a:gd name="connsiteX294" fmla="*/ 1984944 w 3386022"/>
              <a:gd name="connsiteY294" fmla="*/ 5006418 h 5292726"/>
              <a:gd name="connsiteX295" fmla="*/ 1984128 w 3386022"/>
              <a:gd name="connsiteY295" fmla="*/ 5006591 h 5292726"/>
              <a:gd name="connsiteX296" fmla="*/ 1983375 w 3386022"/>
              <a:gd name="connsiteY296" fmla="*/ 5006764 h 5292726"/>
              <a:gd name="connsiteX297" fmla="*/ 1982559 w 3386022"/>
              <a:gd name="connsiteY297" fmla="*/ 5006980 h 5292726"/>
              <a:gd name="connsiteX298" fmla="*/ 1982559 w 3386022"/>
              <a:gd name="connsiteY298" fmla="*/ 5006591 h 5292726"/>
              <a:gd name="connsiteX299" fmla="*/ 1982559 w 3386022"/>
              <a:gd name="connsiteY299" fmla="*/ 5006244 h 5292726"/>
              <a:gd name="connsiteX300" fmla="*/ 1982559 w 3386022"/>
              <a:gd name="connsiteY300" fmla="*/ 5005898 h 5292726"/>
              <a:gd name="connsiteX301" fmla="*/ 936114 w 3386022"/>
              <a:gd name="connsiteY301" fmla="*/ 4996640 h 5292726"/>
              <a:gd name="connsiteX302" fmla="*/ 936114 w 3386022"/>
              <a:gd name="connsiteY302" fmla="*/ 4996683 h 5292726"/>
              <a:gd name="connsiteX303" fmla="*/ 939628 w 3386022"/>
              <a:gd name="connsiteY303" fmla="*/ 4999539 h 5292726"/>
              <a:gd name="connsiteX304" fmla="*/ 940632 w 3386022"/>
              <a:gd name="connsiteY304" fmla="*/ 5001140 h 5292726"/>
              <a:gd name="connsiteX305" fmla="*/ 937871 w 3386022"/>
              <a:gd name="connsiteY305" fmla="*/ 5003433 h 5292726"/>
              <a:gd name="connsiteX306" fmla="*/ 930089 w 3386022"/>
              <a:gd name="connsiteY306" fmla="*/ 5008408 h 5292726"/>
              <a:gd name="connsiteX307" fmla="*/ 925633 w 3386022"/>
              <a:gd name="connsiteY307" fmla="*/ 5003216 h 5292726"/>
              <a:gd name="connsiteX308" fmla="*/ 924128 w 3386022"/>
              <a:gd name="connsiteY308" fmla="*/ 5000750 h 5292726"/>
              <a:gd name="connsiteX309" fmla="*/ 927140 w 3386022"/>
              <a:gd name="connsiteY309" fmla="*/ 4999149 h 5292726"/>
              <a:gd name="connsiteX310" fmla="*/ 936114 w 3386022"/>
              <a:gd name="connsiteY310" fmla="*/ 4996640 h 5292726"/>
              <a:gd name="connsiteX311" fmla="*/ 1987957 w 3386022"/>
              <a:gd name="connsiteY311" fmla="*/ 4990625 h 5292726"/>
              <a:gd name="connsiteX312" fmla="*/ 1988270 w 3386022"/>
              <a:gd name="connsiteY312" fmla="*/ 4991145 h 5292726"/>
              <a:gd name="connsiteX313" fmla="*/ 1988584 w 3386022"/>
              <a:gd name="connsiteY313" fmla="*/ 4991663 h 5292726"/>
              <a:gd name="connsiteX314" fmla="*/ 1988710 w 3386022"/>
              <a:gd name="connsiteY314" fmla="*/ 4991663 h 5292726"/>
              <a:gd name="connsiteX315" fmla="*/ 1989024 w 3386022"/>
              <a:gd name="connsiteY315" fmla="*/ 4992183 h 5292726"/>
              <a:gd name="connsiteX316" fmla="*/ 1989338 w 3386022"/>
              <a:gd name="connsiteY316" fmla="*/ 4992701 h 5292726"/>
              <a:gd name="connsiteX317" fmla="*/ 1988020 w 3386022"/>
              <a:gd name="connsiteY317" fmla="*/ 4992832 h 5292726"/>
              <a:gd name="connsiteX318" fmla="*/ 1986701 w 3386022"/>
              <a:gd name="connsiteY318" fmla="*/ 4992962 h 5292726"/>
              <a:gd name="connsiteX319" fmla="*/ 1985384 w 3386022"/>
              <a:gd name="connsiteY319" fmla="*/ 4993091 h 5292726"/>
              <a:gd name="connsiteX320" fmla="*/ 1984066 w 3386022"/>
              <a:gd name="connsiteY320" fmla="*/ 4993221 h 5292726"/>
              <a:gd name="connsiteX321" fmla="*/ 1984693 w 3386022"/>
              <a:gd name="connsiteY321" fmla="*/ 4991620 h 5292726"/>
              <a:gd name="connsiteX322" fmla="*/ 1985196 w 3386022"/>
              <a:gd name="connsiteY322" fmla="*/ 4990971 h 5292726"/>
              <a:gd name="connsiteX323" fmla="*/ 1986137 w 3386022"/>
              <a:gd name="connsiteY323" fmla="*/ 4990798 h 5292726"/>
              <a:gd name="connsiteX324" fmla="*/ 1987957 w 3386022"/>
              <a:gd name="connsiteY324" fmla="*/ 4990625 h 5292726"/>
              <a:gd name="connsiteX325" fmla="*/ 1669919 w 3386022"/>
              <a:gd name="connsiteY325" fmla="*/ 4990322 h 5292726"/>
              <a:gd name="connsiteX326" fmla="*/ 1681026 w 3386022"/>
              <a:gd name="connsiteY326" fmla="*/ 4992961 h 5292726"/>
              <a:gd name="connsiteX327" fmla="*/ 1680962 w 3386022"/>
              <a:gd name="connsiteY327" fmla="*/ 4993005 h 5292726"/>
              <a:gd name="connsiteX328" fmla="*/ 1692700 w 3386022"/>
              <a:gd name="connsiteY328" fmla="*/ 4998543 h 5292726"/>
              <a:gd name="connsiteX329" fmla="*/ 1701854 w 3386022"/>
              <a:gd name="connsiteY329" fmla="*/ 5003476 h 5292726"/>
              <a:gd name="connsiteX330" fmla="*/ 1684226 w 3386022"/>
              <a:gd name="connsiteY330" fmla="*/ 5003778 h 5292726"/>
              <a:gd name="connsiteX331" fmla="*/ 1670357 w 3386022"/>
              <a:gd name="connsiteY331" fmla="*/ 5003519 h 5292726"/>
              <a:gd name="connsiteX332" fmla="*/ 1662451 w 3386022"/>
              <a:gd name="connsiteY332" fmla="*/ 5000880 h 5292726"/>
              <a:gd name="connsiteX333" fmla="*/ 1662639 w 3386022"/>
              <a:gd name="connsiteY333" fmla="*/ 4994086 h 5292726"/>
              <a:gd name="connsiteX334" fmla="*/ 1669919 w 3386022"/>
              <a:gd name="connsiteY334" fmla="*/ 4990322 h 5292726"/>
              <a:gd name="connsiteX335" fmla="*/ 2055105 w 3386022"/>
              <a:gd name="connsiteY335" fmla="*/ 4984351 h 5292726"/>
              <a:gd name="connsiteX336" fmla="*/ 2055167 w 3386022"/>
              <a:gd name="connsiteY336" fmla="*/ 4984394 h 5292726"/>
              <a:gd name="connsiteX337" fmla="*/ 2068910 w 3386022"/>
              <a:gd name="connsiteY337" fmla="*/ 5003389 h 5292726"/>
              <a:gd name="connsiteX338" fmla="*/ 2065333 w 3386022"/>
              <a:gd name="connsiteY338" fmla="*/ 5018706 h 5292726"/>
              <a:gd name="connsiteX339" fmla="*/ 2053033 w 3386022"/>
              <a:gd name="connsiteY339" fmla="*/ 5026235 h 5292726"/>
              <a:gd name="connsiteX340" fmla="*/ 2040545 w 3386022"/>
              <a:gd name="connsiteY340" fmla="*/ 5021779 h 5292726"/>
              <a:gd name="connsiteX341" fmla="*/ 2039479 w 3386022"/>
              <a:gd name="connsiteY341" fmla="*/ 5018057 h 5292726"/>
              <a:gd name="connsiteX342" fmla="*/ 2041424 w 3386022"/>
              <a:gd name="connsiteY342" fmla="*/ 5011826 h 5292726"/>
              <a:gd name="connsiteX343" fmla="*/ 2046570 w 3386022"/>
              <a:gd name="connsiteY343" fmla="*/ 5001226 h 5292726"/>
              <a:gd name="connsiteX344" fmla="*/ 2055105 w 3386022"/>
              <a:gd name="connsiteY344" fmla="*/ 4984351 h 5292726"/>
              <a:gd name="connsiteX345" fmla="*/ 1283026 w 3386022"/>
              <a:gd name="connsiteY345" fmla="*/ 4978855 h 5292726"/>
              <a:gd name="connsiteX346" fmla="*/ 1284844 w 3386022"/>
              <a:gd name="connsiteY346" fmla="*/ 4981019 h 5292726"/>
              <a:gd name="connsiteX347" fmla="*/ 1286664 w 3386022"/>
              <a:gd name="connsiteY347" fmla="*/ 4983182 h 5292726"/>
              <a:gd name="connsiteX348" fmla="*/ 1288486 w 3386022"/>
              <a:gd name="connsiteY348" fmla="*/ 4985346 h 5292726"/>
              <a:gd name="connsiteX349" fmla="*/ 1290309 w 3386022"/>
              <a:gd name="connsiteY349" fmla="*/ 4987509 h 5292726"/>
              <a:gd name="connsiteX350" fmla="*/ 1288108 w 3386022"/>
              <a:gd name="connsiteY350" fmla="*/ 4987898 h 5292726"/>
              <a:gd name="connsiteX351" fmla="*/ 1285913 w 3386022"/>
              <a:gd name="connsiteY351" fmla="*/ 4988288 h 5292726"/>
              <a:gd name="connsiteX352" fmla="*/ 1283718 w 3386022"/>
              <a:gd name="connsiteY352" fmla="*/ 4988677 h 5292726"/>
              <a:gd name="connsiteX353" fmla="*/ 1281519 w 3386022"/>
              <a:gd name="connsiteY353" fmla="*/ 4989067 h 5292726"/>
              <a:gd name="connsiteX354" fmla="*/ 1280266 w 3386022"/>
              <a:gd name="connsiteY354" fmla="*/ 4986817 h 5292726"/>
              <a:gd name="connsiteX355" fmla="*/ 1279011 w 3386022"/>
              <a:gd name="connsiteY355" fmla="*/ 4984567 h 5292726"/>
              <a:gd name="connsiteX356" fmla="*/ 1277755 w 3386022"/>
              <a:gd name="connsiteY356" fmla="*/ 4982317 h 5292726"/>
              <a:gd name="connsiteX357" fmla="*/ 1276500 w 3386022"/>
              <a:gd name="connsiteY357" fmla="*/ 4980067 h 5292726"/>
              <a:gd name="connsiteX358" fmla="*/ 1278131 w 3386022"/>
              <a:gd name="connsiteY358" fmla="*/ 4979764 h 5292726"/>
              <a:gd name="connsiteX359" fmla="*/ 1279762 w 3386022"/>
              <a:gd name="connsiteY359" fmla="*/ 4979461 h 5292726"/>
              <a:gd name="connsiteX360" fmla="*/ 1281394 w 3386022"/>
              <a:gd name="connsiteY360" fmla="*/ 4979159 h 5292726"/>
              <a:gd name="connsiteX361" fmla="*/ 1283026 w 3386022"/>
              <a:gd name="connsiteY361" fmla="*/ 4978855 h 5292726"/>
              <a:gd name="connsiteX362" fmla="*/ 2265963 w 3386022"/>
              <a:gd name="connsiteY362" fmla="*/ 4978163 h 5292726"/>
              <a:gd name="connsiteX363" fmla="*/ 2266026 w 3386022"/>
              <a:gd name="connsiteY363" fmla="*/ 4978206 h 5292726"/>
              <a:gd name="connsiteX364" fmla="*/ 2267971 w 3386022"/>
              <a:gd name="connsiteY364" fmla="*/ 4981322 h 5292726"/>
              <a:gd name="connsiteX365" fmla="*/ 2268285 w 3386022"/>
              <a:gd name="connsiteY365" fmla="*/ 4982750 h 5292726"/>
              <a:gd name="connsiteX366" fmla="*/ 2267344 w 3386022"/>
              <a:gd name="connsiteY366" fmla="*/ 4983355 h 5292726"/>
              <a:gd name="connsiteX367" fmla="*/ 2265398 w 3386022"/>
              <a:gd name="connsiteY367" fmla="*/ 4984048 h 5292726"/>
              <a:gd name="connsiteX368" fmla="*/ 2263453 w 3386022"/>
              <a:gd name="connsiteY368" fmla="*/ 4980889 h 5292726"/>
              <a:gd name="connsiteX369" fmla="*/ 2263139 w 3386022"/>
              <a:gd name="connsiteY369" fmla="*/ 4979461 h 5292726"/>
              <a:gd name="connsiteX370" fmla="*/ 2264081 w 3386022"/>
              <a:gd name="connsiteY370" fmla="*/ 4978855 h 5292726"/>
              <a:gd name="connsiteX371" fmla="*/ 2265963 w 3386022"/>
              <a:gd name="connsiteY371" fmla="*/ 4978163 h 5292726"/>
              <a:gd name="connsiteX372" fmla="*/ 1759777 w 3386022"/>
              <a:gd name="connsiteY372" fmla="*/ 4968948 h 5292726"/>
              <a:gd name="connsiteX373" fmla="*/ 1771639 w 3386022"/>
              <a:gd name="connsiteY373" fmla="*/ 4976952 h 5292726"/>
              <a:gd name="connsiteX374" fmla="*/ 1774839 w 3386022"/>
              <a:gd name="connsiteY374" fmla="*/ 4989933 h 5292726"/>
              <a:gd name="connsiteX375" fmla="*/ 1772328 w 3386022"/>
              <a:gd name="connsiteY375" fmla="*/ 5009750 h 5292726"/>
              <a:gd name="connsiteX376" fmla="*/ 1767057 w 3386022"/>
              <a:gd name="connsiteY376" fmla="*/ 5038265 h 5292726"/>
              <a:gd name="connsiteX377" fmla="*/ 1757895 w 3386022"/>
              <a:gd name="connsiteY377" fmla="*/ 5034890 h 5292726"/>
              <a:gd name="connsiteX378" fmla="*/ 1750615 w 3386022"/>
              <a:gd name="connsiteY378" fmla="*/ 5032207 h 5292726"/>
              <a:gd name="connsiteX379" fmla="*/ 1744591 w 3386022"/>
              <a:gd name="connsiteY379" fmla="*/ 5029957 h 5292726"/>
              <a:gd name="connsiteX380" fmla="*/ 1739131 w 3386022"/>
              <a:gd name="connsiteY380" fmla="*/ 5027923 h 5292726"/>
              <a:gd name="connsiteX381" fmla="*/ 1745155 w 3386022"/>
              <a:gd name="connsiteY381" fmla="*/ 5001702 h 5292726"/>
              <a:gd name="connsiteX382" fmla="*/ 1741327 w 3386022"/>
              <a:gd name="connsiteY382" fmla="*/ 4988332 h 5292726"/>
              <a:gd name="connsiteX383" fmla="*/ 1741578 w 3386022"/>
              <a:gd name="connsiteY383" fmla="*/ 4980024 h 5292726"/>
              <a:gd name="connsiteX384" fmla="*/ 1759777 w 3386022"/>
              <a:gd name="connsiteY384" fmla="*/ 4968991 h 5292726"/>
              <a:gd name="connsiteX385" fmla="*/ 1482342 w 3386022"/>
              <a:gd name="connsiteY385" fmla="*/ 4962976 h 5292726"/>
              <a:gd name="connsiteX386" fmla="*/ 1497904 w 3386022"/>
              <a:gd name="connsiteY386" fmla="*/ 4966611 h 5292726"/>
              <a:gd name="connsiteX387" fmla="*/ 1509140 w 3386022"/>
              <a:gd name="connsiteY387" fmla="*/ 4974572 h 5292726"/>
              <a:gd name="connsiteX388" fmla="*/ 1510396 w 3386022"/>
              <a:gd name="connsiteY388" fmla="*/ 4979634 h 5292726"/>
              <a:gd name="connsiteX389" fmla="*/ 1510520 w 3386022"/>
              <a:gd name="connsiteY389" fmla="*/ 4985346 h 5292726"/>
              <a:gd name="connsiteX390" fmla="*/ 1510143 w 3386022"/>
              <a:gd name="connsiteY390" fmla="*/ 4992096 h 5292726"/>
              <a:gd name="connsiteX391" fmla="*/ 1509894 w 3386022"/>
              <a:gd name="connsiteY391" fmla="*/ 5000360 h 5292726"/>
              <a:gd name="connsiteX392" fmla="*/ 1480334 w 3386022"/>
              <a:gd name="connsiteY392" fmla="*/ 4971587 h 5292726"/>
              <a:gd name="connsiteX393" fmla="*/ 1482342 w 3386022"/>
              <a:gd name="connsiteY393" fmla="*/ 4962976 h 5292726"/>
              <a:gd name="connsiteX394" fmla="*/ 1819897 w 3386022"/>
              <a:gd name="connsiteY394" fmla="*/ 4960467 h 5292726"/>
              <a:gd name="connsiteX395" fmla="*/ 1838661 w 3386022"/>
              <a:gd name="connsiteY395" fmla="*/ 4961592 h 5292726"/>
              <a:gd name="connsiteX396" fmla="*/ 1838724 w 3386022"/>
              <a:gd name="connsiteY396" fmla="*/ 4961592 h 5292726"/>
              <a:gd name="connsiteX397" fmla="*/ 1844874 w 3386022"/>
              <a:gd name="connsiteY397" fmla="*/ 4965356 h 5292726"/>
              <a:gd name="connsiteX398" fmla="*/ 1841046 w 3386022"/>
              <a:gd name="connsiteY398" fmla="*/ 4971544 h 5292726"/>
              <a:gd name="connsiteX399" fmla="*/ 1829813 w 3386022"/>
              <a:gd name="connsiteY399" fmla="*/ 4979895 h 5292726"/>
              <a:gd name="connsiteX400" fmla="*/ 1826110 w 3386022"/>
              <a:gd name="connsiteY400" fmla="*/ 4977342 h 5292726"/>
              <a:gd name="connsiteX401" fmla="*/ 1824290 w 3386022"/>
              <a:gd name="connsiteY401" fmla="*/ 4975481 h 5292726"/>
              <a:gd name="connsiteX402" fmla="*/ 1822784 w 3386022"/>
              <a:gd name="connsiteY402" fmla="*/ 4970981 h 5292726"/>
              <a:gd name="connsiteX403" fmla="*/ 1819897 w 3386022"/>
              <a:gd name="connsiteY403" fmla="*/ 4960467 h 5292726"/>
              <a:gd name="connsiteX404" fmla="*/ 1674751 w 3386022"/>
              <a:gd name="connsiteY404" fmla="*/ 4960163 h 5292726"/>
              <a:gd name="connsiteX405" fmla="*/ 1687490 w 3386022"/>
              <a:gd name="connsiteY405" fmla="*/ 4964880 h 5292726"/>
              <a:gd name="connsiteX406" fmla="*/ 1683789 w 3386022"/>
              <a:gd name="connsiteY406" fmla="*/ 4966481 h 5292726"/>
              <a:gd name="connsiteX407" fmla="*/ 1679897 w 3386022"/>
              <a:gd name="connsiteY407" fmla="*/ 4968125 h 5292726"/>
              <a:gd name="connsiteX408" fmla="*/ 1675693 w 3386022"/>
              <a:gd name="connsiteY408" fmla="*/ 4969942 h 5292726"/>
              <a:gd name="connsiteX409" fmla="*/ 1670923 w 3386022"/>
              <a:gd name="connsiteY409" fmla="*/ 4971976 h 5292726"/>
              <a:gd name="connsiteX410" fmla="*/ 1664520 w 3386022"/>
              <a:gd name="connsiteY410" fmla="*/ 4964534 h 5292726"/>
              <a:gd name="connsiteX411" fmla="*/ 1664584 w 3386022"/>
              <a:gd name="connsiteY411" fmla="*/ 4964534 h 5292726"/>
              <a:gd name="connsiteX412" fmla="*/ 1666467 w 3386022"/>
              <a:gd name="connsiteY412" fmla="*/ 4960337 h 5292726"/>
              <a:gd name="connsiteX413" fmla="*/ 1674751 w 3386022"/>
              <a:gd name="connsiteY413" fmla="*/ 4960163 h 5292726"/>
              <a:gd name="connsiteX414" fmla="*/ 1047821 w 3386022"/>
              <a:gd name="connsiteY414" fmla="*/ 4959341 h 5292726"/>
              <a:gd name="connsiteX415" fmla="*/ 1050205 w 3386022"/>
              <a:gd name="connsiteY415" fmla="*/ 4962500 h 5292726"/>
              <a:gd name="connsiteX416" fmla="*/ 1052653 w 3386022"/>
              <a:gd name="connsiteY416" fmla="*/ 4965529 h 5292726"/>
              <a:gd name="connsiteX417" fmla="*/ 1054722 w 3386022"/>
              <a:gd name="connsiteY417" fmla="*/ 4968515 h 5292726"/>
              <a:gd name="connsiteX418" fmla="*/ 1054722 w 3386022"/>
              <a:gd name="connsiteY418" fmla="*/ 4968471 h 5292726"/>
              <a:gd name="connsiteX419" fmla="*/ 1056042 w 3386022"/>
              <a:gd name="connsiteY419" fmla="*/ 4971500 h 5292726"/>
              <a:gd name="connsiteX420" fmla="*/ 1051084 w 3386022"/>
              <a:gd name="connsiteY420" fmla="*/ 4979245 h 5292726"/>
              <a:gd name="connsiteX421" fmla="*/ 1038407 w 3386022"/>
              <a:gd name="connsiteY421" fmla="*/ 4977471 h 5292726"/>
              <a:gd name="connsiteX422" fmla="*/ 1032508 w 3386022"/>
              <a:gd name="connsiteY422" fmla="*/ 4969683 h 5292726"/>
              <a:gd name="connsiteX423" fmla="*/ 1047821 w 3386022"/>
              <a:gd name="connsiteY423" fmla="*/ 4959341 h 5292726"/>
              <a:gd name="connsiteX424" fmla="*/ 1585113 w 3386022"/>
              <a:gd name="connsiteY424" fmla="*/ 4956207 h 5292726"/>
              <a:gd name="connsiteX425" fmla="*/ 1587769 w 3386022"/>
              <a:gd name="connsiteY425" fmla="*/ 4957741 h 5292726"/>
              <a:gd name="connsiteX426" fmla="*/ 1588336 w 3386022"/>
              <a:gd name="connsiteY426" fmla="*/ 4962803 h 5292726"/>
              <a:gd name="connsiteX427" fmla="*/ 1586953 w 3386022"/>
              <a:gd name="connsiteY427" fmla="*/ 4976389 h 5292726"/>
              <a:gd name="connsiteX428" fmla="*/ 1583880 w 3386022"/>
              <a:gd name="connsiteY428" fmla="*/ 5003433 h 5292726"/>
              <a:gd name="connsiteX429" fmla="*/ 1569007 w 3386022"/>
              <a:gd name="connsiteY429" fmla="*/ 4992832 h 5292726"/>
              <a:gd name="connsiteX430" fmla="*/ 1564239 w 3386022"/>
              <a:gd name="connsiteY430" fmla="*/ 4984178 h 5292726"/>
              <a:gd name="connsiteX431" fmla="*/ 1569572 w 3386022"/>
              <a:gd name="connsiteY431" fmla="*/ 4973361 h 5292726"/>
              <a:gd name="connsiteX432" fmla="*/ 1585072 w 3386022"/>
              <a:gd name="connsiteY432" fmla="*/ 4956183 h 5292726"/>
              <a:gd name="connsiteX433" fmla="*/ 1585135 w 3386022"/>
              <a:gd name="connsiteY433" fmla="*/ 4956183 h 5292726"/>
              <a:gd name="connsiteX434" fmla="*/ 1585113 w 3386022"/>
              <a:gd name="connsiteY434" fmla="*/ 4956207 h 5292726"/>
              <a:gd name="connsiteX435" fmla="*/ 2007849 w 3386022"/>
              <a:gd name="connsiteY435" fmla="*/ 4952635 h 5292726"/>
              <a:gd name="connsiteX436" fmla="*/ 2005653 w 3386022"/>
              <a:gd name="connsiteY436" fmla="*/ 4953674 h 5292726"/>
              <a:gd name="connsiteX437" fmla="*/ 2003456 w 3386022"/>
              <a:gd name="connsiteY437" fmla="*/ 4954064 h 5292726"/>
              <a:gd name="connsiteX438" fmla="*/ 2001260 w 3386022"/>
              <a:gd name="connsiteY438" fmla="*/ 4954453 h 5292726"/>
              <a:gd name="connsiteX439" fmla="*/ 1999064 w 3386022"/>
              <a:gd name="connsiteY439" fmla="*/ 4954842 h 5292726"/>
              <a:gd name="connsiteX440" fmla="*/ 1996867 w 3386022"/>
              <a:gd name="connsiteY440" fmla="*/ 4955231 h 5292726"/>
              <a:gd name="connsiteX441" fmla="*/ 1998751 w 3386022"/>
              <a:gd name="connsiteY441" fmla="*/ 4954713 h 5292726"/>
              <a:gd name="connsiteX442" fmla="*/ 2000633 w 3386022"/>
              <a:gd name="connsiteY442" fmla="*/ 4954193 h 5292726"/>
              <a:gd name="connsiteX443" fmla="*/ 2002515 w 3386022"/>
              <a:gd name="connsiteY443" fmla="*/ 4953674 h 5292726"/>
              <a:gd name="connsiteX444" fmla="*/ 2004398 w 3386022"/>
              <a:gd name="connsiteY444" fmla="*/ 4953155 h 5292726"/>
              <a:gd name="connsiteX445" fmla="*/ 2004272 w 3386022"/>
              <a:gd name="connsiteY445" fmla="*/ 4953068 h 5292726"/>
              <a:gd name="connsiteX446" fmla="*/ 2007097 w 3386022"/>
              <a:gd name="connsiteY446" fmla="*/ 4952722 h 5292726"/>
              <a:gd name="connsiteX447" fmla="*/ 2012305 w 3386022"/>
              <a:gd name="connsiteY447" fmla="*/ 4950817 h 5292726"/>
              <a:gd name="connsiteX448" fmla="*/ 2013560 w 3386022"/>
              <a:gd name="connsiteY448" fmla="*/ 4950991 h 5292726"/>
              <a:gd name="connsiteX449" fmla="*/ 2015694 w 3386022"/>
              <a:gd name="connsiteY449" fmla="*/ 4951770 h 5292726"/>
              <a:gd name="connsiteX450" fmla="*/ 2012870 w 3386022"/>
              <a:gd name="connsiteY450" fmla="*/ 4952116 h 5292726"/>
              <a:gd name="connsiteX451" fmla="*/ 2010046 w 3386022"/>
              <a:gd name="connsiteY451" fmla="*/ 4952462 h 5292726"/>
              <a:gd name="connsiteX452" fmla="*/ 2007975 w 3386022"/>
              <a:gd name="connsiteY452" fmla="*/ 4952721 h 5292726"/>
              <a:gd name="connsiteX453" fmla="*/ 2010234 w 3386022"/>
              <a:gd name="connsiteY453" fmla="*/ 4951640 h 5292726"/>
              <a:gd name="connsiteX454" fmla="*/ 2012305 w 3386022"/>
              <a:gd name="connsiteY454" fmla="*/ 4950861 h 5292726"/>
              <a:gd name="connsiteX455" fmla="*/ 2058618 w 3386022"/>
              <a:gd name="connsiteY455" fmla="*/ 4944111 h 5292726"/>
              <a:gd name="connsiteX456" fmla="*/ 2074810 w 3386022"/>
              <a:gd name="connsiteY456" fmla="*/ 4944241 h 5292726"/>
              <a:gd name="connsiteX457" fmla="*/ 2078073 w 3386022"/>
              <a:gd name="connsiteY457" fmla="*/ 4961116 h 5292726"/>
              <a:gd name="connsiteX458" fmla="*/ 2071734 w 3386022"/>
              <a:gd name="connsiteY458" fmla="*/ 4970592 h 5292726"/>
              <a:gd name="connsiteX459" fmla="*/ 2061255 w 3386022"/>
              <a:gd name="connsiteY459" fmla="*/ 4975265 h 5292726"/>
              <a:gd name="connsiteX460" fmla="*/ 2052218 w 3386022"/>
              <a:gd name="connsiteY460" fmla="*/ 4977730 h 5292726"/>
              <a:gd name="connsiteX461" fmla="*/ 2051527 w 3386022"/>
              <a:gd name="connsiteY461" fmla="*/ 4963495 h 5292726"/>
              <a:gd name="connsiteX462" fmla="*/ 2052280 w 3386022"/>
              <a:gd name="connsiteY462" fmla="*/ 4951424 h 5292726"/>
              <a:gd name="connsiteX463" fmla="*/ 2058618 w 3386022"/>
              <a:gd name="connsiteY463" fmla="*/ 4944111 h 5292726"/>
              <a:gd name="connsiteX464" fmla="*/ 1679203 w 3386022"/>
              <a:gd name="connsiteY464" fmla="*/ 4936323 h 5292726"/>
              <a:gd name="connsiteX465" fmla="*/ 1681651 w 3386022"/>
              <a:gd name="connsiteY465" fmla="*/ 4937361 h 5292726"/>
              <a:gd name="connsiteX466" fmla="*/ 1683721 w 3386022"/>
              <a:gd name="connsiteY466" fmla="*/ 4938227 h 5292726"/>
              <a:gd name="connsiteX467" fmla="*/ 1685480 w 3386022"/>
              <a:gd name="connsiteY467" fmla="*/ 4938962 h 5292726"/>
              <a:gd name="connsiteX468" fmla="*/ 1687110 w 3386022"/>
              <a:gd name="connsiteY468" fmla="*/ 4939654 h 5292726"/>
              <a:gd name="connsiteX469" fmla="*/ 1678827 w 3386022"/>
              <a:gd name="connsiteY469" fmla="*/ 4941602 h 5292726"/>
              <a:gd name="connsiteX470" fmla="*/ 1675126 w 3386022"/>
              <a:gd name="connsiteY470" fmla="*/ 4942294 h 5292726"/>
              <a:gd name="connsiteX471" fmla="*/ 1673431 w 3386022"/>
              <a:gd name="connsiteY471" fmla="*/ 4941948 h 5292726"/>
              <a:gd name="connsiteX472" fmla="*/ 1673368 w 3386022"/>
              <a:gd name="connsiteY472" fmla="*/ 4941948 h 5292726"/>
              <a:gd name="connsiteX473" fmla="*/ 1671046 w 3386022"/>
              <a:gd name="connsiteY473" fmla="*/ 4940736 h 5292726"/>
              <a:gd name="connsiteX474" fmla="*/ 1673115 w 3386022"/>
              <a:gd name="connsiteY474" fmla="*/ 4939611 h 5292726"/>
              <a:gd name="connsiteX475" fmla="*/ 1675188 w 3386022"/>
              <a:gd name="connsiteY475" fmla="*/ 4938486 h 5292726"/>
              <a:gd name="connsiteX476" fmla="*/ 1677195 w 3386022"/>
              <a:gd name="connsiteY476" fmla="*/ 4937405 h 5292726"/>
              <a:gd name="connsiteX477" fmla="*/ 1679203 w 3386022"/>
              <a:gd name="connsiteY477" fmla="*/ 4936323 h 5292726"/>
              <a:gd name="connsiteX478" fmla="*/ 1054030 w 3386022"/>
              <a:gd name="connsiteY478" fmla="*/ 4927323 h 5292726"/>
              <a:gd name="connsiteX479" fmla="*/ 1054784 w 3386022"/>
              <a:gd name="connsiteY479" fmla="*/ 4927366 h 5292726"/>
              <a:gd name="connsiteX480" fmla="*/ 1055473 w 3386022"/>
              <a:gd name="connsiteY480" fmla="*/ 4927453 h 5292726"/>
              <a:gd name="connsiteX481" fmla="*/ 1056227 w 3386022"/>
              <a:gd name="connsiteY481" fmla="*/ 4927496 h 5292726"/>
              <a:gd name="connsiteX482" fmla="*/ 1056918 w 3386022"/>
              <a:gd name="connsiteY482" fmla="*/ 4927539 h 5292726"/>
              <a:gd name="connsiteX483" fmla="*/ 1056478 w 3386022"/>
              <a:gd name="connsiteY483" fmla="*/ 4927928 h 5292726"/>
              <a:gd name="connsiteX484" fmla="*/ 1055976 w 3386022"/>
              <a:gd name="connsiteY484" fmla="*/ 4928275 h 5292726"/>
              <a:gd name="connsiteX485" fmla="*/ 1055537 w 3386022"/>
              <a:gd name="connsiteY485" fmla="*/ 4928621 h 5292726"/>
              <a:gd name="connsiteX486" fmla="*/ 1055034 w 3386022"/>
              <a:gd name="connsiteY486" fmla="*/ 4928968 h 5292726"/>
              <a:gd name="connsiteX487" fmla="*/ 1054784 w 3386022"/>
              <a:gd name="connsiteY487" fmla="*/ 4928578 h 5292726"/>
              <a:gd name="connsiteX488" fmla="*/ 1054533 w 3386022"/>
              <a:gd name="connsiteY488" fmla="*/ 4928145 h 5292726"/>
              <a:gd name="connsiteX489" fmla="*/ 1054281 w 3386022"/>
              <a:gd name="connsiteY489" fmla="*/ 4927756 h 5292726"/>
              <a:gd name="connsiteX490" fmla="*/ 1924637 w 3386022"/>
              <a:gd name="connsiteY490" fmla="*/ 4925289 h 5292726"/>
              <a:gd name="connsiteX491" fmla="*/ 1932042 w 3386022"/>
              <a:gd name="connsiteY491" fmla="*/ 4943635 h 5292726"/>
              <a:gd name="connsiteX492" fmla="*/ 1931979 w 3386022"/>
              <a:gd name="connsiteY492" fmla="*/ 4963366 h 5292726"/>
              <a:gd name="connsiteX493" fmla="*/ 1926268 w 3386022"/>
              <a:gd name="connsiteY493" fmla="*/ 4980544 h 5292726"/>
              <a:gd name="connsiteX494" fmla="*/ 1916792 w 3386022"/>
              <a:gd name="connsiteY494" fmla="*/ 4991102 h 5292726"/>
              <a:gd name="connsiteX495" fmla="*/ 1908320 w 3386022"/>
              <a:gd name="connsiteY495" fmla="*/ 4982535 h 5292726"/>
              <a:gd name="connsiteX496" fmla="*/ 1907881 w 3386022"/>
              <a:gd name="connsiteY496" fmla="*/ 4971068 h 5292726"/>
              <a:gd name="connsiteX497" fmla="*/ 1913842 w 3386022"/>
              <a:gd name="connsiteY497" fmla="*/ 4953154 h 5292726"/>
              <a:gd name="connsiteX498" fmla="*/ 1924637 w 3386022"/>
              <a:gd name="connsiteY498" fmla="*/ 4925289 h 5292726"/>
              <a:gd name="connsiteX499" fmla="*/ 1838536 w 3386022"/>
              <a:gd name="connsiteY499" fmla="*/ 4922823 h 5292726"/>
              <a:gd name="connsiteX500" fmla="*/ 1838536 w 3386022"/>
              <a:gd name="connsiteY500" fmla="*/ 4925419 h 5292726"/>
              <a:gd name="connsiteX501" fmla="*/ 1836842 w 3386022"/>
              <a:gd name="connsiteY501" fmla="*/ 4925678 h 5292726"/>
              <a:gd name="connsiteX502" fmla="*/ 1835084 w 3386022"/>
              <a:gd name="connsiteY502" fmla="*/ 4925982 h 5292726"/>
              <a:gd name="connsiteX503" fmla="*/ 1833327 w 3386022"/>
              <a:gd name="connsiteY503" fmla="*/ 4926285 h 5292726"/>
              <a:gd name="connsiteX504" fmla="*/ 1831507 w 3386022"/>
              <a:gd name="connsiteY504" fmla="*/ 4926587 h 5292726"/>
              <a:gd name="connsiteX505" fmla="*/ 1831319 w 3386022"/>
              <a:gd name="connsiteY505" fmla="*/ 4924986 h 5292726"/>
              <a:gd name="connsiteX506" fmla="*/ 1831570 w 3386022"/>
              <a:gd name="connsiteY506" fmla="*/ 4924207 h 5292726"/>
              <a:gd name="connsiteX507" fmla="*/ 1833515 w 3386022"/>
              <a:gd name="connsiteY507" fmla="*/ 4923688 h 5292726"/>
              <a:gd name="connsiteX508" fmla="*/ 1838536 w 3386022"/>
              <a:gd name="connsiteY508" fmla="*/ 4922823 h 5292726"/>
              <a:gd name="connsiteX509" fmla="*/ 1761393 w 3386022"/>
              <a:gd name="connsiteY509" fmla="*/ 4919731 h 5292726"/>
              <a:gd name="connsiteX510" fmla="*/ 1772768 w 3386022"/>
              <a:gd name="connsiteY510" fmla="*/ 4925462 h 5292726"/>
              <a:gd name="connsiteX511" fmla="*/ 1776722 w 3386022"/>
              <a:gd name="connsiteY511" fmla="*/ 4930914 h 5292726"/>
              <a:gd name="connsiteX512" fmla="*/ 1773333 w 3386022"/>
              <a:gd name="connsiteY512" fmla="*/ 4939265 h 5292726"/>
              <a:gd name="connsiteX513" fmla="*/ 1762665 w 3386022"/>
              <a:gd name="connsiteY513" fmla="*/ 4953717 h 5292726"/>
              <a:gd name="connsiteX514" fmla="*/ 1756577 w 3386022"/>
              <a:gd name="connsiteY514" fmla="*/ 4951207 h 5292726"/>
              <a:gd name="connsiteX515" fmla="*/ 1751431 w 3386022"/>
              <a:gd name="connsiteY515" fmla="*/ 4949087 h 5292726"/>
              <a:gd name="connsiteX516" fmla="*/ 1746850 w 3386022"/>
              <a:gd name="connsiteY516" fmla="*/ 4947183 h 5292726"/>
              <a:gd name="connsiteX517" fmla="*/ 1742457 w 3386022"/>
              <a:gd name="connsiteY517" fmla="*/ 4945366 h 5292726"/>
              <a:gd name="connsiteX518" fmla="*/ 1747227 w 3386022"/>
              <a:gd name="connsiteY518" fmla="*/ 4938875 h 5292726"/>
              <a:gd name="connsiteX519" fmla="*/ 1751934 w 3386022"/>
              <a:gd name="connsiteY519" fmla="*/ 4932515 h 5292726"/>
              <a:gd name="connsiteX520" fmla="*/ 1756641 w 3386022"/>
              <a:gd name="connsiteY520" fmla="*/ 4926154 h 5292726"/>
              <a:gd name="connsiteX521" fmla="*/ 1761346 w 3386022"/>
              <a:gd name="connsiteY521" fmla="*/ 4919707 h 5292726"/>
              <a:gd name="connsiteX522" fmla="*/ 1761410 w 3386022"/>
              <a:gd name="connsiteY522" fmla="*/ 4919707 h 5292726"/>
              <a:gd name="connsiteX523" fmla="*/ 1761393 w 3386022"/>
              <a:gd name="connsiteY523" fmla="*/ 4919731 h 5292726"/>
              <a:gd name="connsiteX524" fmla="*/ 2275440 w 3386022"/>
              <a:gd name="connsiteY524" fmla="*/ 4919578 h 5292726"/>
              <a:gd name="connsiteX525" fmla="*/ 2275440 w 3386022"/>
              <a:gd name="connsiteY525" fmla="*/ 4946274 h 5292726"/>
              <a:gd name="connsiteX526" fmla="*/ 2266716 w 3386022"/>
              <a:gd name="connsiteY526" fmla="*/ 4934073 h 5292726"/>
              <a:gd name="connsiteX527" fmla="*/ 2263829 w 3386022"/>
              <a:gd name="connsiteY527" fmla="*/ 4927236 h 5292726"/>
              <a:gd name="connsiteX528" fmla="*/ 2263829 w 3386022"/>
              <a:gd name="connsiteY528" fmla="*/ 4927192 h 5292726"/>
              <a:gd name="connsiteX529" fmla="*/ 2266716 w 3386022"/>
              <a:gd name="connsiteY529" fmla="*/ 4923212 h 5292726"/>
              <a:gd name="connsiteX530" fmla="*/ 2275440 w 3386022"/>
              <a:gd name="connsiteY530" fmla="*/ 4919578 h 5292726"/>
              <a:gd name="connsiteX531" fmla="*/ 2073493 w 3386022"/>
              <a:gd name="connsiteY531" fmla="*/ 4918626 h 5292726"/>
              <a:gd name="connsiteX532" fmla="*/ 2075062 w 3386022"/>
              <a:gd name="connsiteY532" fmla="*/ 4919881 h 5292726"/>
              <a:gd name="connsiteX533" fmla="*/ 2075563 w 3386022"/>
              <a:gd name="connsiteY533" fmla="*/ 4920617 h 5292726"/>
              <a:gd name="connsiteX534" fmla="*/ 2074747 w 3386022"/>
              <a:gd name="connsiteY534" fmla="*/ 4921915 h 5292726"/>
              <a:gd name="connsiteX535" fmla="*/ 2072237 w 3386022"/>
              <a:gd name="connsiteY535" fmla="*/ 4924814 h 5292726"/>
              <a:gd name="connsiteX536" fmla="*/ 2071673 w 3386022"/>
              <a:gd name="connsiteY536" fmla="*/ 4924294 h 5292726"/>
              <a:gd name="connsiteX537" fmla="*/ 2071673 w 3386022"/>
              <a:gd name="connsiteY537" fmla="*/ 4924338 h 5292726"/>
              <a:gd name="connsiteX538" fmla="*/ 2071108 w 3386022"/>
              <a:gd name="connsiteY538" fmla="*/ 4923818 h 5292726"/>
              <a:gd name="connsiteX539" fmla="*/ 2070543 w 3386022"/>
              <a:gd name="connsiteY539" fmla="*/ 4923300 h 5292726"/>
              <a:gd name="connsiteX540" fmla="*/ 2069978 w 3386022"/>
              <a:gd name="connsiteY540" fmla="*/ 4922780 h 5292726"/>
              <a:gd name="connsiteX541" fmla="*/ 2070857 w 3386022"/>
              <a:gd name="connsiteY541" fmla="*/ 4921742 h 5292726"/>
              <a:gd name="connsiteX542" fmla="*/ 2071735 w 3386022"/>
              <a:gd name="connsiteY542" fmla="*/ 4920703 h 5292726"/>
              <a:gd name="connsiteX543" fmla="*/ 2072613 w 3386022"/>
              <a:gd name="connsiteY543" fmla="*/ 4919665 h 5292726"/>
              <a:gd name="connsiteX544" fmla="*/ 2073493 w 3386022"/>
              <a:gd name="connsiteY544" fmla="*/ 4918626 h 5292726"/>
              <a:gd name="connsiteX545" fmla="*/ 1597997 w 3386022"/>
              <a:gd name="connsiteY545" fmla="*/ 4915597 h 5292726"/>
              <a:gd name="connsiteX546" fmla="*/ 1600507 w 3386022"/>
              <a:gd name="connsiteY546" fmla="*/ 4918886 h 5292726"/>
              <a:gd name="connsiteX547" fmla="*/ 1600507 w 3386022"/>
              <a:gd name="connsiteY547" fmla="*/ 4918843 h 5292726"/>
              <a:gd name="connsiteX548" fmla="*/ 1601009 w 3386022"/>
              <a:gd name="connsiteY548" fmla="*/ 4920357 h 5292726"/>
              <a:gd name="connsiteX549" fmla="*/ 1598813 w 3386022"/>
              <a:gd name="connsiteY549" fmla="*/ 4921352 h 5292726"/>
              <a:gd name="connsiteX550" fmla="*/ 1593228 w 3386022"/>
              <a:gd name="connsiteY550" fmla="*/ 4923039 h 5292726"/>
              <a:gd name="connsiteX551" fmla="*/ 1591847 w 3386022"/>
              <a:gd name="connsiteY551" fmla="*/ 4922131 h 5292726"/>
              <a:gd name="connsiteX552" fmla="*/ 1590467 w 3386022"/>
              <a:gd name="connsiteY552" fmla="*/ 4921222 h 5292726"/>
              <a:gd name="connsiteX553" fmla="*/ 1589086 w 3386022"/>
              <a:gd name="connsiteY553" fmla="*/ 4920314 h 5292726"/>
              <a:gd name="connsiteX554" fmla="*/ 1587705 w 3386022"/>
              <a:gd name="connsiteY554" fmla="*/ 4919405 h 5292726"/>
              <a:gd name="connsiteX555" fmla="*/ 1590279 w 3386022"/>
              <a:gd name="connsiteY555" fmla="*/ 4918454 h 5292726"/>
              <a:gd name="connsiteX556" fmla="*/ 1592852 w 3386022"/>
              <a:gd name="connsiteY556" fmla="*/ 4917501 h 5292726"/>
              <a:gd name="connsiteX557" fmla="*/ 1595424 w 3386022"/>
              <a:gd name="connsiteY557" fmla="*/ 4916550 h 5292726"/>
              <a:gd name="connsiteX558" fmla="*/ 1597997 w 3386022"/>
              <a:gd name="connsiteY558" fmla="*/ 4915597 h 5292726"/>
              <a:gd name="connsiteX559" fmla="*/ 1540767 w 3386022"/>
              <a:gd name="connsiteY559" fmla="*/ 4914776 h 5292726"/>
              <a:gd name="connsiteX560" fmla="*/ 1540830 w 3386022"/>
              <a:gd name="connsiteY560" fmla="*/ 4914818 h 5292726"/>
              <a:gd name="connsiteX561" fmla="*/ 1543778 w 3386022"/>
              <a:gd name="connsiteY561" fmla="*/ 4916419 h 5292726"/>
              <a:gd name="connsiteX562" fmla="*/ 1547481 w 3386022"/>
              <a:gd name="connsiteY562" fmla="*/ 4920617 h 5292726"/>
              <a:gd name="connsiteX563" fmla="*/ 1534805 w 3386022"/>
              <a:gd name="connsiteY563" fmla="*/ 4923169 h 5292726"/>
              <a:gd name="connsiteX564" fmla="*/ 1528843 w 3386022"/>
              <a:gd name="connsiteY564" fmla="*/ 4923689 h 5292726"/>
              <a:gd name="connsiteX565" fmla="*/ 1523948 w 3386022"/>
              <a:gd name="connsiteY565" fmla="*/ 4921958 h 5292726"/>
              <a:gd name="connsiteX566" fmla="*/ 1514534 w 3386022"/>
              <a:gd name="connsiteY566" fmla="*/ 4917718 h 5292726"/>
              <a:gd name="connsiteX567" fmla="*/ 1532924 w 3386022"/>
              <a:gd name="connsiteY567" fmla="*/ 4915338 h 5292726"/>
              <a:gd name="connsiteX568" fmla="*/ 1540767 w 3386022"/>
              <a:gd name="connsiteY568" fmla="*/ 4914776 h 5292726"/>
              <a:gd name="connsiteX569" fmla="*/ 1836465 w 3386022"/>
              <a:gd name="connsiteY569" fmla="*/ 4905602 h 5292726"/>
              <a:gd name="connsiteX570" fmla="*/ 1838222 w 3386022"/>
              <a:gd name="connsiteY570" fmla="*/ 4906208 h 5292726"/>
              <a:gd name="connsiteX571" fmla="*/ 1839980 w 3386022"/>
              <a:gd name="connsiteY571" fmla="*/ 4906814 h 5292726"/>
              <a:gd name="connsiteX572" fmla="*/ 1841736 w 3386022"/>
              <a:gd name="connsiteY572" fmla="*/ 4907419 h 5292726"/>
              <a:gd name="connsiteX573" fmla="*/ 1843493 w 3386022"/>
              <a:gd name="connsiteY573" fmla="*/ 4908026 h 5292726"/>
              <a:gd name="connsiteX574" fmla="*/ 1842050 w 3386022"/>
              <a:gd name="connsiteY574" fmla="*/ 4908977 h 5292726"/>
              <a:gd name="connsiteX575" fmla="*/ 1840607 w 3386022"/>
              <a:gd name="connsiteY575" fmla="*/ 4909929 h 5292726"/>
              <a:gd name="connsiteX576" fmla="*/ 1839164 w 3386022"/>
              <a:gd name="connsiteY576" fmla="*/ 4910881 h 5292726"/>
              <a:gd name="connsiteX577" fmla="*/ 1839226 w 3386022"/>
              <a:gd name="connsiteY577" fmla="*/ 4910881 h 5292726"/>
              <a:gd name="connsiteX578" fmla="*/ 1837783 w 3386022"/>
              <a:gd name="connsiteY578" fmla="*/ 4911832 h 5292726"/>
              <a:gd name="connsiteX579" fmla="*/ 1835022 w 3386022"/>
              <a:gd name="connsiteY579" fmla="*/ 4909107 h 5292726"/>
              <a:gd name="connsiteX580" fmla="*/ 1834080 w 3386022"/>
              <a:gd name="connsiteY580" fmla="*/ 4907852 h 5292726"/>
              <a:gd name="connsiteX581" fmla="*/ 1834645 w 3386022"/>
              <a:gd name="connsiteY581" fmla="*/ 4907030 h 5292726"/>
              <a:gd name="connsiteX582" fmla="*/ 1836465 w 3386022"/>
              <a:gd name="connsiteY582" fmla="*/ 4905602 h 5292726"/>
              <a:gd name="connsiteX583" fmla="*/ 1284598 w 3386022"/>
              <a:gd name="connsiteY583" fmla="*/ 4903179 h 5292726"/>
              <a:gd name="connsiteX584" fmla="*/ 1302358 w 3386022"/>
              <a:gd name="connsiteY584" fmla="*/ 4903265 h 5292726"/>
              <a:gd name="connsiteX585" fmla="*/ 1314846 w 3386022"/>
              <a:gd name="connsiteY585" fmla="*/ 4907809 h 5292726"/>
              <a:gd name="connsiteX586" fmla="*/ 1317859 w 3386022"/>
              <a:gd name="connsiteY586" fmla="*/ 4913997 h 5292726"/>
              <a:gd name="connsiteX587" fmla="*/ 1307377 w 3386022"/>
              <a:gd name="connsiteY587" fmla="*/ 4920703 h 5292726"/>
              <a:gd name="connsiteX588" fmla="*/ 1291812 w 3386022"/>
              <a:gd name="connsiteY588" fmla="*/ 4919491 h 5292726"/>
              <a:gd name="connsiteX589" fmla="*/ 1276253 w 3386022"/>
              <a:gd name="connsiteY589" fmla="*/ 4914602 h 5292726"/>
              <a:gd name="connsiteX590" fmla="*/ 1265834 w 3386022"/>
              <a:gd name="connsiteY590" fmla="*/ 4910361 h 5292726"/>
              <a:gd name="connsiteX591" fmla="*/ 1284598 w 3386022"/>
              <a:gd name="connsiteY591" fmla="*/ 4903179 h 5292726"/>
              <a:gd name="connsiteX592" fmla="*/ 775400 w 3386022"/>
              <a:gd name="connsiteY592" fmla="*/ 4899890 h 5292726"/>
              <a:gd name="connsiteX593" fmla="*/ 784312 w 3386022"/>
              <a:gd name="connsiteY593" fmla="*/ 4924035 h 5292726"/>
              <a:gd name="connsiteX594" fmla="*/ 779229 w 3386022"/>
              <a:gd name="connsiteY594" fmla="*/ 4951380 h 5292726"/>
              <a:gd name="connsiteX595" fmla="*/ 767117 w 3386022"/>
              <a:gd name="connsiteY595" fmla="*/ 4974355 h 5292726"/>
              <a:gd name="connsiteX596" fmla="*/ 754943 w 3386022"/>
              <a:gd name="connsiteY596" fmla="*/ 4985389 h 5292726"/>
              <a:gd name="connsiteX597" fmla="*/ 750613 w 3386022"/>
              <a:gd name="connsiteY597" fmla="*/ 4979678 h 5292726"/>
              <a:gd name="connsiteX598" fmla="*/ 752056 w 3386022"/>
              <a:gd name="connsiteY598" fmla="*/ 4970721 h 5292726"/>
              <a:gd name="connsiteX599" fmla="*/ 760088 w 3386022"/>
              <a:gd name="connsiteY599" fmla="*/ 4947703 h 5292726"/>
              <a:gd name="connsiteX600" fmla="*/ 759964 w 3386022"/>
              <a:gd name="connsiteY600" fmla="*/ 4947745 h 5292726"/>
              <a:gd name="connsiteX601" fmla="*/ 775400 w 3386022"/>
              <a:gd name="connsiteY601" fmla="*/ 4899890 h 5292726"/>
              <a:gd name="connsiteX602" fmla="*/ 1997935 w 3386022"/>
              <a:gd name="connsiteY602" fmla="*/ 4899198 h 5292726"/>
              <a:gd name="connsiteX603" fmla="*/ 1997871 w 3386022"/>
              <a:gd name="connsiteY603" fmla="*/ 4899631 h 5292726"/>
              <a:gd name="connsiteX604" fmla="*/ 1997809 w 3386022"/>
              <a:gd name="connsiteY604" fmla="*/ 4900020 h 5292726"/>
              <a:gd name="connsiteX605" fmla="*/ 1997683 w 3386022"/>
              <a:gd name="connsiteY605" fmla="*/ 4900410 h 5292726"/>
              <a:gd name="connsiteX606" fmla="*/ 1997621 w 3386022"/>
              <a:gd name="connsiteY606" fmla="*/ 4900843 h 5292726"/>
              <a:gd name="connsiteX607" fmla="*/ 1996867 w 3386022"/>
              <a:gd name="connsiteY607" fmla="*/ 4900583 h 5292726"/>
              <a:gd name="connsiteX608" fmla="*/ 1996178 w 3386022"/>
              <a:gd name="connsiteY608" fmla="*/ 4900323 h 5292726"/>
              <a:gd name="connsiteX609" fmla="*/ 1995424 w 3386022"/>
              <a:gd name="connsiteY609" fmla="*/ 4900107 h 5292726"/>
              <a:gd name="connsiteX610" fmla="*/ 1994671 w 3386022"/>
              <a:gd name="connsiteY610" fmla="*/ 4899848 h 5292726"/>
              <a:gd name="connsiteX611" fmla="*/ 1995487 w 3386022"/>
              <a:gd name="connsiteY611" fmla="*/ 4899718 h 5292726"/>
              <a:gd name="connsiteX612" fmla="*/ 1996302 w 3386022"/>
              <a:gd name="connsiteY612" fmla="*/ 4899544 h 5292726"/>
              <a:gd name="connsiteX613" fmla="*/ 1997118 w 3386022"/>
              <a:gd name="connsiteY613" fmla="*/ 4899371 h 5292726"/>
              <a:gd name="connsiteX614" fmla="*/ 911237 w 3386022"/>
              <a:gd name="connsiteY614" fmla="*/ 4896323 h 5292726"/>
              <a:gd name="connsiteX615" fmla="*/ 917350 w 3386022"/>
              <a:gd name="connsiteY615" fmla="*/ 4903222 h 5292726"/>
              <a:gd name="connsiteX616" fmla="*/ 918920 w 3386022"/>
              <a:gd name="connsiteY616" fmla="*/ 4914991 h 5292726"/>
              <a:gd name="connsiteX617" fmla="*/ 918418 w 3386022"/>
              <a:gd name="connsiteY617" fmla="*/ 4925635 h 5292726"/>
              <a:gd name="connsiteX618" fmla="*/ 916785 w 3386022"/>
              <a:gd name="connsiteY618" fmla="*/ 4925765 h 5292726"/>
              <a:gd name="connsiteX619" fmla="*/ 915154 w 3386022"/>
              <a:gd name="connsiteY619" fmla="*/ 4925895 h 5292726"/>
              <a:gd name="connsiteX620" fmla="*/ 913522 w 3386022"/>
              <a:gd name="connsiteY620" fmla="*/ 4926025 h 5292726"/>
              <a:gd name="connsiteX621" fmla="*/ 911891 w 3386022"/>
              <a:gd name="connsiteY621" fmla="*/ 4926154 h 5292726"/>
              <a:gd name="connsiteX622" fmla="*/ 908376 w 3386022"/>
              <a:gd name="connsiteY622" fmla="*/ 4919621 h 5292726"/>
              <a:gd name="connsiteX623" fmla="*/ 904862 w 3386022"/>
              <a:gd name="connsiteY623" fmla="*/ 4913044 h 5292726"/>
              <a:gd name="connsiteX624" fmla="*/ 901348 w 3386022"/>
              <a:gd name="connsiteY624" fmla="*/ 4906467 h 5292726"/>
              <a:gd name="connsiteX625" fmla="*/ 897834 w 3386022"/>
              <a:gd name="connsiteY625" fmla="*/ 4899890 h 5292726"/>
              <a:gd name="connsiteX626" fmla="*/ 911138 w 3386022"/>
              <a:gd name="connsiteY626" fmla="*/ 4896212 h 5292726"/>
              <a:gd name="connsiteX627" fmla="*/ 911327 w 3386022"/>
              <a:gd name="connsiteY627" fmla="*/ 4896299 h 5292726"/>
              <a:gd name="connsiteX628" fmla="*/ 911237 w 3386022"/>
              <a:gd name="connsiteY628" fmla="*/ 4896323 h 5292726"/>
              <a:gd name="connsiteX629" fmla="*/ 1065205 w 3386022"/>
              <a:gd name="connsiteY629" fmla="*/ 4887169 h 5292726"/>
              <a:gd name="connsiteX630" fmla="*/ 1097398 w 3386022"/>
              <a:gd name="connsiteY630" fmla="*/ 4901275 h 5292726"/>
              <a:gd name="connsiteX631" fmla="*/ 1087670 w 3386022"/>
              <a:gd name="connsiteY631" fmla="*/ 4901794 h 5292726"/>
              <a:gd name="connsiteX632" fmla="*/ 1077756 w 3386022"/>
              <a:gd name="connsiteY632" fmla="*/ 4902357 h 5292726"/>
              <a:gd name="connsiteX633" fmla="*/ 1067713 w 3386022"/>
              <a:gd name="connsiteY633" fmla="*/ 4902919 h 5292726"/>
              <a:gd name="connsiteX634" fmla="*/ 1057610 w 3386022"/>
              <a:gd name="connsiteY634" fmla="*/ 4903482 h 5292726"/>
              <a:gd name="connsiteX635" fmla="*/ 1052653 w 3386022"/>
              <a:gd name="connsiteY635" fmla="*/ 4897035 h 5292726"/>
              <a:gd name="connsiteX636" fmla="*/ 1052778 w 3386022"/>
              <a:gd name="connsiteY636" fmla="*/ 4888684 h 5292726"/>
              <a:gd name="connsiteX637" fmla="*/ 1052715 w 3386022"/>
              <a:gd name="connsiteY637" fmla="*/ 4888640 h 5292726"/>
              <a:gd name="connsiteX638" fmla="*/ 1065205 w 3386022"/>
              <a:gd name="connsiteY638" fmla="*/ 4887169 h 5292726"/>
              <a:gd name="connsiteX639" fmla="*/ 1550307 w 3386022"/>
              <a:gd name="connsiteY639" fmla="*/ 4880376 h 5292726"/>
              <a:gd name="connsiteX640" fmla="*/ 1577479 w 3386022"/>
              <a:gd name="connsiteY640" fmla="*/ 4881804 h 5292726"/>
              <a:gd name="connsiteX641" fmla="*/ 1569132 w 3386022"/>
              <a:gd name="connsiteY641" fmla="*/ 4888640 h 5292726"/>
              <a:gd name="connsiteX642" fmla="*/ 1558339 w 3386022"/>
              <a:gd name="connsiteY642" fmla="*/ 4893313 h 5292726"/>
              <a:gd name="connsiteX643" fmla="*/ 1545978 w 3386022"/>
              <a:gd name="connsiteY643" fmla="*/ 4896515 h 5292726"/>
              <a:gd name="connsiteX644" fmla="*/ 1532863 w 3386022"/>
              <a:gd name="connsiteY644" fmla="*/ 4898938 h 5292726"/>
              <a:gd name="connsiteX645" fmla="*/ 1526021 w 3386022"/>
              <a:gd name="connsiteY645" fmla="*/ 4892967 h 5292726"/>
              <a:gd name="connsiteX646" fmla="*/ 1532486 w 3386022"/>
              <a:gd name="connsiteY646" fmla="*/ 4885438 h 5292726"/>
              <a:gd name="connsiteX647" fmla="*/ 1550307 w 3386022"/>
              <a:gd name="connsiteY647" fmla="*/ 4880376 h 5292726"/>
              <a:gd name="connsiteX648" fmla="*/ 996047 w 3386022"/>
              <a:gd name="connsiteY648" fmla="*/ 4877305 h 5292726"/>
              <a:gd name="connsiteX649" fmla="*/ 1000377 w 3386022"/>
              <a:gd name="connsiteY649" fmla="*/ 4877823 h 5292726"/>
              <a:gd name="connsiteX650" fmla="*/ 1000314 w 3386022"/>
              <a:gd name="connsiteY650" fmla="*/ 4877823 h 5292726"/>
              <a:gd name="connsiteX651" fmla="*/ 1005586 w 3386022"/>
              <a:gd name="connsiteY651" fmla="*/ 4882453 h 5292726"/>
              <a:gd name="connsiteX652" fmla="*/ 1004519 w 3386022"/>
              <a:gd name="connsiteY652" fmla="*/ 4886305 h 5292726"/>
              <a:gd name="connsiteX653" fmla="*/ 1000251 w 3386022"/>
              <a:gd name="connsiteY653" fmla="*/ 4889419 h 5292726"/>
              <a:gd name="connsiteX654" fmla="*/ 996047 w 3386022"/>
              <a:gd name="connsiteY654" fmla="*/ 4891886 h 5292726"/>
              <a:gd name="connsiteX655" fmla="*/ 989771 w 3386022"/>
              <a:gd name="connsiteY655" fmla="*/ 4883621 h 5292726"/>
              <a:gd name="connsiteX656" fmla="*/ 991152 w 3386022"/>
              <a:gd name="connsiteY656" fmla="*/ 4878992 h 5292726"/>
              <a:gd name="connsiteX657" fmla="*/ 996047 w 3386022"/>
              <a:gd name="connsiteY657" fmla="*/ 4877305 h 5292726"/>
              <a:gd name="connsiteX658" fmla="*/ 1801133 w 3386022"/>
              <a:gd name="connsiteY658" fmla="*/ 4873670 h 5292726"/>
              <a:gd name="connsiteX659" fmla="*/ 1800820 w 3386022"/>
              <a:gd name="connsiteY659" fmla="*/ 4874016 h 5292726"/>
              <a:gd name="connsiteX660" fmla="*/ 1800505 w 3386022"/>
              <a:gd name="connsiteY660" fmla="*/ 4874362 h 5292726"/>
              <a:gd name="connsiteX661" fmla="*/ 1800192 w 3386022"/>
              <a:gd name="connsiteY661" fmla="*/ 4874708 h 5292726"/>
              <a:gd name="connsiteX662" fmla="*/ 1799887 w 3386022"/>
              <a:gd name="connsiteY662" fmla="*/ 4875045 h 5292726"/>
              <a:gd name="connsiteX663" fmla="*/ 1799816 w 3386022"/>
              <a:gd name="connsiteY663" fmla="*/ 4875011 h 5292726"/>
              <a:gd name="connsiteX664" fmla="*/ 1799773 w 3386022"/>
              <a:gd name="connsiteY664" fmla="*/ 4874996 h 5292726"/>
              <a:gd name="connsiteX665" fmla="*/ 1799564 w 3386022"/>
              <a:gd name="connsiteY665" fmla="*/ 4874881 h 5292726"/>
              <a:gd name="connsiteX666" fmla="*/ 1799501 w 3386022"/>
              <a:gd name="connsiteY666" fmla="*/ 4874881 h 5292726"/>
              <a:gd name="connsiteX667" fmla="*/ 1799690 w 3386022"/>
              <a:gd name="connsiteY667" fmla="*/ 4874967 h 5292726"/>
              <a:gd name="connsiteX668" fmla="*/ 1799773 w 3386022"/>
              <a:gd name="connsiteY668" fmla="*/ 4874996 h 5292726"/>
              <a:gd name="connsiteX669" fmla="*/ 1799878 w 3386022"/>
              <a:gd name="connsiteY669" fmla="*/ 4875054 h 5292726"/>
              <a:gd name="connsiteX670" fmla="*/ 1799887 w 3386022"/>
              <a:gd name="connsiteY670" fmla="*/ 4875045 h 5292726"/>
              <a:gd name="connsiteX671" fmla="*/ 1800004 w 3386022"/>
              <a:gd name="connsiteY671" fmla="*/ 4875098 h 5292726"/>
              <a:gd name="connsiteX672" fmla="*/ 1798874 w 3386022"/>
              <a:gd name="connsiteY672" fmla="*/ 4874752 h 5292726"/>
              <a:gd name="connsiteX673" fmla="*/ 1798874 w 3386022"/>
              <a:gd name="connsiteY673" fmla="*/ 4874535 h 5292726"/>
              <a:gd name="connsiteX674" fmla="*/ 1799439 w 3386022"/>
              <a:gd name="connsiteY674" fmla="*/ 4874319 h 5292726"/>
              <a:gd name="connsiteX675" fmla="*/ 1800004 w 3386022"/>
              <a:gd name="connsiteY675" fmla="*/ 4874102 h 5292726"/>
              <a:gd name="connsiteX676" fmla="*/ 1800568 w 3386022"/>
              <a:gd name="connsiteY676" fmla="*/ 4873886 h 5292726"/>
              <a:gd name="connsiteX677" fmla="*/ 1773709 w 3386022"/>
              <a:gd name="connsiteY677" fmla="*/ 4866531 h 5292726"/>
              <a:gd name="connsiteX678" fmla="*/ 1780550 w 3386022"/>
              <a:gd name="connsiteY678" fmla="*/ 4868781 h 5292726"/>
              <a:gd name="connsiteX679" fmla="*/ 1787139 w 3386022"/>
              <a:gd name="connsiteY679" fmla="*/ 4870944 h 5292726"/>
              <a:gd name="connsiteX680" fmla="*/ 1793540 w 3386022"/>
              <a:gd name="connsiteY680" fmla="*/ 4873021 h 5292726"/>
              <a:gd name="connsiteX681" fmla="*/ 1798748 w 3386022"/>
              <a:gd name="connsiteY681" fmla="*/ 4874708 h 5292726"/>
              <a:gd name="connsiteX682" fmla="*/ 1799690 w 3386022"/>
              <a:gd name="connsiteY682" fmla="*/ 4879078 h 5292726"/>
              <a:gd name="connsiteX683" fmla="*/ 1800631 w 3386022"/>
              <a:gd name="connsiteY683" fmla="*/ 4883578 h 5292726"/>
              <a:gd name="connsiteX684" fmla="*/ 1800694 w 3386022"/>
              <a:gd name="connsiteY684" fmla="*/ 4883578 h 5292726"/>
              <a:gd name="connsiteX685" fmla="*/ 1801635 w 3386022"/>
              <a:gd name="connsiteY685" fmla="*/ 4887905 h 5292726"/>
              <a:gd name="connsiteX686" fmla="*/ 1802513 w 3386022"/>
              <a:gd name="connsiteY686" fmla="*/ 4891973 h 5292726"/>
              <a:gd name="connsiteX687" fmla="*/ 1786512 w 3386022"/>
              <a:gd name="connsiteY687" fmla="*/ 4893790 h 5292726"/>
              <a:gd name="connsiteX688" fmla="*/ 1773835 w 3386022"/>
              <a:gd name="connsiteY688" fmla="*/ 4888078 h 5292726"/>
              <a:gd name="connsiteX689" fmla="*/ 1768312 w 3386022"/>
              <a:gd name="connsiteY689" fmla="*/ 4877953 h 5292726"/>
              <a:gd name="connsiteX690" fmla="*/ 1773709 w 3386022"/>
              <a:gd name="connsiteY690" fmla="*/ 4866531 h 5292726"/>
              <a:gd name="connsiteX691" fmla="*/ 2056045 w 3386022"/>
              <a:gd name="connsiteY691" fmla="*/ 4865838 h 5292726"/>
              <a:gd name="connsiteX692" fmla="*/ 2083094 w 3386022"/>
              <a:gd name="connsiteY692" fmla="*/ 4867742 h 5292726"/>
              <a:gd name="connsiteX693" fmla="*/ 2083094 w 3386022"/>
              <a:gd name="connsiteY693" fmla="*/ 4867698 h 5292726"/>
              <a:gd name="connsiteX694" fmla="*/ 2086482 w 3386022"/>
              <a:gd name="connsiteY694" fmla="*/ 4874232 h 5292726"/>
              <a:gd name="connsiteX695" fmla="*/ 2086357 w 3386022"/>
              <a:gd name="connsiteY695" fmla="*/ 4879944 h 5292726"/>
              <a:gd name="connsiteX696" fmla="*/ 2082968 w 3386022"/>
              <a:gd name="connsiteY696" fmla="*/ 4885006 h 5292726"/>
              <a:gd name="connsiteX697" fmla="*/ 2076441 w 3386022"/>
              <a:gd name="connsiteY697" fmla="*/ 4889593 h 5292726"/>
              <a:gd name="connsiteX698" fmla="*/ 2058179 w 3386022"/>
              <a:gd name="connsiteY698" fmla="*/ 4883232 h 5292726"/>
              <a:gd name="connsiteX699" fmla="*/ 2049206 w 3386022"/>
              <a:gd name="connsiteY699" fmla="*/ 4880549 h 5292726"/>
              <a:gd name="connsiteX700" fmla="*/ 2041236 w 3386022"/>
              <a:gd name="connsiteY700" fmla="*/ 4879468 h 5292726"/>
              <a:gd name="connsiteX701" fmla="*/ 2026049 w 3386022"/>
              <a:gd name="connsiteY701" fmla="*/ 4877997 h 5292726"/>
              <a:gd name="connsiteX702" fmla="*/ 2032889 w 3386022"/>
              <a:gd name="connsiteY702" fmla="*/ 4869992 h 5292726"/>
              <a:gd name="connsiteX703" fmla="*/ 2041110 w 3386022"/>
              <a:gd name="connsiteY703" fmla="*/ 4866271 h 5292726"/>
              <a:gd name="connsiteX704" fmla="*/ 2056045 w 3386022"/>
              <a:gd name="connsiteY704" fmla="*/ 4865838 h 5292726"/>
              <a:gd name="connsiteX705" fmla="*/ 1146532 w 3386022"/>
              <a:gd name="connsiteY705" fmla="*/ 4865102 h 5292726"/>
              <a:gd name="connsiteX706" fmla="*/ 1147473 w 3386022"/>
              <a:gd name="connsiteY706" fmla="*/ 4865275 h 5292726"/>
              <a:gd name="connsiteX707" fmla="*/ 1148415 w 3386022"/>
              <a:gd name="connsiteY707" fmla="*/ 4865449 h 5292726"/>
              <a:gd name="connsiteX708" fmla="*/ 1149356 w 3386022"/>
              <a:gd name="connsiteY708" fmla="*/ 4865622 h 5292726"/>
              <a:gd name="connsiteX709" fmla="*/ 1150297 w 3386022"/>
              <a:gd name="connsiteY709" fmla="*/ 4865795 h 5292726"/>
              <a:gd name="connsiteX710" fmla="*/ 1149983 w 3386022"/>
              <a:gd name="connsiteY710" fmla="*/ 4866185 h 5292726"/>
              <a:gd name="connsiteX711" fmla="*/ 1149671 w 3386022"/>
              <a:gd name="connsiteY711" fmla="*/ 4866573 h 5292726"/>
              <a:gd name="connsiteX712" fmla="*/ 1149356 w 3386022"/>
              <a:gd name="connsiteY712" fmla="*/ 4866962 h 5292726"/>
              <a:gd name="connsiteX713" fmla="*/ 1149043 w 3386022"/>
              <a:gd name="connsiteY713" fmla="*/ 4867352 h 5292726"/>
              <a:gd name="connsiteX714" fmla="*/ 1148415 w 3386022"/>
              <a:gd name="connsiteY714" fmla="*/ 4866790 h 5292726"/>
              <a:gd name="connsiteX715" fmla="*/ 1147787 w 3386022"/>
              <a:gd name="connsiteY715" fmla="*/ 4866227 h 5292726"/>
              <a:gd name="connsiteX716" fmla="*/ 1147159 w 3386022"/>
              <a:gd name="connsiteY716" fmla="*/ 4865665 h 5292726"/>
              <a:gd name="connsiteX717" fmla="*/ 1146532 w 3386022"/>
              <a:gd name="connsiteY717" fmla="*/ 4865102 h 5292726"/>
              <a:gd name="connsiteX718" fmla="*/ 1233387 w 3386022"/>
              <a:gd name="connsiteY718" fmla="*/ 4860386 h 5292726"/>
              <a:gd name="connsiteX719" fmla="*/ 1235396 w 3386022"/>
              <a:gd name="connsiteY719" fmla="*/ 4861122 h 5292726"/>
              <a:gd name="connsiteX720" fmla="*/ 1237404 w 3386022"/>
              <a:gd name="connsiteY720" fmla="*/ 4861857 h 5292726"/>
              <a:gd name="connsiteX721" fmla="*/ 1237341 w 3386022"/>
              <a:gd name="connsiteY721" fmla="*/ 4862031 h 5292726"/>
              <a:gd name="connsiteX722" fmla="*/ 1239349 w 3386022"/>
              <a:gd name="connsiteY722" fmla="*/ 4862766 h 5292726"/>
              <a:gd name="connsiteX723" fmla="*/ 1241357 w 3386022"/>
              <a:gd name="connsiteY723" fmla="*/ 4863502 h 5292726"/>
              <a:gd name="connsiteX724" fmla="*/ 1241169 w 3386022"/>
              <a:gd name="connsiteY724" fmla="*/ 4864064 h 5292726"/>
              <a:gd name="connsiteX725" fmla="*/ 1240981 w 3386022"/>
              <a:gd name="connsiteY725" fmla="*/ 4864627 h 5292726"/>
              <a:gd name="connsiteX726" fmla="*/ 1240792 w 3386022"/>
              <a:gd name="connsiteY726" fmla="*/ 4865189 h 5292726"/>
              <a:gd name="connsiteX727" fmla="*/ 1240605 w 3386022"/>
              <a:gd name="connsiteY727" fmla="*/ 4865752 h 5292726"/>
              <a:gd name="connsiteX728" fmla="*/ 1234329 w 3386022"/>
              <a:gd name="connsiteY728" fmla="*/ 4864367 h 5292726"/>
              <a:gd name="connsiteX729" fmla="*/ 1231944 w 3386022"/>
              <a:gd name="connsiteY729" fmla="*/ 4863588 h 5292726"/>
              <a:gd name="connsiteX730" fmla="*/ 1232071 w 3386022"/>
              <a:gd name="connsiteY730" fmla="*/ 4862549 h 5292726"/>
              <a:gd name="connsiteX731" fmla="*/ 1233387 w 3386022"/>
              <a:gd name="connsiteY731" fmla="*/ 4860386 h 5292726"/>
              <a:gd name="connsiteX732" fmla="*/ 1473556 w 3386022"/>
              <a:gd name="connsiteY732" fmla="*/ 4858915 h 5292726"/>
              <a:gd name="connsiteX733" fmla="*/ 1491315 w 3386022"/>
              <a:gd name="connsiteY733" fmla="*/ 4862160 h 5292726"/>
              <a:gd name="connsiteX734" fmla="*/ 1498911 w 3386022"/>
              <a:gd name="connsiteY734" fmla="*/ 4874016 h 5292726"/>
              <a:gd name="connsiteX735" fmla="*/ 1499099 w 3386022"/>
              <a:gd name="connsiteY735" fmla="*/ 4898765 h 5292726"/>
              <a:gd name="connsiteX736" fmla="*/ 1494706 w 3386022"/>
              <a:gd name="connsiteY736" fmla="*/ 4940779 h 5292726"/>
              <a:gd name="connsiteX737" fmla="*/ 1483284 w 3386022"/>
              <a:gd name="connsiteY737" fmla="*/ 4940779 h 5292726"/>
              <a:gd name="connsiteX738" fmla="*/ 1483221 w 3386022"/>
              <a:gd name="connsiteY738" fmla="*/ 4940736 h 5292726"/>
              <a:gd name="connsiteX739" fmla="*/ 1479016 w 3386022"/>
              <a:gd name="connsiteY739" fmla="*/ 4940736 h 5292726"/>
              <a:gd name="connsiteX740" fmla="*/ 1469980 w 3386022"/>
              <a:gd name="connsiteY740" fmla="*/ 4895650 h 5292726"/>
              <a:gd name="connsiteX741" fmla="*/ 1466466 w 3386022"/>
              <a:gd name="connsiteY741" fmla="*/ 4874795 h 5292726"/>
              <a:gd name="connsiteX742" fmla="*/ 1467845 w 3386022"/>
              <a:gd name="connsiteY742" fmla="*/ 4866444 h 5292726"/>
              <a:gd name="connsiteX743" fmla="*/ 1473556 w 3386022"/>
              <a:gd name="connsiteY743" fmla="*/ 4858915 h 5292726"/>
              <a:gd name="connsiteX744" fmla="*/ 1800067 w 3386022"/>
              <a:gd name="connsiteY744" fmla="*/ 4853636 h 5292726"/>
              <a:gd name="connsiteX745" fmla="*/ 1802515 w 3386022"/>
              <a:gd name="connsiteY745" fmla="*/ 4854631 h 5292726"/>
              <a:gd name="connsiteX746" fmla="*/ 1805841 w 3386022"/>
              <a:gd name="connsiteY746" fmla="*/ 4857098 h 5292726"/>
              <a:gd name="connsiteX747" fmla="*/ 1800192 w 3386022"/>
              <a:gd name="connsiteY747" fmla="*/ 4858179 h 5292726"/>
              <a:gd name="connsiteX748" fmla="*/ 1796929 w 3386022"/>
              <a:gd name="connsiteY748" fmla="*/ 4858439 h 5292726"/>
              <a:gd name="connsiteX749" fmla="*/ 1791783 w 3386022"/>
              <a:gd name="connsiteY749" fmla="*/ 4857314 h 5292726"/>
              <a:gd name="connsiteX750" fmla="*/ 1780487 w 3386022"/>
              <a:gd name="connsiteY750" fmla="*/ 4854241 h 5292726"/>
              <a:gd name="connsiteX751" fmla="*/ 1794168 w 3386022"/>
              <a:gd name="connsiteY751" fmla="*/ 4853679 h 5292726"/>
              <a:gd name="connsiteX752" fmla="*/ 1800067 w 3386022"/>
              <a:gd name="connsiteY752" fmla="*/ 4853679 h 5292726"/>
              <a:gd name="connsiteX753" fmla="*/ 1061248 w 3386022"/>
              <a:gd name="connsiteY753" fmla="*/ 4850910 h 5292726"/>
              <a:gd name="connsiteX754" fmla="*/ 1062504 w 3386022"/>
              <a:gd name="connsiteY754" fmla="*/ 4851516 h 5292726"/>
              <a:gd name="connsiteX755" fmla="*/ 1062440 w 3386022"/>
              <a:gd name="connsiteY755" fmla="*/ 4851516 h 5292726"/>
              <a:gd name="connsiteX756" fmla="*/ 1063696 w 3386022"/>
              <a:gd name="connsiteY756" fmla="*/ 4852122 h 5292726"/>
              <a:gd name="connsiteX757" fmla="*/ 1064951 w 3386022"/>
              <a:gd name="connsiteY757" fmla="*/ 4852728 h 5292726"/>
              <a:gd name="connsiteX758" fmla="*/ 1066206 w 3386022"/>
              <a:gd name="connsiteY758" fmla="*/ 4853334 h 5292726"/>
              <a:gd name="connsiteX759" fmla="*/ 1065139 w 3386022"/>
              <a:gd name="connsiteY759" fmla="*/ 4853680 h 5292726"/>
              <a:gd name="connsiteX760" fmla="*/ 1064074 w 3386022"/>
              <a:gd name="connsiteY760" fmla="*/ 4854026 h 5292726"/>
              <a:gd name="connsiteX761" fmla="*/ 1063005 w 3386022"/>
              <a:gd name="connsiteY761" fmla="*/ 4854372 h 5292726"/>
              <a:gd name="connsiteX762" fmla="*/ 1061939 w 3386022"/>
              <a:gd name="connsiteY762" fmla="*/ 4854718 h 5292726"/>
              <a:gd name="connsiteX763" fmla="*/ 1059867 w 3386022"/>
              <a:gd name="connsiteY763" fmla="*/ 4853810 h 5292726"/>
              <a:gd name="connsiteX764" fmla="*/ 1059052 w 3386022"/>
              <a:gd name="connsiteY764" fmla="*/ 4853290 h 5292726"/>
              <a:gd name="connsiteX765" fmla="*/ 1059492 w 3386022"/>
              <a:gd name="connsiteY765" fmla="*/ 4852555 h 5292726"/>
              <a:gd name="connsiteX766" fmla="*/ 1061248 w 3386022"/>
              <a:gd name="connsiteY766" fmla="*/ 4850910 h 5292726"/>
              <a:gd name="connsiteX767" fmla="*/ 1861190 w 3386022"/>
              <a:gd name="connsiteY767" fmla="*/ 4850131 h 5292726"/>
              <a:gd name="connsiteX768" fmla="*/ 1862069 w 3386022"/>
              <a:gd name="connsiteY768" fmla="*/ 4850305 h 5292726"/>
              <a:gd name="connsiteX769" fmla="*/ 1862947 w 3386022"/>
              <a:gd name="connsiteY769" fmla="*/ 4850478 h 5292726"/>
              <a:gd name="connsiteX770" fmla="*/ 1862885 w 3386022"/>
              <a:gd name="connsiteY770" fmla="*/ 4850521 h 5292726"/>
              <a:gd name="connsiteX771" fmla="*/ 1863763 w 3386022"/>
              <a:gd name="connsiteY771" fmla="*/ 4850694 h 5292726"/>
              <a:gd name="connsiteX772" fmla="*/ 1864641 w 3386022"/>
              <a:gd name="connsiteY772" fmla="*/ 4850867 h 5292726"/>
              <a:gd name="connsiteX773" fmla="*/ 1863262 w 3386022"/>
              <a:gd name="connsiteY773" fmla="*/ 4852252 h 5292726"/>
              <a:gd name="connsiteX774" fmla="*/ 1862446 w 3386022"/>
              <a:gd name="connsiteY774" fmla="*/ 4852728 h 5292726"/>
              <a:gd name="connsiteX775" fmla="*/ 1861378 w 3386022"/>
              <a:gd name="connsiteY775" fmla="*/ 4852555 h 5292726"/>
              <a:gd name="connsiteX776" fmla="*/ 1859182 w 3386022"/>
              <a:gd name="connsiteY776" fmla="*/ 4852035 h 5292726"/>
              <a:gd name="connsiteX777" fmla="*/ 1859685 w 3386022"/>
              <a:gd name="connsiteY777" fmla="*/ 4851560 h 5292726"/>
              <a:gd name="connsiteX778" fmla="*/ 1860186 w 3386022"/>
              <a:gd name="connsiteY778" fmla="*/ 4851084 h 5292726"/>
              <a:gd name="connsiteX779" fmla="*/ 1860689 w 3386022"/>
              <a:gd name="connsiteY779" fmla="*/ 4850607 h 5292726"/>
              <a:gd name="connsiteX780" fmla="*/ 1861190 w 3386022"/>
              <a:gd name="connsiteY780" fmla="*/ 4850131 h 5292726"/>
              <a:gd name="connsiteX781" fmla="*/ 1939133 w 3386022"/>
              <a:gd name="connsiteY781" fmla="*/ 4846411 h 5292726"/>
              <a:gd name="connsiteX782" fmla="*/ 1942711 w 3386022"/>
              <a:gd name="connsiteY782" fmla="*/ 4847103 h 5292726"/>
              <a:gd name="connsiteX783" fmla="*/ 1950554 w 3386022"/>
              <a:gd name="connsiteY783" fmla="*/ 4849526 h 5292726"/>
              <a:gd name="connsiteX784" fmla="*/ 1948484 w 3386022"/>
              <a:gd name="connsiteY784" fmla="*/ 4850825 h 5292726"/>
              <a:gd name="connsiteX785" fmla="*/ 1946727 w 3386022"/>
              <a:gd name="connsiteY785" fmla="*/ 4851300 h 5292726"/>
              <a:gd name="connsiteX786" fmla="*/ 1942334 w 3386022"/>
              <a:gd name="connsiteY786" fmla="*/ 4851084 h 5292726"/>
              <a:gd name="connsiteX787" fmla="*/ 1932230 w 3386022"/>
              <a:gd name="connsiteY787" fmla="*/ 4850305 h 5292726"/>
              <a:gd name="connsiteX788" fmla="*/ 1936685 w 3386022"/>
              <a:gd name="connsiteY788" fmla="*/ 4847450 h 5292726"/>
              <a:gd name="connsiteX789" fmla="*/ 1939133 w 3386022"/>
              <a:gd name="connsiteY789" fmla="*/ 4846411 h 5292726"/>
              <a:gd name="connsiteX790" fmla="*/ 1620280 w 3386022"/>
              <a:gd name="connsiteY790" fmla="*/ 4841958 h 5292726"/>
              <a:gd name="connsiteX791" fmla="*/ 1621655 w 3386022"/>
              <a:gd name="connsiteY791" fmla="*/ 4843122 h 5292726"/>
              <a:gd name="connsiteX792" fmla="*/ 1623727 w 3386022"/>
              <a:gd name="connsiteY792" fmla="*/ 4845935 h 5292726"/>
              <a:gd name="connsiteX793" fmla="*/ 1621466 w 3386022"/>
              <a:gd name="connsiteY793" fmla="*/ 4846367 h 5292726"/>
              <a:gd name="connsiteX794" fmla="*/ 1619208 w 3386022"/>
              <a:gd name="connsiteY794" fmla="*/ 4846800 h 5292726"/>
              <a:gd name="connsiteX795" fmla="*/ 1616949 w 3386022"/>
              <a:gd name="connsiteY795" fmla="*/ 4847233 h 5292726"/>
              <a:gd name="connsiteX796" fmla="*/ 1614689 w 3386022"/>
              <a:gd name="connsiteY796" fmla="*/ 4847666 h 5292726"/>
              <a:gd name="connsiteX797" fmla="*/ 1613685 w 3386022"/>
              <a:gd name="connsiteY797" fmla="*/ 4846584 h 5292726"/>
              <a:gd name="connsiteX798" fmla="*/ 1612681 w 3386022"/>
              <a:gd name="connsiteY798" fmla="*/ 4845502 h 5292726"/>
              <a:gd name="connsiteX799" fmla="*/ 1611677 w 3386022"/>
              <a:gd name="connsiteY799" fmla="*/ 4844421 h 5292726"/>
              <a:gd name="connsiteX800" fmla="*/ 1610673 w 3386022"/>
              <a:gd name="connsiteY800" fmla="*/ 4843339 h 5292726"/>
              <a:gd name="connsiteX801" fmla="*/ 1617388 w 3386022"/>
              <a:gd name="connsiteY801" fmla="*/ 4842128 h 5292726"/>
              <a:gd name="connsiteX802" fmla="*/ 1620275 w 3386022"/>
              <a:gd name="connsiteY802" fmla="*/ 4841954 h 5292726"/>
              <a:gd name="connsiteX803" fmla="*/ 1620338 w 3386022"/>
              <a:gd name="connsiteY803" fmla="*/ 4841954 h 5292726"/>
              <a:gd name="connsiteX804" fmla="*/ 1620280 w 3386022"/>
              <a:gd name="connsiteY804" fmla="*/ 4841958 h 5292726"/>
              <a:gd name="connsiteX805" fmla="*/ 1698277 w 3386022"/>
              <a:gd name="connsiteY805" fmla="*/ 4835637 h 5292726"/>
              <a:gd name="connsiteX806" fmla="*/ 1702670 w 3386022"/>
              <a:gd name="connsiteY806" fmla="*/ 4849007 h 5292726"/>
              <a:gd name="connsiteX807" fmla="*/ 1707565 w 3386022"/>
              <a:gd name="connsiteY807" fmla="*/ 4862117 h 5292726"/>
              <a:gd name="connsiteX808" fmla="*/ 1708443 w 3386022"/>
              <a:gd name="connsiteY808" fmla="*/ 4875098 h 5292726"/>
              <a:gd name="connsiteX809" fmla="*/ 1700850 w 3386022"/>
              <a:gd name="connsiteY809" fmla="*/ 4888079 h 5292726"/>
              <a:gd name="connsiteX810" fmla="*/ 1685422 w 3386022"/>
              <a:gd name="connsiteY810" fmla="*/ 4885483 h 5292726"/>
              <a:gd name="connsiteX811" fmla="*/ 1681845 w 3386022"/>
              <a:gd name="connsiteY811" fmla="*/ 4879944 h 5292726"/>
              <a:gd name="connsiteX812" fmla="*/ 1680652 w 3386022"/>
              <a:gd name="connsiteY812" fmla="*/ 4870728 h 5292726"/>
              <a:gd name="connsiteX813" fmla="*/ 1672306 w 3386022"/>
              <a:gd name="connsiteY813" fmla="*/ 4857012 h 5292726"/>
              <a:gd name="connsiteX814" fmla="*/ 1683539 w 3386022"/>
              <a:gd name="connsiteY814" fmla="*/ 4849267 h 5292726"/>
              <a:gd name="connsiteX815" fmla="*/ 1688687 w 3386022"/>
              <a:gd name="connsiteY815" fmla="*/ 4845459 h 5292726"/>
              <a:gd name="connsiteX816" fmla="*/ 1692136 w 3386022"/>
              <a:gd name="connsiteY816" fmla="*/ 4842084 h 5292726"/>
              <a:gd name="connsiteX817" fmla="*/ 1698277 w 3386022"/>
              <a:gd name="connsiteY817" fmla="*/ 4835637 h 5292726"/>
              <a:gd name="connsiteX818" fmla="*/ 994290 w 3386022"/>
              <a:gd name="connsiteY818" fmla="*/ 4830661 h 5292726"/>
              <a:gd name="connsiteX819" fmla="*/ 1016756 w 3386022"/>
              <a:gd name="connsiteY819" fmla="*/ 4836243 h 5292726"/>
              <a:gd name="connsiteX820" fmla="*/ 1016756 w 3386022"/>
              <a:gd name="connsiteY820" fmla="*/ 4836199 h 5292726"/>
              <a:gd name="connsiteX821" fmla="*/ 1022781 w 3386022"/>
              <a:gd name="connsiteY821" fmla="*/ 4840266 h 5292726"/>
              <a:gd name="connsiteX822" fmla="*/ 1014058 w 3386022"/>
              <a:gd name="connsiteY822" fmla="*/ 4840613 h 5292726"/>
              <a:gd name="connsiteX823" fmla="*/ 992282 w 3386022"/>
              <a:gd name="connsiteY823" fmla="*/ 4834987 h 5292726"/>
              <a:gd name="connsiteX824" fmla="*/ 992783 w 3386022"/>
              <a:gd name="connsiteY824" fmla="*/ 4833906 h 5292726"/>
              <a:gd name="connsiteX825" fmla="*/ 993286 w 3386022"/>
              <a:gd name="connsiteY825" fmla="*/ 4832824 h 5292726"/>
              <a:gd name="connsiteX826" fmla="*/ 993788 w 3386022"/>
              <a:gd name="connsiteY826" fmla="*/ 4831743 h 5292726"/>
              <a:gd name="connsiteX827" fmla="*/ 994290 w 3386022"/>
              <a:gd name="connsiteY827" fmla="*/ 4830661 h 5292726"/>
              <a:gd name="connsiteX828" fmla="*/ 1153877 w 3386022"/>
              <a:gd name="connsiteY828" fmla="*/ 4827589 h 5292726"/>
              <a:gd name="connsiteX829" fmla="*/ 1160906 w 3386022"/>
              <a:gd name="connsiteY829" fmla="*/ 4830531 h 5292726"/>
              <a:gd name="connsiteX830" fmla="*/ 1167370 w 3386022"/>
              <a:gd name="connsiteY830" fmla="*/ 4833732 h 5292726"/>
              <a:gd name="connsiteX831" fmla="*/ 1167433 w 3386022"/>
              <a:gd name="connsiteY831" fmla="*/ 4833732 h 5292726"/>
              <a:gd name="connsiteX832" fmla="*/ 1169880 w 3386022"/>
              <a:gd name="connsiteY832" fmla="*/ 4836632 h 5292726"/>
              <a:gd name="connsiteX833" fmla="*/ 1164860 w 3386022"/>
              <a:gd name="connsiteY833" fmla="*/ 4838709 h 5292726"/>
              <a:gd name="connsiteX834" fmla="*/ 1157706 w 3386022"/>
              <a:gd name="connsiteY834" fmla="*/ 4839098 h 5292726"/>
              <a:gd name="connsiteX835" fmla="*/ 1152372 w 3386022"/>
              <a:gd name="connsiteY835" fmla="*/ 4837714 h 5292726"/>
              <a:gd name="connsiteX836" fmla="*/ 1150552 w 3386022"/>
              <a:gd name="connsiteY836" fmla="*/ 4834035 h 5292726"/>
              <a:gd name="connsiteX837" fmla="*/ 1153877 w 3386022"/>
              <a:gd name="connsiteY837" fmla="*/ 4827589 h 5292726"/>
              <a:gd name="connsiteX838" fmla="*/ 1668658 w 3386022"/>
              <a:gd name="connsiteY838" fmla="*/ 4825901 h 5292726"/>
              <a:gd name="connsiteX839" fmla="*/ 1669537 w 3386022"/>
              <a:gd name="connsiteY839" fmla="*/ 4826247 h 5292726"/>
              <a:gd name="connsiteX840" fmla="*/ 1670479 w 3386022"/>
              <a:gd name="connsiteY840" fmla="*/ 4826550 h 5292726"/>
              <a:gd name="connsiteX841" fmla="*/ 1671357 w 3386022"/>
              <a:gd name="connsiteY841" fmla="*/ 4826853 h 5292726"/>
              <a:gd name="connsiteX842" fmla="*/ 1672236 w 3386022"/>
              <a:gd name="connsiteY842" fmla="*/ 4827156 h 5292726"/>
              <a:gd name="connsiteX843" fmla="*/ 1671168 w 3386022"/>
              <a:gd name="connsiteY843" fmla="*/ 4827243 h 5292726"/>
              <a:gd name="connsiteX844" fmla="*/ 1670102 w 3386022"/>
              <a:gd name="connsiteY844" fmla="*/ 4827329 h 5292726"/>
              <a:gd name="connsiteX845" fmla="*/ 1669035 w 3386022"/>
              <a:gd name="connsiteY845" fmla="*/ 4827459 h 5292726"/>
              <a:gd name="connsiteX846" fmla="*/ 1667968 w 3386022"/>
              <a:gd name="connsiteY846" fmla="*/ 4827546 h 5292726"/>
              <a:gd name="connsiteX847" fmla="*/ 1668156 w 3386022"/>
              <a:gd name="connsiteY847" fmla="*/ 4827156 h 5292726"/>
              <a:gd name="connsiteX848" fmla="*/ 1668345 w 3386022"/>
              <a:gd name="connsiteY848" fmla="*/ 4826723 h 5292726"/>
              <a:gd name="connsiteX849" fmla="*/ 1668533 w 3386022"/>
              <a:gd name="connsiteY849" fmla="*/ 4826334 h 5292726"/>
              <a:gd name="connsiteX850" fmla="*/ 1321623 w 3386022"/>
              <a:gd name="connsiteY850" fmla="*/ 4825728 h 5292726"/>
              <a:gd name="connsiteX851" fmla="*/ 1330407 w 3386022"/>
              <a:gd name="connsiteY851" fmla="*/ 4828108 h 5292726"/>
              <a:gd name="connsiteX852" fmla="*/ 1322627 w 3386022"/>
              <a:gd name="connsiteY852" fmla="*/ 4833214 h 5292726"/>
              <a:gd name="connsiteX853" fmla="*/ 1318736 w 3386022"/>
              <a:gd name="connsiteY853" fmla="*/ 4835074 h 5292726"/>
              <a:gd name="connsiteX854" fmla="*/ 1315535 w 3386022"/>
              <a:gd name="connsiteY854" fmla="*/ 4834382 h 5292726"/>
              <a:gd name="connsiteX855" fmla="*/ 1309950 w 3386022"/>
              <a:gd name="connsiteY855" fmla="*/ 4831786 h 5292726"/>
              <a:gd name="connsiteX856" fmla="*/ 1311269 w 3386022"/>
              <a:gd name="connsiteY856" fmla="*/ 4828022 h 5292726"/>
              <a:gd name="connsiteX857" fmla="*/ 1315222 w 3386022"/>
              <a:gd name="connsiteY857" fmla="*/ 4825857 h 5292726"/>
              <a:gd name="connsiteX858" fmla="*/ 1321623 w 3386022"/>
              <a:gd name="connsiteY858" fmla="*/ 4825728 h 5292726"/>
              <a:gd name="connsiteX859" fmla="*/ 1969694 w 3386022"/>
              <a:gd name="connsiteY859" fmla="*/ 4824257 h 5292726"/>
              <a:gd name="connsiteX860" fmla="*/ 1979045 w 3386022"/>
              <a:gd name="connsiteY860" fmla="*/ 4824949 h 5292726"/>
              <a:gd name="connsiteX861" fmla="*/ 1985509 w 3386022"/>
              <a:gd name="connsiteY861" fmla="*/ 4826939 h 5292726"/>
              <a:gd name="connsiteX862" fmla="*/ 1985571 w 3386022"/>
              <a:gd name="connsiteY862" fmla="*/ 4826939 h 5292726"/>
              <a:gd name="connsiteX863" fmla="*/ 1988960 w 3386022"/>
              <a:gd name="connsiteY863" fmla="*/ 4830185 h 5292726"/>
              <a:gd name="connsiteX864" fmla="*/ 1989086 w 3386022"/>
              <a:gd name="connsiteY864" fmla="*/ 4834684 h 5292726"/>
              <a:gd name="connsiteX865" fmla="*/ 1973083 w 3386022"/>
              <a:gd name="connsiteY865" fmla="*/ 4835549 h 5292726"/>
              <a:gd name="connsiteX866" fmla="*/ 1962603 w 3386022"/>
              <a:gd name="connsiteY866" fmla="*/ 4831656 h 5292726"/>
              <a:gd name="connsiteX867" fmla="*/ 1960532 w 3386022"/>
              <a:gd name="connsiteY867" fmla="*/ 4826680 h 5292726"/>
              <a:gd name="connsiteX868" fmla="*/ 1969694 w 3386022"/>
              <a:gd name="connsiteY868" fmla="*/ 4824257 h 5292726"/>
              <a:gd name="connsiteX869" fmla="*/ 2034396 w 3386022"/>
              <a:gd name="connsiteY869" fmla="*/ 4819107 h 5292726"/>
              <a:gd name="connsiteX870" fmla="*/ 2046947 w 3386022"/>
              <a:gd name="connsiteY870" fmla="*/ 4821488 h 5292726"/>
              <a:gd name="connsiteX871" fmla="*/ 2052720 w 3386022"/>
              <a:gd name="connsiteY871" fmla="*/ 4828411 h 5292726"/>
              <a:gd name="connsiteX872" fmla="*/ 2051590 w 3386022"/>
              <a:gd name="connsiteY872" fmla="*/ 4829882 h 5292726"/>
              <a:gd name="connsiteX873" fmla="*/ 2049143 w 3386022"/>
              <a:gd name="connsiteY873" fmla="*/ 4831439 h 5292726"/>
              <a:gd name="connsiteX874" fmla="*/ 2045754 w 3386022"/>
              <a:gd name="connsiteY874" fmla="*/ 4833257 h 5292726"/>
              <a:gd name="connsiteX875" fmla="*/ 2041738 w 3386022"/>
              <a:gd name="connsiteY875" fmla="*/ 4835549 h 5292726"/>
              <a:gd name="connsiteX876" fmla="*/ 2041676 w 3386022"/>
              <a:gd name="connsiteY876" fmla="*/ 4835593 h 5292726"/>
              <a:gd name="connsiteX877" fmla="*/ 2028246 w 3386022"/>
              <a:gd name="connsiteY877" fmla="*/ 4823175 h 5292726"/>
              <a:gd name="connsiteX878" fmla="*/ 2034396 w 3386022"/>
              <a:gd name="connsiteY878" fmla="*/ 4819107 h 5292726"/>
              <a:gd name="connsiteX879" fmla="*/ 1835648 w 3386022"/>
              <a:gd name="connsiteY879" fmla="*/ 4816426 h 5292726"/>
              <a:gd name="connsiteX880" fmla="*/ 1845376 w 3386022"/>
              <a:gd name="connsiteY880" fmla="*/ 4821055 h 5292726"/>
              <a:gd name="connsiteX881" fmla="*/ 1854098 w 3386022"/>
              <a:gd name="connsiteY881" fmla="*/ 4825209 h 5292726"/>
              <a:gd name="connsiteX882" fmla="*/ 1854162 w 3386022"/>
              <a:gd name="connsiteY882" fmla="*/ 4825209 h 5292726"/>
              <a:gd name="connsiteX883" fmla="*/ 1862258 w 3386022"/>
              <a:gd name="connsiteY883" fmla="*/ 4829060 h 5292726"/>
              <a:gd name="connsiteX884" fmla="*/ 1869976 w 3386022"/>
              <a:gd name="connsiteY884" fmla="*/ 4832738 h 5292726"/>
              <a:gd name="connsiteX885" fmla="*/ 1865270 w 3386022"/>
              <a:gd name="connsiteY885" fmla="*/ 4835247 h 5292726"/>
              <a:gd name="connsiteX886" fmla="*/ 1856421 w 3386022"/>
              <a:gd name="connsiteY886" fmla="*/ 4836069 h 5292726"/>
              <a:gd name="connsiteX887" fmla="*/ 1833075 w 3386022"/>
              <a:gd name="connsiteY887" fmla="*/ 4835680 h 5292726"/>
              <a:gd name="connsiteX888" fmla="*/ 1784943 w 3386022"/>
              <a:gd name="connsiteY888" fmla="*/ 4834555 h 5292726"/>
              <a:gd name="connsiteX889" fmla="*/ 1788770 w 3386022"/>
              <a:gd name="connsiteY889" fmla="*/ 4827589 h 5292726"/>
              <a:gd name="connsiteX890" fmla="*/ 1804020 w 3386022"/>
              <a:gd name="connsiteY890" fmla="*/ 4825468 h 5292726"/>
              <a:gd name="connsiteX891" fmla="*/ 1822408 w 3386022"/>
              <a:gd name="connsiteY891" fmla="*/ 4823348 h 5292726"/>
              <a:gd name="connsiteX892" fmla="*/ 1835648 w 3386022"/>
              <a:gd name="connsiteY892" fmla="*/ 4816426 h 5292726"/>
              <a:gd name="connsiteX893" fmla="*/ 1224226 w 3386022"/>
              <a:gd name="connsiteY893" fmla="*/ 4814565 h 5292726"/>
              <a:gd name="connsiteX894" fmla="*/ 1226610 w 3386022"/>
              <a:gd name="connsiteY894" fmla="*/ 4816685 h 5292726"/>
              <a:gd name="connsiteX895" fmla="*/ 1228995 w 3386022"/>
              <a:gd name="connsiteY895" fmla="*/ 4818805 h 5292726"/>
              <a:gd name="connsiteX896" fmla="*/ 1231379 w 3386022"/>
              <a:gd name="connsiteY896" fmla="*/ 4820925 h 5292726"/>
              <a:gd name="connsiteX897" fmla="*/ 1231379 w 3386022"/>
              <a:gd name="connsiteY897" fmla="*/ 4820882 h 5292726"/>
              <a:gd name="connsiteX898" fmla="*/ 1233765 w 3386022"/>
              <a:gd name="connsiteY898" fmla="*/ 4823002 h 5292726"/>
              <a:gd name="connsiteX899" fmla="*/ 1231568 w 3386022"/>
              <a:gd name="connsiteY899" fmla="*/ 4823607 h 5292726"/>
              <a:gd name="connsiteX900" fmla="*/ 1229057 w 3386022"/>
              <a:gd name="connsiteY900" fmla="*/ 4824300 h 5292726"/>
              <a:gd name="connsiteX901" fmla="*/ 1226046 w 3386022"/>
              <a:gd name="connsiteY901" fmla="*/ 4825122 h 5292726"/>
              <a:gd name="connsiteX902" fmla="*/ 1222218 w 3386022"/>
              <a:gd name="connsiteY902" fmla="*/ 4826203 h 5292726"/>
              <a:gd name="connsiteX903" fmla="*/ 1215754 w 3386022"/>
              <a:gd name="connsiteY903" fmla="*/ 4820708 h 5292726"/>
              <a:gd name="connsiteX904" fmla="*/ 1213873 w 3386022"/>
              <a:gd name="connsiteY904" fmla="*/ 4818199 h 5292726"/>
              <a:gd name="connsiteX905" fmla="*/ 1216633 w 3386022"/>
              <a:gd name="connsiteY905" fmla="*/ 4816772 h 5292726"/>
              <a:gd name="connsiteX906" fmla="*/ 1224226 w 3386022"/>
              <a:gd name="connsiteY906" fmla="*/ 4814565 h 5292726"/>
              <a:gd name="connsiteX907" fmla="*/ 1701603 w 3386022"/>
              <a:gd name="connsiteY907" fmla="*/ 4810671 h 5292726"/>
              <a:gd name="connsiteX908" fmla="*/ 1702607 w 3386022"/>
              <a:gd name="connsiteY908" fmla="*/ 4811320 h 5292726"/>
              <a:gd name="connsiteX909" fmla="*/ 1703988 w 3386022"/>
              <a:gd name="connsiteY909" fmla="*/ 4812186 h 5292726"/>
              <a:gd name="connsiteX910" fmla="*/ 1704239 w 3386022"/>
              <a:gd name="connsiteY910" fmla="*/ 4812704 h 5292726"/>
              <a:gd name="connsiteX911" fmla="*/ 1704491 w 3386022"/>
              <a:gd name="connsiteY911" fmla="*/ 4813224 h 5292726"/>
              <a:gd name="connsiteX912" fmla="*/ 1704741 w 3386022"/>
              <a:gd name="connsiteY912" fmla="*/ 4813743 h 5292726"/>
              <a:gd name="connsiteX913" fmla="*/ 1704992 w 3386022"/>
              <a:gd name="connsiteY913" fmla="*/ 4814262 h 5292726"/>
              <a:gd name="connsiteX914" fmla="*/ 1704365 w 3386022"/>
              <a:gd name="connsiteY914" fmla="*/ 4813916 h 5292726"/>
              <a:gd name="connsiteX915" fmla="*/ 1703737 w 3386022"/>
              <a:gd name="connsiteY915" fmla="*/ 4813570 h 5292726"/>
              <a:gd name="connsiteX916" fmla="*/ 1703110 w 3386022"/>
              <a:gd name="connsiteY916" fmla="*/ 4813224 h 5292726"/>
              <a:gd name="connsiteX917" fmla="*/ 1702481 w 3386022"/>
              <a:gd name="connsiteY917" fmla="*/ 4812878 h 5292726"/>
              <a:gd name="connsiteX918" fmla="*/ 1702545 w 3386022"/>
              <a:gd name="connsiteY918" fmla="*/ 4812878 h 5292726"/>
              <a:gd name="connsiteX919" fmla="*/ 1701729 w 3386022"/>
              <a:gd name="connsiteY919" fmla="*/ 4810974 h 5292726"/>
              <a:gd name="connsiteX920" fmla="*/ 1701603 w 3386022"/>
              <a:gd name="connsiteY920" fmla="*/ 4810671 h 5292726"/>
              <a:gd name="connsiteX921" fmla="*/ 2269603 w 3386022"/>
              <a:gd name="connsiteY921" fmla="*/ 4809416 h 5292726"/>
              <a:gd name="connsiteX922" fmla="*/ 2279769 w 3386022"/>
              <a:gd name="connsiteY922" fmla="*/ 4820753 h 5292726"/>
              <a:gd name="connsiteX923" fmla="*/ 2280710 w 3386022"/>
              <a:gd name="connsiteY923" fmla="*/ 4838666 h 5292726"/>
              <a:gd name="connsiteX924" fmla="*/ 2276067 w 3386022"/>
              <a:gd name="connsiteY924" fmla="*/ 4857488 h 5292726"/>
              <a:gd name="connsiteX925" fmla="*/ 2269414 w 3386022"/>
              <a:gd name="connsiteY925" fmla="*/ 4871550 h 5292726"/>
              <a:gd name="connsiteX926" fmla="*/ 2266465 w 3386022"/>
              <a:gd name="connsiteY926" fmla="*/ 4859738 h 5292726"/>
              <a:gd name="connsiteX927" fmla="*/ 2264080 w 3386022"/>
              <a:gd name="connsiteY927" fmla="*/ 4840743 h 5292726"/>
              <a:gd name="connsiteX928" fmla="*/ 2264394 w 3386022"/>
              <a:gd name="connsiteY928" fmla="*/ 4821618 h 5292726"/>
              <a:gd name="connsiteX929" fmla="*/ 2269540 w 3386022"/>
              <a:gd name="connsiteY929" fmla="*/ 4809459 h 5292726"/>
              <a:gd name="connsiteX930" fmla="*/ 1698341 w 3386022"/>
              <a:gd name="connsiteY930" fmla="*/ 4808723 h 5292726"/>
              <a:gd name="connsiteX931" fmla="*/ 1700224 w 3386022"/>
              <a:gd name="connsiteY931" fmla="*/ 4809589 h 5292726"/>
              <a:gd name="connsiteX932" fmla="*/ 1701102 w 3386022"/>
              <a:gd name="connsiteY932" fmla="*/ 4810107 h 5292726"/>
              <a:gd name="connsiteX933" fmla="*/ 1701479 w 3386022"/>
              <a:gd name="connsiteY933" fmla="*/ 4810670 h 5292726"/>
              <a:gd name="connsiteX934" fmla="*/ 1701102 w 3386022"/>
              <a:gd name="connsiteY934" fmla="*/ 4810454 h 5292726"/>
              <a:gd name="connsiteX935" fmla="*/ 1699721 w 3386022"/>
              <a:gd name="connsiteY935" fmla="*/ 4809589 h 5292726"/>
              <a:gd name="connsiteX936" fmla="*/ 1698341 w 3386022"/>
              <a:gd name="connsiteY936" fmla="*/ 4808723 h 5292726"/>
              <a:gd name="connsiteX937" fmla="*/ 1664703 w 3386022"/>
              <a:gd name="connsiteY937" fmla="*/ 4803921 h 5292726"/>
              <a:gd name="connsiteX938" fmla="*/ 1665331 w 3386022"/>
              <a:gd name="connsiteY938" fmla="*/ 4804180 h 5292726"/>
              <a:gd name="connsiteX939" fmla="*/ 1665958 w 3386022"/>
              <a:gd name="connsiteY939" fmla="*/ 4804441 h 5292726"/>
              <a:gd name="connsiteX940" fmla="*/ 1666649 w 3386022"/>
              <a:gd name="connsiteY940" fmla="*/ 4804700 h 5292726"/>
              <a:gd name="connsiteX941" fmla="*/ 1667276 w 3386022"/>
              <a:gd name="connsiteY941" fmla="*/ 4804959 h 5292726"/>
              <a:gd name="connsiteX942" fmla="*/ 1666461 w 3386022"/>
              <a:gd name="connsiteY942" fmla="*/ 4805046 h 5292726"/>
              <a:gd name="connsiteX943" fmla="*/ 1665707 w 3386022"/>
              <a:gd name="connsiteY943" fmla="*/ 4805176 h 5292726"/>
              <a:gd name="connsiteX944" fmla="*/ 1664955 w 3386022"/>
              <a:gd name="connsiteY944" fmla="*/ 4805262 h 5292726"/>
              <a:gd name="connsiteX945" fmla="*/ 1664138 w 3386022"/>
              <a:gd name="connsiteY945" fmla="*/ 4805392 h 5292726"/>
              <a:gd name="connsiteX946" fmla="*/ 1664264 w 3386022"/>
              <a:gd name="connsiteY946" fmla="*/ 4805003 h 5292726"/>
              <a:gd name="connsiteX947" fmla="*/ 1664389 w 3386022"/>
              <a:gd name="connsiteY947" fmla="*/ 4804656 h 5292726"/>
              <a:gd name="connsiteX948" fmla="*/ 1664515 w 3386022"/>
              <a:gd name="connsiteY948" fmla="*/ 4804311 h 5292726"/>
              <a:gd name="connsiteX949" fmla="*/ 937932 w 3386022"/>
              <a:gd name="connsiteY949" fmla="*/ 4787998 h 5292726"/>
              <a:gd name="connsiteX950" fmla="*/ 938246 w 3386022"/>
              <a:gd name="connsiteY950" fmla="*/ 4788560 h 5292726"/>
              <a:gd name="connsiteX951" fmla="*/ 938562 w 3386022"/>
              <a:gd name="connsiteY951" fmla="*/ 4789123 h 5292726"/>
              <a:gd name="connsiteX952" fmla="*/ 938937 w 3386022"/>
              <a:gd name="connsiteY952" fmla="*/ 4789685 h 5292726"/>
              <a:gd name="connsiteX953" fmla="*/ 939251 w 3386022"/>
              <a:gd name="connsiteY953" fmla="*/ 4790248 h 5292726"/>
              <a:gd name="connsiteX954" fmla="*/ 938436 w 3386022"/>
              <a:gd name="connsiteY954" fmla="*/ 4790161 h 5292726"/>
              <a:gd name="connsiteX955" fmla="*/ 937556 w 3386022"/>
              <a:gd name="connsiteY955" fmla="*/ 4790118 h 5292726"/>
              <a:gd name="connsiteX956" fmla="*/ 936677 w 3386022"/>
              <a:gd name="connsiteY956" fmla="*/ 4790031 h 5292726"/>
              <a:gd name="connsiteX957" fmla="*/ 935862 w 3386022"/>
              <a:gd name="connsiteY957" fmla="*/ 4789988 h 5292726"/>
              <a:gd name="connsiteX958" fmla="*/ 936364 w 3386022"/>
              <a:gd name="connsiteY958" fmla="*/ 4789469 h 5292726"/>
              <a:gd name="connsiteX959" fmla="*/ 936867 w 3386022"/>
              <a:gd name="connsiteY959" fmla="*/ 4788993 h 5292726"/>
              <a:gd name="connsiteX960" fmla="*/ 937368 w 3386022"/>
              <a:gd name="connsiteY960" fmla="*/ 4788473 h 5292726"/>
              <a:gd name="connsiteX961" fmla="*/ 811359 w 3386022"/>
              <a:gd name="connsiteY961" fmla="*/ 4786310 h 5292726"/>
              <a:gd name="connsiteX962" fmla="*/ 811359 w 3386022"/>
              <a:gd name="connsiteY962" fmla="*/ 4786397 h 5292726"/>
              <a:gd name="connsiteX963" fmla="*/ 815437 w 3386022"/>
              <a:gd name="connsiteY963" fmla="*/ 4795656 h 5292726"/>
              <a:gd name="connsiteX964" fmla="*/ 814621 w 3386022"/>
              <a:gd name="connsiteY964" fmla="*/ 4803618 h 5292726"/>
              <a:gd name="connsiteX965" fmla="*/ 811609 w 3386022"/>
              <a:gd name="connsiteY965" fmla="*/ 4810627 h 5292726"/>
              <a:gd name="connsiteX966" fmla="*/ 809036 w 3386022"/>
              <a:gd name="connsiteY966" fmla="*/ 4817074 h 5292726"/>
              <a:gd name="connsiteX967" fmla="*/ 795356 w 3386022"/>
              <a:gd name="connsiteY967" fmla="*/ 4816295 h 5292726"/>
              <a:gd name="connsiteX968" fmla="*/ 793724 w 3386022"/>
              <a:gd name="connsiteY968" fmla="*/ 4806993 h 5292726"/>
              <a:gd name="connsiteX969" fmla="*/ 800313 w 3386022"/>
              <a:gd name="connsiteY969" fmla="*/ 4795051 h 5292726"/>
              <a:gd name="connsiteX970" fmla="*/ 811359 w 3386022"/>
              <a:gd name="connsiteY970" fmla="*/ 4786310 h 5292726"/>
              <a:gd name="connsiteX971" fmla="*/ 2094829 w 3386022"/>
              <a:gd name="connsiteY971" fmla="*/ 4778912 h 5292726"/>
              <a:gd name="connsiteX972" fmla="*/ 2084537 w 3386022"/>
              <a:gd name="connsiteY972" fmla="*/ 4789296 h 5292726"/>
              <a:gd name="connsiteX973" fmla="*/ 2053223 w 3386022"/>
              <a:gd name="connsiteY973" fmla="*/ 4799551 h 5292726"/>
              <a:gd name="connsiteX974" fmla="*/ 2015130 w 3386022"/>
              <a:gd name="connsiteY974" fmla="*/ 4806517 h 5292726"/>
              <a:gd name="connsiteX975" fmla="*/ 1984631 w 3386022"/>
              <a:gd name="connsiteY975" fmla="*/ 4807122 h 5292726"/>
              <a:gd name="connsiteX976" fmla="*/ 1986011 w 3386022"/>
              <a:gd name="connsiteY976" fmla="*/ 4799032 h 5292726"/>
              <a:gd name="connsiteX977" fmla="*/ 1990342 w 3386022"/>
              <a:gd name="connsiteY977" fmla="*/ 4792022 h 5292726"/>
              <a:gd name="connsiteX978" fmla="*/ 1999566 w 3386022"/>
              <a:gd name="connsiteY978" fmla="*/ 4786657 h 5292726"/>
              <a:gd name="connsiteX979" fmla="*/ 2015569 w 3386022"/>
              <a:gd name="connsiteY979" fmla="*/ 4783541 h 5292726"/>
              <a:gd name="connsiteX980" fmla="*/ 2015632 w 3386022"/>
              <a:gd name="connsiteY980" fmla="*/ 4783671 h 5292726"/>
              <a:gd name="connsiteX981" fmla="*/ 2026928 w 3386022"/>
              <a:gd name="connsiteY981" fmla="*/ 4779041 h 5292726"/>
              <a:gd name="connsiteX982" fmla="*/ 2034521 w 3386022"/>
              <a:gd name="connsiteY982" fmla="*/ 4779041 h 5292726"/>
              <a:gd name="connsiteX983" fmla="*/ 2052155 w 3386022"/>
              <a:gd name="connsiteY983" fmla="*/ 4780339 h 5292726"/>
              <a:gd name="connsiteX984" fmla="*/ 2094829 w 3386022"/>
              <a:gd name="connsiteY984" fmla="*/ 4778912 h 5292726"/>
              <a:gd name="connsiteX985" fmla="*/ 991024 w 3386022"/>
              <a:gd name="connsiteY985" fmla="*/ 4778479 h 5292726"/>
              <a:gd name="connsiteX986" fmla="*/ 990898 w 3386022"/>
              <a:gd name="connsiteY986" fmla="*/ 4779474 h 5292726"/>
              <a:gd name="connsiteX987" fmla="*/ 990773 w 3386022"/>
              <a:gd name="connsiteY987" fmla="*/ 4780470 h 5292726"/>
              <a:gd name="connsiteX988" fmla="*/ 990647 w 3386022"/>
              <a:gd name="connsiteY988" fmla="*/ 4781465 h 5292726"/>
              <a:gd name="connsiteX989" fmla="*/ 990522 w 3386022"/>
              <a:gd name="connsiteY989" fmla="*/ 4782460 h 5292726"/>
              <a:gd name="connsiteX990" fmla="*/ 989957 w 3386022"/>
              <a:gd name="connsiteY990" fmla="*/ 4781941 h 5292726"/>
              <a:gd name="connsiteX991" fmla="*/ 989392 w 3386022"/>
              <a:gd name="connsiteY991" fmla="*/ 4781421 h 5292726"/>
              <a:gd name="connsiteX992" fmla="*/ 988827 w 3386022"/>
              <a:gd name="connsiteY992" fmla="*/ 4780902 h 5292726"/>
              <a:gd name="connsiteX993" fmla="*/ 988262 w 3386022"/>
              <a:gd name="connsiteY993" fmla="*/ 4780383 h 5292726"/>
              <a:gd name="connsiteX994" fmla="*/ 988952 w 3386022"/>
              <a:gd name="connsiteY994" fmla="*/ 4779907 h 5292726"/>
              <a:gd name="connsiteX995" fmla="*/ 989644 w 3386022"/>
              <a:gd name="connsiteY995" fmla="*/ 4779431 h 5292726"/>
              <a:gd name="connsiteX996" fmla="*/ 990334 w 3386022"/>
              <a:gd name="connsiteY996" fmla="*/ 4778955 h 5292726"/>
              <a:gd name="connsiteX997" fmla="*/ 991024 w 3386022"/>
              <a:gd name="connsiteY997" fmla="*/ 4778479 h 5292726"/>
              <a:gd name="connsiteX998" fmla="*/ 439468 w 3386022"/>
              <a:gd name="connsiteY998" fmla="*/ 4776186 h 5292726"/>
              <a:gd name="connsiteX999" fmla="*/ 440347 w 3386022"/>
              <a:gd name="connsiteY999" fmla="*/ 4776403 h 5292726"/>
              <a:gd name="connsiteX1000" fmla="*/ 441226 w 3386022"/>
              <a:gd name="connsiteY1000" fmla="*/ 4776575 h 5292726"/>
              <a:gd name="connsiteX1001" fmla="*/ 442167 w 3386022"/>
              <a:gd name="connsiteY1001" fmla="*/ 4776792 h 5292726"/>
              <a:gd name="connsiteX1002" fmla="*/ 443046 w 3386022"/>
              <a:gd name="connsiteY1002" fmla="*/ 4776965 h 5292726"/>
              <a:gd name="connsiteX1003" fmla="*/ 442167 w 3386022"/>
              <a:gd name="connsiteY1003" fmla="*/ 4777181 h 5292726"/>
              <a:gd name="connsiteX1004" fmla="*/ 441288 w 3386022"/>
              <a:gd name="connsiteY1004" fmla="*/ 4777354 h 5292726"/>
              <a:gd name="connsiteX1005" fmla="*/ 440410 w 3386022"/>
              <a:gd name="connsiteY1005" fmla="*/ 4777570 h 5292726"/>
              <a:gd name="connsiteX1006" fmla="*/ 439531 w 3386022"/>
              <a:gd name="connsiteY1006" fmla="*/ 4777787 h 5292726"/>
              <a:gd name="connsiteX1007" fmla="*/ 439531 w 3386022"/>
              <a:gd name="connsiteY1007" fmla="*/ 4777398 h 5292726"/>
              <a:gd name="connsiteX1008" fmla="*/ 439468 w 3386022"/>
              <a:gd name="connsiteY1008" fmla="*/ 4777008 h 5292726"/>
              <a:gd name="connsiteX1009" fmla="*/ 439468 w 3386022"/>
              <a:gd name="connsiteY1009" fmla="*/ 4776619 h 5292726"/>
              <a:gd name="connsiteX1010" fmla="*/ 2268850 w 3386022"/>
              <a:gd name="connsiteY1010" fmla="*/ 4775969 h 5292726"/>
              <a:gd name="connsiteX1011" fmla="*/ 2276569 w 3386022"/>
              <a:gd name="connsiteY1011" fmla="*/ 4776229 h 5292726"/>
              <a:gd name="connsiteX1012" fmla="*/ 2276506 w 3386022"/>
              <a:gd name="connsiteY1012" fmla="*/ 4776229 h 5292726"/>
              <a:gd name="connsiteX1013" fmla="*/ 2281904 w 3386022"/>
              <a:gd name="connsiteY1013" fmla="*/ 4778868 h 5292726"/>
              <a:gd name="connsiteX1014" fmla="*/ 2283409 w 3386022"/>
              <a:gd name="connsiteY1014" fmla="*/ 4784363 h 5292726"/>
              <a:gd name="connsiteX1015" fmla="*/ 2279393 w 3386022"/>
              <a:gd name="connsiteY1015" fmla="*/ 4793190 h 5292726"/>
              <a:gd name="connsiteX1016" fmla="*/ 2264646 w 3386022"/>
              <a:gd name="connsiteY1016" fmla="*/ 4790377 h 5292726"/>
              <a:gd name="connsiteX1017" fmla="*/ 2261320 w 3386022"/>
              <a:gd name="connsiteY1017" fmla="*/ 4784580 h 5292726"/>
              <a:gd name="connsiteX1018" fmla="*/ 2264394 w 3386022"/>
              <a:gd name="connsiteY1018" fmla="*/ 4778781 h 5292726"/>
              <a:gd name="connsiteX1019" fmla="*/ 2268850 w 3386022"/>
              <a:gd name="connsiteY1019" fmla="*/ 4775969 h 5292726"/>
              <a:gd name="connsiteX1020" fmla="*/ 1836465 w 3386022"/>
              <a:gd name="connsiteY1020" fmla="*/ 4772767 h 5292726"/>
              <a:gd name="connsiteX1021" fmla="*/ 1848829 w 3386022"/>
              <a:gd name="connsiteY1021" fmla="*/ 4775060 h 5292726"/>
              <a:gd name="connsiteX1022" fmla="*/ 1850021 w 3386022"/>
              <a:gd name="connsiteY1022" fmla="*/ 4781767 h 5292726"/>
              <a:gd name="connsiteX1023" fmla="*/ 1844435 w 3386022"/>
              <a:gd name="connsiteY1023" fmla="*/ 4791719 h 5292726"/>
              <a:gd name="connsiteX1024" fmla="*/ 1836403 w 3386022"/>
              <a:gd name="connsiteY1024" fmla="*/ 4803790 h 5292726"/>
              <a:gd name="connsiteX1025" fmla="*/ 1836403 w 3386022"/>
              <a:gd name="connsiteY1025" fmla="*/ 4779993 h 5292726"/>
              <a:gd name="connsiteX1026" fmla="*/ 1836465 w 3386022"/>
              <a:gd name="connsiteY1026" fmla="*/ 4780036 h 5292726"/>
              <a:gd name="connsiteX1027" fmla="*/ 1890246 w 3386022"/>
              <a:gd name="connsiteY1027" fmla="*/ 4764763 h 5292726"/>
              <a:gd name="connsiteX1028" fmla="*/ 1895016 w 3386022"/>
              <a:gd name="connsiteY1028" fmla="*/ 4765412 h 5292726"/>
              <a:gd name="connsiteX1029" fmla="*/ 1904805 w 3386022"/>
              <a:gd name="connsiteY1029" fmla="*/ 4767359 h 5292726"/>
              <a:gd name="connsiteX1030" fmla="*/ 1897212 w 3386022"/>
              <a:gd name="connsiteY1030" fmla="*/ 4771036 h 5292726"/>
              <a:gd name="connsiteX1031" fmla="*/ 1893258 w 3386022"/>
              <a:gd name="connsiteY1031" fmla="*/ 4772594 h 5292726"/>
              <a:gd name="connsiteX1032" fmla="*/ 1888866 w 3386022"/>
              <a:gd name="connsiteY1032" fmla="*/ 4772248 h 5292726"/>
              <a:gd name="connsiteX1033" fmla="*/ 1879954 w 3386022"/>
              <a:gd name="connsiteY1033" fmla="*/ 4770258 h 5292726"/>
              <a:gd name="connsiteX1034" fmla="*/ 1886543 w 3386022"/>
              <a:gd name="connsiteY1034" fmla="*/ 4766147 h 5292726"/>
              <a:gd name="connsiteX1035" fmla="*/ 1890246 w 3386022"/>
              <a:gd name="connsiteY1035" fmla="*/ 4764763 h 5292726"/>
              <a:gd name="connsiteX1036" fmla="*/ 687852 w 3386022"/>
              <a:gd name="connsiteY1036" fmla="*/ 4764373 h 5292726"/>
              <a:gd name="connsiteX1037" fmla="*/ 688481 w 3386022"/>
              <a:gd name="connsiteY1037" fmla="*/ 4765022 h 5292726"/>
              <a:gd name="connsiteX1038" fmla="*/ 689108 w 3386022"/>
              <a:gd name="connsiteY1038" fmla="*/ 4765671 h 5292726"/>
              <a:gd name="connsiteX1039" fmla="*/ 689108 w 3386022"/>
              <a:gd name="connsiteY1039" fmla="*/ 4765627 h 5292726"/>
              <a:gd name="connsiteX1040" fmla="*/ 689736 w 3386022"/>
              <a:gd name="connsiteY1040" fmla="*/ 4766277 h 5292726"/>
              <a:gd name="connsiteX1041" fmla="*/ 690363 w 3386022"/>
              <a:gd name="connsiteY1041" fmla="*/ 4766926 h 5292726"/>
              <a:gd name="connsiteX1042" fmla="*/ 687477 w 3386022"/>
              <a:gd name="connsiteY1042" fmla="*/ 4767185 h 5292726"/>
              <a:gd name="connsiteX1043" fmla="*/ 686221 w 3386022"/>
              <a:gd name="connsiteY1043" fmla="*/ 4767185 h 5292726"/>
              <a:gd name="connsiteX1044" fmla="*/ 685594 w 3386022"/>
              <a:gd name="connsiteY1044" fmla="*/ 4766709 h 5292726"/>
              <a:gd name="connsiteX1045" fmla="*/ 684589 w 3386022"/>
              <a:gd name="connsiteY1045" fmla="*/ 4765585 h 5292726"/>
              <a:gd name="connsiteX1046" fmla="*/ 685405 w 3386022"/>
              <a:gd name="connsiteY1046" fmla="*/ 4765281 h 5292726"/>
              <a:gd name="connsiteX1047" fmla="*/ 686221 w 3386022"/>
              <a:gd name="connsiteY1047" fmla="*/ 4764978 h 5292726"/>
              <a:gd name="connsiteX1048" fmla="*/ 687037 w 3386022"/>
              <a:gd name="connsiteY1048" fmla="*/ 4764676 h 5292726"/>
              <a:gd name="connsiteX1049" fmla="*/ 687852 w 3386022"/>
              <a:gd name="connsiteY1049" fmla="*/ 4764373 h 5292726"/>
              <a:gd name="connsiteX1050" fmla="*/ 1723881 w 3386022"/>
              <a:gd name="connsiteY1050" fmla="*/ 4751825 h 5292726"/>
              <a:gd name="connsiteX1051" fmla="*/ 1725200 w 3386022"/>
              <a:gd name="connsiteY1051" fmla="*/ 4753339 h 5292726"/>
              <a:gd name="connsiteX1052" fmla="*/ 1727270 w 3386022"/>
              <a:gd name="connsiteY1052" fmla="*/ 4755719 h 5292726"/>
              <a:gd name="connsiteX1053" fmla="*/ 1729466 w 3386022"/>
              <a:gd name="connsiteY1053" fmla="*/ 4758272 h 5292726"/>
              <a:gd name="connsiteX1054" fmla="*/ 1731851 w 3386022"/>
              <a:gd name="connsiteY1054" fmla="*/ 4761042 h 5292726"/>
              <a:gd name="connsiteX1055" fmla="*/ 1713276 w 3386022"/>
              <a:gd name="connsiteY1055" fmla="*/ 4760522 h 5292726"/>
              <a:gd name="connsiteX1056" fmla="*/ 1708946 w 3386022"/>
              <a:gd name="connsiteY1056" fmla="*/ 4757580 h 5292726"/>
              <a:gd name="connsiteX1057" fmla="*/ 1708883 w 3386022"/>
              <a:gd name="connsiteY1057" fmla="*/ 4757580 h 5292726"/>
              <a:gd name="connsiteX1058" fmla="*/ 1714217 w 3386022"/>
              <a:gd name="connsiteY1058" fmla="*/ 4754032 h 5292726"/>
              <a:gd name="connsiteX1059" fmla="*/ 1723881 w 3386022"/>
              <a:gd name="connsiteY1059" fmla="*/ 4751825 h 5292726"/>
              <a:gd name="connsiteX1060" fmla="*/ 1724001 w 3386022"/>
              <a:gd name="connsiteY1060" fmla="*/ 4751818 h 5292726"/>
              <a:gd name="connsiteX1061" fmla="*/ 1724008 w 3386022"/>
              <a:gd name="connsiteY1061" fmla="*/ 4751826 h 5292726"/>
              <a:gd name="connsiteX1062" fmla="*/ 1723945 w 3386022"/>
              <a:gd name="connsiteY1062" fmla="*/ 4751826 h 5292726"/>
              <a:gd name="connsiteX1063" fmla="*/ 1971389 w 3386022"/>
              <a:gd name="connsiteY1063" fmla="*/ 4745249 h 5292726"/>
              <a:gd name="connsiteX1064" fmla="*/ 1972017 w 3386022"/>
              <a:gd name="connsiteY1064" fmla="*/ 4745595 h 5292726"/>
              <a:gd name="connsiteX1065" fmla="*/ 1970572 w 3386022"/>
              <a:gd name="connsiteY1065" fmla="*/ 4745898 h 5292726"/>
              <a:gd name="connsiteX1066" fmla="*/ 1970071 w 3386022"/>
              <a:gd name="connsiteY1066" fmla="*/ 4745552 h 5292726"/>
              <a:gd name="connsiteX1067" fmla="*/ 1970071 w 3386022"/>
              <a:gd name="connsiteY1067" fmla="*/ 4745508 h 5292726"/>
              <a:gd name="connsiteX1068" fmla="*/ 1971389 w 3386022"/>
              <a:gd name="connsiteY1068" fmla="*/ 4745249 h 5292726"/>
              <a:gd name="connsiteX1069" fmla="*/ 1954696 w 3386022"/>
              <a:gd name="connsiteY1069" fmla="*/ 4738152 h 5292726"/>
              <a:gd name="connsiteX1070" fmla="*/ 1954634 w 3386022"/>
              <a:gd name="connsiteY1070" fmla="*/ 4738196 h 5292726"/>
              <a:gd name="connsiteX1071" fmla="*/ 1969946 w 3386022"/>
              <a:gd name="connsiteY1071" fmla="*/ 4745595 h 5292726"/>
              <a:gd name="connsiteX1072" fmla="*/ 1965302 w 3386022"/>
              <a:gd name="connsiteY1072" fmla="*/ 4746503 h 5292726"/>
              <a:gd name="connsiteX1073" fmla="*/ 1959403 w 3386022"/>
              <a:gd name="connsiteY1073" fmla="*/ 4747671 h 5292726"/>
              <a:gd name="connsiteX1074" fmla="*/ 1953692 w 3386022"/>
              <a:gd name="connsiteY1074" fmla="*/ 4748796 h 5292726"/>
              <a:gd name="connsiteX1075" fmla="*/ 1948232 w 3386022"/>
              <a:gd name="connsiteY1075" fmla="*/ 4749878 h 5292726"/>
              <a:gd name="connsiteX1076" fmla="*/ 1939447 w 3386022"/>
              <a:gd name="connsiteY1076" fmla="*/ 4743691 h 5292726"/>
              <a:gd name="connsiteX1077" fmla="*/ 1942961 w 3386022"/>
              <a:gd name="connsiteY1077" fmla="*/ 4738585 h 5292726"/>
              <a:gd name="connsiteX1078" fmla="*/ 1954696 w 3386022"/>
              <a:gd name="connsiteY1078" fmla="*/ 4738152 h 5292726"/>
              <a:gd name="connsiteX1079" fmla="*/ 2272176 w 3386022"/>
              <a:gd name="connsiteY1079" fmla="*/ 4736422 h 5292726"/>
              <a:gd name="connsiteX1080" fmla="*/ 2272300 w 3386022"/>
              <a:gd name="connsiteY1080" fmla="*/ 4736422 h 5292726"/>
              <a:gd name="connsiteX1081" fmla="*/ 2274372 w 3386022"/>
              <a:gd name="connsiteY1081" fmla="*/ 4738023 h 5292726"/>
              <a:gd name="connsiteX1082" fmla="*/ 2278200 w 3386022"/>
              <a:gd name="connsiteY1082" fmla="*/ 4742220 h 5292726"/>
              <a:gd name="connsiteX1083" fmla="*/ 2276066 w 3386022"/>
              <a:gd name="connsiteY1083" fmla="*/ 4742566 h 5292726"/>
              <a:gd name="connsiteX1084" fmla="*/ 2273807 w 3386022"/>
              <a:gd name="connsiteY1084" fmla="*/ 4742956 h 5292726"/>
              <a:gd name="connsiteX1085" fmla="*/ 2271296 w 3386022"/>
              <a:gd name="connsiteY1085" fmla="*/ 4743388 h 5292726"/>
              <a:gd name="connsiteX1086" fmla="*/ 2268347 w 3386022"/>
              <a:gd name="connsiteY1086" fmla="*/ 4743865 h 5292726"/>
              <a:gd name="connsiteX1087" fmla="*/ 2267280 w 3386022"/>
              <a:gd name="connsiteY1087" fmla="*/ 4742307 h 5292726"/>
              <a:gd name="connsiteX1088" fmla="*/ 2266214 w 3386022"/>
              <a:gd name="connsiteY1088" fmla="*/ 4740749 h 5292726"/>
              <a:gd name="connsiteX1089" fmla="*/ 2265146 w 3386022"/>
              <a:gd name="connsiteY1089" fmla="*/ 4739191 h 5292726"/>
              <a:gd name="connsiteX1090" fmla="*/ 2264080 w 3386022"/>
              <a:gd name="connsiteY1090" fmla="*/ 4737633 h 5292726"/>
              <a:gd name="connsiteX1091" fmla="*/ 2269539 w 3386022"/>
              <a:gd name="connsiteY1091" fmla="*/ 4736595 h 5292726"/>
              <a:gd name="connsiteX1092" fmla="*/ 2272176 w 3386022"/>
              <a:gd name="connsiteY1092" fmla="*/ 4736422 h 5292726"/>
              <a:gd name="connsiteX1093" fmla="*/ 947661 w 3386022"/>
              <a:gd name="connsiteY1093" fmla="*/ 4731446 h 5292726"/>
              <a:gd name="connsiteX1094" fmla="*/ 947725 w 3386022"/>
              <a:gd name="connsiteY1094" fmla="*/ 4731446 h 5292726"/>
              <a:gd name="connsiteX1095" fmla="*/ 953435 w 3386022"/>
              <a:gd name="connsiteY1095" fmla="*/ 4732658 h 5292726"/>
              <a:gd name="connsiteX1096" fmla="*/ 966550 w 3386022"/>
              <a:gd name="connsiteY1096" fmla="*/ 4740749 h 5292726"/>
              <a:gd name="connsiteX1097" fmla="*/ 961719 w 3386022"/>
              <a:gd name="connsiteY1097" fmla="*/ 4741917 h 5292726"/>
              <a:gd name="connsiteX1098" fmla="*/ 957827 w 3386022"/>
              <a:gd name="connsiteY1098" fmla="*/ 4742825 h 5292726"/>
              <a:gd name="connsiteX1099" fmla="*/ 954563 w 3386022"/>
              <a:gd name="connsiteY1099" fmla="*/ 4743604 h 5292726"/>
              <a:gd name="connsiteX1100" fmla="*/ 951615 w 3386022"/>
              <a:gd name="connsiteY1100" fmla="*/ 4744297 h 5292726"/>
              <a:gd name="connsiteX1101" fmla="*/ 947661 w 3386022"/>
              <a:gd name="connsiteY1101" fmla="*/ 4735773 h 5292726"/>
              <a:gd name="connsiteX1102" fmla="*/ 947661 w 3386022"/>
              <a:gd name="connsiteY1102" fmla="*/ 4731446 h 5292726"/>
              <a:gd name="connsiteX1103" fmla="*/ 1825107 w 3386022"/>
              <a:gd name="connsiteY1103" fmla="*/ 4730104 h 5292726"/>
              <a:gd name="connsiteX1104" fmla="*/ 1853346 w 3386022"/>
              <a:gd name="connsiteY1104" fmla="*/ 4738240 h 5292726"/>
              <a:gd name="connsiteX1105" fmla="*/ 1830818 w 3386022"/>
              <a:gd name="connsiteY1105" fmla="*/ 4744600 h 5292726"/>
              <a:gd name="connsiteX1106" fmla="*/ 1814250 w 3386022"/>
              <a:gd name="connsiteY1106" fmla="*/ 4748796 h 5292726"/>
              <a:gd name="connsiteX1107" fmla="*/ 1801636 w 3386022"/>
              <a:gd name="connsiteY1107" fmla="*/ 4749792 h 5292726"/>
              <a:gd name="connsiteX1108" fmla="*/ 1790968 w 3386022"/>
              <a:gd name="connsiteY1108" fmla="*/ 4746503 h 5292726"/>
              <a:gd name="connsiteX1109" fmla="*/ 1787014 w 3386022"/>
              <a:gd name="connsiteY1109" fmla="*/ 4737893 h 5292726"/>
              <a:gd name="connsiteX1110" fmla="*/ 1787014 w 3386022"/>
              <a:gd name="connsiteY1110" fmla="*/ 4737850 h 5292726"/>
              <a:gd name="connsiteX1111" fmla="*/ 1800695 w 3386022"/>
              <a:gd name="connsiteY1111" fmla="*/ 4731186 h 5292726"/>
              <a:gd name="connsiteX1112" fmla="*/ 1825107 w 3386022"/>
              <a:gd name="connsiteY1112" fmla="*/ 4730104 h 5292726"/>
              <a:gd name="connsiteX1113" fmla="*/ 1301037 w 3386022"/>
              <a:gd name="connsiteY1113" fmla="*/ 4729758 h 5292726"/>
              <a:gd name="connsiteX1114" fmla="*/ 1303358 w 3386022"/>
              <a:gd name="connsiteY1114" fmla="*/ 4730494 h 5292726"/>
              <a:gd name="connsiteX1115" fmla="*/ 1307877 w 3386022"/>
              <a:gd name="connsiteY1115" fmla="*/ 4732658 h 5292726"/>
              <a:gd name="connsiteX1116" fmla="*/ 1305931 w 3386022"/>
              <a:gd name="connsiteY1116" fmla="*/ 4733263 h 5292726"/>
              <a:gd name="connsiteX1117" fmla="*/ 1303985 w 3386022"/>
              <a:gd name="connsiteY1117" fmla="*/ 4733869 h 5292726"/>
              <a:gd name="connsiteX1118" fmla="*/ 1302042 w 3386022"/>
              <a:gd name="connsiteY1118" fmla="*/ 4734475 h 5292726"/>
              <a:gd name="connsiteX1119" fmla="*/ 1302167 w 3386022"/>
              <a:gd name="connsiteY1119" fmla="*/ 4734518 h 5292726"/>
              <a:gd name="connsiteX1120" fmla="*/ 1300221 w 3386022"/>
              <a:gd name="connsiteY1120" fmla="*/ 4735124 h 5292726"/>
              <a:gd name="connsiteX1121" fmla="*/ 1298464 w 3386022"/>
              <a:gd name="connsiteY1121" fmla="*/ 4734345 h 5292726"/>
              <a:gd name="connsiteX1122" fmla="*/ 1296705 w 3386022"/>
              <a:gd name="connsiteY1122" fmla="*/ 4733566 h 5292726"/>
              <a:gd name="connsiteX1123" fmla="*/ 1294948 w 3386022"/>
              <a:gd name="connsiteY1123" fmla="*/ 4732787 h 5292726"/>
              <a:gd name="connsiteX1124" fmla="*/ 1293191 w 3386022"/>
              <a:gd name="connsiteY1124" fmla="*/ 4732008 h 5292726"/>
              <a:gd name="connsiteX1125" fmla="*/ 1298464 w 3386022"/>
              <a:gd name="connsiteY1125" fmla="*/ 4730278 h 5292726"/>
              <a:gd name="connsiteX1126" fmla="*/ 1301037 w 3386022"/>
              <a:gd name="connsiteY1126" fmla="*/ 4729758 h 5292726"/>
              <a:gd name="connsiteX1127" fmla="*/ 2447640 w 3386022"/>
              <a:gd name="connsiteY1127" fmla="*/ 4729153 h 5292726"/>
              <a:gd name="connsiteX1128" fmla="*/ 2447765 w 3386022"/>
              <a:gd name="connsiteY1128" fmla="*/ 4729586 h 5292726"/>
              <a:gd name="connsiteX1129" fmla="*/ 2447891 w 3386022"/>
              <a:gd name="connsiteY1129" fmla="*/ 4730018 h 5292726"/>
              <a:gd name="connsiteX1130" fmla="*/ 2448017 w 3386022"/>
              <a:gd name="connsiteY1130" fmla="*/ 4730450 h 5292726"/>
              <a:gd name="connsiteX1131" fmla="*/ 2448205 w 3386022"/>
              <a:gd name="connsiteY1131" fmla="*/ 4730927 h 5292726"/>
              <a:gd name="connsiteX1132" fmla="*/ 2447577 w 3386022"/>
              <a:gd name="connsiteY1132" fmla="*/ 4730797 h 5292726"/>
              <a:gd name="connsiteX1133" fmla="*/ 2446950 w 3386022"/>
              <a:gd name="connsiteY1133" fmla="*/ 4730711 h 5292726"/>
              <a:gd name="connsiteX1134" fmla="*/ 2446322 w 3386022"/>
              <a:gd name="connsiteY1134" fmla="*/ 4730580 h 5292726"/>
              <a:gd name="connsiteX1135" fmla="*/ 2445695 w 3386022"/>
              <a:gd name="connsiteY1135" fmla="*/ 4730494 h 5292726"/>
              <a:gd name="connsiteX1136" fmla="*/ 2446134 w 3386022"/>
              <a:gd name="connsiteY1136" fmla="*/ 4730148 h 5292726"/>
              <a:gd name="connsiteX1137" fmla="*/ 2446636 w 3386022"/>
              <a:gd name="connsiteY1137" fmla="*/ 4729802 h 5292726"/>
              <a:gd name="connsiteX1138" fmla="*/ 2447138 w 3386022"/>
              <a:gd name="connsiteY1138" fmla="*/ 4729456 h 5292726"/>
              <a:gd name="connsiteX1139" fmla="*/ 998871 w 3386022"/>
              <a:gd name="connsiteY1139" fmla="*/ 4728547 h 5292726"/>
              <a:gd name="connsiteX1140" fmla="*/ 1010294 w 3386022"/>
              <a:gd name="connsiteY1140" fmla="*/ 4732181 h 5292726"/>
              <a:gd name="connsiteX1141" fmla="*/ 1014748 w 3386022"/>
              <a:gd name="connsiteY1141" fmla="*/ 4736118 h 5292726"/>
              <a:gd name="connsiteX1142" fmla="*/ 1014498 w 3386022"/>
              <a:gd name="connsiteY1142" fmla="*/ 4741268 h 5292726"/>
              <a:gd name="connsiteX1143" fmla="*/ 1011736 w 3386022"/>
              <a:gd name="connsiteY1143" fmla="*/ 4748623 h 5292726"/>
              <a:gd name="connsiteX1144" fmla="*/ 1002385 w 3386022"/>
              <a:gd name="connsiteY1144" fmla="*/ 4744210 h 5292726"/>
              <a:gd name="connsiteX1145" fmla="*/ 1002448 w 3386022"/>
              <a:gd name="connsiteY1145" fmla="*/ 4744210 h 5292726"/>
              <a:gd name="connsiteX1146" fmla="*/ 1002698 w 3386022"/>
              <a:gd name="connsiteY1146" fmla="*/ 4739580 h 5292726"/>
              <a:gd name="connsiteX1147" fmla="*/ 1004267 w 3386022"/>
              <a:gd name="connsiteY1147" fmla="*/ 4734431 h 5292726"/>
              <a:gd name="connsiteX1148" fmla="*/ 998871 w 3386022"/>
              <a:gd name="connsiteY1148" fmla="*/ 4728547 h 5292726"/>
              <a:gd name="connsiteX1149" fmla="*/ 1891439 w 3386022"/>
              <a:gd name="connsiteY1149" fmla="*/ 4727379 h 5292726"/>
              <a:gd name="connsiteX1150" fmla="*/ 1900413 w 3386022"/>
              <a:gd name="connsiteY1150" fmla="*/ 4732787 h 5292726"/>
              <a:gd name="connsiteX1151" fmla="*/ 1900224 w 3386022"/>
              <a:gd name="connsiteY1151" fmla="*/ 4737028 h 5292726"/>
              <a:gd name="connsiteX1152" fmla="*/ 1894890 w 3386022"/>
              <a:gd name="connsiteY1152" fmla="*/ 4736811 h 5292726"/>
              <a:gd name="connsiteX1153" fmla="*/ 1888489 w 3386022"/>
              <a:gd name="connsiteY1153" fmla="*/ 4728850 h 5292726"/>
              <a:gd name="connsiteX1154" fmla="*/ 1888741 w 3386022"/>
              <a:gd name="connsiteY1154" fmla="*/ 4728547 h 5292726"/>
              <a:gd name="connsiteX1155" fmla="*/ 1889493 w 3386022"/>
              <a:gd name="connsiteY1155" fmla="*/ 4728158 h 5292726"/>
              <a:gd name="connsiteX1156" fmla="*/ 1890497 w 3386022"/>
              <a:gd name="connsiteY1156" fmla="*/ 4727769 h 5292726"/>
              <a:gd name="connsiteX1157" fmla="*/ 1891439 w 3386022"/>
              <a:gd name="connsiteY1157" fmla="*/ 4727379 h 5292726"/>
              <a:gd name="connsiteX1158" fmla="*/ 699842 w 3386022"/>
              <a:gd name="connsiteY1158" fmla="*/ 4726081 h 5292726"/>
              <a:gd name="connsiteX1159" fmla="*/ 705177 w 3386022"/>
              <a:gd name="connsiteY1159" fmla="*/ 4728375 h 5292726"/>
              <a:gd name="connsiteX1160" fmla="*/ 705113 w 3386022"/>
              <a:gd name="connsiteY1160" fmla="*/ 4728418 h 5292726"/>
              <a:gd name="connsiteX1161" fmla="*/ 706996 w 3386022"/>
              <a:gd name="connsiteY1161" fmla="*/ 4729715 h 5292726"/>
              <a:gd name="connsiteX1162" fmla="*/ 706495 w 3386022"/>
              <a:gd name="connsiteY1162" fmla="*/ 4731360 h 5292726"/>
              <a:gd name="connsiteX1163" fmla="*/ 704674 w 3386022"/>
              <a:gd name="connsiteY1163" fmla="*/ 4734735 h 5292726"/>
              <a:gd name="connsiteX1164" fmla="*/ 697897 w 3386022"/>
              <a:gd name="connsiteY1164" fmla="*/ 4730970 h 5292726"/>
              <a:gd name="connsiteX1165" fmla="*/ 695386 w 3386022"/>
              <a:gd name="connsiteY1165" fmla="*/ 4729197 h 5292726"/>
              <a:gd name="connsiteX1166" fmla="*/ 696328 w 3386022"/>
              <a:gd name="connsiteY1166" fmla="*/ 4728028 h 5292726"/>
              <a:gd name="connsiteX1167" fmla="*/ 699842 w 3386022"/>
              <a:gd name="connsiteY1167" fmla="*/ 4726081 h 5292726"/>
              <a:gd name="connsiteX1168" fmla="*/ 1734864 w 3386022"/>
              <a:gd name="connsiteY1168" fmla="*/ 4725475 h 5292726"/>
              <a:gd name="connsiteX1169" fmla="*/ 1739697 w 3386022"/>
              <a:gd name="connsiteY1169" fmla="*/ 4732787 h 5292726"/>
              <a:gd name="connsiteX1170" fmla="*/ 1739634 w 3386022"/>
              <a:gd name="connsiteY1170" fmla="*/ 4732787 h 5292726"/>
              <a:gd name="connsiteX1171" fmla="*/ 1740010 w 3386022"/>
              <a:gd name="connsiteY1171" fmla="*/ 4739537 h 5292726"/>
              <a:gd name="connsiteX1172" fmla="*/ 1734864 w 3386022"/>
              <a:gd name="connsiteY1172" fmla="*/ 4745682 h 5292726"/>
              <a:gd name="connsiteX1173" fmla="*/ 1723767 w 3386022"/>
              <a:gd name="connsiteY1173" fmla="*/ 4750882 h 5292726"/>
              <a:gd name="connsiteX1174" fmla="*/ 1724824 w 3386022"/>
              <a:gd name="connsiteY1174" fmla="*/ 4751696 h 5292726"/>
              <a:gd name="connsiteX1175" fmla="*/ 1724001 w 3386022"/>
              <a:gd name="connsiteY1175" fmla="*/ 4751818 h 5292726"/>
              <a:gd name="connsiteX1176" fmla="*/ 1723317 w 3386022"/>
              <a:gd name="connsiteY1176" fmla="*/ 4751047 h 5292726"/>
              <a:gd name="connsiteX1177" fmla="*/ 1723679 w 3386022"/>
              <a:gd name="connsiteY1177" fmla="*/ 4750905 h 5292726"/>
              <a:gd name="connsiteX1178" fmla="*/ 1710452 w 3386022"/>
              <a:gd name="connsiteY1178" fmla="*/ 4740662 h 5292726"/>
              <a:gd name="connsiteX1179" fmla="*/ 1704867 w 3386022"/>
              <a:gd name="connsiteY1179" fmla="*/ 4733046 h 5292726"/>
              <a:gd name="connsiteX1180" fmla="*/ 1711771 w 3386022"/>
              <a:gd name="connsiteY1180" fmla="*/ 4728200 h 5292726"/>
              <a:gd name="connsiteX1181" fmla="*/ 1734864 w 3386022"/>
              <a:gd name="connsiteY1181" fmla="*/ 4725475 h 5292726"/>
              <a:gd name="connsiteX1182" fmla="*/ 2006470 w 3386022"/>
              <a:gd name="connsiteY1182" fmla="*/ 4725086 h 5292726"/>
              <a:gd name="connsiteX1183" fmla="*/ 2031006 w 3386022"/>
              <a:gd name="connsiteY1183" fmla="*/ 4730883 h 5292726"/>
              <a:gd name="connsiteX1184" fmla="*/ 2055983 w 3386022"/>
              <a:gd name="connsiteY1184" fmla="*/ 4736811 h 5292726"/>
              <a:gd name="connsiteX1185" fmla="*/ 2055921 w 3386022"/>
              <a:gd name="connsiteY1185" fmla="*/ 4736811 h 5292726"/>
              <a:gd name="connsiteX1186" fmla="*/ 2081839 w 3386022"/>
              <a:gd name="connsiteY1186" fmla="*/ 4742956 h 5292726"/>
              <a:gd name="connsiteX1187" fmla="*/ 2109074 w 3386022"/>
              <a:gd name="connsiteY1187" fmla="*/ 4749403 h 5292726"/>
              <a:gd name="connsiteX1188" fmla="*/ 2075437 w 3386022"/>
              <a:gd name="connsiteY1188" fmla="*/ 4757321 h 5292726"/>
              <a:gd name="connsiteX1189" fmla="*/ 2051151 w 3386022"/>
              <a:gd name="connsiteY1189" fmla="*/ 4755461 h 5292726"/>
              <a:gd name="connsiteX1190" fmla="*/ 2027743 w 3386022"/>
              <a:gd name="connsiteY1190" fmla="*/ 4752864 h 5292726"/>
              <a:gd name="connsiteX1191" fmla="*/ 1996679 w 3386022"/>
              <a:gd name="connsiteY1191" fmla="*/ 4758532 h 5292726"/>
              <a:gd name="connsiteX1192" fmla="*/ 1990404 w 3386022"/>
              <a:gd name="connsiteY1192" fmla="*/ 4755244 h 5292726"/>
              <a:gd name="connsiteX1193" fmla="*/ 1984066 w 3386022"/>
              <a:gd name="connsiteY1193" fmla="*/ 4751912 h 5292726"/>
              <a:gd name="connsiteX1194" fmla="*/ 1977727 w 3386022"/>
              <a:gd name="connsiteY1194" fmla="*/ 4748581 h 5292726"/>
              <a:gd name="connsiteX1195" fmla="*/ 1972017 w 3386022"/>
              <a:gd name="connsiteY1195" fmla="*/ 4745595 h 5292726"/>
              <a:gd name="connsiteX1196" fmla="*/ 1982246 w 3386022"/>
              <a:gd name="connsiteY1196" fmla="*/ 4742350 h 5292726"/>
              <a:gd name="connsiteX1197" fmla="*/ 1990529 w 3386022"/>
              <a:gd name="connsiteY1197" fmla="*/ 4737028 h 5292726"/>
              <a:gd name="connsiteX1198" fmla="*/ 1997809 w 3386022"/>
              <a:gd name="connsiteY1198" fmla="*/ 4730927 h 5292726"/>
              <a:gd name="connsiteX1199" fmla="*/ 2006470 w 3386022"/>
              <a:gd name="connsiteY1199" fmla="*/ 4725086 h 5292726"/>
              <a:gd name="connsiteX1200" fmla="*/ 330786 w 3386022"/>
              <a:gd name="connsiteY1200" fmla="*/ 4724004 h 5292726"/>
              <a:gd name="connsiteX1201" fmla="*/ 337502 w 3386022"/>
              <a:gd name="connsiteY1201" fmla="*/ 4737676 h 5292726"/>
              <a:gd name="connsiteX1202" fmla="*/ 337563 w 3386022"/>
              <a:gd name="connsiteY1202" fmla="*/ 4737676 h 5292726"/>
              <a:gd name="connsiteX1203" fmla="*/ 342897 w 3386022"/>
              <a:gd name="connsiteY1203" fmla="*/ 4758575 h 5292726"/>
              <a:gd name="connsiteX1204" fmla="*/ 342583 w 3386022"/>
              <a:gd name="connsiteY1204" fmla="*/ 4781464 h 5292726"/>
              <a:gd name="connsiteX1205" fmla="*/ 332291 w 3386022"/>
              <a:gd name="connsiteY1205" fmla="*/ 4801238 h 5292726"/>
              <a:gd name="connsiteX1206" fmla="*/ 313340 w 3386022"/>
              <a:gd name="connsiteY1206" fmla="*/ 4788214 h 5292726"/>
              <a:gd name="connsiteX1207" fmla="*/ 314595 w 3386022"/>
              <a:gd name="connsiteY1207" fmla="*/ 4778522 h 5292726"/>
              <a:gd name="connsiteX1208" fmla="*/ 321247 w 3386022"/>
              <a:gd name="connsiteY1208" fmla="*/ 4770171 h 5292726"/>
              <a:gd name="connsiteX1209" fmla="*/ 318612 w 3386022"/>
              <a:gd name="connsiteY1209" fmla="*/ 4761128 h 5292726"/>
              <a:gd name="connsiteX1210" fmla="*/ 312398 w 3386022"/>
              <a:gd name="connsiteY1210" fmla="*/ 4752042 h 5292726"/>
              <a:gd name="connsiteX1211" fmla="*/ 314658 w 3386022"/>
              <a:gd name="connsiteY1211" fmla="*/ 4743432 h 5292726"/>
              <a:gd name="connsiteX1212" fmla="*/ 321937 w 3386022"/>
              <a:gd name="connsiteY1212" fmla="*/ 4734388 h 5292726"/>
              <a:gd name="connsiteX1213" fmla="*/ 330786 w 3386022"/>
              <a:gd name="connsiteY1213" fmla="*/ 4724004 h 5292726"/>
              <a:gd name="connsiteX1214" fmla="*/ 891369 w 3386022"/>
              <a:gd name="connsiteY1214" fmla="*/ 4719548 h 5292726"/>
              <a:gd name="connsiteX1215" fmla="*/ 912959 w 3386022"/>
              <a:gd name="connsiteY1215" fmla="*/ 4725215 h 5292726"/>
              <a:gd name="connsiteX1216" fmla="*/ 915092 w 3386022"/>
              <a:gd name="connsiteY1216" fmla="*/ 4738715 h 5292726"/>
              <a:gd name="connsiteX1217" fmla="*/ 899905 w 3386022"/>
              <a:gd name="connsiteY1217" fmla="*/ 4749965 h 5292726"/>
              <a:gd name="connsiteX1218" fmla="*/ 869531 w 3386022"/>
              <a:gd name="connsiteY1218" fmla="*/ 4748927 h 5292726"/>
              <a:gd name="connsiteX1219" fmla="*/ 883085 w 3386022"/>
              <a:gd name="connsiteY1219" fmla="*/ 4738715 h 5292726"/>
              <a:gd name="connsiteX1220" fmla="*/ 888734 w 3386022"/>
              <a:gd name="connsiteY1220" fmla="*/ 4733653 h 5292726"/>
              <a:gd name="connsiteX1221" fmla="*/ 890239 w 3386022"/>
              <a:gd name="connsiteY1221" fmla="*/ 4728894 h 5292726"/>
              <a:gd name="connsiteX1222" fmla="*/ 891369 w 3386022"/>
              <a:gd name="connsiteY1222" fmla="*/ 4719590 h 5292726"/>
              <a:gd name="connsiteX1223" fmla="*/ 1356706 w 3386022"/>
              <a:gd name="connsiteY1223" fmla="*/ 4718681 h 5292726"/>
              <a:gd name="connsiteX1224" fmla="*/ 1377665 w 3386022"/>
              <a:gd name="connsiteY1224" fmla="*/ 4728028 h 5292726"/>
              <a:gd name="connsiteX1225" fmla="*/ 1376034 w 3386022"/>
              <a:gd name="connsiteY1225" fmla="*/ 4733999 h 5292726"/>
              <a:gd name="connsiteX1226" fmla="*/ 1365052 w 3386022"/>
              <a:gd name="connsiteY1226" fmla="*/ 4745551 h 5292726"/>
              <a:gd name="connsiteX1227" fmla="*/ 1348987 w 3386022"/>
              <a:gd name="connsiteY1227" fmla="*/ 4766321 h 5292726"/>
              <a:gd name="connsiteX1228" fmla="*/ 1348987 w 3386022"/>
              <a:gd name="connsiteY1228" fmla="*/ 4766234 h 5292726"/>
              <a:gd name="connsiteX1229" fmla="*/ 1332166 w 3386022"/>
              <a:gd name="connsiteY1229" fmla="*/ 4799853 h 5292726"/>
              <a:gd name="connsiteX1230" fmla="*/ 1322628 w 3386022"/>
              <a:gd name="connsiteY1230" fmla="*/ 4796262 h 5292726"/>
              <a:gd name="connsiteX1231" fmla="*/ 1313967 w 3386022"/>
              <a:gd name="connsiteY1231" fmla="*/ 4792974 h 5292726"/>
              <a:gd name="connsiteX1232" fmla="*/ 1305873 w 3386022"/>
              <a:gd name="connsiteY1232" fmla="*/ 4789901 h 5292726"/>
              <a:gd name="connsiteX1233" fmla="*/ 1297967 w 3386022"/>
              <a:gd name="connsiteY1233" fmla="*/ 4786916 h 5292726"/>
              <a:gd name="connsiteX1234" fmla="*/ 1302797 w 3386022"/>
              <a:gd name="connsiteY1234" fmla="*/ 4785013 h 5292726"/>
              <a:gd name="connsiteX1235" fmla="*/ 1307818 w 3386022"/>
              <a:gd name="connsiteY1235" fmla="*/ 4783022 h 5292726"/>
              <a:gd name="connsiteX1236" fmla="*/ 1312963 w 3386022"/>
              <a:gd name="connsiteY1236" fmla="*/ 4780988 h 5292726"/>
              <a:gd name="connsiteX1237" fmla="*/ 1317169 w 3386022"/>
              <a:gd name="connsiteY1237" fmla="*/ 4779344 h 5292726"/>
              <a:gd name="connsiteX1238" fmla="*/ 1326833 w 3386022"/>
              <a:gd name="connsiteY1238" fmla="*/ 4753037 h 5292726"/>
              <a:gd name="connsiteX1239" fmla="*/ 1339885 w 3386022"/>
              <a:gd name="connsiteY1239" fmla="*/ 4729888 h 5292726"/>
              <a:gd name="connsiteX1240" fmla="*/ 1356706 w 3386022"/>
              <a:gd name="connsiteY1240" fmla="*/ 4718681 h 5292726"/>
              <a:gd name="connsiteX1241" fmla="*/ 1158083 w 3386022"/>
              <a:gd name="connsiteY1241" fmla="*/ 4708989 h 5292726"/>
              <a:gd name="connsiteX1242" fmla="*/ 1158083 w 3386022"/>
              <a:gd name="connsiteY1242" fmla="*/ 4709033 h 5292726"/>
              <a:gd name="connsiteX1243" fmla="*/ 1166115 w 3386022"/>
              <a:gd name="connsiteY1243" fmla="*/ 4710504 h 5292726"/>
              <a:gd name="connsiteX1244" fmla="*/ 1175968 w 3386022"/>
              <a:gd name="connsiteY1244" fmla="*/ 4712754 h 5292726"/>
              <a:gd name="connsiteX1245" fmla="*/ 1167119 w 3386022"/>
              <a:gd name="connsiteY1245" fmla="*/ 4717989 h 5292726"/>
              <a:gd name="connsiteX1246" fmla="*/ 1159275 w 3386022"/>
              <a:gd name="connsiteY1246" fmla="*/ 4718033 h 5292726"/>
              <a:gd name="connsiteX1247" fmla="*/ 1153564 w 3386022"/>
              <a:gd name="connsiteY1247" fmla="*/ 4715350 h 5292726"/>
              <a:gd name="connsiteX1248" fmla="*/ 1151242 w 3386022"/>
              <a:gd name="connsiteY1248" fmla="*/ 4712408 h 5292726"/>
              <a:gd name="connsiteX1249" fmla="*/ 1152811 w 3386022"/>
              <a:gd name="connsiteY1249" fmla="*/ 4709292 h 5292726"/>
              <a:gd name="connsiteX1250" fmla="*/ 1158083 w 3386022"/>
              <a:gd name="connsiteY1250" fmla="*/ 4708989 h 5292726"/>
              <a:gd name="connsiteX1251" fmla="*/ 1011923 w 3386022"/>
              <a:gd name="connsiteY1251" fmla="*/ 4708383 h 5292726"/>
              <a:gd name="connsiteX1252" fmla="*/ 1014871 w 3386022"/>
              <a:gd name="connsiteY1252" fmla="*/ 4708383 h 5292726"/>
              <a:gd name="connsiteX1253" fmla="*/ 1016253 w 3386022"/>
              <a:gd name="connsiteY1253" fmla="*/ 4709508 h 5292726"/>
              <a:gd name="connsiteX1254" fmla="*/ 1018260 w 3386022"/>
              <a:gd name="connsiteY1254" fmla="*/ 4712062 h 5292726"/>
              <a:gd name="connsiteX1255" fmla="*/ 1012236 w 3386022"/>
              <a:gd name="connsiteY1255" fmla="*/ 4712883 h 5292726"/>
              <a:gd name="connsiteX1256" fmla="*/ 1009476 w 3386022"/>
              <a:gd name="connsiteY1256" fmla="*/ 4712970 h 5292726"/>
              <a:gd name="connsiteX1257" fmla="*/ 1007844 w 3386022"/>
              <a:gd name="connsiteY1257" fmla="*/ 4711888 h 5292726"/>
              <a:gd name="connsiteX1258" fmla="*/ 1005083 w 3386022"/>
              <a:gd name="connsiteY1258" fmla="*/ 4709119 h 5292726"/>
              <a:gd name="connsiteX1259" fmla="*/ 1011923 w 3386022"/>
              <a:gd name="connsiteY1259" fmla="*/ 4708383 h 5292726"/>
              <a:gd name="connsiteX1260" fmla="*/ 1960720 w 3386022"/>
              <a:gd name="connsiteY1260" fmla="*/ 4699990 h 5292726"/>
              <a:gd name="connsiteX1261" fmla="*/ 1969067 w 3386022"/>
              <a:gd name="connsiteY1261" fmla="*/ 4700768 h 5292726"/>
              <a:gd name="connsiteX1262" fmla="*/ 1983501 w 3386022"/>
              <a:gd name="connsiteY1262" fmla="*/ 4703494 h 5292726"/>
              <a:gd name="connsiteX1263" fmla="*/ 2010486 w 3386022"/>
              <a:gd name="connsiteY1263" fmla="*/ 4706912 h 5292726"/>
              <a:gd name="connsiteX1264" fmla="*/ 2010109 w 3386022"/>
              <a:gd name="connsiteY1264" fmla="*/ 4708426 h 5292726"/>
              <a:gd name="connsiteX1265" fmla="*/ 2009733 w 3386022"/>
              <a:gd name="connsiteY1265" fmla="*/ 4709941 h 5292726"/>
              <a:gd name="connsiteX1266" fmla="*/ 2009357 w 3386022"/>
              <a:gd name="connsiteY1266" fmla="*/ 4711455 h 5292726"/>
              <a:gd name="connsiteX1267" fmla="*/ 2008980 w 3386022"/>
              <a:gd name="connsiteY1267" fmla="*/ 4712970 h 5292726"/>
              <a:gd name="connsiteX1268" fmla="*/ 1994044 w 3386022"/>
              <a:gd name="connsiteY1268" fmla="*/ 4711715 h 5292726"/>
              <a:gd name="connsiteX1269" fmla="*/ 1979359 w 3386022"/>
              <a:gd name="connsiteY1269" fmla="*/ 4711888 h 5292726"/>
              <a:gd name="connsiteX1270" fmla="*/ 1965302 w 3386022"/>
              <a:gd name="connsiteY1270" fmla="*/ 4715220 h 5292726"/>
              <a:gd name="connsiteX1271" fmla="*/ 1952249 w 3386022"/>
              <a:gd name="connsiteY1271" fmla="*/ 4723484 h 5292726"/>
              <a:gd name="connsiteX1272" fmla="*/ 1952249 w 3386022"/>
              <a:gd name="connsiteY1272" fmla="*/ 4706263 h 5292726"/>
              <a:gd name="connsiteX1273" fmla="*/ 1952123 w 3386022"/>
              <a:gd name="connsiteY1273" fmla="*/ 4706220 h 5292726"/>
              <a:gd name="connsiteX1274" fmla="*/ 1952123 w 3386022"/>
              <a:gd name="connsiteY1274" fmla="*/ 4702369 h 5292726"/>
              <a:gd name="connsiteX1275" fmla="*/ 1960720 w 3386022"/>
              <a:gd name="connsiteY1275" fmla="*/ 4699990 h 5292726"/>
              <a:gd name="connsiteX1276" fmla="*/ 807340 w 3386022"/>
              <a:gd name="connsiteY1276" fmla="*/ 4697827 h 5292726"/>
              <a:gd name="connsiteX1277" fmla="*/ 808344 w 3386022"/>
              <a:gd name="connsiteY1277" fmla="*/ 4698043 h 5292726"/>
              <a:gd name="connsiteX1278" fmla="*/ 809348 w 3386022"/>
              <a:gd name="connsiteY1278" fmla="*/ 4698259 h 5292726"/>
              <a:gd name="connsiteX1279" fmla="*/ 810351 w 3386022"/>
              <a:gd name="connsiteY1279" fmla="*/ 4698476 h 5292726"/>
              <a:gd name="connsiteX1280" fmla="*/ 811357 w 3386022"/>
              <a:gd name="connsiteY1280" fmla="*/ 4698691 h 5292726"/>
              <a:gd name="connsiteX1281" fmla="*/ 809976 w 3386022"/>
              <a:gd name="connsiteY1281" fmla="*/ 4699038 h 5292726"/>
              <a:gd name="connsiteX1282" fmla="*/ 808595 w 3386022"/>
              <a:gd name="connsiteY1282" fmla="*/ 4699384 h 5292726"/>
              <a:gd name="connsiteX1283" fmla="*/ 807215 w 3386022"/>
              <a:gd name="connsiteY1283" fmla="*/ 4699731 h 5292726"/>
              <a:gd name="connsiteX1284" fmla="*/ 805834 w 3386022"/>
              <a:gd name="connsiteY1284" fmla="*/ 4700077 h 5292726"/>
              <a:gd name="connsiteX1285" fmla="*/ 806211 w 3386022"/>
              <a:gd name="connsiteY1285" fmla="*/ 4699514 h 5292726"/>
              <a:gd name="connsiteX1286" fmla="*/ 806587 w 3386022"/>
              <a:gd name="connsiteY1286" fmla="*/ 4698952 h 5292726"/>
              <a:gd name="connsiteX1287" fmla="*/ 806964 w 3386022"/>
              <a:gd name="connsiteY1287" fmla="*/ 4698389 h 5292726"/>
              <a:gd name="connsiteX1288" fmla="*/ 807340 w 3386022"/>
              <a:gd name="connsiteY1288" fmla="*/ 4697827 h 5292726"/>
              <a:gd name="connsiteX1289" fmla="*/ 1849707 w 3386022"/>
              <a:gd name="connsiteY1289" fmla="*/ 4697091 h 5292726"/>
              <a:gd name="connsiteX1290" fmla="*/ 1873616 w 3386022"/>
              <a:gd name="connsiteY1290" fmla="*/ 4698086 h 5292726"/>
              <a:gd name="connsiteX1291" fmla="*/ 1910390 w 3386022"/>
              <a:gd name="connsiteY1291" fmla="*/ 4703235 h 5292726"/>
              <a:gd name="connsiteX1292" fmla="*/ 1894702 w 3386022"/>
              <a:gd name="connsiteY1292" fmla="*/ 4706697 h 5292726"/>
              <a:gd name="connsiteX1293" fmla="*/ 1894702 w 3386022"/>
              <a:gd name="connsiteY1293" fmla="*/ 4706740 h 5292726"/>
              <a:gd name="connsiteX1294" fmla="*/ 1881774 w 3386022"/>
              <a:gd name="connsiteY1294" fmla="*/ 4709596 h 5292726"/>
              <a:gd name="connsiteX1295" fmla="*/ 1870478 w 3386022"/>
              <a:gd name="connsiteY1295" fmla="*/ 4712105 h 5292726"/>
              <a:gd name="connsiteX1296" fmla="*/ 1859622 w 3386022"/>
              <a:gd name="connsiteY1296" fmla="*/ 4714485 h 5292726"/>
              <a:gd name="connsiteX1297" fmla="*/ 1843431 w 3386022"/>
              <a:gd name="connsiteY1297" fmla="*/ 4701980 h 5292726"/>
              <a:gd name="connsiteX1298" fmla="*/ 1849707 w 3386022"/>
              <a:gd name="connsiteY1298" fmla="*/ 4697091 h 5292726"/>
              <a:gd name="connsiteX1299" fmla="*/ 1803832 w 3386022"/>
              <a:gd name="connsiteY1299" fmla="*/ 4692677 h 5292726"/>
              <a:gd name="connsiteX1300" fmla="*/ 1803894 w 3386022"/>
              <a:gd name="connsiteY1300" fmla="*/ 4692677 h 5292726"/>
              <a:gd name="connsiteX1301" fmla="*/ 1810233 w 3386022"/>
              <a:gd name="connsiteY1301" fmla="*/ 4693932 h 5292726"/>
              <a:gd name="connsiteX1302" fmla="*/ 1823725 w 3386022"/>
              <a:gd name="connsiteY1302" fmla="*/ 4697783 h 5292726"/>
              <a:gd name="connsiteX1303" fmla="*/ 1813308 w 3386022"/>
              <a:gd name="connsiteY1303" fmla="*/ 4703235 h 5292726"/>
              <a:gd name="connsiteX1304" fmla="*/ 1808036 w 3386022"/>
              <a:gd name="connsiteY1304" fmla="*/ 4705441 h 5292726"/>
              <a:gd name="connsiteX1305" fmla="*/ 1802577 w 3386022"/>
              <a:gd name="connsiteY1305" fmla="*/ 4704359 h 5292726"/>
              <a:gd name="connsiteX1306" fmla="*/ 1791720 w 3386022"/>
              <a:gd name="connsiteY1306" fmla="*/ 4699903 h 5292726"/>
              <a:gd name="connsiteX1307" fmla="*/ 1799439 w 3386022"/>
              <a:gd name="connsiteY1307" fmla="*/ 4694495 h 5292726"/>
              <a:gd name="connsiteX1308" fmla="*/ 1803832 w 3386022"/>
              <a:gd name="connsiteY1308" fmla="*/ 4692677 h 5292726"/>
              <a:gd name="connsiteX1309" fmla="*/ 1120682 w 3386022"/>
              <a:gd name="connsiteY1309" fmla="*/ 4687095 h 5292726"/>
              <a:gd name="connsiteX1310" fmla="*/ 1115160 w 3386022"/>
              <a:gd name="connsiteY1310" fmla="*/ 4758316 h 5292726"/>
              <a:gd name="connsiteX1311" fmla="*/ 1093886 w 3386022"/>
              <a:gd name="connsiteY1311" fmla="*/ 4807772 h 5292726"/>
              <a:gd name="connsiteX1312" fmla="*/ 1072799 w 3386022"/>
              <a:gd name="connsiteY1312" fmla="*/ 4831743 h 5292726"/>
              <a:gd name="connsiteX1313" fmla="*/ 1067778 w 3386022"/>
              <a:gd name="connsiteY1313" fmla="*/ 4826421 h 5292726"/>
              <a:gd name="connsiteX1314" fmla="*/ 1087295 w 3386022"/>
              <a:gd name="connsiteY1314" fmla="*/ 4758705 h 5292726"/>
              <a:gd name="connsiteX1315" fmla="*/ 1092003 w 3386022"/>
              <a:gd name="connsiteY1315" fmla="*/ 4715610 h 5292726"/>
              <a:gd name="connsiteX1316" fmla="*/ 1097839 w 3386022"/>
              <a:gd name="connsiteY1316" fmla="*/ 4693110 h 5292726"/>
              <a:gd name="connsiteX1317" fmla="*/ 1097839 w 3386022"/>
              <a:gd name="connsiteY1317" fmla="*/ 4693066 h 5292726"/>
              <a:gd name="connsiteX1318" fmla="*/ 1120682 w 3386022"/>
              <a:gd name="connsiteY1318" fmla="*/ 4687095 h 5292726"/>
              <a:gd name="connsiteX1319" fmla="*/ 2275000 w 3386022"/>
              <a:gd name="connsiteY1319" fmla="*/ 4686620 h 5292726"/>
              <a:gd name="connsiteX1320" fmla="*/ 2278452 w 3386022"/>
              <a:gd name="connsiteY1320" fmla="*/ 4689129 h 5292726"/>
              <a:gd name="connsiteX1321" fmla="*/ 2278828 w 3386022"/>
              <a:gd name="connsiteY1321" fmla="*/ 4691812 h 5292726"/>
              <a:gd name="connsiteX1322" fmla="*/ 2273682 w 3386022"/>
              <a:gd name="connsiteY1322" fmla="*/ 4696138 h 5292726"/>
              <a:gd name="connsiteX1323" fmla="*/ 2267720 w 3386022"/>
              <a:gd name="connsiteY1323" fmla="*/ 4696268 h 5292726"/>
              <a:gd name="connsiteX1324" fmla="*/ 2267595 w 3386022"/>
              <a:gd name="connsiteY1324" fmla="*/ 4696312 h 5292726"/>
              <a:gd name="connsiteX1325" fmla="*/ 2262010 w 3386022"/>
              <a:gd name="connsiteY1325" fmla="*/ 4694408 h 5292726"/>
              <a:gd name="connsiteX1326" fmla="*/ 2257993 w 3386022"/>
              <a:gd name="connsiteY1326" fmla="*/ 4692547 h 5292726"/>
              <a:gd name="connsiteX1327" fmla="*/ 2268223 w 3386022"/>
              <a:gd name="connsiteY1327" fmla="*/ 4686879 h 5292726"/>
              <a:gd name="connsiteX1328" fmla="*/ 2275000 w 3386022"/>
              <a:gd name="connsiteY1328" fmla="*/ 4686620 h 5292726"/>
              <a:gd name="connsiteX1329" fmla="*/ 954250 w 3386022"/>
              <a:gd name="connsiteY1329" fmla="*/ 4684586 h 5292726"/>
              <a:gd name="connsiteX1330" fmla="*/ 963289 w 3386022"/>
              <a:gd name="connsiteY1330" fmla="*/ 4689908 h 5292726"/>
              <a:gd name="connsiteX1331" fmla="*/ 966550 w 3386022"/>
              <a:gd name="connsiteY1331" fmla="*/ 4693629 h 5292726"/>
              <a:gd name="connsiteX1332" fmla="*/ 964167 w 3386022"/>
              <a:gd name="connsiteY1332" fmla="*/ 4697481 h 5292726"/>
              <a:gd name="connsiteX1333" fmla="*/ 956385 w 3386022"/>
              <a:gd name="connsiteY1333" fmla="*/ 4703191 h 5292726"/>
              <a:gd name="connsiteX1334" fmla="*/ 955820 w 3386022"/>
              <a:gd name="connsiteY1334" fmla="*/ 4698432 h 5292726"/>
              <a:gd name="connsiteX1335" fmla="*/ 955317 w 3386022"/>
              <a:gd name="connsiteY1335" fmla="*/ 4693976 h 5292726"/>
              <a:gd name="connsiteX1336" fmla="*/ 954816 w 3386022"/>
              <a:gd name="connsiteY1336" fmla="*/ 4689475 h 5292726"/>
              <a:gd name="connsiteX1337" fmla="*/ 954250 w 3386022"/>
              <a:gd name="connsiteY1337" fmla="*/ 4684629 h 5292726"/>
              <a:gd name="connsiteX1338" fmla="*/ 862375 w 3386022"/>
              <a:gd name="connsiteY1338" fmla="*/ 4683331 h 5292726"/>
              <a:gd name="connsiteX1339" fmla="*/ 864321 w 3386022"/>
              <a:gd name="connsiteY1339" fmla="*/ 4683721 h 5292726"/>
              <a:gd name="connsiteX1340" fmla="*/ 865137 w 3386022"/>
              <a:gd name="connsiteY1340" fmla="*/ 4683981 h 5292726"/>
              <a:gd name="connsiteX1341" fmla="*/ 865011 w 3386022"/>
              <a:gd name="connsiteY1341" fmla="*/ 4684586 h 5292726"/>
              <a:gd name="connsiteX1342" fmla="*/ 864133 w 3386022"/>
              <a:gd name="connsiteY1342" fmla="*/ 4685970 h 5292726"/>
              <a:gd name="connsiteX1343" fmla="*/ 862314 w 3386022"/>
              <a:gd name="connsiteY1343" fmla="*/ 4685625 h 5292726"/>
              <a:gd name="connsiteX1344" fmla="*/ 861497 w 3386022"/>
              <a:gd name="connsiteY1344" fmla="*/ 4685365 h 5292726"/>
              <a:gd name="connsiteX1345" fmla="*/ 861560 w 3386022"/>
              <a:gd name="connsiteY1345" fmla="*/ 4684760 h 5292726"/>
              <a:gd name="connsiteX1346" fmla="*/ 862375 w 3386022"/>
              <a:gd name="connsiteY1346" fmla="*/ 4683374 h 5292726"/>
              <a:gd name="connsiteX1347" fmla="*/ 911386 w 3386022"/>
              <a:gd name="connsiteY1347" fmla="*/ 4674850 h 5292726"/>
              <a:gd name="connsiteX1348" fmla="*/ 912391 w 3386022"/>
              <a:gd name="connsiteY1348" fmla="*/ 4675024 h 5292726"/>
              <a:gd name="connsiteX1349" fmla="*/ 913395 w 3386022"/>
              <a:gd name="connsiteY1349" fmla="*/ 4675196 h 5292726"/>
              <a:gd name="connsiteX1350" fmla="*/ 914400 w 3386022"/>
              <a:gd name="connsiteY1350" fmla="*/ 4675370 h 5292726"/>
              <a:gd name="connsiteX1351" fmla="*/ 915405 w 3386022"/>
              <a:gd name="connsiteY1351" fmla="*/ 4675542 h 5292726"/>
              <a:gd name="connsiteX1352" fmla="*/ 915341 w 3386022"/>
              <a:gd name="connsiteY1352" fmla="*/ 4676580 h 5292726"/>
              <a:gd name="connsiteX1353" fmla="*/ 915152 w 3386022"/>
              <a:gd name="connsiteY1353" fmla="*/ 4677057 h 5292726"/>
              <a:gd name="connsiteX1354" fmla="*/ 915089 w 3386022"/>
              <a:gd name="connsiteY1354" fmla="*/ 4677187 h 5292726"/>
              <a:gd name="connsiteX1355" fmla="*/ 913898 w 3386022"/>
              <a:gd name="connsiteY1355" fmla="*/ 4677403 h 5292726"/>
              <a:gd name="connsiteX1356" fmla="*/ 910885 w 3386022"/>
              <a:gd name="connsiteY1356" fmla="*/ 4677620 h 5292726"/>
              <a:gd name="connsiteX1357" fmla="*/ 911011 w 3386022"/>
              <a:gd name="connsiteY1357" fmla="*/ 4676928 h 5292726"/>
              <a:gd name="connsiteX1358" fmla="*/ 911137 w 3386022"/>
              <a:gd name="connsiteY1358" fmla="*/ 4676234 h 5292726"/>
              <a:gd name="connsiteX1359" fmla="*/ 911261 w 3386022"/>
              <a:gd name="connsiteY1359" fmla="*/ 4675542 h 5292726"/>
              <a:gd name="connsiteX1360" fmla="*/ 911386 w 3386022"/>
              <a:gd name="connsiteY1360" fmla="*/ 4674850 h 5292726"/>
              <a:gd name="connsiteX1361" fmla="*/ 1324888 w 3386022"/>
              <a:gd name="connsiteY1361" fmla="*/ 4665635 h 5292726"/>
              <a:gd name="connsiteX1362" fmla="*/ 1329657 w 3386022"/>
              <a:gd name="connsiteY1362" fmla="*/ 4667192 h 5292726"/>
              <a:gd name="connsiteX1363" fmla="*/ 1346476 w 3386022"/>
              <a:gd name="connsiteY1363" fmla="*/ 4674245 h 5292726"/>
              <a:gd name="connsiteX1364" fmla="*/ 1368880 w 3386022"/>
              <a:gd name="connsiteY1364" fmla="*/ 4680345 h 5292726"/>
              <a:gd name="connsiteX1365" fmla="*/ 1381932 w 3386022"/>
              <a:gd name="connsiteY1365" fmla="*/ 4687571 h 5292726"/>
              <a:gd name="connsiteX1366" fmla="*/ 1370699 w 3386022"/>
              <a:gd name="connsiteY1366" fmla="*/ 4697999 h 5292726"/>
              <a:gd name="connsiteX1367" fmla="*/ 1357395 w 3386022"/>
              <a:gd name="connsiteY1367" fmla="*/ 4697134 h 5292726"/>
              <a:gd name="connsiteX1368" fmla="*/ 1338632 w 3386022"/>
              <a:gd name="connsiteY1368" fmla="*/ 4689865 h 5292726"/>
              <a:gd name="connsiteX1369" fmla="*/ 1321248 w 3386022"/>
              <a:gd name="connsiteY1369" fmla="*/ 4680345 h 5292726"/>
              <a:gd name="connsiteX1370" fmla="*/ 1312086 w 3386022"/>
              <a:gd name="connsiteY1370" fmla="*/ 4672687 h 5292726"/>
              <a:gd name="connsiteX1371" fmla="*/ 1315097 w 3386022"/>
              <a:gd name="connsiteY1371" fmla="*/ 4670307 h 5292726"/>
              <a:gd name="connsiteX1372" fmla="*/ 1315035 w 3386022"/>
              <a:gd name="connsiteY1372" fmla="*/ 4670307 h 5292726"/>
              <a:gd name="connsiteX1373" fmla="*/ 1319680 w 3386022"/>
              <a:gd name="connsiteY1373" fmla="*/ 4667321 h 5292726"/>
              <a:gd name="connsiteX1374" fmla="*/ 1324888 w 3386022"/>
              <a:gd name="connsiteY1374" fmla="*/ 4665635 h 5292726"/>
              <a:gd name="connsiteX1375" fmla="*/ 2265587 w 3386022"/>
              <a:gd name="connsiteY1375" fmla="*/ 4665115 h 5292726"/>
              <a:gd name="connsiteX1376" fmla="*/ 2266779 w 3386022"/>
              <a:gd name="connsiteY1376" fmla="*/ 4666499 h 5292726"/>
              <a:gd name="connsiteX1377" fmla="*/ 2267156 w 3386022"/>
              <a:gd name="connsiteY1377" fmla="*/ 4667193 h 5292726"/>
              <a:gd name="connsiteX1378" fmla="*/ 2266528 w 3386022"/>
              <a:gd name="connsiteY1378" fmla="*/ 4667798 h 5292726"/>
              <a:gd name="connsiteX1379" fmla="*/ 2264771 w 3386022"/>
              <a:gd name="connsiteY1379" fmla="*/ 4669010 h 5292726"/>
              <a:gd name="connsiteX1380" fmla="*/ 2263516 w 3386022"/>
              <a:gd name="connsiteY1380" fmla="*/ 4667624 h 5292726"/>
              <a:gd name="connsiteX1381" fmla="*/ 2263139 w 3386022"/>
              <a:gd name="connsiteY1381" fmla="*/ 4666932 h 5292726"/>
              <a:gd name="connsiteX1382" fmla="*/ 2263767 w 3386022"/>
              <a:gd name="connsiteY1382" fmla="*/ 4666327 h 5292726"/>
              <a:gd name="connsiteX1383" fmla="*/ 2263830 w 3386022"/>
              <a:gd name="connsiteY1383" fmla="*/ 4666327 h 5292726"/>
              <a:gd name="connsiteX1384" fmla="*/ 2265587 w 3386022"/>
              <a:gd name="connsiteY1384" fmla="*/ 4665115 h 5292726"/>
              <a:gd name="connsiteX1385" fmla="*/ 843989 w 3386022"/>
              <a:gd name="connsiteY1385" fmla="*/ 4661350 h 5292726"/>
              <a:gd name="connsiteX1386" fmla="*/ 846311 w 3386022"/>
              <a:gd name="connsiteY1386" fmla="*/ 4666457 h 5292726"/>
              <a:gd name="connsiteX1387" fmla="*/ 848006 w 3386022"/>
              <a:gd name="connsiteY1387" fmla="*/ 4671562 h 5292726"/>
              <a:gd name="connsiteX1388" fmla="*/ 847001 w 3386022"/>
              <a:gd name="connsiteY1388" fmla="*/ 4676754 h 5292726"/>
              <a:gd name="connsiteX1389" fmla="*/ 841228 w 3386022"/>
              <a:gd name="connsiteY1389" fmla="*/ 4682076 h 5292726"/>
              <a:gd name="connsiteX1390" fmla="*/ 834954 w 3386022"/>
              <a:gd name="connsiteY1390" fmla="*/ 4681427 h 5292726"/>
              <a:gd name="connsiteX1391" fmla="*/ 830247 w 3386022"/>
              <a:gd name="connsiteY1391" fmla="*/ 4675239 h 5292726"/>
              <a:gd name="connsiteX1392" fmla="*/ 831752 w 3386022"/>
              <a:gd name="connsiteY1392" fmla="*/ 4667278 h 5292726"/>
              <a:gd name="connsiteX1393" fmla="*/ 831690 w 3386022"/>
              <a:gd name="connsiteY1393" fmla="*/ 4667278 h 5292726"/>
              <a:gd name="connsiteX1394" fmla="*/ 843989 w 3386022"/>
              <a:gd name="connsiteY1394" fmla="*/ 4661350 h 5292726"/>
              <a:gd name="connsiteX1395" fmla="*/ 692942 w 3386022"/>
              <a:gd name="connsiteY1395" fmla="*/ 4654168 h 5292726"/>
              <a:gd name="connsiteX1396" fmla="*/ 699470 w 3386022"/>
              <a:gd name="connsiteY1396" fmla="*/ 4658019 h 5292726"/>
              <a:gd name="connsiteX1397" fmla="*/ 703234 w 3386022"/>
              <a:gd name="connsiteY1397" fmla="*/ 4662000 h 5292726"/>
              <a:gd name="connsiteX1398" fmla="*/ 703172 w 3386022"/>
              <a:gd name="connsiteY1398" fmla="*/ 4661957 h 5292726"/>
              <a:gd name="connsiteX1399" fmla="*/ 705558 w 3386022"/>
              <a:gd name="connsiteY1399" fmla="*/ 4668490 h 5292726"/>
              <a:gd name="connsiteX1400" fmla="*/ 708005 w 3386022"/>
              <a:gd name="connsiteY1400" fmla="*/ 4679956 h 5292726"/>
              <a:gd name="connsiteX1401" fmla="*/ 694700 w 3386022"/>
              <a:gd name="connsiteY1401" fmla="*/ 4679005 h 5292726"/>
              <a:gd name="connsiteX1402" fmla="*/ 687357 w 3386022"/>
              <a:gd name="connsiteY1402" fmla="*/ 4671606 h 5292726"/>
              <a:gd name="connsiteX1403" fmla="*/ 686542 w 3386022"/>
              <a:gd name="connsiteY1403" fmla="*/ 4661914 h 5292726"/>
              <a:gd name="connsiteX1404" fmla="*/ 692942 w 3386022"/>
              <a:gd name="connsiteY1404" fmla="*/ 4654168 h 5292726"/>
              <a:gd name="connsiteX1405" fmla="*/ 1024286 w 3386022"/>
              <a:gd name="connsiteY1405" fmla="*/ 4653519 h 5292726"/>
              <a:gd name="connsiteX1406" fmla="*/ 1026670 w 3386022"/>
              <a:gd name="connsiteY1406" fmla="*/ 4658539 h 5292726"/>
              <a:gd name="connsiteX1407" fmla="*/ 1026921 w 3386022"/>
              <a:gd name="connsiteY1407" fmla="*/ 4660702 h 5292726"/>
              <a:gd name="connsiteX1408" fmla="*/ 1026983 w 3386022"/>
              <a:gd name="connsiteY1408" fmla="*/ 4660745 h 5292726"/>
              <a:gd name="connsiteX1409" fmla="*/ 1023847 w 3386022"/>
              <a:gd name="connsiteY1409" fmla="*/ 4661653 h 5292726"/>
              <a:gd name="connsiteX1410" fmla="*/ 1016128 w 3386022"/>
              <a:gd name="connsiteY1410" fmla="*/ 4662822 h 5292726"/>
              <a:gd name="connsiteX1411" fmla="*/ 1015436 w 3386022"/>
              <a:gd name="connsiteY1411" fmla="*/ 4657760 h 5292726"/>
              <a:gd name="connsiteX1412" fmla="*/ 1015875 w 3386022"/>
              <a:gd name="connsiteY1412" fmla="*/ 4655597 h 5292726"/>
              <a:gd name="connsiteX1413" fmla="*/ 1018448 w 3386022"/>
              <a:gd name="connsiteY1413" fmla="*/ 4654731 h 5292726"/>
              <a:gd name="connsiteX1414" fmla="*/ 1024286 w 3386022"/>
              <a:gd name="connsiteY1414" fmla="*/ 4653519 h 5292726"/>
              <a:gd name="connsiteX1415" fmla="*/ 1958023 w 3386022"/>
              <a:gd name="connsiteY1415" fmla="*/ 4650447 h 5292726"/>
              <a:gd name="connsiteX1416" fmla="*/ 1967624 w 3386022"/>
              <a:gd name="connsiteY1416" fmla="*/ 4677274 h 5292726"/>
              <a:gd name="connsiteX1417" fmla="*/ 1963544 w 3386022"/>
              <a:gd name="connsiteY1417" fmla="*/ 4688912 h 5292726"/>
              <a:gd name="connsiteX1418" fmla="*/ 1956516 w 3386022"/>
              <a:gd name="connsiteY1418" fmla="*/ 4680649 h 5292726"/>
              <a:gd name="connsiteX1419" fmla="*/ 1956516 w 3386022"/>
              <a:gd name="connsiteY1419" fmla="*/ 4680606 h 5292726"/>
              <a:gd name="connsiteX1420" fmla="*/ 1958023 w 3386022"/>
              <a:gd name="connsiteY1420" fmla="*/ 4650447 h 5292726"/>
              <a:gd name="connsiteX1421" fmla="*/ 1957018 w 3386022"/>
              <a:gd name="connsiteY1421" fmla="*/ 4648760 h 5292726"/>
              <a:gd name="connsiteX1422" fmla="*/ 1957332 w 3386022"/>
              <a:gd name="connsiteY1422" fmla="*/ 4648932 h 5292726"/>
              <a:gd name="connsiteX1423" fmla="*/ 1957645 w 3386022"/>
              <a:gd name="connsiteY1423" fmla="*/ 4649106 h 5292726"/>
              <a:gd name="connsiteX1424" fmla="*/ 1957959 w 3386022"/>
              <a:gd name="connsiteY1424" fmla="*/ 4649279 h 5292726"/>
              <a:gd name="connsiteX1425" fmla="*/ 1957897 w 3386022"/>
              <a:gd name="connsiteY1425" fmla="*/ 4649279 h 5292726"/>
              <a:gd name="connsiteX1426" fmla="*/ 1958210 w 3386022"/>
              <a:gd name="connsiteY1426" fmla="*/ 4649452 h 5292726"/>
              <a:gd name="connsiteX1427" fmla="*/ 1958022 w 3386022"/>
              <a:gd name="connsiteY1427" fmla="*/ 4650447 h 5292726"/>
              <a:gd name="connsiteX1428" fmla="*/ 1957018 w 3386022"/>
              <a:gd name="connsiteY1428" fmla="*/ 4648760 h 5292726"/>
              <a:gd name="connsiteX1429" fmla="*/ 920362 w 3386022"/>
              <a:gd name="connsiteY1429" fmla="*/ 4647332 h 5292726"/>
              <a:gd name="connsiteX1430" fmla="*/ 921240 w 3386022"/>
              <a:gd name="connsiteY1430" fmla="*/ 4647505 h 5292726"/>
              <a:gd name="connsiteX1431" fmla="*/ 922057 w 3386022"/>
              <a:gd name="connsiteY1431" fmla="*/ 4647678 h 5292726"/>
              <a:gd name="connsiteX1432" fmla="*/ 922935 w 3386022"/>
              <a:gd name="connsiteY1432" fmla="*/ 4647851 h 5292726"/>
              <a:gd name="connsiteX1433" fmla="*/ 923813 w 3386022"/>
              <a:gd name="connsiteY1433" fmla="*/ 4648024 h 5292726"/>
              <a:gd name="connsiteX1434" fmla="*/ 922998 w 3386022"/>
              <a:gd name="connsiteY1434" fmla="*/ 4648197 h 5292726"/>
              <a:gd name="connsiteX1435" fmla="*/ 922119 w 3386022"/>
              <a:gd name="connsiteY1435" fmla="*/ 4648370 h 5292726"/>
              <a:gd name="connsiteX1436" fmla="*/ 921240 w 3386022"/>
              <a:gd name="connsiteY1436" fmla="*/ 4648543 h 5292726"/>
              <a:gd name="connsiteX1437" fmla="*/ 920362 w 3386022"/>
              <a:gd name="connsiteY1437" fmla="*/ 4648673 h 5292726"/>
              <a:gd name="connsiteX1438" fmla="*/ 920362 w 3386022"/>
              <a:gd name="connsiteY1438" fmla="*/ 4648370 h 5292726"/>
              <a:gd name="connsiteX1439" fmla="*/ 920362 w 3386022"/>
              <a:gd name="connsiteY1439" fmla="*/ 4648024 h 5292726"/>
              <a:gd name="connsiteX1440" fmla="*/ 920362 w 3386022"/>
              <a:gd name="connsiteY1440" fmla="*/ 4647678 h 5292726"/>
              <a:gd name="connsiteX1441" fmla="*/ 2258683 w 3386022"/>
              <a:gd name="connsiteY1441" fmla="*/ 4643091 h 5292726"/>
              <a:gd name="connsiteX1442" fmla="*/ 2266527 w 3386022"/>
              <a:gd name="connsiteY1442" fmla="*/ 4645903 h 5292726"/>
              <a:gd name="connsiteX1443" fmla="*/ 2269352 w 3386022"/>
              <a:gd name="connsiteY1443" fmla="*/ 4647332 h 5292726"/>
              <a:gd name="connsiteX1444" fmla="*/ 2268473 w 3386022"/>
              <a:gd name="connsiteY1444" fmla="*/ 4648889 h 5292726"/>
              <a:gd name="connsiteX1445" fmla="*/ 2268410 w 3386022"/>
              <a:gd name="connsiteY1445" fmla="*/ 4648846 h 5292726"/>
              <a:gd name="connsiteX1446" fmla="*/ 2265022 w 3386022"/>
              <a:gd name="connsiteY1446" fmla="*/ 4652004 h 5292726"/>
              <a:gd name="connsiteX1447" fmla="*/ 2257240 w 3386022"/>
              <a:gd name="connsiteY1447" fmla="*/ 4648629 h 5292726"/>
              <a:gd name="connsiteX1448" fmla="*/ 2254415 w 3386022"/>
              <a:gd name="connsiteY1448" fmla="*/ 4647028 h 5292726"/>
              <a:gd name="connsiteX1449" fmla="*/ 2255295 w 3386022"/>
              <a:gd name="connsiteY1449" fmla="*/ 4645687 h 5292726"/>
              <a:gd name="connsiteX1450" fmla="*/ 2258683 w 3386022"/>
              <a:gd name="connsiteY1450" fmla="*/ 4643091 h 5292726"/>
              <a:gd name="connsiteX1451" fmla="*/ 1360533 w 3386022"/>
              <a:gd name="connsiteY1451" fmla="*/ 4638678 h 5292726"/>
              <a:gd name="connsiteX1452" fmla="*/ 1378355 w 3386022"/>
              <a:gd name="connsiteY1452" fmla="*/ 4640365 h 5292726"/>
              <a:gd name="connsiteX1453" fmla="*/ 1386451 w 3386022"/>
              <a:gd name="connsiteY1453" fmla="*/ 4645601 h 5292726"/>
              <a:gd name="connsiteX1454" fmla="*/ 1389525 w 3386022"/>
              <a:gd name="connsiteY1454" fmla="*/ 4652827 h 5292726"/>
              <a:gd name="connsiteX1455" fmla="*/ 1392286 w 3386022"/>
              <a:gd name="connsiteY1455" fmla="*/ 4660485 h 5292726"/>
              <a:gd name="connsiteX1456" fmla="*/ 1384757 w 3386022"/>
              <a:gd name="connsiteY1456" fmla="*/ 4661524 h 5292726"/>
              <a:gd name="connsiteX1457" fmla="*/ 1377225 w 3386022"/>
              <a:gd name="connsiteY1457" fmla="*/ 4662562 h 5292726"/>
              <a:gd name="connsiteX1458" fmla="*/ 1369445 w 3386022"/>
              <a:gd name="connsiteY1458" fmla="*/ 4663644 h 5292726"/>
              <a:gd name="connsiteX1459" fmla="*/ 1369382 w 3386022"/>
              <a:gd name="connsiteY1459" fmla="*/ 4663644 h 5292726"/>
              <a:gd name="connsiteX1460" fmla="*/ 1361224 w 3386022"/>
              <a:gd name="connsiteY1460" fmla="*/ 4664812 h 5292726"/>
              <a:gd name="connsiteX1461" fmla="*/ 1356015 w 3386022"/>
              <a:gd name="connsiteY1461" fmla="*/ 4657716 h 5292726"/>
              <a:gd name="connsiteX1462" fmla="*/ 1354822 w 3386022"/>
              <a:gd name="connsiteY1462" fmla="*/ 4651096 h 5292726"/>
              <a:gd name="connsiteX1463" fmla="*/ 1356643 w 3386022"/>
              <a:gd name="connsiteY1463" fmla="*/ 4644778 h 5292726"/>
              <a:gd name="connsiteX1464" fmla="*/ 1360533 w 3386022"/>
              <a:gd name="connsiteY1464" fmla="*/ 4638678 h 5292726"/>
              <a:gd name="connsiteX1465" fmla="*/ 568434 w 3386022"/>
              <a:gd name="connsiteY1465" fmla="*/ 4637121 h 5292726"/>
              <a:gd name="connsiteX1466" fmla="*/ 580799 w 3386022"/>
              <a:gd name="connsiteY1466" fmla="*/ 4639587 h 5292726"/>
              <a:gd name="connsiteX1467" fmla="*/ 578979 w 3386022"/>
              <a:gd name="connsiteY1467" fmla="*/ 4640885 h 5292726"/>
              <a:gd name="connsiteX1468" fmla="*/ 577472 w 3386022"/>
              <a:gd name="connsiteY1468" fmla="*/ 4641967 h 5292726"/>
              <a:gd name="connsiteX1469" fmla="*/ 576154 w 3386022"/>
              <a:gd name="connsiteY1469" fmla="*/ 4642918 h 5292726"/>
              <a:gd name="connsiteX1470" fmla="*/ 574962 w 3386022"/>
              <a:gd name="connsiteY1470" fmla="*/ 4643784 h 5292726"/>
              <a:gd name="connsiteX1471" fmla="*/ 568310 w 3386022"/>
              <a:gd name="connsiteY1471" fmla="*/ 4640019 h 5292726"/>
              <a:gd name="connsiteX1472" fmla="*/ 565172 w 3386022"/>
              <a:gd name="connsiteY1472" fmla="*/ 4637554 h 5292726"/>
              <a:gd name="connsiteX1473" fmla="*/ 565235 w 3386022"/>
              <a:gd name="connsiteY1473" fmla="*/ 4637510 h 5292726"/>
              <a:gd name="connsiteX1474" fmla="*/ 568434 w 3386022"/>
              <a:gd name="connsiteY1474" fmla="*/ 4637121 h 5292726"/>
              <a:gd name="connsiteX1475" fmla="*/ 1904178 w 3386022"/>
              <a:gd name="connsiteY1475" fmla="*/ 4636515 h 5292726"/>
              <a:gd name="connsiteX1476" fmla="*/ 1914470 w 3386022"/>
              <a:gd name="connsiteY1476" fmla="*/ 4639371 h 5292726"/>
              <a:gd name="connsiteX1477" fmla="*/ 1911394 w 3386022"/>
              <a:gd name="connsiteY1477" fmla="*/ 4647202 h 5292726"/>
              <a:gd name="connsiteX1478" fmla="*/ 1894074 w 3386022"/>
              <a:gd name="connsiteY1478" fmla="*/ 4651961 h 5292726"/>
              <a:gd name="connsiteX1479" fmla="*/ 1891501 w 3386022"/>
              <a:gd name="connsiteY1479" fmla="*/ 4651529 h 5292726"/>
              <a:gd name="connsiteX1480" fmla="*/ 1891439 w 3386022"/>
              <a:gd name="connsiteY1480" fmla="*/ 4651529 h 5292726"/>
              <a:gd name="connsiteX1481" fmla="*/ 1888614 w 3386022"/>
              <a:gd name="connsiteY1481" fmla="*/ 4650274 h 5292726"/>
              <a:gd name="connsiteX1482" fmla="*/ 1885289 w 3386022"/>
              <a:gd name="connsiteY1482" fmla="*/ 4648543 h 5292726"/>
              <a:gd name="connsiteX1483" fmla="*/ 1881397 w 3386022"/>
              <a:gd name="connsiteY1483" fmla="*/ 4646639 h 5292726"/>
              <a:gd name="connsiteX1484" fmla="*/ 1904178 w 3386022"/>
              <a:gd name="connsiteY1484" fmla="*/ 4636515 h 5292726"/>
              <a:gd name="connsiteX1485" fmla="*/ 1336234 w 3386022"/>
              <a:gd name="connsiteY1485" fmla="*/ 4633479 h 5292726"/>
              <a:gd name="connsiteX1486" fmla="*/ 1336308 w 3386022"/>
              <a:gd name="connsiteY1486" fmla="*/ 4633530 h 5292726"/>
              <a:gd name="connsiteX1487" fmla="*/ 1336182 w 3386022"/>
              <a:gd name="connsiteY1487" fmla="*/ 4633530 h 5292726"/>
              <a:gd name="connsiteX1488" fmla="*/ 1163231 w 3386022"/>
              <a:gd name="connsiteY1488" fmla="*/ 4631842 h 5292726"/>
              <a:gd name="connsiteX1489" fmla="*/ 1172707 w 3386022"/>
              <a:gd name="connsiteY1489" fmla="*/ 4640626 h 5292726"/>
              <a:gd name="connsiteX1490" fmla="*/ 1172707 w 3386022"/>
              <a:gd name="connsiteY1490" fmla="*/ 4640755 h 5292726"/>
              <a:gd name="connsiteX1491" fmla="*/ 1178292 w 3386022"/>
              <a:gd name="connsiteY1491" fmla="*/ 4650058 h 5292726"/>
              <a:gd name="connsiteX1492" fmla="*/ 1179548 w 3386022"/>
              <a:gd name="connsiteY1492" fmla="*/ 4659967 h 5292726"/>
              <a:gd name="connsiteX1493" fmla="*/ 1176222 w 3386022"/>
              <a:gd name="connsiteY1493" fmla="*/ 4670524 h 5292726"/>
              <a:gd name="connsiteX1494" fmla="*/ 1170198 w 3386022"/>
              <a:gd name="connsiteY1494" fmla="*/ 4670178 h 5292726"/>
              <a:gd name="connsiteX1495" fmla="*/ 1164424 w 3386022"/>
              <a:gd name="connsiteY1495" fmla="*/ 4669831 h 5292726"/>
              <a:gd name="connsiteX1496" fmla="*/ 1158587 w 3386022"/>
              <a:gd name="connsiteY1496" fmla="*/ 4669485 h 5292726"/>
              <a:gd name="connsiteX1497" fmla="*/ 1152436 w 3386022"/>
              <a:gd name="connsiteY1497" fmla="*/ 4669139 h 5292726"/>
              <a:gd name="connsiteX1498" fmla="*/ 1150367 w 3386022"/>
              <a:gd name="connsiteY1498" fmla="*/ 4664467 h 5292726"/>
              <a:gd name="connsiteX1499" fmla="*/ 1148171 w 3386022"/>
              <a:gd name="connsiteY1499" fmla="*/ 4659490 h 5292726"/>
              <a:gd name="connsiteX1500" fmla="*/ 1145659 w 3386022"/>
              <a:gd name="connsiteY1500" fmla="*/ 4653865 h 5292726"/>
              <a:gd name="connsiteX1501" fmla="*/ 1142709 w 3386022"/>
              <a:gd name="connsiteY1501" fmla="*/ 4647246 h 5292726"/>
              <a:gd name="connsiteX1502" fmla="*/ 1137752 w 3386022"/>
              <a:gd name="connsiteY1502" fmla="*/ 4652438 h 5292726"/>
              <a:gd name="connsiteX1503" fmla="*/ 1133485 w 3386022"/>
              <a:gd name="connsiteY1503" fmla="*/ 4656894 h 5292726"/>
              <a:gd name="connsiteX1504" fmla="*/ 1129656 w 3386022"/>
              <a:gd name="connsiteY1504" fmla="*/ 4660918 h 5292726"/>
              <a:gd name="connsiteX1505" fmla="*/ 1125954 w 3386022"/>
              <a:gd name="connsiteY1505" fmla="*/ 4664769 h 5292726"/>
              <a:gd name="connsiteX1506" fmla="*/ 1115035 w 3386022"/>
              <a:gd name="connsiteY1506" fmla="*/ 4658235 h 5292726"/>
              <a:gd name="connsiteX1507" fmla="*/ 1114406 w 3386022"/>
              <a:gd name="connsiteY1507" fmla="*/ 4650880 h 5292726"/>
              <a:gd name="connsiteX1508" fmla="*/ 1116101 w 3386022"/>
              <a:gd name="connsiteY1508" fmla="*/ 4643481 h 5292726"/>
              <a:gd name="connsiteX1509" fmla="*/ 1112147 w 3386022"/>
              <a:gd name="connsiteY1509" fmla="*/ 4636861 h 5292726"/>
              <a:gd name="connsiteX1510" fmla="*/ 1124950 w 3386022"/>
              <a:gd name="connsiteY1510" fmla="*/ 4635606 h 5292726"/>
              <a:gd name="connsiteX1511" fmla="*/ 1137689 w 3386022"/>
              <a:gd name="connsiteY1511" fmla="*/ 4634351 h 5292726"/>
              <a:gd name="connsiteX1512" fmla="*/ 1150428 w 3386022"/>
              <a:gd name="connsiteY1512" fmla="*/ 4633097 h 5292726"/>
              <a:gd name="connsiteX1513" fmla="*/ 1163231 w 3386022"/>
              <a:gd name="connsiteY1513" fmla="*/ 4631842 h 5292726"/>
              <a:gd name="connsiteX1514" fmla="*/ 1874494 w 3386022"/>
              <a:gd name="connsiteY1514" fmla="*/ 4629938 h 5292726"/>
              <a:gd name="connsiteX1515" fmla="*/ 1875247 w 3386022"/>
              <a:gd name="connsiteY1515" fmla="*/ 4636990 h 5292726"/>
              <a:gd name="connsiteX1516" fmla="*/ 1876126 w 3386022"/>
              <a:gd name="connsiteY1516" fmla="*/ 4645126 h 5292726"/>
              <a:gd name="connsiteX1517" fmla="*/ 1877005 w 3386022"/>
              <a:gd name="connsiteY1517" fmla="*/ 4653260 h 5292726"/>
              <a:gd name="connsiteX1518" fmla="*/ 1877883 w 3386022"/>
              <a:gd name="connsiteY1518" fmla="*/ 4661394 h 5292726"/>
              <a:gd name="connsiteX1519" fmla="*/ 1890497 w 3386022"/>
              <a:gd name="connsiteY1519" fmla="*/ 4663168 h 5292726"/>
              <a:gd name="connsiteX1520" fmla="*/ 1904617 w 3386022"/>
              <a:gd name="connsiteY1520" fmla="*/ 4663514 h 5292726"/>
              <a:gd name="connsiteX1521" fmla="*/ 1918235 w 3386022"/>
              <a:gd name="connsiteY1521" fmla="*/ 4665592 h 5292726"/>
              <a:gd name="connsiteX1522" fmla="*/ 1929343 w 3386022"/>
              <a:gd name="connsiteY1522" fmla="*/ 4672557 h 5292726"/>
              <a:gd name="connsiteX1523" fmla="*/ 1890874 w 3386022"/>
              <a:gd name="connsiteY1523" fmla="*/ 4677577 h 5292726"/>
              <a:gd name="connsiteX1524" fmla="*/ 1871733 w 3386022"/>
              <a:gd name="connsiteY1524" fmla="*/ 4679177 h 5292726"/>
              <a:gd name="connsiteX1525" fmla="*/ 1852844 w 3386022"/>
              <a:gd name="connsiteY1525" fmla="*/ 4677014 h 5292726"/>
              <a:gd name="connsiteX1526" fmla="*/ 1815065 w 3386022"/>
              <a:gd name="connsiteY1526" fmla="*/ 4670697 h 5292726"/>
              <a:gd name="connsiteX1527" fmla="*/ 1815065 w 3386022"/>
              <a:gd name="connsiteY1527" fmla="*/ 4655900 h 5292726"/>
              <a:gd name="connsiteX1528" fmla="*/ 1814939 w 3386022"/>
              <a:gd name="connsiteY1528" fmla="*/ 4655900 h 5292726"/>
              <a:gd name="connsiteX1529" fmla="*/ 1814939 w 3386022"/>
              <a:gd name="connsiteY1529" fmla="*/ 4651226 h 5292726"/>
              <a:gd name="connsiteX1530" fmla="*/ 1828809 w 3386022"/>
              <a:gd name="connsiteY1530" fmla="*/ 4648760 h 5292726"/>
              <a:gd name="connsiteX1531" fmla="*/ 1838975 w 3386022"/>
              <a:gd name="connsiteY1531" fmla="*/ 4651226 h 5292726"/>
              <a:gd name="connsiteX1532" fmla="*/ 1847824 w 3386022"/>
              <a:gd name="connsiteY1532" fmla="*/ 4655207 h 5292726"/>
              <a:gd name="connsiteX1533" fmla="*/ 1857739 w 3386022"/>
              <a:gd name="connsiteY1533" fmla="*/ 4657197 h 5292726"/>
              <a:gd name="connsiteX1534" fmla="*/ 1861002 w 3386022"/>
              <a:gd name="connsiteY1534" fmla="*/ 4650014 h 5292726"/>
              <a:gd name="connsiteX1535" fmla="*/ 1862132 w 3386022"/>
              <a:gd name="connsiteY1535" fmla="*/ 4642486 h 5292726"/>
              <a:gd name="connsiteX1536" fmla="*/ 1865583 w 3386022"/>
              <a:gd name="connsiteY1536" fmla="*/ 4635390 h 5292726"/>
              <a:gd name="connsiteX1537" fmla="*/ 1874494 w 3386022"/>
              <a:gd name="connsiteY1537" fmla="*/ 4629938 h 5292726"/>
              <a:gd name="connsiteX1538" fmla="*/ 1876629 w 3386022"/>
              <a:gd name="connsiteY1538" fmla="*/ 4627212 h 5292726"/>
              <a:gd name="connsiteX1539" fmla="*/ 1876441 w 3386022"/>
              <a:gd name="connsiteY1539" fmla="*/ 4627775 h 5292726"/>
              <a:gd name="connsiteX1540" fmla="*/ 1875813 w 3386022"/>
              <a:gd name="connsiteY1540" fmla="*/ 4629462 h 5292726"/>
              <a:gd name="connsiteX1541" fmla="*/ 1874621 w 3386022"/>
              <a:gd name="connsiteY1541" fmla="*/ 4629938 h 5292726"/>
              <a:gd name="connsiteX1542" fmla="*/ 1874495 w 3386022"/>
              <a:gd name="connsiteY1542" fmla="*/ 4628857 h 5292726"/>
              <a:gd name="connsiteX1543" fmla="*/ 1876629 w 3386022"/>
              <a:gd name="connsiteY1543" fmla="*/ 4627212 h 5292726"/>
              <a:gd name="connsiteX1544" fmla="*/ 1878259 w 3386022"/>
              <a:gd name="connsiteY1544" fmla="*/ 4622669 h 5292726"/>
              <a:gd name="connsiteX1545" fmla="*/ 1879640 w 3386022"/>
              <a:gd name="connsiteY1545" fmla="*/ 4623794 h 5292726"/>
              <a:gd name="connsiteX1546" fmla="*/ 1879954 w 3386022"/>
              <a:gd name="connsiteY1546" fmla="*/ 4624530 h 5292726"/>
              <a:gd name="connsiteX1547" fmla="*/ 1879892 w 3386022"/>
              <a:gd name="connsiteY1547" fmla="*/ 4624530 h 5292726"/>
              <a:gd name="connsiteX1548" fmla="*/ 1878385 w 3386022"/>
              <a:gd name="connsiteY1548" fmla="*/ 4625871 h 5292726"/>
              <a:gd name="connsiteX1549" fmla="*/ 1876566 w 3386022"/>
              <a:gd name="connsiteY1549" fmla="*/ 4627212 h 5292726"/>
              <a:gd name="connsiteX1550" fmla="*/ 1877005 w 3386022"/>
              <a:gd name="connsiteY1550" fmla="*/ 4626044 h 5292726"/>
              <a:gd name="connsiteX1551" fmla="*/ 1877632 w 3386022"/>
              <a:gd name="connsiteY1551" fmla="*/ 4624356 h 5292726"/>
              <a:gd name="connsiteX1552" fmla="*/ 1878259 w 3386022"/>
              <a:gd name="connsiteY1552" fmla="*/ 4622669 h 5292726"/>
              <a:gd name="connsiteX1553" fmla="*/ 872919 w 3386022"/>
              <a:gd name="connsiteY1553" fmla="*/ 4622669 h 5292726"/>
              <a:gd name="connsiteX1554" fmla="*/ 882396 w 3386022"/>
              <a:gd name="connsiteY1554" fmla="*/ 4623664 h 5292726"/>
              <a:gd name="connsiteX1555" fmla="*/ 894862 w 3386022"/>
              <a:gd name="connsiteY1555" fmla="*/ 4623836 h 5292726"/>
              <a:gd name="connsiteX1556" fmla="*/ 907309 w 3386022"/>
              <a:gd name="connsiteY1556" fmla="*/ 4623751 h 5292726"/>
              <a:gd name="connsiteX1557" fmla="*/ 919736 w 3386022"/>
              <a:gd name="connsiteY1557" fmla="*/ 4624356 h 5292726"/>
              <a:gd name="connsiteX1558" fmla="*/ 907059 w 3386022"/>
              <a:gd name="connsiteY1558" fmla="*/ 4631496 h 5292726"/>
              <a:gd name="connsiteX1559" fmla="*/ 895888 w 3386022"/>
              <a:gd name="connsiteY1559" fmla="*/ 4633486 h 5292726"/>
              <a:gd name="connsiteX1560" fmla="*/ 884591 w 3386022"/>
              <a:gd name="connsiteY1560" fmla="*/ 4630240 h 5292726"/>
              <a:gd name="connsiteX1561" fmla="*/ 872919 w 3386022"/>
              <a:gd name="connsiteY1561" fmla="*/ 4622669 h 5292726"/>
              <a:gd name="connsiteX1562" fmla="*/ 507810 w 3386022"/>
              <a:gd name="connsiteY1562" fmla="*/ 4622366 h 5292726"/>
              <a:gd name="connsiteX1563" fmla="*/ 511262 w 3386022"/>
              <a:gd name="connsiteY1563" fmla="*/ 4624789 h 5292726"/>
              <a:gd name="connsiteX1564" fmla="*/ 512454 w 3386022"/>
              <a:gd name="connsiteY1564" fmla="*/ 4626044 h 5292726"/>
              <a:gd name="connsiteX1565" fmla="*/ 511325 w 3386022"/>
              <a:gd name="connsiteY1565" fmla="*/ 4627341 h 5292726"/>
              <a:gd name="connsiteX1566" fmla="*/ 507811 w 3386022"/>
              <a:gd name="connsiteY1566" fmla="*/ 4629894 h 5292726"/>
              <a:gd name="connsiteX1567" fmla="*/ 504234 w 3386022"/>
              <a:gd name="connsiteY1567" fmla="*/ 4627385 h 5292726"/>
              <a:gd name="connsiteX1568" fmla="*/ 503041 w 3386022"/>
              <a:gd name="connsiteY1568" fmla="*/ 4626130 h 5292726"/>
              <a:gd name="connsiteX1569" fmla="*/ 504234 w 3386022"/>
              <a:gd name="connsiteY1569" fmla="*/ 4624876 h 5292726"/>
              <a:gd name="connsiteX1570" fmla="*/ 507748 w 3386022"/>
              <a:gd name="connsiteY1570" fmla="*/ 4622322 h 5292726"/>
              <a:gd name="connsiteX1571" fmla="*/ 507811 w 3386022"/>
              <a:gd name="connsiteY1571" fmla="*/ 4622365 h 5292726"/>
              <a:gd name="connsiteX1572" fmla="*/ 507810 w 3386022"/>
              <a:gd name="connsiteY1572" fmla="*/ 4622366 h 5292726"/>
              <a:gd name="connsiteX1573" fmla="*/ 866580 w 3386022"/>
              <a:gd name="connsiteY1573" fmla="*/ 4621501 h 5292726"/>
              <a:gd name="connsiteX1574" fmla="*/ 866768 w 3386022"/>
              <a:gd name="connsiteY1574" fmla="*/ 4621501 h 5292726"/>
              <a:gd name="connsiteX1575" fmla="*/ 869215 w 3386022"/>
              <a:gd name="connsiteY1575" fmla="*/ 4621587 h 5292726"/>
              <a:gd name="connsiteX1576" fmla="*/ 869090 w 3386022"/>
              <a:gd name="connsiteY1576" fmla="*/ 4621544 h 5292726"/>
              <a:gd name="connsiteX1577" fmla="*/ 871538 w 3386022"/>
              <a:gd name="connsiteY1577" fmla="*/ 4621630 h 5292726"/>
              <a:gd name="connsiteX1578" fmla="*/ 872856 w 3386022"/>
              <a:gd name="connsiteY1578" fmla="*/ 4622626 h 5292726"/>
              <a:gd name="connsiteX1579" fmla="*/ 870094 w 3386022"/>
              <a:gd name="connsiteY1579" fmla="*/ 4622193 h 5292726"/>
              <a:gd name="connsiteX1580" fmla="*/ 866894 w 3386022"/>
              <a:gd name="connsiteY1580" fmla="*/ 4621544 h 5292726"/>
              <a:gd name="connsiteX1581" fmla="*/ 866580 w 3386022"/>
              <a:gd name="connsiteY1581" fmla="*/ 4621501 h 5292726"/>
              <a:gd name="connsiteX1582" fmla="*/ 864195 w 3386022"/>
              <a:gd name="connsiteY1582" fmla="*/ 4621327 h 5292726"/>
              <a:gd name="connsiteX1583" fmla="*/ 864259 w 3386022"/>
              <a:gd name="connsiteY1583" fmla="*/ 4621370 h 5292726"/>
              <a:gd name="connsiteX1584" fmla="*/ 865451 w 3386022"/>
              <a:gd name="connsiteY1584" fmla="*/ 4621370 h 5292726"/>
              <a:gd name="connsiteX1585" fmla="*/ 866643 w 3386022"/>
              <a:gd name="connsiteY1585" fmla="*/ 4621544 h 5292726"/>
              <a:gd name="connsiteX1586" fmla="*/ 864383 w 3386022"/>
              <a:gd name="connsiteY1586" fmla="*/ 4621501 h 5292726"/>
              <a:gd name="connsiteX1587" fmla="*/ 861936 w 3386022"/>
              <a:gd name="connsiteY1587" fmla="*/ 4621414 h 5292726"/>
              <a:gd name="connsiteX1588" fmla="*/ 864195 w 3386022"/>
              <a:gd name="connsiteY1588" fmla="*/ 4621327 h 5292726"/>
              <a:gd name="connsiteX1589" fmla="*/ 445750 w 3386022"/>
              <a:gd name="connsiteY1589" fmla="*/ 4617347 h 5292726"/>
              <a:gd name="connsiteX1590" fmla="*/ 445687 w 3386022"/>
              <a:gd name="connsiteY1590" fmla="*/ 4617390 h 5292726"/>
              <a:gd name="connsiteX1591" fmla="*/ 449892 w 3386022"/>
              <a:gd name="connsiteY1591" fmla="*/ 4622798 h 5292726"/>
              <a:gd name="connsiteX1592" fmla="*/ 449829 w 3386022"/>
              <a:gd name="connsiteY1592" fmla="*/ 4627991 h 5292726"/>
              <a:gd name="connsiteX1593" fmla="*/ 446252 w 3386022"/>
              <a:gd name="connsiteY1593" fmla="*/ 4633486 h 5292726"/>
              <a:gd name="connsiteX1594" fmla="*/ 439914 w 3386022"/>
              <a:gd name="connsiteY1594" fmla="*/ 4639717 h 5292726"/>
              <a:gd name="connsiteX1595" fmla="*/ 435271 w 3386022"/>
              <a:gd name="connsiteY1595" fmla="*/ 4632707 h 5292726"/>
              <a:gd name="connsiteX1596" fmla="*/ 434517 w 3386022"/>
              <a:gd name="connsiteY1596" fmla="*/ 4626909 h 5292726"/>
              <a:gd name="connsiteX1597" fmla="*/ 437906 w 3386022"/>
              <a:gd name="connsiteY1597" fmla="*/ 4621934 h 5292726"/>
              <a:gd name="connsiteX1598" fmla="*/ 445750 w 3386022"/>
              <a:gd name="connsiteY1598" fmla="*/ 4617347 h 5292726"/>
              <a:gd name="connsiteX1599" fmla="*/ 1323819 w 3386022"/>
              <a:gd name="connsiteY1599" fmla="*/ 4617217 h 5292726"/>
              <a:gd name="connsiteX1600" fmla="*/ 1333797 w 3386022"/>
              <a:gd name="connsiteY1600" fmla="*/ 4617347 h 5292726"/>
              <a:gd name="connsiteX1601" fmla="*/ 1342898 w 3386022"/>
              <a:gd name="connsiteY1601" fmla="*/ 4626217 h 5292726"/>
              <a:gd name="connsiteX1602" fmla="*/ 1342646 w 3386022"/>
              <a:gd name="connsiteY1602" fmla="*/ 4627342 h 5292726"/>
              <a:gd name="connsiteX1603" fmla="*/ 1341267 w 3386022"/>
              <a:gd name="connsiteY1603" fmla="*/ 4628813 h 5292726"/>
              <a:gd name="connsiteX1604" fmla="*/ 1339005 w 3386022"/>
              <a:gd name="connsiteY1604" fmla="*/ 4630803 h 5292726"/>
              <a:gd name="connsiteX1605" fmla="*/ 1336234 w 3386022"/>
              <a:gd name="connsiteY1605" fmla="*/ 4633479 h 5292726"/>
              <a:gd name="connsiteX1606" fmla="*/ 1321749 w 3386022"/>
              <a:gd name="connsiteY1606" fmla="*/ 4623405 h 5292726"/>
              <a:gd name="connsiteX1607" fmla="*/ 1323819 w 3386022"/>
              <a:gd name="connsiteY1607" fmla="*/ 4617217 h 5292726"/>
              <a:gd name="connsiteX1608" fmla="*/ 645560 w 3386022"/>
              <a:gd name="connsiteY1608" fmla="*/ 4615269 h 5292726"/>
              <a:gd name="connsiteX1609" fmla="*/ 645497 w 3386022"/>
              <a:gd name="connsiteY1609" fmla="*/ 4615312 h 5292726"/>
              <a:gd name="connsiteX1610" fmla="*/ 650142 w 3386022"/>
              <a:gd name="connsiteY1610" fmla="*/ 4616004 h 5292726"/>
              <a:gd name="connsiteX1611" fmla="*/ 649828 w 3386022"/>
              <a:gd name="connsiteY1611" fmla="*/ 4618644 h 5292726"/>
              <a:gd name="connsiteX1612" fmla="*/ 643238 w 3386022"/>
              <a:gd name="connsiteY1612" fmla="*/ 4623274 h 5292726"/>
              <a:gd name="connsiteX1613" fmla="*/ 641671 w 3386022"/>
              <a:gd name="connsiteY1613" fmla="*/ 4621457 h 5292726"/>
              <a:gd name="connsiteX1614" fmla="*/ 640163 w 3386022"/>
              <a:gd name="connsiteY1614" fmla="*/ 4619726 h 5292726"/>
              <a:gd name="connsiteX1615" fmla="*/ 638721 w 3386022"/>
              <a:gd name="connsiteY1615" fmla="*/ 4618082 h 5292726"/>
              <a:gd name="connsiteX1616" fmla="*/ 637340 w 3386022"/>
              <a:gd name="connsiteY1616" fmla="*/ 4616481 h 5292726"/>
              <a:gd name="connsiteX1617" fmla="*/ 645560 w 3386022"/>
              <a:gd name="connsiteY1617" fmla="*/ 4615269 h 5292726"/>
              <a:gd name="connsiteX1618" fmla="*/ 1121056 w 3386022"/>
              <a:gd name="connsiteY1618" fmla="*/ 4612890 h 5292726"/>
              <a:gd name="connsiteX1619" fmla="*/ 1122874 w 3386022"/>
              <a:gd name="connsiteY1619" fmla="*/ 4613409 h 5292726"/>
              <a:gd name="connsiteX1620" fmla="*/ 1126516 w 3386022"/>
              <a:gd name="connsiteY1620" fmla="*/ 4615269 h 5292726"/>
              <a:gd name="connsiteX1621" fmla="*/ 1125260 w 3386022"/>
              <a:gd name="connsiteY1621" fmla="*/ 4615442 h 5292726"/>
              <a:gd name="connsiteX1622" fmla="*/ 1124005 w 3386022"/>
              <a:gd name="connsiteY1622" fmla="*/ 4615615 h 5292726"/>
              <a:gd name="connsiteX1623" fmla="*/ 1122750 w 3386022"/>
              <a:gd name="connsiteY1623" fmla="*/ 4615789 h 5292726"/>
              <a:gd name="connsiteX1624" fmla="*/ 1121493 w 3386022"/>
              <a:gd name="connsiteY1624" fmla="*/ 4615962 h 5292726"/>
              <a:gd name="connsiteX1625" fmla="*/ 1120240 w 3386022"/>
              <a:gd name="connsiteY1625" fmla="*/ 4615789 h 5292726"/>
              <a:gd name="connsiteX1626" fmla="*/ 1118984 w 3386022"/>
              <a:gd name="connsiteY1626" fmla="*/ 4615615 h 5292726"/>
              <a:gd name="connsiteX1627" fmla="*/ 1117729 w 3386022"/>
              <a:gd name="connsiteY1627" fmla="*/ 4615442 h 5292726"/>
              <a:gd name="connsiteX1628" fmla="*/ 1116474 w 3386022"/>
              <a:gd name="connsiteY1628" fmla="*/ 4615269 h 5292726"/>
              <a:gd name="connsiteX1629" fmla="*/ 1119423 w 3386022"/>
              <a:gd name="connsiteY1629" fmla="*/ 4613539 h 5292726"/>
              <a:gd name="connsiteX1630" fmla="*/ 1119485 w 3386022"/>
              <a:gd name="connsiteY1630" fmla="*/ 4613539 h 5292726"/>
              <a:gd name="connsiteX1631" fmla="*/ 1121056 w 3386022"/>
              <a:gd name="connsiteY1631" fmla="*/ 4612890 h 5292726"/>
              <a:gd name="connsiteX1632" fmla="*/ 1830754 w 3386022"/>
              <a:gd name="connsiteY1632" fmla="*/ 4608563 h 5292726"/>
              <a:gd name="connsiteX1633" fmla="*/ 1834896 w 3386022"/>
              <a:gd name="connsiteY1633" fmla="*/ 4609255 h 5292726"/>
              <a:gd name="connsiteX1634" fmla="*/ 1834018 w 3386022"/>
              <a:gd name="connsiteY1634" fmla="*/ 4612976 h 5292726"/>
              <a:gd name="connsiteX1635" fmla="*/ 1829624 w 3386022"/>
              <a:gd name="connsiteY1635" fmla="*/ 4618169 h 5292726"/>
              <a:gd name="connsiteX1636" fmla="*/ 1826612 w 3386022"/>
              <a:gd name="connsiteY1636" fmla="*/ 4616351 h 5292726"/>
              <a:gd name="connsiteX1637" fmla="*/ 1824103 w 3386022"/>
              <a:gd name="connsiteY1637" fmla="*/ 4614837 h 5292726"/>
              <a:gd name="connsiteX1638" fmla="*/ 1821969 w 3386022"/>
              <a:gd name="connsiteY1638" fmla="*/ 4613539 h 5292726"/>
              <a:gd name="connsiteX1639" fmla="*/ 1820023 w 3386022"/>
              <a:gd name="connsiteY1639" fmla="*/ 4612371 h 5292726"/>
              <a:gd name="connsiteX1640" fmla="*/ 1830754 w 3386022"/>
              <a:gd name="connsiteY1640" fmla="*/ 4608563 h 5292726"/>
              <a:gd name="connsiteX1641" fmla="*/ 707317 w 3386022"/>
              <a:gd name="connsiteY1641" fmla="*/ 4607309 h 5292726"/>
              <a:gd name="connsiteX1642" fmla="*/ 725511 w 3386022"/>
              <a:gd name="connsiteY1642" fmla="*/ 4608001 h 5292726"/>
              <a:gd name="connsiteX1643" fmla="*/ 741200 w 3386022"/>
              <a:gd name="connsiteY1643" fmla="*/ 4613280 h 5292726"/>
              <a:gd name="connsiteX1644" fmla="*/ 731787 w 3386022"/>
              <a:gd name="connsiteY1644" fmla="*/ 4617650 h 5292726"/>
              <a:gd name="connsiteX1645" fmla="*/ 721688 w 3386022"/>
              <a:gd name="connsiteY1645" fmla="*/ 4622322 h 5292726"/>
              <a:gd name="connsiteX1646" fmla="*/ 710203 w 3386022"/>
              <a:gd name="connsiteY1646" fmla="*/ 4627644 h 5292726"/>
              <a:gd name="connsiteX1647" fmla="*/ 696585 w 3386022"/>
              <a:gd name="connsiteY1647" fmla="*/ 4633918 h 5292726"/>
              <a:gd name="connsiteX1648" fmla="*/ 694891 w 3386022"/>
              <a:gd name="connsiteY1648" fmla="*/ 4614794 h 5292726"/>
              <a:gd name="connsiteX1649" fmla="*/ 707254 w 3386022"/>
              <a:gd name="connsiteY1649" fmla="*/ 4607352 h 5292726"/>
              <a:gd name="connsiteX1650" fmla="*/ 860869 w 3386022"/>
              <a:gd name="connsiteY1650" fmla="*/ 4596838 h 5292726"/>
              <a:gd name="connsiteX1651" fmla="*/ 861873 w 3386022"/>
              <a:gd name="connsiteY1651" fmla="*/ 4597746 h 5292726"/>
              <a:gd name="connsiteX1652" fmla="*/ 862877 w 3386022"/>
              <a:gd name="connsiteY1652" fmla="*/ 4598655 h 5292726"/>
              <a:gd name="connsiteX1653" fmla="*/ 863881 w 3386022"/>
              <a:gd name="connsiteY1653" fmla="*/ 4599563 h 5292726"/>
              <a:gd name="connsiteX1654" fmla="*/ 864885 w 3386022"/>
              <a:gd name="connsiteY1654" fmla="*/ 4600472 h 5292726"/>
              <a:gd name="connsiteX1655" fmla="*/ 864132 w 3386022"/>
              <a:gd name="connsiteY1655" fmla="*/ 4600818 h 5292726"/>
              <a:gd name="connsiteX1656" fmla="*/ 863379 w 3386022"/>
              <a:gd name="connsiteY1656" fmla="*/ 4601164 h 5292726"/>
              <a:gd name="connsiteX1657" fmla="*/ 862626 w 3386022"/>
              <a:gd name="connsiteY1657" fmla="*/ 4601511 h 5292726"/>
              <a:gd name="connsiteX1658" fmla="*/ 861873 w 3386022"/>
              <a:gd name="connsiteY1658" fmla="*/ 4601856 h 5292726"/>
              <a:gd name="connsiteX1659" fmla="*/ 860681 w 3386022"/>
              <a:gd name="connsiteY1659" fmla="*/ 4600905 h 5292726"/>
              <a:gd name="connsiteX1660" fmla="*/ 859488 w 3386022"/>
              <a:gd name="connsiteY1660" fmla="*/ 4599953 h 5292726"/>
              <a:gd name="connsiteX1661" fmla="*/ 858296 w 3386022"/>
              <a:gd name="connsiteY1661" fmla="*/ 4599001 h 5292726"/>
              <a:gd name="connsiteX1662" fmla="*/ 857105 w 3386022"/>
              <a:gd name="connsiteY1662" fmla="*/ 4598049 h 5292726"/>
              <a:gd name="connsiteX1663" fmla="*/ 858046 w 3386022"/>
              <a:gd name="connsiteY1663" fmla="*/ 4597746 h 5292726"/>
              <a:gd name="connsiteX1664" fmla="*/ 858988 w 3386022"/>
              <a:gd name="connsiteY1664" fmla="*/ 4597443 h 5292726"/>
              <a:gd name="connsiteX1665" fmla="*/ 859928 w 3386022"/>
              <a:gd name="connsiteY1665" fmla="*/ 4597141 h 5292726"/>
              <a:gd name="connsiteX1666" fmla="*/ 860869 w 3386022"/>
              <a:gd name="connsiteY1666" fmla="*/ 4596838 h 5292726"/>
              <a:gd name="connsiteX1667" fmla="*/ 928332 w 3386022"/>
              <a:gd name="connsiteY1667" fmla="*/ 4592986 h 5292726"/>
              <a:gd name="connsiteX1668" fmla="*/ 928584 w 3386022"/>
              <a:gd name="connsiteY1668" fmla="*/ 4593506 h 5292726"/>
              <a:gd name="connsiteX1669" fmla="*/ 928520 w 3386022"/>
              <a:gd name="connsiteY1669" fmla="*/ 4593591 h 5292726"/>
              <a:gd name="connsiteX1670" fmla="*/ 928772 w 3386022"/>
              <a:gd name="connsiteY1670" fmla="*/ 4594111 h 5292726"/>
              <a:gd name="connsiteX1671" fmla="*/ 929022 w 3386022"/>
              <a:gd name="connsiteY1671" fmla="*/ 4594631 h 5292726"/>
              <a:gd name="connsiteX1672" fmla="*/ 929274 w 3386022"/>
              <a:gd name="connsiteY1672" fmla="*/ 4595149 h 5292726"/>
              <a:gd name="connsiteX1673" fmla="*/ 928520 w 3386022"/>
              <a:gd name="connsiteY1673" fmla="*/ 4595280 h 5292726"/>
              <a:gd name="connsiteX1674" fmla="*/ 927768 w 3386022"/>
              <a:gd name="connsiteY1674" fmla="*/ 4595409 h 5292726"/>
              <a:gd name="connsiteX1675" fmla="*/ 927015 w 3386022"/>
              <a:gd name="connsiteY1675" fmla="*/ 4595539 h 5292726"/>
              <a:gd name="connsiteX1676" fmla="*/ 926261 w 3386022"/>
              <a:gd name="connsiteY1676" fmla="*/ 4595669 h 5292726"/>
              <a:gd name="connsiteX1677" fmla="*/ 925446 w 3386022"/>
              <a:gd name="connsiteY1677" fmla="*/ 4594154 h 5292726"/>
              <a:gd name="connsiteX1678" fmla="*/ 925320 w 3386022"/>
              <a:gd name="connsiteY1678" fmla="*/ 4593506 h 5292726"/>
              <a:gd name="connsiteX1679" fmla="*/ 926199 w 3386022"/>
              <a:gd name="connsiteY1679" fmla="*/ 4593289 h 5292726"/>
              <a:gd name="connsiteX1680" fmla="*/ 928332 w 3386022"/>
              <a:gd name="connsiteY1680" fmla="*/ 4592986 h 5292726"/>
              <a:gd name="connsiteX1681" fmla="*/ 328716 w 3386022"/>
              <a:gd name="connsiteY1681" fmla="*/ 4582299 h 5292726"/>
              <a:gd name="connsiteX1682" fmla="*/ 340828 w 3386022"/>
              <a:gd name="connsiteY1682" fmla="*/ 4595670 h 5292726"/>
              <a:gd name="connsiteX1683" fmla="*/ 340766 w 3386022"/>
              <a:gd name="connsiteY1683" fmla="*/ 4595670 h 5292726"/>
              <a:gd name="connsiteX1684" fmla="*/ 345032 w 3386022"/>
              <a:gd name="connsiteY1684" fmla="*/ 4618775 h 5292726"/>
              <a:gd name="connsiteX1685" fmla="*/ 342835 w 3386022"/>
              <a:gd name="connsiteY1685" fmla="*/ 4643654 h 5292726"/>
              <a:gd name="connsiteX1686" fmla="*/ 335494 w 3386022"/>
              <a:gd name="connsiteY1686" fmla="*/ 4662304 h 5292726"/>
              <a:gd name="connsiteX1687" fmla="*/ 321310 w 3386022"/>
              <a:gd name="connsiteY1687" fmla="*/ 4655769 h 5292726"/>
              <a:gd name="connsiteX1688" fmla="*/ 322378 w 3386022"/>
              <a:gd name="connsiteY1688" fmla="*/ 4635909 h 5292726"/>
              <a:gd name="connsiteX1689" fmla="*/ 322063 w 3386022"/>
              <a:gd name="connsiteY1689" fmla="*/ 4609516 h 5292726"/>
              <a:gd name="connsiteX1690" fmla="*/ 303740 w 3386022"/>
              <a:gd name="connsiteY1690" fmla="*/ 4583338 h 5292726"/>
              <a:gd name="connsiteX1691" fmla="*/ 309827 w 3386022"/>
              <a:gd name="connsiteY1691" fmla="*/ 4583078 h 5292726"/>
              <a:gd name="connsiteX1692" fmla="*/ 315977 w 3386022"/>
              <a:gd name="connsiteY1692" fmla="*/ 4582819 h 5292726"/>
              <a:gd name="connsiteX1693" fmla="*/ 322252 w 3386022"/>
              <a:gd name="connsiteY1693" fmla="*/ 4582559 h 5292726"/>
              <a:gd name="connsiteX1694" fmla="*/ 328716 w 3386022"/>
              <a:gd name="connsiteY1694" fmla="*/ 4582299 h 5292726"/>
              <a:gd name="connsiteX1695" fmla="*/ 656917 w 3386022"/>
              <a:gd name="connsiteY1695" fmla="*/ 4578318 h 5292726"/>
              <a:gd name="connsiteX1696" fmla="*/ 658611 w 3386022"/>
              <a:gd name="connsiteY1696" fmla="*/ 4579010 h 5292726"/>
              <a:gd name="connsiteX1697" fmla="*/ 660432 w 3386022"/>
              <a:gd name="connsiteY1697" fmla="*/ 4579789 h 5292726"/>
              <a:gd name="connsiteX1698" fmla="*/ 660368 w 3386022"/>
              <a:gd name="connsiteY1698" fmla="*/ 4579789 h 5292726"/>
              <a:gd name="connsiteX1699" fmla="*/ 662502 w 3386022"/>
              <a:gd name="connsiteY1699" fmla="*/ 4580655 h 5292726"/>
              <a:gd name="connsiteX1700" fmla="*/ 665013 w 3386022"/>
              <a:gd name="connsiteY1700" fmla="*/ 4581693 h 5292726"/>
              <a:gd name="connsiteX1701" fmla="*/ 662753 w 3386022"/>
              <a:gd name="connsiteY1701" fmla="*/ 4582992 h 5292726"/>
              <a:gd name="connsiteX1702" fmla="*/ 660494 w 3386022"/>
              <a:gd name="connsiteY1702" fmla="*/ 4584289 h 5292726"/>
              <a:gd name="connsiteX1703" fmla="*/ 658298 w 3386022"/>
              <a:gd name="connsiteY1703" fmla="*/ 4585544 h 5292726"/>
              <a:gd name="connsiteX1704" fmla="*/ 656101 w 3386022"/>
              <a:gd name="connsiteY1704" fmla="*/ 4586799 h 5292726"/>
              <a:gd name="connsiteX1705" fmla="*/ 652649 w 3386022"/>
              <a:gd name="connsiteY1705" fmla="*/ 4584202 h 5292726"/>
              <a:gd name="connsiteX1706" fmla="*/ 651394 w 3386022"/>
              <a:gd name="connsiteY1706" fmla="*/ 4582862 h 5292726"/>
              <a:gd name="connsiteX1707" fmla="*/ 652713 w 3386022"/>
              <a:gd name="connsiteY1707" fmla="*/ 4581347 h 5292726"/>
              <a:gd name="connsiteX1708" fmla="*/ 656917 w 3386022"/>
              <a:gd name="connsiteY1708" fmla="*/ 4578318 h 5292726"/>
              <a:gd name="connsiteX1709" fmla="*/ 852083 w 3386022"/>
              <a:gd name="connsiteY1709" fmla="*/ 4575592 h 5292726"/>
              <a:gd name="connsiteX1710" fmla="*/ 852146 w 3386022"/>
              <a:gd name="connsiteY1710" fmla="*/ 4575592 h 5292726"/>
              <a:gd name="connsiteX1711" fmla="*/ 854656 w 3386022"/>
              <a:gd name="connsiteY1711" fmla="*/ 4575981 h 5292726"/>
              <a:gd name="connsiteX1712" fmla="*/ 855724 w 3386022"/>
              <a:gd name="connsiteY1712" fmla="*/ 4576285 h 5292726"/>
              <a:gd name="connsiteX1713" fmla="*/ 855597 w 3386022"/>
              <a:gd name="connsiteY1713" fmla="*/ 4576977 h 5292726"/>
              <a:gd name="connsiteX1714" fmla="*/ 854530 w 3386022"/>
              <a:gd name="connsiteY1714" fmla="*/ 4578621 h 5292726"/>
              <a:gd name="connsiteX1715" fmla="*/ 851958 w 3386022"/>
              <a:gd name="connsiteY1715" fmla="*/ 4578188 h 5292726"/>
              <a:gd name="connsiteX1716" fmla="*/ 850891 w 3386022"/>
              <a:gd name="connsiteY1716" fmla="*/ 4577885 h 5292726"/>
              <a:gd name="connsiteX1717" fmla="*/ 851016 w 3386022"/>
              <a:gd name="connsiteY1717" fmla="*/ 4577193 h 5292726"/>
              <a:gd name="connsiteX1718" fmla="*/ 852083 w 3386022"/>
              <a:gd name="connsiteY1718" fmla="*/ 4575592 h 5292726"/>
              <a:gd name="connsiteX1719" fmla="*/ 706560 w 3386022"/>
              <a:gd name="connsiteY1719" fmla="*/ 4574035 h 5292726"/>
              <a:gd name="connsiteX1720" fmla="*/ 712207 w 3386022"/>
              <a:gd name="connsiteY1720" fmla="*/ 4576242 h 5292726"/>
              <a:gd name="connsiteX1721" fmla="*/ 723941 w 3386022"/>
              <a:gd name="connsiteY1721" fmla="*/ 4582039 h 5292726"/>
              <a:gd name="connsiteX1722" fmla="*/ 711517 w 3386022"/>
              <a:gd name="connsiteY1722" fmla="*/ 4583424 h 5292726"/>
              <a:gd name="connsiteX1723" fmla="*/ 705556 w 3386022"/>
              <a:gd name="connsiteY1723" fmla="*/ 4583727 h 5292726"/>
              <a:gd name="connsiteX1724" fmla="*/ 701099 w 3386022"/>
              <a:gd name="connsiteY1724" fmla="*/ 4581521 h 5292726"/>
              <a:gd name="connsiteX1725" fmla="*/ 693318 w 3386022"/>
              <a:gd name="connsiteY1725" fmla="*/ 4575506 h 5292726"/>
              <a:gd name="connsiteX1726" fmla="*/ 701979 w 3386022"/>
              <a:gd name="connsiteY1726" fmla="*/ 4574208 h 5292726"/>
              <a:gd name="connsiteX1727" fmla="*/ 706560 w 3386022"/>
              <a:gd name="connsiteY1727" fmla="*/ 4574035 h 5292726"/>
              <a:gd name="connsiteX1728" fmla="*/ 539694 w 3386022"/>
              <a:gd name="connsiteY1728" fmla="*/ 4572521 h 5292726"/>
              <a:gd name="connsiteX1729" fmla="*/ 559337 w 3386022"/>
              <a:gd name="connsiteY1729" fmla="*/ 4573603 h 5292726"/>
              <a:gd name="connsiteX1730" fmla="*/ 569191 w 3386022"/>
              <a:gd name="connsiteY1730" fmla="*/ 4574857 h 5292726"/>
              <a:gd name="connsiteX1731" fmla="*/ 574712 w 3386022"/>
              <a:gd name="connsiteY1731" fmla="*/ 4578059 h 5292726"/>
              <a:gd name="connsiteX1732" fmla="*/ 584251 w 3386022"/>
              <a:gd name="connsiteY1732" fmla="*/ 4585199 h 5292726"/>
              <a:gd name="connsiteX1733" fmla="*/ 567997 w 3386022"/>
              <a:gd name="connsiteY1733" fmla="*/ 4582862 h 5292726"/>
              <a:gd name="connsiteX1734" fmla="*/ 555759 w 3386022"/>
              <a:gd name="connsiteY1734" fmla="*/ 4579617 h 5292726"/>
              <a:gd name="connsiteX1735" fmla="*/ 546158 w 3386022"/>
              <a:gd name="connsiteY1735" fmla="*/ 4575766 h 5292726"/>
              <a:gd name="connsiteX1736" fmla="*/ 539694 w 3386022"/>
              <a:gd name="connsiteY1736" fmla="*/ 4572521 h 5292726"/>
              <a:gd name="connsiteX1737" fmla="*/ 1271922 w 3386022"/>
              <a:gd name="connsiteY1737" fmla="*/ 4571655 h 5292726"/>
              <a:gd name="connsiteX1738" fmla="*/ 1286925 w 3386022"/>
              <a:gd name="connsiteY1738" fmla="*/ 4573992 h 5292726"/>
              <a:gd name="connsiteX1739" fmla="*/ 1300664 w 3386022"/>
              <a:gd name="connsiteY1739" fmla="*/ 4579443 h 5292726"/>
              <a:gd name="connsiteX1740" fmla="*/ 1312963 w 3386022"/>
              <a:gd name="connsiteY1740" fmla="*/ 4587535 h 5292726"/>
              <a:gd name="connsiteX1741" fmla="*/ 1303676 w 3386022"/>
              <a:gd name="connsiteY1741" fmla="*/ 4589957 h 5292726"/>
              <a:gd name="connsiteX1742" fmla="*/ 1294577 w 3386022"/>
              <a:gd name="connsiteY1742" fmla="*/ 4592338 h 5292726"/>
              <a:gd name="connsiteX1743" fmla="*/ 1285661 w 3386022"/>
              <a:gd name="connsiteY1743" fmla="*/ 4594673 h 5292726"/>
              <a:gd name="connsiteX1744" fmla="*/ 1285726 w 3386022"/>
              <a:gd name="connsiteY1744" fmla="*/ 4594760 h 5292726"/>
              <a:gd name="connsiteX1745" fmla="*/ 1277131 w 3386022"/>
              <a:gd name="connsiteY1745" fmla="*/ 4597010 h 5292726"/>
              <a:gd name="connsiteX1746" fmla="*/ 1258680 w 3386022"/>
              <a:gd name="connsiteY1746" fmla="*/ 4758488 h 5292726"/>
              <a:gd name="connsiteX1747" fmla="*/ 1234645 w 3386022"/>
              <a:gd name="connsiteY1747" fmla="*/ 4788560 h 5292726"/>
              <a:gd name="connsiteX1748" fmla="*/ 1213435 w 3386022"/>
              <a:gd name="connsiteY1748" fmla="*/ 4755763 h 5292726"/>
              <a:gd name="connsiteX1749" fmla="*/ 1203458 w 3386022"/>
              <a:gd name="connsiteY1749" fmla="*/ 4728633 h 5292726"/>
              <a:gd name="connsiteX1750" fmla="*/ 1210737 w 3386022"/>
              <a:gd name="connsiteY1750" fmla="*/ 4723874 h 5292726"/>
              <a:gd name="connsiteX1751" fmla="*/ 1217704 w 3386022"/>
              <a:gd name="connsiteY1751" fmla="*/ 4719331 h 5292726"/>
              <a:gd name="connsiteX1752" fmla="*/ 1224417 w 3386022"/>
              <a:gd name="connsiteY1752" fmla="*/ 4714917 h 5292726"/>
              <a:gd name="connsiteX1753" fmla="*/ 1231067 w 3386022"/>
              <a:gd name="connsiteY1753" fmla="*/ 4710547 h 5292726"/>
              <a:gd name="connsiteX1754" fmla="*/ 1227429 w 3386022"/>
              <a:gd name="connsiteY1754" fmla="*/ 4704144 h 5292726"/>
              <a:gd name="connsiteX1755" fmla="*/ 1223852 w 3386022"/>
              <a:gd name="connsiteY1755" fmla="*/ 4697827 h 5292726"/>
              <a:gd name="connsiteX1756" fmla="*/ 1220211 w 3386022"/>
              <a:gd name="connsiteY1756" fmla="*/ 4691423 h 5292726"/>
              <a:gd name="connsiteX1757" fmla="*/ 1216446 w 3386022"/>
              <a:gd name="connsiteY1757" fmla="*/ 4684760 h 5292726"/>
              <a:gd name="connsiteX1758" fmla="*/ 1241172 w 3386022"/>
              <a:gd name="connsiteY1758" fmla="*/ 4649495 h 5292726"/>
              <a:gd name="connsiteX1759" fmla="*/ 1240795 w 3386022"/>
              <a:gd name="connsiteY1759" fmla="*/ 4626303 h 5292726"/>
              <a:gd name="connsiteX1760" fmla="*/ 1239854 w 3386022"/>
              <a:gd name="connsiteY1760" fmla="*/ 4608606 h 5292726"/>
              <a:gd name="connsiteX1761" fmla="*/ 1262886 w 3386022"/>
              <a:gd name="connsiteY1761" fmla="*/ 4589871 h 5292726"/>
              <a:gd name="connsiteX1762" fmla="*/ 1260940 w 3386022"/>
              <a:gd name="connsiteY1762" fmla="*/ 4585111 h 5292726"/>
              <a:gd name="connsiteX1763" fmla="*/ 1259183 w 3386022"/>
              <a:gd name="connsiteY1763" fmla="*/ 4580785 h 5292726"/>
              <a:gd name="connsiteX1764" fmla="*/ 1257551 w 3386022"/>
              <a:gd name="connsiteY1764" fmla="*/ 4576760 h 5292726"/>
              <a:gd name="connsiteX1765" fmla="*/ 1255983 w 3386022"/>
              <a:gd name="connsiteY1765" fmla="*/ 4572953 h 5292726"/>
              <a:gd name="connsiteX1766" fmla="*/ 1271922 w 3386022"/>
              <a:gd name="connsiteY1766" fmla="*/ 4571655 h 5292726"/>
              <a:gd name="connsiteX1767" fmla="*/ 537872 w 3386022"/>
              <a:gd name="connsiteY1767" fmla="*/ 4571612 h 5292726"/>
              <a:gd name="connsiteX1768" fmla="*/ 539691 w 3386022"/>
              <a:gd name="connsiteY1768" fmla="*/ 4572521 h 5292726"/>
              <a:gd name="connsiteX1769" fmla="*/ 536679 w 3386022"/>
              <a:gd name="connsiteY1769" fmla="*/ 4572348 h 5292726"/>
              <a:gd name="connsiteX1770" fmla="*/ 535864 w 3386022"/>
              <a:gd name="connsiteY1770" fmla="*/ 4571699 h 5292726"/>
              <a:gd name="connsiteX1771" fmla="*/ 537872 w 3386022"/>
              <a:gd name="connsiteY1771" fmla="*/ 4571612 h 5292726"/>
              <a:gd name="connsiteX1772" fmla="*/ 897770 w 3386022"/>
              <a:gd name="connsiteY1772" fmla="*/ 4567025 h 5292726"/>
              <a:gd name="connsiteX1773" fmla="*/ 885094 w 3386022"/>
              <a:gd name="connsiteY1773" fmla="*/ 4570010 h 5292726"/>
              <a:gd name="connsiteX1774" fmla="*/ 878503 w 3386022"/>
              <a:gd name="connsiteY1774" fmla="*/ 4569578 h 5292726"/>
              <a:gd name="connsiteX1775" fmla="*/ 882584 w 3386022"/>
              <a:gd name="connsiteY1775" fmla="*/ 4567760 h 5292726"/>
              <a:gd name="connsiteX1776" fmla="*/ 882521 w 3386022"/>
              <a:gd name="connsiteY1776" fmla="*/ 4567717 h 5292726"/>
              <a:gd name="connsiteX1777" fmla="*/ 897770 w 3386022"/>
              <a:gd name="connsiteY1777" fmla="*/ 4567025 h 5292726"/>
              <a:gd name="connsiteX1778" fmla="*/ 1055226 w 3386022"/>
              <a:gd name="connsiteY1778" fmla="*/ 4566636 h 5292726"/>
              <a:gd name="connsiteX1779" fmla="*/ 1062630 w 3386022"/>
              <a:gd name="connsiteY1779" fmla="*/ 4566981 h 5292726"/>
              <a:gd name="connsiteX1780" fmla="*/ 1068027 w 3386022"/>
              <a:gd name="connsiteY1780" fmla="*/ 4570746 h 5292726"/>
              <a:gd name="connsiteX1781" fmla="*/ 1066898 w 3386022"/>
              <a:gd name="connsiteY1781" fmla="*/ 4574035 h 5292726"/>
              <a:gd name="connsiteX1782" fmla="*/ 1063132 w 3386022"/>
              <a:gd name="connsiteY1782" fmla="*/ 4577237 h 5292726"/>
              <a:gd name="connsiteX1783" fmla="*/ 1060685 w 3386022"/>
              <a:gd name="connsiteY1783" fmla="*/ 4580827 h 5292726"/>
              <a:gd name="connsiteX1784" fmla="*/ 1045311 w 3386022"/>
              <a:gd name="connsiteY1784" fmla="*/ 4573472 h 5292726"/>
              <a:gd name="connsiteX1785" fmla="*/ 1046438 w 3386022"/>
              <a:gd name="connsiteY1785" fmla="*/ 4568756 h 5292726"/>
              <a:gd name="connsiteX1786" fmla="*/ 1055226 w 3386022"/>
              <a:gd name="connsiteY1786" fmla="*/ 4566636 h 5292726"/>
              <a:gd name="connsiteX1787" fmla="*/ 902163 w 3386022"/>
              <a:gd name="connsiteY1787" fmla="*/ 4564948 h 5292726"/>
              <a:gd name="connsiteX1788" fmla="*/ 901724 w 3386022"/>
              <a:gd name="connsiteY1788" fmla="*/ 4565468 h 5292726"/>
              <a:gd name="connsiteX1789" fmla="*/ 901284 w 3386022"/>
              <a:gd name="connsiteY1789" fmla="*/ 4565986 h 5292726"/>
              <a:gd name="connsiteX1790" fmla="*/ 900845 w 3386022"/>
              <a:gd name="connsiteY1790" fmla="*/ 4566506 h 5292726"/>
              <a:gd name="connsiteX1791" fmla="*/ 900406 w 3386022"/>
              <a:gd name="connsiteY1791" fmla="*/ 4567024 h 5292726"/>
              <a:gd name="connsiteX1792" fmla="*/ 897833 w 3386022"/>
              <a:gd name="connsiteY1792" fmla="*/ 4567024 h 5292726"/>
              <a:gd name="connsiteX1793" fmla="*/ 899402 w 3386022"/>
              <a:gd name="connsiteY1793" fmla="*/ 4566506 h 5292726"/>
              <a:gd name="connsiteX1794" fmla="*/ 900091 w 3386022"/>
              <a:gd name="connsiteY1794" fmla="*/ 4566116 h 5292726"/>
              <a:gd name="connsiteX1795" fmla="*/ 900782 w 3386022"/>
              <a:gd name="connsiteY1795" fmla="*/ 4565727 h 5292726"/>
              <a:gd name="connsiteX1796" fmla="*/ 901472 w 3386022"/>
              <a:gd name="connsiteY1796" fmla="*/ 4565337 h 5292726"/>
              <a:gd name="connsiteX1797" fmla="*/ 902163 w 3386022"/>
              <a:gd name="connsiteY1797" fmla="*/ 4564948 h 5292726"/>
              <a:gd name="connsiteX1798" fmla="*/ 522073 w 3386022"/>
              <a:gd name="connsiteY1798" fmla="*/ 4564438 h 5292726"/>
              <a:gd name="connsiteX1799" fmla="*/ 535802 w 3386022"/>
              <a:gd name="connsiteY1799" fmla="*/ 4571698 h 5292726"/>
              <a:gd name="connsiteX1800" fmla="*/ 518479 w 3386022"/>
              <a:gd name="connsiteY1800" fmla="*/ 4570227 h 5292726"/>
              <a:gd name="connsiteX1801" fmla="*/ 514652 w 3386022"/>
              <a:gd name="connsiteY1801" fmla="*/ 4565771 h 5292726"/>
              <a:gd name="connsiteX1802" fmla="*/ 522056 w 3386022"/>
              <a:gd name="connsiteY1802" fmla="*/ 4564429 h 5292726"/>
              <a:gd name="connsiteX1803" fmla="*/ 522120 w 3386022"/>
              <a:gd name="connsiteY1803" fmla="*/ 4564429 h 5292726"/>
              <a:gd name="connsiteX1804" fmla="*/ 522073 w 3386022"/>
              <a:gd name="connsiteY1804" fmla="*/ 4564438 h 5292726"/>
              <a:gd name="connsiteX1805" fmla="*/ 927830 w 3386022"/>
              <a:gd name="connsiteY1805" fmla="*/ 4563304 h 5292726"/>
              <a:gd name="connsiteX1806" fmla="*/ 929337 w 3386022"/>
              <a:gd name="connsiteY1806" fmla="*/ 4564213 h 5292726"/>
              <a:gd name="connsiteX1807" fmla="*/ 930843 w 3386022"/>
              <a:gd name="connsiteY1807" fmla="*/ 4565121 h 5292726"/>
              <a:gd name="connsiteX1808" fmla="*/ 932349 w 3386022"/>
              <a:gd name="connsiteY1808" fmla="*/ 4566030 h 5292726"/>
              <a:gd name="connsiteX1809" fmla="*/ 933855 w 3386022"/>
              <a:gd name="connsiteY1809" fmla="*/ 4566939 h 5292726"/>
              <a:gd name="connsiteX1810" fmla="*/ 932160 w 3386022"/>
              <a:gd name="connsiteY1810" fmla="*/ 4567675 h 5292726"/>
              <a:gd name="connsiteX1811" fmla="*/ 932222 w 3386022"/>
              <a:gd name="connsiteY1811" fmla="*/ 4567631 h 5292726"/>
              <a:gd name="connsiteX1812" fmla="*/ 930528 w 3386022"/>
              <a:gd name="connsiteY1812" fmla="*/ 4568367 h 5292726"/>
              <a:gd name="connsiteX1813" fmla="*/ 928834 w 3386022"/>
              <a:gd name="connsiteY1813" fmla="*/ 4569103 h 5292726"/>
              <a:gd name="connsiteX1814" fmla="*/ 927141 w 3386022"/>
              <a:gd name="connsiteY1814" fmla="*/ 4569838 h 5292726"/>
              <a:gd name="connsiteX1815" fmla="*/ 925132 w 3386022"/>
              <a:gd name="connsiteY1815" fmla="*/ 4568583 h 5292726"/>
              <a:gd name="connsiteX1816" fmla="*/ 924442 w 3386022"/>
              <a:gd name="connsiteY1816" fmla="*/ 4567804 h 5292726"/>
              <a:gd name="connsiteX1817" fmla="*/ 925257 w 3386022"/>
              <a:gd name="connsiteY1817" fmla="*/ 4566420 h 5292726"/>
              <a:gd name="connsiteX1818" fmla="*/ 927830 w 3386022"/>
              <a:gd name="connsiteY1818" fmla="*/ 4563304 h 5292726"/>
              <a:gd name="connsiteX1819" fmla="*/ 1695203 w 3386022"/>
              <a:gd name="connsiteY1819" fmla="*/ 4552444 h 5292726"/>
              <a:gd name="connsiteX1820" fmla="*/ 1682912 w 3386022"/>
              <a:gd name="connsiteY1820" fmla="*/ 4555516 h 5292726"/>
              <a:gd name="connsiteX1821" fmla="*/ 1679836 w 3386022"/>
              <a:gd name="connsiteY1821" fmla="*/ 4561661 h 5292726"/>
              <a:gd name="connsiteX1822" fmla="*/ 1683165 w 3386022"/>
              <a:gd name="connsiteY1822" fmla="*/ 4567156 h 5292726"/>
              <a:gd name="connsiteX1823" fmla="*/ 1692264 w 3386022"/>
              <a:gd name="connsiteY1823" fmla="*/ 4571179 h 5292726"/>
              <a:gd name="connsiteX1824" fmla="*/ 1706436 w 3386022"/>
              <a:gd name="connsiteY1824" fmla="*/ 4572824 h 5292726"/>
              <a:gd name="connsiteX1825" fmla="*/ 1706499 w 3386022"/>
              <a:gd name="connsiteY1825" fmla="*/ 4572824 h 5292726"/>
              <a:gd name="connsiteX1826" fmla="*/ 1717921 w 3386022"/>
              <a:gd name="connsiteY1826" fmla="*/ 4563045 h 5292726"/>
              <a:gd name="connsiteX1827" fmla="*/ 1710515 w 3386022"/>
              <a:gd name="connsiteY1827" fmla="*/ 4555603 h 5292726"/>
              <a:gd name="connsiteX1828" fmla="*/ 1695203 w 3386022"/>
              <a:gd name="connsiteY1828" fmla="*/ 4552444 h 5292726"/>
              <a:gd name="connsiteX1829" fmla="*/ 729213 w 3386022"/>
              <a:gd name="connsiteY1829" fmla="*/ 4536347 h 5292726"/>
              <a:gd name="connsiteX1830" fmla="*/ 734610 w 3386022"/>
              <a:gd name="connsiteY1830" fmla="*/ 4537732 h 5292726"/>
              <a:gd name="connsiteX1831" fmla="*/ 737685 w 3386022"/>
              <a:gd name="connsiteY1831" fmla="*/ 4540588 h 5292726"/>
              <a:gd name="connsiteX1832" fmla="*/ 739317 w 3386022"/>
              <a:gd name="connsiteY1832" fmla="*/ 4542924 h 5292726"/>
              <a:gd name="connsiteX1833" fmla="*/ 739254 w 3386022"/>
              <a:gd name="connsiteY1833" fmla="*/ 4542968 h 5292726"/>
              <a:gd name="connsiteX1834" fmla="*/ 725574 w 3386022"/>
              <a:gd name="connsiteY1834" fmla="*/ 4553655 h 5292726"/>
              <a:gd name="connsiteX1835" fmla="*/ 714782 w 3386022"/>
              <a:gd name="connsiteY1835" fmla="*/ 4553265 h 5292726"/>
              <a:gd name="connsiteX1836" fmla="*/ 711582 w 3386022"/>
              <a:gd name="connsiteY1836" fmla="*/ 4546602 h 5292726"/>
              <a:gd name="connsiteX1837" fmla="*/ 720556 w 3386022"/>
              <a:gd name="connsiteY1837" fmla="*/ 4538511 h 5292726"/>
              <a:gd name="connsiteX1838" fmla="*/ 729213 w 3386022"/>
              <a:gd name="connsiteY1838" fmla="*/ 4536347 h 5292726"/>
              <a:gd name="connsiteX1839" fmla="*/ 862314 w 3386022"/>
              <a:gd name="connsiteY1839" fmla="*/ 4535655 h 5292726"/>
              <a:gd name="connsiteX1840" fmla="*/ 862250 w 3386022"/>
              <a:gd name="connsiteY1840" fmla="*/ 4535698 h 5292726"/>
              <a:gd name="connsiteX1841" fmla="*/ 845245 w 3386022"/>
              <a:gd name="connsiteY1841" fmla="*/ 4551405 h 5292726"/>
              <a:gd name="connsiteX1842" fmla="*/ 832443 w 3386022"/>
              <a:gd name="connsiteY1842" fmla="*/ 4553742 h 5292726"/>
              <a:gd name="connsiteX1843" fmla="*/ 827924 w 3386022"/>
              <a:gd name="connsiteY1843" fmla="*/ 4548289 h 5292726"/>
              <a:gd name="connsiteX1844" fmla="*/ 835707 w 3386022"/>
              <a:gd name="connsiteY1844" fmla="*/ 4540588 h 5292726"/>
              <a:gd name="connsiteX1845" fmla="*/ 839723 w 3386022"/>
              <a:gd name="connsiteY1845" fmla="*/ 4539290 h 5292726"/>
              <a:gd name="connsiteX1846" fmla="*/ 845245 w 3386022"/>
              <a:gd name="connsiteY1846" fmla="*/ 4538294 h 5292726"/>
              <a:gd name="connsiteX1847" fmla="*/ 852649 w 3386022"/>
              <a:gd name="connsiteY1847" fmla="*/ 4537213 h 5292726"/>
              <a:gd name="connsiteX1848" fmla="*/ 862314 w 3386022"/>
              <a:gd name="connsiteY1848" fmla="*/ 4535655 h 5292726"/>
              <a:gd name="connsiteX1849" fmla="*/ 455039 w 3386022"/>
              <a:gd name="connsiteY1849" fmla="*/ 4529901 h 5292726"/>
              <a:gd name="connsiteX1850" fmla="*/ 458804 w 3386022"/>
              <a:gd name="connsiteY1850" fmla="*/ 4532972 h 5292726"/>
              <a:gd name="connsiteX1851" fmla="*/ 462632 w 3386022"/>
              <a:gd name="connsiteY1851" fmla="*/ 4536131 h 5292726"/>
              <a:gd name="connsiteX1852" fmla="*/ 462570 w 3386022"/>
              <a:gd name="connsiteY1852" fmla="*/ 4536131 h 5292726"/>
              <a:gd name="connsiteX1853" fmla="*/ 466461 w 3386022"/>
              <a:gd name="connsiteY1853" fmla="*/ 4539333 h 5292726"/>
              <a:gd name="connsiteX1854" fmla="*/ 470414 w 3386022"/>
              <a:gd name="connsiteY1854" fmla="*/ 4542535 h 5292726"/>
              <a:gd name="connsiteX1855" fmla="*/ 459118 w 3386022"/>
              <a:gd name="connsiteY1855" fmla="*/ 4546559 h 5292726"/>
              <a:gd name="connsiteX1856" fmla="*/ 447885 w 3386022"/>
              <a:gd name="connsiteY1856" fmla="*/ 4547597 h 5292726"/>
              <a:gd name="connsiteX1857" fmla="*/ 436526 w 3386022"/>
              <a:gd name="connsiteY1857" fmla="*/ 4547425 h 5292726"/>
              <a:gd name="connsiteX1858" fmla="*/ 425042 w 3386022"/>
              <a:gd name="connsiteY1858" fmla="*/ 4547728 h 5292726"/>
              <a:gd name="connsiteX1859" fmla="*/ 427176 w 3386022"/>
              <a:gd name="connsiteY1859" fmla="*/ 4540155 h 5292726"/>
              <a:gd name="connsiteX1860" fmla="*/ 432823 w 3386022"/>
              <a:gd name="connsiteY1860" fmla="*/ 4534876 h 5292726"/>
              <a:gd name="connsiteX1861" fmla="*/ 442049 w 3386022"/>
              <a:gd name="connsiteY1861" fmla="*/ 4531588 h 5292726"/>
              <a:gd name="connsiteX1862" fmla="*/ 455039 w 3386022"/>
              <a:gd name="connsiteY1862" fmla="*/ 4529901 h 5292726"/>
              <a:gd name="connsiteX1863" fmla="*/ 993537 w 3386022"/>
              <a:gd name="connsiteY1863" fmla="*/ 4514887 h 5292726"/>
              <a:gd name="connsiteX1864" fmla="*/ 996549 w 3386022"/>
              <a:gd name="connsiteY1864" fmla="*/ 4522934 h 5292726"/>
              <a:gd name="connsiteX1865" fmla="*/ 999437 w 3386022"/>
              <a:gd name="connsiteY1865" fmla="*/ 4530680 h 5292726"/>
              <a:gd name="connsiteX1866" fmla="*/ 1002260 w 3386022"/>
              <a:gd name="connsiteY1866" fmla="*/ 4538252 h 5292726"/>
              <a:gd name="connsiteX1867" fmla="*/ 1005085 w 3386022"/>
              <a:gd name="connsiteY1867" fmla="*/ 4545867 h 5292726"/>
              <a:gd name="connsiteX1868" fmla="*/ 988579 w 3386022"/>
              <a:gd name="connsiteY1868" fmla="*/ 4564126 h 5292726"/>
              <a:gd name="connsiteX1869" fmla="*/ 988516 w 3386022"/>
              <a:gd name="connsiteY1869" fmla="*/ 4564170 h 5292726"/>
              <a:gd name="connsiteX1870" fmla="*/ 986447 w 3386022"/>
              <a:gd name="connsiteY1870" fmla="*/ 4584333 h 5292726"/>
              <a:gd name="connsiteX1871" fmla="*/ 985128 w 3386022"/>
              <a:gd name="connsiteY1871" fmla="*/ 4602159 h 5292726"/>
              <a:gd name="connsiteX1872" fmla="*/ 970883 w 3386022"/>
              <a:gd name="connsiteY1872" fmla="*/ 4613280 h 5292726"/>
              <a:gd name="connsiteX1873" fmla="*/ 965172 w 3386022"/>
              <a:gd name="connsiteY1873" fmla="*/ 4596708 h 5292726"/>
              <a:gd name="connsiteX1874" fmla="*/ 963729 w 3386022"/>
              <a:gd name="connsiteY1874" fmla="*/ 4566593 h 5292726"/>
              <a:gd name="connsiteX1875" fmla="*/ 971510 w 3386022"/>
              <a:gd name="connsiteY1875" fmla="*/ 4535223 h 5292726"/>
              <a:gd name="connsiteX1876" fmla="*/ 993537 w 3386022"/>
              <a:gd name="connsiteY1876" fmla="*/ 4514887 h 5292726"/>
              <a:gd name="connsiteX1877" fmla="*/ 1060434 w 3386022"/>
              <a:gd name="connsiteY1877" fmla="*/ 4513501 h 5292726"/>
              <a:gd name="connsiteX1878" fmla="*/ 1070225 w 3386022"/>
              <a:gd name="connsiteY1878" fmla="*/ 4522026 h 5292726"/>
              <a:gd name="connsiteX1879" fmla="*/ 1073237 w 3386022"/>
              <a:gd name="connsiteY1879" fmla="*/ 4528992 h 5292726"/>
              <a:gd name="connsiteX1880" fmla="*/ 1073300 w 3386022"/>
              <a:gd name="connsiteY1880" fmla="*/ 4528992 h 5292726"/>
              <a:gd name="connsiteX1881" fmla="*/ 1069283 w 3386022"/>
              <a:gd name="connsiteY1881" fmla="*/ 4538165 h 5292726"/>
              <a:gd name="connsiteX1882" fmla="*/ 1057988 w 3386022"/>
              <a:gd name="connsiteY1882" fmla="*/ 4553265 h 5292726"/>
              <a:gd name="connsiteX1883" fmla="*/ 1054913 w 3386022"/>
              <a:gd name="connsiteY1883" fmla="*/ 4542492 h 5292726"/>
              <a:gd name="connsiteX1884" fmla="*/ 1052967 w 3386022"/>
              <a:gd name="connsiteY1884" fmla="*/ 4532583 h 5292726"/>
              <a:gd name="connsiteX1885" fmla="*/ 1054158 w 3386022"/>
              <a:gd name="connsiteY1885" fmla="*/ 4523064 h 5292726"/>
              <a:gd name="connsiteX1886" fmla="*/ 1060434 w 3386022"/>
              <a:gd name="connsiteY1886" fmla="*/ 4513501 h 5292726"/>
              <a:gd name="connsiteX1887" fmla="*/ 838780 w 3386022"/>
              <a:gd name="connsiteY1887" fmla="*/ 4512074 h 5292726"/>
              <a:gd name="connsiteX1888" fmla="*/ 843237 w 3386022"/>
              <a:gd name="connsiteY1888" fmla="*/ 4513026 h 5292726"/>
              <a:gd name="connsiteX1889" fmla="*/ 852210 w 3386022"/>
              <a:gd name="connsiteY1889" fmla="*/ 4515666 h 5292726"/>
              <a:gd name="connsiteX1890" fmla="*/ 843299 w 3386022"/>
              <a:gd name="connsiteY1890" fmla="*/ 4519733 h 5292726"/>
              <a:gd name="connsiteX1891" fmla="*/ 838969 w 3386022"/>
              <a:gd name="connsiteY1891" fmla="*/ 4521161 h 5292726"/>
              <a:gd name="connsiteX1892" fmla="*/ 838969 w 3386022"/>
              <a:gd name="connsiteY1892" fmla="*/ 4521247 h 5292726"/>
              <a:gd name="connsiteX1893" fmla="*/ 835141 w 3386022"/>
              <a:gd name="connsiteY1893" fmla="*/ 4520338 h 5292726"/>
              <a:gd name="connsiteX1894" fmla="*/ 827673 w 3386022"/>
              <a:gd name="connsiteY1894" fmla="*/ 4517309 h 5292726"/>
              <a:gd name="connsiteX1895" fmla="*/ 834889 w 3386022"/>
              <a:gd name="connsiteY1895" fmla="*/ 4513329 h 5292726"/>
              <a:gd name="connsiteX1896" fmla="*/ 838780 w 3386022"/>
              <a:gd name="connsiteY1896" fmla="*/ 4512074 h 5292726"/>
              <a:gd name="connsiteX1897" fmla="*/ 1162289 w 3386022"/>
              <a:gd name="connsiteY1897" fmla="*/ 4506016 h 5292726"/>
              <a:gd name="connsiteX1898" fmla="*/ 1171451 w 3386022"/>
              <a:gd name="connsiteY1898" fmla="*/ 4509997 h 5292726"/>
              <a:gd name="connsiteX1899" fmla="*/ 1180427 w 3386022"/>
              <a:gd name="connsiteY1899" fmla="*/ 4513891 h 5292726"/>
              <a:gd name="connsiteX1900" fmla="*/ 1180427 w 3386022"/>
              <a:gd name="connsiteY1900" fmla="*/ 4513848 h 5292726"/>
              <a:gd name="connsiteX1901" fmla="*/ 1189339 w 3386022"/>
              <a:gd name="connsiteY1901" fmla="*/ 4517699 h 5292726"/>
              <a:gd name="connsiteX1902" fmla="*/ 1198250 w 3386022"/>
              <a:gd name="connsiteY1902" fmla="*/ 4521550 h 5292726"/>
              <a:gd name="connsiteX1903" fmla="*/ 1193481 w 3386022"/>
              <a:gd name="connsiteY1903" fmla="*/ 4524059 h 5292726"/>
              <a:gd name="connsiteX1904" fmla="*/ 1188898 w 3386022"/>
              <a:gd name="connsiteY1904" fmla="*/ 4525271 h 5292726"/>
              <a:gd name="connsiteX1905" fmla="*/ 1176723 w 3386022"/>
              <a:gd name="connsiteY1905" fmla="*/ 4526093 h 5292726"/>
              <a:gd name="connsiteX1906" fmla="*/ 1149237 w 3386022"/>
              <a:gd name="connsiteY1906" fmla="*/ 4527521 h 5292726"/>
              <a:gd name="connsiteX1907" fmla="*/ 1152562 w 3386022"/>
              <a:gd name="connsiteY1907" fmla="*/ 4535526 h 5292726"/>
              <a:gd name="connsiteX1908" fmla="*/ 1161097 w 3386022"/>
              <a:gd name="connsiteY1908" fmla="*/ 4540891 h 5292726"/>
              <a:gd name="connsiteX1909" fmla="*/ 1172268 w 3386022"/>
              <a:gd name="connsiteY1909" fmla="*/ 4545088 h 5292726"/>
              <a:gd name="connsiteX1910" fmla="*/ 1183628 w 3386022"/>
              <a:gd name="connsiteY1910" fmla="*/ 4549545 h 5292726"/>
              <a:gd name="connsiteX1911" fmla="*/ 1185133 w 3386022"/>
              <a:gd name="connsiteY1911" fmla="*/ 4565164 h 5292726"/>
              <a:gd name="connsiteX1912" fmla="*/ 1184758 w 3386022"/>
              <a:gd name="connsiteY1912" fmla="*/ 4590390 h 5292726"/>
              <a:gd name="connsiteX1913" fmla="*/ 1178858 w 3386022"/>
              <a:gd name="connsiteY1913" fmla="*/ 4613236 h 5292726"/>
              <a:gd name="connsiteX1914" fmla="*/ 1163922 w 3386022"/>
              <a:gd name="connsiteY1914" fmla="*/ 4621760 h 5292726"/>
              <a:gd name="connsiteX1915" fmla="*/ 1159403 w 3386022"/>
              <a:gd name="connsiteY1915" fmla="*/ 4609472 h 5292726"/>
              <a:gd name="connsiteX1916" fmla="*/ 1154759 w 3386022"/>
              <a:gd name="connsiteY1916" fmla="*/ 4601380 h 5292726"/>
              <a:gd name="connsiteX1917" fmla="*/ 1147103 w 3386022"/>
              <a:gd name="connsiteY1917" fmla="*/ 4593895 h 5292726"/>
              <a:gd name="connsiteX1918" fmla="*/ 1133673 w 3386022"/>
              <a:gd name="connsiteY1918" fmla="*/ 4583467 h 5292726"/>
              <a:gd name="connsiteX1919" fmla="*/ 1136999 w 3386022"/>
              <a:gd name="connsiteY1919" fmla="*/ 4579184 h 5292726"/>
              <a:gd name="connsiteX1920" fmla="*/ 1143526 w 3386022"/>
              <a:gd name="connsiteY1920" fmla="*/ 4577496 h 5292726"/>
              <a:gd name="connsiteX1921" fmla="*/ 1151245 w 3386022"/>
              <a:gd name="connsiteY1921" fmla="*/ 4576760 h 5292726"/>
              <a:gd name="connsiteX1922" fmla="*/ 1158211 w 3386022"/>
              <a:gd name="connsiteY1922" fmla="*/ 4575376 h 5292726"/>
              <a:gd name="connsiteX1923" fmla="*/ 1171139 w 3386022"/>
              <a:gd name="connsiteY1923" fmla="*/ 4565814 h 5292726"/>
              <a:gd name="connsiteX1924" fmla="*/ 1157834 w 3386022"/>
              <a:gd name="connsiteY1924" fmla="*/ 4556943 h 5292726"/>
              <a:gd name="connsiteX1925" fmla="*/ 1136497 w 3386022"/>
              <a:gd name="connsiteY1925" fmla="*/ 4541454 h 5292726"/>
              <a:gd name="connsiteX1926" fmla="*/ 1125327 w 3386022"/>
              <a:gd name="connsiteY1926" fmla="*/ 4512074 h 5292726"/>
              <a:gd name="connsiteX1927" fmla="*/ 1134739 w 3386022"/>
              <a:gd name="connsiteY1927" fmla="*/ 4510516 h 5292726"/>
              <a:gd name="connsiteX1928" fmla="*/ 1143903 w 3386022"/>
              <a:gd name="connsiteY1928" fmla="*/ 4509002 h 5292726"/>
              <a:gd name="connsiteX1929" fmla="*/ 1153001 w 3386022"/>
              <a:gd name="connsiteY1929" fmla="*/ 4507530 h 5292726"/>
              <a:gd name="connsiteX1930" fmla="*/ 1162289 w 3386022"/>
              <a:gd name="connsiteY1930" fmla="*/ 4506016 h 5292726"/>
              <a:gd name="connsiteX1931" fmla="*/ 1272611 w 3386022"/>
              <a:gd name="connsiteY1931" fmla="*/ 4503420 h 5292726"/>
              <a:gd name="connsiteX1932" fmla="*/ 1273238 w 3386022"/>
              <a:gd name="connsiteY1932" fmla="*/ 4511469 h 5292726"/>
              <a:gd name="connsiteX1933" fmla="*/ 1272549 w 3386022"/>
              <a:gd name="connsiteY1933" fmla="*/ 4527565 h 5292726"/>
              <a:gd name="connsiteX1934" fmla="*/ 1268533 w 3386022"/>
              <a:gd name="connsiteY1934" fmla="*/ 4545910 h 5292726"/>
              <a:gd name="connsiteX1935" fmla="*/ 1259056 w 3386022"/>
              <a:gd name="connsiteY1935" fmla="*/ 4560708 h 5292726"/>
              <a:gd name="connsiteX1936" fmla="*/ 1251715 w 3386022"/>
              <a:gd name="connsiteY1936" fmla="*/ 4555559 h 5292726"/>
              <a:gd name="connsiteX1937" fmla="*/ 1245188 w 3386022"/>
              <a:gd name="connsiteY1937" fmla="*/ 4550973 h 5292726"/>
              <a:gd name="connsiteX1938" fmla="*/ 1239414 w 3386022"/>
              <a:gd name="connsiteY1938" fmla="*/ 4546905 h 5292726"/>
              <a:gd name="connsiteX1939" fmla="*/ 1234269 w 3386022"/>
              <a:gd name="connsiteY1939" fmla="*/ 4543271 h 5292726"/>
              <a:gd name="connsiteX1940" fmla="*/ 1239414 w 3386022"/>
              <a:gd name="connsiteY1940" fmla="*/ 4534012 h 5292726"/>
              <a:gd name="connsiteX1941" fmla="*/ 1239414 w 3386022"/>
              <a:gd name="connsiteY1941" fmla="*/ 4533968 h 5292726"/>
              <a:gd name="connsiteX1942" fmla="*/ 1247573 w 3386022"/>
              <a:gd name="connsiteY1942" fmla="*/ 4525617 h 5292726"/>
              <a:gd name="connsiteX1943" fmla="*/ 1250899 w 3386022"/>
              <a:gd name="connsiteY1943" fmla="*/ 4517137 h 5292726"/>
              <a:gd name="connsiteX1944" fmla="*/ 1241485 w 3386022"/>
              <a:gd name="connsiteY1944" fmla="*/ 4507531 h 5292726"/>
              <a:gd name="connsiteX1945" fmla="*/ 1251276 w 3386022"/>
              <a:gd name="connsiteY1945" fmla="*/ 4506233 h 5292726"/>
              <a:gd name="connsiteX1946" fmla="*/ 1259182 w 3386022"/>
              <a:gd name="connsiteY1946" fmla="*/ 4505195 h 5292726"/>
              <a:gd name="connsiteX1947" fmla="*/ 1266023 w 3386022"/>
              <a:gd name="connsiteY1947" fmla="*/ 4504286 h 5292726"/>
              <a:gd name="connsiteX1948" fmla="*/ 1272611 w 3386022"/>
              <a:gd name="connsiteY1948" fmla="*/ 4503420 h 5292726"/>
              <a:gd name="connsiteX1949" fmla="*/ 924129 w 3386022"/>
              <a:gd name="connsiteY1949" fmla="*/ 4500780 h 5292726"/>
              <a:gd name="connsiteX1950" fmla="*/ 922371 w 3386022"/>
              <a:gd name="connsiteY1950" fmla="*/ 4507920 h 5292726"/>
              <a:gd name="connsiteX1951" fmla="*/ 920614 w 3386022"/>
              <a:gd name="connsiteY1951" fmla="*/ 4514930 h 5292726"/>
              <a:gd name="connsiteX1952" fmla="*/ 918732 w 3386022"/>
              <a:gd name="connsiteY1952" fmla="*/ 4522544 h 5292726"/>
              <a:gd name="connsiteX1953" fmla="*/ 916536 w 3386022"/>
              <a:gd name="connsiteY1953" fmla="*/ 4531458 h 5292726"/>
              <a:gd name="connsiteX1954" fmla="*/ 916410 w 3386022"/>
              <a:gd name="connsiteY1954" fmla="*/ 4531415 h 5292726"/>
              <a:gd name="connsiteX1955" fmla="*/ 906493 w 3386022"/>
              <a:gd name="connsiteY1955" fmla="*/ 4527651 h 5292726"/>
              <a:gd name="connsiteX1956" fmla="*/ 898398 w 3386022"/>
              <a:gd name="connsiteY1956" fmla="*/ 4524578 h 5292726"/>
              <a:gd name="connsiteX1957" fmla="*/ 891369 w 3386022"/>
              <a:gd name="connsiteY1957" fmla="*/ 4521896 h 5292726"/>
              <a:gd name="connsiteX1958" fmla="*/ 884654 w 3386022"/>
              <a:gd name="connsiteY1958" fmla="*/ 4519343 h 5292726"/>
              <a:gd name="connsiteX1959" fmla="*/ 889361 w 3386022"/>
              <a:gd name="connsiteY1959" fmla="*/ 4511857 h 5292726"/>
              <a:gd name="connsiteX1960" fmla="*/ 897081 w 3386022"/>
              <a:gd name="connsiteY1960" fmla="*/ 4506276 h 5292726"/>
              <a:gd name="connsiteX1961" fmla="*/ 908439 w 3386022"/>
              <a:gd name="connsiteY1961" fmla="*/ 4502598 h 5292726"/>
              <a:gd name="connsiteX1962" fmla="*/ 924129 w 3386022"/>
              <a:gd name="connsiteY1962" fmla="*/ 4500780 h 5292726"/>
              <a:gd name="connsiteX1963" fmla="*/ 701670 w 3386022"/>
              <a:gd name="connsiteY1963" fmla="*/ 4500262 h 5292726"/>
              <a:gd name="connsiteX1964" fmla="*/ 701606 w 3386022"/>
              <a:gd name="connsiteY1964" fmla="*/ 4500348 h 5292726"/>
              <a:gd name="connsiteX1965" fmla="*/ 701632 w 3386022"/>
              <a:gd name="connsiteY1965" fmla="*/ 4500291 h 5292726"/>
              <a:gd name="connsiteX1966" fmla="*/ 750549 w 3386022"/>
              <a:gd name="connsiteY1966" fmla="*/ 4497795 h 5292726"/>
              <a:gd name="connsiteX1967" fmla="*/ 750613 w 3386022"/>
              <a:gd name="connsiteY1967" fmla="*/ 4497795 h 5292726"/>
              <a:gd name="connsiteX1968" fmla="*/ 759210 w 3386022"/>
              <a:gd name="connsiteY1968" fmla="*/ 4503117 h 5292726"/>
              <a:gd name="connsiteX1969" fmla="*/ 742956 w 3386022"/>
              <a:gd name="connsiteY1969" fmla="*/ 4518434 h 5292726"/>
              <a:gd name="connsiteX1970" fmla="*/ 738375 w 3386022"/>
              <a:gd name="connsiteY1970" fmla="*/ 4515622 h 5292726"/>
              <a:gd name="connsiteX1971" fmla="*/ 734359 w 3386022"/>
              <a:gd name="connsiteY1971" fmla="*/ 4513329 h 5292726"/>
              <a:gd name="connsiteX1972" fmla="*/ 731285 w 3386022"/>
              <a:gd name="connsiteY1972" fmla="*/ 4511251 h 5292726"/>
              <a:gd name="connsiteX1973" fmla="*/ 729464 w 3386022"/>
              <a:gd name="connsiteY1973" fmla="*/ 4509218 h 5292726"/>
              <a:gd name="connsiteX1974" fmla="*/ 734798 w 3386022"/>
              <a:gd name="connsiteY1974" fmla="*/ 4500477 h 5292726"/>
              <a:gd name="connsiteX1975" fmla="*/ 750549 w 3386022"/>
              <a:gd name="connsiteY1975" fmla="*/ 4497795 h 5292726"/>
              <a:gd name="connsiteX1976" fmla="*/ 131032 w 3386022"/>
              <a:gd name="connsiteY1976" fmla="*/ 4496281 h 5292726"/>
              <a:gd name="connsiteX1977" fmla="*/ 142203 w 3386022"/>
              <a:gd name="connsiteY1977" fmla="*/ 4509781 h 5292726"/>
              <a:gd name="connsiteX1978" fmla="*/ 142328 w 3386022"/>
              <a:gd name="connsiteY1978" fmla="*/ 4528862 h 5292726"/>
              <a:gd name="connsiteX1979" fmla="*/ 142391 w 3386022"/>
              <a:gd name="connsiteY1979" fmla="*/ 4528862 h 5292726"/>
              <a:gd name="connsiteX1980" fmla="*/ 142391 w 3386022"/>
              <a:gd name="connsiteY1980" fmla="*/ 4551059 h 5292726"/>
              <a:gd name="connsiteX1981" fmla="*/ 153374 w 3386022"/>
              <a:gd name="connsiteY1981" fmla="*/ 4573992 h 5292726"/>
              <a:gd name="connsiteX1982" fmla="*/ 130154 w 3386022"/>
              <a:gd name="connsiteY1982" fmla="*/ 4572217 h 5292726"/>
              <a:gd name="connsiteX1983" fmla="*/ 123878 w 3386022"/>
              <a:gd name="connsiteY1983" fmla="*/ 4544958 h 5292726"/>
              <a:gd name="connsiteX1984" fmla="*/ 126766 w 3386022"/>
              <a:gd name="connsiteY1984" fmla="*/ 4512810 h 5292726"/>
              <a:gd name="connsiteX1985" fmla="*/ 131032 w 3386022"/>
              <a:gd name="connsiteY1985" fmla="*/ 4496281 h 5292726"/>
              <a:gd name="connsiteX1986" fmla="*/ 450582 w 3386022"/>
              <a:gd name="connsiteY1986" fmla="*/ 4493945 h 5292726"/>
              <a:gd name="connsiteX1987" fmla="*/ 474430 w 3386022"/>
              <a:gd name="connsiteY1987" fmla="*/ 4499440 h 5292726"/>
              <a:gd name="connsiteX1988" fmla="*/ 474366 w 3386022"/>
              <a:gd name="connsiteY1988" fmla="*/ 4499440 h 5292726"/>
              <a:gd name="connsiteX1989" fmla="*/ 480204 w 3386022"/>
              <a:gd name="connsiteY1989" fmla="*/ 4503637 h 5292726"/>
              <a:gd name="connsiteX1990" fmla="*/ 469974 w 3386022"/>
              <a:gd name="connsiteY1990" fmla="*/ 4504329 h 5292726"/>
              <a:gd name="connsiteX1991" fmla="*/ 445561 w 3386022"/>
              <a:gd name="connsiteY1991" fmla="*/ 4499310 h 5292726"/>
              <a:gd name="connsiteX1992" fmla="*/ 446817 w 3386022"/>
              <a:gd name="connsiteY1992" fmla="*/ 4497969 h 5292726"/>
              <a:gd name="connsiteX1993" fmla="*/ 448072 w 3386022"/>
              <a:gd name="connsiteY1993" fmla="*/ 4496628 h 5292726"/>
              <a:gd name="connsiteX1994" fmla="*/ 449327 w 3386022"/>
              <a:gd name="connsiteY1994" fmla="*/ 4495286 h 5292726"/>
              <a:gd name="connsiteX1995" fmla="*/ 450582 w 3386022"/>
              <a:gd name="connsiteY1995" fmla="*/ 4493945 h 5292726"/>
              <a:gd name="connsiteX1996" fmla="*/ 1074804 w 3386022"/>
              <a:gd name="connsiteY1996" fmla="*/ 4493122 h 5292726"/>
              <a:gd name="connsiteX1997" fmla="*/ 1079072 w 3386022"/>
              <a:gd name="connsiteY1997" fmla="*/ 4494983 h 5292726"/>
              <a:gd name="connsiteX1998" fmla="*/ 1080577 w 3386022"/>
              <a:gd name="connsiteY1998" fmla="*/ 4496238 h 5292726"/>
              <a:gd name="connsiteX1999" fmla="*/ 1079197 w 3386022"/>
              <a:gd name="connsiteY1999" fmla="*/ 4498963 h 5292726"/>
              <a:gd name="connsiteX2000" fmla="*/ 1079134 w 3386022"/>
              <a:gd name="connsiteY2000" fmla="*/ 4498920 h 5292726"/>
              <a:gd name="connsiteX2001" fmla="*/ 1074866 w 3386022"/>
              <a:gd name="connsiteY2001" fmla="*/ 4505194 h 5292726"/>
              <a:gd name="connsiteX2002" fmla="*/ 1067900 w 3386022"/>
              <a:gd name="connsiteY2002" fmla="*/ 4502598 h 5292726"/>
              <a:gd name="connsiteX2003" fmla="*/ 1065453 w 3386022"/>
              <a:gd name="connsiteY2003" fmla="*/ 4501040 h 5292726"/>
              <a:gd name="connsiteX2004" fmla="*/ 1067712 w 3386022"/>
              <a:gd name="connsiteY2004" fmla="*/ 4498531 h 5292726"/>
              <a:gd name="connsiteX2005" fmla="*/ 1074804 w 3386022"/>
              <a:gd name="connsiteY2005" fmla="*/ 4493122 h 5292726"/>
              <a:gd name="connsiteX2006" fmla="*/ 850579 w 3386022"/>
              <a:gd name="connsiteY2006" fmla="*/ 4490786 h 5292726"/>
              <a:gd name="connsiteX2007" fmla="*/ 851395 w 3386022"/>
              <a:gd name="connsiteY2007" fmla="*/ 4491695 h 5292726"/>
              <a:gd name="connsiteX2008" fmla="*/ 852210 w 3386022"/>
              <a:gd name="connsiteY2008" fmla="*/ 4492603 h 5292726"/>
              <a:gd name="connsiteX2009" fmla="*/ 852210 w 3386022"/>
              <a:gd name="connsiteY2009" fmla="*/ 4492560 h 5292726"/>
              <a:gd name="connsiteX2010" fmla="*/ 853026 w 3386022"/>
              <a:gd name="connsiteY2010" fmla="*/ 4493469 h 5292726"/>
              <a:gd name="connsiteX2011" fmla="*/ 853842 w 3386022"/>
              <a:gd name="connsiteY2011" fmla="*/ 4494378 h 5292726"/>
              <a:gd name="connsiteX2012" fmla="*/ 851457 w 3386022"/>
              <a:gd name="connsiteY2012" fmla="*/ 4494940 h 5292726"/>
              <a:gd name="connsiteX2013" fmla="*/ 850202 w 3386022"/>
              <a:gd name="connsiteY2013" fmla="*/ 4494940 h 5292726"/>
              <a:gd name="connsiteX2014" fmla="*/ 848947 w 3386022"/>
              <a:gd name="connsiteY2014" fmla="*/ 4493945 h 5292726"/>
              <a:gd name="connsiteX2015" fmla="*/ 846499 w 3386022"/>
              <a:gd name="connsiteY2015" fmla="*/ 4491478 h 5292726"/>
              <a:gd name="connsiteX2016" fmla="*/ 847503 w 3386022"/>
              <a:gd name="connsiteY2016" fmla="*/ 4491306 h 5292726"/>
              <a:gd name="connsiteX2017" fmla="*/ 848506 w 3386022"/>
              <a:gd name="connsiteY2017" fmla="*/ 4491132 h 5292726"/>
              <a:gd name="connsiteX2018" fmla="*/ 849511 w 3386022"/>
              <a:gd name="connsiteY2018" fmla="*/ 4490959 h 5292726"/>
              <a:gd name="connsiteX2019" fmla="*/ 850579 w 3386022"/>
              <a:gd name="connsiteY2019" fmla="*/ 4490786 h 5292726"/>
              <a:gd name="connsiteX2020" fmla="*/ 796734 w 3386022"/>
              <a:gd name="connsiteY2020" fmla="*/ 4490526 h 5292726"/>
              <a:gd name="connsiteX2021" fmla="*/ 796546 w 3386022"/>
              <a:gd name="connsiteY2021" fmla="*/ 4490872 h 5292726"/>
              <a:gd name="connsiteX2022" fmla="*/ 796358 w 3386022"/>
              <a:gd name="connsiteY2022" fmla="*/ 4491175 h 5292726"/>
              <a:gd name="connsiteX2023" fmla="*/ 796107 w 3386022"/>
              <a:gd name="connsiteY2023" fmla="*/ 4491521 h 5292726"/>
              <a:gd name="connsiteX2024" fmla="*/ 795918 w 3386022"/>
              <a:gd name="connsiteY2024" fmla="*/ 4491867 h 5292726"/>
              <a:gd name="connsiteX2025" fmla="*/ 795229 w 3386022"/>
              <a:gd name="connsiteY2025" fmla="*/ 4491608 h 5292726"/>
              <a:gd name="connsiteX2026" fmla="*/ 794601 w 3386022"/>
              <a:gd name="connsiteY2026" fmla="*/ 4491348 h 5292726"/>
              <a:gd name="connsiteX2027" fmla="*/ 793973 w 3386022"/>
              <a:gd name="connsiteY2027" fmla="*/ 4491088 h 5292726"/>
              <a:gd name="connsiteX2028" fmla="*/ 793283 w 3386022"/>
              <a:gd name="connsiteY2028" fmla="*/ 4490829 h 5292726"/>
              <a:gd name="connsiteX2029" fmla="*/ 794161 w 3386022"/>
              <a:gd name="connsiteY2029" fmla="*/ 4490742 h 5292726"/>
              <a:gd name="connsiteX2030" fmla="*/ 795040 w 3386022"/>
              <a:gd name="connsiteY2030" fmla="*/ 4490656 h 5292726"/>
              <a:gd name="connsiteX2031" fmla="*/ 795918 w 3386022"/>
              <a:gd name="connsiteY2031" fmla="*/ 4490613 h 5292726"/>
              <a:gd name="connsiteX2032" fmla="*/ 575784 w 3386022"/>
              <a:gd name="connsiteY2032" fmla="*/ 4489661 h 5292726"/>
              <a:gd name="connsiteX2033" fmla="*/ 609670 w 3386022"/>
              <a:gd name="connsiteY2033" fmla="*/ 4504545 h 5292726"/>
              <a:gd name="connsiteX2034" fmla="*/ 620087 w 3386022"/>
              <a:gd name="connsiteY2034" fmla="*/ 4521117 h 5292726"/>
              <a:gd name="connsiteX2035" fmla="*/ 614313 w 3386022"/>
              <a:gd name="connsiteY2035" fmla="*/ 4535699 h 5292726"/>
              <a:gd name="connsiteX2036" fmla="*/ 600948 w 3386022"/>
              <a:gd name="connsiteY2036" fmla="*/ 4544179 h 5292726"/>
              <a:gd name="connsiteX2037" fmla="*/ 601387 w 3386022"/>
              <a:gd name="connsiteY2037" fmla="*/ 4544396 h 5292726"/>
              <a:gd name="connsiteX2038" fmla="*/ 602014 w 3386022"/>
              <a:gd name="connsiteY2038" fmla="*/ 4544742 h 5292726"/>
              <a:gd name="connsiteX2039" fmla="*/ 602642 w 3386022"/>
              <a:gd name="connsiteY2039" fmla="*/ 4545088 h 5292726"/>
              <a:gd name="connsiteX2040" fmla="*/ 603269 w 3386022"/>
              <a:gd name="connsiteY2040" fmla="*/ 4545434 h 5292726"/>
              <a:gd name="connsiteX2041" fmla="*/ 602329 w 3386022"/>
              <a:gd name="connsiteY2041" fmla="*/ 4545262 h 5292726"/>
              <a:gd name="connsiteX2042" fmla="*/ 601387 w 3386022"/>
              <a:gd name="connsiteY2042" fmla="*/ 4545088 h 5292726"/>
              <a:gd name="connsiteX2043" fmla="*/ 600445 w 3386022"/>
              <a:gd name="connsiteY2043" fmla="*/ 4544915 h 5292726"/>
              <a:gd name="connsiteX2044" fmla="*/ 599504 w 3386022"/>
              <a:gd name="connsiteY2044" fmla="*/ 4544742 h 5292726"/>
              <a:gd name="connsiteX2045" fmla="*/ 599756 w 3386022"/>
              <a:gd name="connsiteY2045" fmla="*/ 4544612 h 5292726"/>
              <a:gd name="connsiteX2046" fmla="*/ 600006 w 3386022"/>
              <a:gd name="connsiteY2046" fmla="*/ 4544483 h 5292726"/>
              <a:gd name="connsiteX2047" fmla="*/ 600257 w 3386022"/>
              <a:gd name="connsiteY2047" fmla="*/ 4544353 h 5292726"/>
              <a:gd name="connsiteX2048" fmla="*/ 600508 w 3386022"/>
              <a:gd name="connsiteY2048" fmla="*/ 4544223 h 5292726"/>
              <a:gd name="connsiteX2049" fmla="*/ 593856 w 3386022"/>
              <a:gd name="connsiteY2049" fmla="*/ 4542233 h 5292726"/>
              <a:gd name="connsiteX2050" fmla="*/ 587079 w 3386022"/>
              <a:gd name="connsiteY2050" fmla="*/ 4540199 h 5292726"/>
              <a:gd name="connsiteX2051" fmla="*/ 579987 w 3386022"/>
              <a:gd name="connsiteY2051" fmla="*/ 4538079 h 5292726"/>
              <a:gd name="connsiteX2052" fmla="*/ 572458 w 3386022"/>
              <a:gd name="connsiteY2052" fmla="*/ 4535829 h 5292726"/>
              <a:gd name="connsiteX2053" fmla="*/ 578481 w 3386022"/>
              <a:gd name="connsiteY2053" fmla="*/ 4530594 h 5292726"/>
              <a:gd name="connsiteX2054" fmla="*/ 583941 w 3386022"/>
              <a:gd name="connsiteY2054" fmla="*/ 4525833 h 5292726"/>
              <a:gd name="connsiteX2055" fmla="*/ 588773 w 3386022"/>
              <a:gd name="connsiteY2055" fmla="*/ 4521637 h 5292726"/>
              <a:gd name="connsiteX2056" fmla="*/ 592852 w 3386022"/>
              <a:gd name="connsiteY2056" fmla="*/ 4518089 h 5292726"/>
              <a:gd name="connsiteX2057" fmla="*/ 589840 w 3386022"/>
              <a:gd name="connsiteY2057" fmla="*/ 4510127 h 5292726"/>
              <a:gd name="connsiteX2058" fmla="*/ 580426 w 3386022"/>
              <a:gd name="connsiteY2058" fmla="*/ 4503897 h 5292726"/>
              <a:gd name="connsiteX2059" fmla="*/ 572896 w 3386022"/>
              <a:gd name="connsiteY2059" fmla="*/ 4497710 h 5292726"/>
              <a:gd name="connsiteX2060" fmla="*/ 575469 w 3386022"/>
              <a:gd name="connsiteY2060" fmla="*/ 4489748 h 5292726"/>
              <a:gd name="connsiteX2061" fmla="*/ 987010 w 3386022"/>
              <a:gd name="connsiteY2061" fmla="*/ 4481570 h 5292726"/>
              <a:gd name="connsiteX2062" fmla="*/ 987072 w 3386022"/>
              <a:gd name="connsiteY2062" fmla="*/ 4481570 h 5292726"/>
              <a:gd name="connsiteX2063" fmla="*/ 1002824 w 3386022"/>
              <a:gd name="connsiteY2063" fmla="*/ 4481873 h 5292726"/>
              <a:gd name="connsiteX2064" fmla="*/ 1037151 w 3386022"/>
              <a:gd name="connsiteY2064" fmla="*/ 4483387 h 5292726"/>
              <a:gd name="connsiteX2065" fmla="*/ 1031379 w 3386022"/>
              <a:gd name="connsiteY2065" fmla="*/ 4488666 h 5292726"/>
              <a:gd name="connsiteX2066" fmla="*/ 1027362 w 3386022"/>
              <a:gd name="connsiteY2066" fmla="*/ 4491651 h 5292726"/>
              <a:gd name="connsiteX2067" fmla="*/ 1019894 w 3386022"/>
              <a:gd name="connsiteY2067" fmla="*/ 4494464 h 5292726"/>
              <a:gd name="connsiteX2068" fmla="*/ 1002950 w 3386022"/>
              <a:gd name="connsiteY2068" fmla="*/ 4499786 h 5292726"/>
              <a:gd name="connsiteX2069" fmla="*/ 995293 w 3386022"/>
              <a:gd name="connsiteY2069" fmla="*/ 4496584 h 5292726"/>
              <a:gd name="connsiteX2070" fmla="*/ 987763 w 3386022"/>
              <a:gd name="connsiteY2070" fmla="*/ 4493468 h 5292726"/>
              <a:gd name="connsiteX2071" fmla="*/ 980170 w 3386022"/>
              <a:gd name="connsiteY2071" fmla="*/ 4490310 h 5292726"/>
              <a:gd name="connsiteX2072" fmla="*/ 972199 w 3386022"/>
              <a:gd name="connsiteY2072" fmla="*/ 4486978 h 5292726"/>
              <a:gd name="connsiteX2073" fmla="*/ 980609 w 3386022"/>
              <a:gd name="connsiteY2073" fmla="*/ 4483084 h 5292726"/>
              <a:gd name="connsiteX2074" fmla="*/ 987010 w 3386022"/>
              <a:gd name="connsiteY2074" fmla="*/ 4481570 h 5292726"/>
              <a:gd name="connsiteX2075" fmla="*/ 1119676 w 3386022"/>
              <a:gd name="connsiteY2075" fmla="*/ 4477936 h 5292726"/>
              <a:gd name="connsiteX2076" fmla="*/ 1122061 w 3386022"/>
              <a:gd name="connsiteY2076" fmla="*/ 4487368 h 5292726"/>
              <a:gd name="connsiteX2077" fmla="*/ 1118798 w 3386022"/>
              <a:gd name="connsiteY2077" fmla="*/ 4493339 h 5292726"/>
              <a:gd name="connsiteX2078" fmla="*/ 1113275 w 3386022"/>
              <a:gd name="connsiteY2078" fmla="*/ 4496065 h 5292726"/>
              <a:gd name="connsiteX2079" fmla="*/ 1108882 w 3386022"/>
              <a:gd name="connsiteY2079" fmla="*/ 4495806 h 5292726"/>
              <a:gd name="connsiteX2080" fmla="*/ 1106498 w 3386022"/>
              <a:gd name="connsiteY2080" fmla="*/ 4491652 h 5292726"/>
              <a:gd name="connsiteX2081" fmla="*/ 1109071 w 3386022"/>
              <a:gd name="connsiteY2081" fmla="*/ 4486806 h 5292726"/>
              <a:gd name="connsiteX2082" fmla="*/ 1114279 w 3386022"/>
              <a:gd name="connsiteY2082" fmla="*/ 4482003 h 5292726"/>
              <a:gd name="connsiteX2083" fmla="*/ 1114217 w 3386022"/>
              <a:gd name="connsiteY2083" fmla="*/ 4482046 h 5292726"/>
              <a:gd name="connsiteX2084" fmla="*/ 1119676 w 3386022"/>
              <a:gd name="connsiteY2084" fmla="*/ 4477936 h 5292726"/>
              <a:gd name="connsiteX2085" fmla="*/ 382802 w 3386022"/>
              <a:gd name="connsiteY2085" fmla="*/ 4470146 h 5292726"/>
              <a:gd name="connsiteX2086" fmla="*/ 387069 w 3386022"/>
              <a:gd name="connsiteY2086" fmla="*/ 4470450 h 5292726"/>
              <a:gd name="connsiteX2087" fmla="*/ 384120 w 3386022"/>
              <a:gd name="connsiteY2087" fmla="*/ 4470752 h 5292726"/>
              <a:gd name="connsiteX2088" fmla="*/ 383805 w 3386022"/>
              <a:gd name="connsiteY2088" fmla="*/ 4470579 h 5292726"/>
              <a:gd name="connsiteX2089" fmla="*/ 383491 w 3386022"/>
              <a:gd name="connsiteY2089" fmla="*/ 4470406 h 5292726"/>
              <a:gd name="connsiteX2090" fmla="*/ 383179 w 3386022"/>
              <a:gd name="connsiteY2090" fmla="*/ 4470233 h 5292726"/>
              <a:gd name="connsiteX2091" fmla="*/ 383115 w 3386022"/>
              <a:gd name="connsiteY2091" fmla="*/ 4470320 h 5292726"/>
              <a:gd name="connsiteX2092" fmla="*/ 395038 w 3386022"/>
              <a:gd name="connsiteY2092" fmla="*/ 4468416 h 5292726"/>
              <a:gd name="connsiteX2093" fmla="*/ 401565 w 3386022"/>
              <a:gd name="connsiteY2093" fmla="*/ 4468459 h 5292726"/>
              <a:gd name="connsiteX2094" fmla="*/ 409722 w 3386022"/>
              <a:gd name="connsiteY2094" fmla="*/ 4471921 h 5292726"/>
              <a:gd name="connsiteX2095" fmla="*/ 401503 w 3386022"/>
              <a:gd name="connsiteY2095" fmla="*/ 4471358 h 5292726"/>
              <a:gd name="connsiteX2096" fmla="*/ 394536 w 3386022"/>
              <a:gd name="connsiteY2096" fmla="*/ 4470882 h 5292726"/>
              <a:gd name="connsiteX2097" fmla="*/ 388449 w 3386022"/>
              <a:gd name="connsiteY2097" fmla="*/ 4470450 h 5292726"/>
              <a:gd name="connsiteX2098" fmla="*/ 387068 w 3386022"/>
              <a:gd name="connsiteY2098" fmla="*/ 4470363 h 5292726"/>
              <a:gd name="connsiteX2099" fmla="*/ 389453 w 3386022"/>
              <a:gd name="connsiteY2099" fmla="*/ 4469800 h 5292726"/>
              <a:gd name="connsiteX2100" fmla="*/ 395038 w 3386022"/>
              <a:gd name="connsiteY2100" fmla="*/ 4468416 h 5292726"/>
              <a:gd name="connsiteX2101" fmla="*/ 1069407 w 3386022"/>
              <a:gd name="connsiteY2101" fmla="*/ 4468200 h 5292726"/>
              <a:gd name="connsiteX2102" fmla="*/ 1083967 w 3386022"/>
              <a:gd name="connsiteY2102" fmla="*/ 4470103 h 5292726"/>
              <a:gd name="connsiteX2103" fmla="*/ 1073110 w 3386022"/>
              <a:gd name="connsiteY2103" fmla="*/ 4472007 h 5292726"/>
              <a:gd name="connsiteX2104" fmla="*/ 1064074 w 3386022"/>
              <a:gd name="connsiteY2104" fmla="*/ 4473564 h 5292726"/>
              <a:gd name="connsiteX2105" fmla="*/ 1056291 w 3386022"/>
              <a:gd name="connsiteY2105" fmla="*/ 4474906 h 5292726"/>
              <a:gd name="connsiteX2106" fmla="*/ 1056291 w 3386022"/>
              <a:gd name="connsiteY2106" fmla="*/ 4474950 h 5292726"/>
              <a:gd name="connsiteX2107" fmla="*/ 1051448 w 3386022"/>
              <a:gd name="connsiteY2107" fmla="*/ 4475784 h 5292726"/>
              <a:gd name="connsiteX2108" fmla="*/ 1050579 w 3386022"/>
              <a:gd name="connsiteY2108" fmla="*/ 4476896 h 5292726"/>
              <a:gd name="connsiteX2109" fmla="*/ 1047754 w 3386022"/>
              <a:gd name="connsiteY2109" fmla="*/ 4478540 h 5292726"/>
              <a:gd name="connsiteX2110" fmla="*/ 1044931 w 3386022"/>
              <a:gd name="connsiteY2110" fmla="*/ 4480185 h 5292726"/>
              <a:gd name="connsiteX2111" fmla="*/ 1042107 w 3386022"/>
              <a:gd name="connsiteY2111" fmla="*/ 4481829 h 5292726"/>
              <a:gd name="connsiteX2112" fmla="*/ 1039283 w 3386022"/>
              <a:gd name="connsiteY2112" fmla="*/ 4483473 h 5292726"/>
              <a:gd name="connsiteX2113" fmla="*/ 1037149 w 3386022"/>
              <a:gd name="connsiteY2113" fmla="*/ 4483386 h 5292726"/>
              <a:gd name="connsiteX2114" fmla="*/ 1037903 w 3386022"/>
              <a:gd name="connsiteY2114" fmla="*/ 4482738 h 5292726"/>
              <a:gd name="connsiteX2115" fmla="*/ 1040726 w 3386022"/>
              <a:gd name="connsiteY2115" fmla="*/ 4481093 h 5292726"/>
              <a:gd name="connsiteX2116" fmla="*/ 1043550 w 3386022"/>
              <a:gd name="connsiteY2116" fmla="*/ 4479449 h 5292726"/>
              <a:gd name="connsiteX2117" fmla="*/ 1046375 w 3386022"/>
              <a:gd name="connsiteY2117" fmla="*/ 4477805 h 5292726"/>
              <a:gd name="connsiteX2118" fmla="*/ 1046500 w 3386022"/>
              <a:gd name="connsiteY2118" fmla="*/ 4477805 h 5292726"/>
              <a:gd name="connsiteX2119" fmla="*/ 1049324 w 3386022"/>
              <a:gd name="connsiteY2119" fmla="*/ 4476160 h 5292726"/>
              <a:gd name="connsiteX2120" fmla="*/ 1051282 w 3386022"/>
              <a:gd name="connsiteY2120" fmla="*/ 4475804 h 5292726"/>
              <a:gd name="connsiteX2121" fmla="*/ 1054283 w 3386022"/>
              <a:gd name="connsiteY2121" fmla="*/ 4472526 h 5292726"/>
              <a:gd name="connsiteX2122" fmla="*/ 1060057 w 3386022"/>
              <a:gd name="connsiteY2122" fmla="*/ 4469324 h 5292726"/>
              <a:gd name="connsiteX2123" fmla="*/ 1069407 w 3386022"/>
              <a:gd name="connsiteY2123" fmla="*/ 4468200 h 5292726"/>
              <a:gd name="connsiteX2124" fmla="*/ 1309952 w 3386022"/>
              <a:gd name="connsiteY2124" fmla="*/ 4450850 h 5292726"/>
              <a:gd name="connsiteX2125" fmla="*/ 1297589 w 3386022"/>
              <a:gd name="connsiteY2125" fmla="*/ 4453186 h 5292726"/>
              <a:gd name="connsiteX2126" fmla="*/ 1300163 w 3386022"/>
              <a:gd name="connsiteY2126" fmla="*/ 4455047 h 5292726"/>
              <a:gd name="connsiteX2127" fmla="*/ 1302924 w 3386022"/>
              <a:gd name="connsiteY2127" fmla="*/ 4457037 h 5292726"/>
              <a:gd name="connsiteX2128" fmla="*/ 1305999 w 3386022"/>
              <a:gd name="connsiteY2128" fmla="*/ 4459243 h 5292726"/>
              <a:gd name="connsiteX2129" fmla="*/ 1309515 w 3386022"/>
              <a:gd name="connsiteY2129" fmla="*/ 4461797 h 5292726"/>
              <a:gd name="connsiteX2130" fmla="*/ 1318042 w 3386022"/>
              <a:gd name="connsiteY2130" fmla="*/ 4454922 h 5292726"/>
              <a:gd name="connsiteX2131" fmla="*/ 1318047 w 3386022"/>
              <a:gd name="connsiteY2131" fmla="*/ 4454960 h 5292726"/>
              <a:gd name="connsiteX2132" fmla="*/ 1318047 w 3386022"/>
              <a:gd name="connsiteY2132" fmla="*/ 4454917 h 5292726"/>
              <a:gd name="connsiteX2133" fmla="*/ 1318042 w 3386022"/>
              <a:gd name="connsiteY2133" fmla="*/ 4454922 h 5292726"/>
              <a:gd name="connsiteX2134" fmla="*/ 1317484 w 3386022"/>
              <a:gd name="connsiteY2134" fmla="*/ 4451369 h 5292726"/>
              <a:gd name="connsiteX2135" fmla="*/ 1309952 w 3386022"/>
              <a:gd name="connsiteY2135" fmla="*/ 4450850 h 5292726"/>
              <a:gd name="connsiteX2136" fmla="*/ 1056793 w 3386022"/>
              <a:gd name="connsiteY2136" fmla="*/ 4442758 h 5292726"/>
              <a:gd name="connsiteX2137" fmla="*/ 1057420 w 3386022"/>
              <a:gd name="connsiteY2137" fmla="*/ 4443233 h 5292726"/>
              <a:gd name="connsiteX2138" fmla="*/ 1058049 w 3386022"/>
              <a:gd name="connsiteY2138" fmla="*/ 4443709 h 5292726"/>
              <a:gd name="connsiteX2139" fmla="*/ 1058676 w 3386022"/>
              <a:gd name="connsiteY2139" fmla="*/ 4444185 h 5292726"/>
              <a:gd name="connsiteX2140" fmla="*/ 1059303 w 3386022"/>
              <a:gd name="connsiteY2140" fmla="*/ 4444662 h 5292726"/>
              <a:gd name="connsiteX2141" fmla="*/ 1058612 w 3386022"/>
              <a:gd name="connsiteY2141" fmla="*/ 4445744 h 5292726"/>
              <a:gd name="connsiteX2142" fmla="*/ 1057923 w 3386022"/>
              <a:gd name="connsiteY2142" fmla="*/ 4446825 h 5292726"/>
              <a:gd name="connsiteX2143" fmla="*/ 1057232 w 3386022"/>
              <a:gd name="connsiteY2143" fmla="*/ 4447907 h 5292726"/>
              <a:gd name="connsiteX2144" fmla="*/ 1056543 w 3386022"/>
              <a:gd name="connsiteY2144" fmla="*/ 4448988 h 5292726"/>
              <a:gd name="connsiteX2145" fmla="*/ 1053342 w 3386022"/>
              <a:gd name="connsiteY2145" fmla="*/ 4446998 h 5292726"/>
              <a:gd name="connsiteX2146" fmla="*/ 1052212 w 3386022"/>
              <a:gd name="connsiteY2146" fmla="*/ 4445959 h 5292726"/>
              <a:gd name="connsiteX2147" fmla="*/ 1053342 w 3386022"/>
              <a:gd name="connsiteY2147" fmla="*/ 4444878 h 5292726"/>
              <a:gd name="connsiteX2148" fmla="*/ 1056793 w 3386022"/>
              <a:gd name="connsiteY2148" fmla="*/ 4442758 h 5292726"/>
              <a:gd name="connsiteX2149" fmla="*/ 826230 w 3386022"/>
              <a:gd name="connsiteY2149" fmla="*/ 4433974 h 5292726"/>
              <a:gd name="connsiteX2150" fmla="*/ 827234 w 3386022"/>
              <a:gd name="connsiteY2150" fmla="*/ 4434364 h 5292726"/>
              <a:gd name="connsiteX2151" fmla="*/ 828864 w 3386022"/>
              <a:gd name="connsiteY2151" fmla="*/ 4435358 h 5292726"/>
              <a:gd name="connsiteX2152" fmla="*/ 827922 w 3386022"/>
              <a:gd name="connsiteY2152" fmla="*/ 4435662 h 5292726"/>
              <a:gd name="connsiteX2153" fmla="*/ 826982 w 3386022"/>
              <a:gd name="connsiteY2153" fmla="*/ 4435965 h 5292726"/>
              <a:gd name="connsiteX2154" fmla="*/ 826040 w 3386022"/>
              <a:gd name="connsiteY2154" fmla="*/ 4436268 h 5292726"/>
              <a:gd name="connsiteX2155" fmla="*/ 825100 w 3386022"/>
              <a:gd name="connsiteY2155" fmla="*/ 4436570 h 5292726"/>
              <a:gd name="connsiteX2156" fmla="*/ 824158 w 3386022"/>
              <a:gd name="connsiteY2156" fmla="*/ 4436398 h 5292726"/>
              <a:gd name="connsiteX2157" fmla="*/ 823218 w 3386022"/>
              <a:gd name="connsiteY2157" fmla="*/ 4436224 h 5292726"/>
              <a:gd name="connsiteX2158" fmla="*/ 822276 w 3386022"/>
              <a:gd name="connsiteY2158" fmla="*/ 4436051 h 5292726"/>
              <a:gd name="connsiteX2159" fmla="*/ 821333 w 3386022"/>
              <a:gd name="connsiteY2159" fmla="*/ 4435878 h 5292726"/>
              <a:gd name="connsiteX2160" fmla="*/ 824596 w 3386022"/>
              <a:gd name="connsiteY2160" fmla="*/ 4434450 h 5292726"/>
              <a:gd name="connsiteX2161" fmla="*/ 826165 w 3386022"/>
              <a:gd name="connsiteY2161" fmla="*/ 4434017 h 5292726"/>
              <a:gd name="connsiteX2162" fmla="*/ 496588 w 3386022"/>
              <a:gd name="connsiteY2162" fmla="*/ 4433845 h 5292726"/>
              <a:gd name="connsiteX2163" fmla="*/ 492005 w 3386022"/>
              <a:gd name="connsiteY2163" fmla="*/ 4434970 h 5292726"/>
              <a:gd name="connsiteX2164" fmla="*/ 494893 w 3386022"/>
              <a:gd name="connsiteY2164" fmla="*/ 4438301 h 5292726"/>
              <a:gd name="connsiteX2165" fmla="*/ 504180 w 3386022"/>
              <a:gd name="connsiteY2165" fmla="*/ 4443494 h 5292726"/>
              <a:gd name="connsiteX2166" fmla="*/ 505875 w 3386022"/>
              <a:gd name="connsiteY2166" fmla="*/ 4440984 h 5292726"/>
              <a:gd name="connsiteX2167" fmla="*/ 507255 w 3386022"/>
              <a:gd name="connsiteY2167" fmla="*/ 4438908 h 5292726"/>
              <a:gd name="connsiteX2168" fmla="*/ 508510 w 3386022"/>
              <a:gd name="connsiteY2168" fmla="*/ 4437091 h 5292726"/>
              <a:gd name="connsiteX2169" fmla="*/ 509639 w 3386022"/>
              <a:gd name="connsiteY2169" fmla="*/ 4435402 h 5292726"/>
              <a:gd name="connsiteX2170" fmla="*/ 496588 w 3386022"/>
              <a:gd name="connsiteY2170" fmla="*/ 4433845 h 5292726"/>
              <a:gd name="connsiteX2171" fmla="*/ 2825803 w 3386022"/>
              <a:gd name="connsiteY2171" fmla="*/ 4431508 h 5292726"/>
              <a:gd name="connsiteX2172" fmla="*/ 2843187 w 3386022"/>
              <a:gd name="connsiteY2172" fmla="*/ 4433671 h 5292726"/>
              <a:gd name="connsiteX2173" fmla="*/ 2845822 w 3386022"/>
              <a:gd name="connsiteY2173" fmla="*/ 4435099 h 5292726"/>
              <a:gd name="connsiteX2174" fmla="*/ 2848459 w 3386022"/>
              <a:gd name="connsiteY2174" fmla="*/ 4436830 h 5292726"/>
              <a:gd name="connsiteX2175" fmla="*/ 2848584 w 3386022"/>
              <a:gd name="connsiteY2175" fmla="*/ 4436873 h 5292726"/>
              <a:gd name="connsiteX2176" fmla="*/ 2851596 w 3386022"/>
              <a:gd name="connsiteY2176" fmla="*/ 4438994 h 5292726"/>
              <a:gd name="connsiteX2177" fmla="*/ 2855361 w 3386022"/>
              <a:gd name="connsiteY2177" fmla="*/ 4441590 h 5292726"/>
              <a:gd name="connsiteX2178" fmla="*/ 2823607 w 3386022"/>
              <a:gd name="connsiteY2178" fmla="*/ 4443407 h 5292726"/>
              <a:gd name="connsiteX2179" fmla="*/ 2816516 w 3386022"/>
              <a:gd name="connsiteY2179" fmla="*/ 4437393 h 5292726"/>
              <a:gd name="connsiteX2180" fmla="*/ 2825803 w 3386022"/>
              <a:gd name="connsiteY2180" fmla="*/ 4431508 h 5292726"/>
              <a:gd name="connsiteX2181" fmla="*/ 721814 w 3386022"/>
              <a:gd name="connsiteY2181" fmla="*/ 4422508 h 5292726"/>
              <a:gd name="connsiteX2182" fmla="*/ 745405 w 3386022"/>
              <a:gd name="connsiteY2182" fmla="*/ 4428046 h 5292726"/>
              <a:gd name="connsiteX2183" fmla="*/ 720872 w 3386022"/>
              <a:gd name="connsiteY2183" fmla="*/ 4453055 h 5292726"/>
              <a:gd name="connsiteX2184" fmla="*/ 711584 w 3386022"/>
              <a:gd name="connsiteY2184" fmla="*/ 4478671 h 5292726"/>
              <a:gd name="connsiteX2185" fmla="*/ 701632 w 3386022"/>
              <a:gd name="connsiteY2185" fmla="*/ 4500291 h 5292726"/>
              <a:gd name="connsiteX2186" fmla="*/ 691416 w 3386022"/>
              <a:gd name="connsiteY2186" fmla="*/ 4508207 h 5292726"/>
              <a:gd name="connsiteX2187" fmla="*/ 674998 w 3386022"/>
              <a:gd name="connsiteY2187" fmla="*/ 4513459 h 5292726"/>
              <a:gd name="connsiteX2188" fmla="*/ 665772 w 3386022"/>
              <a:gd name="connsiteY2188" fmla="*/ 4509175 h 5292726"/>
              <a:gd name="connsiteX2189" fmla="*/ 670982 w 3386022"/>
              <a:gd name="connsiteY2189" fmla="*/ 4503939 h 5292726"/>
              <a:gd name="connsiteX2190" fmla="*/ 683344 w 3386022"/>
              <a:gd name="connsiteY2190" fmla="*/ 4498791 h 5292726"/>
              <a:gd name="connsiteX2191" fmla="*/ 695520 w 3386022"/>
              <a:gd name="connsiteY2191" fmla="*/ 4494680 h 5292726"/>
              <a:gd name="connsiteX2192" fmla="*/ 692507 w 3386022"/>
              <a:gd name="connsiteY2192" fmla="*/ 4490309 h 5292726"/>
              <a:gd name="connsiteX2193" fmla="*/ 689432 w 3386022"/>
              <a:gd name="connsiteY2193" fmla="*/ 4485810 h 5292726"/>
              <a:gd name="connsiteX2194" fmla="*/ 686168 w 3386022"/>
              <a:gd name="connsiteY2194" fmla="*/ 4481093 h 5292726"/>
              <a:gd name="connsiteX2195" fmla="*/ 682655 w 3386022"/>
              <a:gd name="connsiteY2195" fmla="*/ 4475988 h 5292726"/>
              <a:gd name="connsiteX2196" fmla="*/ 691566 w 3386022"/>
              <a:gd name="connsiteY2196" fmla="*/ 4468026 h 5292726"/>
              <a:gd name="connsiteX2197" fmla="*/ 696586 w 3386022"/>
              <a:gd name="connsiteY2197" fmla="*/ 4459243 h 5292726"/>
              <a:gd name="connsiteX2198" fmla="*/ 697528 w 3386022"/>
              <a:gd name="connsiteY2198" fmla="*/ 4449680 h 5292726"/>
              <a:gd name="connsiteX2199" fmla="*/ 694390 w 3386022"/>
              <a:gd name="connsiteY2199" fmla="*/ 4439383 h 5292726"/>
              <a:gd name="connsiteX2200" fmla="*/ 688805 w 3386022"/>
              <a:gd name="connsiteY2200" fmla="*/ 4439729 h 5292726"/>
              <a:gd name="connsiteX2201" fmla="*/ 683156 w 3386022"/>
              <a:gd name="connsiteY2201" fmla="*/ 4440075 h 5292726"/>
              <a:gd name="connsiteX2202" fmla="*/ 677445 w 3386022"/>
              <a:gd name="connsiteY2202" fmla="*/ 4440421 h 5292726"/>
              <a:gd name="connsiteX2203" fmla="*/ 671671 w 3386022"/>
              <a:gd name="connsiteY2203" fmla="*/ 4440767 h 5292726"/>
              <a:gd name="connsiteX2204" fmla="*/ 673492 w 3386022"/>
              <a:gd name="connsiteY2204" fmla="*/ 4431897 h 5292726"/>
              <a:gd name="connsiteX2205" fmla="*/ 694013 w 3386022"/>
              <a:gd name="connsiteY2205" fmla="*/ 4424801 h 5292726"/>
              <a:gd name="connsiteX2206" fmla="*/ 721814 w 3386022"/>
              <a:gd name="connsiteY2206" fmla="*/ 4422508 h 5292726"/>
              <a:gd name="connsiteX2207" fmla="*/ 823531 w 3386022"/>
              <a:gd name="connsiteY2207" fmla="*/ 4410090 h 5292726"/>
              <a:gd name="connsiteX2208" fmla="*/ 827923 w 3386022"/>
              <a:gd name="connsiteY2208" fmla="*/ 4413898 h 5292726"/>
              <a:gd name="connsiteX2209" fmla="*/ 829555 w 3386022"/>
              <a:gd name="connsiteY2209" fmla="*/ 4416234 h 5292726"/>
              <a:gd name="connsiteX2210" fmla="*/ 827923 w 3386022"/>
              <a:gd name="connsiteY2210" fmla="*/ 4418137 h 5292726"/>
              <a:gd name="connsiteX2211" fmla="*/ 823531 w 3386022"/>
              <a:gd name="connsiteY2211" fmla="*/ 4421686 h 5292726"/>
              <a:gd name="connsiteX2212" fmla="*/ 819139 w 3386022"/>
              <a:gd name="connsiteY2212" fmla="*/ 4418354 h 5292726"/>
              <a:gd name="connsiteX2213" fmla="*/ 817443 w 3386022"/>
              <a:gd name="connsiteY2213" fmla="*/ 4416581 h 5292726"/>
              <a:gd name="connsiteX2214" fmla="*/ 817381 w 3386022"/>
              <a:gd name="connsiteY2214" fmla="*/ 4416581 h 5292726"/>
              <a:gd name="connsiteX2215" fmla="*/ 818886 w 3386022"/>
              <a:gd name="connsiteY2215" fmla="*/ 4414331 h 5292726"/>
              <a:gd name="connsiteX2216" fmla="*/ 823531 w 3386022"/>
              <a:gd name="connsiteY2216" fmla="*/ 4410090 h 5292726"/>
              <a:gd name="connsiteX2217" fmla="*/ 822338 w 3386022"/>
              <a:gd name="connsiteY2217" fmla="*/ 4409138 h 5292726"/>
              <a:gd name="connsiteX2218" fmla="*/ 822777 w 3386022"/>
              <a:gd name="connsiteY2218" fmla="*/ 4409268 h 5292726"/>
              <a:gd name="connsiteX2219" fmla="*/ 823217 w 3386022"/>
              <a:gd name="connsiteY2219" fmla="*/ 4409398 h 5292726"/>
              <a:gd name="connsiteX2220" fmla="*/ 823657 w 3386022"/>
              <a:gd name="connsiteY2220" fmla="*/ 4409528 h 5292726"/>
              <a:gd name="connsiteX2221" fmla="*/ 823531 w 3386022"/>
              <a:gd name="connsiteY2221" fmla="*/ 4409528 h 5292726"/>
              <a:gd name="connsiteX2222" fmla="*/ 823970 w 3386022"/>
              <a:gd name="connsiteY2222" fmla="*/ 4409658 h 5292726"/>
              <a:gd name="connsiteX2223" fmla="*/ 823469 w 3386022"/>
              <a:gd name="connsiteY2223" fmla="*/ 4410134 h 5292726"/>
              <a:gd name="connsiteX2224" fmla="*/ 822338 w 3386022"/>
              <a:gd name="connsiteY2224" fmla="*/ 4409138 h 5292726"/>
              <a:gd name="connsiteX2225" fmla="*/ 1172519 w 3386022"/>
              <a:gd name="connsiteY2225" fmla="*/ 4406628 h 5292726"/>
              <a:gd name="connsiteX2226" fmla="*/ 1177790 w 3386022"/>
              <a:gd name="connsiteY2226" fmla="*/ 4426056 h 5292726"/>
              <a:gd name="connsiteX2227" fmla="*/ 1178418 w 3386022"/>
              <a:gd name="connsiteY2227" fmla="*/ 4456215 h 5292726"/>
              <a:gd name="connsiteX2228" fmla="*/ 1175845 w 3386022"/>
              <a:gd name="connsiteY2228" fmla="*/ 4484599 h 5292726"/>
              <a:gd name="connsiteX2229" fmla="*/ 1171451 w 3386022"/>
              <a:gd name="connsiteY2229" fmla="*/ 4498704 h 5292726"/>
              <a:gd name="connsiteX2230" fmla="*/ 1165301 w 3386022"/>
              <a:gd name="connsiteY2230" fmla="*/ 4499353 h 5292726"/>
              <a:gd name="connsiteX2231" fmla="*/ 1161788 w 3386022"/>
              <a:gd name="connsiteY2231" fmla="*/ 4499526 h 5292726"/>
              <a:gd name="connsiteX2232" fmla="*/ 1156139 w 3386022"/>
              <a:gd name="connsiteY2232" fmla="*/ 4498747 h 5292726"/>
              <a:gd name="connsiteX2233" fmla="*/ 1143650 w 3386022"/>
              <a:gd name="connsiteY2233" fmla="*/ 4496584 h 5292726"/>
              <a:gd name="connsiteX2234" fmla="*/ 1136119 w 3386022"/>
              <a:gd name="connsiteY2234" fmla="*/ 4487065 h 5292726"/>
              <a:gd name="connsiteX2235" fmla="*/ 1137814 w 3386022"/>
              <a:gd name="connsiteY2235" fmla="*/ 4477200 h 5292726"/>
              <a:gd name="connsiteX2236" fmla="*/ 1139321 w 3386022"/>
              <a:gd name="connsiteY2236" fmla="*/ 4467550 h 5292726"/>
              <a:gd name="connsiteX2237" fmla="*/ 1131287 w 3386022"/>
              <a:gd name="connsiteY2237" fmla="*/ 4458724 h 5292726"/>
              <a:gd name="connsiteX2238" fmla="*/ 1139696 w 3386022"/>
              <a:gd name="connsiteY2238" fmla="*/ 4452883 h 5292726"/>
              <a:gd name="connsiteX2239" fmla="*/ 1148295 w 3386022"/>
              <a:gd name="connsiteY2239" fmla="*/ 4446954 h 5292726"/>
              <a:gd name="connsiteX2240" fmla="*/ 1148295 w 3386022"/>
              <a:gd name="connsiteY2240" fmla="*/ 4447041 h 5292726"/>
              <a:gd name="connsiteX2241" fmla="*/ 1157207 w 3386022"/>
              <a:gd name="connsiteY2241" fmla="*/ 4440854 h 5292726"/>
              <a:gd name="connsiteX2242" fmla="*/ 1166620 w 3386022"/>
              <a:gd name="connsiteY2242" fmla="*/ 4434364 h 5292726"/>
              <a:gd name="connsiteX2243" fmla="*/ 1159089 w 3386022"/>
              <a:gd name="connsiteY2243" fmla="*/ 4423244 h 5292726"/>
              <a:gd name="connsiteX2244" fmla="*/ 1154320 w 3386022"/>
              <a:gd name="connsiteY2244" fmla="*/ 4413854 h 5292726"/>
              <a:gd name="connsiteX2245" fmla="*/ 1157143 w 3386022"/>
              <a:gd name="connsiteY2245" fmla="*/ 4407797 h 5292726"/>
              <a:gd name="connsiteX2246" fmla="*/ 1172519 w 3386022"/>
              <a:gd name="connsiteY2246" fmla="*/ 4406628 h 5292726"/>
              <a:gd name="connsiteX2247" fmla="*/ 398615 w 3386022"/>
              <a:gd name="connsiteY2247" fmla="*/ 4403989 h 5292726"/>
              <a:gd name="connsiteX2248" fmla="*/ 400372 w 3386022"/>
              <a:gd name="connsiteY2248" fmla="*/ 4405071 h 5292726"/>
              <a:gd name="connsiteX2249" fmla="*/ 403446 w 3386022"/>
              <a:gd name="connsiteY2249" fmla="*/ 4407797 h 5292726"/>
              <a:gd name="connsiteX2250" fmla="*/ 397046 w 3386022"/>
              <a:gd name="connsiteY2250" fmla="*/ 4408619 h 5292726"/>
              <a:gd name="connsiteX2251" fmla="*/ 394222 w 3386022"/>
              <a:gd name="connsiteY2251" fmla="*/ 4408619 h 5292726"/>
              <a:gd name="connsiteX2252" fmla="*/ 394222 w 3386022"/>
              <a:gd name="connsiteY2252" fmla="*/ 4408576 h 5292726"/>
              <a:gd name="connsiteX2253" fmla="*/ 392715 w 3386022"/>
              <a:gd name="connsiteY2253" fmla="*/ 4407494 h 5292726"/>
              <a:gd name="connsiteX2254" fmla="*/ 390268 w 3386022"/>
              <a:gd name="connsiteY2254" fmla="*/ 4404985 h 5292726"/>
              <a:gd name="connsiteX2255" fmla="*/ 395979 w 3386022"/>
              <a:gd name="connsiteY2255" fmla="*/ 4404119 h 5292726"/>
              <a:gd name="connsiteX2256" fmla="*/ 398615 w 3386022"/>
              <a:gd name="connsiteY2256" fmla="*/ 4403989 h 5292726"/>
              <a:gd name="connsiteX2257" fmla="*/ 892875 w 3386022"/>
              <a:gd name="connsiteY2257" fmla="*/ 4402431 h 5292726"/>
              <a:gd name="connsiteX2258" fmla="*/ 901787 w 3386022"/>
              <a:gd name="connsiteY2258" fmla="*/ 4410177 h 5292726"/>
              <a:gd name="connsiteX2259" fmla="*/ 910575 w 3386022"/>
              <a:gd name="connsiteY2259" fmla="*/ 4417791 h 5292726"/>
              <a:gd name="connsiteX2260" fmla="*/ 919233 w 3386022"/>
              <a:gd name="connsiteY2260" fmla="*/ 4425320 h 5292726"/>
              <a:gd name="connsiteX2261" fmla="*/ 927768 w 3386022"/>
              <a:gd name="connsiteY2261" fmla="*/ 4432719 h 5292726"/>
              <a:gd name="connsiteX2262" fmla="*/ 924003 w 3386022"/>
              <a:gd name="connsiteY2262" fmla="*/ 4456041 h 5292726"/>
              <a:gd name="connsiteX2263" fmla="*/ 918920 w 3386022"/>
              <a:gd name="connsiteY2263" fmla="*/ 4469282 h 5292726"/>
              <a:gd name="connsiteX2264" fmla="*/ 905302 w 3386022"/>
              <a:gd name="connsiteY2264" fmla="*/ 4476117 h 5292726"/>
              <a:gd name="connsiteX2265" fmla="*/ 875869 w 3386022"/>
              <a:gd name="connsiteY2265" fmla="*/ 4480142 h 5292726"/>
              <a:gd name="connsiteX2266" fmla="*/ 855912 w 3386022"/>
              <a:gd name="connsiteY2266" fmla="*/ 4474690 h 5292726"/>
              <a:gd name="connsiteX2267" fmla="*/ 855912 w 3386022"/>
              <a:gd name="connsiteY2267" fmla="*/ 4474646 h 5292726"/>
              <a:gd name="connsiteX2268" fmla="*/ 837024 w 3386022"/>
              <a:gd name="connsiteY2268" fmla="*/ 4468373 h 5292726"/>
              <a:gd name="connsiteX2269" fmla="*/ 821901 w 3386022"/>
              <a:gd name="connsiteY2269" fmla="*/ 4459546 h 5292726"/>
              <a:gd name="connsiteX2270" fmla="*/ 813241 w 3386022"/>
              <a:gd name="connsiteY2270" fmla="*/ 4446436 h 5292726"/>
              <a:gd name="connsiteX2271" fmla="*/ 831942 w 3386022"/>
              <a:gd name="connsiteY2271" fmla="*/ 4453056 h 5292726"/>
              <a:gd name="connsiteX2272" fmla="*/ 851834 w 3386022"/>
              <a:gd name="connsiteY2272" fmla="*/ 4457382 h 5292726"/>
              <a:gd name="connsiteX2273" fmla="*/ 872919 w 3386022"/>
              <a:gd name="connsiteY2273" fmla="*/ 4460368 h 5292726"/>
              <a:gd name="connsiteX2274" fmla="*/ 895197 w 3386022"/>
              <a:gd name="connsiteY2274" fmla="*/ 4463007 h 5292726"/>
              <a:gd name="connsiteX2275" fmla="*/ 897770 w 3386022"/>
              <a:gd name="connsiteY2275" fmla="*/ 4453229 h 5292726"/>
              <a:gd name="connsiteX2276" fmla="*/ 898147 w 3386022"/>
              <a:gd name="connsiteY2276" fmla="*/ 4441762 h 5292726"/>
              <a:gd name="connsiteX2277" fmla="*/ 892624 w 3386022"/>
              <a:gd name="connsiteY2277" fmla="*/ 4426489 h 5292726"/>
              <a:gd name="connsiteX2278" fmla="*/ 877948 w 3386022"/>
              <a:gd name="connsiteY2278" fmla="*/ 4405906 h 5292726"/>
              <a:gd name="connsiteX2279" fmla="*/ 876496 w 3386022"/>
              <a:gd name="connsiteY2279" fmla="*/ 4406239 h 5292726"/>
              <a:gd name="connsiteX2280" fmla="*/ 876747 w 3386022"/>
              <a:gd name="connsiteY2280" fmla="*/ 4406023 h 5292726"/>
              <a:gd name="connsiteX2281" fmla="*/ 876999 w 3386022"/>
              <a:gd name="connsiteY2281" fmla="*/ 4405806 h 5292726"/>
              <a:gd name="connsiteX2282" fmla="*/ 877250 w 3386022"/>
              <a:gd name="connsiteY2282" fmla="*/ 4405590 h 5292726"/>
              <a:gd name="connsiteX2283" fmla="*/ 877374 w 3386022"/>
              <a:gd name="connsiteY2283" fmla="*/ 4405634 h 5292726"/>
              <a:gd name="connsiteX2284" fmla="*/ 877626 w 3386022"/>
              <a:gd name="connsiteY2284" fmla="*/ 4405417 h 5292726"/>
              <a:gd name="connsiteX2285" fmla="*/ 877925 w 3386022"/>
              <a:gd name="connsiteY2285" fmla="*/ 4405795 h 5292726"/>
              <a:gd name="connsiteX2286" fmla="*/ 879947 w 3386022"/>
              <a:gd name="connsiteY2286" fmla="*/ 4405331 h 5292726"/>
              <a:gd name="connsiteX2287" fmla="*/ 883776 w 3386022"/>
              <a:gd name="connsiteY2287" fmla="*/ 4404465 h 5292726"/>
              <a:gd name="connsiteX2288" fmla="*/ 887981 w 3386022"/>
              <a:gd name="connsiteY2288" fmla="*/ 4403513 h 5292726"/>
              <a:gd name="connsiteX2289" fmla="*/ 892875 w 3386022"/>
              <a:gd name="connsiteY2289" fmla="*/ 4402431 h 5292726"/>
              <a:gd name="connsiteX2290" fmla="*/ 517671 w 3386022"/>
              <a:gd name="connsiteY2290" fmla="*/ 4400917 h 5292726"/>
              <a:gd name="connsiteX2291" fmla="*/ 508133 w 3386022"/>
              <a:gd name="connsiteY2291" fmla="*/ 4402216 h 5292726"/>
              <a:gd name="connsiteX2292" fmla="*/ 506941 w 3386022"/>
              <a:gd name="connsiteY2292" fmla="*/ 4406153 h 5292726"/>
              <a:gd name="connsiteX2293" fmla="*/ 509827 w 3386022"/>
              <a:gd name="connsiteY2293" fmla="*/ 4410610 h 5292726"/>
              <a:gd name="connsiteX2294" fmla="*/ 512463 w 3386022"/>
              <a:gd name="connsiteY2294" fmla="*/ 4413509 h 5292726"/>
              <a:gd name="connsiteX2295" fmla="*/ 524826 w 3386022"/>
              <a:gd name="connsiteY2295" fmla="*/ 4410091 h 5292726"/>
              <a:gd name="connsiteX2296" fmla="*/ 524826 w 3386022"/>
              <a:gd name="connsiteY2296" fmla="*/ 4410047 h 5292726"/>
              <a:gd name="connsiteX2297" fmla="*/ 527337 w 3386022"/>
              <a:gd name="connsiteY2297" fmla="*/ 4405980 h 5292726"/>
              <a:gd name="connsiteX2298" fmla="*/ 523760 w 3386022"/>
              <a:gd name="connsiteY2298" fmla="*/ 4402519 h 5292726"/>
              <a:gd name="connsiteX2299" fmla="*/ 517671 w 3386022"/>
              <a:gd name="connsiteY2299" fmla="*/ 4400917 h 5292726"/>
              <a:gd name="connsiteX2300" fmla="*/ 947662 w 3386022"/>
              <a:gd name="connsiteY2300" fmla="*/ 4399360 h 5292726"/>
              <a:gd name="connsiteX2301" fmla="*/ 964920 w 3386022"/>
              <a:gd name="connsiteY2301" fmla="*/ 4400614 h 5292726"/>
              <a:gd name="connsiteX2302" fmla="*/ 975716 w 3386022"/>
              <a:gd name="connsiteY2302" fmla="*/ 4406110 h 5292726"/>
              <a:gd name="connsiteX2303" fmla="*/ 980359 w 3386022"/>
              <a:gd name="connsiteY2303" fmla="*/ 4409355 h 5292726"/>
              <a:gd name="connsiteX2304" fmla="*/ 988454 w 3386022"/>
              <a:gd name="connsiteY2304" fmla="*/ 4412384 h 5292726"/>
              <a:gd name="connsiteX2305" fmla="*/ 1009666 w 3386022"/>
              <a:gd name="connsiteY2305" fmla="*/ 4417230 h 5292726"/>
              <a:gd name="connsiteX2306" fmla="*/ 1003140 w 3386022"/>
              <a:gd name="connsiteY2306" fmla="*/ 4418657 h 5292726"/>
              <a:gd name="connsiteX2307" fmla="*/ 996927 w 3386022"/>
              <a:gd name="connsiteY2307" fmla="*/ 4420042 h 5292726"/>
              <a:gd name="connsiteX2308" fmla="*/ 990902 w 3386022"/>
              <a:gd name="connsiteY2308" fmla="*/ 4421384 h 5292726"/>
              <a:gd name="connsiteX2309" fmla="*/ 984939 w 3386022"/>
              <a:gd name="connsiteY2309" fmla="*/ 4422681 h 5292726"/>
              <a:gd name="connsiteX2310" fmla="*/ 983558 w 3386022"/>
              <a:gd name="connsiteY2310" fmla="*/ 4425754 h 5292726"/>
              <a:gd name="connsiteX2311" fmla="*/ 982179 w 3386022"/>
              <a:gd name="connsiteY2311" fmla="*/ 4428782 h 5292726"/>
              <a:gd name="connsiteX2312" fmla="*/ 980797 w 3386022"/>
              <a:gd name="connsiteY2312" fmla="*/ 4431768 h 5292726"/>
              <a:gd name="connsiteX2313" fmla="*/ 979481 w 3386022"/>
              <a:gd name="connsiteY2313" fmla="*/ 4434710 h 5292726"/>
              <a:gd name="connsiteX2314" fmla="*/ 959649 w 3386022"/>
              <a:gd name="connsiteY2314" fmla="*/ 4427181 h 5292726"/>
              <a:gd name="connsiteX2315" fmla="*/ 947474 w 3386022"/>
              <a:gd name="connsiteY2315" fmla="*/ 4411821 h 5292726"/>
              <a:gd name="connsiteX2316" fmla="*/ 947662 w 3386022"/>
              <a:gd name="connsiteY2316" fmla="*/ 4399360 h 5292726"/>
              <a:gd name="connsiteX2317" fmla="*/ 1017885 w 3386022"/>
              <a:gd name="connsiteY2317" fmla="*/ 4388369 h 5292726"/>
              <a:gd name="connsiteX2318" fmla="*/ 1014810 w 3386022"/>
              <a:gd name="connsiteY2318" fmla="*/ 4394427 h 5292726"/>
              <a:gd name="connsiteX2319" fmla="*/ 1006966 w 3386022"/>
              <a:gd name="connsiteY2319" fmla="*/ 4392869 h 5292726"/>
              <a:gd name="connsiteX2320" fmla="*/ 1004831 w 3386022"/>
              <a:gd name="connsiteY2320" fmla="*/ 4388974 h 5292726"/>
              <a:gd name="connsiteX2321" fmla="*/ 1020081 w 3386022"/>
              <a:gd name="connsiteY2321" fmla="*/ 4386811 h 5292726"/>
              <a:gd name="connsiteX2322" fmla="*/ 1019704 w 3386022"/>
              <a:gd name="connsiteY2322" fmla="*/ 4387374 h 5292726"/>
              <a:gd name="connsiteX2323" fmla="*/ 1019642 w 3386022"/>
              <a:gd name="connsiteY2323" fmla="*/ 4387374 h 5292726"/>
              <a:gd name="connsiteX2324" fmla="*/ 1018888 w 3386022"/>
              <a:gd name="connsiteY2324" fmla="*/ 4388456 h 5292726"/>
              <a:gd name="connsiteX2325" fmla="*/ 1017885 w 3386022"/>
              <a:gd name="connsiteY2325" fmla="*/ 4388369 h 5292726"/>
              <a:gd name="connsiteX2326" fmla="*/ 1017883 w 3386022"/>
              <a:gd name="connsiteY2326" fmla="*/ 4388369 h 5292726"/>
              <a:gd name="connsiteX2327" fmla="*/ 1017883 w 3386022"/>
              <a:gd name="connsiteY2327" fmla="*/ 4387979 h 5292726"/>
              <a:gd name="connsiteX2328" fmla="*/ 1020081 w 3386022"/>
              <a:gd name="connsiteY2328" fmla="*/ 4386811 h 5292726"/>
              <a:gd name="connsiteX2329" fmla="*/ 1021964 w 3386022"/>
              <a:gd name="connsiteY2329" fmla="*/ 4384043 h 5292726"/>
              <a:gd name="connsiteX2330" fmla="*/ 1021776 w 3386022"/>
              <a:gd name="connsiteY2330" fmla="*/ 4385254 h 5292726"/>
              <a:gd name="connsiteX2331" fmla="*/ 1021524 w 3386022"/>
              <a:gd name="connsiteY2331" fmla="*/ 4385903 h 5292726"/>
              <a:gd name="connsiteX2332" fmla="*/ 1021524 w 3386022"/>
              <a:gd name="connsiteY2332" fmla="*/ 4385860 h 5292726"/>
              <a:gd name="connsiteX2333" fmla="*/ 1020457 w 3386022"/>
              <a:gd name="connsiteY2333" fmla="*/ 4386552 h 5292726"/>
              <a:gd name="connsiteX2334" fmla="*/ 1020081 w 3386022"/>
              <a:gd name="connsiteY2334" fmla="*/ 4386768 h 5292726"/>
              <a:gd name="connsiteX2335" fmla="*/ 1020457 w 3386022"/>
              <a:gd name="connsiteY2335" fmla="*/ 4386206 h 5292726"/>
              <a:gd name="connsiteX2336" fmla="*/ 1021210 w 3386022"/>
              <a:gd name="connsiteY2336" fmla="*/ 4385125 h 5292726"/>
              <a:gd name="connsiteX2337" fmla="*/ 1021964 w 3386022"/>
              <a:gd name="connsiteY2337" fmla="*/ 4384043 h 5292726"/>
              <a:gd name="connsiteX2338" fmla="*/ 746155 w 3386022"/>
              <a:gd name="connsiteY2338" fmla="*/ 4373572 h 5292726"/>
              <a:gd name="connsiteX2339" fmla="*/ 749607 w 3386022"/>
              <a:gd name="connsiteY2339" fmla="*/ 4373874 h 5292726"/>
              <a:gd name="connsiteX2340" fmla="*/ 755944 w 3386022"/>
              <a:gd name="connsiteY2340" fmla="*/ 4375951 h 5292726"/>
              <a:gd name="connsiteX2341" fmla="*/ 754312 w 3386022"/>
              <a:gd name="connsiteY2341" fmla="*/ 4376686 h 5292726"/>
              <a:gd name="connsiteX2342" fmla="*/ 754312 w 3386022"/>
              <a:gd name="connsiteY2342" fmla="*/ 4376643 h 5292726"/>
              <a:gd name="connsiteX2343" fmla="*/ 752681 w 3386022"/>
              <a:gd name="connsiteY2343" fmla="*/ 4377378 h 5292726"/>
              <a:gd name="connsiteX2344" fmla="*/ 751050 w 3386022"/>
              <a:gd name="connsiteY2344" fmla="*/ 4378114 h 5292726"/>
              <a:gd name="connsiteX2345" fmla="*/ 749418 w 3386022"/>
              <a:gd name="connsiteY2345" fmla="*/ 4378850 h 5292726"/>
              <a:gd name="connsiteX2346" fmla="*/ 745966 w 3386022"/>
              <a:gd name="connsiteY2346" fmla="*/ 4375172 h 5292726"/>
              <a:gd name="connsiteX2347" fmla="*/ 746155 w 3386022"/>
              <a:gd name="connsiteY2347" fmla="*/ 4373572 h 5292726"/>
              <a:gd name="connsiteX2348" fmla="*/ 2664146 w 3386022"/>
              <a:gd name="connsiteY2348" fmla="*/ 4373398 h 5292726"/>
              <a:gd name="connsiteX2349" fmla="*/ 2665401 w 3386022"/>
              <a:gd name="connsiteY2349" fmla="*/ 4373961 h 5292726"/>
              <a:gd name="connsiteX2350" fmla="*/ 2666657 w 3386022"/>
              <a:gd name="connsiteY2350" fmla="*/ 4374523 h 5292726"/>
              <a:gd name="connsiteX2351" fmla="*/ 2666657 w 3386022"/>
              <a:gd name="connsiteY2351" fmla="*/ 4374566 h 5292726"/>
              <a:gd name="connsiteX2352" fmla="*/ 2667912 w 3386022"/>
              <a:gd name="connsiteY2352" fmla="*/ 4375128 h 5292726"/>
              <a:gd name="connsiteX2353" fmla="*/ 2669166 w 3386022"/>
              <a:gd name="connsiteY2353" fmla="*/ 4375692 h 5292726"/>
              <a:gd name="connsiteX2354" fmla="*/ 2668037 w 3386022"/>
              <a:gd name="connsiteY2354" fmla="*/ 4375951 h 5292726"/>
              <a:gd name="connsiteX2355" fmla="*/ 2666908 w 3386022"/>
              <a:gd name="connsiteY2355" fmla="*/ 4376211 h 5292726"/>
              <a:gd name="connsiteX2356" fmla="*/ 2665778 w 3386022"/>
              <a:gd name="connsiteY2356" fmla="*/ 4376470 h 5292726"/>
              <a:gd name="connsiteX2357" fmla="*/ 2664649 w 3386022"/>
              <a:gd name="connsiteY2357" fmla="*/ 4376730 h 5292726"/>
              <a:gd name="connsiteX2358" fmla="*/ 2662577 w 3386022"/>
              <a:gd name="connsiteY2358" fmla="*/ 4375907 h 5292726"/>
              <a:gd name="connsiteX2359" fmla="*/ 2661762 w 3386022"/>
              <a:gd name="connsiteY2359" fmla="*/ 4375432 h 5292726"/>
              <a:gd name="connsiteX2360" fmla="*/ 2662264 w 3386022"/>
              <a:gd name="connsiteY2360" fmla="*/ 4374782 h 5292726"/>
              <a:gd name="connsiteX2361" fmla="*/ 2664146 w 3386022"/>
              <a:gd name="connsiteY2361" fmla="*/ 4373398 h 5292726"/>
              <a:gd name="connsiteX2362" fmla="*/ 959245 w 3386022"/>
              <a:gd name="connsiteY2362" fmla="*/ 4368747 h 5292726"/>
              <a:gd name="connsiteX2363" fmla="*/ 959274 w 3386022"/>
              <a:gd name="connsiteY2363" fmla="*/ 4368768 h 5292726"/>
              <a:gd name="connsiteX2364" fmla="*/ 959210 w 3386022"/>
              <a:gd name="connsiteY2364" fmla="*/ 4368768 h 5292726"/>
              <a:gd name="connsiteX2365" fmla="*/ 2818650 w 3386022"/>
              <a:gd name="connsiteY2365" fmla="*/ 4350119 h 5292726"/>
              <a:gd name="connsiteX2366" fmla="*/ 2820721 w 3386022"/>
              <a:gd name="connsiteY2366" fmla="*/ 4350465 h 5292726"/>
              <a:gd name="connsiteX2367" fmla="*/ 2825239 w 3386022"/>
              <a:gd name="connsiteY2367" fmla="*/ 4351894 h 5292726"/>
              <a:gd name="connsiteX2368" fmla="*/ 2824111 w 3386022"/>
              <a:gd name="connsiteY2368" fmla="*/ 4352110 h 5292726"/>
              <a:gd name="connsiteX2369" fmla="*/ 2822981 w 3386022"/>
              <a:gd name="connsiteY2369" fmla="*/ 4352325 h 5292726"/>
              <a:gd name="connsiteX2370" fmla="*/ 2821851 w 3386022"/>
              <a:gd name="connsiteY2370" fmla="*/ 4352542 h 5292726"/>
              <a:gd name="connsiteX2371" fmla="*/ 2820721 w 3386022"/>
              <a:gd name="connsiteY2371" fmla="*/ 4352758 h 5292726"/>
              <a:gd name="connsiteX2372" fmla="*/ 2819592 w 3386022"/>
              <a:gd name="connsiteY2372" fmla="*/ 4352456 h 5292726"/>
              <a:gd name="connsiteX2373" fmla="*/ 2818462 w 3386022"/>
              <a:gd name="connsiteY2373" fmla="*/ 4352153 h 5292726"/>
              <a:gd name="connsiteX2374" fmla="*/ 2818524 w 3386022"/>
              <a:gd name="connsiteY2374" fmla="*/ 4352110 h 5292726"/>
              <a:gd name="connsiteX2375" fmla="*/ 2817396 w 3386022"/>
              <a:gd name="connsiteY2375" fmla="*/ 4351807 h 5292726"/>
              <a:gd name="connsiteX2376" fmla="*/ 2816266 w 3386022"/>
              <a:gd name="connsiteY2376" fmla="*/ 4351504 h 5292726"/>
              <a:gd name="connsiteX2377" fmla="*/ 2817646 w 3386022"/>
              <a:gd name="connsiteY2377" fmla="*/ 4350552 h 5292726"/>
              <a:gd name="connsiteX2378" fmla="*/ 2818650 w 3386022"/>
              <a:gd name="connsiteY2378" fmla="*/ 4350119 h 5292726"/>
              <a:gd name="connsiteX2379" fmla="*/ 1012488 w 3386022"/>
              <a:gd name="connsiteY2379" fmla="*/ 4349644 h 5292726"/>
              <a:gd name="connsiteX2380" fmla="*/ 1023972 w 3386022"/>
              <a:gd name="connsiteY2380" fmla="*/ 4349644 h 5292726"/>
              <a:gd name="connsiteX2381" fmla="*/ 1016881 w 3386022"/>
              <a:gd name="connsiteY2381" fmla="*/ 4353970 h 5292726"/>
              <a:gd name="connsiteX2382" fmla="*/ 1008786 w 3386022"/>
              <a:gd name="connsiteY2382" fmla="*/ 4357086 h 5292726"/>
              <a:gd name="connsiteX2383" fmla="*/ 999247 w 3386022"/>
              <a:gd name="connsiteY2383" fmla="*/ 4359206 h 5292726"/>
              <a:gd name="connsiteX2384" fmla="*/ 987824 w 3386022"/>
              <a:gd name="connsiteY2384" fmla="*/ 4360461 h 5292726"/>
              <a:gd name="connsiteX2385" fmla="*/ 993913 w 3386022"/>
              <a:gd name="connsiteY2385" fmla="*/ 4353883 h 5292726"/>
              <a:gd name="connsiteX2386" fmla="*/ 993913 w 3386022"/>
              <a:gd name="connsiteY2386" fmla="*/ 4353927 h 5292726"/>
              <a:gd name="connsiteX2387" fmla="*/ 1002322 w 3386022"/>
              <a:gd name="connsiteY2387" fmla="*/ 4350682 h 5292726"/>
              <a:gd name="connsiteX2388" fmla="*/ 1012488 w 3386022"/>
              <a:gd name="connsiteY2388" fmla="*/ 4349644 h 5292726"/>
              <a:gd name="connsiteX2389" fmla="*/ 964419 w 3386022"/>
              <a:gd name="connsiteY2389" fmla="*/ 4343543 h 5292726"/>
              <a:gd name="connsiteX2390" fmla="*/ 970129 w 3386022"/>
              <a:gd name="connsiteY2390" fmla="*/ 4362322 h 5292726"/>
              <a:gd name="connsiteX2391" fmla="*/ 959245 w 3386022"/>
              <a:gd name="connsiteY2391" fmla="*/ 4368747 h 5292726"/>
              <a:gd name="connsiteX2392" fmla="*/ 951176 w 3386022"/>
              <a:gd name="connsiteY2392" fmla="*/ 4362235 h 5292726"/>
              <a:gd name="connsiteX2393" fmla="*/ 964419 w 3386022"/>
              <a:gd name="connsiteY2393" fmla="*/ 4343543 h 5292726"/>
              <a:gd name="connsiteX2394" fmla="*/ 965422 w 3386022"/>
              <a:gd name="connsiteY2394" fmla="*/ 4342548 h 5292726"/>
              <a:gd name="connsiteX2395" fmla="*/ 964294 w 3386022"/>
              <a:gd name="connsiteY2395" fmla="*/ 4343500 h 5292726"/>
              <a:gd name="connsiteX2396" fmla="*/ 963979 w 3386022"/>
              <a:gd name="connsiteY2396" fmla="*/ 4343067 h 5292726"/>
              <a:gd name="connsiteX2397" fmla="*/ 964355 w 3386022"/>
              <a:gd name="connsiteY2397" fmla="*/ 4342937 h 5292726"/>
              <a:gd name="connsiteX2398" fmla="*/ 964731 w 3386022"/>
              <a:gd name="connsiteY2398" fmla="*/ 4342807 h 5292726"/>
              <a:gd name="connsiteX2399" fmla="*/ 965109 w 3386022"/>
              <a:gd name="connsiteY2399" fmla="*/ 4342677 h 5292726"/>
              <a:gd name="connsiteX2400" fmla="*/ 965045 w 3386022"/>
              <a:gd name="connsiteY2400" fmla="*/ 4342677 h 5292726"/>
              <a:gd name="connsiteX2401" fmla="*/ 374960 w 3386022"/>
              <a:gd name="connsiteY2401" fmla="*/ 4338437 h 5292726"/>
              <a:gd name="connsiteX2402" fmla="*/ 382930 w 3386022"/>
              <a:gd name="connsiteY2402" fmla="*/ 4340254 h 5292726"/>
              <a:gd name="connsiteX2403" fmla="*/ 382930 w 3386022"/>
              <a:gd name="connsiteY2403" fmla="*/ 4340211 h 5292726"/>
              <a:gd name="connsiteX2404" fmla="*/ 383369 w 3386022"/>
              <a:gd name="connsiteY2404" fmla="*/ 4344450 h 5292726"/>
              <a:gd name="connsiteX2405" fmla="*/ 380295 w 3386022"/>
              <a:gd name="connsiteY2405" fmla="*/ 4349037 h 5292726"/>
              <a:gd name="connsiteX2406" fmla="*/ 377596 w 3386022"/>
              <a:gd name="connsiteY2406" fmla="*/ 4351979 h 5292726"/>
              <a:gd name="connsiteX2407" fmla="*/ 371948 w 3386022"/>
              <a:gd name="connsiteY2407" fmla="*/ 4348345 h 5292726"/>
              <a:gd name="connsiteX2408" fmla="*/ 366300 w 3386022"/>
              <a:gd name="connsiteY2408" fmla="*/ 4343888 h 5292726"/>
              <a:gd name="connsiteX2409" fmla="*/ 365610 w 3386022"/>
              <a:gd name="connsiteY2409" fmla="*/ 4340081 h 5292726"/>
              <a:gd name="connsiteX2410" fmla="*/ 374960 w 3386022"/>
              <a:gd name="connsiteY2410" fmla="*/ 4338437 h 5292726"/>
              <a:gd name="connsiteX2411" fmla="*/ 2910583 w 3386022"/>
              <a:gd name="connsiteY2411" fmla="*/ 4335842 h 5292726"/>
              <a:gd name="connsiteX2412" fmla="*/ 2933430 w 3386022"/>
              <a:gd name="connsiteY2412" fmla="*/ 4336187 h 5292726"/>
              <a:gd name="connsiteX2413" fmla="*/ 2958532 w 3386022"/>
              <a:gd name="connsiteY2413" fmla="*/ 4340168 h 5292726"/>
              <a:gd name="connsiteX2414" fmla="*/ 2940144 w 3386022"/>
              <a:gd name="connsiteY2414" fmla="*/ 4342202 h 5292726"/>
              <a:gd name="connsiteX2415" fmla="*/ 2923201 w 3386022"/>
              <a:gd name="connsiteY2415" fmla="*/ 4344105 h 5292726"/>
              <a:gd name="connsiteX2416" fmla="*/ 2907198 w 3386022"/>
              <a:gd name="connsiteY2416" fmla="*/ 4345880 h 5292726"/>
              <a:gd name="connsiteX2417" fmla="*/ 2891635 w 3386022"/>
              <a:gd name="connsiteY2417" fmla="*/ 4347611 h 5292726"/>
              <a:gd name="connsiteX2418" fmla="*/ 2894898 w 3386022"/>
              <a:gd name="connsiteY2418" fmla="*/ 4339519 h 5292726"/>
              <a:gd name="connsiteX2419" fmla="*/ 2910524 w 3386022"/>
              <a:gd name="connsiteY2419" fmla="*/ 4335841 h 5292726"/>
              <a:gd name="connsiteX2420" fmla="*/ 2910587 w 3386022"/>
              <a:gd name="connsiteY2420" fmla="*/ 4335841 h 5292726"/>
              <a:gd name="connsiteX2421" fmla="*/ 2910583 w 3386022"/>
              <a:gd name="connsiteY2421" fmla="*/ 4335842 h 5292726"/>
              <a:gd name="connsiteX2422" fmla="*/ 2997314 w 3386022"/>
              <a:gd name="connsiteY2422" fmla="*/ 4334023 h 5292726"/>
              <a:gd name="connsiteX2423" fmla="*/ 2999072 w 3386022"/>
              <a:gd name="connsiteY2423" fmla="*/ 4334196 h 5292726"/>
              <a:gd name="connsiteX2424" fmla="*/ 3000829 w 3386022"/>
              <a:gd name="connsiteY2424" fmla="*/ 4334369 h 5292726"/>
              <a:gd name="connsiteX2425" fmla="*/ 3000891 w 3386022"/>
              <a:gd name="connsiteY2425" fmla="*/ 4334369 h 5292726"/>
              <a:gd name="connsiteX2426" fmla="*/ 3002649 w 3386022"/>
              <a:gd name="connsiteY2426" fmla="*/ 4334543 h 5292726"/>
              <a:gd name="connsiteX2427" fmla="*/ 3004406 w 3386022"/>
              <a:gd name="connsiteY2427" fmla="*/ 4334715 h 5292726"/>
              <a:gd name="connsiteX2428" fmla="*/ 3001707 w 3386022"/>
              <a:gd name="connsiteY2428" fmla="*/ 4335321 h 5292726"/>
              <a:gd name="connsiteX2429" fmla="*/ 3000389 w 3386022"/>
              <a:gd name="connsiteY2429" fmla="*/ 4335451 h 5292726"/>
              <a:gd name="connsiteX2430" fmla="*/ 2999322 w 3386022"/>
              <a:gd name="connsiteY2430" fmla="*/ 4335062 h 5292726"/>
              <a:gd name="connsiteX2431" fmla="*/ 2997314 w 3386022"/>
              <a:gd name="connsiteY2431" fmla="*/ 4334023 h 5292726"/>
              <a:gd name="connsiteX2432" fmla="*/ 904361 w 3386022"/>
              <a:gd name="connsiteY2432" fmla="*/ 4327144 h 5292726"/>
              <a:gd name="connsiteX2433" fmla="*/ 918167 w 3386022"/>
              <a:gd name="connsiteY2433" fmla="*/ 4328918 h 5292726"/>
              <a:gd name="connsiteX2434" fmla="*/ 922246 w 3386022"/>
              <a:gd name="connsiteY2434" fmla="*/ 4336490 h 5292726"/>
              <a:gd name="connsiteX2435" fmla="*/ 915719 w 3386022"/>
              <a:gd name="connsiteY2435" fmla="*/ 4340514 h 5292726"/>
              <a:gd name="connsiteX2436" fmla="*/ 902603 w 3386022"/>
              <a:gd name="connsiteY2436" fmla="*/ 4339086 h 5292726"/>
              <a:gd name="connsiteX2437" fmla="*/ 886789 w 3386022"/>
              <a:gd name="connsiteY2437" fmla="*/ 4334846 h 5292726"/>
              <a:gd name="connsiteX2438" fmla="*/ 872228 w 3386022"/>
              <a:gd name="connsiteY2438" fmla="*/ 4330346 h 5292726"/>
              <a:gd name="connsiteX2439" fmla="*/ 886977 w 3386022"/>
              <a:gd name="connsiteY2439" fmla="*/ 4328529 h 5292726"/>
              <a:gd name="connsiteX2440" fmla="*/ 904361 w 3386022"/>
              <a:gd name="connsiteY2440" fmla="*/ 4327144 h 5292726"/>
              <a:gd name="connsiteX2441" fmla="*/ 1012863 w 3386022"/>
              <a:gd name="connsiteY2441" fmla="*/ 4325413 h 5292726"/>
              <a:gd name="connsiteX2442" fmla="*/ 1013177 w 3386022"/>
              <a:gd name="connsiteY2442" fmla="*/ 4326019 h 5292726"/>
              <a:gd name="connsiteX2443" fmla="*/ 1013491 w 3386022"/>
              <a:gd name="connsiteY2443" fmla="*/ 4326625 h 5292726"/>
              <a:gd name="connsiteX2444" fmla="*/ 1013804 w 3386022"/>
              <a:gd name="connsiteY2444" fmla="*/ 4327230 h 5292726"/>
              <a:gd name="connsiteX2445" fmla="*/ 1014118 w 3386022"/>
              <a:gd name="connsiteY2445" fmla="*/ 4327837 h 5292726"/>
              <a:gd name="connsiteX2446" fmla="*/ 1013177 w 3386022"/>
              <a:gd name="connsiteY2446" fmla="*/ 4327706 h 5292726"/>
              <a:gd name="connsiteX2447" fmla="*/ 1012297 w 3386022"/>
              <a:gd name="connsiteY2447" fmla="*/ 4327619 h 5292726"/>
              <a:gd name="connsiteX2448" fmla="*/ 1011357 w 3386022"/>
              <a:gd name="connsiteY2448" fmla="*/ 4327534 h 5292726"/>
              <a:gd name="connsiteX2449" fmla="*/ 1010416 w 3386022"/>
              <a:gd name="connsiteY2449" fmla="*/ 4327447 h 5292726"/>
              <a:gd name="connsiteX2450" fmla="*/ 1011044 w 3386022"/>
              <a:gd name="connsiteY2450" fmla="*/ 4326927 h 5292726"/>
              <a:gd name="connsiteX2451" fmla="*/ 1011609 w 3386022"/>
              <a:gd name="connsiteY2451" fmla="*/ 4326409 h 5292726"/>
              <a:gd name="connsiteX2452" fmla="*/ 1012235 w 3386022"/>
              <a:gd name="connsiteY2452" fmla="*/ 4325933 h 5292726"/>
              <a:gd name="connsiteX2453" fmla="*/ 519178 w 3386022"/>
              <a:gd name="connsiteY2453" fmla="*/ 4322472 h 5292726"/>
              <a:gd name="connsiteX2454" fmla="*/ 509890 w 3386022"/>
              <a:gd name="connsiteY2454" fmla="*/ 4347654 h 5292726"/>
              <a:gd name="connsiteX2455" fmla="*/ 505372 w 3386022"/>
              <a:gd name="connsiteY2455" fmla="*/ 4361067 h 5292726"/>
              <a:gd name="connsiteX2456" fmla="*/ 504996 w 3386022"/>
              <a:gd name="connsiteY2456" fmla="*/ 4367471 h 5292726"/>
              <a:gd name="connsiteX2457" fmla="*/ 508133 w 3386022"/>
              <a:gd name="connsiteY2457" fmla="*/ 4371582 h 5292726"/>
              <a:gd name="connsiteX2458" fmla="*/ 523509 w 3386022"/>
              <a:gd name="connsiteY2458" fmla="*/ 4376341 h 5292726"/>
              <a:gd name="connsiteX2459" fmla="*/ 535495 w 3386022"/>
              <a:gd name="connsiteY2459" fmla="*/ 4366303 h 5292726"/>
              <a:gd name="connsiteX2460" fmla="*/ 535495 w 3386022"/>
              <a:gd name="connsiteY2460" fmla="*/ 4366259 h 5292726"/>
              <a:gd name="connsiteX2461" fmla="*/ 536562 w 3386022"/>
              <a:gd name="connsiteY2461" fmla="*/ 4346572 h 5292726"/>
              <a:gd name="connsiteX2462" fmla="*/ 519178 w 3386022"/>
              <a:gd name="connsiteY2462" fmla="*/ 4322472 h 5292726"/>
              <a:gd name="connsiteX2463" fmla="*/ 375212 w 3386022"/>
              <a:gd name="connsiteY2463" fmla="*/ 4296639 h 5292726"/>
              <a:gd name="connsiteX2464" fmla="*/ 382429 w 3386022"/>
              <a:gd name="connsiteY2464" fmla="*/ 4297505 h 5292726"/>
              <a:gd name="connsiteX2465" fmla="*/ 382429 w 3386022"/>
              <a:gd name="connsiteY2465" fmla="*/ 4297549 h 5292726"/>
              <a:gd name="connsiteX2466" fmla="*/ 389333 w 3386022"/>
              <a:gd name="connsiteY2466" fmla="*/ 4302092 h 5292726"/>
              <a:gd name="connsiteX2467" fmla="*/ 392533 w 3386022"/>
              <a:gd name="connsiteY2467" fmla="*/ 4311654 h 5292726"/>
              <a:gd name="connsiteX2468" fmla="*/ 381488 w 3386022"/>
              <a:gd name="connsiteY2468" fmla="*/ 4310096 h 5292726"/>
              <a:gd name="connsiteX2469" fmla="*/ 373957 w 3386022"/>
              <a:gd name="connsiteY2469" fmla="*/ 4306895 h 5292726"/>
              <a:gd name="connsiteX2470" fmla="*/ 370380 w 3386022"/>
              <a:gd name="connsiteY2470" fmla="*/ 4302697 h 5292726"/>
              <a:gd name="connsiteX2471" fmla="*/ 371071 w 3386022"/>
              <a:gd name="connsiteY2471" fmla="*/ 4298154 h 5292726"/>
              <a:gd name="connsiteX2472" fmla="*/ 375212 w 3386022"/>
              <a:gd name="connsiteY2472" fmla="*/ 4296639 h 5292726"/>
              <a:gd name="connsiteX2473" fmla="*/ 2681008 w 3386022"/>
              <a:gd name="connsiteY2473" fmla="*/ 4291063 h 5292726"/>
              <a:gd name="connsiteX2474" fmla="*/ 2687303 w 3386022"/>
              <a:gd name="connsiteY2474" fmla="*/ 4291706 h 5292726"/>
              <a:gd name="connsiteX2475" fmla="*/ 2694143 w 3386022"/>
              <a:gd name="connsiteY2475" fmla="*/ 4293784 h 5292726"/>
              <a:gd name="connsiteX2476" fmla="*/ 2689374 w 3386022"/>
              <a:gd name="connsiteY2476" fmla="*/ 4297505 h 5292726"/>
              <a:gd name="connsiteX2477" fmla="*/ 2683789 w 3386022"/>
              <a:gd name="connsiteY2477" fmla="*/ 4298889 h 5292726"/>
              <a:gd name="connsiteX2478" fmla="*/ 2677450 w 3386022"/>
              <a:gd name="connsiteY2478" fmla="*/ 4298284 h 5292726"/>
              <a:gd name="connsiteX2479" fmla="*/ 2670547 w 3386022"/>
              <a:gd name="connsiteY2479" fmla="*/ 4296034 h 5292726"/>
              <a:gd name="connsiteX2480" fmla="*/ 2675379 w 3386022"/>
              <a:gd name="connsiteY2480" fmla="*/ 4292356 h 5292726"/>
              <a:gd name="connsiteX2481" fmla="*/ 2680965 w 3386022"/>
              <a:gd name="connsiteY2481" fmla="*/ 4291058 h 5292726"/>
              <a:gd name="connsiteX2482" fmla="*/ 2681027 w 3386022"/>
              <a:gd name="connsiteY2482" fmla="*/ 4291058 h 5292726"/>
              <a:gd name="connsiteX2483" fmla="*/ 2681008 w 3386022"/>
              <a:gd name="connsiteY2483" fmla="*/ 4291063 h 5292726"/>
              <a:gd name="connsiteX2484" fmla="*/ 258807 w 3386022"/>
              <a:gd name="connsiteY2484" fmla="*/ 4289284 h 5292726"/>
              <a:gd name="connsiteX2485" fmla="*/ 270982 w 3386022"/>
              <a:gd name="connsiteY2485" fmla="*/ 4315159 h 5292726"/>
              <a:gd name="connsiteX2486" fmla="*/ 276504 w 3386022"/>
              <a:gd name="connsiteY2486" fmla="*/ 4358903 h 5292726"/>
              <a:gd name="connsiteX2487" fmla="*/ 277947 w 3386022"/>
              <a:gd name="connsiteY2487" fmla="*/ 4400441 h 5292726"/>
              <a:gd name="connsiteX2488" fmla="*/ 278011 w 3386022"/>
              <a:gd name="connsiteY2488" fmla="*/ 4400441 h 5292726"/>
              <a:gd name="connsiteX2489" fmla="*/ 278011 w 3386022"/>
              <a:gd name="connsiteY2489" fmla="*/ 4419739 h 5292726"/>
              <a:gd name="connsiteX2490" fmla="*/ 264455 w 3386022"/>
              <a:gd name="connsiteY2490" fmla="*/ 4412383 h 5292726"/>
              <a:gd name="connsiteX2491" fmla="*/ 259058 w 3386022"/>
              <a:gd name="connsiteY2491" fmla="*/ 4398884 h 5292726"/>
              <a:gd name="connsiteX2492" fmla="*/ 258305 w 3386022"/>
              <a:gd name="connsiteY2492" fmla="*/ 4363186 h 5292726"/>
              <a:gd name="connsiteX2493" fmla="*/ 258807 w 3386022"/>
              <a:gd name="connsiteY2493" fmla="*/ 4289284 h 5292726"/>
              <a:gd name="connsiteX2494" fmla="*/ 2870361 w 3386022"/>
              <a:gd name="connsiteY2494" fmla="*/ 4288981 h 5292726"/>
              <a:gd name="connsiteX2495" fmla="*/ 2868980 w 3386022"/>
              <a:gd name="connsiteY2495" fmla="*/ 4290711 h 5292726"/>
              <a:gd name="connsiteX2496" fmla="*/ 2866972 w 3386022"/>
              <a:gd name="connsiteY2496" fmla="*/ 4291144 h 5292726"/>
              <a:gd name="connsiteX2497" fmla="*/ 2864274 w 3386022"/>
              <a:gd name="connsiteY2497" fmla="*/ 4290581 h 5292726"/>
              <a:gd name="connsiteX2498" fmla="*/ 2860885 w 3386022"/>
              <a:gd name="connsiteY2498" fmla="*/ 4289284 h 5292726"/>
              <a:gd name="connsiteX2499" fmla="*/ 2863269 w 3386022"/>
              <a:gd name="connsiteY2499" fmla="*/ 4289197 h 5292726"/>
              <a:gd name="connsiteX2500" fmla="*/ 2865654 w 3386022"/>
              <a:gd name="connsiteY2500" fmla="*/ 4289110 h 5292726"/>
              <a:gd name="connsiteX2501" fmla="*/ 2865592 w 3386022"/>
              <a:gd name="connsiteY2501" fmla="*/ 4289154 h 5292726"/>
              <a:gd name="connsiteX2502" fmla="*/ 2867976 w 3386022"/>
              <a:gd name="connsiteY2502" fmla="*/ 4289068 h 5292726"/>
              <a:gd name="connsiteX2503" fmla="*/ 2870361 w 3386022"/>
              <a:gd name="connsiteY2503" fmla="*/ 4288981 h 5292726"/>
              <a:gd name="connsiteX2504" fmla="*/ 2756649 w 3386022"/>
              <a:gd name="connsiteY2504" fmla="*/ 4281496 h 5292726"/>
              <a:gd name="connsiteX2505" fmla="*/ 2774722 w 3386022"/>
              <a:gd name="connsiteY2505" fmla="*/ 4282923 h 5292726"/>
              <a:gd name="connsiteX2506" fmla="*/ 2769199 w 3386022"/>
              <a:gd name="connsiteY2506" fmla="*/ 4286168 h 5292726"/>
              <a:gd name="connsiteX2507" fmla="*/ 2760037 w 3386022"/>
              <a:gd name="connsiteY2507" fmla="*/ 4288981 h 5292726"/>
              <a:gd name="connsiteX2508" fmla="*/ 2749306 w 3386022"/>
              <a:gd name="connsiteY2508" fmla="*/ 4290279 h 5292726"/>
              <a:gd name="connsiteX2509" fmla="*/ 2739139 w 3386022"/>
              <a:gd name="connsiteY2509" fmla="*/ 4288981 h 5292726"/>
              <a:gd name="connsiteX2510" fmla="*/ 2738387 w 3386022"/>
              <a:gd name="connsiteY2510" fmla="*/ 4286557 h 5292726"/>
              <a:gd name="connsiteX2511" fmla="*/ 2744348 w 3386022"/>
              <a:gd name="connsiteY2511" fmla="*/ 4283400 h 5292726"/>
              <a:gd name="connsiteX2512" fmla="*/ 2756585 w 3386022"/>
              <a:gd name="connsiteY2512" fmla="*/ 4281539 h 5292726"/>
              <a:gd name="connsiteX2513" fmla="*/ 2984889 w 3386022"/>
              <a:gd name="connsiteY2513" fmla="*/ 4259429 h 5292726"/>
              <a:gd name="connsiteX2514" fmla="*/ 2985579 w 3386022"/>
              <a:gd name="connsiteY2514" fmla="*/ 4260554 h 5292726"/>
              <a:gd name="connsiteX2515" fmla="*/ 2986270 w 3386022"/>
              <a:gd name="connsiteY2515" fmla="*/ 4261679 h 5292726"/>
              <a:gd name="connsiteX2516" fmla="*/ 2986960 w 3386022"/>
              <a:gd name="connsiteY2516" fmla="*/ 4262804 h 5292726"/>
              <a:gd name="connsiteX2517" fmla="*/ 2987651 w 3386022"/>
              <a:gd name="connsiteY2517" fmla="*/ 4263929 h 5292726"/>
              <a:gd name="connsiteX2518" fmla="*/ 2963616 w 3386022"/>
              <a:gd name="connsiteY2518" fmla="*/ 4266438 h 5292726"/>
              <a:gd name="connsiteX2519" fmla="*/ 2912532 w 3386022"/>
              <a:gd name="connsiteY2519" fmla="*/ 4271025 h 5292726"/>
              <a:gd name="connsiteX2520" fmla="*/ 2857119 w 3386022"/>
              <a:gd name="connsiteY2520" fmla="*/ 4274833 h 5292726"/>
              <a:gd name="connsiteX2521" fmla="*/ 2820093 w 3386022"/>
              <a:gd name="connsiteY2521" fmla="*/ 4275049 h 5292726"/>
              <a:gd name="connsiteX2522" fmla="*/ 2851408 w 3386022"/>
              <a:gd name="connsiteY2522" fmla="*/ 4267087 h 5292726"/>
              <a:gd name="connsiteX2523" fmla="*/ 2898601 w 3386022"/>
              <a:gd name="connsiteY2523" fmla="*/ 4262328 h 5292726"/>
              <a:gd name="connsiteX2524" fmla="*/ 2947739 w 3386022"/>
              <a:gd name="connsiteY2524" fmla="*/ 4260034 h 5292726"/>
              <a:gd name="connsiteX2525" fmla="*/ 2984889 w 3386022"/>
              <a:gd name="connsiteY2525" fmla="*/ 4259429 h 5292726"/>
              <a:gd name="connsiteX2526" fmla="*/ 2773717 w 3386022"/>
              <a:gd name="connsiteY2526" fmla="*/ 4246751 h 5292726"/>
              <a:gd name="connsiteX2527" fmla="*/ 2772525 w 3386022"/>
              <a:gd name="connsiteY2527" fmla="*/ 4249174 h 5292726"/>
              <a:gd name="connsiteX2528" fmla="*/ 2771332 w 3386022"/>
              <a:gd name="connsiteY2528" fmla="*/ 4251641 h 5292726"/>
              <a:gd name="connsiteX2529" fmla="*/ 2770077 w 3386022"/>
              <a:gd name="connsiteY2529" fmla="*/ 4254237 h 5292726"/>
              <a:gd name="connsiteX2530" fmla="*/ 2768697 w 3386022"/>
              <a:gd name="connsiteY2530" fmla="*/ 4257049 h 5292726"/>
              <a:gd name="connsiteX2531" fmla="*/ 2768697 w 3386022"/>
              <a:gd name="connsiteY2531" fmla="*/ 4257092 h 5292726"/>
              <a:gd name="connsiteX2532" fmla="*/ 2761103 w 3386022"/>
              <a:gd name="connsiteY2532" fmla="*/ 4252679 h 5292726"/>
              <a:gd name="connsiteX2533" fmla="*/ 2760539 w 3386022"/>
              <a:gd name="connsiteY2533" fmla="*/ 4249131 h 5292726"/>
              <a:gd name="connsiteX2534" fmla="*/ 2765308 w 3386022"/>
              <a:gd name="connsiteY2534" fmla="*/ 4246967 h 5292726"/>
              <a:gd name="connsiteX2535" fmla="*/ 2773717 w 3386022"/>
              <a:gd name="connsiteY2535" fmla="*/ 4246751 h 5292726"/>
              <a:gd name="connsiteX2536" fmla="*/ 925321 w 3386022"/>
              <a:gd name="connsiteY2536" fmla="*/ 4237232 h 5292726"/>
              <a:gd name="connsiteX2537" fmla="*/ 912206 w 3386022"/>
              <a:gd name="connsiteY2537" fmla="*/ 4251857 h 5292726"/>
              <a:gd name="connsiteX2538" fmla="*/ 895950 w 3386022"/>
              <a:gd name="connsiteY2538" fmla="*/ 4262372 h 5292726"/>
              <a:gd name="connsiteX2539" fmla="*/ 886161 w 3386022"/>
              <a:gd name="connsiteY2539" fmla="*/ 4268559 h 5292726"/>
              <a:gd name="connsiteX2540" fmla="*/ 892563 w 3386022"/>
              <a:gd name="connsiteY2540" fmla="*/ 4270203 h 5292726"/>
              <a:gd name="connsiteX2541" fmla="*/ 908127 w 3386022"/>
              <a:gd name="connsiteY2541" fmla="*/ 4271458 h 5292726"/>
              <a:gd name="connsiteX2542" fmla="*/ 918920 w 3386022"/>
              <a:gd name="connsiteY2542" fmla="*/ 4275006 h 5292726"/>
              <a:gd name="connsiteX2543" fmla="*/ 932601 w 3386022"/>
              <a:gd name="connsiteY2543" fmla="*/ 4278165 h 5292726"/>
              <a:gd name="connsiteX2544" fmla="*/ 956887 w 3386022"/>
              <a:gd name="connsiteY2544" fmla="*/ 4278294 h 5292726"/>
              <a:gd name="connsiteX2545" fmla="*/ 956887 w 3386022"/>
              <a:gd name="connsiteY2545" fmla="*/ 4278251 h 5292726"/>
              <a:gd name="connsiteX2546" fmla="*/ 957328 w 3386022"/>
              <a:gd name="connsiteY2546" fmla="*/ 4259473 h 5292726"/>
              <a:gd name="connsiteX2547" fmla="*/ 955381 w 3386022"/>
              <a:gd name="connsiteY2547" fmla="*/ 4248482 h 5292726"/>
              <a:gd name="connsiteX2548" fmla="*/ 946283 w 3386022"/>
              <a:gd name="connsiteY2548" fmla="*/ 4242122 h 5292726"/>
              <a:gd name="connsiteX2549" fmla="*/ 925321 w 3386022"/>
              <a:gd name="connsiteY2549" fmla="*/ 4237232 h 5292726"/>
              <a:gd name="connsiteX2550" fmla="*/ 2873937 w 3386022"/>
              <a:gd name="connsiteY2550" fmla="*/ 4233814 h 5292726"/>
              <a:gd name="connsiteX2551" fmla="*/ 2878958 w 3386022"/>
              <a:gd name="connsiteY2551" fmla="*/ 4233814 h 5292726"/>
              <a:gd name="connsiteX2552" fmla="*/ 2884167 w 3386022"/>
              <a:gd name="connsiteY2552" fmla="*/ 4233944 h 5292726"/>
              <a:gd name="connsiteX2553" fmla="*/ 2889689 w 3386022"/>
              <a:gd name="connsiteY2553" fmla="*/ 4234116 h 5292726"/>
              <a:gd name="connsiteX2554" fmla="*/ 2895713 w 3386022"/>
              <a:gd name="connsiteY2554" fmla="*/ 4234290 h 5292726"/>
              <a:gd name="connsiteX2555" fmla="*/ 2874377 w 3386022"/>
              <a:gd name="connsiteY2555" fmla="*/ 4242208 h 5292726"/>
              <a:gd name="connsiteX2556" fmla="*/ 2861386 w 3386022"/>
              <a:gd name="connsiteY2556" fmla="*/ 4241170 h 5292726"/>
              <a:gd name="connsiteX2557" fmla="*/ 2860132 w 3386022"/>
              <a:gd name="connsiteY2557" fmla="*/ 4236583 h 5292726"/>
              <a:gd name="connsiteX2558" fmla="*/ 2873937 w 3386022"/>
              <a:gd name="connsiteY2558" fmla="*/ 4233814 h 5292726"/>
              <a:gd name="connsiteX2559" fmla="*/ 2764868 w 3386022"/>
              <a:gd name="connsiteY2559" fmla="*/ 4214256 h 5292726"/>
              <a:gd name="connsiteX2560" fmla="*/ 2764931 w 3386022"/>
              <a:gd name="connsiteY2560" fmla="*/ 4214299 h 5292726"/>
              <a:gd name="connsiteX2561" fmla="*/ 2774847 w 3386022"/>
              <a:gd name="connsiteY2561" fmla="*/ 4214299 h 5292726"/>
              <a:gd name="connsiteX2562" fmla="*/ 2783381 w 3386022"/>
              <a:gd name="connsiteY2562" fmla="*/ 4215035 h 5292726"/>
              <a:gd name="connsiteX2563" fmla="*/ 2779616 w 3386022"/>
              <a:gd name="connsiteY2563" fmla="*/ 4218972 h 5292726"/>
              <a:gd name="connsiteX2564" fmla="*/ 2777420 w 3386022"/>
              <a:gd name="connsiteY2564" fmla="*/ 4221092 h 5292726"/>
              <a:gd name="connsiteX2565" fmla="*/ 2773905 w 3386022"/>
              <a:gd name="connsiteY2565" fmla="*/ 4223818 h 5292726"/>
              <a:gd name="connsiteX2566" fmla="*/ 2766060 w 3386022"/>
              <a:gd name="connsiteY2566" fmla="*/ 4229574 h 5292726"/>
              <a:gd name="connsiteX2567" fmla="*/ 2759597 w 3386022"/>
              <a:gd name="connsiteY2567" fmla="*/ 4227842 h 5292726"/>
              <a:gd name="connsiteX2568" fmla="*/ 2754012 w 3386022"/>
              <a:gd name="connsiteY2568" fmla="*/ 4226371 h 5292726"/>
              <a:gd name="connsiteX2569" fmla="*/ 2748991 w 3386022"/>
              <a:gd name="connsiteY2569" fmla="*/ 4225030 h 5292726"/>
              <a:gd name="connsiteX2570" fmla="*/ 2744159 w 3386022"/>
              <a:gd name="connsiteY2570" fmla="*/ 4223732 h 5292726"/>
              <a:gd name="connsiteX2571" fmla="*/ 2754388 w 3386022"/>
              <a:gd name="connsiteY2571" fmla="*/ 4216809 h 5292726"/>
              <a:gd name="connsiteX2572" fmla="*/ 2764868 w 3386022"/>
              <a:gd name="connsiteY2572" fmla="*/ 4214256 h 5292726"/>
              <a:gd name="connsiteX2573" fmla="*/ 3136945 w 3386022"/>
              <a:gd name="connsiteY2573" fmla="*/ 4211314 h 5292726"/>
              <a:gd name="connsiteX2574" fmla="*/ 3137008 w 3386022"/>
              <a:gd name="connsiteY2574" fmla="*/ 4211357 h 5292726"/>
              <a:gd name="connsiteX2575" fmla="*/ 3161420 w 3386022"/>
              <a:gd name="connsiteY2575" fmla="*/ 4212872 h 5292726"/>
              <a:gd name="connsiteX2576" fmla="*/ 3178677 w 3386022"/>
              <a:gd name="connsiteY2576" fmla="*/ 4220531 h 5292726"/>
              <a:gd name="connsiteX2577" fmla="*/ 3155709 w 3386022"/>
              <a:gd name="connsiteY2577" fmla="*/ 4222131 h 5292726"/>
              <a:gd name="connsiteX2578" fmla="*/ 3105254 w 3386022"/>
              <a:gd name="connsiteY2578" fmla="*/ 4224771 h 5292726"/>
              <a:gd name="connsiteX2579" fmla="*/ 3046891 w 3386022"/>
              <a:gd name="connsiteY2579" fmla="*/ 4225852 h 5292726"/>
              <a:gd name="connsiteX2580" fmla="*/ 3000076 w 3386022"/>
              <a:gd name="connsiteY2580" fmla="*/ 4222824 h 5292726"/>
              <a:gd name="connsiteX2581" fmla="*/ 3088749 w 3386022"/>
              <a:gd name="connsiteY2581" fmla="*/ 4214992 h 5292726"/>
              <a:gd name="connsiteX2582" fmla="*/ 3136945 w 3386022"/>
              <a:gd name="connsiteY2582" fmla="*/ 4211314 h 5292726"/>
              <a:gd name="connsiteX2583" fmla="*/ 2834401 w 3386022"/>
              <a:gd name="connsiteY2583" fmla="*/ 4211141 h 5292726"/>
              <a:gd name="connsiteX2584" fmla="*/ 2836347 w 3386022"/>
              <a:gd name="connsiteY2584" fmla="*/ 4211271 h 5292726"/>
              <a:gd name="connsiteX2585" fmla="*/ 2838293 w 3386022"/>
              <a:gd name="connsiteY2585" fmla="*/ 4211400 h 5292726"/>
              <a:gd name="connsiteX2586" fmla="*/ 2840238 w 3386022"/>
              <a:gd name="connsiteY2586" fmla="*/ 4211531 h 5292726"/>
              <a:gd name="connsiteX2587" fmla="*/ 2842183 w 3386022"/>
              <a:gd name="connsiteY2587" fmla="*/ 4211660 h 5292726"/>
              <a:gd name="connsiteX2588" fmla="*/ 2839359 w 3386022"/>
              <a:gd name="connsiteY2588" fmla="*/ 4212266 h 5292726"/>
              <a:gd name="connsiteX2589" fmla="*/ 2839233 w 3386022"/>
              <a:gd name="connsiteY2589" fmla="*/ 4212266 h 5292726"/>
              <a:gd name="connsiteX2590" fmla="*/ 2837854 w 3386022"/>
              <a:gd name="connsiteY2590" fmla="*/ 4212438 h 5292726"/>
              <a:gd name="connsiteX2591" fmla="*/ 2836660 w 3386022"/>
              <a:gd name="connsiteY2591" fmla="*/ 4212093 h 5292726"/>
              <a:gd name="connsiteX2592" fmla="*/ 2834401 w 3386022"/>
              <a:gd name="connsiteY2592" fmla="*/ 4211141 h 5292726"/>
              <a:gd name="connsiteX2593" fmla="*/ 2931046 w 3386022"/>
              <a:gd name="connsiteY2593" fmla="*/ 4141608 h 5292726"/>
              <a:gd name="connsiteX2594" fmla="*/ 2929037 w 3386022"/>
              <a:gd name="connsiteY2594" fmla="*/ 4142906 h 5292726"/>
              <a:gd name="connsiteX2595" fmla="*/ 2924895 w 3386022"/>
              <a:gd name="connsiteY2595" fmla="*/ 4144333 h 5292726"/>
              <a:gd name="connsiteX2596" fmla="*/ 2918996 w 3386022"/>
              <a:gd name="connsiteY2596" fmla="*/ 4144377 h 5292726"/>
              <a:gd name="connsiteX2597" fmla="*/ 2910524 w 3386022"/>
              <a:gd name="connsiteY2597" fmla="*/ 4142300 h 5292726"/>
              <a:gd name="connsiteX2598" fmla="*/ 2917866 w 3386022"/>
              <a:gd name="connsiteY2598" fmla="*/ 4142041 h 5292726"/>
              <a:gd name="connsiteX2599" fmla="*/ 2923828 w 3386022"/>
              <a:gd name="connsiteY2599" fmla="*/ 4141824 h 5292726"/>
              <a:gd name="connsiteX2600" fmla="*/ 2923828 w 3386022"/>
              <a:gd name="connsiteY2600" fmla="*/ 4141867 h 5292726"/>
              <a:gd name="connsiteX2601" fmla="*/ 2928912 w 3386022"/>
              <a:gd name="connsiteY2601" fmla="*/ 4141695 h 5292726"/>
              <a:gd name="connsiteX2602" fmla="*/ 2931046 w 3386022"/>
              <a:gd name="connsiteY2602" fmla="*/ 4141608 h 5292726"/>
              <a:gd name="connsiteX2603" fmla="*/ 2932302 w 3386022"/>
              <a:gd name="connsiteY2603" fmla="*/ 4140744 h 5292726"/>
              <a:gd name="connsiteX2604" fmla="*/ 2935626 w 3386022"/>
              <a:gd name="connsiteY2604" fmla="*/ 4140786 h 5292726"/>
              <a:gd name="connsiteX2605" fmla="*/ 2933429 w 3386022"/>
              <a:gd name="connsiteY2605" fmla="*/ 4141478 h 5292726"/>
              <a:gd name="connsiteX2606" fmla="*/ 2930982 w 3386022"/>
              <a:gd name="connsiteY2606" fmla="*/ 4141565 h 5292726"/>
              <a:gd name="connsiteX2607" fmla="*/ 2932267 w 3386022"/>
              <a:gd name="connsiteY2607" fmla="*/ 4140764 h 5292726"/>
              <a:gd name="connsiteX2608" fmla="*/ 2932425 w 3386022"/>
              <a:gd name="connsiteY2608" fmla="*/ 4140873 h 5292726"/>
              <a:gd name="connsiteX2609" fmla="*/ 2932531 w 3386022"/>
              <a:gd name="connsiteY2609" fmla="*/ 4140945 h 5292726"/>
              <a:gd name="connsiteX2610" fmla="*/ 2932489 w 3386022"/>
              <a:gd name="connsiteY2610" fmla="*/ 4140959 h 5292726"/>
              <a:gd name="connsiteX2611" fmla="*/ 2932802 w 3386022"/>
              <a:gd name="connsiteY2611" fmla="*/ 4141132 h 5292726"/>
              <a:gd name="connsiteX2612" fmla="*/ 2932531 w 3386022"/>
              <a:gd name="connsiteY2612" fmla="*/ 4140945 h 5292726"/>
              <a:gd name="connsiteX2613" fmla="*/ 2932614 w 3386022"/>
              <a:gd name="connsiteY2613" fmla="*/ 4140916 h 5292726"/>
              <a:gd name="connsiteX2614" fmla="*/ 2932300 w 3386022"/>
              <a:gd name="connsiteY2614" fmla="*/ 4140743 h 5292726"/>
              <a:gd name="connsiteX2615" fmla="*/ 2932302 w 3386022"/>
              <a:gd name="connsiteY2615" fmla="*/ 4140744 h 5292726"/>
              <a:gd name="connsiteX2616" fmla="*/ 2932299 w 3386022"/>
              <a:gd name="connsiteY2616" fmla="*/ 4140744 h 5292726"/>
              <a:gd name="connsiteX2617" fmla="*/ 2932237 w 3386022"/>
              <a:gd name="connsiteY2617" fmla="*/ 4140743 h 5292726"/>
              <a:gd name="connsiteX2618" fmla="*/ 2932299 w 3386022"/>
              <a:gd name="connsiteY2618" fmla="*/ 4140744 h 5292726"/>
              <a:gd name="connsiteX2619" fmla="*/ 2932267 w 3386022"/>
              <a:gd name="connsiteY2619" fmla="*/ 4140764 h 5292726"/>
              <a:gd name="connsiteX2620" fmla="*/ 2948428 w 3386022"/>
              <a:gd name="connsiteY2620" fmla="*/ 4137541 h 5292726"/>
              <a:gd name="connsiteX2621" fmla="*/ 2951440 w 3386022"/>
              <a:gd name="connsiteY2621" fmla="*/ 4137801 h 5292726"/>
              <a:gd name="connsiteX2622" fmla="*/ 2949308 w 3386022"/>
              <a:gd name="connsiteY2622" fmla="*/ 4139964 h 5292726"/>
              <a:gd name="connsiteX2623" fmla="*/ 2947613 w 3386022"/>
              <a:gd name="connsiteY2623" fmla="*/ 4140873 h 5292726"/>
              <a:gd name="connsiteX2624" fmla="*/ 2947550 w 3386022"/>
              <a:gd name="connsiteY2624" fmla="*/ 4140830 h 5292726"/>
              <a:gd name="connsiteX2625" fmla="*/ 2943032 w 3386022"/>
              <a:gd name="connsiteY2625" fmla="*/ 4140959 h 5292726"/>
              <a:gd name="connsiteX2626" fmla="*/ 2935689 w 3386022"/>
              <a:gd name="connsiteY2626" fmla="*/ 4140786 h 5292726"/>
              <a:gd name="connsiteX2627" fmla="*/ 2942529 w 3386022"/>
              <a:gd name="connsiteY2627" fmla="*/ 4138709 h 5292726"/>
              <a:gd name="connsiteX2628" fmla="*/ 2946483 w 3386022"/>
              <a:gd name="connsiteY2628" fmla="*/ 4137627 h 5292726"/>
              <a:gd name="connsiteX2629" fmla="*/ 2948428 w 3386022"/>
              <a:gd name="connsiteY2629" fmla="*/ 4137541 h 5292726"/>
              <a:gd name="connsiteX2630" fmla="*/ 3009113 w 3386022"/>
              <a:gd name="connsiteY2630" fmla="*/ 4132478 h 5292726"/>
              <a:gd name="connsiteX2631" fmla="*/ 3009678 w 3386022"/>
              <a:gd name="connsiteY2631" fmla="*/ 4132955 h 5292726"/>
              <a:gd name="connsiteX2632" fmla="*/ 3010368 w 3386022"/>
              <a:gd name="connsiteY2632" fmla="*/ 4134210 h 5292726"/>
              <a:gd name="connsiteX2633" fmla="*/ 3008862 w 3386022"/>
              <a:gd name="connsiteY2633" fmla="*/ 4134036 h 5292726"/>
              <a:gd name="connsiteX2634" fmla="*/ 3008925 w 3386022"/>
              <a:gd name="connsiteY2634" fmla="*/ 4134036 h 5292726"/>
              <a:gd name="connsiteX2635" fmla="*/ 3007293 w 3386022"/>
              <a:gd name="connsiteY2635" fmla="*/ 4133820 h 5292726"/>
              <a:gd name="connsiteX2636" fmla="*/ 3005410 w 3386022"/>
              <a:gd name="connsiteY2636" fmla="*/ 4133560 h 5292726"/>
              <a:gd name="connsiteX2637" fmla="*/ 3003151 w 3386022"/>
              <a:gd name="connsiteY2637" fmla="*/ 4133257 h 5292726"/>
              <a:gd name="connsiteX2638" fmla="*/ 3007356 w 3386022"/>
              <a:gd name="connsiteY2638" fmla="*/ 4132609 h 5292726"/>
              <a:gd name="connsiteX2639" fmla="*/ 3009113 w 3386022"/>
              <a:gd name="connsiteY2639" fmla="*/ 4132478 h 5292726"/>
              <a:gd name="connsiteX2640" fmla="*/ 2903307 w 3386022"/>
              <a:gd name="connsiteY2640" fmla="*/ 4076402 h 5292726"/>
              <a:gd name="connsiteX2641" fmla="*/ 2903244 w 3386022"/>
              <a:gd name="connsiteY2641" fmla="*/ 4076792 h 5292726"/>
              <a:gd name="connsiteX2642" fmla="*/ 2903118 w 3386022"/>
              <a:gd name="connsiteY2642" fmla="*/ 4077181 h 5292726"/>
              <a:gd name="connsiteX2643" fmla="*/ 2903056 w 3386022"/>
              <a:gd name="connsiteY2643" fmla="*/ 4077527 h 5292726"/>
              <a:gd name="connsiteX2644" fmla="*/ 2902930 w 3386022"/>
              <a:gd name="connsiteY2644" fmla="*/ 4077917 h 5292726"/>
              <a:gd name="connsiteX2645" fmla="*/ 2902052 w 3386022"/>
              <a:gd name="connsiteY2645" fmla="*/ 4077701 h 5292726"/>
              <a:gd name="connsiteX2646" fmla="*/ 2901110 w 3386022"/>
              <a:gd name="connsiteY2646" fmla="*/ 4077440 h 5292726"/>
              <a:gd name="connsiteX2647" fmla="*/ 2900169 w 3386022"/>
              <a:gd name="connsiteY2647" fmla="*/ 4077224 h 5292726"/>
              <a:gd name="connsiteX2648" fmla="*/ 2899290 w 3386022"/>
              <a:gd name="connsiteY2648" fmla="*/ 4076965 h 5292726"/>
              <a:gd name="connsiteX2649" fmla="*/ 2900295 w 3386022"/>
              <a:gd name="connsiteY2649" fmla="*/ 4076835 h 5292726"/>
              <a:gd name="connsiteX2650" fmla="*/ 2901299 w 3386022"/>
              <a:gd name="connsiteY2650" fmla="*/ 4076705 h 5292726"/>
              <a:gd name="connsiteX2651" fmla="*/ 2902303 w 3386022"/>
              <a:gd name="connsiteY2651" fmla="*/ 4076532 h 5292726"/>
              <a:gd name="connsiteX2652" fmla="*/ 2962422 w 3386022"/>
              <a:gd name="connsiteY2652" fmla="*/ 4070042 h 5292726"/>
              <a:gd name="connsiteX2653" fmla="*/ 2990034 w 3386022"/>
              <a:gd name="connsiteY2653" fmla="*/ 4070042 h 5292726"/>
              <a:gd name="connsiteX2654" fmla="*/ 2999322 w 3386022"/>
              <a:gd name="connsiteY2654" fmla="*/ 4070042 h 5292726"/>
              <a:gd name="connsiteX2655" fmla="*/ 2990976 w 3386022"/>
              <a:gd name="connsiteY2655" fmla="*/ 4071772 h 5292726"/>
              <a:gd name="connsiteX2656" fmla="*/ 2984323 w 3386022"/>
              <a:gd name="connsiteY2656" fmla="*/ 4072379 h 5292726"/>
              <a:gd name="connsiteX2657" fmla="*/ 2975977 w 3386022"/>
              <a:gd name="connsiteY2657" fmla="*/ 4071816 h 5292726"/>
              <a:gd name="connsiteX2658" fmla="*/ 2962422 w 3386022"/>
              <a:gd name="connsiteY2658" fmla="*/ 4070042 h 5292726"/>
              <a:gd name="connsiteX2659" fmla="*/ 2801393 w 3386022"/>
              <a:gd name="connsiteY2659" fmla="*/ 4060004 h 5292726"/>
              <a:gd name="connsiteX2660" fmla="*/ 2799384 w 3386022"/>
              <a:gd name="connsiteY2660" fmla="*/ 4061389 h 5292726"/>
              <a:gd name="connsiteX2661" fmla="*/ 2797251 w 3386022"/>
              <a:gd name="connsiteY2661" fmla="*/ 4062860 h 5292726"/>
              <a:gd name="connsiteX2662" fmla="*/ 2794928 w 3386022"/>
              <a:gd name="connsiteY2662" fmla="*/ 4064461 h 5292726"/>
              <a:gd name="connsiteX2663" fmla="*/ 2792293 w 3386022"/>
              <a:gd name="connsiteY2663" fmla="*/ 4066278 h 5292726"/>
              <a:gd name="connsiteX2664" fmla="*/ 2802711 w 3386022"/>
              <a:gd name="connsiteY2664" fmla="*/ 4068787 h 5292726"/>
              <a:gd name="connsiteX2665" fmla="*/ 2810053 w 3386022"/>
              <a:gd name="connsiteY2665" fmla="*/ 4068702 h 5292726"/>
              <a:gd name="connsiteX2666" fmla="*/ 2809990 w 3386022"/>
              <a:gd name="connsiteY2666" fmla="*/ 4068702 h 5292726"/>
              <a:gd name="connsiteX2667" fmla="*/ 2810743 w 3386022"/>
              <a:gd name="connsiteY2667" fmla="*/ 4065845 h 5292726"/>
              <a:gd name="connsiteX2668" fmla="*/ 2801393 w 3386022"/>
              <a:gd name="connsiteY2668" fmla="*/ 4060004 h 5292726"/>
              <a:gd name="connsiteX2669" fmla="*/ 2807292 w 3386022"/>
              <a:gd name="connsiteY2669" fmla="*/ 3962866 h 5292726"/>
              <a:gd name="connsiteX2670" fmla="*/ 2808044 w 3386022"/>
              <a:gd name="connsiteY2670" fmla="*/ 3966717 h 5292726"/>
              <a:gd name="connsiteX2671" fmla="*/ 2808797 w 3386022"/>
              <a:gd name="connsiteY2671" fmla="*/ 3970655 h 5292726"/>
              <a:gd name="connsiteX2672" fmla="*/ 2809551 w 3386022"/>
              <a:gd name="connsiteY2672" fmla="*/ 3974765 h 5292726"/>
              <a:gd name="connsiteX2673" fmla="*/ 2810366 w 3386022"/>
              <a:gd name="connsiteY2673" fmla="*/ 3979135 h 5292726"/>
              <a:gd name="connsiteX2674" fmla="*/ 2818462 w 3386022"/>
              <a:gd name="connsiteY2674" fmla="*/ 3979784 h 5292726"/>
              <a:gd name="connsiteX2675" fmla="*/ 2827562 w 3386022"/>
              <a:gd name="connsiteY2675" fmla="*/ 3980476 h 5292726"/>
              <a:gd name="connsiteX2676" fmla="*/ 2838920 w 3386022"/>
              <a:gd name="connsiteY2676" fmla="*/ 3981385 h 5292726"/>
              <a:gd name="connsiteX2677" fmla="*/ 2838920 w 3386022"/>
              <a:gd name="connsiteY2677" fmla="*/ 3981342 h 5292726"/>
              <a:gd name="connsiteX2678" fmla="*/ 2853856 w 3386022"/>
              <a:gd name="connsiteY2678" fmla="*/ 3982510 h 5292726"/>
              <a:gd name="connsiteX2679" fmla="*/ 2841556 w 3386022"/>
              <a:gd name="connsiteY2679" fmla="*/ 3975371 h 5292726"/>
              <a:gd name="connsiteX2680" fmla="*/ 2834277 w 3386022"/>
              <a:gd name="connsiteY2680" fmla="*/ 3968102 h 5292726"/>
              <a:gd name="connsiteX2681" fmla="*/ 2825115 w 3386022"/>
              <a:gd name="connsiteY2681" fmla="*/ 3963126 h 5292726"/>
              <a:gd name="connsiteX2682" fmla="*/ 2807292 w 3386022"/>
              <a:gd name="connsiteY2682" fmla="*/ 3962866 h 5292726"/>
              <a:gd name="connsiteX2683" fmla="*/ 203520 w 3386022"/>
              <a:gd name="connsiteY2683" fmla="*/ 3849892 h 5292726"/>
              <a:gd name="connsiteX2684" fmla="*/ 201512 w 3386022"/>
              <a:gd name="connsiteY2684" fmla="*/ 3850324 h 5292726"/>
              <a:gd name="connsiteX2685" fmla="*/ 199378 w 3386022"/>
              <a:gd name="connsiteY2685" fmla="*/ 3851233 h 5292726"/>
              <a:gd name="connsiteX2686" fmla="*/ 196868 w 3386022"/>
              <a:gd name="connsiteY2686" fmla="*/ 3852532 h 5292726"/>
              <a:gd name="connsiteX2687" fmla="*/ 193667 w 3386022"/>
              <a:gd name="connsiteY2687" fmla="*/ 3854046 h 5292726"/>
              <a:gd name="connsiteX2688" fmla="*/ 215822 w 3386022"/>
              <a:gd name="connsiteY2688" fmla="*/ 3861963 h 5292726"/>
              <a:gd name="connsiteX2689" fmla="*/ 224105 w 3386022"/>
              <a:gd name="connsiteY2689" fmla="*/ 3858935 h 5292726"/>
              <a:gd name="connsiteX2690" fmla="*/ 224168 w 3386022"/>
              <a:gd name="connsiteY2690" fmla="*/ 3858978 h 5292726"/>
              <a:gd name="connsiteX2691" fmla="*/ 219649 w 3386022"/>
              <a:gd name="connsiteY2691" fmla="*/ 3852488 h 5292726"/>
              <a:gd name="connsiteX2692" fmla="*/ 203520 w 3386022"/>
              <a:gd name="connsiteY2692" fmla="*/ 3849892 h 5292726"/>
              <a:gd name="connsiteX2693" fmla="*/ 1422849 w 3386022"/>
              <a:gd name="connsiteY2693" fmla="*/ 3784166 h 5292726"/>
              <a:gd name="connsiteX2694" fmla="*/ 1417953 w 3386022"/>
              <a:gd name="connsiteY2694" fmla="*/ 3784513 h 5292726"/>
              <a:gd name="connsiteX2695" fmla="*/ 1407348 w 3386022"/>
              <a:gd name="connsiteY2695" fmla="*/ 3785941 h 5292726"/>
              <a:gd name="connsiteX2696" fmla="*/ 1416198 w 3386022"/>
              <a:gd name="connsiteY2696" fmla="*/ 3789878 h 5292726"/>
              <a:gd name="connsiteX2697" fmla="*/ 1420526 w 3386022"/>
              <a:gd name="connsiteY2697" fmla="*/ 3791306 h 5292726"/>
              <a:gd name="connsiteX2698" fmla="*/ 1424417 w 3386022"/>
              <a:gd name="connsiteY2698" fmla="*/ 3790873 h 5292726"/>
              <a:gd name="connsiteX2699" fmla="*/ 1424480 w 3386022"/>
              <a:gd name="connsiteY2699" fmla="*/ 3790830 h 5292726"/>
              <a:gd name="connsiteX2700" fmla="*/ 1432010 w 3386022"/>
              <a:gd name="connsiteY2700" fmla="*/ 3789099 h 5292726"/>
              <a:gd name="connsiteX2701" fmla="*/ 1426175 w 3386022"/>
              <a:gd name="connsiteY2701" fmla="*/ 3785508 h 5292726"/>
              <a:gd name="connsiteX2702" fmla="*/ 1422849 w 3386022"/>
              <a:gd name="connsiteY2702" fmla="*/ 3784166 h 5292726"/>
              <a:gd name="connsiteX2703" fmla="*/ 632701 w 3386022"/>
              <a:gd name="connsiteY2703" fmla="*/ 2768695 h 5292726"/>
              <a:gd name="connsiteX2704" fmla="*/ 623414 w 3386022"/>
              <a:gd name="connsiteY2704" fmla="*/ 2770470 h 5292726"/>
              <a:gd name="connsiteX2705" fmla="*/ 625987 w 3386022"/>
              <a:gd name="connsiteY2705" fmla="*/ 2775360 h 5292726"/>
              <a:gd name="connsiteX2706" fmla="*/ 640546 w 3386022"/>
              <a:gd name="connsiteY2706" fmla="*/ 2779773 h 5292726"/>
              <a:gd name="connsiteX2707" fmla="*/ 642616 w 3386022"/>
              <a:gd name="connsiteY2707" fmla="*/ 2779427 h 5292726"/>
              <a:gd name="connsiteX2708" fmla="*/ 645504 w 3386022"/>
              <a:gd name="connsiteY2708" fmla="*/ 2778041 h 5292726"/>
              <a:gd name="connsiteX2709" fmla="*/ 649206 w 3386022"/>
              <a:gd name="connsiteY2709" fmla="*/ 2776008 h 5292726"/>
              <a:gd name="connsiteX2710" fmla="*/ 649206 w 3386022"/>
              <a:gd name="connsiteY2710" fmla="*/ 2775965 h 5292726"/>
              <a:gd name="connsiteX2711" fmla="*/ 653787 w 3386022"/>
              <a:gd name="connsiteY2711" fmla="*/ 2773585 h 5292726"/>
              <a:gd name="connsiteX2712" fmla="*/ 632701 w 3386022"/>
              <a:gd name="connsiteY2712" fmla="*/ 2768695 h 5292726"/>
              <a:gd name="connsiteX2713" fmla="*/ 1732981 w 3386022"/>
              <a:gd name="connsiteY2713" fmla="*/ 1944082 h 5292726"/>
              <a:gd name="connsiteX2714" fmla="*/ 1725890 w 3386022"/>
              <a:gd name="connsiteY2714" fmla="*/ 1944428 h 5292726"/>
              <a:gd name="connsiteX2715" fmla="*/ 1718484 w 3386022"/>
              <a:gd name="connsiteY2715" fmla="*/ 1947241 h 5292726"/>
              <a:gd name="connsiteX2716" fmla="*/ 1713214 w 3386022"/>
              <a:gd name="connsiteY2716" fmla="*/ 1949707 h 5292726"/>
              <a:gd name="connsiteX2717" fmla="*/ 1718736 w 3386022"/>
              <a:gd name="connsiteY2717" fmla="*/ 1951265 h 5292726"/>
              <a:gd name="connsiteX2718" fmla="*/ 1727271 w 3386022"/>
              <a:gd name="connsiteY2718" fmla="*/ 1953126 h 5292726"/>
              <a:gd name="connsiteX2719" fmla="*/ 1734738 w 3386022"/>
              <a:gd name="connsiteY2719" fmla="*/ 1953126 h 5292726"/>
              <a:gd name="connsiteX2720" fmla="*/ 1734802 w 3386022"/>
              <a:gd name="connsiteY2720" fmla="*/ 1953126 h 5292726"/>
              <a:gd name="connsiteX2721" fmla="*/ 1737186 w 3386022"/>
              <a:gd name="connsiteY2721" fmla="*/ 1949015 h 5292726"/>
              <a:gd name="connsiteX2722" fmla="*/ 1732981 w 3386022"/>
              <a:gd name="connsiteY2722" fmla="*/ 1944082 h 5292726"/>
              <a:gd name="connsiteX2723" fmla="*/ 26482 w 3386022"/>
              <a:gd name="connsiteY2723" fmla="*/ 1812762 h 5292726"/>
              <a:gd name="connsiteX2724" fmla="*/ 13430 w 3386022"/>
              <a:gd name="connsiteY2724" fmla="*/ 1812849 h 5292726"/>
              <a:gd name="connsiteX2725" fmla="*/ 4016 w 3386022"/>
              <a:gd name="connsiteY2725" fmla="*/ 1818517 h 5292726"/>
              <a:gd name="connsiteX2726" fmla="*/ 6715 w 3386022"/>
              <a:gd name="connsiteY2726" fmla="*/ 1828469 h 5292726"/>
              <a:gd name="connsiteX2727" fmla="*/ 29997 w 3386022"/>
              <a:gd name="connsiteY2727" fmla="*/ 1841492 h 5292726"/>
              <a:gd name="connsiteX2728" fmla="*/ 35143 w 3386022"/>
              <a:gd name="connsiteY2728" fmla="*/ 1830718 h 5292726"/>
              <a:gd name="connsiteX2729" fmla="*/ 38093 w 3386022"/>
              <a:gd name="connsiteY2729" fmla="*/ 1822757 h 5292726"/>
              <a:gd name="connsiteX2730" fmla="*/ 36147 w 3386022"/>
              <a:gd name="connsiteY2730" fmla="*/ 1817003 h 5292726"/>
              <a:gd name="connsiteX2731" fmla="*/ 26482 w 3386022"/>
              <a:gd name="connsiteY2731" fmla="*/ 1812762 h 5292726"/>
              <a:gd name="connsiteX2732" fmla="*/ 37528 w 3386022"/>
              <a:gd name="connsiteY2732" fmla="*/ 1668807 h 5292726"/>
              <a:gd name="connsiteX2733" fmla="*/ 26169 w 3386022"/>
              <a:gd name="connsiteY2733" fmla="*/ 1672052 h 5292726"/>
              <a:gd name="connsiteX2734" fmla="*/ 22466 w 3386022"/>
              <a:gd name="connsiteY2734" fmla="*/ 1678976 h 5292726"/>
              <a:gd name="connsiteX2735" fmla="*/ 24851 w 3386022"/>
              <a:gd name="connsiteY2735" fmla="*/ 1686115 h 5292726"/>
              <a:gd name="connsiteX2736" fmla="*/ 31628 w 3386022"/>
              <a:gd name="connsiteY2736" fmla="*/ 1689923 h 5292726"/>
              <a:gd name="connsiteX2737" fmla="*/ 48196 w 3386022"/>
              <a:gd name="connsiteY2737" fmla="*/ 1688062 h 5292726"/>
              <a:gd name="connsiteX2738" fmla="*/ 48259 w 3386022"/>
              <a:gd name="connsiteY2738" fmla="*/ 1688105 h 5292726"/>
              <a:gd name="connsiteX2739" fmla="*/ 54096 w 3386022"/>
              <a:gd name="connsiteY2739" fmla="*/ 1680577 h 5292726"/>
              <a:gd name="connsiteX2740" fmla="*/ 50204 w 3386022"/>
              <a:gd name="connsiteY2740" fmla="*/ 1672442 h 5292726"/>
              <a:gd name="connsiteX2741" fmla="*/ 37528 w 3386022"/>
              <a:gd name="connsiteY2741" fmla="*/ 1668807 h 5292726"/>
              <a:gd name="connsiteX2742" fmla="*/ 36022 w 3386022"/>
              <a:gd name="connsiteY2742" fmla="*/ 1560335 h 5292726"/>
              <a:gd name="connsiteX2743" fmla="*/ 35959 w 3386022"/>
              <a:gd name="connsiteY2743" fmla="*/ 1560378 h 5292726"/>
              <a:gd name="connsiteX2744" fmla="*/ 27173 w 3386022"/>
              <a:gd name="connsiteY2744" fmla="*/ 1591185 h 5292726"/>
              <a:gd name="connsiteX2745" fmla="*/ 34077 w 3386022"/>
              <a:gd name="connsiteY2745" fmla="*/ 1601007 h 5292726"/>
              <a:gd name="connsiteX2746" fmla="*/ 45874 w 3386022"/>
              <a:gd name="connsiteY2746" fmla="*/ 1599364 h 5292726"/>
              <a:gd name="connsiteX2747" fmla="*/ 51836 w 3386022"/>
              <a:gd name="connsiteY2747" fmla="*/ 1595728 h 5292726"/>
              <a:gd name="connsiteX2748" fmla="*/ 48950 w 3386022"/>
              <a:gd name="connsiteY2748" fmla="*/ 1579676 h 5292726"/>
              <a:gd name="connsiteX2749" fmla="*/ 50895 w 3386022"/>
              <a:gd name="connsiteY2749" fmla="*/ 1571325 h 5292726"/>
              <a:gd name="connsiteX2750" fmla="*/ 49326 w 3386022"/>
              <a:gd name="connsiteY2750" fmla="*/ 1566306 h 5292726"/>
              <a:gd name="connsiteX2751" fmla="*/ 36022 w 3386022"/>
              <a:gd name="connsiteY2751" fmla="*/ 1560335 h 5292726"/>
              <a:gd name="connsiteX2752" fmla="*/ 36335 w 3386022"/>
              <a:gd name="connsiteY2752" fmla="*/ 1539781 h 5292726"/>
              <a:gd name="connsiteX2753" fmla="*/ 29620 w 3386022"/>
              <a:gd name="connsiteY2753" fmla="*/ 1540690 h 5292726"/>
              <a:gd name="connsiteX2754" fmla="*/ 29620 w 3386022"/>
              <a:gd name="connsiteY2754" fmla="*/ 1540734 h 5292726"/>
              <a:gd name="connsiteX2755" fmla="*/ 30624 w 3386022"/>
              <a:gd name="connsiteY2755" fmla="*/ 1544715 h 5292726"/>
              <a:gd name="connsiteX2756" fmla="*/ 40666 w 3386022"/>
              <a:gd name="connsiteY2756" fmla="*/ 1552114 h 5292726"/>
              <a:gd name="connsiteX2757" fmla="*/ 43239 w 3386022"/>
              <a:gd name="connsiteY2757" fmla="*/ 1549042 h 5292726"/>
              <a:gd name="connsiteX2758" fmla="*/ 45497 w 3386022"/>
              <a:gd name="connsiteY2758" fmla="*/ 1546359 h 5292726"/>
              <a:gd name="connsiteX2759" fmla="*/ 47505 w 3386022"/>
              <a:gd name="connsiteY2759" fmla="*/ 1543936 h 5292726"/>
              <a:gd name="connsiteX2760" fmla="*/ 49451 w 3386022"/>
              <a:gd name="connsiteY2760" fmla="*/ 1541643 h 5292726"/>
              <a:gd name="connsiteX2761" fmla="*/ 36335 w 3386022"/>
              <a:gd name="connsiteY2761" fmla="*/ 1539781 h 5292726"/>
              <a:gd name="connsiteX2762" fmla="*/ 0 w 3386022"/>
              <a:gd name="connsiteY2762" fmla="*/ 0 h 5292726"/>
              <a:gd name="connsiteX2763" fmla="*/ 3386022 w 3386022"/>
              <a:gd name="connsiteY2763" fmla="*/ 0 h 5292726"/>
              <a:gd name="connsiteX2764" fmla="*/ 3386022 w 3386022"/>
              <a:gd name="connsiteY2764" fmla="*/ 771071 h 5292726"/>
              <a:gd name="connsiteX2765" fmla="*/ 3386022 w 3386022"/>
              <a:gd name="connsiteY2765" fmla="*/ 850265 h 5292726"/>
              <a:gd name="connsiteX2766" fmla="*/ 3386022 w 3386022"/>
              <a:gd name="connsiteY2766" fmla="*/ 1512263 h 5292726"/>
              <a:gd name="connsiteX2767" fmla="*/ 3383637 w 3386022"/>
              <a:gd name="connsiteY2767" fmla="*/ 1512351 h 5292726"/>
              <a:gd name="connsiteX2768" fmla="*/ 3381315 w 3386022"/>
              <a:gd name="connsiteY2768" fmla="*/ 1512437 h 5292726"/>
              <a:gd name="connsiteX2769" fmla="*/ 3378993 w 3386022"/>
              <a:gd name="connsiteY2769" fmla="*/ 1512523 h 5292726"/>
              <a:gd name="connsiteX2770" fmla="*/ 3376546 w 3386022"/>
              <a:gd name="connsiteY2770" fmla="*/ 1512610 h 5292726"/>
              <a:gd name="connsiteX2771" fmla="*/ 3375730 w 3386022"/>
              <a:gd name="connsiteY2771" fmla="*/ 1519576 h 5292726"/>
              <a:gd name="connsiteX2772" fmla="*/ 3377299 w 3386022"/>
              <a:gd name="connsiteY2772" fmla="*/ 1524942 h 5292726"/>
              <a:gd name="connsiteX2773" fmla="*/ 3380814 w 3386022"/>
              <a:gd name="connsiteY2773" fmla="*/ 1528922 h 5292726"/>
              <a:gd name="connsiteX2774" fmla="*/ 3386022 w 3386022"/>
              <a:gd name="connsiteY2774" fmla="*/ 1531691 h 5292726"/>
              <a:gd name="connsiteX2775" fmla="*/ 3386022 w 3386022"/>
              <a:gd name="connsiteY2775" fmla="*/ 1646698 h 5292726"/>
              <a:gd name="connsiteX2776" fmla="*/ 3385645 w 3386022"/>
              <a:gd name="connsiteY2776" fmla="*/ 1647954 h 5292726"/>
              <a:gd name="connsiteX2777" fmla="*/ 3385520 w 3386022"/>
              <a:gd name="connsiteY2777" fmla="*/ 1649251 h 5292726"/>
              <a:gd name="connsiteX2778" fmla="*/ 3385645 w 3386022"/>
              <a:gd name="connsiteY2778" fmla="*/ 1650548 h 5292726"/>
              <a:gd name="connsiteX2779" fmla="*/ 3386022 w 3386022"/>
              <a:gd name="connsiteY2779" fmla="*/ 1651846 h 5292726"/>
              <a:gd name="connsiteX2780" fmla="*/ 3386022 w 3386022"/>
              <a:gd name="connsiteY2780" fmla="*/ 1692173 h 5292726"/>
              <a:gd name="connsiteX2781" fmla="*/ 3385269 w 3386022"/>
              <a:gd name="connsiteY2781" fmla="*/ 1692476 h 5292726"/>
              <a:gd name="connsiteX2782" fmla="*/ 3384516 w 3386022"/>
              <a:gd name="connsiteY2782" fmla="*/ 1692778 h 5292726"/>
              <a:gd name="connsiteX2783" fmla="*/ 3383763 w 3386022"/>
              <a:gd name="connsiteY2783" fmla="*/ 1693081 h 5292726"/>
              <a:gd name="connsiteX2784" fmla="*/ 3383010 w 3386022"/>
              <a:gd name="connsiteY2784" fmla="*/ 1693427 h 5292726"/>
              <a:gd name="connsiteX2785" fmla="*/ 3381189 w 3386022"/>
              <a:gd name="connsiteY2785" fmla="*/ 1709220 h 5292726"/>
              <a:gd name="connsiteX2786" fmla="*/ 3380123 w 3386022"/>
              <a:gd name="connsiteY2786" fmla="*/ 1721595 h 5292726"/>
              <a:gd name="connsiteX2787" fmla="*/ 3381253 w 3386022"/>
              <a:gd name="connsiteY2787" fmla="*/ 1730898 h 5292726"/>
              <a:gd name="connsiteX2788" fmla="*/ 3385960 w 3386022"/>
              <a:gd name="connsiteY2788" fmla="*/ 1737474 h 5292726"/>
              <a:gd name="connsiteX2789" fmla="*/ 3385960 w 3386022"/>
              <a:gd name="connsiteY2789" fmla="*/ 1771052 h 5292726"/>
              <a:gd name="connsiteX2790" fmla="*/ 3383323 w 3386022"/>
              <a:gd name="connsiteY2790" fmla="*/ 1773474 h 5292726"/>
              <a:gd name="connsiteX2791" fmla="*/ 3381189 w 3386022"/>
              <a:gd name="connsiteY2791" fmla="*/ 1776113 h 5292726"/>
              <a:gd name="connsiteX2792" fmla="*/ 3379684 w 3386022"/>
              <a:gd name="connsiteY2792" fmla="*/ 1778969 h 5292726"/>
              <a:gd name="connsiteX2793" fmla="*/ 3378805 w 3386022"/>
              <a:gd name="connsiteY2793" fmla="*/ 1782085 h 5292726"/>
              <a:gd name="connsiteX2794" fmla="*/ 3378993 w 3386022"/>
              <a:gd name="connsiteY2794" fmla="*/ 1784378 h 5292726"/>
              <a:gd name="connsiteX2795" fmla="*/ 3380374 w 3386022"/>
              <a:gd name="connsiteY2795" fmla="*/ 1786325 h 5292726"/>
              <a:gd name="connsiteX2796" fmla="*/ 3382758 w 3386022"/>
              <a:gd name="connsiteY2796" fmla="*/ 1787969 h 5292726"/>
              <a:gd name="connsiteX2797" fmla="*/ 3385960 w 3386022"/>
              <a:gd name="connsiteY2797" fmla="*/ 1789354 h 5292726"/>
              <a:gd name="connsiteX2798" fmla="*/ 3385960 w 3386022"/>
              <a:gd name="connsiteY2798" fmla="*/ 1805753 h 5292726"/>
              <a:gd name="connsiteX2799" fmla="*/ 3360167 w 3386022"/>
              <a:gd name="connsiteY2799" fmla="*/ 1809646 h 5292726"/>
              <a:gd name="connsiteX2800" fmla="*/ 3347239 w 3386022"/>
              <a:gd name="connsiteY2800" fmla="*/ 1816396 h 5292726"/>
              <a:gd name="connsiteX2801" fmla="*/ 3349561 w 3386022"/>
              <a:gd name="connsiteY2801" fmla="*/ 1826867 h 5292726"/>
              <a:gd name="connsiteX2802" fmla="*/ 3369580 w 3386022"/>
              <a:gd name="connsiteY2802" fmla="*/ 1841925 h 5292726"/>
              <a:gd name="connsiteX2803" fmla="*/ 3355146 w 3386022"/>
              <a:gd name="connsiteY2803" fmla="*/ 1856204 h 5292726"/>
              <a:gd name="connsiteX2804" fmla="*/ 3351633 w 3386022"/>
              <a:gd name="connsiteY2804" fmla="*/ 1867497 h 5292726"/>
              <a:gd name="connsiteX2805" fmla="*/ 3361171 w 3386022"/>
              <a:gd name="connsiteY2805" fmla="*/ 1875329 h 5292726"/>
              <a:gd name="connsiteX2806" fmla="*/ 3385960 w 3386022"/>
              <a:gd name="connsiteY2806" fmla="*/ 1879309 h 5292726"/>
              <a:gd name="connsiteX2807" fmla="*/ 3385960 w 3386022"/>
              <a:gd name="connsiteY2807" fmla="*/ 1903367 h 5292726"/>
              <a:gd name="connsiteX2808" fmla="*/ 3378491 w 3386022"/>
              <a:gd name="connsiteY2808" fmla="*/ 1906352 h 5292726"/>
              <a:gd name="connsiteX2809" fmla="*/ 3371714 w 3386022"/>
              <a:gd name="connsiteY2809" fmla="*/ 1909641 h 5292726"/>
              <a:gd name="connsiteX2810" fmla="*/ 3365815 w 3386022"/>
              <a:gd name="connsiteY2810" fmla="*/ 1913275 h 5292726"/>
              <a:gd name="connsiteX2811" fmla="*/ 3360983 w 3386022"/>
              <a:gd name="connsiteY2811" fmla="*/ 1917299 h 5292726"/>
              <a:gd name="connsiteX2812" fmla="*/ 3359791 w 3386022"/>
              <a:gd name="connsiteY2812" fmla="*/ 1925693 h 5292726"/>
              <a:gd name="connsiteX2813" fmla="*/ 3358661 w 3386022"/>
              <a:gd name="connsiteY2813" fmla="*/ 1934001 h 5292726"/>
              <a:gd name="connsiteX2814" fmla="*/ 3357531 w 3386022"/>
              <a:gd name="connsiteY2814" fmla="*/ 1942352 h 5292726"/>
              <a:gd name="connsiteX2815" fmla="*/ 3356338 w 3386022"/>
              <a:gd name="connsiteY2815" fmla="*/ 1950789 h 5292726"/>
              <a:gd name="connsiteX2816" fmla="*/ 3361422 w 3386022"/>
              <a:gd name="connsiteY2816" fmla="*/ 1953212 h 5292726"/>
              <a:gd name="connsiteX2817" fmla="*/ 3368262 w 3386022"/>
              <a:gd name="connsiteY2817" fmla="*/ 1955202 h 5292726"/>
              <a:gd name="connsiteX2818" fmla="*/ 3376546 w 3386022"/>
              <a:gd name="connsiteY2818" fmla="*/ 1956803 h 5292726"/>
              <a:gd name="connsiteX2819" fmla="*/ 3386022 w 3386022"/>
              <a:gd name="connsiteY2819" fmla="*/ 1957972 h 5292726"/>
              <a:gd name="connsiteX2820" fmla="*/ 3386022 w 3386022"/>
              <a:gd name="connsiteY2820" fmla="*/ 2078475 h 5292726"/>
              <a:gd name="connsiteX2821" fmla="*/ 3383449 w 3386022"/>
              <a:gd name="connsiteY2821" fmla="*/ 2081158 h 5292726"/>
              <a:gd name="connsiteX2822" fmla="*/ 3382571 w 3386022"/>
              <a:gd name="connsiteY2822" fmla="*/ 2083883 h 5292726"/>
              <a:gd name="connsiteX2823" fmla="*/ 3383387 w 3386022"/>
              <a:gd name="connsiteY2823" fmla="*/ 2086566 h 5292726"/>
              <a:gd name="connsiteX2824" fmla="*/ 3385960 w 3386022"/>
              <a:gd name="connsiteY2824" fmla="*/ 2089118 h 5292726"/>
              <a:gd name="connsiteX2825" fmla="*/ 3385960 w 3386022"/>
              <a:gd name="connsiteY2825" fmla="*/ 2158911 h 5292726"/>
              <a:gd name="connsiteX2826" fmla="*/ 3383826 w 3386022"/>
              <a:gd name="connsiteY2826" fmla="*/ 2160382 h 5292726"/>
              <a:gd name="connsiteX2827" fmla="*/ 3382131 w 3386022"/>
              <a:gd name="connsiteY2827" fmla="*/ 2161723 h 5292726"/>
              <a:gd name="connsiteX2828" fmla="*/ 3381064 w 3386022"/>
              <a:gd name="connsiteY2828" fmla="*/ 2162935 h 5292726"/>
              <a:gd name="connsiteX2829" fmla="*/ 3380688 w 3386022"/>
              <a:gd name="connsiteY2829" fmla="*/ 2163973 h 5292726"/>
              <a:gd name="connsiteX2830" fmla="*/ 3381880 w 3386022"/>
              <a:gd name="connsiteY2830" fmla="*/ 2164060 h 5292726"/>
              <a:gd name="connsiteX2831" fmla="*/ 3383135 w 3386022"/>
              <a:gd name="connsiteY2831" fmla="*/ 2164104 h 5292726"/>
              <a:gd name="connsiteX2832" fmla="*/ 3384516 w 3386022"/>
              <a:gd name="connsiteY2832" fmla="*/ 2164104 h 5292726"/>
              <a:gd name="connsiteX2833" fmla="*/ 3385960 w 3386022"/>
              <a:gd name="connsiteY2833" fmla="*/ 2164104 h 5292726"/>
              <a:gd name="connsiteX2834" fmla="*/ 3385960 w 3386022"/>
              <a:gd name="connsiteY2834" fmla="*/ 2184829 h 5292726"/>
              <a:gd name="connsiteX2835" fmla="*/ 3384830 w 3386022"/>
              <a:gd name="connsiteY2835" fmla="*/ 2186906 h 5292726"/>
              <a:gd name="connsiteX2836" fmla="*/ 3384391 w 3386022"/>
              <a:gd name="connsiteY2836" fmla="*/ 2189156 h 5292726"/>
              <a:gd name="connsiteX2837" fmla="*/ 3384766 w 3386022"/>
              <a:gd name="connsiteY2837" fmla="*/ 2191578 h 5292726"/>
              <a:gd name="connsiteX2838" fmla="*/ 3385960 w 3386022"/>
              <a:gd name="connsiteY2838" fmla="*/ 2194045 h 5292726"/>
              <a:gd name="connsiteX2839" fmla="*/ 3385960 w 3386022"/>
              <a:gd name="connsiteY2839" fmla="*/ 3814844 h 5292726"/>
              <a:gd name="connsiteX2840" fmla="*/ 3379810 w 3386022"/>
              <a:gd name="connsiteY2840" fmla="*/ 3815364 h 5292726"/>
              <a:gd name="connsiteX2841" fmla="*/ 3373408 w 3386022"/>
              <a:gd name="connsiteY2841" fmla="*/ 3815926 h 5292726"/>
              <a:gd name="connsiteX2842" fmla="*/ 3366568 w 3386022"/>
              <a:gd name="connsiteY2842" fmla="*/ 3816489 h 5292726"/>
              <a:gd name="connsiteX2843" fmla="*/ 3359162 w 3386022"/>
              <a:gd name="connsiteY2843" fmla="*/ 3817137 h 5292726"/>
              <a:gd name="connsiteX2844" fmla="*/ 3356214 w 3386022"/>
              <a:gd name="connsiteY2844" fmla="*/ 3783474 h 5292726"/>
              <a:gd name="connsiteX2845" fmla="*/ 3354456 w 3386022"/>
              <a:gd name="connsiteY2845" fmla="*/ 3740249 h 5292726"/>
              <a:gd name="connsiteX2846" fmla="*/ 3338642 w 3386022"/>
              <a:gd name="connsiteY2846" fmla="*/ 3706284 h 5292726"/>
              <a:gd name="connsiteX2847" fmla="*/ 3293457 w 3386022"/>
              <a:gd name="connsiteY2847" fmla="*/ 3700313 h 5292726"/>
              <a:gd name="connsiteX2848" fmla="*/ 3289944 w 3386022"/>
              <a:gd name="connsiteY2848" fmla="*/ 3732590 h 5292726"/>
              <a:gd name="connsiteX2849" fmla="*/ 3281973 w 3386022"/>
              <a:gd name="connsiteY2849" fmla="*/ 3764912 h 5292726"/>
              <a:gd name="connsiteX2850" fmla="*/ 3273063 w 3386022"/>
              <a:gd name="connsiteY2850" fmla="*/ 3797580 h 5292726"/>
              <a:gd name="connsiteX2851" fmla="*/ 3266724 w 3386022"/>
              <a:gd name="connsiteY2851" fmla="*/ 3830983 h 5292726"/>
              <a:gd name="connsiteX2852" fmla="*/ 3257687 w 3386022"/>
              <a:gd name="connsiteY2852" fmla="*/ 3831546 h 5292726"/>
              <a:gd name="connsiteX2853" fmla="*/ 3248650 w 3386022"/>
              <a:gd name="connsiteY2853" fmla="*/ 3832108 h 5292726"/>
              <a:gd name="connsiteX2854" fmla="*/ 3239488 w 3386022"/>
              <a:gd name="connsiteY2854" fmla="*/ 3832671 h 5292726"/>
              <a:gd name="connsiteX2855" fmla="*/ 3230075 w 3386022"/>
              <a:gd name="connsiteY2855" fmla="*/ 3833233 h 5292726"/>
              <a:gd name="connsiteX2856" fmla="*/ 3219532 w 3386022"/>
              <a:gd name="connsiteY2856" fmla="*/ 3820642 h 5292726"/>
              <a:gd name="connsiteX2857" fmla="*/ 3213006 w 3386022"/>
              <a:gd name="connsiteY2857" fmla="*/ 3815407 h 5292726"/>
              <a:gd name="connsiteX2858" fmla="*/ 3203278 w 3386022"/>
              <a:gd name="connsiteY2858" fmla="*/ 3813546 h 5292726"/>
              <a:gd name="connsiteX2859" fmla="*/ 3183071 w 3386022"/>
              <a:gd name="connsiteY2859" fmla="*/ 3811080 h 5292726"/>
              <a:gd name="connsiteX2860" fmla="*/ 3170520 w 3386022"/>
              <a:gd name="connsiteY2860" fmla="*/ 3826224 h 5292726"/>
              <a:gd name="connsiteX2861" fmla="*/ 3163429 w 3386022"/>
              <a:gd name="connsiteY2861" fmla="*/ 3841974 h 5292726"/>
              <a:gd name="connsiteX2862" fmla="*/ 3158659 w 3386022"/>
              <a:gd name="connsiteY2862" fmla="*/ 3858156 h 5292726"/>
              <a:gd name="connsiteX2863" fmla="*/ 3153011 w 3386022"/>
              <a:gd name="connsiteY2863" fmla="*/ 3874599 h 5292726"/>
              <a:gd name="connsiteX2864" fmla="*/ 3143410 w 3386022"/>
              <a:gd name="connsiteY2864" fmla="*/ 3869405 h 5292726"/>
              <a:gd name="connsiteX2865" fmla="*/ 3138765 w 3386022"/>
              <a:gd name="connsiteY2865" fmla="*/ 3863434 h 5292726"/>
              <a:gd name="connsiteX2866" fmla="*/ 3135565 w 3386022"/>
              <a:gd name="connsiteY2866" fmla="*/ 3857507 h 5292726"/>
              <a:gd name="connsiteX2867" fmla="*/ 3130230 w 3386022"/>
              <a:gd name="connsiteY2867" fmla="*/ 3852445 h 5292726"/>
              <a:gd name="connsiteX2868" fmla="*/ 3146296 w 3386022"/>
              <a:gd name="connsiteY2868" fmla="*/ 3834661 h 5292726"/>
              <a:gd name="connsiteX2869" fmla="*/ 3153263 w 3386022"/>
              <a:gd name="connsiteY2869" fmla="*/ 3814108 h 5292726"/>
              <a:gd name="connsiteX2870" fmla="*/ 3140711 w 3386022"/>
              <a:gd name="connsiteY2870" fmla="*/ 3796541 h 5292726"/>
              <a:gd name="connsiteX2871" fmla="*/ 3098289 w 3386022"/>
              <a:gd name="connsiteY2871" fmla="*/ 3787802 h 5292726"/>
              <a:gd name="connsiteX2872" fmla="*/ 3068919 w 3386022"/>
              <a:gd name="connsiteY2872" fmla="*/ 3826181 h 5292726"/>
              <a:gd name="connsiteX2873" fmla="*/ 3048524 w 3386022"/>
              <a:gd name="connsiteY2873" fmla="*/ 3882733 h 5292726"/>
              <a:gd name="connsiteX2874" fmla="*/ 3046703 w 3386022"/>
              <a:gd name="connsiteY2874" fmla="*/ 3939328 h 5292726"/>
              <a:gd name="connsiteX2875" fmla="*/ 3073060 w 3386022"/>
              <a:gd name="connsiteY2875" fmla="*/ 3977923 h 5292726"/>
              <a:gd name="connsiteX2876" fmla="*/ 3028629 w 3386022"/>
              <a:gd name="connsiteY2876" fmla="*/ 3977923 h 5292726"/>
              <a:gd name="connsiteX2877" fmla="*/ 3017397 w 3386022"/>
              <a:gd name="connsiteY2877" fmla="*/ 3945342 h 5292726"/>
              <a:gd name="connsiteX2878" fmla="*/ 3010117 w 3386022"/>
              <a:gd name="connsiteY2878" fmla="*/ 3934785 h 5292726"/>
              <a:gd name="connsiteX2879" fmla="*/ 2999700 w 3386022"/>
              <a:gd name="connsiteY2879" fmla="*/ 3930977 h 5292726"/>
              <a:gd name="connsiteX2880" fmla="*/ 2979241 w 3386022"/>
              <a:gd name="connsiteY2880" fmla="*/ 3918559 h 5292726"/>
              <a:gd name="connsiteX2881" fmla="*/ 3014447 w 3386022"/>
              <a:gd name="connsiteY2881" fmla="*/ 3901165 h 5292726"/>
              <a:gd name="connsiteX2882" fmla="*/ 3007795 w 3386022"/>
              <a:gd name="connsiteY2882" fmla="*/ 3891343 h 5292726"/>
              <a:gd name="connsiteX2883" fmla="*/ 2975351 w 3386022"/>
              <a:gd name="connsiteY2883" fmla="*/ 3886108 h 5292726"/>
              <a:gd name="connsiteX2884" fmla="*/ 2933179 w 3386022"/>
              <a:gd name="connsiteY2884" fmla="*/ 3882473 h 5292726"/>
              <a:gd name="connsiteX2885" fmla="*/ 2912532 w 3386022"/>
              <a:gd name="connsiteY2885" fmla="*/ 3913193 h 5292726"/>
              <a:gd name="connsiteX2886" fmla="*/ 2901675 w 3386022"/>
              <a:gd name="connsiteY2886" fmla="*/ 3957068 h 5292726"/>
              <a:gd name="connsiteX2887" fmla="*/ 2897597 w 3386022"/>
              <a:gd name="connsiteY2887" fmla="*/ 3996919 h 5292726"/>
              <a:gd name="connsiteX2888" fmla="*/ 2897220 w 3386022"/>
              <a:gd name="connsiteY2888" fmla="*/ 4015697 h 5292726"/>
              <a:gd name="connsiteX2889" fmla="*/ 2857433 w 3386022"/>
              <a:gd name="connsiteY2889" fmla="*/ 4049187 h 5292726"/>
              <a:gd name="connsiteX2890" fmla="*/ 2843250 w 3386022"/>
              <a:gd name="connsiteY2890" fmla="*/ 4078783 h 5292726"/>
              <a:gd name="connsiteX2891" fmla="*/ 2849024 w 3386022"/>
              <a:gd name="connsiteY2891" fmla="*/ 4110325 h 5292726"/>
              <a:gd name="connsiteX2892" fmla="*/ 2869105 w 3386022"/>
              <a:gd name="connsiteY2892" fmla="*/ 4149570 h 5292726"/>
              <a:gd name="connsiteX2893" fmla="*/ 2864524 w 3386022"/>
              <a:gd name="connsiteY2893" fmla="*/ 4152426 h 5292726"/>
              <a:gd name="connsiteX2894" fmla="*/ 2857873 w 3386022"/>
              <a:gd name="connsiteY2894" fmla="*/ 4152123 h 5292726"/>
              <a:gd name="connsiteX2895" fmla="*/ 2841116 w 3386022"/>
              <a:gd name="connsiteY2895" fmla="*/ 4151863 h 5292726"/>
              <a:gd name="connsiteX2896" fmla="*/ 2806350 w 3386022"/>
              <a:gd name="connsiteY2896" fmla="*/ 4154892 h 5292726"/>
              <a:gd name="connsiteX2897" fmla="*/ 2809362 w 3386022"/>
              <a:gd name="connsiteY2897" fmla="*/ 4148099 h 5292726"/>
              <a:gd name="connsiteX2898" fmla="*/ 2812061 w 3386022"/>
              <a:gd name="connsiteY2898" fmla="*/ 4141912 h 5292726"/>
              <a:gd name="connsiteX2899" fmla="*/ 2814697 w 3386022"/>
              <a:gd name="connsiteY2899" fmla="*/ 4135897 h 5292726"/>
              <a:gd name="connsiteX2900" fmla="*/ 2817520 w 3386022"/>
              <a:gd name="connsiteY2900" fmla="*/ 4129580 h 5292726"/>
              <a:gd name="connsiteX2901" fmla="*/ 2772462 w 3386022"/>
              <a:gd name="connsiteY2901" fmla="*/ 4107557 h 5292726"/>
              <a:gd name="connsiteX2902" fmla="*/ 2745540 w 3386022"/>
              <a:gd name="connsiteY2902" fmla="*/ 4118979 h 5292726"/>
              <a:gd name="connsiteX2903" fmla="*/ 2735185 w 3386022"/>
              <a:gd name="connsiteY2903" fmla="*/ 4144681 h 5292726"/>
              <a:gd name="connsiteX2904" fmla="*/ 2739830 w 3386022"/>
              <a:gd name="connsiteY2904" fmla="*/ 4165406 h 5292726"/>
              <a:gd name="connsiteX2905" fmla="*/ 2714413 w 3386022"/>
              <a:gd name="connsiteY2905" fmla="*/ 4205430 h 5292726"/>
              <a:gd name="connsiteX2906" fmla="*/ 2695085 w 3386022"/>
              <a:gd name="connsiteY2906" fmla="*/ 4229185 h 5292726"/>
              <a:gd name="connsiteX2907" fmla="*/ 2683412 w 3386022"/>
              <a:gd name="connsiteY2907" fmla="*/ 4245670 h 5292726"/>
              <a:gd name="connsiteX2908" fmla="*/ 2680839 w 3386022"/>
              <a:gd name="connsiteY2908" fmla="*/ 4263929 h 5292726"/>
              <a:gd name="connsiteX2909" fmla="*/ 2629442 w 3386022"/>
              <a:gd name="connsiteY2909" fmla="*/ 4263929 h 5292726"/>
              <a:gd name="connsiteX2910" fmla="*/ 2619653 w 3386022"/>
              <a:gd name="connsiteY2910" fmla="*/ 4274876 h 5292726"/>
              <a:gd name="connsiteX2911" fmla="*/ 2605281 w 3386022"/>
              <a:gd name="connsiteY2911" fmla="*/ 4293482 h 5292726"/>
              <a:gd name="connsiteX2912" fmla="*/ 2592166 w 3386022"/>
              <a:gd name="connsiteY2912" fmla="*/ 4311352 h 5292726"/>
              <a:gd name="connsiteX2913" fmla="*/ 2586016 w 3386022"/>
              <a:gd name="connsiteY2913" fmla="*/ 4320135 h 5292726"/>
              <a:gd name="connsiteX2914" fmla="*/ 2577669 w 3386022"/>
              <a:gd name="connsiteY2914" fmla="*/ 4317495 h 5292726"/>
              <a:gd name="connsiteX2915" fmla="*/ 2569762 w 3386022"/>
              <a:gd name="connsiteY2915" fmla="*/ 4314986 h 5292726"/>
              <a:gd name="connsiteX2916" fmla="*/ 2562106 w 3386022"/>
              <a:gd name="connsiteY2916" fmla="*/ 4312563 h 5292726"/>
              <a:gd name="connsiteX2917" fmla="*/ 2554513 w 3386022"/>
              <a:gd name="connsiteY2917" fmla="*/ 4310140 h 5292726"/>
              <a:gd name="connsiteX2918" fmla="*/ 2538699 w 3386022"/>
              <a:gd name="connsiteY2918" fmla="*/ 4314770 h 5292726"/>
              <a:gd name="connsiteX2919" fmla="*/ 2527842 w 3386022"/>
              <a:gd name="connsiteY2919" fmla="*/ 4321260 h 5292726"/>
              <a:gd name="connsiteX2920" fmla="*/ 2521064 w 3386022"/>
              <a:gd name="connsiteY2920" fmla="*/ 4329395 h 5292726"/>
              <a:gd name="connsiteX2921" fmla="*/ 2517549 w 3386022"/>
              <a:gd name="connsiteY2921" fmla="*/ 4338870 h 5292726"/>
              <a:gd name="connsiteX2922" fmla="*/ 2507509 w 3386022"/>
              <a:gd name="connsiteY2922" fmla="*/ 4340212 h 5292726"/>
              <a:gd name="connsiteX2923" fmla="*/ 2497530 w 3386022"/>
              <a:gd name="connsiteY2923" fmla="*/ 4341509 h 5292726"/>
              <a:gd name="connsiteX2924" fmla="*/ 2487615 w 3386022"/>
              <a:gd name="connsiteY2924" fmla="*/ 4342808 h 5292726"/>
              <a:gd name="connsiteX2925" fmla="*/ 2477826 w 3386022"/>
              <a:gd name="connsiteY2925" fmla="*/ 4344106 h 5292726"/>
              <a:gd name="connsiteX2926" fmla="*/ 2472178 w 3386022"/>
              <a:gd name="connsiteY2926" fmla="*/ 4355312 h 5292726"/>
              <a:gd name="connsiteX2927" fmla="*/ 2466153 w 3386022"/>
              <a:gd name="connsiteY2927" fmla="*/ 4372231 h 5292726"/>
              <a:gd name="connsiteX2928" fmla="*/ 2462262 w 3386022"/>
              <a:gd name="connsiteY2928" fmla="*/ 4389625 h 5292726"/>
              <a:gd name="connsiteX2929" fmla="*/ 2463015 w 3386022"/>
              <a:gd name="connsiteY2929" fmla="*/ 4402216 h 5292726"/>
              <a:gd name="connsiteX2930" fmla="*/ 2455673 w 3386022"/>
              <a:gd name="connsiteY2930" fmla="*/ 4408230 h 5292726"/>
              <a:gd name="connsiteX2931" fmla="*/ 2450715 w 3386022"/>
              <a:gd name="connsiteY2931" fmla="*/ 4414547 h 5292726"/>
              <a:gd name="connsiteX2932" fmla="*/ 2449586 w 3386022"/>
              <a:gd name="connsiteY2932" fmla="*/ 4421124 h 5292726"/>
              <a:gd name="connsiteX2933" fmla="*/ 2453728 w 3386022"/>
              <a:gd name="connsiteY2933" fmla="*/ 4427917 h 5292726"/>
              <a:gd name="connsiteX2934" fmla="*/ 2457869 w 3386022"/>
              <a:gd name="connsiteY2934" fmla="*/ 4450893 h 5292726"/>
              <a:gd name="connsiteX2935" fmla="*/ 2451029 w 3386022"/>
              <a:gd name="connsiteY2935" fmla="*/ 4486416 h 5292726"/>
              <a:gd name="connsiteX2936" fmla="*/ 2441051 w 3386022"/>
              <a:gd name="connsiteY2936" fmla="*/ 4519387 h 5292726"/>
              <a:gd name="connsiteX2937" fmla="*/ 2435842 w 3386022"/>
              <a:gd name="connsiteY2937" fmla="*/ 4534661 h 5292726"/>
              <a:gd name="connsiteX2938" fmla="*/ 2417894 w 3386022"/>
              <a:gd name="connsiteY2938" fmla="*/ 4555127 h 5292726"/>
              <a:gd name="connsiteX2939" fmla="*/ 2411618 w 3386022"/>
              <a:gd name="connsiteY2939" fmla="*/ 4583641 h 5292726"/>
              <a:gd name="connsiteX2940" fmla="*/ 2415321 w 3386022"/>
              <a:gd name="connsiteY2940" fmla="*/ 4614102 h 5292726"/>
              <a:gd name="connsiteX2941" fmla="*/ 2427433 w 3386022"/>
              <a:gd name="connsiteY2941" fmla="*/ 4640453 h 5292726"/>
              <a:gd name="connsiteX2942" fmla="*/ 2418836 w 3386022"/>
              <a:gd name="connsiteY2942" fmla="*/ 4644217 h 5292726"/>
              <a:gd name="connsiteX2943" fmla="*/ 2410049 w 3386022"/>
              <a:gd name="connsiteY2943" fmla="*/ 4645299 h 5292726"/>
              <a:gd name="connsiteX2944" fmla="*/ 2400762 w 3386022"/>
              <a:gd name="connsiteY2944" fmla="*/ 4644217 h 5292726"/>
              <a:gd name="connsiteX2945" fmla="*/ 2390595 w 3386022"/>
              <a:gd name="connsiteY2945" fmla="*/ 4641491 h 5292726"/>
              <a:gd name="connsiteX2946" fmla="*/ 2368380 w 3386022"/>
              <a:gd name="connsiteY2946" fmla="*/ 4602074 h 5292726"/>
              <a:gd name="connsiteX2947" fmla="*/ 2336814 w 3386022"/>
              <a:gd name="connsiteY2947" fmla="*/ 4590261 h 5292726"/>
              <a:gd name="connsiteX2948" fmla="*/ 2313594 w 3386022"/>
              <a:gd name="connsiteY2948" fmla="*/ 4588271 h 5292726"/>
              <a:gd name="connsiteX2949" fmla="*/ 2316544 w 3386022"/>
              <a:gd name="connsiteY2949" fmla="*/ 4578319 h 5292726"/>
              <a:gd name="connsiteX2950" fmla="*/ 2335433 w 3386022"/>
              <a:gd name="connsiteY2950" fmla="*/ 4550065 h 5292726"/>
              <a:gd name="connsiteX2951" fmla="*/ 2348361 w 3386022"/>
              <a:gd name="connsiteY2951" fmla="*/ 4508960 h 5292726"/>
              <a:gd name="connsiteX2952" fmla="*/ 2342022 w 3386022"/>
              <a:gd name="connsiteY2952" fmla="*/ 4472960 h 5292726"/>
              <a:gd name="connsiteX2953" fmla="*/ 2303052 w 3386022"/>
              <a:gd name="connsiteY2953" fmla="*/ 4460066 h 5292726"/>
              <a:gd name="connsiteX2954" fmla="*/ 2301420 w 3386022"/>
              <a:gd name="connsiteY2954" fmla="*/ 4482565 h 5292726"/>
              <a:gd name="connsiteX2955" fmla="*/ 2295082 w 3386022"/>
              <a:gd name="connsiteY2955" fmla="*/ 4529382 h 5292726"/>
              <a:gd name="connsiteX2956" fmla="*/ 2285668 w 3386022"/>
              <a:gd name="connsiteY2956" fmla="*/ 4578968 h 5292726"/>
              <a:gd name="connsiteX2957" fmla="*/ 2274875 w 3386022"/>
              <a:gd name="connsiteY2957" fmla="*/ 4609732 h 5292726"/>
              <a:gd name="connsiteX2958" fmla="*/ 2263139 w 3386022"/>
              <a:gd name="connsiteY2958" fmla="*/ 4613323 h 5292726"/>
              <a:gd name="connsiteX2959" fmla="*/ 2240171 w 3386022"/>
              <a:gd name="connsiteY2959" fmla="*/ 4616136 h 5292726"/>
              <a:gd name="connsiteX2960" fmla="*/ 2216889 w 3386022"/>
              <a:gd name="connsiteY2960" fmla="*/ 4615962 h 5292726"/>
              <a:gd name="connsiteX2961" fmla="*/ 2204086 w 3386022"/>
              <a:gd name="connsiteY2961" fmla="*/ 4610597 h 5292726"/>
              <a:gd name="connsiteX2962" fmla="*/ 2196995 w 3386022"/>
              <a:gd name="connsiteY2962" fmla="*/ 4600732 h 5292726"/>
              <a:gd name="connsiteX2963" fmla="*/ 2186766 w 3386022"/>
              <a:gd name="connsiteY2963" fmla="*/ 4592165 h 5292726"/>
              <a:gd name="connsiteX2964" fmla="*/ 2175156 w 3386022"/>
              <a:gd name="connsiteY2964" fmla="*/ 4584377 h 5292726"/>
              <a:gd name="connsiteX2965" fmla="*/ 2163986 w 3386022"/>
              <a:gd name="connsiteY2965" fmla="*/ 4576848 h 5292726"/>
              <a:gd name="connsiteX2966" fmla="*/ 2173775 w 3386022"/>
              <a:gd name="connsiteY2966" fmla="*/ 4564040 h 5292726"/>
              <a:gd name="connsiteX2967" fmla="*/ 2184820 w 3386022"/>
              <a:gd name="connsiteY2967" fmla="*/ 4555170 h 5292726"/>
              <a:gd name="connsiteX2968" fmla="*/ 2180490 w 3386022"/>
              <a:gd name="connsiteY2968" fmla="*/ 4548161 h 5292726"/>
              <a:gd name="connsiteX2969" fmla="*/ 2144281 w 3386022"/>
              <a:gd name="connsiteY2969" fmla="*/ 4540978 h 5292726"/>
              <a:gd name="connsiteX2970" fmla="*/ 2133675 w 3386022"/>
              <a:gd name="connsiteY2970" fmla="*/ 4564040 h 5292726"/>
              <a:gd name="connsiteX2971" fmla="*/ 2139636 w 3386022"/>
              <a:gd name="connsiteY2971" fmla="*/ 4601554 h 5292726"/>
              <a:gd name="connsiteX2972" fmla="*/ 2146790 w 3386022"/>
              <a:gd name="connsiteY2972" fmla="*/ 4637943 h 5292726"/>
              <a:gd name="connsiteX2973" fmla="*/ 2139762 w 3386022"/>
              <a:gd name="connsiteY2973" fmla="*/ 4657717 h 5292726"/>
              <a:gd name="connsiteX2974" fmla="*/ 2104808 w 3386022"/>
              <a:gd name="connsiteY2974" fmla="*/ 4642529 h 5292726"/>
              <a:gd name="connsiteX2975" fmla="*/ 2082905 w 3386022"/>
              <a:gd name="connsiteY2975" fmla="*/ 4632188 h 5292726"/>
              <a:gd name="connsiteX2976" fmla="*/ 2073869 w 3386022"/>
              <a:gd name="connsiteY2976" fmla="*/ 4623578 h 5292726"/>
              <a:gd name="connsiteX2977" fmla="*/ 2077571 w 3386022"/>
              <a:gd name="connsiteY2977" fmla="*/ 4613626 h 5292726"/>
              <a:gd name="connsiteX2978" fmla="*/ 2079956 w 3386022"/>
              <a:gd name="connsiteY2978" fmla="*/ 4609602 h 5292726"/>
              <a:gd name="connsiteX2979" fmla="*/ 2078262 w 3386022"/>
              <a:gd name="connsiteY2979" fmla="*/ 4605795 h 5292726"/>
              <a:gd name="connsiteX2980" fmla="*/ 2071421 w 3386022"/>
              <a:gd name="connsiteY2980" fmla="*/ 4600256 h 5292726"/>
              <a:gd name="connsiteX2981" fmla="*/ 2058369 w 3386022"/>
              <a:gd name="connsiteY2981" fmla="*/ 4591083 h 5292726"/>
              <a:gd name="connsiteX2982" fmla="*/ 2049081 w 3386022"/>
              <a:gd name="connsiteY2982" fmla="*/ 4618905 h 5292726"/>
              <a:gd name="connsiteX2983" fmla="*/ 2064832 w 3386022"/>
              <a:gd name="connsiteY2983" fmla="*/ 4650447 h 5292726"/>
              <a:gd name="connsiteX2984" fmla="*/ 2077132 w 3386022"/>
              <a:gd name="connsiteY2984" fmla="*/ 4685409 h 5292726"/>
              <a:gd name="connsiteX2985" fmla="*/ 2057490 w 3386022"/>
              <a:gd name="connsiteY2985" fmla="*/ 4723442 h 5292726"/>
              <a:gd name="connsiteX2986" fmla="*/ 2053034 w 3386022"/>
              <a:gd name="connsiteY2986" fmla="*/ 4709552 h 5292726"/>
              <a:gd name="connsiteX2987" fmla="*/ 2056360 w 3386022"/>
              <a:gd name="connsiteY2987" fmla="*/ 4689822 h 5292726"/>
              <a:gd name="connsiteX2988" fmla="*/ 2048704 w 3386022"/>
              <a:gd name="connsiteY2988" fmla="*/ 4672428 h 5292726"/>
              <a:gd name="connsiteX2989" fmla="*/ 2011239 w 3386022"/>
              <a:gd name="connsiteY2989" fmla="*/ 4665462 h 5292726"/>
              <a:gd name="connsiteX2990" fmla="*/ 2014565 w 3386022"/>
              <a:gd name="connsiteY2990" fmla="*/ 4634958 h 5292726"/>
              <a:gd name="connsiteX2991" fmla="*/ 2001009 w 3386022"/>
              <a:gd name="connsiteY2991" fmla="*/ 4630891 h 5292726"/>
              <a:gd name="connsiteX2992" fmla="*/ 1979422 w 3386022"/>
              <a:gd name="connsiteY2992" fmla="*/ 4639847 h 5292726"/>
              <a:gd name="connsiteX2993" fmla="*/ 1958712 w 3386022"/>
              <a:gd name="connsiteY2993" fmla="*/ 4648414 h 5292726"/>
              <a:gd name="connsiteX2994" fmla="*/ 1967938 w 3386022"/>
              <a:gd name="connsiteY2994" fmla="*/ 4618472 h 5292726"/>
              <a:gd name="connsiteX2995" fmla="*/ 1973774 w 3386022"/>
              <a:gd name="connsiteY2995" fmla="*/ 4578708 h 5292726"/>
              <a:gd name="connsiteX2996" fmla="*/ 1968439 w 3386022"/>
              <a:gd name="connsiteY2996" fmla="*/ 4542795 h 5292726"/>
              <a:gd name="connsiteX2997" fmla="*/ 1944090 w 3386022"/>
              <a:gd name="connsiteY2997" fmla="*/ 4524363 h 5292726"/>
              <a:gd name="connsiteX2998" fmla="*/ 1931351 w 3386022"/>
              <a:gd name="connsiteY2998" fmla="*/ 4527132 h 5292726"/>
              <a:gd name="connsiteX2999" fmla="*/ 1920243 w 3386022"/>
              <a:gd name="connsiteY2999" fmla="*/ 4532152 h 5292726"/>
              <a:gd name="connsiteX3000" fmla="*/ 1907692 w 3386022"/>
              <a:gd name="connsiteY3000" fmla="*/ 4536478 h 5292726"/>
              <a:gd name="connsiteX3001" fmla="*/ 1890623 w 3386022"/>
              <a:gd name="connsiteY3001" fmla="*/ 4537084 h 5292726"/>
              <a:gd name="connsiteX3002" fmla="*/ 1883783 w 3386022"/>
              <a:gd name="connsiteY3002" fmla="*/ 4524795 h 5292726"/>
              <a:gd name="connsiteX3003" fmla="*/ 1879389 w 3386022"/>
              <a:gd name="connsiteY3003" fmla="*/ 4518263 h 5292726"/>
              <a:gd name="connsiteX3004" fmla="*/ 1869223 w 3386022"/>
              <a:gd name="connsiteY3004" fmla="*/ 4515103 h 5292726"/>
              <a:gd name="connsiteX3005" fmla="*/ 1845126 w 3386022"/>
              <a:gd name="connsiteY3005" fmla="*/ 4512897 h 5292726"/>
              <a:gd name="connsiteX3006" fmla="*/ 1842176 w 3386022"/>
              <a:gd name="connsiteY3006" fmla="*/ 4522286 h 5292726"/>
              <a:gd name="connsiteX3007" fmla="*/ 1839164 w 3386022"/>
              <a:gd name="connsiteY3007" fmla="*/ 4531891 h 5292726"/>
              <a:gd name="connsiteX3008" fmla="*/ 1836026 w 3386022"/>
              <a:gd name="connsiteY3008" fmla="*/ 4541887 h 5292726"/>
              <a:gd name="connsiteX3009" fmla="*/ 1832700 w 3386022"/>
              <a:gd name="connsiteY3009" fmla="*/ 4552444 h 5292726"/>
              <a:gd name="connsiteX3010" fmla="*/ 1840168 w 3386022"/>
              <a:gd name="connsiteY3010" fmla="*/ 4559411 h 5292726"/>
              <a:gd name="connsiteX3011" fmla="*/ 1848264 w 3386022"/>
              <a:gd name="connsiteY3011" fmla="*/ 4566982 h 5292726"/>
              <a:gd name="connsiteX3012" fmla="*/ 1856986 w 3386022"/>
              <a:gd name="connsiteY3012" fmla="*/ 4575117 h 5292726"/>
              <a:gd name="connsiteX3013" fmla="*/ 1866211 w 3386022"/>
              <a:gd name="connsiteY3013" fmla="*/ 4583771 h 5292726"/>
              <a:gd name="connsiteX3014" fmla="*/ 1872111 w 3386022"/>
              <a:gd name="connsiteY3014" fmla="*/ 4578232 h 5292726"/>
              <a:gd name="connsiteX3015" fmla="*/ 1877696 w 3386022"/>
              <a:gd name="connsiteY3015" fmla="*/ 4572953 h 5292726"/>
              <a:gd name="connsiteX3016" fmla="*/ 1883343 w 3386022"/>
              <a:gd name="connsiteY3016" fmla="*/ 4567632 h 5292726"/>
              <a:gd name="connsiteX3017" fmla="*/ 1889431 w 3386022"/>
              <a:gd name="connsiteY3017" fmla="*/ 4561920 h 5292726"/>
              <a:gd name="connsiteX3018" fmla="*/ 1906500 w 3386022"/>
              <a:gd name="connsiteY3018" fmla="*/ 4572953 h 5292726"/>
              <a:gd name="connsiteX3019" fmla="*/ 1921122 w 3386022"/>
              <a:gd name="connsiteY3019" fmla="*/ 4583944 h 5292726"/>
              <a:gd name="connsiteX3020" fmla="*/ 1929657 w 3386022"/>
              <a:gd name="connsiteY3020" fmla="*/ 4596232 h 5292726"/>
              <a:gd name="connsiteX3021" fmla="*/ 1928465 w 3386022"/>
              <a:gd name="connsiteY3021" fmla="*/ 4611159 h 5292726"/>
              <a:gd name="connsiteX3022" fmla="*/ 1860563 w 3386022"/>
              <a:gd name="connsiteY3022" fmla="*/ 4598655 h 5292726"/>
              <a:gd name="connsiteX3023" fmla="*/ 1833955 w 3386022"/>
              <a:gd name="connsiteY3023" fmla="*/ 4597270 h 5292726"/>
              <a:gd name="connsiteX3024" fmla="*/ 1820776 w 3386022"/>
              <a:gd name="connsiteY3024" fmla="*/ 4598266 h 5292726"/>
              <a:gd name="connsiteX3025" fmla="*/ 1793101 w 3386022"/>
              <a:gd name="connsiteY3025" fmla="*/ 4592900 h 5292726"/>
              <a:gd name="connsiteX3026" fmla="*/ 1794796 w 3386022"/>
              <a:gd name="connsiteY3026" fmla="*/ 4548551 h 5292726"/>
              <a:gd name="connsiteX3027" fmla="*/ 1780613 w 3386022"/>
              <a:gd name="connsiteY3027" fmla="*/ 4546862 h 5292726"/>
              <a:gd name="connsiteX3028" fmla="*/ 1756765 w 3386022"/>
              <a:gd name="connsiteY3028" fmla="*/ 4570574 h 5292726"/>
              <a:gd name="connsiteX3029" fmla="*/ 1729342 w 3386022"/>
              <a:gd name="connsiteY3029" fmla="*/ 4602463 h 5292726"/>
              <a:gd name="connsiteX3030" fmla="*/ 1715472 w 3386022"/>
              <a:gd name="connsiteY3030" fmla="*/ 4600213 h 5292726"/>
              <a:gd name="connsiteX3031" fmla="*/ 1701980 w 3386022"/>
              <a:gd name="connsiteY3031" fmla="*/ 4596838 h 5292726"/>
              <a:gd name="connsiteX3032" fmla="*/ 1687494 w 3386022"/>
              <a:gd name="connsiteY3032" fmla="*/ 4595064 h 5292726"/>
              <a:gd name="connsiteX3033" fmla="*/ 1670552 w 3386022"/>
              <a:gd name="connsiteY3033" fmla="*/ 4597574 h 5292726"/>
              <a:gd name="connsiteX3034" fmla="*/ 1671618 w 3386022"/>
              <a:gd name="connsiteY3034" fmla="*/ 4608434 h 5292726"/>
              <a:gd name="connsiteX3035" fmla="*/ 1679522 w 3386022"/>
              <a:gd name="connsiteY3035" fmla="*/ 4625569 h 5292726"/>
              <a:gd name="connsiteX3036" fmla="*/ 1696709 w 3386022"/>
              <a:gd name="connsiteY3036" fmla="*/ 4634784 h 5292726"/>
              <a:gd name="connsiteX3037" fmla="*/ 1725639 w 3386022"/>
              <a:gd name="connsiteY3037" fmla="*/ 4621977 h 5292726"/>
              <a:gd name="connsiteX3038" fmla="*/ 1736307 w 3386022"/>
              <a:gd name="connsiteY3038" fmla="*/ 4626780 h 5292726"/>
              <a:gd name="connsiteX3039" fmla="*/ 1746725 w 3386022"/>
              <a:gd name="connsiteY3039" fmla="*/ 4631453 h 5292726"/>
              <a:gd name="connsiteX3040" fmla="*/ 1757268 w 3386022"/>
              <a:gd name="connsiteY3040" fmla="*/ 4636212 h 5292726"/>
              <a:gd name="connsiteX3041" fmla="*/ 1768313 w 3386022"/>
              <a:gd name="connsiteY3041" fmla="*/ 4641188 h 5292726"/>
              <a:gd name="connsiteX3042" fmla="*/ 1754883 w 3386022"/>
              <a:gd name="connsiteY3042" fmla="*/ 4653866 h 5292726"/>
              <a:gd name="connsiteX3043" fmla="*/ 1748607 w 3386022"/>
              <a:gd name="connsiteY3043" fmla="*/ 4666804 h 5292726"/>
              <a:gd name="connsiteX3044" fmla="*/ 1749926 w 3386022"/>
              <a:gd name="connsiteY3044" fmla="*/ 4680043 h 5292726"/>
              <a:gd name="connsiteX3045" fmla="*/ 1759276 w 3386022"/>
              <a:gd name="connsiteY3045" fmla="*/ 4693630 h 5292726"/>
              <a:gd name="connsiteX3046" fmla="*/ 1724384 w 3386022"/>
              <a:gd name="connsiteY3046" fmla="*/ 4700163 h 5292726"/>
              <a:gd name="connsiteX3047" fmla="*/ 1721873 w 3386022"/>
              <a:gd name="connsiteY3047" fmla="*/ 4688567 h 5292726"/>
              <a:gd name="connsiteX3048" fmla="*/ 1721623 w 3386022"/>
              <a:gd name="connsiteY3048" fmla="*/ 4671822 h 5292726"/>
              <a:gd name="connsiteX3049" fmla="*/ 1693508 w 3386022"/>
              <a:gd name="connsiteY3049" fmla="*/ 4662866 h 5292726"/>
              <a:gd name="connsiteX3050" fmla="*/ 1675445 w 3386022"/>
              <a:gd name="connsiteY3050" fmla="*/ 4666500 h 5292726"/>
              <a:gd name="connsiteX3051" fmla="*/ 1671115 w 3386022"/>
              <a:gd name="connsiteY3051" fmla="*/ 4677317 h 5292726"/>
              <a:gd name="connsiteX3052" fmla="*/ 1671555 w 3386022"/>
              <a:gd name="connsiteY3052" fmla="*/ 4693976 h 5292726"/>
              <a:gd name="connsiteX3053" fmla="*/ 1667791 w 3386022"/>
              <a:gd name="connsiteY3053" fmla="*/ 4715091 h 5292726"/>
              <a:gd name="connsiteX3054" fmla="*/ 1662642 w 3386022"/>
              <a:gd name="connsiteY3054" fmla="*/ 4716043 h 5292726"/>
              <a:gd name="connsiteX3055" fmla="*/ 1657243 w 3386022"/>
              <a:gd name="connsiteY3055" fmla="*/ 4717038 h 5292726"/>
              <a:gd name="connsiteX3056" fmla="*/ 1651909 w 3386022"/>
              <a:gd name="connsiteY3056" fmla="*/ 4717990 h 5292726"/>
              <a:gd name="connsiteX3057" fmla="*/ 1646889 w 3386022"/>
              <a:gd name="connsiteY3057" fmla="*/ 4718899 h 5292726"/>
              <a:gd name="connsiteX3058" fmla="*/ 1638919 w 3386022"/>
              <a:gd name="connsiteY3058" fmla="*/ 4734476 h 5292726"/>
              <a:gd name="connsiteX3059" fmla="*/ 1630887 w 3386022"/>
              <a:gd name="connsiteY3059" fmla="*/ 4750139 h 5292726"/>
              <a:gd name="connsiteX3060" fmla="*/ 1622727 w 3386022"/>
              <a:gd name="connsiteY3060" fmla="*/ 4766148 h 5292726"/>
              <a:gd name="connsiteX3061" fmla="*/ 1614255 w 3386022"/>
              <a:gd name="connsiteY3061" fmla="*/ 4782763 h 5292726"/>
              <a:gd name="connsiteX3062" fmla="*/ 1617203 w 3386022"/>
              <a:gd name="connsiteY3062" fmla="*/ 4784753 h 5292726"/>
              <a:gd name="connsiteX3063" fmla="*/ 1621219 w 3386022"/>
              <a:gd name="connsiteY3063" fmla="*/ 4787436 h 5292726"/>
              <a:gd name="connsiteX3064" fmla="*/ 1626113 w 3386022"/>
              <a:gd name="connsiteY3064" fmla="*/ 4790724 h 5292726"/>
              <a:gd name="connsiteX3065" fmla="*/ 1631763 w 3386022"/>
              <a:gd name="connsiteY3065" fmla="*/ 4794532 h 5292726"/>
              <a:gd name="connsiteX3066" fmla="*/ 1629757 w 3386022"/>
              <a:gd name="connsiteY3066" fmla="*/ 4800590 h 5292726"/>
              <a:gd name="connsiteX3067" fmla="*/ 1627495 w 3386022"/>
              <a:gd name="connsiteY3067" fmla="*/ 4807383 h 5292726"/>
              <a:gd name="connsiteX3068" fmla="*/ 1624860 w 3386022"/>
              <a:gd name="connsiteY3068" fmla="*/ 4815258 h 5292726"/>
              <a:gd name="connsiteX3069" fmla="*/ 1621785 w 3386022"/>
              <a:gd name="connsiteY3069" fmla="*/ 4824561 h 5292726"/>
              <a:gd name="connsiteX3070" fmla="*/ 1610739 w 3386022"/>
              <a:gd name="connsiteY3070" fmla="*/ 4811667 h 5292726"/>
              <a:gd name="connsiteX3071" fmla="*/ 1601641 w 3386022"/>
              <a:gd name="connsiteY3071" fmla="*/ 4799638 h 5292726"/>
              <a:gd name="connsiteX3072" fmla="*/ 1590470 w 3386022"/>
              <a:gd name="connsiteY3072" fmla="*/ 4789253 h 5292726"/>
              <a:gd name="connsiteX3073" fmla="*/ 1573212 w 3386022"/>
              <a:gd name="connsiteY3073" fmla="*/ 4781379 h 5292726"/>
              <a:gd name="connsiteX3074" fmla="*/ 1579552 w 3386022"/>
              <a:gd name="connsiteY3074" fmla="*/ 4758403 h 5292726"/>
              <a:gd name="connsiteX3075" fmla="*/ 1569699 w 3386022"/>
              <a:gd name="connsiteY3075" fmla="*/ 4750528 h 5292726"/>
              <a:gd name="connsiteX3076" fmla="*/ 1554576 w 3386022"/>
              <a:gd name="connsiteY3076" fmla="*/ 4752086 h 5292726"/>
              <a:gd name="connsiteX3077" fmla="*/ 1545164 w 3386022"/>
              <a:gd name="connsiteY3077" fmla="*/ 4757494 h 5292726"/>
              <a:gd name="connsiteX3078" fmla="*/ 1537570 w 3386022"/>
              <a:gd name="connsiteY3078" fmla="*/ 4809201 h 5292726"/>
              <a:gd name="connsiteX3079" fmla="*/ 1562106 w 3386022"/>
              <a:gd name="connsiteY3079" fmla="*/ 4828369 h 5292726"/>
              <a:gd name="connsiteX3080" fmla="*/ 1572836 w 3386022"/>
              <a:gd name="connsiteY3080" fmla="*/ 4832003 h 5292726"/>
              <a:gd name="connsiteX3081" fmla="*/ 1523953 w 3386022"/>
              <a:gd name="connsiteY3081" fmla="*/ 4837152 h 5292726"/>
              <a:gd name="connsiteX3082" fmla="*/ 1526337 w 3386022"/>
              <a:gd name="connsiteY3082" fmla="*/ 4841652 h 5292726"/>
              <a:gd name="connsiteX3083" fmla="*/ 1528659 w 3386022"/>
              <a:gd name="connsiteY3083" fmla="*/ 4846022 h 5292726"/>
              <a:gd name="connsiteX3084" fmla="*/ 1530979 w 3386022"/>
              <a:gd name="connsiteY3084" fmla="*/ 4850478 h 5292726"/>
              <a:gd name="connsiteX3085" fmla="*/ 1533492 w 3386022"/>
              <a:gd name="connsiteY3085" fmla="*/ 4855282 h 5292726"/>
              <a:gd name="connsiteX3086" fmla="*/ 1528534 w 3386022"/>
              <a:gd name="connsiteY3086" fmla="*/ 4855411 h 5292726"/>
              <a:gd name="connsiteX3087" fmla="*/ 1523513 w 3386022"/>
              <a:gd name="connsiteY3087" fmla="*/ 4855541 h 5292726"/>
              <a:gd name="connsiteX3088" fmla="*/ 1518115 w 3386022"/>
              <a:gd name="connsiteY3088" fmla="*/ 4855671 h 5292726"/>
              <a:gd name="connsiteX3089" fmla="*/ 1512029 w 3386022"/>
              <a:gd name="connsiteY3089" fmla="*/ 4855844 h 5292726"/>
              <a:gd name="connsiteX3090" fmla="*/ 1511276 w 3386022"/>
              <a:gd name="connsiteY3090" fmla="*/ 4739148 h 5292726"/>
              <a:gd name="connsiteX3091" fmla="*/ 1516987 w 3386022"/>
              <a:gd name="connsiteY3091" fmla="*/ 4684543 h 5292726"/>
              <a:gd name="connsiteX3092" fmla="*/ 1513096 w 3386022"/>
              <a:gd name="connsiteY3092" fmla="*/ 4659058 h 5292726"/>
              <a:gd name="connsiteX3093" fmla="*/ 1483536 w 3386022"/>
              <a:gd name="connsiteY3093" fmla="*/ 4629766 h 5292726"/>
              <a:gd name="connsiteX3094" fmla="*/ 1464456 w 3386022"/>
              <a:gd name="connsiteY3094" fmla="*/ 4690168 h 5292726"/>
              <a:gd name="connsiteX3095" fmla="*/ 1431948 w 3386022"/>
              <a:gd name="connsiteY3095" fmla="*/ 4821704 h 5292726"/>
              <a:gd name="connsiteX3096" fmla="*/ 1420087 w 3386022"/>
              <a:gd name="connsiteY3096" fmla="*/ 4954021 h 5292726"/>
              <a:gd name="connsiteX3097" fmla="*/ 1462889 w 3386022"/>
              <a:gd name="connsiteY3097" fmla="*/ 5016847 h 5292726"/>
              <a:gd name="connsiteX3098" fmla="*/ 1446444 w 3386022"/>
              <a:gd name="connsiteY3098" fmla="*/ 5020222 h 5292726"/>
              <a:gd name="connsiteX3099" fmla="*/ 1433140 w 3386022"/>
              <a:gd name="connsiteY3099" fmla="*/ 5020870 h 5292726"/>
              <a:gd name="connsiteX3100" fmla="*/ 1415883 w 3386022"/>
              <a:gd name="connsiteY3100" fmla="*/ 5018405 h 5292726"/>
              <a:gd name="connsiteX3101" fmla="*/ 1387644 w 3386022"/>
              <a:gd name="connsiteY3101" fmla="*/ 5012347 h 5292726"/>
              <a:gd name="connsiteX3102" fmla="*/ 1383188 w 3386022"/>
              <a:gd name="connsiteY3102" fmla="*/ 4961635 h 5292726"/>
              <a:gd name="connsiteX3103" fmla="*/ 1386200 w 3386022"/>
              <a:gd name="connsiteY3103" fmla="*/ 4931737 h 5292726"/>
              <a:gd name="connsiteX3104" fmla="*/ 1391157 w 3386022"/>
              <a:gd name="connsiteY3104" fmla="*/ 4913824 h 5292726"/>
              <a:gd name="connsiteX3105" fmla="*/ 1392538 w 3386022"/>
              <a:gd name="connsiteY3105" fmla="*/ 4899026 h 5292726"/>
              <a:gd name="connsiteX3106" fmla="*/ 1372144 w 3386022"/>
              <a:gd name="connsiteY3106" fmla="*/ 4894050 h 5292726"/>
              <a:gd name="connsiteX3107" fmla="*/ 1351874 w 3386022"/>
              <a:gd name="connsiteY3107" fmla="*/ 4889724 h 5292726"/>
              <a:gd name="connsiteX3108" fmla="*/ 1331540 w 3386022"/>
              <a:gd name="connsiteY3108" fmla="*/ 4887041 h 5292726"/>
              <a:gd name="connsiteX3109" fmla="*/ 1310894 w 3386022"/>
              <a:gd name="connsiteY3109" fmla="*/ 4886867 h 5292726"/>
              <a:gd name="connsiteX3110" fmla="*/ 1305686 w 3386022"/>
              <a:gd name="connsiteY3110" fmla="*/ 4882065 h 5292726"/>
              <a:gd name="connsiteX3111" fmla="*/ 1306313 w 3386022"/>
              <a:gd name="connsiteY3111" fmla="*/ 4877738 h 5292726"/>
              <a:gd name="connsiteX3112" fmla="*/ 1311207 w 3386022"/>
              <a:gd name="connsiteY3112" fmla="*/ 4871204 h 5292726"/>
              <a:gd name="connsiteX3113" fmla="*/ 1318926 w 3386022"/>
              <a:gd name="connsiteY3113" fmla="*/ 4859695 h 5292726"/>
              <a:gd name="connsiteX3114" fmla="*/ 1332419 w 3386022"/>
              <a:gd name="connsiteY3114" fmla="*/ 4862378 h 5292726"/>
              <a:gd name="connsiteX3115" fmla="*/ 1336247 w 3386022"/>
              <a:gd name="connsiteY3115" fmla="*/ 4870382 h 5292726"/>
              <a:gd name="connsiteX3116" fmla="*/ 1341269 w 3386022"/>
              <a:gd name="connsiteY3116" fmla="*/ 4878387 h 5292726"/>
              <a:gd name="connsiteX3117" fmla="*/ 1358338 w 3386022"/>
              <a:gd name="connsiteY3117" fmla="*/ 4881070 h 5292726"/>
              <a:gd name="connsiteX3118" fmla="*/ 1391785 w 3386022"/>
              <a:gd name="connsiteY3118" fmla="*/ 4876959 h 5292726"/>
              <a:gd name="connsiteX3119" fmla="*/ 1407223 w 3386022"/>
              <a:gd name="connsiteY3119" fmla="*/ 4870599 h 5292726"/>
              <a:gd name="connsiteX3120" fmla="*/ 1412118 w 3386022"/>
              <a:gd name="connsiteY3120" fmla="*/ 4862334 h 5292726"/>
              <a:gd name="connsiteX3121" fmla="*/ 1413937 w 3386022"/>
              <a:gd name="connsiteY3121" fmla="*/ 4852512 h 5292726"/>
              <a:gd name="connsiteX3122" fmla="*/ 1410736 w 3386022"/>
              <a:gd name="connsiteY3122" fmla="*/ 4851690 h 5292726"/>
              <a:gd name="connsiteX3123" fmla="*/ 1407410 w 3386022"/>
              <a:gd name="connsiteY3123" fmla="*/ 4850825 h 5292726"/>
              <a:gd name="connsiteX3124" fmla="*/ 1403833 w 3386022"/>
              <a:gd name="connsiteY3124" fmla="*/ 4849873 h 5292726"/>
              <a:gd name="connsiteX3125" fmla="*/ 1399818 w 3386022"/>
              <a:gd name="connsiteY3125" fmla="*/ 4848791 h 5292726"/>
              <a:gd name="connsiteX3126" fmla="*/ 1403081 w 3386022"/>
              <a:gd name="connsiteY3126" fmla="*/ 4838579 h 5292726"/>
              <a:gd name="connsiteX3127" fmla="*/ 1404461 w 3386022"/>
              <a:gd name="connsiteY3127" fmla="*/ 4828541 h 5292726"/>
              <a:gd name="connsiteX3128" fmla="*/ 1399692 w 3386022"/>
              <a:gd name="connsiteY3128" fmla="*/ 4819152 h 5292726"/>
              <a:gd name="connsiteX3129" fmla="*/ 1384506 w 3386022"/>
              <a:gd name="connsiteY3129" fmla="*/ 4811018 h 5292726"/>
              <a:gd name="connsiteX3130" fmla="*/ 1388271 w 3386022"/>
              <a:gd name="connsiteY3130" fmla="*/ 4803705 h 5292726"/>
              <a:gd name="connsiteX3131" fmla="*/ 1396114 w 3386022"/>
              <a:gd name="connsiteY3131" fmla="*/ 4789384 h 5292726"/>
              <a:gd name="connsiteX3132" fmla="*/ 1404461 w 3386022"/>
              <a:gd name="connsiteY3132" fmla="*/ 4775278 h 5292726"/>
              <a:gd name="connsiteX3133" fmla="*/ 1409795 w 3386022"/>
              <a:gd name="connsiteY3133" fmla="*/ 4768701 h 5292726"/>
              <a:gd name="connsiteX3134" fmla="*/ 1424480 w 3386022"/>
              <a:gd name="connsiteY3134" fmla="*/ 4762860 h 5292726"/>
              <a:gd name="connsiteX3135" fmla="*/ 1426300 w 3386022"/>
              <a:gd name="connsiteY3135" fmla="*/ 4752302 h 5292726"/>
              <a:gd name="connsiteX3136" fmla="*/ 1419586 w 3386022"/>
              <a:gd name="connsiteY3136" fmla="*/ 4736596 h 5292726"/>
              <a:gd name="connsiteX3137" fmla="*/ 1408729 w 3386022"/>
              <a:gd name="connsiteY3137" fmla="*/ 4715394 h 5292726"/>
              <a:gd name="connsiteX3138" fmla="*/ 1415067 w 3386022"/>
              <a:gd name="connsiteY3138" fmla="*/ 4711846 h 5292726"/>
              <a:gd name="connsiteX3139" fmla="*/ 1421279 w 3386022"/>
              <a:gd name="connsiteY3139" fmla="*/ 4708384 h 5292726"/>
              <a:gd name="connsiteX3140" fmla="*/ 1427367 w 3386022"/>
              <a:gd name="connsiteY3140" fmla="*/ 4705009 h 5292726"/>
              <a:gd name="connsiteX3141" fmla="*/ 1433203 w 3386022"/>
              <a:gd name="connsiteY3141" fmla="*/ 4701764 h 5292726"/>
              <a:gd name="connsiteX3142" fmla="*/ 1432890 w 3386022"/>
              <a:gd name="connsiteY3142" fmla="*/ 4683246 h 5292726"/>
              <a:gd name="connsiteX3143" fmla="*/ 1437032 w 3386022"/>
              <a:gd name="connsiteY3143" fmla="*/ 4658236 h 5292726"/>
              <a:gd name="connsiteX3144" fmla="*/ 1442302 w 3386022"/>
              <a:gd name="connsiteY3144" fmla="*/ 4636083 h 5292726"/>
              <a:gd name="connsiteX3145" fmla="*/ 1445315 w 3386022"/>
              <a:gd name="connsiteY3145" fmla="*/ 4626044 h 5292726"/>
              <a:gd name="connsiteX3146" fmla="*/ 1416134 w 3386022"/>
              <a:gd name="connsiteY3146" fmla="*/ 4615054 h 5292726"/>
              <a:gd name="connsiteX3147" fmla="*/ 1402894 w 3386022"/>
              <a:gd name="connsiteY3147" fmla="*/ 4615573 h 5292726"/>
              <a:gd name="connsiteX3148" fmla="*/ 1391409 w 3386022"/>
              <a:gd name="connsiteY3148" fmla="*/ 4621587 h 5292726"/>
              <a:gd name="connsiteX3149" fmla="*/ 1367625 w 3386022"/>
              <a:gd name="connsiteY3149" fmla="*/ 4626996 h 5292726"/>
              <a:gd name="connsiteX3150" fmla="*/ 1372833 w 3386022"/>
              <a:gd name="connsiteY3150" fmla="*/ 4592728 h 5292726"/>
              <a:gd name="connsiteX3151" fmla="*/ 1372771 w 3386022"/>
              <a:gd name="connsiteY3151" fmla="*/ 4579054 h 5292726"/>
              <a:gd name="connsiteX3152" fmla="*/ 1369571 w 3386022"/>
              <a:gd name="connsiteY3152" fmla="*/ 4573083 h 5292726"/>
              <a:gd name="connsiteX3153" fmla="*/ 1365366 w 3386022"/>
              <a:gd name="connsiteY3153" fmla="*/ 4561877 h 5292726"/>
              <a:gd name="connsiteX3154" fmla="*/ 1352627 w 3386022"/>
              <a:gd name="connsiteY3154" fmla="*/ 4557118 h 5292726"/>
              <a:gd name="connsiteX3155" fmla="*/ 1337188 w 3386022"/>
              <a:gd name="connsiteY3155" fmla="*/ 4553699 h 5292726"/>
              <a:gd name="connsiteX3156" fmla="*/ 1323006 w 3386022"/>
              <a:gd name="connsiteY3156" fmla="*/ 4549026 h 5292726"/>
              <a:gd name="connsiteX3157" fmla="*/ 1314156 w 3386022"/>
              <a:gd name="connsiteY3157" fmla="*/ 4540458 h 5292726"/>
              <a:gd name="connsiteX3158" fmla="*/ 1316855 w 3386022"/>
              <a:gd name="connsiteY3158" fmla="*/ 4538425 h 5292726"/>
              <a:gd name="connsiteX3159" fmla="*/ 1319742 w 3386022"/>
              <a:gd name="connsiteY3159" fmla="*/ 4536219 h 5292726"/>
              <a:gd name="connsiteX3160" fmla="*/ 1322817 w 3386022"/>
              <a:gd name="connsiteY3160" fmla="*/ 4533882 h 5292726"/>
              <a:gd name="connsiteX3161" fmla="*/ 1326144 w 3386022"/>
              <a:gd name="connsiteY3161" fmla="*/ 4531373 h 5292726"/>
              <a:gd name="connsiteX3162" fmla="*/ 1323068 w 3386022"/>
              <a:gd name="connsiteY3162" fmla="*/ 4528647 h 5292726"/>
              <a:gd name="connsiteX3163" fmla="*/ 1319742 w 3386022"/>
              <a:gd name="connsiteY3163" fmla="*/ 4525748 h 5292726"/>
              <a:gd name="connsiteX3164" fmla="*/ 1316039 w 3386022"/>
              <a:gd name="connsiteY3164" fmla="*/ 4522502 h 5292726"/>
              <a:gd name="connsiteX3165" fmla="*/ 1311836 w 3386022"/>
              <a:gd name="connsiteY3165" fmla="*/ 4518781 h 5292726"/>
              <a:gd name="connsiteX3166" fmla="*/ 1317545 w 3386022"/>
              <a:gd name="connsiteY3166" fmla="*/ 4512551 h 5292726"/>
              <a:gd name="connsiteX3167" fmla="*/ 1323633 w 3386022"/>
              <a:gd name="connsiteY3167" fmla="*/ 4505974 h 5292726"/>
              <a:gd name="connsiteX3168" fmla="*/ 1330097 w 3386022"/>
              <a:gd name="connsiteY3168" fmla="*/ 4498964 h 5292726"/>
              <a:gd name="connsiteX3169" fmla="*/ 1336937 w 3386022"/>
              <a:gd name="connsiteY3169" fmla="*/ 4491522 h 5292726"/>
              <a:gd name="connsiteX3170" fmla="*/ 1331289 w 3386022"/>
              <a:gd name="connsiteY3170" fmla="*/ 4488320 h 5292726"/>
              <a:gd name="connsiteX3171" fmla="*/ 1325390 w 3386022"/>
              <a:gd name="connsiteY3171" fmla="*/ 4484946 h 5292726"/>
              <a:gd name="connsiteX3172" fmla="*/ 1319240 w 3386022"/>
              <a:gd name="connsiteY3172" fmla="*/ 4481440 h 5292726"/>
              <a:gd name="connsiteX3173" fmla="*/ 1312840 w 3386022"/>
              <a:gd name="connsiteY3173" fmla="*/ 4477806 h 5292726"/>
              <a:gd name="connsiteX3174" fmla="*/ 1297651 w 3386022"/>
              <a:gd name="connsiteY3174" fmla="*/ 4483474 h 5292726"/>
              <a:gd name="connsiteX3175" fmla="*/ 1279579 w 3386022"/>
              <a:gd name="connsiteY3175" fmla="*/ 4488536 h 5292726"/>
              <a:gd name="connsiteX3176" fmla="*/ 1258617 w 3386022"/>
              <a:gd name="connsiteY3176" fmla="*/ 4488407 h 5292726"/>
              <a:gd name="connsiteX3177" fmla="*/ 1234833 w 3386022"/>
              <a:gd name="connsiteY3177" fmla="*/ 4478498 h 5292726"/>
              <a:gd name="connsiteX3178" fmla="*/ 1242428 w 3386022"/>
              <a:gd name="connsiteY3178" fmla="*/ 4472917 h 5292726"/>
              <a:gd name="connsiteX3179" fmla="*/ 1253348 w 3386022"/>
              <a:gd name="connsiteY3179" fmla="*/ 4471489 h 5292726"/>
              <a:gd name="connsiteX3180" fmla="*/ 1265208 w 3386022"/>
              <a:gd name="connsiteY3180" fmla="*/ 4471186 h 5292726"/>
              <a:gd name="connsiteX3181" fmla="*/ 1275625 w 3386022"/>
              <a:gd name="connsiteY3181" fmla="*/ 4469065 h 5292726"/>
              <a:gd name="connsiteX3182" fmla="*/ 1285598 w 3386022"/>
              <a:gd name="connsiteY3182" fmla="*/ 4453661 h 5292726"/>
              <a:gd name="connsiteX3183" fmla="*/ 1285227 w 3386022"/>
              <a:gd name="connsiteY3183" fmla="*/ 4443840 h 5292726"/>
              <a:gd name="connsiteX3184" fmla="*/ 1272802 w 3386022"/>
              <a:gd name="connsiteY3184" fmla="*/ 4437566 h 5292726"/>
              <a:gd name="connsiteX3185" fmla="*/ 1246570 w 3386022"/>
              <a:gd name="connsiteY3185" fmla="*/ 4432763 h 5292726"/>
              <a:gd name="connsiteX3186" fmla="*/ 1237407 w 3386022"/>
              <a:gd name="connsiteY3186" fmla="*/ 4442196 h 5292726"/>
              <a:gd name="connsiteX3187" fmla="*/ 1232324 w 3386022"/>
              <a:gd name="connsiteY3187" fmla="*/ 4446783 h 5292726"/>
              <a:gd name="connsiteX3188" fmla="*/ 1225233 w 3386022"/>
              <a:gd name="connsiteY3188" fmla="*/ 4450980 h 5292726"/>
              <a:gd name="connsiteX3189" fmla="*/ 1209923 w 3386022"/>
              <a:gd name="connsiteY3189" fmla="*/ 4459243 h 5292726"/>
              <a:gd name="connsiteX3190" fmla="*/ 1215317 w 3386022"/>
              <a:gd name="connsiteY3190" fmla="*/ 4477243 h 5292726"/>
              <a:gd name="connsiteX3191" fmla="*/ 1207726 w 3386022"/>
              <a:gd name="connsiteY3191" fmla="*/ 4481960 h 5292726"/>
              <a:gd name="connsiteX3192" fmla="*/ 1196367 w 3386022"/>
              <a:gd name="connsiteY3192" fmla="*/ 4471143 h 5292726"/>
              <a:gd name="connsiteX3193" fmla="*/ 1190531 w 3386022"/>
              <a:gd name="connsiteY3193" fmla="*/ 4442542 h 5292726"/>
              <a:gd name="connsiteX3194" fmla="*/ 1199254 w 3386022"/>
              <a:gd name="connsiteY3194" fmla="*/ 4439297 h 5292726"/>
              <a:gd name="connsiteX3195" fmla="*/ 1208228 w 3386022"/>
              <a:gd name="connsiteY3195" fmla="*/ 4435922 h 5292726"/>
              <a:gd name="connsiteX3196" fmla="*/ 1217199 w 3386022"/>
              <a:gd name="connsiteY3196" fmla="*/ 4432547 h 5292726"/>
              <a:gd name="connsiteX3197" fmla="*/ 1225924 w 3386022"/>
              <a:gd name="connsiteY3197" fmla="*/ 4429302 h 5292726"/>
              <a:gd name="connsiteX3198" fmla="*/ 1225233 w 3386022"/>
              <a:gd name="connsiteY3198" fmla="*/ 4422811 h 5292726"/>
              <a:gd name="connsiteX3199" fmla="*/ 1217763 w 3386022"/>
              <a:gd name="connsiteY3199" fmla="*/ 4416192 h 5292726"/>
              <a:gd name="connsiteX3200" fmla="*/ 1210298 w 3386022"/>
              <a:gd name="connsiteY3200" fmla="*/ 4410480 h 5292726"/>
              <a:gd name="connsiteX3201" fmla="*/ 1209545 w 3386022"/>
              <a:gd name="connsiteY3201" fmla="*/ 4406759 h 5292726"/>
              <a:gd name="connsiteX3202" fmla="*/ 1217390 w 3386022"/>
              <a:gd name="connsiteY3202" fmla="*/ 4392610 h 5292726"/>
              <a:gd name="connsiteX3203" fmla="*/ 1226110 w 3386022"/>
              <a:gd name="connsiteY3203" fmla="*/ 4363707 h 5292726"/>
              <a:gd name="connsiteX3204" fmla="*/ 1224982 w 3386022"/>
              <a:gd name="connsiteY3204" fmla="*/ 4334803 h 5292726"/>
              <a:gd name="connsiteX3205" fmla="*/ 1203145 w 3386022"/>
              <a:gd name="connsiteY3205" fmla="*/ 4320654 h 5292726"/>
              <a:gd name="connsiteX3206" fmla="*/ 1191535 w 3386022"/>
              <a:gd name="connsiteY3206" fmla="*/ 4322861 h 5292726"/>
              <a:gd name="connsiteX3207" fmla="*/ 1184758 w 3386022"/>
              <a:gd name="connsiteY3207" fmla="*/ 4331212 h 5292726"/>
              <a:gd name="connsiteX3208" fmla="*/ 1179861 w 3386022"/>
              <a:gd name="connsiteY3208" fmla="*/ 4345966 h 5292726"/>
              <a:gd name="connsiteX3209" fmla="*/ 1173964 w 3386022"/>
              <a:gd name="connsiteY3209" fmla="*/ 4367384 h 5292726"/>
              <a:gd name="connsiteX3210" fmla="*/ 1169318 w 3386022"/>
              <a:gd name="connsiteY3210" fmla="*/ 4368769 h 5292726"/>
              <a:gd name="connsiteX3211" fmla="*/ 1164298 w 3386022"/>
              <a:gd name="connsiteY3211" fmla="*/ 4370240 h 5292726"/>
              <a:gd name="connsiteX3212" fmla="*/ 1159090 w 3386022"/>
              <a:gd name="connsiteY3212" fmla="*/ 4371797 h 5292726"/>
              <a:gd name="connsiteX3213" fmla="*/ 1153818 w 3386022"/>
              <a:gd name="connsiteY3213" fmla="*/ 4373355 h 5292726"/>
              <a:gd name="connsiteX3214" fmla="*/ 1153944 w 3386022"/>
              <a:gd name="connsiteY3214" fmla="*/ 4378894 h 5292726"/>
              <a:gd name="connsiteX3215" fmla="*/ 1159654 w 3386022"/>
              <a:gd name="connsiteY3215" fmla="*/ 4382096 h 5292726"/>
              <a:gd name="connsiteX3216" fmla="*/ 1167499 w 3386022"/>
              <a:gd name="connsiteY3216" fmla="*/ 4384389 h 5292726"/>
              <a:gd name="connsiteX3217" fmla="*/ 1173899 w 3386022"/>
              <a:gd name="connsiteY3217" fmla="*/ 4387245 h 5292726"/>
              <a:gd name="connsiteX3218" fmla="*/ 1170573 w 3386022"/>
              <a:gd name="connsiteY3218" fmla="*/ 4389711 h 5292726"/>
              <a:gd name="connsiteX3219" fmla="*/ 1165365 w 3386022"/>
              <a:gd name="connsiteY3219" fmla="*/ 4390879 h 5292726"/>
              <a:gd name="connsiteX3220" fmla="*/ 1151183 w 3386022"/>
              <a:gd name="connsiteY3220" fmla="*/ 4391485 h 5292726"/>
              <a:gd name="connsiteX3221" fmla="*/ 1120933 w 3386022"/>
              <a:gd name="connsiteY3221" fmla="*/ 4392393 h 5292726"/>
              <a:gd name="connsiteX3222" fmla="*/ 1116854 w 3386022"/>
              <a:gd name="connsiteY3222" fmla="*/ 4400788 h 5292726"/>
              <a:gd name="connsiteX3223" fmla="*/ 1116352 w 3386022"/>
              <a:gd name="connsiteY3223" fmla="*/ 4409442 h 5292726"/>
              <a:gd name="connsiteX3224" fmla="*/ 1114030 w 3386022"/>
              <a:gd name="connsiteY3224" fmla="*/ 4417879 h 5292726"/>
              <a:gd name="connsiteX3225" fmla="*/ 1104618 w 3386022"/>
              <a:gd name="connsiteY3225" fmla="*/ 4425710 h 5292726"/>
              <a:gd name="connsiteX3226" fmla="*/ 1096208 w 3386022"/>
              <a:gd name="connsiteY3226" fmla="*/ 4412384 h 5292726"/>
              <a:gd name="connsiteX3227" fmla="*/ 1092505 w 3386022"/>
              <a:gd name="connsiteY3227" fmla="*/ 4399533 h 5292726"/>
              <a:gd name="connsiteX3228" fmla="*/ 1082151 w 3386022"/>
              <a:gd name="connsiteY3228" fmla="*/ 4388932 h 5292726"/>
              <a:gd name="connsiteX3229" fmla="*/ 1053721 w 3386022"/>
              <a:gd name="connsiteY3229" fmla="*/ 4382399 h 5292726"/>
              <a:gd name="connsiteX3230" fmla="*/ 1073615 w 3386022"/>
              <a:gd name="connsiteY3230" fmla="*/ 4367384 h 5292726"/>
              <a:gd name="connsiteX3231" fmla="*/ 1079576 w 3386022"/>
              <a:gd name="connsiteY3231" fmla="*/ 4350553 h 5292726"/>
              <a:gd name="connsiteX3232" fmla="*/ 1075624 w 3386022"/>
              <a:gd name="connsiteY3232" fmla="*/ 4335279 h 5292726"/>
              <a:gd name="connsiteX3233" fmla="*/ 1065771 w 3386022"/>
              <a:gd name="connsiteY3233" fmla="*/ 4324981 h 5292726"/>
              <a:gd name="connsiteX3234" fmla="*/ 1077193 w 3386022"/>
              <a:gd name="connsiteY3234" fmla="*/ 4304688 h 5292726"/>
              <a:gd name="connsiteX3235" fmla="*/ 1074619 w 3386022"/>
              <a:gd name="connsiteY3235" fmla="*/ 4279463 h 5292726"/>
              <a:gd name="connsiteX3236" fmla="*/ 1058993 w 3386022"/>
              <a:gd name="connsiteY3236" fmla="*/ 4259430 h 5292726"/>
              <a:gd name="connsiteX3237" fmla="*/ 1031318 w 3386022"/>
              <a:gd name="connsiteY3237" fmla="*/ 4254584 h 5292726"/>
              <a:gd name="connsiteX3238" fmla="*/ 1021088 w 3386022"/>
              <a:gd name="connsiteY3238" fmla="*/ 4260035 h 5292726"/>
              <a:gd name="connsiteX3239" fmla="*/ 1017196 w 3386022"/>
              <a:gd name="connsiteY3239" fmla="*/ 4269640 h 5292726"/>
              <a:gd name="connsiteX3240" fmla="*/ 1021778 w 3386022"/>
              <a:gd name="connsiteY3240" fmla="*/ 4280198 h 5292726"/>
              <a:gd name="connsiteX3241" fmla="*/ 1036965 w 3386022"/>
              <a:gd name="connsiteY3241" fmla="*/ 4288549 h 5292726"/>
              <a:gd name="connsiteX3242" fmla="*/ 996174 w 3386022"/>
              <a:gd name="connsiteY3242" fmla="*/ 4312260 h 5292726"/>
              <a:gd name="connsiteX3243" fmla="*/ 985443 w 3386022"/>
              <a:gd name="connsiteY3243" fmla="*/ 4319227 h 5292726"/>
              <a:gd name="connsiteX3244" fmla="*/ 982492 w 3386022"/>
              <a:gd name="connsiteY3244" fmla="*/ 4324203 h 5292726"/>
              <a:gd name="connsiteX3245" fmla="*/ 964921 w 3386022"/>
              <a:gd name="connsiteY3245" fmla="*/ 4341942 h 5292726"/>
              <a:gd name="connsiteX3246" fmla="*/ 956763 w 3386022"/>
              <a:gd name="connsiteY3246" fmla="*/ 4337010 h 5292726"/>
              <a:gd name="connsiteX3247" fmla="*/ 955444 w 3386022"/>
              <a:gd name="connsiteY3247" fmla="*/ 4332986 h 5292726"/>
              <a:gd name="connsiteX3248" fmla="*/ 952684 w 3386022"/>
              <a:gd name="connsiteY3248" fmla="*/ 4323424 h 5292726"/>
              <a:gd name="connsiteX3249" fmla="*/ 940194 w 3386022"/>
              <a:gd name="connsiteY3249" fmla="*/ 4301919 h 5292726"/>
              <a:gd name="connsiteX3250" fmla="*/ 935426 w 3386022"/>
              <a:gd name="connsiteY3250" fmla="*/ 4302221 h 5292726"/>
              <a:gd name="connsiteX3251" fmla="*/ 930405 w 3386022"/>
              <a:gd name="connsiteY3251" fmla="*/ 4302568 h 5292726"/>
              <a:gd name="connsiteX3252" fmla="*/ 925070 w 3386022"/>
              <a:gd name="connsiteY3252" fmla="*/ 4302914 h 5292726"/>
              <a:gd name="connsiteX3253" fmla="*/ 919234 w 3386022"/>
              <a:gd name="connsiteY3253" fmla="*/ 4303303 h 5292726"/>
              <a:gd name="connsiteX3254" fmla="*/ 921179 w 3386022"/>
              <a:gd name="connsiteY3254" fmla="*/ 4293395 h 5292726"/>
              <a:gd name="connsiteX3255" fmla="*/ 917979 w 3386022"/>
              <a:gd name="connsiteY3255" fmla="*/ 4284785 h 5292726"/>
              <a:gd name="connsiteX3256" fmla="*/ 907938 w 3386022"/>
              <a:gd name="connsiteY3256" fmla="*/ 4277905 h 5292726"/>
              <a:gd name="connsiteX3257" fmla="*/ 889488 w 3386022"/>
              <a:gd name="connsiteY3257" fmla="*/ 4273102 h 5292726"/>
              <a:gd name="connsiteX3258" fmla="*/ 863506 w 3386022"/>
              <a:gd name="connsiteY3258" fmla="*/ 4288939 h 5292726"/>
              <a:gd name="connsiteX3259" fmla="*/ 848823 w 3386022"/>
              <a:gd name="connsiteY3259" fmla="*/ 4309794 h 5292726"/>
              <a:gd name="connsiteX3260" fmla="*/ 851396 w 3386022"/>
              <a:gd name="connsiteY3260" fmla="*/ 4334413 h 5292726"/>
              <a:gd name="connsiteX3261" fmla="*/ 877312 w 3386022"/>
              <a:gd name="connsiteY3261" fmla="*/ 4361543 h 5292726"/>
              <a:gd name="connsiteX3262" fmla="*/ 876057 w 3386022"/>
              <a:gd name="connsiteY3262" fmla="*/ 4364269 h 5292726"/>
              <a:gd name="connsiteX3263" fmla="*/ 874677 w 3386022"/>
              <a:gd name="connsiteY3263" fmla="*/ 4367254 h 5292726"/>
              <a:gd name="connsiteX3264" fmla="*/ 873170 w 3386022"/>
              <a:gd name="connsiteY3264" fmla="*/ 4370457 h 5292726"/>
              <a:gd name="connsiteX3265" fmla="*/ 871601 w 3386022"/>
              <a:gd name="connsiteY3265" fmla="*/ 4373788 h 5292726"/>
              <a:gd name="connsiteX3266" fmla="*/ 875869 w 3386022"/>
              <a:gd name="connsiteY3266" fmla="*/ 4376297 h 5292726"/>
              <a:gd name="connsiteX3267" fmla="*/ 880324 w 3386022"/>
              <a:gd name="connsiteY3267" fmla="*/ 4378937 h 5292726"/>
              <a:gd name="connsiteX3268" fmla="*/ 885158 w 3386022"/>
              <a:gd name="connsiteY3268" fmla="*/ 4381750 h 5292726"/>
              <a:gd name="connsiteX3269" fmla="*/ 890492 w 3386022"/>
              <a:gd name="connsiteY3269" fmla="*/ 4384908 h 5292726"/>
              <a:gd name="connsiteX3270" fmla="*/ 881455 w 3386022"/>
              <a:gd name="connsiteY3270" fmla="*/ 4386250 h 5292726"/>
              <a:gd name="connsiteX3271" fmla="*/ 872793 w 3386022"/>
              <a:gd name="connsiteY3271" fmla="*/ 4387547 h 5292726"/>
              <a:gd name="connsiteX3272" fmla="*/ 864321 w 3386022"/>
              <a:gd name="connsiteY3272" fmla="*/ 4388802 h 5292726"/>
              <a:gd name="connsiteX3273" fmla="*/ 855724 w 3386022"/>
              <a:gd name="connsiteY3273" fmla="*/ 4390100 h 5292726"/>
              <a:gd name="connsiteX3274" fmla="*/ 865387 w 3386022"/>
              <a:gd name="connsiteY3274" fmla="*/ 4392480 h 5292726"/>
              <a:gd name="connsiteX3275" fmla="*/ 873484 w 3386022"/>
              <a:gd name="connsiteY3275" fmla="*/ 4395250 h 5292726"/>
              <a:gd name="connsiteX3276" fmla="*/ 877939 w 3386022"/>
              <a:gd name="connsiteY3276" fmla="*/ 4399143 h 5292726"/>
              <a:gd name="connsiteX3277" fmla="*/ 876685 w 3386022"/>
              <a:gd name="connsiteY3277" fmla="*/ 4404942 h 5292726"/>
              <a:gd name="connsiteX3278" fmla="*/ 863065 w 3386022"/>
              <a:gd name="connsiteY3278" fmla="*/ 4403730 h 5292726"/>
              <a:gd name="connsiteX3279" fmla="*/ 849827 w 3386022"/>
              <a:gd name="connsiteY3279" fmla="*/ 4403989 h 5292726"/>
              <a:gd name="connsiteX3280" fmla="*/ 836962 w 3386022"/>
              <a:gd name="connsiteY3280" fmla="*/ 4405591 h 5292726"/>
              <a:gd name="connsiteX3281" fmla="*/ 824349 w 3386022"/>
              <a:gd name="connsiteY3281" fmla="*/ 4408317 h 5292726"/>
              <a:gd name="connsiteX3282" fmla="*/ 825918 w 3386022"/>
              <a:gd name="connsiteY3282" fmla="*/ 4403254 h 5292726"/>
              <a:gd name="connsiteX3283" fmla="*/ 827549 w 3386022"/>
              <a:gd name="connsiteY3283" fmla="*/ 4398018 h 5292726"/>
              <a:gd name="connsiteX3284" fmla="*/ 829306 w 3386022"/>
              <a:gd name="connsiteY3284" fmla="*/ 4392437 h 5292726"/>
              <a:gd name="connsiteX3285" fmla="*/ 831188 w 3386022"/>
              <a:gd name="connsiteY3285" fmla="*/ 4386293 h 5292726"/>
              <a:gd name="connsiteX3286" fmla="*/ 817634 w 3386022"/>
              <a:gd name="connsiteY3286" fmla="*/ 4383091 h 5292726"/>
              <a:gd name="connsiteX3287" fmla="*/ 803891 w 3386022"/>
              <a:gd name="connsiteY3287" fmla="*/ 4379846 h 5292726"/>
              <a:gd name="connsiteX3288" fmla="*/ 790148 w 3386022"/>
              <a:gd name="connsiteY3288" fmla="*/ 4376558 h 5292726"/>
              <a:gd name="connsiteX3289" fmla="*/ 776469 w 3386022"/>
              <a:gd name="connsiteY3289" fmla="*/ 4373312 h 5292726"/>
              <a:gd name="connsiteX3290" fmla="*/ 778288 w 3386022"/>
              <a:gd name="connsiteY3290" fmla="*/ 4366087 h 5292726"/>
              <a:gd name="connsiteX3291" fmla="*/ 785631 w 3386022"/>
              <a:gd name="connsiteY3291" fmla="*/ 4360158 h 5292726"/>
              <a:gd name="connsiteX3292" fmla="*/ 792219 w 3386022"/>
              <a:gd name="connsiteY3292" fmla="*/ 4354230 h 5292726"/>
              <a:gd name="connsiteX3293" fmla="*/ 791780 w 3386022"/>
              <a:gd name="connsiteY3293" fmla="*/ 4347091 h 5292726"/>
              <a:gd name="connsiteX3294" fmla="*/ 787513 w 3386022"/>
              <a:gd name="connsiteY3294" fmla="*/ 4336707 h 5292726"/>
              <a:gd name="connsiteX3295" fmla="*/ 781238 w 3386022"/>
              <a:gd name="connsiteY3295" fmla="*/ 4314597 h 5292726"/>
              <a:gd name="connsiteX3296" fmla="*/ 779731 w 3386022"/>
              <a:gd name="connsiteY3296" fmla="*/ 4290107 h 5292726"/>
              <a:gd name="connsiteX3297" fmla="*/ 789772 w 3386022"/>
              <a:gd name="connsiteY3297" fmla="*/ 4272669 h 5292726"/>
              <a:gd name="connsiteX3298" fmla="*/ 774022 w 3386022"/>
              <a:gd name="connsiteY3298" fmla="*/ 4251641 h 5292726"/>
              <a:gd name="connsiteX3299" fmla="*/ 771134 w 3386022"/>
              <a:gd name="connsiteY3299" fmla="*/ 4243031 h 5292726"/>
              <a:gd name="connsiteX3300" fmla="*/ 769691 w 3386022"/>
              <a:gd name="connsiteY3300" fmla="*/ 4239136 h 5292726"/>
              <a:gd name="connsiteX3301" fmla="*/ 758269 w 3386022"/>
              <a:gd name="connsiteY3301" fmla="*/ 4232213 h 5292726"/>
              <a:gd name="connsiteX3302" fmla="*/ 744212 w 3386022"/>
              <a:gd name="connsiteY3302" fmla="*/ 4247401 h 5292726"/>
              <a:gd name="connsiteX3303" fmla="*/ 737686 w 3386022"/>
              <a:gd name="connsiteY3303" fmla="*/ 4260165 h 5292726"/>
              <a:gd name="connsiteX3304" fmla="*/ 737059 w 3386022"/>
              <a:gd name="connsiteY3304" fmla="*/ 4277299 h 5292726"/>
              <a:gd name="connsiteX3305" fmla="*/ 740700 w 3386022"/>
              <a:gd name="connsiteY3305" fmla="*/ 4305553 h 5292726"/>
              <a:gd name="connsiteX3306" fmla="*/ 736181 w 3386022"/>
              <a:gd name="connsiteY3306" fmla="*/ 4306635 h 5292726"/>
              <a:gd name="connsiteX3307" fmla="*/ 731474 w 3386022"/>
              <a:gd name="connsiteY3307" fmla="*/ 4307760 h 5292726"/>
              <a:gd name="connsiteX3308" fmla="*/ 726516 w 3386022"/>
              <a:gd name="connsiteY3308" fmla="*/ 4308928 h 5292726"/>
              <a:gd name="connsiteX3309" fmla="*/ 721251 w 3386022"/>
              <a:gd name="connsiteY3309" fmla="*/ 4310183 h 5292726"/>
              <a:gd name="connsiteX3310" fmla="*/ 709390 w 3386022"/>
              <a:gd name="connsiteY3310" fmla="*/ 4344712 h 5292726"/>
              <a:gd name="connsiteX3311" fmla="*/ 706125 w 3386022"/>
              <a:gd name="connsiteY3311" fmla="*/ 4364832 h 5292726"/>
              <a:gd name="connsiteX3312" fmla="*/ 717610 w 3386022"/>
              <a:gd name="connsiteY3312" fmla="*/ 4377855 h 5292726"/>
              <a:gd name="connsiteX3313" fmla="*/ 750049 w 3386022"/>
              <a:gd name="connsiteY3313" fmla="*/ 4391182 h 5292726"/>
              <a:gd name="connsiteX3314" fmla="*/ 749672 w 3386022"/>
              <a:gd name="connsiteY3314" fmla="*/ 4394341 h 5292726"/>
              <a:gd name="connsiteX3315" fmla="*/ 749296 w 3386022"/>
              <a:gd name="connsiteY3315" fmla="*/ 4397629 h 5292726"/>
              <a:gd name="connsiteX3316" fmla="*/ 748920 w 3386022"/>
              <a:gd name="connsiteY3316" fmla="*/ 4401091 h 5292726"/>
              <a:gd name="connsiteX3317" fmla="*/ 748481 w 3386022"/>
              <a:gd name="connsiteY3317" fmla="*/ 4404638 h 5292726"/>
              <a:gd name="connsiteX3318" fmla="*/ 700415 w 3386022"/>
              <a:gd name="connsiteY3318" fmla="*/ 4407581 h 5292726"/>
              <a:gd name="connsiteX3319" fmla="*/ 675815 w 3386022"/>
              <a:gd name="connsiteY3319" fmla="*/ 4407928 h 5292726"/>
              <a:gd name="connsiteX3320" fmla="*/ 672112 w 3386022"/>
              <a:gd name="connsiteY3320" fmla="*/ 4402995 h 5292726"/>
              <a:gd name="connsiteX3321" fmla="*/ 686859 w 3386022"/>
              <a:gd name="connsiteY3321" fmla="*/ 4390057 h 5292726"/>
              <a:gd name="connsiteX3322" fmla="*/ 675375 w 3386022"/>
              <a:gd name="connsiteY3322" fmla="*/ 4376297 h 5292726"/>
              <a:gd name="connsiteX3323" fmla="*/ 667217 w 3386022"/>
              <a:gd name="connsiteY3323" fmla="*/ 4362582 h 5292726"/>
              <a:gd name="connsiteX3324" fmla="*/ 668597 w 3386022"/>
              <a:gd name="connsiteY3324" fmla="*/ 4348649 h 5292726"/>
              <a:gd name="connsiteX3325" fmla="*/ 685917 w 3386022"/>
              <a:gd name="connsiteY3325" fmla="*/ 4334284 h 5292726"/>
              <a:gd name="connsiteX3326" fmla="*/ 677258 w 3386022"/>
              <a:gd name="connsiteY3326" fmla="*/ 4331602 h 5292726"/>
              <a:gd name="connsiteX3327" fmla="*/ 669413 w 3386022"/>
              <a:gd name="connsiteY3327" fmla="*/ 4329178 h 5292726"/>
              <a:gd name="connsiteX3328" fmla="*/ 662322 w 3386022"/>
              <a:gd name="connsiteY3328" fmla="*/ 4326971 h 5292726"/>
              <a:gd name="connsiteX3329" fmla="*/ 655857 w 3386022"/>
              <a:gd name="connsiteY3329" fmla="*/ 4324938 h 5292726"/>
              <a:gd name="connsiteX3330" fmla="*/ 633518 w 3386022"/>
              <a:gd name="connsiteY3330" fmla="*/ 4340774 h 5292726"/>
              <a:gd name="connsiteX3331" fmla="*/ 626740 w 3386022"/>
              <a:gd name="connsiteY3331" fmla="*/ 4360375 h 5292726"/>
              <a:gd name="connsiteX3332" fmla="*/ 627933 w 3386022"/>
              <a:gd name="connsiteY3332" fmla="*/ 4378115 h 5292726"/>
              <a:gd name="connsiteX3333" fmla="*/ 629376 w 3386022"/>
              <a:gd name="connsiteY3333" fmla="*/ 4388370 h 5292726"/>
              <a:gd name="connsiteX3334" fmla="*/ 623414 w 3386022"/>
              <a:gd name="connsiteY3334" fmla="*/ 4389495 h 5292726"/>
              <a:gd name="connsiteX3335" fmla="*/ 617578 w 3386022"/>
              <a:gd name="connsiteY3335" fmla="*/ 4390576 h 5292726"/>
              <a:gd name="connsiteX3336" fmla="*/ 611366 w 3386022"/>
              <a:gd name="connsiteY3336" fmla="*/ 4391745 h 5292726"/>
              <a:gd name="connsiteX3337" fmla="*/ 604275 w 3386022"/>
              <a:gd name="connsiteY3337" fmla="*/ 4393085 h 5292726"/>
              <a:gd name="connsiteX3338" fmla="*/ 609546 w 3386022"/>
              <a:gd name="connsiteY3338" fmla="*/ 4396245 h 5292726"/>
              <a:gd name="connsiteX3339" fmla="*/ 614755 w 3386022"/>
              <a:gd name="connsiteY3339" fmla="*/ 4399403 h 5292726"/>
              <a:gd name="connsiteX3340" fmla="*/ 620340 w 3386022"/>
              <a:gd name="connsiteY3340" fmla="*/ 4402778 h 5292726"/>
              <a:gd name="connsiteX3341" fmla="*/ 626552 w 3386022"/>
              <a:gd name="connsiteY3341" fmla="*/ 4406542 h 5292726"/>
              <a:gd name="connsiteX3342" fmla="*/ 621783 w 3386022"/>
              <a:gd name="connsiteY3342" fmla="*/ 4412254 h 5292726"/>
              <a:gd name="connsiteX3343" fmla="*/ 616763 w 3386022"/>
              <a:gd name="connsiteY3343" fmla="*/ 4418225 h 5292726"/>
              <a:gd name="connsiteX3344" fmla="*/ 611554 w 3386022"/>
              <a:gd name="connsiteY3344" fmla="*/ 4424499 h 5292726"/>
              <a:gd name="connsiteX3345" fmla="*/ 606094 w 3386022"/>
              <a:gd name="connsiteY3345" fmla="*/ 4431033 h 5292726"/>
              <a:gd name="connsiteX3346" fmla="*/ 612558 w 3386022"/>
              <a:gd name="connsiteY3346" fmla="*/ 4436138 h 5292726"/>
              <a:gd name="connsiteX3347" fmla="*/ 619085 w 3386022"/>
              <a:gd name="connsiteY3347" fmla="*/ 4441330 h 5292726"/>
              <a:gd name="connsiteX3348" fmla="*/ 625799 w 3386022"/>
              <a:gd name="connsiteY3348" fmla="*/ 4446652 h 5292726"/>
              <a:gd name="connsiteX3349" fmla="*/ 632701 w 3386022"/>
              <a:gd name="connsiteY3349" fmla="*/ 4452147 h 5292726"/>
              <a:gd name="connsiteX3350" fmla="*/ 628435 w 3386022"/>
              <a:gd name="connsiteY3350" fmla="*/ 4457253 h 5292726"/>
              <a:gd name="connsiteX3351" fmla="*/ 624231 w 3386022"/>
              <a:gd name="connsiteY3351" fmla="*/ 4462315 h 5292726"/>
              <a:gd name="connsiteX3352" fmla="*/ 620089 w 3386022"/>
              <a:gd name="connsiteY3352" fmla="*/ 4467379 h 5292726"/>
              <a:gd name="connsiteX3353" fmla="*/ 615883 w 3386022"/>
              <a:gd name="connsiteY3353" fmla="*/ 4472440 h 5292726"/>
              <a:gd name="connsiteX3354" fmla="*/ 590909 w 3386022"/>
              <a:gd name="connsiteY3354" fmla="*/ 4451109 h 5292726"/>
              <a:gd name="connsiteX3355" fmla="*/ 588148 w 3386022"/>
              <a:gd name="connsiteY3355" fmla="*/ 4410826 h 5292726"/>
              <a:gd name="connsiteX3356" fmla="*/ 597184 w 3386022"/>
              <a:gd name="connsiteY3356" fmla="*/ 4368250 h 5292726"/>
              <a:gd name="connsiteX3357" fmla="*/ 607663 w 3386022"/>
              <a:gd name="connsiteY3357" fmla="*/ 4340039 h 5292726"/>
              <a:gd name="connsiteX3358" fmla="*/ 604149 w 3386022"/>
              <a:gd name="connsiteY3358" fmla="*/ 4336058 h 5292726"/>
              <a:gd name="connsiteX3359" fmla="*/ 600510 w 3386022"/>
              <a:gd name="connsiteY3359" fmla="*/ 4331904 h 5292726"/>
              <a:gd name="connsiteX3360" fmla="*/ 596807 w 3386022"/>
              <a:gd name="connsiteY3360" fmla="*/ 4327663 h 5292726"/>
              <a:gd name="connsiteX3361" fmla="*/ 593168 w 3386022"/>
              <a:gd name="connsiteY3361" fmla="*/ 4323467 h 5292726"/>
              <a:gd name="connsiteX3362" fmla="*/ 597875 w 3386022"/>
              <a:gd name="connsiteY3362" fmla="*/ 4317453 h 5292726"/>
              <a:gd name="connsiteX3363" fmla="*/ 602456 w 3386022"/>
              <a:gd name="connsiteY3363" fmla="*/ 4311568 h 5292726"/>
              <a:gd name="connsiteX3364" fmla="*/ 607036 w 3386022"/>
              <a:gd name="connsiteY3364" fmla="*/ 4305727 h 5292726"/>
              <a:gd name="connsiteX3365" fmla="*/ 611617 w 3386022"/>
              <a:gd name="connsiteY3365" fmla="*/ 4299842 h 5292726"/>
              <a:gd name="connsiteX3366" fmla="*/ 605844 w 3386022"/>
              <a:gd name="connsiteY3366" fmla="*/ 4294303 h 5292726"/>
              <a:gd name="connsiteX3367" fmla="*/ 600133 w 3386022"/>
              <a:gd name="connsiteY3367" fmla="*/ 4288852 h 5292726"/>
              <a:gd name="connsiteX3368" fmla="*/ 594486 w 3386022"/>
              <a:gd name="connsiteY3368" fmla="*/ 4283443 h 5292726"/>
              <a:gd name="connsiteX3369" fmla="*/ 588837 w 3386022"/>
              <a:gd name="connsiteY3369" fmla="*/ 4278035 h 5292726"/>
              <a:gd name="connsiteX3370" fmla="*/ 552063 w 3386022"/>
              <a:gd name="connsiteY3370" fmla="*/ 4297895 h 5292726"/>
              <a:gd name="connsiteX3371" fmla="*/ 554009 w 3386022"/>
              <a:gd name="connsiteY3371" fmla="*/ 4322472 h 5292726"/>
              <a:gd name="connsiteX3372" fmla="*/ 563610 w 3386022"/>
              <a:gd name="connsiteY3372" fmla="*/ 4348908 h 5292726"/>
              <a:gd name="connsiteX3373" fmla="*/ 549868 w 3386022"/>
              <a:gd name="connsiteY3373" fmla="*/ 4374394 h 5292726"/>
              <a:gd name="connsiteX3374" fmla="*/ 537943 w 3386022"/>
              <a:gd name="connsiteY3374" fmla="*/ 4385990 h 5292726"/>
              <a:gd name="connsiteX3375" fmla="*/ 534805 w 3386022"/>
              <a:gd name="connsiteY3375" fmla="*/ 4397802 h 5292726"/>
              <a:gd name="connsiteX3376" fmla="*/ 538131 w 3386022"/>
              <a:gd name="connsiteY3376" fmla="*/ 4409745 h 5292726"/>
              <a:gd name="connsiteX3377" fmla="*/ 545536 w 3386022"/>
              <a:gd name="connsiteY3377" fmla="*/ 4421817 h 5292726"/>
              <a:gd name="connsiteX3378" fmla="*/ 538256 w 3386022"/>
              <a:gd name="connsiteY3378" fmla="*/ 4429648 h 5292726"/>
              <a:gd name="connsiteX3379" fmla="*/ 530788 w 3386022"/>
              <a:gd name="connsiteY3379" fmla="*/ 4437739 h 5292726"/>
              <a:gd name="connsiteX3380" fmla="*/ 522818 w 3386022"/>
              <a:gd name="connsiteY3380" fmla="*/ 4446350 h 5292726"/>
              <a:gd name="connsiteX3381" fmla="*/ 514158 w 3386022"/>
              <a:gd name="connsiteY3381" fmla="*/ 4455696 h 5292726"/>
              <a:gd name="connsiteX3382" fmla="*/ 505184 w 3386022"/>
              <a:gd name="connsiteY3382" fmla="*/ 4458379 h 5292726"/>
              <a:gd name="connsiteX3383" fmla="*/ 498847 w 3386022"/>
              <a:gd name="connsiteY3383" fmla="*/ 4461536 h 5292726"/>
              <a:gd name="connsiteX3384" fmla="*/ 492194 w 3386022"/>
              <a:gd name="connsiteY3384" fmla="*/ 4467161 h 5292726"/>
              <a:gd name="connsiteX3385" fmla="*/ 482216 w 3386022"/>
              <a:gd name="connsiteY3385" fmla="*/ 4477286 h 5292726"/>
              <a:gd name="connsiteX3386" fmla="*/ 474748 w 3386022"/>
              <a:gd name="connsiteY3386" fmla="*/ 4474431 h 5292726"/>
              <a:gd name="connsiteX3387" fmla="*/ 476191 w 3386022"/>
              <a:gd name="connsiteY3387" fmla="*/ 4468589 h 5292726"/>
              <a:gd name="connsiteX3388" fmla="*/ 474245 w 3386022"/>
              <a:gd name="connsiteY3388" fmla="*/ 4461580 h 5292726"/>
              <a:gd name="connsiteX3389" fmla="*/ 456675 w 3386022"/>
              <a:gd name="connsiteY3389" fmla="*/ 4455176 h 5292726"/>
              <a:gd name="connsiteX3390" fmla="*/ 451529 w 3386022"/>
              <a:gd name="connsiteY3390" fmla="*/ 4459979 h 5292726"/>
              <a:gd name="connsiteX3391" fmla="*/ 453725 w 3386022"/>
              <a:gd name="connsiteY3391" fmla="*/ 4466600 h 5292726"/>
              <a:gd name="connsiteX3392" fmla="*/ 452972 w 3386022"/>
              <a:gd name="connsiteY3392" fmla="*/ 4472614 h 5292726"/>
              <a:gd name="connsiteX3393" fmla="*/ 439040 w 3386022"/>
              <a:gd name="connsiteY3393" fmla="*/ 4475556 h 5292726"/>
              <a:gd name="connsiteX3394" fmla="*/ 433706 w 3386022"/>
              <a:gd name="connsiteY3394" fmla="*/ 4457340 h 5292726"/>
              <a:gd name="connsiteX3395" fmla="*/ 432702 w 3386022"/>
              <a:gd name="connsiteY3395" fmla="*/ 4442672 h 5292726"/>
              <a:gd name="connsiteX3396" fmla="*/ 442491 w 3386022"/>
              <a:gd name="connsiteY3396" fmla="*/ 4431335 h 5292726"/>
              <a:gd name="connsiteX3397" fmla="*/ 469414 w 3386022"/>
              <a:gd name="connsiteY3397" fmla="*/ 4423071 h 5292726"/>
              <a:gd name="connsiteX3398" fmla="*/ 467594 w 3386022"/>
              <a:gd name="connsiteY3398" fmla="*/ 4418614 h 5292726"/>
              <a:gd name="connsiteX3399" fmla="*/ 462134 w 3386022"/>
              <a:gd name="connsiteY3399" fmla="*/ 4416581 h 5292726"/>
              <a:gd name="connsiteX3400" fmla="*/ 454980 w 3386022"/>
              <a:gd name="connsiteY3400" fmla="*/ 4415153 h 5292726"/>
              <a:gd name="connsiteX3401" fmla="*/ 448077 w 3386022"/>
              <a:gd name="connsiteY3401" fmla="*/ 4412643 h 5292726"/>
              <a:gd name="connsiteX3402" fmla="*/ 444249 w 3386022"/>
              <a:gd name="connsiteY3402" fmla="*/ 4377725 h 5292726"/>
              <a:gd name="connsiteX3403" fmla="*/ 436656 w 3386022"/>
              <a:gd name="connsiteY3403" fmla="*/ 4302611 h 5292726"/>
              <a:gd name="connsiteX3404" fmla="*/ 429313 w 3386022"/>
              <a:gd name="connsiteY3404" fmla="*/ 4227497 h 5292726"/>
              <a:gd name="connsiteX3405" fmla="*/ 426363 w 3386022"/>
              <a:gd name="connsiteY3405" fmla="*/ 4192579 h 5292726"/>
              <a:gd name="connsiteX3406" fmla="*/ 426050 w 3386022"/>
              <a:gd name="connsiteY3406" fmla="*/ 4172979 h 5292726"/>
              <a:gd name="connsiteX3407" fmla="*/ 412871 w 3386022"/>
              <a:gd name="connsiteY3407" fmla="*/ 4163157 h 5292726"/>
              <a:gd name="connsiteX3408" fmla="*/ 397308 w 3386022"/>
              <a:gd name="connsiteY3408" fmla="*/ 4168176 h 5292726"/>
              <a:gd name="connsiteX3409" fmla="*/ 389778 w 3386022"/>
              <a:gd name="connsiteY3409" fmla="*/ 4193055 h 5292726"/>
              <a:gd name="connsiteX3410" fmla="*/ 377917 w 3386022"/>
              <a:gd name="connsiteY3410" fmla="*/ 4194050 h 5292726"/>
              <a:gd name="connsiteX3411" fmla="*/ 369508 w 3386022"/>
              <a:gd name="connsiteY3411" fmla="*/ 4192060 h 5292726"/>
              <a:gd name="connsiteX3412" fmla="*/ 362729 w 3386022"/>
              <a:gd name="connsiteY3412" fmla="*/ 4188468 h 5292726"/>
              <a:gd name="connsiteX3413" fmla="*/ 355764 w 3386022"/>
              <a:gd name="connsiteY3413" fmla="*/ 4184704 h 5292726"/>
              <a:gd name="connsiteX3414" fmla="*/ 361286 w 3386022"/>
              <a:gd name="connsiteY3414" fmla="*/ 4175747 h 5292726"/>
              <a:gd name="connsiteX3415" fmla="*/ 364173 w 3386022"/>
              <a:gd name="connsiteY3415" fmla="*/ 4171075 h 5292726"/>
              <a:gd name="connsiteX3416" fmla="*/ 367436 w 3386022"/>
              <a:gd name="connsiteY3416" fmla="*/ 4165537 h 5292726"/>
              <a:gd name="connsiteX3417" fmla="*/ 374089 w 3386022"/>
              <a:gd name="connsiteY3417" fmla="*/ 4154070 h 5292726"/>
              <a:gd name="connsiteX3418" fmla="*/ 358086 w 3386022"/>
              <a:gd name="connsiteY3418" fmla="*/ 4121316 h 5292726"/>
              <a:gd name="connsiteX3419" fmla="*/ 353066 w 3386022"/>
              <a:gd name="connsiteY3419" fmla="*/ 4071211 h 5292726"/>
              <a:gd name="connsiteX3420" fmla="*/ 342648 w 3386022"/>
              <a:gd name="connsiteY3420" fmla="*/ 4018293 h 5292726"/>
              <a:gd name="connsiteX3421" fmla="*/ 310518 w 3386022"/>
              <a:gd name="connsiteY3421" fmla="*/ 3977102 h 5292726"/>
              <a:gd name="connsiteX3422" fmla="*/ 319867 w 3386022"/>
              <a:gd name="connsiteY3422" fmla="*/ 3965679 h 5292726"/>
              <a:gd name="connsiteX3423" fmla="*/ 320683 w 3386022"/>
              <a:gd name="connsiteY3423" fmla="*/ 3958323 h 5292726"/>
              <a:gd name="connsiteX3424" fmla="*/ 311083 w 3386022"/>
              <a:gd name="connsiteY3424" fmla="*/ 3952309 h 5292726"/>
              <a:gd name="connsiteX3425" fmla="*/ 289307 w 3386022"/>
              <a:gd name="connsiteY3425" fmla="*/ 3944867 h 5292726"/>
              <a:gd name="connsiteX3426" fmla="*/ 281651 w 3386022"/>
              <a:gd name="connsiteY3426" fmla="*/ 3950881 h 5292726"/>
              <a:gd name="connsiteX3427" fmla="*/ 273806 w 3386022"/>
              <a:gd name="connsiteY3427" fmla="*/ 3957068 h 5292726"/>
              <a:gd name="connsiteX3428" fmla="*/ 265586 w 3386022"/>
              <a:gd name="connsiteY3428" fmla="*/ 3963559 h 5292726"/>
              <a:gd name="connsiteX3429" fmla="*/ 256863 w 3386022"/>
              <a:gd name="connsiteY3429" fmla="*/ 3970481 h 5292726"/>
              <a:gd name="connsiteX3430" fmla="*/ 262322 w 3386022"/>
              <a:gd name="connsiteY3430" fmla="*/ 3974548 h 5292726"/>
              <a:gd name="connsiteX3431" fmla="*/ 267970 w 3386022"/>
              <a:gd name="connsiteY3431" fmla="*/ 3978789 h 5292726"/>
              <a:gd name="connsiteX3432" fmla="*/ 273806 w 3386022"/>
              <a:gd name="connsiteY3432" fmla="*/ 3983159 h 5292726"/>
              <a:gd name="connsiteX3433" fmla="*/ 279768 w 3386022"/>
              <a:gd name="connsiteY3433" fmla="*/ 3987659 h 5292726"/>
              <a:gd name="connsiteX3434" fmla="*/ 248140 w 3386022"/>
              <a:gd name="connsiteY3434" fmla="*/ 3988048 h 5292726"/>
              <a:gd name="connsiteX3435" fmla="*/ 240861 w 3386022"/>
              <a:gd name="connsiteY3435" fmla="*/ 3978573 h 5292726"/>
              <a:gd name="connsiteX3436" fmla="*/ 243872 w 3386022"/>
              <a:gd name="connsiteY3436" fmla="*/ 3965159 h 5292726"/>
              <a:gd name="connsiteX3437" fmla="*/ 243119 w 3386022"/>
              <a:gd name="connsiteY3437" fmla="*/ 3953780 h 5292726"/>
              <a:gd name="connsiteX3438" fmla="*/ 235965 w 3386022"/>
              <a:gd name="connsiteY3438" fmla="*/ 3946900 h 5292726"/>
              <a:gd name="connsiteX3439" fmla="*/ 227118 w 3386022"/>
              <a:gd name="connsiteY3439" fmla="*/ 3938809 h 5292726"/>
              <a:gd name="connsiteX3440" fmla="*/ 220465 w 3386022"/>
              <a:gd name="connsiteY3440" fmla="*/ 3931367 h 5292726"/>
              <a:gd name="connsiteX3441" fmla="*/ 219775 w 3386022"/>
              <a:gd name="connsiteY3441" fmla="*/ 3926391 h 5292726"/>
              <a:gd name="connsiteX3442" fmla="*/ 225423 w 3386022"/>
              <a:gd name="connsiteY3442" fmla="*/ 3911809 h 5292726"/>
              <a:gd name="connsiteX3443" fmla="*/ 214315 w 3386022"/>
              <a:gd name="connsiteY3443" fmla="*/ 3899867 h 5292726"/>
              <a:gd name="connsiteX3444" fmla="*/ 197935 w 3386022"/>
              <a:gd name="connsiteY3444" fmla="*/ 3891689 h 5292726"/>
              <a:gd name="connsiteX3445" fmla="*/ 187706 w 3386022"/>
              <a:gd name="connsiteY3445" fmla="*/ 3888401 h 5292726"/>
              <a:gd name="connsiteX3446" fmla="*/ 173335 w 3386022"/>
              <a:gd name="connsiteY3446" fmla="*/ 3881132 h 5292726"/>
              <a:gd name="connsiteX3447" fmla="*/ 170887 w 3386022"/>
              <a:gd name="connsiteY3447" fmla="*/ 3868887 h 5292726"/>
              <a:gd name="connsiteX3448" fmla="*/ 173900 w 3386022"/>
              <a:gd name="connsiteY3448" fmla="*/ 3857032 h 5292726"/>
              <a:gd name="connsiteX3449" fmla="*/ 175908 w 3386022"/>
              <a:gd name="connsiteY3449" fmla="*/ 3850930 h 5292726"/>
              <a:gd name="connsiteX3450" fmla="*/ 170699 w 3386022"/>
              <a:gd name="connsiteY3450" fmla="*/ 3847988 h 5292726"/>
              <a:gd name="connsiteX3451" fmla="*/ 164360 w 3386022"/>
              <a:gd name="connsiteY3451" fmla="*/ 3844396 h 5292726"/>
              <a:gd name="connsiteX3452" fmla="*/ 157015 w 3386022"/>
              <a:gd name="connsiteY3452" fmla="*/ 3840243 h 5292726"/>
              <a:gd name="connsiteX3453" fmla="*/ 148731 w 3386022"/>
              <a:gd name="connsiteY3453" fmla="*/ 3835527 h 5292726"/>
              <a:gd name="connsiteX3454" fmla="*/ 154755 w 3386022"/>
              <a:gd name="connsiteY3454" fmla="*/ 3833493 h 5292726"/>
              <a:gd name="connsiteX3455" fmla="*/ 161035 w 3386022"/>
              <a:gd name="connsiteY3455" fmla="*/ 3831373 h 5292726"/>
              <a:gd name="connsiteX3456" fmla="*/ 167624 w 3386022"/>
              <a:gd name="connsiteY3456" fmla="*/ 3829123 h 5292726"/>
              <a:gd name="connsiteX3457" fmla="*/ 174716 w 3386022"/>
              <a:gd name="connsiteY3457" fmla="*/ 3826700 h 5292726"/>
              <a:gd name="connsiteX3458" fmla="*/ 171766 w 3386022"/>
              <a:gd name="connsiteY3458" fmla="*/ 3799744 h 5292726"/>
              <a:gd name="connsiteX3459" fmla="*/ 167750 w 3386022"/>
              <a:gd name="connsiteY3459" fmla="*/ 3780186 h 5292726"/>
              <a:gd name="connsiteX3460" fmla="*/ 157516 w 3386022"/>
              <a:gd name="connsiteY3460" fmla="*/ 3767639 h 5292726"/>
              <a:gd name="connsiteX3461" fmla="*/ 135803 w 3386022"/>
              <a:gd name="connsiteY3461" fmla="*/ 3761667 h 5292726"/>
              <a:gd name="connsiteX3462" fmla="*/ 122750 w 3386022"/>
              <a:gd name="connsiteY3462" fmla="*/ 3775945 h 5292726"/>
              <a:gd name="connsiteX3463" fmla="*/ 125385 w 3386022"/>
              <a:gd name="connsiteY3463" fmla="*/ 3785508 h 5292726"/>
              <a:gd name="connsiteX3464" fmla="*/ 125261 w 3386022"/>
              <a:gd name="connsiteY3464" fmla="*/ 3793469 h 5292726"/>
              <a:gd name="connsiteX3465" fmla="*/ 103923 w 3386022"/>
              <a:gd name="connsiteY3465" fmla="*/ 3802945 h 5292726"/>
              <a:gd name="connsiteX3466" fmla="*/ 89740 w 3386022"/>
              <a:gd name="connsiteY3466" fmla="*/ 3787282 h 5292726"/>
              <a:gd name="connsiteX3467" fmla="*/ 65328 w 3386022"/>
              <a:gd name="connsiteY3467" fmla="*/ 3777460 h 5292726"/>
              <a:gd name="connsiteX3468" fmla="*/ 34265 w 3386022"/>
              <a:gd name="connsiteY3468" fmla="*/ 3772355 h 5292726"/>
              <a:gd name="connsiteX3469" fmla="*/ 0 w 3386022"/>
              <a:gd name="connsiteY3469" fmla="*/ 3770797 h 5292726"/>
              <a:gd name="connsiteX3470" fmla="*/ 0 w 3386022"/>
              <a:gd name="connsiteY3470" fmla="*/ 3755436 h 5292726"/>
              <a:gd name="connsiteX3471" fmla="*/ 15438 w 3386022"/>
              <a:gd name="connsiteY3471" fmla="*/ 3764220 h 5292726"/>
              <a:gd name="connsiteX3472" fmla="*/ 27926 w 3386022"/>
              <a:gd name="connsiteY3472" fmla="*/ 3765042 h 5292726"/>
              <a:gd name="connsiteX3473" fmla="*/ 35708 w 3386022"/>
              <a:gd name="connsiteY3473" fmla="*/ 3761667 h 5292726"/>
              <a:gd name="connsiteX3474" fmla="*/ 37026 w 3386022"/>
              <a:gd name="connsiteY3474" fmla="*/ 3757773 h 5292726"/>
              <a:gd name="connsiteX3475" fmla="*/ 30185 w 3386022"/>
              <a:gd name="connsiteY3475" fmla="*/ 3752407 h 5292726"/>
              <a:gd name="connsiteX3476" fmla="*/ 22027 w 3386022"/>
              <a:gd name="connsiteY3476" fmla="*/ 3750071 h 5292726"/>
              <a:gd name="connsiteX3477" fmla="*/ 12112 w 3386022"/>
              <a:gd name="connsiteY3477" fmla="*/ 3749639 h 5292726"/>
              <a:gd name="connsiteX3478" fmla="*/ 0 w 3386022"/>
              <a:gd name="connsiteY3478" fmla="*/ 3749985 h 5292726"/>
              <a:gd name="connsiteX3479" fmla="*/ 0 w 3386022"/>
              <a:gd name="connsiteY3479" fmla="*/ 3736139 h 5292726"/>
              <a:gd name="connsiteX3480" fmla="*/ 126 w 3386022"/>
              <a:gd name="connsiteY3480" fmla="*/ 3736139 h 5292726"/>
              <a:gd name="connsiteX3481" fmla="*/ 251 w 3386022"/>
              <a:gd name="connsiteY3481" fmla="*/ 3736139 h 5292726"/>
              <a:gd name="connsiteX3482" fmla="*/ 377 w 3386022"/>
              <a:gd name="connsiteY3482" fmla="*/ 3736139 h 5292726"/>
              <a:gd name="connsiteX3483" fmla="*/ 503 w 3386022"/>
              <a:gd name="connsiteY3483" fmla="*/ 3736139 h 5292726"/>
              <a:gd name="connsiteX3484" fmla="*/ 753 w 3386022"/>
              <a:gd name="connsiteY3484" fmla="*/ 3733369 h 5292726"/>
              <a:gd name="connsiteX3485" fmla="*/ 753 w 3386022"/>
              <a:gd name="connsiteY3485" fmla="*/ 3730773 h 5292726"/>
              <a:gd name="connsiteX3486" fmla="*/ 503 w 3386022"/>
              <a:gd name="connsiteY3486" fmla="*/ 3728351 h 5292726"/>
              <a:gd name="connsiteX3487" fmla="*/ 62 w 3386022"/>
              <a:gd name="connsiteY3487" fmla="*/ 3726057 h 5292726"/>
              <a:gd name="connsiteX3488" fmla="*/ 62 w 3386022"/>
              <a:gd name="connsiteY3488" fmla="*/ 3696677 h 5292726"/>
              <a:gd name="connsiteX3489" fmla="*/ 377 w 3386022"/>
              <a:gd name="connsiteY3489" fmla="*/ 3696677 h 5292726"/>
              <a:gd name="connsiteX3490" fmla="*/ 690 w 3386022"/>
              <a:gd name="connsiteY3490" fmla="*/ 3696677 h 5292726"/>
              <a:gd name="connsiteX3491" fmla="*/ 1004 w 3386022"/>
              <a:gd name="connsiteY3491" fmla="*/ 3696677 h 5292726"/>
              <a:gd name="connsiteX3492" fmla="*/ 1318 w 3386022"/>
              <a:gd name="connsiteY3492" fmla="*/ 3696677 h 5292726"/>
              <a:gd name="connsiteX3493" fmla="*/ 1004 w 3386022"/>
              <a:gd name="connsiteY3493" fmla="*/ 3696375 h 5292726"/>
              <a:gd name="connsiteX3494" fmla="*/ 690 w 3386022"/>
              <a:gd name="connsiteY3494" fmla="*/ 3696115 h 5292726"/>
              <a:gd name="connsiteX3495" fmla="*/ 377 w 3386022"/>
              <a:gd name="connsiteY3495" fmla="*/ 3695855 h 5292726"/>
              <a:gd name="connsiteX3496" fmla="*/ 62 w 3386022"/>
              <a:gd name="connsiteY3496" fmla="*/ 3695552 h 5292726"/>
              <a:gd name="connsiteX3497" fmla="*/ 62 w 3386022"/>
              <a:gd name="connsiteY3497" fmla="*/ 1801079 h 5292726"/>
              <a:gd name="connsiteX3498" fmla="*/ 10857 w 3386022"/>
              <a:gd name="connsiteY3498" fmla="*/ 1802983 h 5292726"/>
              <a:gd name="connsiteX3499" fmla="*/ 22090 w 3386022"/>
              <a:gd name="connsiteY3499" fmla="*/ 1802248 h 5292726"/>
              <a:gd name="connsiteX3500" fmla="*/ 32005 w 3386022"/>
              <a:gd name="connsiteY3500" fmla="*/ 1798829 h 5292726"/>
              <a:gd name="connsiteX3501" fmla="*/ 38908 w 3386022"/>
              <a:gd name="connsiteY3501" fmla="*/ 1792772 h 5292726"/>
              <a:gd name="connsiteX3502" fmla="*/ 38908 w 3386022"/>
              <a:gd name="connsiteY3502" fmla="*/ 1788662 h 5292726"/>
              <a:gd name="connsiteX3503" fmla="*/ 34390 w 3386022"/>
              <a:gd name="connsiteY3503" fmla="*/ 1783340 h 5292726"/>
              <a:gd name="connsiteX3504" fmla="*/ 22404 w 3386022"/>
              <a:gd name="connsiteY3504" fmla="*/ 1781566 h 5292726"/>
              <a:gd name="connsiteX3505" fmla="*/ 62 w 3386022"/>
              <a:gd name="connsiteY3505" fmla="*/ 1788099 h 5292726"/>
              <a:gd name="connsiteX3506" fmla="*/ 62 w 3386022"/>
              <a:gd name="connsiteY3506" fmla="*/ 1771830 h 5292726"/>
              <a:gd name="connsiteX3507" fmla="*/ 14182 w 3386022"/>
              <a:gd name="connsiteY3507" fmla="*/ 1774902 h 5292726"/>
              <a:gd name="connsiteX3508" fmla="*/ 29558 w 3386022"/>
              <a:gd name="connsiteY3508" fmla="*/ 1775811 h 5292726"/>
              <a:gd name="connsiteX3509" fmla="*/ 43113 w 3386022"/>
              <a:gd name="connsiteY3509" fmla="*/ 1773994 h 5292726"/>
              <a:gd name="connsiteX3510" fmla="*/ 51773 w 3386022"/>
              <a:gd name="connsiteY3510" fmla="*/ 1768974 h 5292726"/>
              <a:gd name="connsiteX3511" fmla="*/ 52651 w 3386022"/>
              <a:gd name="connsiteY3511" fmla="*/ 1763566 h 5292726"/>
              <a:gd name="connsiteX3512" fmla="*/ 46313 w 3386022"/>
              <a:gd name="connsiteY3512" fmla="*/ 1759066 h 5292726"/>
              <a:gd name="connsiteX3513" fmla="*/ 33637 w 3386022"/>
              <a:gd name="connsiteY3513" fmla="*/ 1754349 h 5292726"/>
              <a:gd name="connsiteX3514" fmla="*/ 15563 w 3386022"/>
              <a:gd name="connsiteY3514" fmla="*/ 1748249 h 5292726"/>
              <a:gd name="connsiteX3515" fmla="*/ 10919 w 3386022"/>
              <a:gd name="connsiteY3515" fmla="*/ 1749417 h 5292726"/>
              <a:gd name="connsiteX3516" fmla="*/ 6840 w 3386022"/>
              <a:gd name="connsiteY3516" fmla="*/ 1750585 h 5292726"/>
              <a:gd name="connsiteX3517" fmla="*/ 3263 w 3386022"/>
              <a:gd name="connsiteY3517" fmla="*/ 1751753 h 5292726"/>
              <a:gd name="connsiteX3518" fmla="*/ 62 w 3386022"/>
              <a:gd name="connsiteY3518" fmla="*/ 1752922 h 5292726"/>
              <a:gd name="connsiteX3519" fmla="*/ 62 w 3386022"/>
              <a:gd name="connsiteY3519" fmla="*/ 1718566 h 5292726"/>
              <a:gd name="connsiteX3520" fmla="*/ 26734 w 3386022"/>
              <a:gd name="connsiteY3520" fmla="*/ 1713201 h 5292726"/>
              <a:gd name="connsiteX3521" fmla="*/ 27299 w 3386022"/>
              <a:gd name="connsiteY3521" fmla="*/ 1705976 h 5292726"/>
              <a:gd name="connsiteX3522" fmla="*/ 14308 w 3386022"/>
              <a:gd name="connsiteY3522" fmla="*/ 1700567 h 5292726"/>
              <a:gd name="connsiteX3523" fmla="*/ 314 w 3386022"/>
              <a:gd name="connsiteY3523" fmla="*/ 1700697 h 5292726"/>
              <a:gd name="connsiteX3524" fmla="*/ 314 w 3386022"/>
              <a:gd name="connsiteY3524" fmla="*/ 1687889 h 5292726"/>
              <a:gd name="connsiteX3525" fmla="*/ 5146 w 3386022"/>
              <a:gd name="connsiteY3525" fmla="*/ 1686418 h 5292726"/>
              <a:gd name="connsiteX3526" fmla="*/ 8911 w 3386022"/>
              <a:gd name="connsiteY3526" fmla="*/ 1684124 h 5292726"/>
              <a:gd name="connsiteX3527" fmla="*/ 10982 w 3386022"/>
              <a:gd name="connsiteY3527" fmla="*/ 1681052 h 5292726"/>
              <a:gd name="connsiteX3528" fmla="*/ 10669 w 3386022"/>
              <a:gd name="connsiteY3528" fmla="*/ 1677244 h 5292726"/>
              <a:gd name="connsiteX3529" fmla="*/ 9350 w 3386022"/>
              <a:gd name="connsiteY3529" fmla="*/ 1675427 h 5292726"/>
              <a:gd name="connsiteX3530" fmla="*/ 6966 w 3386022"/>
              <a:gd name="connsiteY3530" fmla="*/ 1673567 h 5292726"/>
              <a:gd name="connsiteX3531" fmla="*/ 3891 w 3386022"/>
              <a:gd name="connsiteY3531" fmla="*/ 1671577 h 5292726"/>
              <a:gd name="connsiteX3532" fmla="*/ 314 w 3386022"/>
              <a:gd name="connsiteY3532" fmla="*/ 1669413 h 5292726"/>
              <a:gd name="connsiteX3533" fmla="*/ 314 w 3386022"/>
              <a:gd name="connsiteY3533" fmla="*/ 850265 h 5292726"/>
              <a:gd name="connsiteX3534" fmla="*/ 0 w 3386022"/>
              <a:gd name="connsiteY3534" fmla="*/ 850265 h 529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Lst>
            <a:rect l="l" t="t" r="r" b="b"/>
            <a:pathLst>
              <a:path w="3386022" h="5292726">
                <a:moveTo>
                  <a:pt x="1266773" y="5276414"/>
                </a:moveTo>
                <a:cubicBezTo>
                  <a:pt x="1268280" y="5277712"/>
                  <a:pt x="1269973" y="5279053"/>
                  <a:pt x="1271293" y="5280395"/>
                </a:cubicBezTo>
                <a:cubicBezTo>
                  <a:pt x="1272610" y="5281736"/>
                  <a:pt x="1273614" y="5283077"/>
                  <a:pt x="1273802" y="5284418"/>
                </a:cubicBezTo>
                <a:cubicBezTo>
                  <a:pt x="1273991" y="5285760"/>
                  <a:pt x="1273426" y="5287144"/>
                  <a:pt x="1271668" y="5288529"/>
                </a:cubicBezTo>
                <a:cubicBezTo>
                  <a:pt x="1269911" y="5289914"/>
                  <a:pt x="1266900" y="5291298"/>
                  <a:pt x="1262192" y="5292726"/>
                </a:cubicBezTo>
                <a:cubicBezTo>
                  <a:pt x="1262695" y="5291039"/>
                  <a:pt x="1263071" y="5289481"/>
                  <a:pt x="1263510" y="5288010"/>
                </a:cubicBezTo>
                <a:cubicBezTo>
                  <a:pt x="1263950" y="5286539"/>
                  <a:pt x="1264327" y="5285197"/>
                  <a:pt x="1264703" y="5283856"/>
                </a:cubicBezTo>
                <a:cubicBezTo>
                  <a:pt x="1265079" y="5282558"/>
                  <a:pt x="1265456" y="5281303"/>
                  <a:pt x="1265769" y="5280048"/>
                </a:cubicBezTo>
                <a:cubicBezTo>
                  <a:pt x="1266084" y="5278837"/>
                  <a:pt x="1266459" y="5277626"/>
                  <a:pt x="1266773" y="5276414"/>
                </a:cubicBezTo>
                <a:close/>
                <a:moveTo>
                  <a:pt x="1438158" y="5244957"/>
                </a:moveTo>
                <a:cubicBezTo>
                  <a:pt x="1438660" y="5245044"/>
                  <a:pt x="1438909" y="5245217"/>
                  <a:pt x="1439224" y="5245477"/>
                </a:cubicBezTo>
                <a:lnTo>
                  <a:pt x="1439224" y="5245520"/>
                </a:lnTo>
                <a:cubicBezTo>
                  <a:pt x="1439539" y="5245780"/>
                  <a:pt x="1439914" y="5246126"/>
                  <a:pt x="1440605" y="5246515"/>
                </a:cubicBezTo>
                <a:cubicBezTo>
                  <a:pt x="1437844" y="5247034"/>
                  <a:pt x="1435898" y="5247381"/>
                  <a:pt x="1434518" y="5247597"/>
                </a:cubicBezTo>
                <a:cubicBezTo>
                  <a:pt x="1433136" y="5247770"/>
                  <a:pt x="1432321" y="5247856"/>
                  <a:pt x="1431756" y="5247770"/>
                </a:cubicBezTo>
                <a:cubicBezTo>
                  <a:pt x="1431255" y="5247684"/>
                  <a:pt x="1430941" y="5247510"/>
                  <a:pt x="1430627" y="5247251"/>
                </a:cubicBezTo>
                <a:cubicBezTo>
                  <a:pt x="1430313" y="5246991"/>
                  <a:pt x="1429999" y="5246602"/>
                  <a:pt x="1429308" y="5246213"/>
                </a:cubicBezTo>
                <a:cubicBezTo>
                  <a:pt x="1432132" y="5245693"/>
                  <a:pt x="1434079" y="5245347"/>
                  <a:pt x="1435458" y="5245131"/>
                </a:cubicBezTo>
                <a:cubicBezTo>
                  <a:pt x="1436840" y="5244957"/>
                  <a:pt x="1437656" y="5244871"/>
                  <a:pt x="1438158" y="5244957"/>
                </a:cubicBezTo>
                <a:close/>
                <a:moveTo>
                  <a:pt x="1931100" y="5242621"/>
                </a:moveTo>
                <a:lnTo>
                  <a:pt x="1931978" y="5242751"/>
                </a:lnTo>
                <a:lnTo>
                  <a:pt x="1932794" y="5242838"/>
                </a:lnTo>
                <a:lnTo>
                  <a:pt x="1933673" y="5242967"/>
                </a:lnTo>
                <a:lnTo>
                  <a:pt x="1934489" y="5243054"/>
                </a:lnTo>
                <a:lnTo>
                  <a:pt x="1933924" y="5243574"/>
                </a:lnTo>
                <a:lnTo>
                  <a:pt x="1933297" y="5244049"/>
                </a:lnTo>
                <a:lnTo>
                  <a:pt x="1932732" y="5244569"/>
                </a:lnTo>
                <a:lnTo>
                  <a:pt x="1932104" y="5245045"/>
                </a:lnTo>
                <a:lnTo>
                  <a:pt x="1931854" y="5244438"/>
                </a:lnTo>
                <a:lnTo>
                  <a:pt x="1931602" y="5243833"/>
                </a:lnTo>
                <a:lnTo>
                  <a:pt x="1931351" y="5243227"/>
                </a:lnTo>
                <a:close/>
                <a:moveTo>
                  <a:pt x="1521750" y="5226828"/>
                </a:moveTo>
                <a:cubicBezTo>
                  <a:pt x="1523445" y="5226699"/>
                  <a:pt x="1525014" y="5226828"/>
                  <a:pt x="1526018" y="5227304"/>
                </a:cubicBezTo>
                <a:lnTo>
                  <a:pt x="1525955" y="5227304"/>
                </a:lnTo>
                <a:cubicBezTo>
                  <a:pt x="1527900" y="5228213"/>
                  <a:pt x="1528779" y="5229121"/>
                  <a:pt x="1528905" y="5229987"/>
                </a:cubicBezTo>
                <a:cubicBezTo>
                  <a:pt x="1529093" y="5230852"/>
                  <a:pt x="1528465" y="5231674"/>
                  <a:pt x="1527461" y="5232496"/>
                </a:cubicBezTo>
                <a:cubicBezTo>
                  <a:pt x="1526458" y="5233319"/>
                  <a:pt x="1525078" y="5234097"/>
                  <a:pt x="1523570" y="5234876"/>
                </a:cubicBezTo>
                <a:cubicBezTo>
                  <a:pt x="1522064" y="5235655"/>
                  <a:pt x="1520494" y="5236391"/>
                  <a:pt x="1519177" y="5237126"/>
                </a:cubicBezTo>
                <a:cubicBezTo>
                  <a:pt x="1516479" y="5234963"/>
                  <a:pt x="1515287" y="5233146"/>
                  <a:pt x="1515099" y="5231674"/>
                </a:cubicBezTo>
                <a:cubicBezTo>
                  <a:pt x="1514973" y="5230202"/>
                  <a:pt x="1515726" y="5229035"/>
                  <a:pt x="1517042" y="5228256"/>
                </a:cubicBezTo>
                <a:cubicBezTo>
                  <a:pt x="1518360" y="5227477"/>
                  <a:pt x="1520056" y="5227001"/>
                  <a:pt x="1521750" y="5226828"/>
                </a:cubicBezTo>
                <a:close/>
                <a:moveTo>
                  <a:pt x="1287543" y="5223323"/>
                </a:moveTo>
                <a:lnTo>
                  <a:pt x="1288799" y="5223323"/>
                </a:lnTo>
                <a:lnTo>
                  <a:pt x="1289175" y="5223713"/>
                </a:lnTo>
                <a:cubicBezTo>
                  <a:pt x="1289301" y="5224016"/>
                  <a:pt x="1289490" y="5224448"/>
                  <a:pt x="1289803" y="5225010"/>
                </a:cubicBezTo>
                <a:cubicBezTo>
                  <a:pt x="1289428" y="5225097"/>
                  <a:pt x="1289112" y="5225141"/>
                  <a:pt x="1288737" y="5225184"/>
                </a:cubicBezTo>
                <a:cubicBezTo>
                  <a:pt x="1288359" y="5225271"/>
                  <a:pt x="1288047" y="5225314"/>
                  <a:pt x="1287670" y="5225356"/>
                </a:cubicBezTo>
                <a:lnTo>
                  <a:pt x="1286602" y="5225530"/>
                </a:lnTo>
                <a:cubicBezTo>
                  <a:pt x="1286227" y="5225617"/>
                  <a:pt x="1285912" y="5225660"/>
                  <a:pt x="1285536" y="5225703"/>
                </a:cubicBezTo>
                <a:cubicBezTo>
                  <a:pt x="1285474" y="5225530"/>
                  <a:pt x="1285348" y="5225400"/>
                  <a:pt x="1285286" y="5225227"/>
                </a:cubicBezTo>
                <a:cubicBezTo>
                  <a:pt x="1285222" y="5225054"/>
                  <a:pt x="1285096" y="5224924"/>
                  <a:pt x="1285034" y="5224751"/>
                </a:cubicBezTo>
                <a:cubicBezTo>
                  <a:pt x="1284970" y="5224578"/>
                  <a:pt x="1284845" y="5224448"/>
                  <a:pt x="1284782" y="5224275"/>
                </a:cubicBezTo>
                <a:cubicBezTo>
                  <a:pt x="1284721" y="5224102"/>
                  <a:pt x="1284595" y="5223972"/>
                  <a:pt x="1284532" y="5223799"/>
                </a:cubicBezTo>
                <a:cubicBezTo>
                  <a:pt x="1285912" y="5223583"/>
                  <a:pt x="1286855" y="5223410"/>
                  <a:pt x="1287543" y="5223323"/>
                </a:cubicBezTo>
                <a:close/>
                <a:moveTo>
                  <a:pt x="1288674" y="5223193"/>
                </a:moveTo>
                <a:lnTo>
                  <a:pt x="1288800" y="5223323"/>
                </a:lnTo>
                <a:lnTo>
                  <a:pt x="1288799" y="5223323"/>
                </a:lnTo>
                <a:close/>
                <a:moveTo>
                  <a:pt x="1645943" y="5189704"/>
                </a:moveTo>
                <a:cubicBezTo>
                  <a:pt x="1647011" y="5190612"/>
                  <a:pt x="1648077" y="5191478"/>
                  <a:pt x="1649019" y="5192257"/>
                </a:cubicBezTo>
                <a:cubicBezTo>
                  <a:pt x="1650024" y="5193035"/>
                  <a:pt x="1650902" y="5193814"/>
                  <a:pt x="1651780" y="5194507"/>
                </a:cubicBezTo>
                <a:lnTo>
                  <a:pt x="1651842" y="5194507"/>
                </a:lnTo>
                <a:cubicBezTo>
                  <a:pt x="1652721" y="5195242"/>
                  <a:pt x="1653537" y="5195934"/>
                  <a:pt x="1654354" y="5196583"/>
                </a:cubicBezTo>
                <a:cubicBezTo>
                  <a:pt x="1655170" y="5197233"/>
                  <a:pt x="1655922" y="5197881"/>
                  <a:pt x="1656738" y="5198530"/>
                </a:cubicBezTo>
                <a:cubicBezTo>
                  <a:pt x="1652407" y="5199785"/>
                  <a:pt x="1648391" y="5200608"/>
                  <a:pt x="1645064" y="5200910"/>
                </a:cubicBezTo>
                <a:cubicBezTo>
                  <a:pt x="1641739" y="5201257"/>
                  <a:pt x="1639166" y="5201083"/>
                  <a:pt x="1637723" y="5200391"/>
                </a:cubicBezTo>
                <a:cubicBezTo>
                  <a:pt x="1636280" y="5199699"/>
                  <a:pt x="1635965" y="5198487"/>
                  <a:pt x="1637220" y="5196713"/>
                </a:cubicBezTo>
                <a:cubicBezTo>
                  <a:pt x="1638413" y="5194939"/>
                  <a:pt x="1641238" y="5192603"/>
                  <a:pt x="1645943" y="5189704"/>
                </a:cubicBezTo>
                <a:close/>
                <a:moveTo>
                  <a:pt x="1428868" y="5171661"/>
                </a:moveTo>
                <a:lnTo>
                  <a:pt x="1429559" y="5171748"/>
                </a:lnTo>
                <a:lnTo>
                  <a:pt x="1430250" y="5171791"/>
                </a:lnTo>
                <a:lnTo>
                  <a:pt x="1430938" y="5171834"/>
                </a:lnTo>
                <a:lnTo>
                  <a:pt x="1431630" y="5171920"/>
                </a:lnTo>
                <a:lnTo>
                  <a:pt x="1431192" y="5172353"/>
                </a:lnTo>
                <a:lnTo>
                  <a:pt x="1430689" y="5172743"/>
                </a:lnTo>
                <a:lnTo>
                  <a:pt x="1430250" y="5173176"/>
                </a:lnTo>
                <a:lnTo>
                  <a:pt x="1429746" y="5173608"/>
                </a:lnTo>
                <a:lnTo>
                  <a:pt x="1429497" y="5173089"/>
                </a:lnTo>
                <a:lnTo>
                  <a:pt x="1429308" y="5172613"/>
                </a:lnTo>
                <a:lnTo>
                  <a:pt x="1429057" y="5172137"/>
                </a:lnTo>
                <a:close/>
                <a:moveTo>
                  <a:pt x="1641864" y="5167334"/>
                </a:moveTo>
                <a:cubicBezTo>
                  <a:pt x="1645189" y="5166338"/>
                  <a:pt x="1649018" y="5166338"/>
                  <a:pt x="1650963" y="5167896"/>
                </a:cubicBezTo>
                <a:cubicBezTo>
                  <a:pt x="1652908" y="5169454"/>
                  <a:pt x="1653097" y="5172612"/>
                  <a:pt x="1649144" y="5177978"/>
                </a:cubicBezTo>
                <a:cubicBezTo>
                  <a:pt x="1649018" y="5178151"/>
                  <a:pt x="1648829" y="5178324"/>
                  <a:pt x="1648579" y="5178497"/>
                </a:cubicBezTo>
                <a:cubicBezTo>
                  <a:pt x="1648328" y="5178670"/>
                  <a:pt x="1648014" y="5178800"/>
                  <a:pt x="1647700" y="5178973"/>
                </a:cubicBezTo>
                <a:cubicBezTo>
                  <a:pt x="1647385" y="5179103"/>
                  <a:pt x="1647073" y="5179276"/>
                  <a:pt x="1646757" y="5179406"/>
                </a:cubicBezTo>
                <a:cubicBezTo>
                  <a:pt x="1646445" y="5179579"/>
                  <a:pt x="1645817" y="5179882"/>
                  <a:pt x="1645817" y="5179882"/>
                </a:cubicBezTo>
                <a:cubicBezTo>
                  <a:pt x="1638098" y="5177502"/>
                  <a:pt x="1635462" y="5174862"/>
                  <a:pt x="1635588" y="5172569"/>
                </a:cubicBezTo>
                <a:cubicBezTo>
                  <a:pt x="1635714" y="5170276"/>
                  <a:pt x="1638537" y="5168329"/>
                  <a:pt x="1641864" y="5167334"/>
                </a:cubicBezTo>
                <a:close/>
                <a:moveTo>
                  <a:pt x="884403" y="5151238"/>
                </a:moveTo>
                <a:cubicBezTo>
                  <a:pt x="886851" y="5151758"/>
                  <a:pt x="888607" y="5152147"/>
                  <a:pt x="889800" y="5152406"/>
                </a:cubicBezTo>
                <a:lnTo>
                  <a:pt x="889863" y="5152321"/>
                </a:lnTo>
                <a:cubicBezTo>
                  <a:pt x="891055" y="5152580"/>
                  <a:pt x="891682" y="5152752"/>
                  <a:pt x="891997" y="5152969"/>
                </a:cubicBezTo>
                <a:cubicBezTo>
                  <a:pt x="892310" y="5153185"/>
                  <a:pt x="892184" y="5153402"/>
                  <a:pt x="891934" y="5153748"/>
                </a:cubicBezTo>
                <a:cubicBezTo>
                  <a:pt x="891620" y="5154094"/>
                  <a:pt x="891181" y="5154571"/>
                  <a:pt x="890678" y="5155263"/>
                </a:cubicBezTo>
                <a:cubicBezTo>
                  <a:pt x="890051" y="5155132"/>
                  <a:pt x="889361" y="5154960"/>
                  <a:pt x="888732" y="5154830"/>
                </a:cubicBezTo>
                <a:cubicBezTo>
                  <a:pt x="888106" y="5154700"/>
                  <a:pt x="887416" y="5154571"/>
                  <a:pt x="886788" y="5154397"/>
                </a:cubicBezTo>
                <a:cubicBezTo>
                  <a:pt x="886159" y="5154267"/>
                  <a:pt x="885469" y="5154138"/>
                  <a:pt x="884843" y="5153964"/>
                </a:cubicBezTo>
                <a:cubicBezTo>
                  <a:pt x="884215" y="5153792"/>
                  <a:pt x="883524" y="5153662"/>
                  <a:pt x="882896" y="5153488"/>
                </a:cubicBezTo>
                <a:cubicBezTo>
                  <a:pt x="883023" y="5153315"/>
                  <a:pt x="883148" y="5153099"/>
                  <a:pt x="883274" y="5152926"/>
                </a:cubicBezTo>
                <a:cubicBezTo>
                  <a:pt x="883400" y="5152752"/>
                  <a:pt x="883524" y="5152536"/>
                  <a:pt x="883649" y="5152363"/>
                </a:cubicBezTo>
                <a:cubicBezTo>
                  <a:pt x="883775" y="5152190"/>
                  <a:pt x="883901" y="5151974"/>
                  <a:pt x="884027" y="5151801"/>
                </a:cubicBezTo>
                <a:cubicBezTo>
                  <a:pt x="884152" y="5151627"/>
                  <a:pt x="884278" y="5151411"/>
                  <a:pt x="884403" y="5151238"/>
                </a:cubicBezTo>
                <a:close/>
                <a:moveTo>
                  <a:pt x="1729907" y="5150978"/>
                </a:moveTo>
                <a:lnTo>
                  <a:pt x="1730660" y="5151238"/>
                </a:lnTo>
                <a:lnTo>
                  <a:pt x="1731413" y="5151498"/>
                </a:lnTo>
                <a:lnTo>
                  <a:pt x="1732165" y="5151757"/>
                </a:lnTo>
                <a:lnTo>
                  <a:pt x="1732919" y="5152016"/>
                </a:lnTo>
                <a:lnTo>
                  <a:pt x="1732103" y="5152190"/>
                </a:lnTo>
                <a:lnTo>
                  <a:pt x="1731225" y="5152363"/>
                </a:lnTo>
                <a:lnTo>
                  <a:pt x="1730346" y="5152536"/>
                </a:lnTo>
                <a:lnTo>
                  <a:pt x="1729530" y="5152709"/>
                </a:lnTo>
                <a:lnTo>
                  <a:pt x="1729592" y="5152276"/>
                </a:lnTo>
                <a:lnTo>
                  <a:pt x="1729718" y="5151844"/>
                </a:lnTo>
                <a:lnTo>
                  <a:pt x="1729781" y="5151411"/>
                </a:lnTo>
                <a:close/>
                <a:moveTo>
                  <a:pt x="1333043" y="5120214"/>
                </a:moveTo>
                <a:cubicBezTo>
                  <a:pt x="1337247" y="5120517"/>
                  <a:pt x="1340449" y="5120777"/>
                  <a:pt x="1343023" y="5121079"/>
                </a:cubicBezTo>
                <a:cubicBezTo>
                  <a:pt x="1345595" y="5121382"/>
                  <a:pt x="1347540" y="5121772"/>
                  <a:pt x="1349299" y="5122335"/>
                </a:cubicBezTo>
                <a:cubicBezTo>
                  <a:pt x="1351056" y="5122940"/>
                  <a:pt x="1352624" y="5123719"/>
                  <a:pt x="1354507" y="5124844"/>
                </a:cubicBezTo>
                <a:lnTo>
                  <a:pt x="1354507" y="5124801"/>
                </a:lnTo>
                <a:cubicBezTo>
                  <a:pt x="1356390" y="5125925"/>
                  <a:pt x="1358522" y="5127397"/>
                  <a:pt x="1361347" y="5129387"/>
                </a:cubicBezTo>
                <a:cubicBezTo>
                  <a:pt x="1355950" y="5129820"/>
                  <a:pt x="1351872" y="5130123"/>
                  <a:pt x="1348734" y="5130210"/>
                </a:cubicBezTo>
                <a:cubicBezTo>
                  <a:pt x="1345595" y="5130253"/>
                  <a:pt x="1343337" y="5130079"/>
                  <a:pt x="1341577" y="5129517"/>
                </a:cubicBezTo>
                <a:cubicBezTo>
                  <a:pt x="1339820" y="5128954"/>
                  <a:pt x="1338504" y="5128003"/>
                  <a:pt x="1337247" y="5126488"/>
                </a:cubicBezTo>
                <a:cubicBezTo>
                  <a:pt x="1335931" y="5124974"/>
                  <a:pt x="1334738" y="5122940"/>
                  <a:pt x="1333043" y="5120214"/>
                </a:cubicBezTo>
                <a:close/>
                <a:moveTo>
                  <a:pt x="1632076" y="5117013"/>
                </a:moveTo>
                <a:cubicBezTo>
                  <a:pt x="1644063" y="5115455"/>
                  <a:pt x="1651030" y="5117748"/>
                  <a:pt x="1654607" y="5121729"/>
                </a:cubicBezTo>
                <a:cubicBezTo>
                  <a:pt x="1658246" y="5125710"/>
                  <a:pt x="1658435" y="5131421"/>
                  <a:pt x="1656928" y="5136657"/>
                </a:cubicBezTo>
                <a:cubicBezTo>
                  <a:pt x="1655423" y="5141892"/>
                  <a:pt x="1652158" y="5146695"/>
                  <a:pt x="1648770" y="5148815"/>
                </a:cubicBezTo>
                <a:cubicBezTo>
                  <a:pt x="1645380" y="5150978"/>
                  <a:pt x="1641930" y="5150460"/>
                  <a:pt x="1639922" y="5145181"/>
                </a:cubicBezTo>
                <a:cubicBezTo>
                  <a:pt x="1639107" y="5142974"/>
                  <a:pt x="1638416" y="5140810"/>
                  <a:pt x="1637726" y="5138560"/>
                </a:cubicBezTo>
                <a:cubicBezTo>
                  <a:pt x="1637035" y="5136353"/>
                  <a:pt x="1636470" y="5134060"/>
                  <a:pt x="1635843" y="5131768"/>
                </a:cubicBezTo>
                <a:cubicBezTo>
                  <a:pt x="1635214" y="5129431"/>
                  <a:pt x="1634651" y="5127051"/>
                  <a:pt x="1634022" y="5124628"/>
                </a:cubicBezTo>
                <a:cubicBezTo>
                  <a:pt x="1633457" y="5122205"/>
                  <a:pt x="1632830" y="5119652"/>
                  <a:pt x="1632140" y="5117056"/>
                </a:cubicBezTo>
                <a:close/>
                <a:moveTo>
                  <a:pt x="1277820" y="5112989"/>
                </a:moveTo>
                <a:cubicBezTo>
                  <a:pt x="1281333" y="5116753"/>
                  <a:pt x="1283967" y="5119566"/>
                  <a:pt x="1285598" y="5121816"/>
                </a:cubicBezTo>
                <a:cubicBezTo>
                  <a:pt x="1287230" y="5124065"/>
                  <a:pt x="1287863" y="5125710"/>
                  <a:pt x="1287480" y="5127181"/>
                </a:cubicBezTo>
                <a:lnTo>
                  <a:pt x="1287543" y="5127181"/>
                </a:lnTo>
                <a:cubicBezTo>
                  <a:pt x="1287171" y="5128609"/>
                  <a:pt x="1285660" y="5129864"/>
                  <a:pt x="1283027" y="5131292"/>
                </a:cubicBezTo>
                <a:cubicBezTo>
                  <a:pt x="1280392" y="5132676"/>
                  <a:pt x="1276562" y="5134277"/>
                  <a:pt x="1271419" y="5136354"/>
                </a:cubicBezTo>
                <a:cubicBezTo>
                  <a:pt x="1270289" y="5133888"/>
                  <a:pt x="1268909" y="5131551"/>
                  <a:pt x="1267841" y="5129344"/>
                </a:cubicBezTo>
                <a:cubicBezTo>
                  <a:pt x="1266712" y="5127138"/>
                  <a:pt x="1265896" y="5125061"/>
                  <a:pt x="1265832" y="5123114"/>
                </a:cubicBezTo>
                <a:cubicBezTo>
                  <a:pt x="1265708" y="5121167"/>
                  <a:pt x="1266397" y="5119350"/>
                  <a:pt x="1268217" y="5117662"/>
                </a:cubicBezTo>
                <a:cubicBezTo>
                  <a:pt x="1270038" y="5115975"/>
                  <a:pt x="1273112" y="5114417"/>
                  <a:pt x="1277820" y="5112989"/>
                </a:cubicBezTo>
                <a:close/>
                <a:moveTo>
                  <a:pt x="1658932" y="5087071"/>
                </a:moveTo>
                <a:cubicBezTo>
                  <a:pt x="1659559" y="5087201"/>
                  <a:pt x="1660062" y="5087504"/>
                  <a:pt x="1660815" y="5088153"/>
                </a:cubicBezTo>
                <a:cubicBezTo>
                  <a:pt x="1661568" y="5088801"/>
                  <a:pt x="1662509" y="5089754"/>
                  <a:pt x="1664017" y="5091138"/>
                </a:cubicBezTo>
                <a:cubicBezTo>
                  <a:pt x="1661193" y="5091658"/>
                  <a:pt x="1659310" y="5092091"/>
                  <a:pt x="1657928" y="5092350"/>
                </a:cubicBezTo>
                <a:cubicBezTo>
                  <a:pt x="1656611" y="5092609"/>
                  <a:pt x="1655794" y="5092696"/>
                  <a:pt x="1655230" y="5092566"/>
                </a:cubicBezTo>
                <a:cubicBezTo>
                  <a:pt x="1654665" y="5092437"/>
                  <a:pt x="1654288" y="5092091"/>
                  <a:pt x="1653786" y="5091398"/>
                </a:cubicBezTo>
                <a:cubicBezTo>
                  <a:pt x="1653285" y="5090705"/>
                  <a:pt x="1652657" y="5089754"/>
                  <a:pt x="1651527" y="5088412"/>
                </a:cubicBezTo>
                <a:cubicBezTo>
                  <a:pt x="1653786" y="5088023"/>
                  <a:pt x="1655355" y="5087634"/>
                  <a:pt x="1656485" y="5087374"/>
                </a:cubicBezTo>
                <a:cubicBezTo>
                  <a:pt x="1657616" y="5087114"/>
                  <a:pt x="1658305" y="5087028"/>
                  <a:pt x="1658932" y="5087114"/>
                </a:cubicBezTo>
                <a:close/>
                <a:moveTo>
                  <a:pt x="1283026" y="5083219"/>
                </a:moveTo>
                <a:cubicBezTo>
                  <a:pt x="1283530" y="5083523"/>
                  <a:pt x="1284029" y="5083825"/>
                  <a:pt x="1284534" y="5084128"/>
                </a:cubicBezTo>
                <a:cubicBezTo>
                  <a:pt x="1285034" y="5084431"/>
                  <a:pt x="1285537" y="5084734"/>
                  <a:pt x="1286041" y="5085037"/>
                </a:cubicBezTo>
                <a:cubicBezTo>
                  <a:pt x="1286539" y="5085340"/>
                  <a:pt x="1287045" y="5085643"/>
                  <a:pt x="1287543" y="5085945"/>
                </a:cubicBezTo>
                <a:cubicBezTo>
                  <a:pt x="1288049" y="5086248"/>
                  <a:pt x="1288550" y="5086551"/>
                  <a:pt x="1289050" y="5086854"/>
                </a:cubicBezTo>
                <a:cubicBezTo>
                  <a:pt x="1288171" y="5087201"/>
                  <a:pt x="1287292" y="5087503"/>
                  <a:pt x="1286413" y="5087849"/>
                </a:cubicBezTo>
                <a:cubicBezTo>
                  <a:pt x="1285537" y="5088195"/>
                  <a:pt x="1284659" y="5088498"/>
                  <a:pt x="1283780" y="5088844"/>
                </a:cubicBezTo>
                <a:cubicBezTo>
                  <a:pt x="1282903" y="5089190"/>
                  <a:pt x="1282024" y="5089494"/>
                  <a:pt x="1281146" y="5089840"/>
                </a:cubicBezTo>
                <a:lnTo>
                  <a:pt x="1281208" y="5089926"/>
                </a:lnTo>
                <a:cubicBezTo>
                  <a:pt x="1280330" y="5090273"/>
                  <a:pt x="1279451" y="5090575"/>
                  <a:pt x="1278572" y="5090922"/>
                </a:cubicBezTo>
                <a:cubicBezTo>
                  <a:pt x="1277503" y="5089233"/>
                  <a:pt x="1276752" y="5088108"/>
                  <a:pt x="1276311" y="5087330"/>
                </a:cubicBezTo>
                <a:cubicBezTo>
                  <a:pt x="1275873" y="5086551"/>
                  <a:pt x="1275747" y="5086076"/>
                  <a:pt x="1275999" y="5085729"/>
                </a:cubicBezTo>
                <a:cubicBezTo>
                  <a:pt x="1276249" y="5085340"/>
                  <a:pt x="1276940" y="5085123"/>
                  <a:pt x="1278068" y="5084777"/>
                </a:cubicBezTo>
                <a:cubicBezTo>
                  <a:pt x="1279261" y="5084431"/>
                  <a:pt x="1280829" y="5083998"/>
                  <a:pt x="1283026" y="5083219"/>
                </a:cubicBezTo>
                <a:close/>
                <a:moveTo>
                  <a:pt x="934164" y="5055400"/>
                </a:moveTo>
                <a:lnTo>
                  <a:pt x="936741" y="5058210"/>
                </a:lnTo>
                <a:cubicBezTo>
                  <a:pt x="937369" y="5058860"/>
                  <a:pt x="937620" y="5059248"/>
                  <a:pt x="937432" y="5059595"/>
                </a:cubicBezTo>
                <a:cubicBezTo>
                  <a:pt x="937243" y="5059941"/>
                  <a:pt x="936615" y="5060201"/>
                  <a:pt x="935298" y="5060547"/>
                </a:cubicBezTo>
                <a:cubicBezTo>
                  <a:pt x="934043" y="5060893"/>
                  <a:pt x="932097" y="5061369"/>
                  <a:pt x="929398" y="5062148"/>
                </a:cubicBezTo>
                <a:cubicBezTo>
                  <a:pt x="928896" y="5061888"/>
                  <a:pt x="928394" y="5061585"/>
                  <a:pt x="927893" y="5061282"/>
                </a:cubicBezTo>
                <a:cubicBezTo>
                  <a:pt x="927390" y="5061023"/>
                  <a:pt x="926889" y="5060720"/>
                  <a:pt x="926386" y="5060417"/>
                </a:cubicBezTo>
                <a:cubicBezTo>
                  <a:pt x="925885" y="5060157"/>
                  <a:pt x="925382" y="5059855"/>
                  <a:pt x="924881" y="5059552"/>
                </a:cubicBezTo>
                <a:cubicBezTo>
                  <a:pt x="924378" y="5059292"/>
                  <a:pt x="923877" y="5058989"/>
                  <a:pt x="923374" y="5058686"/>
                </a:cubicBezTo>
                <a:cubicBezTo>
                  <a:pt x="924252" y="5058427"/>
                  <a:pt x="925194" y="5058124"/>
                  <a:pt x="926073" y="5057864"/>
                </a:cubicBezTo>
                <a:cubicBezTo>
                  <a:pt x="926951" y="5057605"/>
                  <a:pt x="927893" y="5057302"/>
                  <a:pt x="928771" y="5057042"/>
                </a:cubicBezTo>
                <a:cubicBezTo>
                  <a:pt x="929650" y="5056782"/>
                  <a:pt x="930591" y="5056480"/>
                  <a:pt x="931470" y="5056220"/>
                </a:cubicBezTo>
                <a:close/>
                <a:moveTo>
                  <a:pt x="934043" y="5055268"/>
                </a:moveTo>
                <a:lnTo>
                  <a:pt x="934168" y="5055398"/>
                </a:lnTo>
                <a:lnTo>
                  <a:pt x="934164" y="5055400"/>
                </a:lnTo>
                <a:close/>
                <a:moveTo>
                  <a:pt x="1676441" y="5054143"/>
                </a:moveTo>
                <a:cubicBezTo>
                  <a:pt x="1676944" y="5054360"/>
                  <a:pt x="1677382" y="5054619"/>
                  <a:pt x="1677885" y="5054835"/>
                </a:cubicBezTo>
                <a:cubicBezTo>
                  <a:pt x="1678387" y="5055052"/>
                  <a:pt x="1678826" y="5055311"/>
                  <a:pt x="1679329" y="5055527"/>
                </a:cubicBezTo>
                <a:lnTo>
                  <a:pt x="1679329" y="5055614"/>
                </a:lnTo>
                <a:cubicBezTo>
                  <a:pt x="1679830" y="5055831"/>
                  <a:pt x="1680270" y="5056090"/>
                  <a:pt x="1680772" y="5056306"/>
                </a:cubicBezTo>
                <a:cubicBezTo>
                  <a:pt x="1681274" y="5056523"/>
                  <a:pt x="1681713" y="5056782"/>
                  <a:pt x="1682216" y="5056999"/>
                </a:cubicBezTo>
                <a:cubicBezTo>
                  <a:pt x="1679454" y="5057994"/>
                  <a:pt x="1677320" y="5058643"/>
                  <a:pt x="1675814" y="5058989"/>
                </a:cubicBezTo>
                <a:cubicBezTo>
                  <a:pt x="1674245" y="5059292"/>
                  <a:pt x="1673305" y="5059292"/>
                  <a:pt x="1672928" y="5058989"/>
                </a:cubicBezTo>
                <a:cubicBezTo>
                  <a:pt x="1672487" y="5058686"/>
                  <a:pt x="1672614" y="5058124"/>
                  <a:pt x="1673241" y="5057302"/>
                </a:cubicBezTo>
                <a:cubicBezTo>
                  <a:pt x="1673869" y="5056480"/>
                  <a:pt x="1674936" y="5055398"/>
                  <a:pt x="1676441" y="5054143"/>
                </a:cubicBezTo>
                <a:close/>
                <a:moveTo>
                  <a:pt x="827799" y="5051763"/>
                </a:moveTo>
                <a:cubicBezTo>
                  <a:pt x="840349" y="5054360"/>
                  <a:pt x="847566" y="5056956"/>
                  <a:pt x="851143" y="5059206"/>
                </a:cubicBezTo>
                <a:cubicBezTo>
                  <a:pt x="854720" y="5061456"/>
                  <a:pt x="854657" y="5063402"/>
                  <a:pt x="852586" y="5064701"/>
                </a:cubicBezTo>
                <a:cubicBezTo>
                  <a:pt x="850515" y="5066042"/>
                  <a:pt x="846500" y="5066692"/>
                  <a:pt x="842106" y="5066431"/>
                </a:cubicBezTo>
                <a:cubicBezTo>
                  <a:pt x="837713" y="5066172"/>
                  <a:pt x="833007" y="5064960"/>
                  <a:pt x="829618" y="5062494"/>
                </a:cubicBezTo>
                <a:cubicBezTo>
                  <a:pt x="829054" y="5062061"/>
                  <a:pt x="828677" y="5061542"/>
                  <a:pt x="828426" y="5060893"/>
                </a:cubicBezTo>
                <a:cubicBezTo>
                  <a:pt x="828175" y="5060244"/>
                  <a:pt x="828050" y="5059509"/>
                  <a:pt x="828050" y="5058643"/>
                </a:cubicBezTo>
                <a:cubicBezTo>
                  <a:pt x="828050" y="5057777"/>
                  <a:pt x="828050" y="5056782"/>
                  <a:pt x="828050" y="5055657"/>
                </a:cubicBezTo>
                <a:cubicBezTo>
                  <a:pt x="827987" y="5054532"/>
                  <a:pt x="827923" y="5053235"/>
                  <a:pt x="827736" y="5051806"/>
                </a:cubicBezTo>
                <a:close/>
                <a:moveTo>
                  <a:pt x="1456420" y="5049860"/>
                </a:moveTo>
                <a:cubicBezTo>
                  <a:pt x="1456985" y="5049946"/>
                  <a:pt x="1457486" y="5050206"/>
                  <a:pt x="1458115" y="5050855"/>
                </a:cubicBezTo>
                <a:cubicBezTo>
                  <a:pt x="1458742" y="5051504"/>
                  <a:pt x="1459620" y="5052413"/>
                  <a:pt x="1460938" y="5053710"/>
                </a:cubicBezTo>
                <a:cubicBezTo>
                  <a:pt x="1460375" y="5053971"/>
                  <a:pt x="1459872" y="5054273"/>
                  <a:pt x="1459370" y="5054532"/>
                </a:cubicBezTo>
                <a:cubicBezTo>
                  <a:pt x="1458806" y="5054792"/>
                  <a:pt x="1458303" y="5055095"/>
                  <a:pt x="1457801" y="5055355"/>
                </a:cubicBezTo>
                <a:cubicBezTo>
                  <a:pt x="1457299" y="5055614"/>
                  <a:pt x="1456797" y="5055917"/>
                  <a:pt x="1456294" y="5056177"/>
                </a:cubicBezTo>
                <a:cubicBezTo>
                  <a:pt x="1455793" y="5056436"/>
                  <a:pt x="1455290" y="5056739"/>
                  <a:pt x="1454790" y="5056999"/>
                </a:cubicBezTo>
                <a:cubicBezTo>
                  <a:pt x="1454350" y="5056567"/>
                  <a:pt x="1453847" y="5056090"/>
                  <a:pt x="1453408" y="5055657"/>
                </a:cubicBezTo>
                <a:cubicBezTo>
                  <a:pt x="1452970" y="5055225"/>
                  <a:pt x="1452465" y="5054749"/>
                  <a:pt x="1452027" y="5054316"/>
                </a:cubicBezTo>
                <a:cubicBezTo>
                  <a:pt x="1451588" y="5053884"/>
                  <a:pt x="1451086" y="5053408"/>
                  <a:pt x="1450647" y="5052975"/>
                </a:cubicBezTo>
                <a:cubicBezTo>
                  <a:pt x="1450208" y="5052542"/>
                  <a:pt x="1449705" y="5052067"/>
                  <a:pt x="1449266" y="5051634"/>
                </a:cubicBezTo>
                <a:cubicBezTo>
                  <a:pt x="1451462" y="5051114"/>
                  <a:pt x="1452970" y="5050638"/>
                  <a:pt x="1454034" y="5050335"/>
                </a:cubicBezTo>
                <a:cubicBezTo>
                  <a:pt x="1455102" y="5050032"/>
                  <a:pt x="1455793" y="5049860"/>
                  <a:pt x="1456360" y="5049946"/>
                </a:cubicBezTo>
                <a:close/>
                <a:moveTo>
                  <a:pt x="1368624" y="5042158"/>
                </a:moveTo>
                <a:cubicBezTo>
                  <a:pt x="1368499" y="5042375"/>
                  <a:pt x="1368373" y="5042548"/>
                  <a:pt x="1368247" y="5042764"/>
                </a:cubicBezTo>
                <a:cubicBezTo>
                  <a:pt x="1368122" y="5042980"/>
                  <a:pt x="1367996" y="5043153"/>
                  <a:pt x="1367870" y="5043370"/>
                </a:cubicBezTo>
                <a:cubicBezTo>
                  <a:pt x="1367745" y="5043586"/>
                  <a:pt x="1367620" y="5043759"/>
                  <a:pt x="1367495" y="5043975"/>
                </a:cubicBezTo>
                <a:cubicBezTo>
                  <a:pt x="1367369" y="5044192"/>
                  <a:pt x="1367243" y="5044365"/>
                  <a:pt x="1367118" y="5044582"/>
                </a:cubicBezTo>
                <a:cubicBezTo>
                  <a:pt x="1366804" y="5044495"/>
                  <a:pt x="1366553" y="5044452"/>
                  <a:pt x="1366239" y="5044365"/>
                </a:cubicBezTo>
                <a:cubicBezTo>
                  <a:pt x="1365926" y="5044278"/>
                  <a:pt x="1365674" y="5044236"/>
                  <a:pt x="1365361" y="5044149"/>
                </a:cubicBezTo>
                <a:cubicBezTo>
                  <a:pt x="1365047" y="5044062"/>
                  <a:pt x="1364796" y="5044018"/>
                  <a:pt x="1364482" y="5043932"/>
                </a:cubicBezTo>
                <a:cubicBezTo>
                  <a:pt x="1364168" y="5043846"/>
                  <a:pt x="1363918" y="5043803"/>
                  <a:pt x="1363603" y="5043716"/>
                </a:cubicBezTo>
                <a:cubicBezTo>
                  <a:pt x="1364043" y="5043586"/>
                  <a:pt x="1364419" y="5043456"/>
                  <a:pt x="1364858" y="5043326"/>
                </a:cubicBezTo>
                <a:cubicBezTo>
                  <a:pt x="1365297" y="5043196"/>
                  <a:pt x="1365674" y="5043067"/>
                  <a:pt x="1366114" y="5042937"/>
                </a:cubicBezTo>
                <a:cubicBezTo>
                  <a:pt x="1366553" y="5042807"/>
                  <a:pt x="1366930" y="5042678"/>
                  <a:pt x="1367369" y="5042548"/>
                </a:cubicBezTo>
                <a:cubicBezTo>
                  <a:pt x="1367808" y="5042417"/>
                  <a:pt x="1368185" y="5042288"/>
                  <a:pt x="1368624" y="5042158"/>
                </a:cubicBezTo>
                <a:close/>
                <a:moveTo>
                  <a:pt x="929650" y="5032465"/>
                </a:moveTo>
                <a:cubicBezTo>
                  <a:pt x="931532" y="5032422"/>
                  <a:pt x="934546" y="5032725"/>
                  <a:pt x="938937" y="5033590"/>
                </a:cubicBezTo>
                <a:cubicBezTo>
                  <a:pt x="938688" y="5033936"/>
                  <a:pt x="938437" y="5034282"/>
                  <a:pt x="938123" y="5034629"/>
                </a:cubicBezTo>
                <a:cubicBezTo>
                  <a:pt x="937808" y="5034975"/>
                  <a:pt x="937558" y="5035321"/>
                  <a:pt x="937243" y="5035668"/>
                </a:cubicBezTo>
                <a:cubicBezTo>
                  <a:pt x="936930" y="5036014"/>
                  <a:pt x="936679" y="5036360"/>
                  <a:pt x="936364" y="5036706"/>
                </a:cubicBezTo>
                <a:cubicBezTo>
                  <a:pt x="936052" y="5037052"/>
                  <a:pt x="935800" y="5037398"/>
                  <a:pt x="935486" y="5037744"/>
                </a:cubicBezTo>
                <a:cubicBezTo>
                  <a:pt x="933101" y="5037139"/>
                  <a:pt x="931031" y="5036403"/>
                  <a:pt x="929525" y="5035624"/>
                </a:cubicBezTo>
                <a:cubicBezTo>
                  <a:pt x="928019" y="5034845"/>
                  <a:pt x="927077" y="5034110"/>
                  <a:pt x="927015" y="5033503"/>
                </a:cubicBezTo>
                <a:lnTo>
                  <a:pt x="927077" y="5033503"/>
                </a:lnTo>
                <a:cubicBezTo>
                  <a:pt x="927015" y="5032898"/>
                  <a:pt x="927768" y="5032509"/>
                  <a:pt x="929650" y="5032465"/>
                </a:cubicBezTo>
                <a:close/>
                <a:moveTo>
                  <a:pt x="1388018" y="5031254"/>
                </a:moveTo>
                <a:cubicBezTo>
                  <a:pt x="1388706" y="5031384"/>
                  <a:pt x="1389397" y="5031557"/>
                  <a:pt x="1390087" y="5031730"/>
                </a:cubicBezTo>
                <a:cubicBezTo>
                  <a:pt x="1390778" y="5031860"/>
                  <a:pt x="1391469" y="5032033"/>
                  <a:pt x="1392158" y="5032206"/>
                </a:cubicBezTo>
                <a:cubicBezTo>
                  <a:pt x="1392848" y="5032336"/>
                  <a:pt x="1393539" y="5032509"/>
                  <a:pt x="1394229" y="5032682"/>
                </a:cubicBezTo>
                <a:cubicBezTo>
                  <a:pt x="1394920" y="5032812"/>
                  <a:pt x="1395611" y="5032985"/>
                  <a:pt x="1396300" y="5033158"/>
                </a:cubicBezTo>
                <a:cubicBezTo>
                  <a:pt x="1395860" y="5033721"/>
                  <a:pt x="1395611" y="5034154"/>
                  <a:pt x="1395359" y="5034413"/>
                </a:cubicBezTo>
                <a:cubicBezTo>
                  <a:pt x="1395108" y="5034672"/>
                  <a:pt x="1394857" y="5034846"/>
                  <a:pt x="1394355" y="5034846"/>
                </a:cubicBezTo>
                <a:cubicBezTo>
                  <a:pt x="1393853" y="5034889"/>
                  <a:pt x="1393099" y="5034759"/>
                  <a:pt x="1391844" y="5034543"/>
                </a:cubicBezTo>
                <a:cubicBezTo>
                  <a:pt x="1390589" y="5034326"/>
                  <a:pt x="1388770" y="5033980"/>
                  <a:pt x="1386259" y="5033504"/>
                </a:cubicBezTo>
                <a:cubicBezTo>
                  <a:pt x="1386385" y="5033331"/>
                  <a:pt x="1386574" y="5033114"/>
                  <a:pt x="1386698" y="5032942"/>
                </a:cubicBezTo>
                <a:cubicBezTo>
                  <a:pt x="1386825" y="5032768"/>
                  <a:pt x="1387013" y="5032552"/>
                  <a:pt x="1387138" y="5032379"/>
                </a:cubicBezTo>
                <a:cubicBezTo>
                  <a:pt x="1387263" y="5032206"/>
                  <a:pt x="1387451" y="5031989"/>
                  <a:pt x="1387577" y="5031817"/>
                </a:cubicBezTo>
                <a:cubicBezTo>
                  <a:pt x="1387702" y="5031643"/>
                  <a:pt x="1387890" y="5031427"/>
                  <a:pt x="1388018" y="5031254"/>
                </a:cubicBezTo>
                <a:close/>
                <a:moveTo>
                  <a:pt x="1612933" y="5027663"/>
                </a:moveTo>
                <a:cubicBezTo>
                  <a:pt x="1616321" y="5027619"/>
                  <a:pt x="1619021" y="5028096"/>
                  <a:pt x="1620464" y="5028960"/>
                </a:cubicBezTo>
                <a:cubicBezTo>
                  <a:pt x="1621907" y="5029826"/>
                  <a:pt x="1622159" y="5031038"/>
                  <a:pt x="1620652" y="5032466"/>
                </a:cubicBezTo>
                <a:cubicBezTo>
                  <a:pt x="1619209" y="5033893"/>
                  <a:pt x="1616008" y="5035494"/>
                  <a:pt x="1610612" y="5037096"/>
                </a:cubicBezTo>
                <a:cubicBezTo>
                  <a:pt x="1609858" y="5036489"/>
                  <a:pt x="1609106" y="5035884"/>
                  <a:pt x="1608290" y="5035279"/>
                </a:cubicBezTo>
                <a:cubicBezTo>
                  <a:pt x="1607474" y="5034672"/>
                  <a:pt x="1606721" y="5034067"/>
                  <a:pt x="1605904" y="5033460"/>
                </a:cubicBezTo>
                <a:cubicBezTo>
                  <a:pt x="1605088" y="5032855"/>
                  <a:pt x="1604274" y="5032206"/>
                  <a:pt x="1603459" y="5031600"/>
                </a:cubicBezTo>
                <a:cubicBezTo>
                  <a:pt x="1602641" y="5030995"/>
                  <a:pt x="1601825" y="5030346"/>
                  <a:pt x="1601011" y="5029739"/>
                </a:cubicBezTo>
                <a:cubicBezTo>
                  <a:pt x="1605340" y="5028398"/>
                  <a:pt x="1609482" y="5027750"/>
                  <a:pt x="1612872" y="5027706"/>
                </a:cubicBezTo>
                <a:close/>
                <a:moveTo>
                  <a:pt x="1301353" y="5018879"/>
                </a:moveTo>
                <a:cubicBezTo>
                  <a:pt x="1303048" y="5031211"/>
                  <a:pt x="1301418" y="5039865"/>
                  <a:pt x="1298402" y="5045360"/>
                </a:cubicBezTo>
                <a:cubicBezTo>
                  <a:pt x="1295391" y="5050855"/>
                  <a:pt x="1290806" y="5053149"/>
                  <a:pt x="1286666" y="5052802"/>
                </a:cubicBezTo>
                <a:cubicBezTo>
                  <a:pt x="1282526" y="5052456"/>
                  <a:pt x="1278700" y="5049427"/>
                  <a:pt x="1277130" y="5044278"/>
                </a:cubicBezTo>
                <a:cubicBezTo>
                  <a:pt x="1275498" y="5039129"/>
                  <a:pt x="1276126" y="5031817"/>
                  <a:pt x="1280768" y="5022904"/>
                </a:cubicBezTo>
                <a:cubicBezTo>
                  <a:pt x="1281020" y="5022471"/>
                  <a:pt x="1281837" y="5022081"/>
                  <a:pt x="1283028" y="5021779"/>
                </a:cubicBezTo>
                <a:cubicBezTo>
                  <a:pt x="1284222" y="5021475"/>
                  <a:pt x="1285915" y="5021173"/>
                  <a:pt x="1287803" y="5020913"/>
                </a:cubicBezTo>
                <a:cubicBezTo>
                  <a:pt x="1289685" y="5020654"/>
                  <a:pt x="1291875" y="5020350"/>
                  <a:pt x="1294199" y="5020047"/>
                </a:cubicBezTo>
                <a:lnTo>
                  <a:pt x="1294199" y="5020004"/>
                </a:lnTo>
                <a:cubicBezTo>
                  <a:pt x="1296521" y="5019701"/>
                  <a:pt x="1298968" y="5019312"/>
                  <a:pt x="1301353" y="5018879"/>
                </a:cubicBezTo>
                <a:close/>
                <a:moveTo>
                  <a:pt x="1036839" y="5014466"/>
                </a:moveTo>
                <a:lnTo>
                  <a:pt x="1036964" y="5014553"/>
                </a:lnTo>
                <a:cubicBezTo>
                  <a:pt x="1038596" y="5024721"/>
                  <a:pt x="1039851" y="5031904"/>
                  <a:pt x="1040730" y="5037052"/>
                </a:cubicBezTo>
                <a:cubicBezTo>
                  <a:pt x="1041545" y="5042201"/>
                  <a:pt x="1041922" y="5045317"/>
                  <a:pt x="1041734" y="5047393"/>
                </a:cubicBezTo>
                <a:cubicBezTo>
                  <a:pt x="1041545" y="5049471"/>
                  <a:pt x="1040730" y="5050466"/>
                  <a:pt x="1039098" y="5051417"/>
                </a:cubicBezTo>
                <a:cubicBezTo>
                  <a:pt x="1037467" y="5052326"/>
                  <a:pt x="1035083" y="5053192"/>
                  <a:pt x="1031756" y="5054922"/>
                </a:cubicBezTo>
                <a:cubicBezTo>
                  <a:pt x="1028618" y="5053235"/>
                  <a:pt x="1026296" y="5052413"/>
                  <a:pt x="1024790" y="5051504"/>
                </a:cubicBezTo>
                <a:cubicBezTo>
                  <a:pt x="1023283" y="5050596"/>
                  <a:pt x="1022467" y="5049557"/>
                  <a:pt x="1022467" y="5047480"/>
                </a:cubicBezTo>
                <a:cubicBezTo>
                  <a:pt x="1022404" y="5045403"/>
                  <a:pt x="1023033" y="5042288"/>
                  <a:pt x="1024225" y="5037182"/>
                </a:cubicBezTo>
                <a:cubicBezTo>
                  <a:pt x="1025479" y="5032120"/>
                  <a:pt x="1027237" y="5025024"/>
                  <a:pt x="1029559" y="5014986"/>
                </a:cubicBezTo>
                <a:cubicBezTo>
                  <a:pt x="1030124" y="5014942"/>
                  <a:pt x="1030752" y="5014855"/>
                  <a:pt x="1031379" y="5014855"/>
                </a:cubicBezTo>
                <a:cubicBezTo>
                  <a:pt x="1031944" y="5014812"/>
                  <a:pt x="1032634" y="5014769"/>
                  <a:pt x="1033199" y="5014726"/>
                </a:cubicBezTo>
                <a:cubicBezTo>
                  <a:pt x="1033764" y="5014683"/>
                  <a:pt x="1034391" y="5014596"/>
                  <a:pt x="1035020" y="5014596"/>
                </a:cubicBezTo>
                <a:cubicBezTo>
                  <a:pt x="1035584" y="5014553"/>
                  <a:pt x="1036211" y="5014466"/>
                  <a:pt x="1036839" y="5014466"/>
                </a:cubicBezTo>
                <a:close/>
                <a:moveTo>
                  <a:pt x="854281" y="5009143"/>
                </a:moveTo>
                <a:lnTo>
                  <a:pt x="854281" y="5026840"/>
                </a:lnTo>
                <a:cubicBezTo>
                  <a:pt x="845559" y="5024590"/>
                  <a:pt x="840100" y="5022384"/>
                  <a:pt x="837149" y="5020307"/>
                </a:cubicBezTo>
                <a:cubicBezTo>
                  <a:pt x="834199" y="5018273"/>
                  <a:pt x="833761" y="5016369"/>
                  <a:pt x="834891" y="5014726"/>
                </a:cubicBezTo>
                <a:lnTo>
                  <a:pt x="834828" y="5014682"/>
                </a:lnTo>
                <a:cubicBezTo>
                  <a:pt x="836019" y="5013081"/>
                  <a:pt x="838780" y="5011697"/>
                  <a:pt x="842295" y="5010744"/>
                </a:cubicBezTo>
                <a:cubicBezTo>
                  <a:pt x="845809" y="5009793"/>
                  <a:pt x="850076" y="5009230"/>
                  <a:pt x="854281" y="5009143"/>
                </a:cubicBezTo>
                <a:close/>
                <a:moveTo>
                  <a:pt x="1982559" y="5005509"/>
                </a:moveTo>
                <a:lnTo>
                  <a:pt x="1983375" y="5005682"/>
                </a:lnTo>
                <a:lnTo>
                  <a:pt x="1984191" y="5005855"/>
                </a:lnTo>
                <a:lnTo>
                  <a:pt x="1984944" y="5006029"/>
                </a:lnTo>
                <a:lnTo>
                  <a:pt x="1985760" y="5006201"/>
                </a:lnTo>
                <a:lnTo>
                  <a:pt x="1984944" y="5006418"/>
                </a:lnTo>
                <a:lnTo>
                  <a:pt x="1984128" y="5006591"/>
                </a:lnTo>
                <a:lnTo>
                  <a:pt x="1983375" y="5006764"/>
                </a:lnTo>
                <a:lnTo>
                  <a:pt x="1982559" y="5006980"/>
                </a:lnTo>
                <a:lnTo>
                  <a:pt x="1982559" y="5006591"/>
                </a:lnTo>
                <a:lnTo>
                  <a:pt x="1982559" y="5006244"/>
                </a:lnTo>
                <a:lnTo>
                  <a:pt x="1982559" y="5005898"/>
                </a:lnTo>
                <a:close/>
                <a:moveTo>
                  <a:pt x="936114" y="4996640"/>
                </a:moveTo>
                <a:lnTo>
                  <a:pt x="936114" y="4996683"/>
                </a:lnTo>
                <a:cubicBezTo>
                  <a:pt x="937558" y="4998067"/>
                  <a:pt x="938812" y="4998890"/>
                  <a:pt x="939628" y="4999539"/>
                </a:cubicBezTo>
                <a:cubicBezTo>
                  <a:pt x="940444" y="5000187"/>
                  <a:pt x="940883" y="5000577"/>
                  <a:pt x="940632" y="5001140"/>
                </a:cubicBezTo>
                <a:cubicBezTo>
                  <a:pt x="940382" y="5001658"/>
                  <a:pt x="939567" y="5002308"/>
                  <a:pt x="937871" y="5003433"/>
                </a:cubicBezTo>
                <a:cubicBezTo>
                  <a:pt x="936178" y="5004558"/>
                  <a:pt x="933667" y="5006073"/>
                  <a:pt x="930089" y="5008408"/>
                </a:cubicBezTo>
                <a:cubicBezTo>
                  <a:pt x="928270" y="5006029"/>
                  <a:pt x="926701" y="5004385"/>
                  <a:pt x="925633" y="5003216"/>
                </a:cubicBezTo>
                <a:cubicBezTo>
                  <a:pt x="924567" y="5002048"/>
                  <a:pt x="923939" y="5001312"/>
                  <a:pt x="924128" y="5000750"/>
                </a:cubicBezTo>
                <a:cubicBezTo>
                  <a:pt x="924316" y="5000144"/>
                  <a:pt x="925257" y="4999712"/>
                  <a:pt x="927140" y="4999149"/>
                </a:cubicBezTo>
                <a:cubicBezTo>
                  <a:pt x="929023" y="4998544"/>
                  <a:pt x="931971" y="4997808"/>
                  <a:pt x="936114" y="4996640"/>
                </a:cubicBezTo>
                <a:close/>
                <a:moveTo>
                  <a:pt x="1987957" y="4990625"/>
                </a:moveTo>
                <a:cubicBezTo>
                  <a:pt x="1988082" y="4990798"/>
                  <a:pt x="1988145" y="4990971"/>
                  <a:pt x="1988270" y="4991145"/>
                </a:cubicBezTo>
                <a:cubicBezTo>
                  <a:pt x="1988396" y="4991317"/>
                  <a:pt x="1988584" y="4991663"/>
                  <a:pt x="1988584" y="4991663"/>
                </a:cubicBezTo>
                <a:lnTo>
                  <a:pt x="1988710" y="4991663"/>
                </a:lnTo>
                <a:cubicBezTo>
                  <a:pt x="1988835" y="4991837"/>
                  <a:pt x="1988898" y="4992009"/>
                  <a:pt x="1989024" y="4992183"/>
                </a:cubicBezTo>
                <a:cubicBezTo>
                  <a:pt x="1989149" y="4992355"/>
                  <a:pt x="1989212" y="4992529"/>
                  <a:pt x="1989338" y="4992701"/>
                </a:cubicBezTo>
                <a:cubicBezTo>
                  <a:pt x="1988898" y="4992745"/>
                  <a:pt x="1988459" y="4992788"/>
                  <a:pt x="1988020" y="4992832"/>
                </a:cubicBezTo>
                <a:cubicBezTo>
                  <a:pt x="1987580" y="4992875"/>
                  <a:pt x="1987141" y="4992918"/>
                  <a:pt x="1986701" y="4992962"/>
                </a:cubicBezTo>
                <a:cubicBezTo>
                  <a:pt x="1986262" y="4993005"/>
                  <a:pt x="1985823" y="4993048"/>
                  <a:pt x="1985384" y="4993091"/>
                </a:cubicBezTo>
                <a:cubicBezTo>
                  <a:pt x="1984945" y="4993134"/>
                  <a:pt x="1984505" y="4993178"/>
                  <a:pt x="1984066" y="4993221"/>
                </a:cubicBezTo>
                <a:cubicBezTo>
                  <a:pt x="1984380" y="4992485"/>
                  <a:pt x="1984505" y="4991966"/>
                  <a:pt x="1984693" y="4991620"/>
                </a:cubicBezTo>
                <a:cubicBezTo>
                  <a:pt x="1984819" y="4991274"/>
                  <a:pt x="1985007" y="4991101"/>
                  <a:pt x="1985196" y="4990971"/>
                </a:cubicBezTo>
                <a:cubicBezTo>
                  <a:pt x="1985447" y="4990884"/>
                  <a:pt x="1985697" y="4990798"/>
                  <a:pt x="1986137" y="4990798"/>
                </a:cubicBezTo>
                <a:cubicBezTo>
                  <a:pt x="1986576" y="4990798"/>
                  <a:pt x="1987141" y="4990755"/>
                  <a:pt x="1987957" y="4990625"/>
                </a:cubicBezTo>
                <a:close/>
                <a:moveTo>
                  <a:pt x="1669919" y="4990322"/>
                </a:moveTo>
                <a:cubicBezTo>
                  <a:pt x="1673182" y="4990322"/>
                  <a:pt x="1677071" y="4991404"/>
                  <a:pt x="1681026" y="4992961"/>
                </a:cubicBezTo>
                <a:lnTo>
                  <a:pt x="1680962" y="4993005"/>
                </a:lnTo>
                <a:cubicBezTo>
                  <a:pt x="1684979" y="4994562"/>
                  <a:pt x="1689060" y="4996596"/>
                  <a:pt x="1692700" y="4998543"/>
                </a:cubicBezTo>
                <a:cubicBezTo>
                  <a:pt x="1696333" y="5000490"/>
                  <a:pt x="1699595" y="5002308"/>
                  <a:pt x="1701854" y="5003476"/>
                </a:cubicBezTo>
                <a:cubicBezTo>
                  <a:pt x="1695579" y="5003476"/>
                  <a:pt x="1689625" y="5003648"/>
                  <a:pt x="1684226" y="5003778"/>
                </a:cubicBezTo>
                <a:cubicBezTo>
                  <a:pt x="1678830" y="5003865"/>
                  <a:pt x="1674122" y="5003908"/>
                  <a:pt x="1670357" y="5003519"/>
                </a:cubicBezTo>
                <a:cubicBezTo>
                  <a:pt x="1666655" y="5003130"/>
                  <a:pt x="1663893" y="5002351"/>
                  <a:pt x="1662451" y="5000880"/>
                </a:cubicBezTo>
                <a:cubicBezTo>
                  <a:pt x="1661070" y="4999408"/>
                  <a:pt x="1661006" y="4997244"/>
                  <a:pt x="1662639" y="4994086"/>
                </a:cubicBezTo>
                <a:cubicBezTo>
                  <a:pt x="1664082" y="4991360"/>
                  <a:pt x="1666655" y="4990322"/>
                  <a:pt x="1669919" y="4990322"/>
                </a:cubicBezTo>
                <a:close/>
                <a:moveTo>
                  <a:pt x="2055105" y="4984351"/>
                </a:moveTo>
                <a:lnTo>
                  <a:pt x="2055167" y="4984394"/>
                </a:lnTo>
                <a:cubicBezTo>
                  <a:pt x="2063576" y="4990884"/>
                  <a:pt x="2067718" y="4997418"/>
                  <a:pt x="2068910" y="5003389"/>
                </a:cubicBezTo>
                <a:cubicBezTo>
                  <a:pt x="2070103" y="5009317"/>
                  <a:pt x="2068471" y="5014682"/>
                  <a:pt x="2065333" y="5018706"/>
                </a:cubicBezTo>
                <a:cubicBezTo>
                  <a:pt x="2062195" y="5022773"/>
                  <a:pt x="2057614" y="5025500"/>
                  <a:pt x="2053033" y="5026235"/>
                </a:cubicBezTo>
                <a:cubicBezTo>
                  <a:pt x="2048390" y="5026970"/>
                  <a:pt x="2043745" y="5025715"/>
                  <a:pt x="2040545" y="5021779"/>
                </a:cubicBezTo>
                <a:cubicBezTo>
                  <a:pt x="2039729" y="5020739"/>
                  <a:pt x="2039353" y="5019614"/>
                  <a:pt x="2039479" y="5018057"/>
                </a:cubicBezTo>
                <a:cubicBezTo>
                  <a:pt x="2039604" y="5016500"/>
                  <a:pt x="2040232" y="5014509"/>
                  <a:pt x="2041424" y="5011826"/>
                </a:cubicBezTo>
                <a:cubicBezTo>
                  <a:pt x="2042553" y="5009101"/>
                  <a:pt x="2044310" y="5005682"/>
                  <a:pt x="2046570" y="5001226"/>
                </a:cubicBezTo>
                <a:cubicBezTo>
                  <a:pt x="2048829" y="4996726"/>
                  <a:pt x="2051716" y="4991230"/>
                  <a:pt x="2055105" y="4984351"/>
                </a:cubicBezTo>
                <a:close/>
                <a:moveTo>
                  <a:pt x="1283026" y="4978855"/>
                </a:moveTo>
                <a:cubicBezTo>
                  <a:pt x="1283656" y="4979591"/>
                  <a:pt x="1284219" y="4980284"/>
                  <a:pt x="1284844" y="4981019"/>
                </a:cubicBezTo>
                <a:cubicBezTo>
                  <a:pt x="1285475" y="4981755"/>
                  <a:pt x="1286041" y="4982447"/>
                  <a:pt x="1286664" y="4983182"/>
                </a:cubicBezTo>
                <a:cubicBezTo>
                  <a:pt x="1287291" y="4983918"/>
                  <a:pt x="1287861" y="4984610"/>
                  <a:pt x="1288486" y="4985346"/>
                </a:cubicBezTo>
                <a:cubicBezTo>
                  <a:pt x="1289112" y="4986081"/>
                  <a:pt x="1289680" y="4986773"/>
                  <a:pt x="1290309" y="4987509"/>
                </a:cubicBezTo>
                <a:cubicBezTo>
                  <a:pt x="1289556" y="4987639"/>
                  <a:pt x="1288865" y="4987769"/>
                  <a:pt x="1288108" y="4987898"/>
                </a:cubicBezTo>
                <a:cubicBezTo>
                  <a:pt x="1287355" y="4988028"/>
                  <a:pt x="1286664" y="4988159"/>
                  <a:pt x="1285913" y="4988288"/>
                </a:cubicBezTo>
                <a:cubicBezTo>
                  <a:pt x="1285162" y="4988418"/>
                  <a:pt x="1284472" y="4988548"/>
                  <a:pt x="1283718" y="4988677"/>
                </a:cubicBezTo>
                <a:cubicBezTo>
                  <a:pt x="1282964" y="4988808"/>
                  <a:pt x="1282271" y="4988937"/>
                  <a:pt x="1281519" y="4989067"/>
                </a:cubicBezTo>
                <a:cubicBezTo>
                  <a:pt x="1281082" y="4988331"/>
                  <a:pt x="1280703" y="4987552"/>
                  <a:pt x="1280266" y="4986817"/>
                </a:cubicBezTo>
                <a:cubicBezTo>
                  <a:pt x="1279826" y="4986081"/>
                  <a:pt x="1279451" y="4985302"/>
                  <a:pt x="1279011" y="4984567"/>
                </a:cubicBezTo>
                <a:cubicBezTo>
                  <a:pt x="1278571" y="4983831"/>
                  <a:pt x="1278195" y="4983052"/>
                  <a:pt x="1277755" y="4982317"/>
                </a:cubicBezTo>
                <a:cubicBezTo>
                  <a:pt x="1277316" y="4981581"/>
                  <a:pt x="1276939" y="4980802"/>
                  <a:pt x="1276500" y="4980067"/>
                </a:cubicBezTo>
                <a:cubicBezTo>
                  <a:pt x="1277065" y="4979980"/>
                  <a:pt x="1277567" y="4979851"/>
                  <a:pt x="1278131" y="4979764"/>
                </a:cubicBezTo>
                <a:cubicBezTo>
                  <a:pt x="1278696" y="4979677"/>
                  <a:pt x="1279199" y="4979548"/>
                  <a:pt x="1279762" y="4979461"/>
                </a:cubicBezTo>
                <a:cubicBezTo>
                  <a:pt x="1280329" y="4979375"/>
                  <a:pt x="1280830" y="4979245"/>
                  <a:pt x="1281394" y="4979159"/>
                </a:cubicBezTo>
                <a:cubicBezTo>
                  <a:pt x="1281961" y="4979072"/>
                  <a:pt x="1282462" y="4978942"/>
                  <a:pt x="1283026" y="4978855"/>
                </a:cubicBezTo>
                <a:close/>
                <a:moveTo>
                  <a:pt x="2265963" y="4978163"/>
                </a:moveTo>
                <a:lnTo>
                  <a:pt x="2266026" y="4978206"/>
                </a:lnTo>
                <a:cubicBezTo>
                  <a:pt x="2266967" y="4979634"/>
                  <a:pt x="2267595" y="4980630"/>
                  <a:pt x="2267971" y="4981322"/>
                </a:cubicBezTo>
                <a:cubicBezTo>
                  <a:pt x="2268285" y="4982057"/>
                  <a:pt x="2268410" y="4982447"/>
                  <a:pt x="2268285" y="4982750"/>
                </a:cubicBezTo>
                <a:cubicBezTo>
                  <a:pt x="2268160" y="4983052"/>
                  <a:pt x="2267845" y="4983182"/>
                  <a:pt x="2267344" y="4983355"/>
                </a:cubicBezTo>
                <a:cubicBezTo>
                  <a:pt x="2266841" y="4983529"/>
                  <a:pt x="2266152" y="4983701"/>
                  <a:pt x="2265398" y="4984048"/>
                </a:cubicBezTo>
                <a:cubicBezTo>
                  <a:pt x="2264457" y="4982576"/>
                  <a:pt x="2263829" y="4981581"/>
                  <a:pt x="2263453" y="4980889"/>
                </a:cubicBezTo>
                <a:cubicBezTo>
                  <a:pt x="2263139" y="4980154"/>
                  <a:pt x="2263014" y="4979764"/>
                  <a:pt x="2263139" y="4979461"/>
                </a:cubicBezTo>
                <a:cubicBezTo>
                  <a:pt x="2263264" y="4979159"/>
                  <a:pt x="2263579" y="4979029"/>
                  <a:pt x="2264081" y="4978855"/>
                </a:cubicBezTo>
                <a:cubicBezTo>
                  <a:pt x="2264583" y="4978683"/>
                  <a:pt x="2265210" y="4978509"/>
                  <a:pt x="2265963" y="4978163"/>
                </a:cubicBezTo>
                <a:close/>
                <a:moveTo>
                  <a:pt x="1759777" y="4968948"/>
                </a:moveTo>
                <a:cubicBezTo>
                  <a:pt x="1765488" y="4971024"/>
                  <a:pt x="1769316" y="4973577"/>
                  <a:pt x="1771639" y="4976952"/>
                </a:cubicBezTo>
                <a:cubicBezTo>
                  <a:pt x="1773961" y="4980371"/>
                  <a:pt x="1774839" y="4984568"/>
                  <a:pt x="1774839" y="4989933"/>
                </a:cubicBezTo>
                <a:cubicBezTo>
                  <a:pt x="1774776" y="4995298"/>
                  <a:pt x="1773772" y="5001789"/>
                  <a:pt x="1772328" y="5009750"/>
                </a:cubicBezTo>
                <a:cubicBezTo>
                  <a:pt x="1770885" y="5017669"/>
                  <a:pt x="1768940" y="5027101"/>
                  <a:pt x="1767057" y="5038265"/>
                </a:cubicBezTo>
                <a:cubicBezTo>
                  <a:pt x="1763606" y="5037009"/>
                  <a:pt x="1760593" y="5035884"/>
                  <a:pt x="1757895" y="5034890"/>
                </a:cubicBezTo>
                <a:cubicBezTo>
                  <a:pt x="1755196" y="5033894"/>
                  <a:pt x="1752812" y="5033029"/>
                  <a:pt x="1750615" y="5032207"/>
                </a:cubicBezTo>
                <a:cubicBezTo>
                  <a:pt x="1748419" y="5031385"/>
                  <a:pt x="1746473" y="5030649"/>
                  <a:pt x="1744591" y="5029957"/>
                </a:cubicBezTo>
                <a:cubicBezTo>
                  <a:pt x="1742708" y="5029221"/>
                  <a:pt x="1740888" y="5028571"/>
                  <a:pt x="1739131" y="5027923"/>
                </a:cubicBezTo>
                <a:cubicBezTo>
                  <a:pt x="1744339" y="5016198"/>
                  <a:pt x="1745595" y="5007890"/>
                  <a:pt x="1745155" y="5001702"/>
                </a:cubicBezTo>
                <a:cubicBezTo>
                  <a:pt x="1744780" y="4995558"/>
                  <a:pt x="1742708" y="4991534"/>
                  <a:pt x="1741327" y="4988332"/>
                </a:cubicBezTo>
                <a:cubicBezTo>
                  <a:pt x="1740010" y="4985173"/>
                  <a:pt x="1739257" y="4982837"/>
                  <a:pt x="1741578" y="4980024"/>
                </a:cubicBezTo>
                <a:cubicBezTo>
                  <a:pt x="1743900" y="4977256"/>
                  <a:pt x="1749172" y="4974010"/>
                  <a:pt x="1759777" y="4968991"/>
                </a:cubicBezTo>
                <a:close/>
                <a:moveTo>
                  <a:pt x="1482342" y="4962976"/>
                </a:moveTo>
                <a:cubicBezTo>
                  <a:pt x="1486233" y="4962587"/>
                  <a:pt x="1492446" y="4964230"/>
                  <a:pt x="1497904" y="4966611"/>
                </a:cubicBezTo>
                <a:cubicBezTo>
                  <a:pt x="1503360" y="4968947"/>
                  <a:pt x="1508137" y="4972063"/>
                  <a:pt x="1509140" y="4974572"/>
                </a:cubicBezTo>
                <a:cubicBezTo>
                  <a:pt x="1509830" y="4976216"/>
                  <a:pt x="1510206" y="4977860"/>
                  <a:pt x="1510396" y="4979634"/>
                </a:cubicBezTo>
                <a:cubicBezTo>
                  <a:pt x="1510583" y="4981409"/>
                  <a:pt x="1510583" y="4983312"/>
                  <a:pt x="1510520" y="4985346"/>
                </a:cubicBezTo>
                <a:cubicBezTo>
                  <a:pt x="1510458" y="4987380"/>
                  <a:pt x="1510269" y="4989630"/>
                  <a:pt x="1510143" y="4992096"/>
                </a:cubicBezTo>
                <a:cubicBezTo>
                  <a:pt x="1510019" y="4994562"/>
                  <a:pt x="1509894" y="4997288"/>
                  <a:pt x="1509894" y="5000360"/>
                </a:cubicBezTo>
                <a:cubicBezTo>
                  <a:pt x="1492762" y="4986514"/>
                  <a:pt x="1483911" y="4977384"/>
                  <a:pt x="1480334" y="4971587"/>
                </a:cubicBezTo>
                <a:cubicBezTo>
                  <a:pt x="1476757" y="4965788"/>
                  <a:pt x="1478387" y="4963366"/>
                  <a:pt x="1482342" y="4962976"/>
                </a:cubicBezTo>
                <a:close/>
                <a:moveTo>
                  <a:pt x="1819897" y="4960467"/>
                </a:moveTo>
                <a:cubicBezTo>
                  <a:pt x="1828558" y="4960381"/>
                  <a:pt x="1834644" y="4960770"/>
                  <a:pt x="1838661" y="4961592"/>
                </a:cubicBezTo>
                <a:lnTo>
                  <a:pt x="1838724" y="4961592"/>
                </a:lnTo>
                <a:cubicBezTo>
                  <a:pt x="1842740" y="4962414"/>
                  <a:pt x="1844623" y="4963669"/>
                  <a:pt x="1844874" y="4965356"/>
                </a:cubicBezTo>
                <a:cubicBezTo>
                  <a:pt x="1845125" y="4967044"/>
                  <a:pt x="1843682" y="4969121"/>
                  <a:pt x="1841046" y="4971544"/>
                </a:cubicBezTo>
                <a:cubicBezTo>
                  <a:pt x="1838347" y="4973967"/>
                  <a:pt x="1834519" y="4976780"/>
                  <a:pt x="1829813" y="4979895"/>
                </a:cubicBezTo>
                <a:cubicBezTo>
                  <a:pt x="1828055" y="4978553"/>
                  <a:pt x="1826925" y="4977905"/>
                  <a:pt x="1826110" y="4977342"/>
                </a:cubicBezTo>
                <a:cubicBezTo>
                  <a:pt x="1825231" y="4976780"/>
                  <a:pt x="1824729" y="4976347"/>
                  <a:pt x="1824290" y="4975481"/>
                </a:cubicBezTo>
                <a:cubicBezTo>
                  <a:pt x="1823851" y="4974616"/>
                  <a:pt x="1823412" y="4973318"/>
                  <a:pt x="1822784" y="4970981"/>
                </a:cubicBezTo>
                <a:cubicBezTo>
                  <a:pt x="1822094" y="4968645"/>
                  <a:pt x="1821278" y="4965356"/>
                  <a:pt x="1819897" y="4960467"/>
                </a:cubicBezTo>
                <a:close/>
                <a:moveTo>
                  <a:pt x="1674751" y="4960163"/>
                </a:moveTo>
                <a:cubicBezTo>
                  <a:pt x="1678328" y="4960899"/>
                  <a:pt x="1682721" y="4962413"/>
                  <a:pt x="1687490" y="4964880"/>
                </a:cubicBezTo>
                <a:cubicBezTo>
                  <a:pt x="1686235" y="4965399"/>
                  <a:pt x="1685043" y="4965962"/>
                  <a:pt x="1683789" y="4966481"/>
                </a:cubicBezTo>
                <a:cubicBezTo>
                  <a:pt x="1682532" y="4967000"/>
                  <a:pt x="1681215" y="4967563"/>
                  <a:pt x="1679897" y="4968125"/>
                </a:cubicBezTo>
                <a:cubicBezTo>
                  <a:pt x="1678578" y="4968688"/>
                  <a:pt x="1677197" y="4969293"/>
                  <a:pt x="1675693" y="4969942"/>
                </a:cubicBezTo>
                <a:cubicBezTo>
                  <a:pt x="1674185" y="4970592"/>
                  <a:pt x="1672617" y="4971240"/>
                  <a:pt x="1670923" y="4971976"/>
                </a:cubicBezTo>
                <a:cubicBezTo>
                  <a:pt x="1667158" y="4969034"/>
                  <a:pt x="1665150" y="4966524"/>
                  <a:pt x="1664520" y="4964534"/>
                </a:cubicBezTo>
                <a:lnTo>
                  <a:pt x="1664584" y="4964534"/>
                </a:lnTo>
                <a:cubicBezTo>
                  <a:pt x="1663957" y="4962543"/>
                  <a:pt x="1664647" y="4961116"/>
                  <a:pt x="1666467" y="4960337"/>
                </a:cubicBezTo>
                <a:cubicBezTo>
                  <a:pt x="1668286" y="4959558"/>
                  <a:pt x="1671112" y="4959428"/>
                  <a:pt x="1674751" y="4960163"/>
                </a:cubicBezTo>
                <a:close/>
                <a:moveTo>
                  <a:pt x="1047821" y="4959341"/>
                </a:moveTo>
                <a:cubicBezTo>
                  <a:pt x="1048572" y="4960424"/>
                  <a:pt x="1049388" y="4961462"/>
                  <a:pt x="1050205" y="4962500"/>
                </a:cubicBezTo>
                <a:cubicBezTo>
                  <a:pt x="1051084" y="4963538"/>
                  <a:pt x="1051899" y="4964534"/>
                  <a:pt x="1052653" y="4965529"/>
                </a:cubicBezTo>
                <a:cubicBezTo>
                  <a:pt x="1053406" y="4966524"/>
                  <a:pt x="1054158" y="4967520"/>
                  <a:pt x="1054722" y="4968515"/>
                </a:cubicBezTo>
                <a:lnTo>
                  <a:pt x="1054722" y="4968471"/>
                </a:lnTo>
                <a:cubicBezTo>
                  <a:pt x="1055288" y="4969467"/>
                  <a:pt x="1055791" y="4970462"/>
                  <a:pt x="1056042" y="4971500"/>
                </a:cubicBezTo>
                <a:cubicBezTo>
                  <a:pt x="1057297" y="4976044"/>
                  <a:pt x="1054849" y="4978424"/>
                  <a:pt x="1051084" y="4979245"/>
                </a:cubicBezTo>
                <a:cubicBezTo>
                  <a:pt x="1047319" y="4980067"/>
                  <a:pt x="1042299" y="4979245"/>
                  <a:pt x="1038407" y="4977471"/>
                </a:cubicBezTo>
                <a:cubicBezTo>
                  <a:pt x="1034516" y="4975697"/>
                  <a:pt x="1031756" y="4972884"/>
                  <a:pt x="1032508" y="4969683"/>
                </a:cubicBezTo>
                <a:cubicBezTo>
                  <a:pt x="1033261" y="4966481"/>
                  <a:pt x="1037592" y="4962846"/>
                  <a:pt x="1047821" y="4959341"/>
                </a:cubicBezTo>
                <a:close/>
                <a:moveTo>
                  <a:pt x="1585113" y="4956207"/>
                </a:moveTo>
                <a:lnTo>
                  <a:pt x="1587769" y="4957741"/>
                </a:lnTo>
                <a:cubicBezTo>
                  <a:pt x="1588336" y="4958563"/>
                  <a:pt x="1588463" y="4959991"/>
                  <a:pt x="1588336" y="4962803"/>
                </a:cubicBezTo>
                <a:cubicBezTo>
                  <a:pt x="1588210" y="4965659"/>
                  <a:pt x="1587708" y="4969899"/>
                  <a:pt x="1586953" y="4976389"/>
                </a:cubicBezTo>
                <a:cubicBezTo>
                  <a:pt x="1586201" y="4982880"/>
                  <a:pt x="1585199" y="4991620"/>
                  <a:pt x="1583880" y="5003433"/>
                </a:cubicBezTo>
                <a:cubicBezTo>
                  <a:pt x="1577227" y="4999105"/>
                  <a:pt x="1572270" y="4995817"/>
                  <a:pt x="1569007" y="4992832"/>
                </a:cubicBezTo>
                <a:cubicBezTo>
                  <a:pt x="1565744" y="4989846"/>
                  <a:pt x="1564175" y="4987206"/>
                  <a:pt x="1564239" y="4984178"/>
                </a:cubicBezTo>
                <a:cubicBezTo>
                  <a:pt x="1564301" y="4981149"/>
                  <a:pt x="1566121" y="4977774"/>
                  <a:pt x="1569572" y="4973361"/>
                </a:cubicBezTo>
                <a:close/>
                <a:moveTo>
                  <a:pt x="1585072" y="4956183"/>
                </a:moveTo>
                <a:lnTo>
                  <a:pt x="1585135" y="4956183"/>
                </a:lnTo>
                <a:lnTo>
                  <a:pt x="1585113" y="4956207"/>
                </a:lnTo>
                <a:close/>
                <a:moveTo>
                  <a:pt x="2007849" y="4952635"/>
                </a:moveTo>
                <a:cubicBezTo>
                  <a:pt x="2007222" y="4952939"/>
                  <a:pt x="2006532" y="4953285"/>
                  <a:pt x="2005653" y="4953674"/>
                </a:cubicBezTo>
                <a:cubicBezTo>
                  <a:pt x="2004963" y="4953803"/>
                  <a:pt x="2004210" y="4953933"/>
                  <a:pt x="2003456" y="4954064"/>
                </a:cubicBezTo>
                <a:cubicBezTo>
                  <a:pt x="2002767" y="4954193"/>
                  <a:pt x="2002013" y="4954323"/>
                  <a:pt x="2001260" y="4954453"/>
                </a:cubicBezTo>
                <a:cubicBezTo>
                  <a:pt x="2000570" y="4954582"/>
                  <a:pt x="1999817" y="4954713"/>
                  <a:pt x="1999064" y="4954842"/>
                </a:cubicBezTo>
                <a:cubicBezTo>
                  <a:pt x="1998374" y="4954972"/>
                  <a:pt x="1997621" y="4955102"/>
                  <a:pt x="1996867" y="4955231"/>
                </a:cubicBezTo>
                <a:cubicBezTo>
                  <a:pt x="1997495" y="4955059"/>
                  <a:pt x="1998122" y="4954885"/>
                  <a:pt x="1998751" y="4954713"/>
                </a:cubicBezTo>
                <a:cubicBezTo>
                  <a:pt x="1999378" y="4954539"/>
                  <a:pt x="2000005" y="4954366"/>
                  <a:pt x="2000633" y="4954193"/>
                </a:cubicBezTo>
                <a:cubicBezTo>
                  <a:pt x="2001260" y="4954020"/>
                  <a:pt x="2001887" y="4953847"/>
                  <a:pt x="2002515" y="4953674"/>
                </a:cubicBezTo>
                <a:cubicBezTo>
                  <a:pt x="2003143" y="4953501"/>
                  <a:pt x="2003771" y="4953328"/>
                  <a:pt x="2004398" y="4953155"/>
                </a:cubicBezTo>
                <a:lnTo>
                  <a:pt x="2004272" y="4953068"/>
                </a:lnTo>
                <a:cubicBezTo>
                  <a:pt x="2005214" y="4952939"/>
                  <a:pt x="2006155" y="4952852"/>
                  <a:pt x="2007097" y="4952722"/>
                </a:cubicBezTo>
                <a:close/>
                <a:moveTo>
                  <a:pt x="2012305" y="4950817"/>
                </a:moveTo>
                <a:cubicBezTo>
                  <a:pt x="2012744" y="4950731"/>
                  <a:pt x="2013059" y="4950817"/>
                  <a:pt x="2013560" y="4950991"/>
                </a:cubicBezTo>
                <a:cubicBezTo>
                  <a:pt x="2014063" y="4951164"/>
                  <a:pt x="2014690" y="4951467"/>
                  <a:pt x="2015694" y="4951770"/>
                </a:cubicBezTo>
                <a:cubicBezTo>
                  <a:pt x="2014753" y="4951899"/>
                  <a:pt x="2013811" y="4951986"/>
                  <a:pt x="2012870" y="4952116"/>
                </a:cubicBezTo>
                <a:cubicBezTo>
                  <a:pt x="2011929" y="4952245"/>
                  <a:pt x="2010987" y="4952332"/>
                  <a:pt x="2010046" y="4952462"/>
                </a:cubicBezTo>
                <a:cubicBezTo>
                  <a:pt x="2009356" y="4952549"/>
                  <a:pt x="2008665" y="4952634"/>
                  <a:pt x="2007975" y="4952721"/>
                </a:cubicBezTo>
                <a:cubicBezTo>
                  <a:pt x="2008853" y="4952289"/>
                  <a:pt x="2009669" y="4951899"/>
                  <a:pt x="2010234" y="4951640"/>
                </a:cubicBezTo>
                <a:cubicBezTo>
                  <a:pt x="2011238" y="4951207"/>
                  <a:pt x="2011866" y="4950948"/>
                  <a:pt x="2012305" y="4950861"/>
                </a:cubicBezTo>
                <a:close/>
                <a:moveTo>
                  <a:pt x="2058618" y="4944111"/>
                </a:moveTo>
                <a:cubicBezTo>
                  <a:pt x="2062133" y="4942770"/>
                  <a:pt x="2067341" y="4942683"/>
                  <a:pt x="2074810" y="4944241"/>
                </a:cubicBezTo>
                <a:cubicBezTo>
                  <a:pt x="2078073" y="4951380"/>
                  <a:pt x="2078888" y="4956875"/>
                  <a:pt x="2078073" y="4961116"/>
                </a:cubicBezTo>
                <a:cubicBezTo>
                  <a:pt x="2077257" y="4965356"/>
                  <a:pt x="2074872" y="4968384"/>
                  <a:pt x="2071734" y="4970592"/>
                </a:cubicBezTo>
                <a:cubicBezTo>
                  <a:pt x="2068596" y="4972799"/>
                  <a:pt x="2064832" y="4974226"/>
                  <a:pt x="2061255" y="4975265"/>
                </a:cubicBezTo>
                <a:cubicBezTo>
                  <a:pt x="2057677" y="4976303"/>
                  <a:pt x="2054352" y="4976995"/>
                  <a:pt x="2052218" y="4977730"/>
                </a:cubicBezTo>
                <a:cubicBezTo>
                  <a:pt x="2052218" y="4972928"/>
                  <a:pt x="2051779" y="4968038"/>
                  <a:pt x="2051527" y="4963495"/>
                </a:cubicBezTo>
                <a:cubicBezTo>
                  <a:pt x="2051338" y="4958995"/>
                  <a:pt x="2051338" y="4954799"/>
                  <a:pt x="2052280" y="4951424"/>
                </a:cubicBezTo>
                <a:cubicBezTo>
                  <a:pt x="2053222" y="4948049"/>
                  <a:pt x="2055104" y="4945453"/>
                  <a:pt x="2058618" y="4944111"/>
                </a:cubicBezTo>
                <a:close/>
                <a:moveTo>
                  <a:pt x="1679203" y="4936323"/>
                </a:moveTo>
                <a:cubicBezTo>
                  <a:pt x="1680083" y="4936712"/>
                  <a:pt x="1680899" y="4937058"/>
                  <a:pt x="1681651" y="4937361"/>
                </a:cubicBezTo>
                <a:cubicBezTo>
                  <a:pt x="1682404" y="4937664"/>
                  <a:pt x="1683095" y="4937968"/>
                  <a:pt x="1683721" y="4938227"/>
                </a:cubicBezTo>
                <a:cubicBezTo>
                  <a:pt x="1684349" y="4938486"/>
                  <a:pt x="1684915" y="4938746"/>
                  <a:pt x="1685480" y="4938962"/>
                </a:cubicBezTo>
                <a:cubicBezTo>
                  <a:pt x="1686044" y="4939222"/>
                  <a:pt x="1686609" y="4939439"/>
                  <a:pt x="1687110" y="4939654"/>
                </a:cubicBezTo>
                <a:cubicBezTo>
                  <a:pt x="1683283" y="4940564"/>
                  <a:pt x="1680710" y="4941169"/>
                  <a:pt x="1678827" y="4941602"/>
                </a:cubicBezTo>
                <a:cubicBezTo>
                  <a:pt x="1676946" y="4942034"/>
                  <a:pt x="1675878" y="4942251"/>
                  <a:pt x="1675126" y="4942294"/>
                </a:cubicBezTo>
                <a:cubicBezTo>
                  <a:pt x="1674372" y="4942337"/>
                  <a:pt x="1673932" y="4942207"/>
                  <a:pt x="1673431" y="4941948"/>
                </a:cubicBezTo>
                <a:lnTo>
                  <a:pt x="1673368" y="4941948"/>
                </a:lnTo>
                <a:cubicBezTo>
                  <a:pt x="1672866" y="4941689"/>
                  <a:pt x="1672238" y="4941256"/>
                  <a:pt x="1671046" y="4940736"/>
                </a:cubicBezTo>
                <a:cubicBezTo>
                  <a:pt x="1671737" y="4940347"/>
                  <a:pt x="1672425" y="4940001"/>
                  <a:pt x="1673115" y="4939611"/>
                </a:cubicBezTo>
                <a:cubicBezTo>
                  <a:pt x="1673807" y="4939222"/>
                  <a:pt x="1674497" y="4938876"/>
                  <a:pt x="1675188" y="4938486"/>
                </a:cubicBezTo>
                <a:cubicBezTo>
                  <a:pt x="1675878" y="4938140"/>
                  <a:pt x="1676504" y="4937750"/>
                  <a:pt x="1677195" y="4937405"/>
                </a:cubicBezTo>
                <a:cubicBezTo>
                  <a:pt x="1677886" y="4937058"/>
                  <a:pt x="1678576" y="4936669"/>
                  <a:pt x="1679203" y="4936323"/>
                </a:cubicBezTo>
                <a:close/>
                <a:moveTo>
                  <a:pt x="1054030" y="4927323"/>
                </a:moveTo>
                <a:lnTo>
                  <a:pt x="1054784" y="4927366"/>
                </a:lnTo>
                <a:lnTo>
                  <a:pt x="1055473" y="4927453"/>
                </a:lnTo>
                <a:lnTo>
                  <a:pt x="1056227" y="4927496"/>
                </a:lnTo>
                <a:lnTo>
                  <a:pt x="1056918" y="4927539"/>
                </a:lnTo>
                <a:lnTo>
                  <a:pt x="1056478" y="4927928"/>
                </a:lnTo>
                <a:lnTo>
                  <a:pt x="1055976" y="4928275"/>
                </a:lnTo>
                <a:lnTo>
                  <a:pt x="1055537" y="4928621"/>
                </a:lnTo>
                <a:lnTo>
                  <a:pt x="1055034" y="4928968"/>
                </a:lnTo>
                <a:lnTo>
                  <a:pt x="1054784" y="4928578"/>
                </a:lnTo>
                <a:lnTo>
                  <a:pt x="1054533" y="4928145"/>
                </a:lnTo>
                <a:lnTo>
                  <a:pt x="1054281" y="4927756"/>
                </a:lnTo>
                <a:close/>
                <a:moveTo>
                  <a:pt x="1924637" y="4925289"/>
                </a:moveTo>
                <a:lnTo>
                  <a:pt x="1932042" y="4943635"/>
                </a:lnTo>
                <a:lnTo>
                  <a:pt x="1931979" y="4963366"/>
                </a:lnTo>
                <a:cubicBezTo>
                  <a:pt x="1930912" y="4969770"/>
                  <a:pt x="1928904" y="4975698"/>
                  <a:pt x="1926268" y="4980544"/>
                </a:cubicBezTo>
                <a:cubicBezTo>
                  <a:pt x="1923633" y="4985390"/>
                  <a:pt x="1920369" y="4989154"/>
                  <a:pt x="1916792" y="4991102"/>
                </a:cubicBezTo>
                <a:cubicBezTo>
                  <a:pt x="1912462" y="4988332"/>
                  <a:pt x="1909701" y="4985693"/>
                  <a:pt x="1908320" y="4982535"/>
                </a:cubicBezTo>
                <a:cubicBezTo>
                  <a:pt x="1906939" y="4979419"/>
                  <a:pt x="1906877" y="4975785"/>
                  <a:pt x="1907881" y="4971068"/>
                </a:cubicBezTo>
                <a:cubicBezTo>
                  <a:pt x="1908885" y="4966352"/>
                  <a:pt x="1910956" y="4960597"/>
                  <a:pt x="1913842" y="4953154"/>
                </a:cubicBezTo>
                <a:cubicBezTo>
                  <a:pt x="1916730" y="4945713"/>
                  <a:pt x="1920432" y="4936626"/>
                  <a:pt x="1924637" y="4925289"/>
                </a:cubicBezTo>
                <a:close/>
                <a:moveTo>
                  <a:pt x="1838536" y="4922823"/>
                </a:moveTo>
                <a:lnTo>
                  <a:pt x="1838536" y="4925419"/>
                </a:lnTo>
                <a:cubicBezTo>
                  <a:pt x="1837971" y="4925506"/>
                  <a:pt x="1837406" y="4925592"/>
                  <a:pt x="1836842" y="4925678"/>
                </a:cubicBezTo>
                <a:cubicBezTo>
                  <a:pt x="1836277" y="4925808"/>
                  <a:pt x="1835649" y="4925895"/>
                  <a:pt x="1835084" y="4925982"/>
                </a:cubicBezTo>
                <a:cubicBezTo>
                  <a:pt x="1834519" y="4926111"/>
                  <a:pt x="1833892" y="4926198"/>
                  <a:pt x="1833327" y="4926285"/>
                </a:cubicBezTo>
                <a:cubicBezTo>
                  <a:pt x="1832700" y="4926371"/>
                  <a:pt x="1832135" y="4926501"/>
                  <a:pt x="1831507" y="4926587"/>
                </a:cubicBezTo>
                <a:cubicBezTo>
                  <a:pt x="1831507" y="4925852"/>
                  <a:pt x="1831382" y="4925332"/>
                  <a:pt x="1831319" y="4924986"/>
                </a:cubicBezTo>
                <a:cubicBezTo>
                  <a:pt x="1831256" y="4924597"/>
                  <a:pt x="1831570" y="4924207"/>
                  <a:pt x="1831570" y="4924207"/>
                </a:cubicBezTo>
                <a:cubicBezTo>
                  <a:pt x="1831821" y="4924035"/>
                  <a:pt x="1832449" y="4923905"/>
                  <a:pt x="1833515" y="4923688"/>
                </a:cubicBezTo>
                <a:cubicBezTo>
                  <a:pt x="1834644" y="4923472"/>
                  <a:pt x="1836213" y="4923212"/>
                  <a:pt x="1838536" y="4922823"/>
                </a:cubicBezTo>
                <a:close/>
                <a:moveTo>
                  <a:pt x="1761393" y="4919731"/>
                </a:moveTo>
                <a:lnTo>
                  <a:pt x="1772768" y="4925462"/>
                </a:lnTo>
                <a:cubicBezTo>
                  <a:pt x="1775341" y="4927150"/>
                  <a:pt x="1776659" y="4928794"/>
                  <a:pt x="1776722" y="4930914"/>
                </a:cubicBezTo>
                <a:cubicBezTo>
                  <a:pt x="1776847" y="4933034"/>
                  <a:pt x="1775655" y="4935630"/>
                  <a:pt x="1773333" y="4939265"/>
                </a:cubicBezTo>
                <a:cubicBezTo>
                  <a:pt x="1770949" y="4942899"/>
                  <a:pt x="1767434" y="4947529"/>
                  <a:pt x="1762665" y="4953717"/>
                </a:cubicBezTo>
                <a:cubicBezTo>
                  <a:pt x="1760406" y="4952808"/>
                  <a:pt x="1758397" y="4951986"/>
                  <a:pt x="1756577" y="4951207"/>
                </a:cubicBezTo>
                <a:cubicBezTo>
                  <a:pt x="1754695" y="4950428"/>
                  <a:pt x="1753000" y="4949736"/>
                  <a:pt x="1751431" y="4949087"/>
                </a:cubicBezTo>
                <a:cubicBezTo>
                  <a:pt x="1749800" y="4948395"/>
                  <a:pt x="1748294" y="4947788"/>
                  <a:pt x="1746850" y="4947183"/>
                </a:cubicBezTo>
                <a:cubicBezTo>
                  <a:pt x="1745407" y="4946578"/>
                  <a:pt x="1743964" y="4945971"/>
                  <a:pt x="1742457" y="4945366"/>
                </a:cubicBezTo>
                <a:cubicBezTo>
                  <a:pt x="1744089" y="4943159"/>
                  <a:pt x="1745658" y="4940996"/>
                  <a:pt x="1747227" y="4938875"/>
                </a:cubicBezTo>
                <a:cubicBezTo>
                  <a:pt x="1748796" y="4936755"/>
                  <a:pt x="1750365" y="4934635"/>
                  <a:pt x="1751934" y="4932515"/>
                </a:cubicBezTo>
                <a:cubicBezTo>
                  <a:pt x="1753503" y="4930395"/>
                  <a:pt x="1755072" y="4928275"/>
                  <a:pt x="1756641" y="4926154"/>
                </a:cubicBezTo>
                <a:close/>
                <a:moveTo>
                  <a:pt x="1761346" y="4919707"/>
                </a:moveTo>
                <a:lnTo>
                  <a:pt x="1761410" y="4919707"/>
                </a:lnTo>
                <a:lnTo>
                  <a:pt x="1761393" y="4919731"/>
                </a:lnTo>
                <a:close/>
                <a:moveTo>
                  <a:pt x="2275440" y="4919578"/>
                </a:moveTo>
                <a:lnTo>
                  <a:pt x="2275440" y="4946274"/>
                </a:lnTo>
                <a:cubicBezTo>
                  <a:pt x="2271548" y="4941038"/>
                  <a:pt x="2268661" y="4937102"/>
                  <a:pt x="2266716" y="4934073"/>
                </a:cubicBezTo>
                <a:cubicBezTo>
                  <a:pt x="2264771" y="4931044"/>
                  <a:pt x="2263829" y="4928924"/>
                  <a:pt x="2263829" y="4927236"/>
                </a:cubicBezTo>
                <a:lnTo>
                  <a:pt x="2263829" y="4927192"/>
                </a:lnTo>
                <a:cubicBezTo>
                  <a:pt x="2263829" y="4925549"/>
                  <a:pt x="2264771" y="4924337"/>
                  <a:pt x="2266716" y="4923212"/>
                </a:cubicBezTo>
                <a:cubicBezTo>
                  <a:pt x="2268661" y="4922087"/>
                  <a:pt x="2271548" y="4921005"/>
                  <a:pt x="2275440" y="4919578"/>
                </a:cubicBezTo>
                <a:close/>
                <a:moveTo>
                  <a:pt x="2073493" y="4918626"/>
                </a:moveTo>
                <a:cubicBezTo>
                  <a:pt x="2074120" y="4919232"/>
                  <a:pt x="2074685" y="4919622"/>
                  <a:pt x="2075062" y="4919881"/>
                </a:cubicBezTo>
                <a:cubicBezTo>
                  <a:pt x="2075438" y="4920140"/>
                  <a:pt x="2075563" y="4920314"/>
                  <a:pt x="2075563" y="4920617"/>
                </a:cubicBezTo>
                <a:cubicBezTo>
                  <a:pt x="2075563" y="4920920"/>
                  <a:pt x="2075312" y="4921265"/>
                  <a:pt x="2074747" y="4921915"/>
                </a:cubicBezTo>
                <a:cubicBezTo>
                  <a:pt x="2074182" y="4922564"/>
                  <a:pt x="2073367" y="4923472"/>
                  <a:pt x="2072237" y="4924814"/>
                </a:cubicBezTo>
                <a:cubicBezTo>
                  <a:pt x="2072049" y="4924640"/>
                  <a:pt x="2071673" y="4924294"/>
                  <a:pt x="2071673" y="4924294"/>
                </a:cubicBezTo>
                <a:lnTo>
                  <a:pt x="2071673" y="4924338"/>
                </a:lnTo>
                <a:cubicBezTo>
                  <a:pt x="2071485" y="4924164"/>
                  <a:pt x="2071296" y="4923992"/>
                  <a:pt x="2071108" y="4923818"/>
                </a:cubicBezTo>
                <a:cubicBezTo>
                  <a:pt x="2070920" y="4923645"/>
                  <a:pt x="2070731" y="4923472"/>
                  <a:pt x="2070543" y="4923300"/>
                </a:cubicBezTo>
                <a:cubicBezTo>
                  <a:pt x="2070355" y="4923126"/>
                  <a:pt x="2070166" y="4922953"/>
                  <a:pt x="2069978" y="4922780"/>
                </a:cubicBezTo>
                <a:cubicBezTo>
                  <a:pt x="2070292" y="4922434"/>
                  <a:pt x="2070543" y="4922088"/>
                  <a:pt x="2070857" y="4921742"/>
                </a:cubicBezTo>
                <a:cubicBezTo>
                  <a:pt x="2071170" y="4921396"/>
                  <a:pt x="2071421" y="4921050"/>
                  <a:pt x="2071735" y="4920703"/>
                </a:cubicBezTo>
                <a:cubicBezTo>
                  <a:pt x="2072049" y="4920357"/>
                  <a:pt x="2072300" y="4920011"/>
                  <a:pt x="2072613" y="4919665"/>
                </a:cubicBezTo>
                <a:cubicBezTo>
                  <a:pt x="2072928" y="4919318"/>
                  <a:pt x="2073178" y="4918972"/>
                  <a:pt x="2073493" y="4918626"/>
                </a:cubicBezTo>
                <a:close/>
                <a:moveTo>
                  <a:pt x="1597997" y="4915597"/>
                </a:moveTo>
                <a:cubicBezTo>
                  <a:pt x="1599128" y="4917112"/>
                  <a:pt x="1599942" y="4918151"/>
                  <a:pt x="1600507" y="4918886"/>
                </a:cubicBezTo>
                <a:lnTo>
                  <a:pt x="1600507" y="4918843"/>
                </a:lnTo>
                <a:cubicBezTo>
                  <a:pt x="1601009" y="4919579"/>
                  <a:pt x="1601260" y="4920011"/>
                  <a:pt x="1601009" y="4920357"/>
                </a:cubicBezTo>
                <a:cubicBezTo>
                  <a:pt x="1600758" y="4920703"/>
                  <a:pt x="1600067" y="4920963"/>
                  <a:pt x="1598813" y="4921352"/>
                </a:cubicBezTo>
                <a:cubicBezTo>
                  <a:pt x="1597559" y="4921742"/>
                  <a:pt x="1595737" y="4922218"/>
                  <a:pt x="1593228" y="4923039"/>
                </a:cubicBezTo>
                <a:cubicBezTo>
                  <a:pt x="1592788" y="4922737"/>
                  <a:pt x="1592286" y="4922434"/>
                  <a:pt x="1591847" y="4922131"/>
                </a:cubicBezTo>
                <a:cubicBezTo>
                  <a:pt x="1591344" y="4921828"/>
                  <a:pt x="1590905" y="4921526"/>
                  <a:pt x="1590467" y="4921222"/>
                </a:cubicBezTo>
                <a:cubicBezTo>
                  <a:pt x="1589963" y="4920919"/>
                  <a:pt x="1589525" y="4920617"/>
                  <a:pt x="1589086" y="4920314"/>
                </a:cubicBezTo>
                <a:cubicBezTo>
                  <a:pt x="1588583" y="4920011"/>
                  <a:pt x="1588144" y="4919708"/>
                  <a:pt x="1587705" y="4919405"/>
                </a:cubicBezTo>
                <a:cubicBezTo>
                  <a:pt x="1588583" y="4919059"/>
                  <a:pt x="1589401" y="4918756"/>
                  <a:pt x="1590279" y="4918454"/>
                </a:cubicBezTo>
                <a:cubicBezTo>
                  <a:pt x="1591157" y="4918107"/>
                  <a:pt x="1591973" y="4917804"/>
                  <a:pt x="1592852" y="4917501"/>
                </a:cubicBezTo>
                <a:cubicBezTo>
                  <a:pt x="1593729" y="4917155"/>
                  <a:pt x="1594545" y="4916852"/>
                  <a:pt x="1595424" y="4916550"/>
                </a:cubicBezTo>
                <a:cubicBezTo>
                  <a:pt x="1596302" y="4916203"/>
                  <a:pt x="1597120" y="4915901"/>
                  <a:pt x="1597997" y="4915597"/>
                </a:cubicBezTo>
                <a:close/>
                <a:moveTo>
                  <a:pt x="1540767" y="4914776"/>
                </a:moveTo>
                <a:lnTo>
                  <a:pt x="1540830" y="4914818"/>
                </a:lnTo>
                <a:cubicBezTo>
                  <a:pt x="1542335" y="4914949"/>
                  <a:pt x="1542963" y="4915468"/>
                  <a:pt x="1543778" y="4916419"/>
                </a:cubicBezTo>
                <a:cubicBezTo>
                  <a:pt x="1544596" y="4917372"/>
                  <a:pt x="1545473" y="4918756"/>
                  <a:pt x="1547481" y="4920617"/>
                </a:cubicBezTo>
                <a:cubicBezTo>
                  <a:pt x="1541520" y="4921785"/>
                  <a:pt x="1537629" y="4922651"/>
                  <a:pt x="1534805" y="4923169"/>
                </a:cubicBezTo>
                <a:cubicBezTo>
                  <a:pt x="1532043" y="4923689"/>
                  <a:pt x="1530348" y="4923862"/>
                  <a:pt x="1528843" y="4923689"/>
                </a:cubicBezTo>
                <a:cubicBezTo>
                  <a:pt x="1527337" y="4923516"/>
                  <a:pt x="1526019" y="4922954"/>
                  <a:pt x="1523948" y="4921958"/>
                </a:cubicBezTo>
                <a:cubicBezTo>
                  <a:pt x="1521877" y="4920963"/>
                  <a:pt x="1519055" y="4919579"/>
                  <a:pt x="1514534" y="4917718"/>
                </a:cubicBezTo>
                <a:cubicBezTo>
                  <a:pt x="1523007" y="4916636"/>
                  <a:pt x="1528843" y="4915857"/>
                  <a:pt x="1532924" y="4915338"/>
                </a:cubicBezTo>
                <a:cubicBezTo>
                  <a:pt x="1536939" y="4914818"/>
                  <a:pt x="1539262" y="4914602"/>
                  <a:pt x="1540767" y="4914776"/>
                </a:cubicBezTo>
                <a:close/>
                <a:moveTo>
                  <a:pt x="1836465" y="4905602"/>
                </a:moveTo>
                <a:cubicBezTo>
                  <a:pt x="1837030" y="4905819"/>
                  <a:pt x="1837657" y="4905992"/>
                  <a:pt x="1838222" y="4906208"/>
                </a:cubicBezTo>
                <a:cubicBezTo>
                  <a:pt x="1838787" y="4906424"/>
                  <a:pt x="1839415" y="4906597"/>
                  <a:pt x="1839980" y="4906814"/>
                </a:cubicBezTo>
                <a:cubicBezTo>
                  <a:pt x="1840544" y="4907030"/>
                  <a:pt x="1841172" y="4907203"/>
                  <a:pt x="1841736" y="4907419"/>
                </a:cubicBezTo>
                <a:cubicBezTo>
                  <a:pt x="1842301" y="4907593"/>
                  <a:pt x="1842929" y="4907809"/>
                  <a:pt x="1843493" y="4908026"/>
                </a:cubicBezTo>
                <a:cubicBezTo>
                  <a:pt x="1842992" y="4908328"/>
                  <a:pt x="1842553" y="4908674"/>
                  <a:pt x="1842050" y="4908977"/>
                </a:cubicBezTo>
                <a:cubicBezTo>
                  <a:pt x="1841549" y="4909280"/>
                  <a:pt x="1841109" y="4909626"/>
                  <a:pt x="1840607" y="4909929"/>
                </a:cubicBezTo>
                <a:cubicBezTo>
                  <a:pt x="1840105" y="4910232"/>
                  <a:pt x="1839665" y="4910578"/>
                  <a:pt x="1839164" y="4910881"/>
                </a:cubicBezTo>
                <a:lnTo>
                  <a:pt x="1839226" y="4910881"/>
                </a:lnTo>
                <a:cubicBezTo>
                  <a:pt x="1838724" y="4911184"/>
                  <a:pt x="1838285" y="4911530"/>
                  <a:pt x="1837783" y="4911832"/>
                </a:cubicBezTo>
                <a:cubicBezTo>
                  <a:pt x="1836528" y="4910578"/>
                  <a:pt x="1835649" y="4909713"/>
                  <a:pt x="1835022" y="4909107"/>
                </a:cubicBezTo>
                <a:cubicBezTo>
                  <a:pt x="1834395" y="4908501"/>
                  <a:pt x="1834080" y="4908155"/>
                  <a:pt x="1834080" y="4907852"/>
                </a:cubicBezTo>
                <a:cubicBezTo>
                  <a:pt x="1834018" y="4907549"/>
                  <a:pt x="1834206" y="4907333"/>
                  <a:pt x="1834645" y="4907030"/>
                </a:cubicBezTo>
                <a:cubicBezTo>
                  <a:pt x="1835022" y="4906727"/>
                  <a:pt x="1835649" y="4906294"/>
                  <a:pt x="1836465" y="4905602"/>
                </a:cubicBezTo>
                <a:close/>
                <a:moveTo>
                  <a:pt x="1284598" y="4903179"/>
                </a:moveTo>
                <a:cubicBezTo>
                  <a:pt x="1290933" y="4902184"/>
                  <a:pt x="1297087" y="4902357"/>
                  <a:pt x="1302358" y="4903265"/>
                </a:cubicBezTo>
                <a:cubicBezTo>
                  <a:pt x="1307630" y="4904218"/>
                  <a:pt x="1312023" y="4905861"/>
                  <a:pt x="1314846" y="4907809"/>
                </a:cubicBezTo>
                <a:cubicBezTo>
                  <a:pt x="1317669" y="4909756"/>
                  <a:pt x="1318926" y="4911963"/>
                  <a:pt x="1317859" y="4913997"/>
                </a:cubicBezTo>
                <a:cubicBezTo>
                  <a:pt x="1315788" y="4918020"/>
                  <a:pt x="1312023" y="4920011"/>
                  <a:pt x="1307377" y="4920703"/>
                </a:cubicBezTo>
                <a:cubicBezTo>
                  <a:pt x="1302735" y="4921395"/>
                  <a:pt x="1297274" y="4920746"/>
                  <a:pt x="1291812" y="4919491"/>
                </a:cubicBezTo>
                <a:cubicBezTo>
                  <a:pt x="1286353" y="4918236"/>
                  <a:pt x="1280895" y="4916376"/>
                  <a:pt x="1276253" y="4914602"/>
                </a:cubicBezTo>
                <a:cubicBezTo>
                  <a:pt x="1271669" y="4912828"/>
                  <a:pt x="1267905" y="4911184"/>
                  <a:pt x="1265834" y="4910361"/>
                </a:cubicBezTo>
                <a:cubicBezTo>
                  <a:pt x="1271795" y="4906468"/>
                  <a:pt x="1278258" y="4904218"/>
                  <a:pt x="1284598" y="4903179"/>
                </a:cubicBezTo>
                <a:close/>
                <a:moveTo>
                  <a:pt x="775400" y="4899890"/>
                </a:moveTo>
                <a:cubicBezTo>
                  <a:pt x="781488" y="4906554"/>
                  <a:pt x="784061" y="4915035"/>
                  <a:pt x="784312" y="4924035"/>
                </a:cubicBezTo>
                <a:cubicBezTo>
                  <a:pt x="784563" y="4933035"/>
                  <a:pt x="782492" y="4942553"/>
                  <a:pt x="779229" y="4951380"/>
                </a:cubicBezTo>
                <a:cubicBezTo>
                  <a:pt x="775966" y="4960207"/>
                  <a:pt x="771573" y="4968255"/>
                  <a:pt x="767117" y="4974355"/>
                </a:cubicBezTo>
                <a:cubicBezTo>
                  <a:pt x="762662" y="4980457"/>
                  <a:pt x="758269" y="4984524"/>
                  <a:pt x="754943" y="4985389"/>
                </a:cubicBezTo>
                <a:cubicBezTo>
                  <a:pt x="752622" y="4982837"/>
                  <a:pt x="751115" y="4981538"/>
                  <a:pt x="750613" y="4979678"/>
                </a:cubicBezTo>
                <a:cubicBezTo>
                  <a:pt x="750111" y="4977817"/>
                  <a:pt x="750549" y="4975438"/>
                  <a:pt x="752056" y="4970721"/>
                </a:cubicBezTo>
                <a:cubicBezTo>
                  <a:pt x="753626" y="4965962"/>
                  <a:pt x="756199" y="4958909"/>
                  <a:pt x="760088" y="4947703"/>
                </a:cubicBezTo>
                <a:lnTo>
                  <a:pt x="759964" y="4947745"/>
                </a:lnTo>
                <a:cubicBezTo>
                  <a:pt x="763854" y="4936539"/>
                  <a:pt x="768938" y="4921178"/>
                  <a:pt x="775400" y="4899890"/>
                </a:cubicBezTo>
                <a:close/>
                <a:moveTo>
                  <a:pt x="1997935" y="4899198"/>
                </a:moveTo>
                <a:lnTo>
                  <a:pt x="1997871" y="4899631"/>
                </a:lnTo>
                <a:lnTo>
                  <a:pt x="1997809" y="4900020"/>
                </a:lnTo>
                <a:lnTo>
                  <a:pt x="1997683" y="4900410"/>
                </a:lnTo>
                <a:lnTo>
                  <a:pt x="1997621" y="4900843"/>
                </a:lnTo>
                <a:lnTo>
                  <a:pt x="1996867" y="4900583"/>
                </a:lnTo>
                <a:lnTo>
                  <a:pt x="1996178" y="4900323"/>
                </a:lnTo>
                <a:lnTo>
                  <a:pt x="1995424" y="4900107"/>
                </a:lnTo>
                <a:lnTo>
                  <a:pt x="1994671" y="4899848"/>
                </a:lnTo>
                <a:lnTo>
                  <a:pt x="1995487" y="4899718"/>
                </a:lnTo>
                <a:lnTo>
                  <a:pt x="1996302" y="4899544"/>
                </a:lnTo>
                <a:lnTo>
                  <a:pt x="1997118" y="4899371"/>
                </a:lnTo>
                <a:close/>
                <a:moveTo>
                  <a:pt x="911237" y="4896323"/>
                </a:moveTo>
                <a:lnTo>
                  <a:pt x="917350" y="4903222"/>
                </a:lnTo>
                <a:cubicBezTo>
                  <a:pt x="918542" y="4906683"/>
                  <a:pt x="918920" y="4910924"/>
                  <a:pt x="918920" y="4914991"/>
                </a:cubicBezTo>
                <a:cubicBezTo>
                  <a:pt x="918920" y="4919058"/>
                  <a:pt x="918607" y="4922953"/>
                  <a:pt x="918418" y="4925635"/>
                </a:cubicBezTo>
                <a:cubicBezTo>
                  <a:pt x="917915" y="4925678"/>
                  <a:pt x="917289" y="4925721"/>
                  <a:pt x="916785" y="4925765"/>
                </a:cubicBezTo>
                <a:cubicBezTo>
                  <a:pt x="916285" y="4925808"/>
                  <a:pt x="915719" y="4925895"/>
                  <a:pt x="915154" y="4925895"/>
                </a:cubicBezTo>
                <a:cubicBezTo>
                  <a:pt x="914652" y="4925938"/>
                  <a:pt x="914088" y="4926025"/>
                  <a:pt x="913522" y="4926025"/>
                </a:cubicBezTo>
                <a:cubicBezTo>
                  <a:pt x="913022" y="4926067"/>
                  <a:pt x="912457" y="4926154"/>
                  <a:pt x="911891" y="4926154"/>
                </a:cubicBezTo>
                <a:cubicBezTo>
                  <a:pt x="910700" y="4923991"/>
                  <a:pt x="909570" y="4921784"/>
                  <a:pt x="908376" y="4919621"/>
                </a:cubicBezTo>
                <a:cubicBezTo>
                  <a:pt x="907185" y="4917415"/>
                  <a:pt x="906055" y="4915250"/>
                  <a:pt x="904862" y="4913044"/>
                </a:cubicBezTo>
                <a:cubicBezTo>
                  <a:pt x="903670" y="4910837"/>
                  <a:pt x="902541" y="4908674"/>
                  <a:pt x="901348" y="4906467"/>
                </a:cubicBezTo>
                <a:cubicBezTo>
                  <a:pt x="900218" y="4904304"/>
                  <a:pt x="899026" y="4902097"/>
                  <a:pt x="897834" y="4899890"/>
                </a:cubicBezTo>
                <a:close/>
                <a:moveTo>
                  <a:pt x="911138" y="4896212"/>
                </a:moveTo>
                <a:lnTo>
                  <a:pt x="911327" y="4896299"/>
                </a:lnTo>
                <a:lnTo>
                  <a:pt x="911237" y="4896323"/>
                </a:lnTo>
                <a:close/>
                <a:moveTo>
                  <a:pt x="1065205" y="4887169"/>
                </a:moveTo>
                <a:cubicBezTo>
                  <a:pt x="1072233" y="4888770"/>
                  <a:pt x="1082588" y="4893011"/>
                  <a:pt x="1097398" y="4901275"/>
                </a:cubicBezTo>
                <a:cubicBezTo>
                  <a:pt x="1094198" y="4901448"/>
                  <a:pt x="1090934" y="4901621"/>
                  <a:pt x="1087670" y="4901794"/>
                </a:cubicBezTo>
                <a:cubicBezTo>
                  <a:pt x="1084408" y="4902011"/>
                  <a:pt x="1081082" y="4902183"/>
                  <a:pt x="1077756" y="4902357"/>
                </a:cubicBezTo>
                <a:cubicBezTo>
                  <a:pt x="1074428" y="4902530"/>
                  <a:pt x="1071103" y="4902747"/>
                  <a:pt x="1067713" y="4902919"/>
                </a:cubicBezTo>
                <a:cubicBezTo>
                  <a:pt x="1064325" y="4903092"/>
                  <a:pt x="1060999" y="4903309"/>
                  <a:pt x="1057610" y="4903482"/>
                </a:cubicBezTo>
                <a:cubicBezTo>
                  <a:pt x="1055916" y="4902616"/>
                  <a:pt x="1053845" y="4899977"/>
                  <a:pt x="1052653" y="4897035"/>
                </a:cubicBezTo>
                <a:cubicBezTo>
                  <a:pt x="1051461" y="4894093"/>
                  <a:pt x="1051084" y="4890804"/>
                  <a:pt x="1052778" y="4888684"/>
                </a:cubicBezTo>
                <a:lnTo>
                  <a:pt x="1052715" y="4888640"/>
                </a:lnTo>
                <a:cubicBezTo>
                  <a:pt x="1054409" y="4886520"/>
                  <a:pt x="1058176" y="4885569"/>
                  <a:pt x="1065205" y="4887169"/>
                </a:cubicBezTo>
                <a:close/>
                <a:moveTo>
                  <a:pt x="1550307" y="4880376"/>
                </a:moveTo>
                <a:cubicBezTo>
                  <a:pt x="1557900" y="4879554"/>
                  <a:pt x="1567062" y="4879814"/>
                  <a:pt x="1577479" y="4881804"/>
                </a:cubicBezTo>
                <a:cubicBezTo>
                  <a:pt x="1575219" y="4884530"/>
                  <a:pt x="1572396" y="4886779"/>
                  <a:pt x="1569132" y="4888640"/>
                </a:cubicBezTo>
                <a:cubicBezTo>
                  <a:pt x="1565869" y="4890501"/>
                  <a:pt x="1562231" y="4892058"/>
                  <a:pt x="1558339" y="4893313"/>
                </a:cubicBezTo>
                <a:cubicBezTo>
                  <a:pt x="1554448" y="4894569"/>
                  <a:pt x="1550307" y="4895607"/>
                  <a:pt x="1545978" y="4896515"/>
                </a:cubicBezTo>
                <a:cubicBezTo>
                  <a:pt x="1541710" y="4897424"/>
                  <a:pt x="1537255" y="4898203"/>
                  <a:pt x="1532863" y="4898938"/>
                </a:cubicBezTo>
                <a:cubicBezTo>
                  <a:pt x="1528155" y="4897640"/>
                  <a:pt x="1526021" y="4895433"/>
                  <a:pt x="1526021" y="4892967"/>
                </a:cubicBezTo>
                <a:cubicBezTo>
                  <a:pt x="1526021" y="4890501"/>
                  <a:pt x="1528344" y="4887775"/>
                  <a:pt x="1532486" y="4885438"/>
                </a:cubicBezTo>
                <a:cubicBezTo>
                  <a:pt x="1536626" y="4883102"/>
                  <a:pt x="1542714" y="4881198"/>
                  <a:pt x="1550307" y="4880376"/>
                </a:cubicBezTo>
                <a:close/>
                <a:moveTo>
                  <a:pt x="996047" y="4877305"/>
                </a:moveTo>
                <a:cubicBezTo>
                  <a:pt x="997804" y="4877131"/>
                  <a:pt x="999498" y="4877348"/>
                  <a:pt x="1000377" y="4877823"/>
                </a:cubicBezTo>
                <a:lnTo>
                  <a:pt x="1000314" y="4877823"/>
                </a:lnTo>
                <a:cubicBezTo>
                  <a:pt x="1003452" y="4879511"/>
                  <a:pt x="1005083" y="4881026"/>
                  <a:pt x="1005586" y="4882453"/>
                </a:cubicBezTo>
                <a:cubicBezTo>
                  <a:pt x="1006151" y="4883881"/>
                  <a:pt x="1005586" y="4885136"/>
                  <a:pt x="1004519" y="4886305"/>
                </a:cubicBezTo>
                <a:cubicBezTo>
                  <a:pt x="1003452" y="4887473"/>
                  <a:pt x="1001820" y="4888511"/>
                  <a:pt x="1000251" y="4889419"/>
                </a:cubicBezTo>
                <a:cubicBezTo>
                  <a:pt x="998682" y="4890372"/>
                  <a:pt x="997113" y="4891151"/>
                  <a:pt x="996047" y="4891886"/>
                </a:cubicBezTo>
                <a:cubicBezTo>
                  <a:pt x="992219" y="4888468"/>
                  <a:pt x="990335" y="4885742"/>
                  <a:pt x="989771" y="4883621"/>
                </a:cubicBezTo>
                <a:cubicBezTo>
                  <a:pt x="989206" y="4881502"/>
                  <a:pt x="989897" y="4880030"/>
                  <a:pt x="991152" y="4878992"/>
                </a:cubicBezTo>
                <a:cubicBezTo>
                  <a:pt x="992406" y="4877997"/>
                  <a:pt x="994290" y="4877477"/>
                  <a:pt x="996047" y="4877305"/>
                </a:cubicBezTo>
                <a:close/>
                <a:moveTo>
                  <a:pt x="1801133" y="4873670"/>
                </a:moveTo>
                <a:lnTo>
                  <a:pt x="1800820" y="4874016"/>
                </a:lnTo>
                <a:lnTo>
                  <a:pt x="1800505" y="4874362"/>
                </a:lnTo>
                <a:lnTo>
                  <a:pt x="1800192" y="4874708"/>
                </a:lnTo>
                <a:lnTo>
                  <a:pt x="1799887" y="4875045"/>
                </a:lnTo>
                <a:lnTo>
                  <a:pt x="1799816" y="4875011"/>
                </a:lnTo>
                <a:lnTo>
                  <a:pt x="1799773" y="4874996"/>
                </a:lnTo>
                <a:lnTo>
                  <a:pt x="1799564" y="4874881"/>
                </a:lnTo>
                <a:lnTo>
                  <a:pt x="1799501" y="4874881"/>
                </a:lnTo>
                <a:cubicBezTo>
                  <a:pt x="1799564" y="4874881"/>
                  <a:pt x="1799690" y="4874967"/>
                  <a:pt x="1799690" y="4874967"/>
                </a:cubicBezTo>
                <a:lnTo>
                  <a:pt x="1799773" y="4874996"/>
                </a:lnTo>
                <a:lnTo>
                  <a:pt x="1799878" y="4875054"/>
                </a:lnTo>
                <a:lnTo>
                  <a:pt x="1799887" y="4875045"/>
                </a:lnTo>
                <a:lnTo>
                  <a:pt x="1800004" y="4875098"/>
                </a:lnTo>
                <a:cubicBezTo>
                  <a:pt x="1799627" y="4875011"/>
                  <a:pt x="1799251" y="4874881"/>
                  <a:pt x="1798874" y="4874752"/>
                </a:cubicBezTo>
                <a:cubicBezTo>
                  <a:pt x="1798874" y="4874708"/>
                  <a:pt x="1798874" y="4874535"/>
                  <a:pt x="1798874" y="4874535"/>
                </a:cubicBezTo>
                <a:lnTo>
                  <a:pt x="1799439" y="4874319"/>
                </a:lnTo>
                <a:lnTo>
                  <a:pt x="1800004" y="4874102"/>
                </a:lnTo>
                <a:lnTo>
                  <a:pt x="1800568" y="4873886"/>
                </a:lnTo>
                <a:close/>
                <a:moveTo>
                  <a:pt x="1773709" y="4866531"/>
                </a:moveTo>
                <a:cubicBezTo>
                  <a:pt x="1776031" y="4867309"/>
                  <a:pt x="1778290" y="4868045"/>
                  <a:pt x="1780550" y="4868781"/>
                </a:cubicBezTo>
                <a:cubicBezTo>
                  <a:pt x="1782809" y="4869517"/>
                  <a:pt x="1785005" y="4870252"/>
                  <a:pt x="1787139" y="4870944"/>
                </a:cubicBezTo>
                <a:cubicBezTo>
                  <a:pt x="1789273" y="4871636"/>
                  <a:pt x="1791406" y="4872328"/>
                  <a:pt x="1793540" y="4873021"/>
                </a:cubicBezTo>
                <a:cubicBezTo>
                  <a:pt x="1795297" y="4873584"/>
                  <a:pt x="1796991" y="4874146"/>
                  <a:pt x="1798748" y="4874708"/>
                </a:cubicBezTo>
                <a:cubicBezTo>
                  <a:pt x="1799062" y="4876180"/>
                  <a:pt x="1799376" y="4877651"/>
                  <a:pt x="1799690" y="4879078"/>
                </a:cubicBezTo>
                <a:cubicBezTo>
                  <a:pt x="1800004" y="4880593"/>
                  <a:pt x="1800317" y="4882107"/>
                  <a:pt x="1800631" y="4883578"/>
                </a:cubicBezTo>
                <a:lnTo>
                  <a:pt x="1800694" y="4883578"/>
                </a:lnTo>
                <a:cubicBezTo>
                  <a:pt x="1801008" y="4885049"/>
                  <a:pt x="1801321" y="4886521"/>
                  <a:pt x="1801635" y="4887905"/>
                </a:cubicBezTo>
                <a:cubicBezTo>
                  <a:pt x="1801949" y="4889333"/>
                  <a:pt x="1802263" y="4890674"/>
                  <a:pt x="1802513" y="4891973"/>
                </a:cubicBezTo>
                <a:cubicBezTo>
                  <a:pt x="1797054" y="4894179"/>
                  <a:pt x="1791532" y="4894612"/>
                  <a:pt x="1786512" y="4893790"/>
                </a:cubicBezTo>
                <a:cubicBezTo>
                  <a:pt x="1781490" y="4892968"/>
                  <a:pt x="1777098" y="4890890"/>
                  <a:pt x="1773835" y="4888078"/>
                </a:cubicBezTo>
                <a:cubicBezTo>
                  <a:pt x="1770571" y="4885266"/>
                  <a:pt x="1768563" y="4881718"/>
                  <a:pt x="1768312" y="4877953"/>
                </a:cubicBezTo>
                <a:cubicBezTo>
                  <a:pt x="1768061" y="4874189"/>
                  <a:pt x="1769630" y="4870209"/>
                  <a:pt x="1773709" y="4866531"/>
                </a:cubicBezTo>
                <a:close/>
                <a:moveTo>
                  <a:pt x="2056045" y="4865838"/>
                </a:moveTo>
                <a:cubicBezTo>
                  <a:pt x="2062760" y="4866141"/>
                  <a:pt x="2071483" y="4866834"/>
                  <a:pt x="2083094" y="4867742"/>
                </a:cubicBezTo>
                <a:lnTo>
                  <a:pt x="2083094" y="4867698"/>
                </a:lnTo>
                <a:cubicBezTo>
                  <a:pt x="2084851" y="4870035"/>
                  <a:pt x="2085980" y="4872198"/>
                  <a:pt x="2086482" y="4874232"/>
                </a:cubicBezTo>
                <a:cubicBezTo>
                  <a:pt x="2086984" y="4876266"/>
                  <a:pt x="2086984" y="4878169"/>
                  <a:pt x="2086357" y="4879944"/>
                </a:cubicBezTo>
                <a:cubicBezTo>
                  <a:pt x="2085792" y="4881718"/>
                  <a:pt x="2084663" y="4883405"/>
                  <a:pt x="2082968" y="4885006"/>
                </a:cubicBezTo>
                <a:cubicBezTo>
                  <a:pt x="2081336" y="4886607"/>
                  <a:pt x="2079140" y="4888122"/>
                  <a:pt x="2076441" y="4889593"/>
                </a:cubicBezTo>
                <a:cubicBezTo>
                  <a:pt x="2067906" y="4886651"/>
                  <a:pt x="2062259" y="4884617"/>
                  <a:pt x="2058179" y="4883232"/>
                </a:cubicBezTo>
                <a:cubicBezTo>
                  <a:pt x="2054100" y="4881848"/>
                  <a:pt x="2051590" y="4881069"/>
                  <a:pt x="2049206" y="4880549"/>
                </a:cubicBezTo>
                <a:cubicBezTo>
                  <a:pt x="2046821" y="4880030"/>
                  <a:pt x="2044687" y="4879771"/>
                  <a:pt x="2041236" y="4879468"/>
                </a:cubicBezTo>
                <a:cubicBezTo>
                  <a:pt x="2037784" y="4879165"/>
                  <a:pt x="2033203" y="4878776"/>
                  <a:pt x="2026049" y="4877997"/>
                </a:cubicBezTo>
                <a:cubicBezTo>
                  <a:pt x="2028684" y="4874492"/>
                  <a:pt x="2030693" y="4871896"/>
                  <a:pt x="2032889" y="4869992"/>
                </a:cubicBezTo>
                <a:cubicBezTo>
                  <a:pt x="2035086" y="4868088"/>
                  <a:pt x="2037533" y="4866920"/>
                  <a:pt x="2041110" y="4866271"/>
                </a:cubicBezTo>
                <a:cubicBezTo>
                  <a:pt x="2044625" y="4865622"/>
                  <a:pt x="2049330" y="4865535"/>
                  <a:pt x="2056045" y="4865838"/>
                </a:cubicBezTo>
                <a:close/>
                <a:moveTo>
                  <a:pt x="1146532" y="4865102"/>
                </a:moveTo>
                <a:cubicBezTo>
                  <a:pt x="1146847" y="4865145"/>
                  <a:pt x="1147159" y="4865232"/>
                  <a:pt x="1147473" y="4865275"/>
                </a:cubicBezTo>
                <a:cubicBezTo>
                  <a:pt x="1147787" y="4865319"/>
                  <a:pt x="1148102" y="4865406"/>
                  <a:pt x="1148415" y="4865449"/>
                </a:cubicBezTo>
                <a:cubicBezTo>
                  <a:pt x="1148729" y="4865492"/>
                  <a:pt x="1149043" y="4865578"/>
                  <a:pt x="1149356" y="4865622"/>
                </a:cubicBezTo>
                <a:cubicBezTo>
                  <a:pt x="1149671" y="4865665"/>
                  <a:pt x="1149983" y="4865752"/>
                  <a:pt x="1150297" y="4865795"/>
                </a:cubicBezTo>
                <a:cubicBezTo>
                  <a:pt x="1150236" y="4865924"/>
                  <a:pt x="1150047" y="4866054"/>
                  <a:pt x="1149983" y="4866185"/>
                </a:cubicBezTo>
                <a:cubicBezTo>
                  <a:pt x="1149920" y="4866314"/>
                  <a:pt x="1149796" y="4866444"/>
                  <a:pt x="1149671" y="4866573"/>
                </a:cubicBezTo>
                <a:cubicBezTo>
                  <a:pt x="1149608" y="4866703"/>
                  <a:pt x="1149481" y="4866833"/>
                  <a:pt x="1149356" y="4866962"/>
                </a:cubicBezTo>
                <a:cubicBezTo>
                  <a:pt x="1149294" y="4867093"/>
                  <a:pt x="1149168" y="4867223"/>
                  <a:pt x="1149043" y="4867352"/>
                </a:cubicBezTo>
                <a:cubicBezTo>
                  <a:pt x="1148854" y="4867179"/>
                  <a:pt x="1148602" y="4866962"/>
                  <a:pt x="1148415" y="4866790"/>
                </a:cubicBezTo>
                <a:cubicBezTo>
                  <a:pt x="1148228" y="4866616"/>
                  <a:pt x="1147975" y="4866400"/>
                  <a:pt x="1147787" y="4866227"/>
                </a:cubicBezTo>
                <a:cubicBezTo>
                  <a:pt x="1147598" y="4866054"/>
                  <a:pt x="1147348" y="4865837"/>
                  <a:pt x="1147159" y="4865665"/>
                </a:cubicBezTo>
                <a:cubicBezTo>
                  <a:pt x="1146971" y="4865492"/>
                  <a:pt x="1146721" y="4865275"/>
                  <a:pt x="1146532" y="4865102"/>
                </a:cubicBezTo>
                <a:close/>
                <a:moveTo>
                  <a:pt x="1233387" y="4860386"/>
                </a:moveTo>
                <a:cubicBezTo>
                  <a:pt x="1234078" y="4860602"/>
                  <a:pt x="1234706" y="4860906"/>
                  <a:pt x="1235396" y="4861122"/>
                </a:cubicBezTo>
                <a:cubicBezTo>
                  <a:pt x="1236086" y="4861338"/>
                  <a:pt x="1236714" y="4861598"/>
                  <a:pt x="1237404" y="4861857"/>
                </a:cubicBezTo>
                <a:lnTo>
                  <a:pt x="1237341" y="4862031"/>
                </a:lnTo>
                <a:cubicBezTo>
                  <a:pt x="1238032" y="4862247"/>
                  <a:pt x="1238659" y="4862506"/>
                  <a:pt x="1239349" y="4862766"/>
                </a:cubicBezTo>
                <a:cubicBezTo>
                  <a:pt x="1240040" y="4862982"/>
                  <a:pt x="1240668" y="4863242"/>
                  <a:pt x="1241357" y="4863502"/>
                </a:cubicBezTo>
                <a:cubicBezTo>
                  <a:pt x="1241295" y="4863674"/>
                  <a:pt x="1241169" y="4863891"/>
                  <a:pt x="1241169" y="4864064"/>
                </a:cubicBezTo>
                <a:cubicBezTo>
                  <a:pt x="1241106" y="4864237"/>
                  <a:pt x="1240981" y="4864453"/>
                  <a:pt x="1240981" y="4864627"/>
                </a:cubicBezTo>
                <a:cubicBezTo>
                  <a:pt x="1240918" y="4864799"/>
                  <a:pt x="1240792" y="4865016"/>
                  <a:pt x="1240792" y="4865189"/>
                </a:cubicBezTo>
                <a:cubicBezTo>
                  <a:pt x="1240730" y="4865362"/>
                  <a:pt x="1240605" y="4865578"/>
                  <a:pt x="1240605" y="4865752"/>
                </a:cubicBezTo>
                <a:cubicBezTo>
                  <a:pt x="1237718" y="4865102"/>
                  <a:pt x="1235710" y="4864670"/>
                  <a:pt x="1234329" y="4864367"/>
                </a:cubicBezTo>
                <a:cubicBezTo>
                  <a:pt x="1232949" y="4864064"/>
                  <a:pt x="1232258" y="4863848"/>
                  <a:pt x="1231944" y="4863588"/>
                </a:cubicBezTo>
                <a:cubicBezTo>
                  <a:pt x="1231630" y="4863328"/>
                  <a:pt x="1231756" y="4863026"/>
                  <a:pt x="1232071" y="4862549"/>
                </a:cubicBezTo>
                <a:cubicBezTo>
                  <a:pt x="1232383" y="4862074"/>
                  <a:pt x="1232886" y="4861381"/>
                  <a:pt x="1233387" y="4860386"/>
                </a:cubicBezTo>
                <a:close/>
                <a:moveTo>
                  <a:pt x="1473556" y="4858915"/>
                </a:moveTo>
                <a:cubicBezTo>
                  <a:pt x="1481527" y="4859045"/>
                  <a:pt x="1487238" y="4859866"/>
                  <a:pt x="1491315" y="4862160"/>
                </a:cubicBezTo>
                <a:cubicBezTo>
                  <a:pt x="1495397" y="4864453"/>
                  <a:pt x="1497782" y="4868174"/>
                  <a:pt x="1498911" y="4874016"/>
                </a:cubicBezTo>
                <a:cubicBezTo>
                  <a:pt x="1500037" y="4879857"/>
                  <a:pt x="1499981" y="4887862"/>
                  <a:pt x="1499099" y="4898765"/>
                </a:cubicBezTo>
                <a:cubicBezTo>
                  <a:pt x="1498221" y="4909669"/>
                  <a:pt x="1496589" y="4923428"/>
                  <a:pt x="1494706" y="4940779"/>
                </a:cubicBezTo>
                <a:lnTo>
                  <a:pt x="1483284" y="4940779"/>
                </a:lnTo>
                <a:lnTo>
                  <a:pt x="1483221" y="4940736"/>
                </a:lnTo>
                <a:lnTo>
                  <a:pt x="1479016" y="4940736"/>
                </a:lnTo>
                <a:cubicBezTo>
                  <a:pt x="1475000" y="4920400"/>
                  <a:pt x="1472051" y="4905991"/>
                  <a:pt x="1469980" y="4895650"/>
                </a:cubicBezTo>
                <a:cubicBezTo>
                  <a:pt x="1467972" y="4885308"/>
                  <a:pt x="1466779" y="4879035"/>
                  <a:pt x="1466466" y="4874795"/>
                </a:cubicBezTo>
                <a:cubicBezTo>
                  <a:pt x="1466149" y="4870554"/>
                  <a:pt x="1466653" y="4868434"/>
                  <a:pt x="1467845" y="4866444"/>
                </a:cubicBezTo>
                <a:cubicBezTo>
                  <a:pt x="1469039" y="4864453"/>
                  <a:pt x="1470984" y="4862593"/>
                  <a:pt x="1473556" y="4858915"/>
                </a:cubicBezTo>
                <a:close/>
                <a:moveTo>
                  <a:pt x="1800067" y="4853636"/>
                </a:moveTo>
                <a:cubicBezTo>
                  <a:pt x="1801196" y="4853766"/>
                  <a:pt x="1801761" y="4854069"/>
                  <a:pt x="1802515" y="4854631"/>
                </a:cubicBezTo>
                <a:cubicBezTo>
                  <a:pt x="1803268" y="4855194"/>
                  <a:pt x="1804146" y="4855973"/>
                  <a:pt x="1805841" y="4857098"/>
                </a:cubicBezTo>
                <a:cubicBezTo>
                  <a:pt x="1803080" y="4857531"/>
                  <a:pt x="1801448" y="4857920"/>
                  <a:pt x="1800192" y="4858179"/>
                </a:cubicBezTo>
                <a:cubicBezTo>
                  <a:pt x="1798938" y="4858439"/>
                  <a:pt x="1798122" y="4858569"/>
                  <a:pt x="1796929" y="4858439"/>
                </a:cubicBezTo>
                <a:cubicBezTo>
                  <a:pt x="1795800" y="4858352"/>
                  <a:pt x="1794293" y="4858006"/>
                  <a:pt x="1791783" y="4857314"/>
                </a:cubicBezTo>
                <a:cubicBezTo>
                  <a:pt x="1789273" y="4856621"/>
                  <a:pt x="1785759" y="4855627"/>
                  <a:pt x="1780487" y="4854241"/>
                </a:cubicBezTo>
                <a:cubicBezTo>
                  <a:pt x="1786826" y="4854025"/>
                  <a:pt x="1791156" y="4853810"/>
                  <a:pt x="1794168" y="4853679"/>
                </a:cubicBezTo>
                <a:cubicBezTo>
                  <a:pt x="1797180" y="4853549"/>
                  <a:pt x="1798938" y="4853549"/>
                  <a:pt x="1800067" y="4853679"/>
                </a:cubicBezTo>
                <a:close/>
                <a:moveTo>
                  <a:pt x="1061248" y="4850910"/>
                </a:moveTo>
                <a:cubicBezTo>
                  <a:pt x="1061688" y="4851084"/>
                  <a:pt x="1062065" y="4851300"/>
                  <a:pt x="1062504" y="4851516"/>
                </a:cubicBezTo>
                <a:lnTo>
                  <a:pt x="1062440" y="4851516"/>
                </a:lnTo>
                <a:cubicBezTo>
                  <a:pt x="1062880" y="4851689"/>
                  <a:pt x="1063257" y="4851906"/>
                  <a:pt x="1063696" y="4852122"/>
                </a:cubicBezTo>
                <a:cubicBezTo>
                  <a:pt x="1064135" y="4852295"/>
                  <a:pt x="1064512" y="4852511"/>
                  <a:pt x="1064951" y="4852728"/>
                </a:cubicBezTo>
                <a:cubicBezTo>
                  <a:pt x="1065390" y="4852901"/>
                  <a:pt x="1065768" y="4853117"/>
                  <a:pt x="1066206" y="4853334"/>
                </a:cubicBezTo>
                <a:cubicBezTo>
                  <a:pt x="1065829" y="4853464"/>
                  <a:pt x="1065517" y="4853550"/>
                  <a:pt x="1065139" y="4853680"/>
                </a:cubicBezTo>
                <a:cubicBezTo>
                  <a:pt x="1064764" y="4853810"/>
                  <a:pt x="1064449" y="4853896"/>
                  <a:pt x="1064074" y="4854026"/>
                </a:cubicBezTo>
                <a:cubicBezTo>
                  <a:pt x="1063696" y="4854156"/>
                  <a:pt x="1063382" y="4854242"/>
                  <a:pt x="1063005" y="4854372"/>
                </a:cubicBezTo>
                <a:cubicBezTo>
                  <a:pt x="1062629" y="4854502"/>
                  <a:pt x="1062317" y="4854589"/>
                  <a:pt x="1061939" y="4854718"/>
                </a:cubicBezTo>
                <a:cubicBezTo>
                  <a:pt x="1061060" y="4854285"/>
                  <a:pt x="1060370" y="4854026"/>
                  <a:pt x="1059867" y="4853810"/>
                </a:cubicBezTo>
                <a:cubicBezTo>
                  <a:pt x="1059366" y="4853593"/>
                  <a:pt x="1059052" y="4853464"/>
                  <a:pt x="1059052" y="4853290"/>
                </a:cubicBezTo>
                <a:cubicBezTo>
                  <a:pt x="1058990" y="4853117"/>
                  <a:pt x="1059115" y="4852901"/>
                  <a:pt x="1059492" y="4852555"/>
                </a:cubicBezTo>
                <a:cubicBezTo>
                  <a:pt x="1059867" y="4852209"/>
                  <a:pt x="1060432" y="4851689"/>
                  <a:pt x="1061248" y="4850910"/>
                </a:cubicBezTo>
                <a:close/>
                <a:moveTo>
                  <a:pt x="1861190" y="4850131"/>
                </a:moveTo>
                <a:cubicBezTo>
                  <a:pt x="1861504" y="4850174"/>
                  <a:pt x="1861755" y="4850261"/>
                  <a:pt x="1862069" y="4850305"/>
                </a:cubicBezTo>
                <a:cubicBezTo>
                  <a:pt x="1862382" y="4850348"/>
                  <a:pt x="1862947" y="4850478"/>
                  <a:pt x="1862947" y="4850478"/>
                </a:cubicBezTo>
                <a:lnTo>
                  <a:pt x="1862885" y="4850521"/>
                </a:lnTo>
                <a:cubicBezTo>
                  <a:pt x="1863198" y="4850564"/>
                  <a:pt x="1863450" y="4850651"/>
                  <a:pt x="1863763" y="4850694"/>
                </a:cubicBezTo>
                <a:cubicBezTo>
                  <a:pt x="1864077" y="4850737"/>
                  <a:pt x="1864328" y="4850824"/>
                  <a:pt x="1864641" y="4850867"/>
                </a:cubicBezTo>
                <a:cubicBezTo>
                  <a:pt x="1864014" y="4851516"/>
                  <a:pt x="1863575" y="4851949"/>
                  <a:pt x="1863262" y="4852252"/>
                </a:cubicBezTo>
                <a:cubicBezTo>
                  <a:pt x="1862947" y="4852555"/>
                  <a:pt x="1862697" y="4852728"/>
                  <a:pt x="1862446" y="4852728"/>
                </a:cubicBezTo>
                <a:cubicBezTo>
                  <a:pt x="1862194" y="4852728"/>
                  <a:pt x="1861881" y="4852685"/>
                  <a:pt x="1861378" y="4852555"/>
                </a:cubicBezTo>
                <a:cubicBezTo>
                  <a:pt x="1860877" y="4852425"/>
                  <a:pt x="1860186" y="4852252"/>
                  <a:pt x="1859182" y="4852035"/>
                </a:cubicBezTo>
                <a:cubicBezTo>
                  <a:pt x="1859370" y="4851862"/>
                  <a:pt x="1859496" y="4851732"/>
                  <a:pt x="1859685" y="4851560"/>
                </a:cubicBezTo>
                <a:cubicBezTo>
                  <a:pt x="1859873" y="4851386"/>
                  <a:pt x="1859998" y="4851256"/>
                  <a:pt x="1860186" y="4851084"/>
                </a:cubicBezTo>
                <a:cubicBezTo>
                  <a:pt x="1860374" y="4850910"/>
                  <a:pt x="1860500" y="4850781"/>
                  <a:pt x="1860689" y="4850607"/>
                </a:cubicBezTo>
                <a:cubicBezTo>
                  <a:pt x="1860877" y="4850435"/>
                  <a:pt x="1861002" y="4850305"/>
                  <a:pt x="1861190" y="4850131"/>
                </a:cubicBezTo>
                <a:close/>
                <a:moveTo>
                  <a:pt x="1939133" y="4846411"/>
                </a:moveTo>
                <a:cubicBezTo>
                  <a:pt x="1939949" y="4846325"/>
                  <a:pt x="1940953" y="4846584"/>
                  <a:pt x="1942711" y="4847103"/>
                </a:cubicBezTo>
                <a:cubicBezTo>
                  <a:pt x="1944468" y="4847623"/>
                  <a:pt x="1946853" y="4848445"/>
                  <a:pt x="1950554" y="4849526"/>
                </a:cubicBezTo>
                <a:cubicBezTo>
                  <a:pt x="1949488" y="4850089"/>
                  <a:pt x="1948923" y="4850521"/>
                  <a:pt x="1948484" y="4850825"/>
                </a:cubicBezTo>
                <a:cubicBezTo>
                  <a:pt x="1947981" y="4851084"/>
                  <a:pt x="1947605" y="4851300"/>
                  <a:pt x="1946727" y="4851300"/>
                </a:cubicBezTo>
                <a:cubicBezTo>
                  <a:pt x="1945911" y="4851343"/>
                  <a:pt x="1944593" y="4851257"/>
                  <a:pt x="1942334" y="4851084"/>
                </a:cubicBezTo>
                <a:cubicBezTo>
                  <a:pt x="1940075" y="4850910"/>
                  <a:pt x="1936874" y="4850651"/>
                  <a:pt x="1932230" y="4850305"/>
                </a:cubicBezTo>
                <a:cubicBezTo>
                  <a:pt x="1934427" y="4849050"/>
                  <a:pt x="1935681" y="4848099"/>
                  <a:pt x="1936685" y="4847450"/>
                </a:cubicBezTo>
                <a:cubicBezTo>
                  <a:pt x="1937689" y="4846800"/>
                  <a:pt x="1938318" y="4846454"/>
                  <a:pt x="1939133" y="4846411"/>
                </a:cubicBezTo>
                <a:close/>
                <a:moveTo>
                  <a:pt x="1620280" y="4841958"/>
                </a:moveTo>
                <a:lnTo>
                  <a:pt x="1621655" y="4843122"/>
                </a:lnTo>
                <a:cubicBezTo>
                  <a:pt x="1622094" y="4843771"/>
                  <a:pt x="1622659" y="4844680"/>
                  <a:pt x="1623727" y="4845935"/>
                </a:cubicBezTo>
                <a:cubicBezTo>
                  <a:pt x="1622973" y="4846064"/>
                  <a:pt x="1622220" y="4846238"/>
                  <a:pt x="1621466" y="4846367"/>
                </a:cubicBezTo>
                <a:cubicBezTo>
                  <a:pt x="1620715" y="4846497"/>
                  <a:pt x="1619961" y="4846671"/>
                  <a:pt x="1619208" y="4846800"/>
                </a:cubicBezTo>
                <a:cubicBezTo>
                  <a:pt x="1618455" y="4846930"/>
                  <a:pt x="1617701" y="4847103"/>
                  <a:pt x="1616949" y="4847233"/>
                </a:cubicBezTo>
                <a:cubicBezTo>
                  <a:pt x="1616195" y="4847363"/>
                  <a:pt x="1615442" y="4847536"/>
                  <a:pt x="1614689" y="4847666"/>
                </a:cubicBezTo>
                <a:cubicBezTo>
                  <a:pt x="1614376" y="4847320"/>
                  <a:pt x="1614000" y="4846930"/>
                  <a:pt x="1613685" y="4846584"/>
                </a:cubicBezTo>
                <a:cubicBezTo>
                  <a:pt x="1613372" y="4846238"/>
                  <a:pt x="1612996" y="4845848"/>
                  <a:pt x="1612681" y="4845502"/>
                </a:cubicBezTo>
                <a:cubicBezTo>
                  <a:pt x="1612368" y="4845156"/>
                  <a:pt x="1611990" y="4844767"/>
                  <a:pt x="1611677" y="4844421"/>
                </a:cubicBezTo>
                <a:cubicBezTo>
                  <a:pt x="1611363" y="4844075"/>
                  <a:pt x="1610988" y="4843685"/>
                  <a:pt x="1610673" y="4843339"/>
                </a:cubicBezTo>
                <a:cubicBezTo>
                  <a:pt x="1613811" y="4842820"/>
                  <a:pt x="1615882" y="4842387"/>
                  <a:pt x="1617388" y="4842128"/>
                </a:cubicBezTo>
                <a:close/>
                <a:moveTo>
                  <a:pt x="1620275" y="4841954"/>
                </a:moveTo>
                <a:lnTo>
                  <a:pt x="1620338" y="4841954"/>
                </a:lnTo>
                <a:lnTo>
                  <a:pt x="1620280" y="4841958"/>
                </a:lnTo>
                <a:close/>
                <a:moveTo>
                  <a:pt x="1698277" y="4835637"/>
                </a:moveTo>
                <a:cubicBezTo>
                  <a:pt x="1699155" y="4840137"/>
                  <a:pt x="1700850" y="4844594"/>
                  <a:pt x="1702670" y="4849007"/>
                </a:cubicBezTo>
                <a:cubicBezTo>
                  <a:pt x="1704490" y="4853421"/>
                  <a:pt x="1706373" y="4857791"/>
                  <a:pt x="1707565" y="4862117"/>
                </a:cubicBezTo>
                <a:cubicBezTo>
                  <a:pt x="1708757" y="4866445"/>
                  <a:pt x="1709322" y="4870771"/>
                  <a:pt x="1708443" y="4875098"/>
                </a:cubicBezTo>
                <a:cubicBezTo>
                  <a:pt x="1707565" y="4879381"/>
                  <a:pt x="1705305" y="4883709"/>
                  <a:pt x="1700850" y="4888079"/>
                </a:cubicBezTo>
                <a:cubicBezTo>
                  <a:pt x="1692703" y="4887603"/>
                  <a:pt x="1688059" y="4886824"/>
                  <a:pt x="1685422" y="4885483"/>
                </a:cubicBezTo>
                <a:cubicBezTo>
                  <a:pt x="1682785" y="4884141"/>
                  <a:pt x="1682095" y="4882367"/>
                  <a:pt x="1681845" y="4879944"/>
                </a:cubicBezTo>
                <a:cubicBezTo>
                  <a:pt x="1681594" y="4877521"/>
                  <a:pt x="1681719" y="4874492"/>
                  <a:pt x="1680652" y="4870728"/>
                </a:cubicBezTo>
                <a:cubicBezTo>
                  <a:pt x="1679585" y="4866921"/>
                  <a:pt x="1677325" y="4862421"/>
                  <a:pt x="1672306" y="4857012"/>
                </a:cubicBezTo>
                <a:cubicBezTo>
                  <a:pt x="1677578" y="4853377"/>
                  <a:pt x="1681029" y="4850997"/>
                  <a:pt x="1683539" y="4849267"/>
                </a:cubicBezTo>
                <a:cubicBezTo>
                  <a:pt x="1686049" y="4847536"/>
                  <a:pt x="1687493" y="4846454"/>
                  <a:pt x="1688687" y="4845459"/>
                </a:cubicBezTo>
                <a:cubicBezTo>
                  <a:pt x="1689879" y="4844464"/>
                  <a:pt x="1690757" y="4843512"/>
                  <a:pt x="1692136" y="4842084"/>
                </a:cubicBezTo>
                <a:cubicBezTo>
                  <a:pt x="1693445" y="4840656"/>
                  <a:pt x="1695265" y="4838709"/>
                  <a:pt x="1698277" y="4835637"/>
                </a:cubicBezTo>
                <a:close/>
                <a:moveTo>
                  <a:pt x="994290" y="4830661"/>
                </a:moveTo>
                <a:cubicBezTo>
                  <a:pt x="1004707" y="4832521"/>
                  <a:pt x="1012113" y="4834511"/>
                  <a:pt x="1016756" y="4836243"/>
                </a:cubicBezTo>
                <a:lnTo>
                  <a:pt x="1016756" y="4836199"/>
                </a:lnTo>
                <a:cubicBezTo>
                  <a:pt x="1021400" y="4837930"/>
                  <a:pt x="1023346" y="4839401"/>
                  <a:pt x="1022781" y="4840266"/>
                </a:cubicBezTo>
                <a:cubicBezTo>
                  <a:pt x="1022216" y="4841132"/>
                  <a:pt x="1019204" y="4841391"/>
                  <a:pt x="1014058" y="4840613"/>
                </a:cubicBezTo>
                <a:cubicBezTo>
                  <a:pt x="1008849" y="4839877"/>
                  <a:pt x="1001506" y="4838103"/>
                  <a:pt x="992282" y="4834987"/>
                </a:cubicBezTo>
                <a:cubicBezTo>
                  <a:pt x="992470" y="4834642"/>
                  <a:pt x="992596" y="4834252"/>
                  <a:pt x="992783" y="4833906"/>
                </a:cubicBezTo>
                <a:cubicBezTo>
                  <a:pt x="992971" y="4833560"/>
                  <a:pt x="993097" y="4833170"/>
                  <a:pt x="993286" y="4832824"/>
                </a:cubicBezTo>
                <a:cubicBezTo>
                  <a:pt x="993474" y="4832478"/>
                  <a:pt x="993600" y="4832089"/>
                  <a:pt x="993788" y="4831743"/>
                </a:cubicBezTo>
                <a:cubicBezTo>
                  <a:pt x="993975" y="4831397"/>
                  <a:pt x="994101" y="4831007"/>
                  <a:pt x="994290" y="4830661"/>
                </a:cubicBezTo>
                <a:close/>
                <a:moveTo>
                  <a:pt x="1153877" y="4827589"/>
                </a:moveTo>
                <a:cubicBezTo>
                  <a:pt x="1155949" y="4828453"/>
                  <a:pt x="1158458" y="4829493"/>
                  <a:pt x="1160906" y="4830531"/>
                </a:cubicBezTo>
                <a:cubicBezTo>
                  <a:pt x="1163353" y="4831613"/>
                  <a:pt x="1165676" y="4832694"/>
                  <a:pt x="1167370" y="4833732"/>
                </a:cubicBezTo>
                <a:lnTo>
                  <a:pt x="1167433" y="4833732"/>
                </a:lnTo>
                <a:cubicBezTo>
                  <a:pt x="1169127" y="4834771"/>
                  <a:pt x="1170131" y="4835766"/>
                  <a:pt x="1169880" y="4836632"/>
                </a:cubicBezTo>
                <a:cubicBezTo>
                  <a:pt x="1169629" y="4837497"/>
                  <a:pt x="1168186" y="4838189"/>
                  <a:pt x="1164860" y="4838709"/>
                </a:cubicBezTo>
                <a:cubicBezTo>
                  <a:pt x="1162349" y="4839098"/>
                  <a:pt x="1159902" y="4839228"/>
                  <a:pt x="1157706" y="4839098"/>
                </a:cubicBezTo>
                <a:cubicBezTo>
                  <a:pt x="1155510" y="4838968"/>
                  <a:pt x="1153689" y="4838535"/>
                  <a:pt x="1152372" y="4837714"/>
                </a:cubicBezTo>
                <a:cubicBezTo>
                  <a:pt x="1151116" y="4836891"/>
                  <a:pt x="1150426" y="4835680"/>
                  <a:pt x="1150552" y="4834035"/>
                </a:cubicBezTo>
                <a:cubicBezTo>
                  <a:pt x="1150677" y="4832392"/>
                  <a:pt x="1151681" y="4830272"/>
                  <a:pt x="1153877" y="4827589"/>
                </a:cubicBezTo>
                <a:close/>
                <a:moveTo>
                  <a:pt x="1668658" y="4825901"/>
                </a:moveTo>
                <a:lnTo>
                  <a:pt x="1669537" y="4826247"/>
                </a:lnTo>
                <a:lnTo>
                  <a:pt x="1670479" y="4826550"/>
                </a:lnTo>
                <a:lnTo>
                  <a:pt x="1671357" y="4826853"/>
                </a:lnTo>
                <a:lnTo>
                  <a:pt x="1672236" y="4827156"/>
                </a:lnTo>
                <a:lnTo>
                  <a:pt x="1671168" y="4827243"/>
                </a:lnTo>
                <a:lnTo>
                  <a:pt x="1670102" y="4827329"/>
                </a:lnTo>
                <a:lnTo>
                  <a:pt x="1669035" y="4827459"/>
                </a:lnTo>
                <a:lnTo>
                  <a:pt x="1667968" y="4827546"/>
                </a:lnTo>
                <a:lnTo>
                  <a:pt x="1668156" y="4827156"/>
                </a:lnTo>
                <a:lnTo>
                  <a:pt x="1668345" y="4826723"/>
                </a:lnTo>
                <a:lnTo>
                  <a:pt x="1668533" y="4826334"/>
                </a:lnTo>
                <a:close/>
                <a:moveTo>
                  <a:pt x="1321623" y="4825728"/>
                </a:moveTo>
                <a:cubicBezTo>
                  <a:pt x="1324132" y="4826074"/>
                  <a:pt x="1327081" y="4826853"/>
                  <a:pt x="1330407" y="4828108"/>
                </a:cubicBezTo>
                <a:cubicBezTo>
                  <a:pt x="1326831" y="4830401"/>
                  <a:pt x="1324384" y="4832089"/>
                  <a:pt x="1322627" y="4833214"/>
                </a:cubicBezTo>
                <a:cubicBezTo>
                  <a:pt x="1320870" y="4834339"/>
                  <a:pt x="1319739" y="4834901"/>
                  <a:pt x="1318736" y="4835074"/>
                </a:cubicBezTo>
                <a:cubicBezTo>
                  <a:pt x="1317732" y="4835247"/>
                  <a:pt x="1316854" y="4834987"/>
                  <a:pt x="1315535" y="4834382"/>
                </a:cubicBezTo>
                <a:cubicBezTo>
                  <a:pt x="1314281" y="4833776"/>
                  <a:pt x="1312586" y="4832910"/>
                  <a:pt x="1309950" y="4831786"/>
                </a:cubicBezTo>
                <a:cubicBezTo>
                  <a:pt x="1309950" y="4830314"/>
                  <a:pt x="1310389" y="4829060"/>
                  <a:pt x="1311269" y="4828022"/>
                </a:cubicBezTo>
                <a:cubicBezTo>
                  <a:pt x="1312147" y="4827026"/>
                  <a:pt x="1313465" y="4826247"/>
                  <a:pt x="1315222" y="4825857"/>
                </a:cubicBezTo>
                <a:cubicBezTo>
                  <a:pt x="1316916" y="4825425"/>
                  <a:pt x="1319112" y="4825382"/>
                  <a:pt x="1321623" y="4825728"/>
                </a:cubicBezTo>
                <a:close/>
                <a:moveTo>
                  <a:pt x="1969694" y="4824257"/>
                </a:moveTo>
                <a:cubicBezTo>
                  <a:pt x="1973271" y="4824257"/>
                  <a:pt x="1976409" y="4824473"/>
                  <a:pt x="1979045" y="4824949"/>
                </a:cubicBezTo>
                <a:cubicBezTo>
                  <a:pt x="1981680" y="4825425"/>
                  <a:pt x="1983876" y="4826074"/>
                  <a:pt x="1985509" y="4826939"/>
                </a:cubicBezTo>
                <a:lnTo>
                  <a:pt x="1985571" y="4826939"/>
                </a:lnTo>
                <a:cubicBezTo>
                  <a:pt x="1987203" y="4827805"/>
                  <a:pt x="1988333" y="4828886"/>
                  <a:pt x="1988960" y="4830185"/>
                </a:cubicBezTo>
                <a:cubicBezTo>
                  <a:pt x="1989525" y="4831482"/>
                  <a:pt x="1989587" y="4832953"/>
                  <a:pt x="1989086" y="4834684"/>
                </a:cubicBezTo>
                <a:cubicBezTo>
                  <a:pt x="1983124" y="4836156"/>
                  <a:pt x="1977664" y="4836243"/>
                  <a:pt x="1973083" y="4835549"/>
                </a:cubicBezTo>
                <a:cubicBezTo>
                  <a:pt x="1968502" y="4834814"/>
                  <a:pt x="1964862" y="4833343"/>
                  <a:pt x="1962603" y="4831656"/>
                </a:cubicBezTo>
                <a:cubicBezTo>
                  <a:pt x="1960344" y="4829968"/>
                  <a:pt x="1959528" y="4828107"/>
                  <a:pt x="1960532" y="4826680"/>
                </a:cubicBezTo>
                <a:cubicBezTo>
                  <a:pt x="1961536" y="4825252"/>
                  <a:pt x="1964422" y="4824257"/>
                  <a:pt x="1969694" y="4824257"/>
                </a:cubicBezTo>
                <a:close/>
                <a:moveTo>
                  <a:pt x="2034396" y="4819107"/>
                </a:moveTo>
                <a:cubicBezTo>
                  <a:pt x="2038224" y="4818935"/>
                  <a:pt x="2043181" y="4819843"/>
                  <a:pt x="2046947" y="4821488"/>
                </a:cubicBezTo>
                <a:cubicBezTo>
                  <a:pt x="2050712" y="4823132"/>
                  <a:pt x="2053411" y="4825555"/>
                  <a:pt x="2052720" y="4828411"/>
                </a:cubicBezTo>
                <a:cubicBezTo>
                  <a:pt x="2052595" y="4828930"/>
                  <a:pt x="2052219" y="4829406"/>
                  <a:pt x="2051590" y="4829882"/>
                </a:cubicBezTo>
                <a:cubicBezTo>
                  <a:pt x="2050963" y="4830401"/>
                  <a:pt x="2050147" y="4830877"/>
                  <a:pt x="2049143" y="4831439"/>
                </a:cubicBezTo>
                <a:cubicBezTo>
                  <a:pt x="2048139" y="4832002"/>
                  <a:pt x="2047009" y="4832564"/>
                  <a:pt x="2045754" y="4833257"/>
                </a:cubicBezTo>
                <a:cubicBezTo>
                  <a:pt x="2044500" y="4833949"/>
                  <a:pt x="2043119" y="4834685"/>
                  <a:pt x="2041738" y="4835549"/>
                </a:cubicBezTo>
                <a:lnTo>
                  <a:pt x="2041676" y="4835593"/>
                </a:lnTo>
                <a:cubicBezTo>
                  <a:pt x="2032450" y="4829839"/>
                  <a:pt x="2028747" y="4825814"/>
                  <a:pt x="2028246" y="4823175"/>
                </a:cubicBezTo>
                <a:cubicBezTo>
                  <a:pt x="2027743" y="4820536"/>
                  <a:pt x="2030567" y="4819281"/>
                  <a:pt x="2034396" y="4819107"/>
                </a:cubicBezTo>
                <a:close/>
                <a:moveTo>
                  <a:pt x="1835648" y="4816426"/>
                </a:moveTo>
                <a:cubicBezTo>
                  <a:pt x="1839101" y="4818070"/>
                  <a:pt x="1842301" y="4819584"/>
                  <a:pt x="1845376" y="4821055"/>
                </a:cubicBezTo>
                <a:cubicBezTo>
                  <a:pt x="1848451" y="4822526"/>
                  <a:pt x="1851337" y="4823868"/>
                  <a:pt x="1854098" y="4825209"/>
                </a:cubicBezTo>
                <a:lnTo>
                  <a:pt x="1854162" y="4825209"/>
                </a:lnTo>
                <a:cubicBezTo>
                  <a:pt x="1856986" y="4826550"/>
                  <a:pt x="1859621" y="4827805"/>
                  <a:pt x="1862258" y="4829060"/>
                </a:cubicBezTo>
                <a:cubicBezTo>
                  <a:pt x="1864893" y="4830314"/>
                  <a:pt x="1867403" y="4831526"/>
                  <a:pt x="1869976" y="4832738"/>
                </a:cubicBezTo>
                <a:cubicBezTo>
                  <a:pt x="1867967" y="4833906"/>
                  <a:pt x="1866963" y="4834728"/>
                  <a:pt x="1865270" y="4835247"/>
                </a:cubicBezTo>
                <a:cubicBezTo>
                  <a:pt x="1863575" y="4835767"/>
                  <a:pt x="1861190" y="4836026"/>
                  <a:pt x="1856421" y="4836069"/>
                </a:cubicBezTo>
                <a:cubicBezTo>
                  <a:pt x="1851651" y="4836113"/>
                  <a:pt x="1844435" y="4835939"/>
                  <a:pt x="1833075" y="4835680"/>
                </a:cubicBezTo>
                <a:cubicBezTo>
                  <a:pt x="1821717" y="4835377"/>
                  <a:pt x="1806279" y="4834988"/>
                  <a:pt x="1784943" y="4834555"/>
                </a:cubicBezTo>
                <a:cubicBezTo>
                  <a:pt x="1783374" y="4830877"/>
                  <a:pt x="1785131" y="4828843"/>
                  <a:pt x="1788770" y="4827589"/>
                </a:cubicBezTo>
                <a:cubicBezTo>
                  <a:pt x="1792411" y="4826334"/>
                  <a:pt x="1797932" y="4825901"/>
                  <a:pt x="1804020" y="4825468"/>
                </a:cubicBezTo>
                <a:cubicBezTo>
                  <a:pt x="1810108" y="4825036"/>
                  <a:pt x="1816697" y="4824604"/>
                  <a:pt x="1822408" y="4823348"/>
                </a:cubicBezTo>
                <a:cubicBezTo>
                  <a:pt x="1828181" y="4822093"/>
                  <a:pt x="1833013" y="4820060"/>
                  <a:pt x="1835648" y="4816426"/>
                </a:cubicBezTo>
                <a:close/>
                <a:moveTo>
                  <a:pt x="1224226" y="4814565"/>
                </a:moveTo>
                <a:cubicBezTo>
                  <a:pt x="1225041" y="4815300"/>
                  <a:pt x="1225796" y="4815993"/>
                  <a:pt x="1226610" y="4816685"/>
                </a:cubicBezTo>
                <a:cubicBezTo>
                  <a:pt x="1227426" y="4817420"/>
                  <a:pt x="1228179" y="4818113"/>
                  <a:pt x="1228995" y="4818805"/>
                </a:cubicBezTo>
                <a:cubicBezTo>
                  <a:pt x="1229811" y="4819540"/>
                  <a:pt x="1230564" y="4820232"/>
                  <a:pt x="1231379" y="4820925"/>
                </a:cubicBezTo>
                <a:lnTo>
                  <a:pt x="1231379" y="4820882"/>
                </a:lnTo>
                <a:cubicBezTo>
                  <a:pt x="1232196" y="4821618"/>
                  <a:pt x="1232949" y="4822310"/>
                  <a:pt x="1233765" y="4823002"/>
                </a:cubicBezTo>
                <a:cubicBezTo>
                  <a:pt x="1233073" y="4823175"/>
                  <a:pt x="1232321" y="4823391"/>
                  <a:pt x="1231568" y="4823607"/>
                </a:cubicBezTo>
                <a:cubicBezTo>
                  <a:pt x="1230752" y="4823824"/>
                  <a:pt x="1229936" y="4824040"/>
                  <a:pt x="1229057" y="4824300"/>
                </a:cubicBezTo>
                <a:cubicBezTo>
                  <a:pt x="1228179" y="4824516"/>
                  <a:pt x="1227175" y="4824819"/>
                  <a:pt x="1226046" y="4825122"/>
                </a:cubicBezTo>
                <a:cubicBezTo>
                  <a:pt x="1224915" y="4825468"/>
                  <a:pt x="1223661" y="4825814"/>
                  <a:pt x="1222218" y="4826203"/>
                </a:cubicBezTo>
                <a:cubicBezTo>
                  <a:pt x="1219331" y="4823651"/>
                  <a:pt x="1217134" y="4821920"/>
                  <a:pt x="1215754" y="4820708"/>
                </a:cubicBezTo>
                <a:cubicBezTo>
                  <a:pt x="1214374" y="4819497"/>
                  <a:pt x="1213745" y="4818761"/>
                  <a:pt x="1213873" y="4818199"/>
                </a:cubicBezTo>
                <a:cubicBezTo>
                  <a:pt x="1213997" y="4817636"/>
                  <a:pt x="1214876" y="4817290"/>
                  <a:pt x="1216633" y="4816772"/>
                </a:cubicBezTo>
                <a:cubicBezTo>
                  <a:pt x="1218327" y="4816252"/>
                  <a:pt x="1220838" y="4815647"/>
                  <a:pt x="1224226" y="4814565"/>
                </a:cubicBezTo>
                <a:close/>
                <a:moveTo>
                  <a:pt x="1701603" y="4810671"/>
                </a:moveTo>
                <a:cubicBezTo>
                  <a:pt x="1701918" y="4810887"/>
                  <a:pt x="1702293" y="4811104"/>
                  <a:pt x="1702607" y="4811320"/>
                </a:cubicBezTo>
                <a:cubicBezTo>
                  <a:pt x="1703046" y="4811623"/>
                  <a:pt x="1703549" y="4811883"/>
                  <a:pt x="1703988" y="4812186"/>
                </a:cubicBezTo>
                <a:lnTo>
                  <a:pt x="1704239" y="4812704"/>
                </a:lnTo>
                <a:lnTo>
                  <a:pt x="1704491" y="4813224"/>
                </a:lnTo>
                <a:lnTo>
                  <a:pt x="1704741" y="4813743"/>
                </a:lnTo>
                <a:lnTo>
                  <a:pt x="1704992" y="4814262"/>
                </a:lnTo>
                <a:lnTo>
                  <a:pt x="1704365" y="4813916"/>
                </a:lnTo>
                <a:lnTo>
                  <a:pt x="1703737" y="4813570"/>
                </a:lnTo>
                <a:lnTo>
                  <a:pt x="1703110" y="4813224"/>
                </a:lnTo>
                <a:lnTo>
                  <a:pt x="1702481" y="4812878"/>
                </a:lnTo>
                <a:lnTo>
                  <a:pt x="1702545" y="4812878"/>
                </a:lnTo>
                <a:cubicBezTo>
                  <a:pt x="1702168" y="4811968"/>
                  <a:pt x="1701918" y="4811407"/>
                  <a:pt x="1701729" y="4810974"/>
                </a:cubicBezTo>
                <a:cubicBezTo>
                  <a:pt x="1701729" y="4810844"/>
                  <a:pt x="1701603" y="4810758"/>
                  <a:pt x="1701603" y="4810671"/>
                </a:cubicBezTo>
                <a:close/>
                <a:moveTo>
                  <a:pt x="2269603" y="4809416"/>
                </a:moveTo>
                <a:cubicBezTo>
                  <a:pt x="2274937" y="4811493"/>
                  <a:pt x="2278137" y="4815560"/>
                  <a:pt x="2279769" y="4820753"/>
                </a:cubicBezTo>
                <a:cubicBezTo>
                  <a:pt x="2281400" y="4825945"/>
                  <a:pt x="2281526" y="4832219"/>
                  <a:pt x="2280710" y="4838666"/>
                </a:cubicBezTo>
                <a:cubicBezTo>
                  <a:pt x="2279895" y="4845113"/>
                  <a:pt x="2278137" y="4851690"/>
                  <a:pt x="2276067" y="4857488"/>
                </a:cubicBezTo>
                <a:cubicBezTo>
                  <a:pt x="2273995" y="4863286"/>
                  <a:pt x="2271548" y="4868262"/>
                  <a:pt x="2269414" y="4871550"/>
                </a:cubicBezTo>
                <a:cubicBezTo>
                  <a:pt x="2268535" y="4869602"/>
                  <a:pt x="2267469" y="4865276"/>
                  <a:pt x="2266465" y="4859738"/>
                </a:cubicBezTo>
                <a:cubicBezTo>
                  <a:pt x="2265461" y="4854200"/>
                  <a:pt x="2264519" y="4847492"/>
                  <a:pt x="2264080" y="4840743"/>
                </a:cubicBezTo>
                <a:cubicBezTo>
                  <a:pt x="2263641" y="4833993"/>
                  <a:pt x="2263577" y="4827243"/>
                  <a:pt x="2264394" y="4821618"/>
                </a:cubicBezTo>
                <a:cubicBezTo>
                  <a:pt x="2265210" y="4815994"/>
                  <a:pt x="2266779" y="4811579"/>
                  <a:pt x="2269540" y="4809459"/>
                </a:cubicBezTo>
                <a:close/>
                <a:moveTo>
                  <a:pt x="1698341" y="4808723"/>
                </a:moveTo>
                <a:cubicBezTo>
                  <a:pt x="1699220" y="4809156"/>
                  <a:pt x="1699784" y="4809415"/>
                  <a:pt x="1700224" y="4809589"/>
                </a:cubicBezTo>
                <a:cubicBezTo>
                  <a:pt x="1700663" y="4809805"/>
                  <a:pt x="1700914" y="4809935"/>
                  <a:pt x="1701102" y="4810107"/>
                </a:cubicBezTo>
                <a:cubicBezTo>
                  <a:pt x="1701228" y="4810238"/>
                  <a:pt x="1701353" y="4810454"/>
                  <a:pt x="1701479" y="4810670"/>
                </a:cubicBezTo>
                <a:lnTo>
                  <a:pt x="1701102" y="4810454"/>
                </a:lnTo>
                <a:cubicBezTo>
                  <a:pt x="1700663" y="4810151"/>
                  <a:pt x="1700160" y="4809891"/>
                  <a:pt x="1699721" y="4809589"/>
                </a:cubicBezTo>
                <a:cubicBezTo>
                  <a:pt x="1699282" y="4809286"/>
                  <a:pt x="1698780" y="4809026"/>
                  <a:pt x="1698341" y="4808723"/>
                </a:cubicBezTo>
                <a:close/>
                <a:moveTo>
                  <a:pt x="1664703" y="4803921"/>
                </a:moveTo>
                <a:lnTo>
                  <a:pt x="1665331" y="4804180"/>
                </a:lnTo>
                <a:lnTo>
                  <a:pt x="1665958" y="4804441"/>
                </a:lnTo>
                <a:lnTo>
                  <a:pt x="1666649" y="4804700"/>
                </a:lnTo>
                <a:lnTo>
                  <a:pt x="1667276" y="4804959"/>
                </a:lnTo>
                <a:lnTo>
                  <a:pt x="1666461" y="4805046"/>
                </a:lnTo>
                <a:lnTo>
                  <a:pt x="1665707" y="4805176"/>
                </a:lnTo>
                <a:lnTo>
                  <a:pt x="1664955" y="4805262"/>
                </a:lnTo>
                <a:lnTo>
                  <a:pt x="1664138" y="4805392"/>
                </a:lnTo>
                <a:lnTo>
                  <a:pt x="1664264" y="4805003"/>
                </a:lnTo>
                <a:lnTo>
                  <a:pt x="1664389" y="4804656"/>
                </a:lnTo>
                <a:lnTo>
                  <a:pt x="1664515" y="4804311"/>
                </a:lnTo>
                <a:close/>
                <a:moveTo>
                  <a:pt x="937932" y="4787998"/>
                </a:moveTo>
                <a:lnTo>
                  <a:pt x="938246" y="4788560"/>
                </a:lnTo>
                <a:lnTo>
                  <a:pt x="938562" y="4789123"/>
                </a:lnTo>
                <a:lnTo>
                  <a:pt x="938937" y="4789685"/>
                </a:lnTo>
                <a:lnTo>
                  <a:pt x="939251" y="4790248"/>
                </a:lnTo>
                <a:lnTo>
                  <a:pt x="938436" y="4790161"/>
                </a:lnTo>
                <a:lnTo>
                  <a:pt x="937556" y="4790118"/>
                </a:lnTo>
                <a:lnTo>
                  <a:pt x="936677" y="4790031"/>
                </a:lnTo>
                <a:lnTo>
                  <a:pt x="935862" y="4789988"/>
                </a:lnTo>
                <a:lnTo>
                  <a:pt x="936364" y="4789469"/>
                </a:lnTo>
                <a:lnTo>
                  <a:pt x="936867" y="4788993"/>
                </a:lnTo>
                <a:lnTo>
                  <a:pt x="937368" y="4788473"/>
                </a:lnTo>
                <a:close/>
                <a:moveTo>
                  <a:pt x="811359" y="4786310"/>
                </a:moveTo>
                <a:lnTo>
                  <a:pt x="811359" y="4786397"/>
                </a:lnTo>
                <a:cubicBezTo>
                  <a:pt x="813805" y="4789729"/>
                  <a:pt x="815062" y="4792801"/>
                  <a:pt x="815437" y="4795656"/>
                </a:cubicBezTo>
                <a:cubicBezTo>
                  <a:pt x="815813" y="4798511"/>
                  <a:pt x="815437" y="4801151"/>
                  <a:pt x="814621" y="4803618"/>
                </a:cubicBezTo>
                <a:cubicBezTo>
                  <a:pt x="813868" y="4806084"/>
                  <a:pt x="812677" y="4808421"/>
                  <a:pt x="811609" y="4810627"/>
                </a:cubicBezTo>
                <a:cubicBezTo>
                  <a:pt x="810481" y="4812834"/>
                  <a:pt x="809539" y="4814954"/>
                  <a:pt x="809036" y="4817074"/>
                </a:cubicBezTo>
                <a:cubicBezTo>
                  <a:pt x="802071" y="4818892"/>
                  <a:pt x="797678" y="4818286"/>
                  <a:pt x="795356" y="4816295"/>
                </a:cubicBezTo>
                <a:cubicBezTo>
                  <a:pt x="793034" y="4814261"/>
                  <a:pt x="792720" y="4810843"/>
                  <a:pt x="793724" y="4806993"/>
                </a:cubicBezTo>
                <a:cubicBezTo>
                  <a:pt x="794728" y="4803098"/>
                  <a:pt x="797176" y="4798815"/>
                  <a:pt x="800313" y="4795051"/>
                </a:cubicBezTo>
                <a:cubicBezTo>
                  <a:pt x="803451" y="4791286"/>
                  <a:pt x="807342" y="4788040"/>
                  <a:pt x="811359" y="4786310"/>
                </a:cubicBezTo>
                <a:close/>
                <a:moveTo>
                  <a:pt x="2094829" y="4778912"/>
                </a:moveTo>
                <a:cubicBezTo>
                  <a:pt x="2096461" y="4782070"/>
                  <a:pt x="2092256" y="4785705"/>
                  <a:pt x="2084537" y="4789296"/>
                </a:cubicBezTo>
                <a:cubicBezTo>
                  <a:pt x="2076819" y="4792930"/>
                  <a:pt x="2065585" y="4796522"/>
                  <a:pt x="2053223" y="4799551"/>
                </a:cubicBezTo>
                <a:cubicBezTo>
                  <a:pt x="2040859" y="4802580"/>
                  <a:pt x="2027367" y="4805089"/>
                  <a:pt x="2015130" y="4806517"/>
                </a:cubicBezTo>
                <a:cubicBezTo>
                  <a:pt x="2002893" y="4807945"/>
                  <a:pt x="1991973" y="4808334"/>
                  <a:pt x="1984631" y="4807122"/>
                </a:cubicBezTo>
                <a:cubicBezTo>
                  <a:pt x="1984819" y="4804311"/>
                  <a:pt x="1985196" y="4801584"/>
                  <a:pt x="1986011" y="4799032"/>
                </a:cubicBezTo>
                <a:cubicBezTo>
                  <a:pt x="1986827" y="4796479"/>
                  <a:pt x="1988208" y="4794099"/>
                  <a:pt x="1990342" y="4792022"/>
                </a:cubicBezTo>
                <a:cubicBezTo>
                  <a:pt x="1992538" y="4789902"/>
                  <a:pt x="1995488" y="4788084"/>
                  <a:pt x="1999566" y="4786657"/>
                </a:cubicBezTo>
                <a:cubicBezTo>
                  <a:pt x="2003646" y="4785229"/>
                  <a:pt x="2008917" y="4784147"/>
                  <a:pt x="2015569" y="4783541"/>
                </a:cubicBezTo>
                <a:cubicBezTo>
                  <a:pt x="2015632" y="4783584"/>
                  <a:pt x="2015632" y="4783628"/>
                  <a:pt x="2015632" y="4783671"/>
                </a:cubicBezTo>
                <a:cubicBezTo>
                  <a:pt x="2021405" y="4781032"/>
                  <a:pt x="2024605" y="4779647"/>
                  <a:pt x="2026928" y="4779041"/>
                </a:cubicBezTo>
                <a:cubicBezTo>
                  <a:pt x="2029438" y="4778392"/>
                  <a:pt x="2031132" y="4778609"/>
                  <a:pt x="2034521" y="4779041"/>
                </a:cubicBezTo>
                <a:cubicBezTo>
                  <a:pt x="2037911" y="4779517"/>
                  <a:pt x="2042931" y="4780166"/>
                  <a:pt x="2052155" y="4780339"/>
                </a:cubicBezTo>
                <a:cubicBezTo>
                  <a:pt x="2061381" y="4780556"/>
                  <a:pt x="2074811" y="4780296"/>
                  <a:pt x="2094829" y="4778912"/>
                </a:cubicBezTo>
                <a:close/>
                <a:moveTo>
                  <a:pt x="991024" y="4778479"/>
                </a:moveTo>
                <a:cubicBezTo>
                  <a:pt x="990961" y="4778782"/>
                  <a:pt x="990898" y="4779128"/>
                  <a:pt x="990898" y="4779474"/>
                </a:cubicBezTo>
                <a:cubicBezTo>
                  <a:pt x="990835" y="4779777"/>
                  <a:pt x="990773" y="4780124"/>
                  <a:pt x="990773" y="4780470"/>
                </a:cubicBezTo>
                <a:cubicBezTo>
                  <a:pt x="990709" y="4780773"/>
                  <a:pt x="990647" y="4781119"/>
                  <a:pt x="990647" y="4781465"/>
                </a:cubicBezTo>
                <a:cubicBezTo>
                  <a:pt x="990586" y="4781767"/>
                  <a:pt x="990522" y="4782113"/>
                  <a:pt x="990522" y="4782460"/>
                </a:cubicBezTo>
                <a:cubicBezTo>
                  <a:pt x="990334" y="4782287"/>
                  <a:pt x="990145" y="4782113"/>
                  <a:pt x="989957" y="4781941"/>
                </a:cubicBezTo>
                <a:cubicBezTo>
                  <a:pt x="989769" y="4781767"/>
                  <a:pt x="989582" y="4781595"/>
                  <a:pt x="989392" y="4781421"/>
                </a:cubicBezTo>
                <a:cubicBezTo>
                  <a:pt x="989204" y="4781249"/>
                  <a:pt x="989015" y="4781075"/>
                  <a:pt x="988827" y="4780902"/>
                </a:cubicBezTo>
                <a:cubicBezTo>
                  <a:pt x="988639" y="4780729"/>
                  <a:pt x="988451" y="4780556"/>
                  <a:pt x="988262" y="4780383"/>
                </a:cubicBezTo>
                <a:cubicBezTo>
                  <a:pt x="988513" y="4780209"/>
                  <a:pt x="988702" y="4780080"/>
                  <a:pt x="988952" y="4779907"/>
                </a:cubicBezTo>
                <a:cubicBezTo>
                  <a:pt x="989204" y="4779734"/>
                  <a:pt x="989392" y="4779604"/>
                  <a:pt x="989644" y="4779431"/>
                </a:cubicBezTo>
                <a:cubicBezTo>
                  <a:pt x="989894" y="4779258"/>
                  <a:pt x="990082" y="4779128"/>
                  <a:pt x="990334" y="4778955"/>
                </a:cubicBezTo>
                <a:cubicBezTo>
                  <a:pt x="990586" y="4778782"/>
                  <a:pt x="990773" y="4778653"/>
                  <a:pt x="991024" y="4778479"/>
                </a:cubicBezTo>
                <a:close/>
                <a:moveTo>
                  <a:pt x="439468" y="4776186"/>
                </a:moveTo>
                <a:lnTo>
                  <a:pt x="440347" y="4776403"/>
                </a:lnTo>
                <a:lnTo>
                  <a:pt x="441226" y="4776575"/>
                </a:lnTo>
                <a:lnTo>
                  <a:pt x="442167" y="4776792"/>
                </a:lnTo>
                <a:lnTo>
                  <a:pt x="443046" y="4776965"/>
                </a:lnTo>
                <a:lnTo>
                  <a:pt x="442167" y="4777181"/>
                </a:lnTo>
                <a:lnTo>
                  <a:pt x="441288" y="4777354"/>
                </a:lnTo>
                <a:lnTo>
                  <a:pt x="440410" y="4777570"/>
                </a:lnTo>
                <a:lnTo>
                  <a:pt x="439531" y="4777787"/>
                </a:lnTo>
                <a:lnTo>
                  <a:pt x="439531" y="4777398"/>
                </a:lnTo>
                <a:lnTo>
                  <a:pt x="439468" y="4777008"/>
                </a:lnTo>
                <a:lnTo>
                  <a:pt x="439468" y="4776619"/>
                </a:lnTo>
                <a:close/>
                <a:moveTo>
                  <a:pt x="2268850" y="4775969"/>
                </a:moveTo>
                <a:cubicBezTo>
                  <a:pt x="2271612" y="4775709"/>
                  <a:pt x="2274310" y="4775752"/>
                  <a:pt x="2276569" y="4776229"/>
                </a:cubicBezTo>
                <a:lnTo>
                  <a:pt x="2276506" y="4776229"/>
                </a:lnTo>
                <a:cubicBezTo>
                  <a:pt x="2278766" y="4776661"/>
                  <a:pt x="2280648" y="4777527"/>
                  <a:pt x="2281904" y="4778868"/>
                </a:cubicBezTo>
                <a:cubicBezTo>
                  <a:pt x="2283159" y="4780209"/>
                  <a:pt x="2283723" y="4782027"/>
                  <a:pt x="2283409" y="4784363"/>
                </a:cubicBezTo>
                <a:cubicBezTo>
                  <a:pt x="2283096" y="4786743"/>
                  <a:pt x="2281840" y="4789642"/>
                  <a:pt x="2279393" y="4793190"/>
                </a:cubicBezTo>
                <a:cubicBezTo>
                  <a:pt x="2271988" y="4793103"/>
                  <a:pt x="2267344" y="4791978"/>
                  <a:pt x="2264646" y="4790377"/>
                </a:cubicBezTo>
                <a:cubicBezTo>
                  <a:pt x="2261885" y="4788776"/>
                  <a:pt x="2261069" y="4786656"/>
                  <a:pt x="2261320" y="4784580"/>
                </a:cubicBezTo>
                <a:cubicBezTo>
                  <a:pt x="2261570" y="4782459"/>
                  <a:pt x="2262889" y="4780382"/>
                  <a:pt x="2264394" y="4778781"/>
                </a:cubicBezTo>
                <a:cubicBezTo>
                  <a:pt x="2265963" y="4777180"/>
                  <a:pt x="2267720" y="4776098"/>
                  <a:pt x="2268850" y="4775969"/>
                </a:cubicBezTo>
                <a:close/>
                <a:moveTo>
                  <a:pt x="1836465" y="4772767"/>
                </a:moveTo>
                <a:cubicBezTo>
                  <a:pt x="1842929" y="4772638"/>
                  <a:pt x="1846821" y="4773502"/>
                  <a:pt x="1848829" y="4775060"/>
                </a:cubicBezTo>
                <a:cubicBezTo>
                  <a:pt x="1850837" y="4776618"/>
                  <a:pt x="1850962" y="4778911"/>
                  <a:pt x="1850021" y="4781767"/>
                </a:cubicBezTo>
                <a:cubicBezTo>
                  <a:pt x="1849017" y="4784580"/>
                  <a:pt x="1846945" y="4787998"/>
                  <a:pt x="1844435" y="4791719"/>
                </a:cubicBezTo>
                <a:cubicBezTo>
                  <a:pt x="1841925" y="4795440"/>
                  <a:pt x="1838976" y="4799551"/>
                  <a:pt x="1836403" y="4803790"/>
                </a:cubicBezTo>
                <a:lnTo>
                  <a:pt x="1836403" y="4779993"/>
                </a:lnTo>
                <a:lnTo>
                  <a:pt x="1836465" y="4780036"/>
                </a:lnTo>
                <a:close/>
                <a:moveTo>
                  <a:pt x="1890246" y="4764763"/>
                </a:moveTo>
                <a:cubicBezTo>
                  <a:pt x="1891439" y="4764676"/>
                  <a:pt x="1892819" y="4764935"/>
                  <a:pt x="1895016" y="4765412"/>
                </a:cubicBezTo>
                <a:cubicBezTo>
                  <a:pt x="1897212" y="4765888"/>
                  <a:pt x="1900288" y="4766580"/>
                  <a:pt x="1904805" y="4767359"/>
                </a:cubicBezTo>
                <a:cubicBezTo>
                  <a:pt x="1901228" y="4768959"/>
                  <a:pt x="1898907" y="4770171"/>
                  <a:pt x="1897212" y="4771036"/>
                </a:cubicBezTo>
                <a:cubicBezTo>
                  <a:pt x="1895518" y="4771902"/>
                  <a:pt x="1894388" y="4772421"/>
                  <a:pt x="1893258" y="4772594"/>
                </a:cubicBezTo>
                <a:cubicBezTo>
                  <a:pt x="1892066" y="4772767"/>
                  <a:pt x="1890874" y="4772638"/>
                  <a:pt x="1888866" y="4772248"/>
                </a:cubicBezTo>
                <a:cubicBezTo>
                  <a:pt x="1886858" y="4771859"/>
                  <a:pt x="1884159" y="4771166"/>
                  <a:pt x="1879954" y="4770258"/>
                </a:cubicBezTo>
                <a:cubicBezTo>
                  <a:pt x="1883092" y="4768354"/>
                  <a:pt x="1885038" y="4767013"/>
                  <a:pt x="1886543" y="4766147"/>
                </a:cubicBezTo>
                <a:cubicBezTo>
                  <a:pt x="1888050" y="4765281"/>
                  <a:pt x="1889054" y="4764849"/>
                  <a:pt x="1890246" y="4764763"/>
                </a:cubicBezTo>
                <a:close/>
                <a:moveTo>
                  <a:pt x="687852" y="4764373"/>
                </a:moveTo>
                <a:cubicBezTo>
                  <a:pt x="688041" y="4764589"/>
                  <a:pt x="688292" y="4764806"/>
                  <a:pt x="688481" y="4765022"/>
                </a:cubicBezTo>
                <a:cubicBezTo>
                  <a:pt x="688669" y="4765238"/>
                  <a:pt x="689108" y="4765671"/>
                  <a:pt x="689108" y="4765671"/>
                </a:cubicBezTo>
                <a:lnTo>
                  <a:pt x="689108" y="4765627"/>
                </a:lnTo>
                <a:lnTo>
                  <a:pt x="689736" y="4766277"/>
                </a:lnTo>
                <a:cubicBezTo>
                  <a:pt x="689924" y="4766493"/>
                  <a:pt x="690175" y="4766709"/>
                  <a:pt x="690363" y="4766926"/>
                </a:cubicBezTo>
                <a:cubicBezTo>
                  <a:pt x="689045" y="4767056"/>
                  <a:pt x="688104" y="4767142"/>
                  <a:pt x="687477" y="4767185"/>
                </a:cubicBezTo>
                <a:cubicBezTo>
                  <a:pt x="686848" y="4767272"/>
                  <a:pt x="686472" y="4767272"/>
                  <a:pt x="686221" y="4767185"/>
                </a:cubicBezTo>
                <a:cubicBezTo>
                  <a:pt x="685970" y="4767098"/>
                  <a:pt x="685782" y="4766969"/>
                  <a:pt x="685594" y="4766709"/>
                </a:cubicBezTo>
                <a:cubicBezTo>
                  <a:pt x="685343" y="4766450"/>
                  <a:pt x="685092" y="4766060"/>
                  <a:pt x="684589" y="4765585"/>
                </a:cubicBezTo>
                <a:cubicBezTo>
                  <a:pt x="684840" y="4765498"/>
                  <a:pt x="685154" y="4765368"/>
                  <a:pt x="685405" y="4765281"/>
                </a:cubicBezTo>
                <a:cubicBezTo>
                  <a:pt x="685656" y="4765195"/>
                  <a:pt x="685970" y="4765065"/>
                  <a:pt x="686221" y="4764978"/>
                </a:cubicBezTo>
                <a:cubicBezTo>
                  <a:pt x="686472" y="4764892"/>
                  <a:pt x="686786" y="4764763"/>
                  <a:pt x="687037" y="4764676"/>
                </a:cubicBezTo>
                <a:cubicBezTo>
                  <a:pt x="687288" y="4764589"/>
                  <a:pt x="687602" y="4764460"/>
                  <a:pt x="687852" y="4764373"/>
                </a:cubicBezTo>
                <a:close/>
                <a:moveTo>
                  <a:pt x="1723881" y="4751825"/>
                </a:moveTo>
                <a:cubicBezTo>
                  <a:pt x="1724320" y="4752345"/>
                  <a:pt x="1724761" y="4752821"/>
                  <a:pt x="1725200" y="4753339"/>
                </a:cubicBezTo>
                <a:cubicBezTo>
                  <a:pt x="1725889" y="4754118"/>
                  <a:pt x="1726580" y="4754897"/>
                  <a:pt x="1727270" y="4755719"/>
                </a:cubicBezTo>
                <a:cubicBezTo>
                  <a:pt x="1727961" y="4756542"/>
                  <a:pt x="1728714" y="4757406"/>
                  <a:pt x="1729466" y="4758272"/>
                </a:cubicBezTo>
                <a:cubicBezTo>
                  <a:pt x="1730220" y="4759138"/>
                  <a:pt x="1731035" y="4760089"/>
                  <a:pt x="1731851" y="4761042"/>
                </a:cubicBezTo>
                <a:cubicBezTo>
                  <a:pt x="1722815" y="4761474"/>
                  <a:pt x="1716853" y="4761214"/>
                  <a:pt x="1713276" y="4760522"/>
                </a:cubicBezTo>
                <a:cubicBezTo>
                  <a:pt x="1709699" y="4759830"/>
                  <a:pt x="1708507" y="4758748"/>
                  <a:pt x="1708946" y="4757580"/>
                </a:cubicBezTo>
                <a:lnTo>
                  <a:pt x="1708883" y="4757580"/>
                </a:lnTo>
                <a:cubicBezTo>
                  <a:pt x="1709259" y="4756368"/>
                  <a:pt x="1711330" y="4755113"/>
                  <a:pt x="1714217" y="4754032"/>
                </a:cubicBezTo>
                <a:cubicBezTo>
                  <a:pt x="1716915" y="4753037"/>
                  <a:pt x="1720304" y="4752258"/>
                  <a:pt x="1723881" y="4751825"/>
                </a:cubicBezTo>
                <a:close/>
                <a:moveTo>
                  <a:pt x="1724001" y="4751818"/>
                </a:moveTo>
                <a:lnTo>
                  <a:pt x="1724008" y="4751826"/>
                </a:lnTo>
                <a:lnTo>
                  <a:pt x="1723945" y="4751826"/>
                </a:lnTo>
                <a:close/>
                <a:moveTo>
                  <a:pt x="1971389" y="4745249"/>
                </a:moveTo>
                <a:cubicBezTo>
                  <a:pt x="1971577" y="4745378"/>
                  <a:pt x="1971828" y="4745465"/>
                  <a:pt x="1972017" y="4745595"/>
                </a:cubicBezTo>
                <a:cubicBezTo>
                  <a:pt x="1971514" y="4745725"/>
                  <a:pt x="1971075" y="4745811"/>
                  <a:pt x="1970572" y="4745898"/>
                </a:cubicBezTo>
                <a:cubicBezTo>
                  <a:pt x="1970448" y="4745768"/>
                  <a:pt x="1970071" y="4745552"/>
                  <a:pt x="1970071" y="4745552"/>
                </a:cubicBezTo>
                <a:lnTo>
                  <a:pt x="1970071" y="4745508"/>
                </a:lnTo>
                <a:cubicBezTo>
                  <a:pt x="1970510" y="4745422"/>
                  <a:pt x="1970949" y="4745336"/>
                  <a:pt x="1971389" y="4745249"/>
                </a:cubicBezTo>
                <a:close/>
                <a:moveTo>
                  <a:pt x="1954696" y="4738152"/>
                </a:moveTo>
                <a:lnTo>
                  <a:pt x="1954634" y="4738196"/>
                </a:lnTo>
                <a:cubicBezTo>
                  <a:pt x="1959277" y="4739191"/>
                  <a:pt x="1964612" y="4741528"/>
                  <a:pt x="1969946" y="4745595"/>
                </a:cubicBezTo>
                <a:cubicBezTo>
                  <a:pt x="1968377" y="4745897"/>
                  <a:pt x="1966871" y="4746200"/>
                  <a:pt x="1965302" y="4746503"/>
                </a:cubicBezTo>
                <a:cubicBezTo>
                  <a:pt x="1963293" y="4746892"/>
                  <a:pt x="1961348" y="4747282"/>
                  <a:pt x="1959403" y="4747671"/>
                </a:cubicBezTo>
                <a:cubicBezTo>
                  <a:pt x="1957458" y="4748061"/>
                  <a:pt x="1955574" y="4748406"/>
                  <a:pt x="1953692" y="4748796"/>
                </a:cubicBezTo>
                <a:cubicBezTo>
                  <a:pt x="1951809" y="4749142"/>
                  <a:pt x="1949989" y="4749532"/>
                  <a:pt x="1948232" y="4749878"/>
                </a:cubicBezTo>
                <a:cubicBezTo>
                  <a:pt x="1942835" y="4748017"/>
                  <a:pt x="1940074" y="4745767"/>
                  <a:pt x="1939447" y="4743691"/>
                </a:cubicBezTo>
                <a:cubicBezTo>
                  <a:pt x="1938819" y="4741614"/>
                  <a:pt x="1940200" y="4739710"/>
                  <a:pt x="1942961" y="4738585"/>
                </a:cubicBezTo>
                <a:cubicBezTo>
                  <a:pt x="1945723" y="4737460"/>
                  <a:pt x="1949865" y="4737114"/>
                  <a:pt x="1954696" y="4738152"/>
                </a:cubicBezTo>
                <a:close/>
                <a:moveTo>
                  <a:pt x="2272176" y="4736422"/>
                </a:moveTo>
                <a:lnTo>
                  <a:pt x="2272300" y="4736422"/>
                </a:lnTo>
                <a:cubicBezTo>
                  <a:pt x="2272929" y="4736638"/>
                  <a:pt x="2273493" y="4737115"/>
                  <a:pt x="2274372" y="4738023"/>
                </a:cubicBezTo>
                <a:cubicBezTo>
                  <a:pt x="2275250" y="4738932"/>
                  <a:pt x="2276380" y="4740273"/>
                  <a:pt x="2278200" y="4742220"/>
                </a:cubicBezTo>
                <a:cubicBezTo>
                  <a:pt x="2277510" y="4742350"/>
                  <a:pt x="2276819" y="4742436"/>
                  <a:pt x="2276066" y="4742566"/>
                </a:cubicBezTo>
                <a:cubicBezTo>
                  <a:pt x="2275313" y="4742696"/>
                  <a:pt x="2274623" y="4742825"/>
                  <a:pt x="2273807" y="4742956"/>
                </a:cubicBezTo>
                <a:cubicBezTo>
                  <a:pt x="2273054" y="4743086"/>
                  <a:pt x="2272238" y="4743258"/>
                  <a:pt x="2271296" y="4743388"/>
                </a:cubicBezTo>
                <a:cubicBezTo>
                  <a:pt x="2270356" y="4743518"/>
                  <a:pt x="2269414" y="4743691"/>
                  <a:pt x="2268347" y="4743865"/>
                </a:cubicBezTo>
                <a:cubicBezTo>
                  <a:pt x="2267971" y="4743345"/>
                  <a:pt x="2267657" y="4742825"/>
                  <a:pt x="2267280" y="4742307"/>
                </a:cubicBezTo>
                <a:cubicBezTo>
                  <a:pt x="2266904" y="4741787"/>
                  <a:pt x="2266591" y="4741268"/>
                  <a:pt x="2266214" y="4740749"/>
                </a:cubicBezTo>
                <a:cubicBezTo>
                  <a:pt x="2265837" y="4740229"/>
                  <a:pt x="2265523" y="4739711"/>
                  <a:pt x="2265146" y="4739191"/>
                </a:cubicBezTo>
                <a:cubicBezTo>
                  <a:pt x="2264770" y="4738671"/>
                  <a:pt x="2264457" y="4738153"/>
                  <a:pt x="2264080" y="4737633"/>
                </a:cubicBezTo>
                <a:cubicBezTo>
                  <a:pt x="2266591" y="4737244"/>
                  <a:pt x="2268284" y="4736854"/>
                  <a:pt x="2269539" y="4736595"/>
                </a:cubicBezTo>
                <a:cubicBezTo>
                  <a:pt x="2270733" y="4736336"/>
                  <a:pt x="2271485" y="4736249"/>
                  <a:pt x="2272176" y="4736422"/>
                </a:cubicBezTo>
                <a:close/>
                <a:moveTo>
                  <a:pt x="947661" y="4731446"/>
                </a:moveTo>
                <a:lnTo>
                  <a:pt x="947725" y="4731446"/>
                </a:lnTo>
                <a:cubicBezTo>
                  <a:pt x="948603" y="4730840"/>
                  <a:pt x="950423" y="4731186"/>
                  <a:pt x="953435" y="4732658"/>
                </a:cubicBezTo>
                <a:cubicBezTo>
                  <a:pt x="956448" y="4734129"/>
                  <a:pt x="960715" y="4736768"/>
                  <a:pt x="966550" y="4740749"/>
                </a:cubicBezTo>
                <a:cubicBezTo>
                  <a:pt x="964730" y="4741182"/>
                  <a:pt x="963161" y="4741571"/>
                  <a:pt x="961719" y="4741917"/>
                </a:cubicBezTo>
                <a:cubicBezTo>
                  <a:pt x="960275" y="4742220"/>
                  <a:pt x="959021" y="4742566"/>
                  <a:pt x="957827" y="4742825"/>
                </a:cubicBezTo>
                <a:cubicBezTo>
                  <a:pt x="956636" y="4743086"/>
                  <a:pt x="955569" y="4743345"/>
                  <a:pt x="954563" y="4743604"/>
                </a:cubicBezTo>
                <a:cubicBezTo>
                  <a:pt x="953559" y="4743821"/>
                  <a:pt x="952555" y="4744080"/>
                  <a:pt x="951615" y="4744297"/>
                </a:cubicBezTo>
                <a:cubicBezTo>
                  <a:pt x="949857" y="4740921"/>
                  <a:pt x="948415" y="4737979"/>
                  <a:pt x="947661" y="4735773"/>
                </a:cubicBezTo>
                <a:cubicBezTo>
                  <a:pt x="946909" y="4733566"/>
                  <a:pt x="946783" y="4732052"/>
                  <a:pt x="947661" y="4731446"/>
                </a:cubicBezTo>
                <a:close/>
                <a:moveTo>
                  <a:pt x="1825107" y="4730104"/>
                </a:moveTo>
                <a:cubicBezTo>
                  <a:pt x="1834269" y="4731057"/>
                  <a:pt x="1844059" y="4733566"/>
                  <a:pt x="1853346" y="4738240"/>
                </a:cubicBezTo>
                <a:cubicBezTo>
                  <a:pt x="1844624" y="4740619"/>
                  <a:pt x="1837218" y="4742782"/>
                  <a:pt x="1830818" y="4744600"/>
                </a:cubicBezTo>
                <a:cubicBezTo>
                  <a:pt x="1824417" y="4746417"/>
                  <a:pt x="1819019" y="4747888"/>
                  <a:pt x="1814250" y="4748796"/>
                </a:cubicBezTo>
                <a:cubicBezTo>
                  <a:pt x="1809544" y="4749749"/>
                  <a:pt x="1805402" y="4750095"/>
                  <a:pt x="1801636" y="4749792"/>
                </a:cubicBezTo>
                <a:cubicBezTo>
                  <a:pt x="1797871" y="4749446"/>
                  <a:pt x="1794419" y="4748407"/>
                  <a:pt x="1790968" y="4746503"/>
                </a:cubicBezTo>
                <a:cubicBezTo>
                  <a:pt x="1785948" y="4743734"/>
                  <a:pt x="1785006" y="4740662"/>
                  <a:pt x="1787014" y="4737893"/>
                </a:cubicBezTo>
                <a:lnTo>
                  <a:pt x="1787014" y="4737850"/>
                </a:lnTo>
                <a:cubicBezTo>
                  <a:pt x="1789022" y="4735124"/>
                  <a:pt x="1793980" y="4732658"/>
                  <a:pt x="1800695" y="4731186"/>
                </a:cubicBezTo>
                <a:cubicBezTo>
                  <a:pt x="1807410" y="4729715"/>
                  <a:pt x="1815945" y="4729153"/>
                  <a:pt x="1825107" y="4730104"/>
                </a:cubicBezTo>
                <a:close/>
                <a:moveTo>
                  <a:pt x="1301037" y="4729758"/>
                </a:moveTo>
                <a:cubicBezTo>
                  <a:pt x="1301727" y="4729758"/>
                  <a:pt x="1302354" y="4730018"/>
                  <a:pt x="1303358" y="4730494"/>
                </a:cubicBezTo>
                <a:cubicBezTo>
                  <a:pt x="1304362" y="4730970"/>
                  <a:pt x="1305743" y="4731705"/>
                  <a:pt x="1307877" y="4732658"/>
                </a:cubicBezTo>
                <a:cubicBezTo>
                  <a:pt x="1307188" y="4732830"/>
                  <a:pt x="1306622" y="4733090"/>
                  <a:pt x="1305931" y="4733263"/>
                </a:cubicBezTo>
                <a:cubicBezTo>
                  <a:pt x="1305242" y="4733436"/>
                  <a:pt x="1304615" y="4733653"/>
                  <a:pt x="1303985" y="4733869"/>
                </a:cubicBezTo>
                <a:cubicBezTo>
                  <a:pt x="1303358" y="4734042"/>
                  <a:pt x="1302668" y="4734258"/>
                  <a:pt x="1302042" y="4734475"/>
                </a:cubicBezTo>
                <a:lnTo>
                  <a:pt x="1302167" y="4734518"/>
                </a:lnTo>
                <a:cubicBezTo>
                  <a:pt x="1301538" y="4734691"/>
                  <a:pt x="1300848" y="4734907"/>
                  <a:pt x="1300221" y="4735124"/>
                </a:cubicBezTo>
                <a:cubicBezTo>
                  <a:pt x="1299657" y="4734865"/>
                  <a:pt x="1299028" y="4734604"/>
                  <a:pt x="1298464" y="4734345"/>
                </a:cubicBezTo>
                <a:cubicBezTo>
                  <a:pt x="1297901" y="4734085"/>
                  <a:pt x="1297273" y="4733825"/>
                  <a:pt x="1296705" y="4733566"/>
                </a:cubicBezTo>
                <a:cubicBezTo>
                  <a:pt x="1296143" y="4733307"/>
                  <a:pt x="1295515" y="4733046"/>
                  <a:pt x="1294948" y="4732787"/>
                </a:cubicBezTo>
                <a:cubicBezTo>
                  <a:pt x="1294385" y="4732528"/>
                  <a:pt x="1293759" y="4732268"/>
                  <a:pt x="1293191" y="4732008"/>
                </a:cubicBezTo>
                <a:cubicBezTo>
                  <a:pt x="1295639" y="4731229"/>
                  <a:pt x="1297273" y="4730667"/>
                  <a:pt x="1298464" y="4730278"/>
                </a:cubicBezTo>
                <a:cubicBezTo>
                  <a:pt x="1299657" y="4729888"/>
                  <a:pt x="1300347" y="4729758"/>
                  <a:pt x="1301037" y="4729758"/>
                </a:cubicBezTo>
                <a:close/>
                <a:moveTo>
                  <a:pt x="2447640" y="4729153"/>
                </a:moveTo>
                <a:lnTo>
                  <a:pt x="2447765" y="4729586"/>
                </a:lnTo>
                <a:lnTo>
                  <a:pt x="2447891" y="4730018"/>
                </a:lnTo>
                <a:lnTo>
                  <a:pt x="2448017" y="4730450"/>
                </a:lnTo>
                <a:lnTo>
                  <a:pt x="2448205" y="4730927"/>
                </a:lnTo>
                <a:lnTo>
                  <a:pt x="2447577" y="4730797"/>
                </a:lnTo>
                <a:lnTo>
                  <a:pt x="2446950" y="4730711"/>
                </a:lnTo>
                <a:lnTo>
                  <a:pt x="2446322" y="4730580"/>
                </a:lnTo>
                <a:lnTo>
                  <a:pt x="2445695" y="4730494"/>
                </a:lnTo>
                <a:lnTo>
                  <a:pt x="2446134" y="4730148"/>
                </a:lnTo>
                <a:lnTo>
                  <a:pt x="2446636" y="4729802"/>
                </a:lnTo>
                <a:lnTo>
                  <a:pt x="2447138" y="4729456"/>
                </a:lnTo>
                <a:close/>
                <a:moveTo>
                  <a:pt x="998871" y="4728547"/>
                </a:moveTo>
                <a:cubicBezTo>
                  <a:pt x="1004079" y="4729801"/>
                  <a:pt x="1007783" y="4730970"/>
                  <a:pt x="1010294" y="4732181"/>
                </a:cubicBezTo>
                <a:cubicBezTo>
                  <a:pt x="1012803" y="4733393"/>
                  <a:pt x="1014183" y="4734647"/>
                  <a:pt x="1014748" y="4736118"/>
                </a:cubicBezTo>
                <a:cubicBezTo>
                  <a:pt x="1015313" y="4737546"/>
                  <a:pt x="1015124" y="4739234"/>
                  <a:pt x="1014498" y="4741268"/>
                </a:cubicBezTo>
                <a:cubicBezTo>
                  <a:pt x="1013870" y="4743301"/>
                  <a:pt x="1012803" y="4745724"/>
                  <a:pt x="1011736" y="4748623"/>
                </a:cubicBezTo>
                <a:cubicBezTo>
                  <a:pt x="1006087" y="4747152"/>
                  <a:pt x="1003452" y="4745724"/>
                  <a:pt x="1002385" y="4744210"/>
                </a:cubicBezTo>
                <a:lnTo>
                  <a:pt x="1002448" y="4744210"/>
                </a:lnTo>
                <a:cubicBezTo>
                  <a:pt x="1001381" y="4742739"/>
                  <a:pt x="1001946" y="4741181"/>
                  <a:pt x="1002698" y="4739580"/>
                </a:cubicBezTo>
                <a:cubicBezTo>
                  <a:pt x="1003452" y="4737935"/>
                  <a:pt x="1004457" y="4736248"/>
                  <a:pt x="1004267" y="4734431"/>
                </a:cubicBezTo>
                <a:cubicBezTo>
                  <a:pt x="1004079" y="4732614"/>
                  <a:pt x="1002762" y="4730667"/>
                  <a:pt x="998871" y="4728547"/>
                </a:cubicBezTo>
                <a:close/>
                <a:moveTo>
                  <a:pt x="1891439" y="4727379"/>
                </a:moveTo>
                <a:cubicBezTo>
                  <a:pt x="1896396" y="4729023"/>
                  <a:pt x="1899158" y="4731013"/>
                  <a:pt x="1900413" y="4732787"/>
                </a:cubicBezTo>
                <a:cubicBezTo>
                  <a:pt x="1901668" y="4734561"/>
                  <a:pt x="1901354" y="4736162"/>
                  <a:pt x="1900224" y="4737028"/>
                </a:cubicBezTo>
                <a:cubicBezTo>
                  <a:pt x="1899095" y="4737893"/>
                  <a:pt x="1897086" y="4737979"/>
                  <a:pt x="1894890" y="4736811"/>
                </a:cubicBezTo>
                <a:cubicBezTo>
                  <a:pt x="1892693" y="4735643"/>
                  <a:pt x="1890309" y="4733177"/>
                  <a:pt x="1888489" y="4728850"/>
                </a:cubicBezTo>
                <a:cubicBezTo>
                  <a:pt x="1888427" y="4728763"/>
                  <a:pt x="1888553" y="4728676"/>
                  <a:pt x="1888741" y="4728547"/>
                </a:cubicBezTo>
                <a:cubicBezTo>
                  <a:pt x="1888928" y="4728417"/>
                  <a:pt x="1889180" y="4728287"/>
                  <a:pt x="1889493" y="4728158"/>
                </a:cubicBezTo>
                <a:cubicBezTo>
                  <a:pt x="1889807" y="4728028"/>
                  <a:pt x="1890120" y="4727898"/>
                  <a:pt x="1890497" y="4727769"/>
                </a:cubicBezTo>
                <a:cubicBezTo>
                  <a:pt x="1890874" y="4727638"/>
                  <a:pt x="1891439" y="4727379"/>
                  <a:pt x="1891439" y="4727379"/>
                </a:cubicBezTo>
                <a:close/>
                <a:moveTo>
                  <a:pt x="699842" y="4726081"/>
                </a:moveTo>
                <a:cubicBezTo>
                  <a:pt x="702352" y="4727163"/>
                  <a:pt x="704048" y="4727855"/>
                  <a:pt x="705177" y="4728375"/>
                </a:cubicBezTo>
                <a:lnTo>
                  <a:pt x="705113" y="4728418"/>
                </a:lnTo>
                <a:cubicBezTo>
                  <a:pt x="706243" y="4728936"/>
                  <a:pt x="706808" y="4729283"/>
                  <a:pt x="706996" y="4729715"/>
                </a:cubicBezTo>
                <a:cubicBezTo>
                  <a:pt x="707185" y="4730148"/>
                  <a:pt x="706933" y="4730581"/>
                  <a:pt x="706495" y="4731360"/>
                </a:cubicBezTo>
                <a:cubicBezTo>
                  <a:pt x="706055" y="4732139"/>
                  <a:pt x="705364" y="4733177"/>
                  <a:pt x="704674" y="4734735"/>
                </a:cubicBezTo>
                <a:cubicBezTo>
                  <a:pt x="701600" y="4732961"/>
                  <a:pt x="699402" y="4731793"/>
                  <a:pt x="697897" y="4730970"/>
                </a:cubicBezTo>
                <a:cubicBezTo>
                  <a:pt x="696390" y="4730105"/>
                  <a:pt x="695575" y="4729586"/>
                  <a:pt x="695386" y="4729197"/>
                </a:cubicBezTo>
                <a:cubicBezTo>
                  <a:pt x="695198" y="4728764"/>
                  <a:pt x="695512" y="4728461"/>
                  <a:pt x="696328" y="4728028"/>
                </a:cubicBezTo>
                <a:cubicBezTo>
                  <a:pt x="697144" y="4727595"/>
                  <a:pt x="698336" y="4727033"/>
                  <a:pt x="699842" y="4726081"/>
                </a:cubicBezTo>
                <a:close/>
                <a:moveTo>
                  <a:pt x="1734864" y="4725475"/>
                </a:moveTo>
                <a:cubicBezTo>
                  <a:pt x="1737124" y="4727984"/>
                  <a:pt x="1738755" y="4730450"/>
                  <a:pt x="1739697" y="4732787"/>
                </a:cubicBezTo>
                <a:lnTo>
                  <a:pt x="1739634" y="4732787"/>
                </a:lnTo>
                <a:cubicBezTo>
                  <a:pt x="1740575" y="4735124"/>
                  <a:pt x="1740764" y="4737374"/>
                  <a:pt x="1740010" y="4739537"/>
                </a:cubicBezTo>
                <a:cubicBezTo>
                  <a:pt x="1739257" y="4741700"/>
                  <a:pt x="1737626" y="4743778"/>
                  <a:pt x="1734864" y="4745682"/>
                </a:cubicBezTo>
                <a:lnTo>
                  <a:pt x="1723767" y="4750882"/>
                </a:lnTo>
                <a:lnTo>
                  <a:pt x="1724824" y="4751696"/>
                </a:lnTo>
                <a:lnTo>
                  <a:pt x="1724001" y="4751818"/>
                </a:lnTo>
                <a:lnTo>
                  <a:pt x="1723317" y="4751047"/>
                </a:lnTo>
                <a:lnTo>
                  <a:pt x="1723679" y="4750905"/>
                </a:lnTo>
                <a:lnTo>
                  <a:pt x="1710452" y="4740662"/>
                </a:lnTo>
                <a:cubicBezTo>
                  <a:pt x="1706939" y="4737590"/>
                  <a:pt x="1704867" y="4735080"/>
                  <a:pt x="1704867" y="4733046"/>
                </a:cubicBezTo>
                <a:cubicBezTo>
                  <a:pt x="1704867" y="4731013"/>
                  <a:pt x="1707001" y="4729412"/>
                  <a:pt x="1711771" y="4728200"/>
                </a:cubicBezTo>
                <a:cubicBezTo>
                  <a:pt x="1716540" y="4726990"/>
                  <a:pt x="1724071" y="4726080"/>
                  <a:pt x="1734864" y="4725475"/>
                </a:cubicBezTo>
                <a:close/>
                <a:moveTo>
                  <a:pt x="2006470" y="4725086"/>
                </a:moveTo>
                <a:cubicBezTo>
                  <a:pt x="2014628" y="4727033"/>
                  <a:pt x="2022786" y="4728936"/>
                  <a:pt x="2031006" y="4730883"/>
                </a:cubicBezTo>
                <a:cubicBezTo>
                  <a:pt x="2039228" y="4732831"/>
                  <a:pt x="2047512" y="4734821"/>
                  <a:pt x="2055983" y="4736811"/>
                </a:cubicBezTo>
                <a:lnTo>
                  <a:pt x="2055921" y="4736811"/>
                </a:lnTo>
                <a:cubicBezTo>
                  <a:pt x="2064393" y="4738845"/>
                  <a:pt x="2072990" y="4740879"/>
                  <a:pt x="2081839" y="4742956"/>
                </a:cubicBezTo>
                <a:cubicBezTo>
                  <a:pt x="2090624" y="4745032"/>
                  <a:pt x="2099724" y="4747196"/>
                  <a:pt x="2109074" y="4749403"/>
                </a:cubicBezTo>
                <a:cubicBezTo>
                  <a:pt x="2095331" y="4754682"/>
                  <a:pt x="2084600" y="4756801"/>
                  <a:pt x="2075437" y="4757321"/>
                </a:cubicBezTo>
                <a:cubicBezTo>
                  <a:pt x="2066275" y="4757797"/>
                  <a:pt x="2058618" y="4756715"/>
                  <a:pt x="2051151" y="4755461"/>
                </a:cubicBezTo>
                <a:cubicBezTo>
                  <a:pt x="2043683" y="4754206"/>
                  <a:pt x="2036341" y="4752864"/>
                  <a:pt x="2027743" y="4752864"/>
                </a:cubicBezTo>
                <a:cubicBezTo>
                  <a:pt x="2019146" y="4752864"/>
                  <a:pt x="2009293" y="4754249"/>
                  <a:pt x="1996679" y="4758532"/>
                </a:cubicBezTo>
                <a:cubicBezTo>
                  <a:pt x="1994609" y="4757450"/>
                  <a:pt x="1992537" y="4756369"/>
                  <a:pt x="1990404" y="4755244"/>
                </a:cubicBezTo>
                <a:cubicBezTo>
                  <a:pt x="1988270" y="4754119"/>
                  <a:pt x="1986200" y="4753037"/>
                  <a:pt x="1984066" y="4751912"/>
                </a:cubicBezTo>
                <a:cubicBezTo>
                  <a:pt x="1981994" y="4750787"/>
                  <a:pt x="1979861" y="4749706"/>
                  <a:pt x="1977727" y="4748581"/>
                </a:cubicBezTo>
                <a:cubicBezTo>
                  <a:pt x="1975844" y="4747586"/>
                  <a:pt x="1973899" y="4746590"/>
                  <a:pt x="1972017" y="4745595"/>
                </a:cubicBezTo>
                <a:cubicBezTo>
                  <a:pt x="1976033" y="4744816"/>
                  <a:pt x="1979421" y="4743735"/>
                  <a:pt x="1982246" y="4742350"/>
                </a:cubicBezTo>
                <a:cubicBezTo>
                  <a:pt x="1985447" y="4740836"/>
                  <a:pt x="1988082" y="4738975"/>
                  <a:pt x="1990529" y="4737028"/>
                </a:cubicBezTo>
                <a:cubicBezTo>
                  <a:pt x="1992977" y="4735037"/>
                  <a:pt x="1995298" y="4732961"/>
                  <a:pt x="1997809" y="4730927"/>
                </a:cubicBezTo>
                <a:cubicBezTo>
                  <a:pt x="2000320" y="4728894"/>
                  <a:pt x="2003081" y="4726860"/>
                  <a:pt x="2006470" y="4725086"/>
                </a:cubicBezTo>
                <a:close/>
                <a:moveTo>
                  <a:pt x="330786" y="4724004"/>
                </a:moveTo>
                <a:cubicBezTo>
                  <a:pt x="332794" y="4726772"/>
                  <a:pt x="335241" y="4731619"/>
                  <a:pt x="337502" y="4737676"/>
                </a:cubicBezTo>
                <a:lnTo>
                  <a:pt x="337563" y="4737676"/>
                </a:lnTo>
                <a:cubicBezTo>
                  <a:pt x="339823" y="4743734"/>
                  <a:pt x="341832" y="4751003"/>
                  <a:pt x="342897" y="4758575"/>
                </a:cubicBezTo>
                <a:cubicBezTo>
                  <a:pt x="343964" y="4766147"/>
                  <a:pt x="344090" y="4774066"/>
                  <a:pt x="342583" y="4781464"/>
                </a:cubicBezTo>
                <a:cubicBezTo>
                  <a:pt x="341015" y="4788863"/>
                  <a:pt x="337878" y="4795743"/>
                  <a:pt x="332291" y="4801238"/>
                </a:cubicBezTo>
                <a:cubicBezTo>
                  <a:pt x="320933" y="4796133"/>
                  <a:pt x="315474" y="4791892"/>
                  <a:pt x="313340" y="4788214"/>
                </a:cubicBezTo>
                <a:cubicBezTo>
                  <a:pt x="311207" y="4784537"/>
                  <a:pt x="312461" y="4781421"/>
                  <a:pt x="314595" y="4778522"/>
                </a:cubicBezTo>
                <a:cubicBezTo>
                  <a:pt x="316728" y="4775623"/>
                  <a:pt x="319741" y="4772984"/>
                  <a:pt x="321247" y="4770171"/>
                </a:cubicBezTo>
                <a:cubicBezTo>
                  <a:pt x="322752" y="4767402"/>
                  <a:pt x="322690" y="4764503"/>
                  <a:pt x="318612" y="4761128"/>
                </a:cubicBezTo>
                <a:cubicBezTo>
                  <a:pt x="314720" y="4757926"/>
                  <a:pt x="312837" y="4754941"/>
                  <a:pt x="312398" y="4752042"/>
                </a:cubicBezTo>
                <a:cubicBezTo>
                  <a:pt x="311896" y="4749142"/>
                  <a:pt x="312902" y="4746330"/>
                  <a:pt x="314658" y="4743432"/>
                </a:cubicBezTo>
                <a:cubicBezTo>
                  <a:pt x="316415" y="4740532"/>
                  <a:pt x="319051" y="4737589"/>
                  <a:pt x="321937" y="4734388"/>
                </a:cubicBezTo>
                <a:cubicBezTo>
                  <a:pt x="324825" y="4731186"/>
                  <a:pt x="327962" y="4727811"/>
                  <a:pt x="330786" y="4724004"/>
                </a:cubicBezTo>
                <a:close/>
                <a:moveTo>
                  <a:pt x="891369" y="4719548"/>
                </a:moveTo>
                <a:cubicBezTo>
                  <a:pt x="902038" y="4719028"/>
                  <a:pt x="909130" y="4721451"/>
                  <a:pt x="912959" y="4725215"/>
                </a:cubicBezTo>
                <a:cubicBezTo>
                  <a:pt x="916785" y="4728980"/>
                  <a:pt x="917350" y="4734043"/>
                  <a:pt x="915092" y="4738715"/>
                </a:cubicBezTo>
                <a:cubicBezTo>
                  <a:pt x="912769" y="4743389"/>
                  <a:pt x="907623" y="4747715"/>
                  <a:pt x="899905" y="4749965"/>
                </a:cubicBezTo>
                <a:cubicBezTo>
                  <a:pt x="892185" y="4752215"/>
                  <a:pt x="881957" y="4752432"/>
                  <a:pt x="869531" y="4748927"/>
                </a:cubicBezTo>
                <a:cubicBezTo>
                  <a:pt x="875806" y="4744124"/>
                  <a:pt x="880073" y="4741009"/>
                  <a:pt x="883085" y="4738715"/>
                </a:cubicBezTo>
                <a:cubicBezTo>
                  <a:pt x="886099" y="4736465"/>
                  <a:pt x="887730" y="4734994"/>
                  <a:pt x="888734" y="4733653"/>
                </a:cubicBezTo>
                <a:cubicBezTo>
                  <a:pt x="889738" y="4732311"/>
                  <a:pt x="889989" y="4730970"/>
                  <a:pt x="890239" y="4728894"/>
                </a:cubicBezTo>
                <a:cubicBezTo>
                  <a:pt x="890491" y="4726816"/>
                  <a:pt x="890616" y="4724005"/>
                  <a:pt x="891369" y="4719590"/>
                </a:cubicBezTo>
                <a:close/>
                <a:moveTo>
                  <a:pt x="1356706" y="4718681"/>
                </a:moveTo>
                <a:cubicBezTo>
                  <a:pt x="1362981" y="4717903"/>
                  <a:pt x="1369946" y="4720542"/>
                  <a:pt x="1377665" y="4728028"/>
                </a:cubicBezTo>
                <a:cubicBezTo>
                  <a:pt x="1379171" y="4729499"/>
                  <a:pt x="1378355" y="4731272"/>
                  <a:pt x="1376034" y="4733999"/>
                </a:cubicBezTo>
                <a:cubicBezTo>
                  <a:pt x="1373711" y="4736725"/>
                  <a:pt x="1369820" y="4740359"/>
                  <a:pt x="1365052" y="4745551"/>
                </a:cubicBezTo>
                <a:cubicBezTo>
                  <a:pt x="1360283" y="4750743"/>
                  <a:pt x="1354698" y="4757450"/>
                  <a:pt x="1348987" y="4766321"/>
                </a:cubicBezTo>
                <a:lnTo>
                  <a:pt x="1348987" y="4766234"/>
                </a:lnTo>
                <a:cubicBezTo>
                  <a:pt x="1343276" y="4775104"/>
                  <a:pt x="1337439" y="4786094"/>
                  <a:pt x="1332166" y="4799853"/>
                </a:cubicBezTo>
                <a:cubicBezTo>
                  <a:pt x="1328778" y="4798598"/>
                  <a:pt x="1325641" y="4797387"/>
                  <a:pt x="1322628" y="4796262"/>
                </a:cubicBezTo>
                <a:cubicBezTo>
                  <a:pt x="1319616" y="4795094"/>
                  <a:pt x="1316730" y="4794012"/>
                  <a:pt x="1313967" y="4792974"/>
                </a:cubicBezTo>
                <a:cubicBezTo>
                  <a:pt x="1311207" y="4791935"/>
                  <a:pt x="1308508" y="4790897"/>
                  <a:pt x="1305873" y="4789901"/>
                </a:cubicBezTo>
                <a:cubicBezTo>
                  <a:pt x="1303236" y="4788906"/>
                  <a:pt x="1300600" y="4787911"/>
                  <a:pt x="1297967" y="4786916"/>
                </a:cubicBezTo>
                <a:cubicBezTo>
                  <a:pt x="1299534" y="4786310"/>
                  <a:pt x="1301166" y="4785662"/>
                  <a:pt x="1302797" y="4785013"/>
                </a:cubicBezTo>
                <a:cubicBezTo>
                  <a:pt x="1304430" y="4784363"/>
                  <a:pt x="1306124" y="4783714"/>
                  <a:pt x="1307818" y="4783022"/>
                </a:cubicBezTo>
                <a:cubicBezTo>
                  <a:pt x="1309513" y="4782373"/>
                  <a:pt x="1311207" y="4781680"/>
                  <a:pt x="1312963" y="4780988"/>
                </a:cubicBezTo>
                <a:cubicBezTo>
                  <a:pt x="1314345" y="4780469"/>
                  <a:pt x="1315788" y="4779906"/>
                  <a:pt x="1317169" y="4779344"/>
                </a:cubicBezTo>
                <a:cubicBezTo>
                  <a:pt x="1319867" y="4770993"/>
                  <a:pt x="1323068" y="4761734"/>
                  <a:pt x="1326833" y="4753037"/>
                </a:cubicBezTo>
                <a:cubicBezTo>
                  <a:pt x="1330597" y="4744296"/>
                  <a:pt x="1334927" y="4736118"/>
                  <a:pt x="1339885" y="4729888"/>
                </a:cubicBezTo>
                <a:cubicBezTo>
                  <a:pt x="1344845" y="4723700"/>
                  <a:pt x="1350430" y="4719461"/>
                  <a:pt x="1356706" y="4718681"/>
                </a:cubicBezTo>
                <a:close/>
                <a:moveTo>
                  <a:pt x="1158083" y="4708989"/>
                </a:moveTo>
                <a:lnTo>
                  <a:pt x="1158083" y="4709033"/>
                </a:lnTo>
                <a:cubicBezTo>
                  <a:pt x="1160341" y="4709292"/>
                  <a:pt x="1163103" y="4709812"/>
                  <a:pt x="1166115" y="4710504"/>
                </a:cubicBezTo>
                <a:cubicBezTo>
                  <a:pt x="1169127" y="4711153"/>
                  <a:pt x="1172453" y="4711975"/>
                  <a:pt x="1175968" y="4712754"/>
                </a:cubicBezTo>
                <a:cubicBezTo>
                  <a:pt x="1172956" y="4715653"/>
                  <a:pt x="1169943" y="4717254"/>
                  <a:pt x="1167119" y="4717989"/>
                </a:cubicBezTo>
                <a:cubicBezTo>
                  <a:pt x="1164295" y="4718725"/>
                  <a:pt x="1161596" y="4718595"/>
                  <a:pt x="1159275" y="4718033"/>
                </a:cubicBezTo>
                <a:cubicBezTo>
                  <a:pt x="1156953" y="4717470"/>
                  <a:pt x="1154945" y="4716432"/>
                  <a:pt x="1153564" y="4715350"/>
                </a:cubicBezTo>
                <a:cubicBezTo>
                  <a:pt x="1152183" y="4714268"/>
                  <a:pt x="1151304" y="4713143"/>
                  <a:pt x="1151242" y="4712408"/>
                </a:cubicBezTo>
                <a:cubicBezTo>
                  <a:pt x="1151053" y="4710763"/>
                  <a:pt x="1151618" y="4709812"/>
                  <a:pt x="1152811" y="4709292"/>
                </a:cubicBezTo>
                <a:cubicBezTo>
                  <a:pt x="1154003" y="4708773"/>
                  <a:pt x="1155823" y="4708730"/>
                  <a:pt x="1158083" y="4708989"/>
                </a:cubicBezTo>
                <a:close/>
                <a:moveTo>
                  <a:pt x="1011923" y="4708383"/>
                </a:moveTo>
                <a:cubicBezTo>
                  <a:pt x="1013428" y="4708211"/>
                  <a:pt x="1014309" y="4708211"/>
                  <a:pt x="1014871" y="4708383"/>
                </a:cubicBezTo>
                <a:cubicBezTo>
                  <a:pt x="1015500" y="4708557"/>
                  <a:pt x="1015813" y="4708903"/>
                  <a:pt x="1016253" y="4709508"/>
                </a:cubicBezTo>
                <a:cubicBezTo>
                  <a:pt x="1016629" y="4710115"/>
                  <a:pt x="1017195" y="4710937"/>
                  <a:pt x="1018260" y="4712062"/>
                </a:cubicBezTo>
                <a:cubicBezTo>
                  <a:pt x="1015500" y="4712408"/>
                  <a:pt x="1013554" y="4712711"/>
                  <a:pt x="1012236" y="4712883"/>
                </a:cubicBezTo>
                <a:cubicBezTo>
                  <a:pt x="1010855" y="4713057"/>
                  <a:pt x="1010102" y="4713100"/>
                  <a:pt x="1009476" y="4712970"/>
                </a:cubicBezTo>
                <a:cubicBezTo>
                  <a:pt x="1008910" y="4712840"/>
                  <a:pt x="1008472" y="4712494"/>
                  <a:pt x="1007844" y="4711888"/>
                </a:cubicBezTo>
                <a:cubicBezTo>
                  <a:pt x="1007216" y="4711283"/>
                  <a:pt x="1006463" y="4710374"/>
                  <a:pt x="1005083" y="4709119"/>
                </a:cubicBezTo>
                <a:cubicBezTo>
                  <a:pt x="1008220" y="4708773"/>
                  <a:pt x="1010417" y="4708513"/>
                  <a:pt x="1011923" y="4708383"/>
                </a:cubicBezTo>
                <a:close/>
                <a:moveTo>
                  <a:pt x="1960720" y="4699990"/>
                </a:moveTo>
                <a:cubicBezTo>
                  <a:pt x="1963231" y="4699816"/>
                  <a:pt x="1965616" y="4700119"/>
                  <a:pt x="1969067" y="4700768"/>
                </a:cubicBezTo>
                <a:cubicBezTo>
                  <a:pt x="1972519" y="4701417"/>
                  <a:pt x="1976974" y="4702412"/>
                  <a:pt x="1983501" y="4703494"/>
                </a:cubicBezTo>
                <a:cubicBezTo>
                  <a:pt x="1990090" y="4704576"/>
                  <a:pt x="1998688" y="4705787"/>
                  <a:pt x="2010486" y="4706912"/>
                </a:cubicBezTo>
                <a:cubicBezTo>
                  <a:pt x="2010361" y="4707432"/>
                  <a:pt x="2010235" y="4707908"/>
                  <a:pt x="2010109" y="4708426"/>
                </a:cubicBezTo>
                <a:cubicBezTo>
                  <a:pt x="2009984" y="4708946"/>
                  <a:pt x="2009858" y="4709422"/>
                  <a:pt x="2009733" y="4709941"/>
                </a:cubicBezTo>
                <a:cubicBezTo>
                  <a:pt x="2009608" y="4710460"/>
                  <a:pt x="2009482" y="4710979"/>
                  <a:pt x="2009357" y="4711455"/>
                </a:cubicBezTo>
                <a:cubicBezTo>
                  <a:pt x="2009231" y="4711975"/>
                  <a:pt x="2009105" y="4712451"/>
                  <a:pt x="2008980" y="4712970"/>
                </a:cubicBezTo>
                <a:cubicBezTo>
                  <a:pt x="2004023" y="4712493"/>
                  <a:pt x="1999001" y="4711975"/>
                  <a:pt x="1994044" y="4711715"/>
                </a:cubicBezTo>
                <a:cubicBezTo>
                  <a:pt x="1989086" y="4711455"/>
                  <a:pt x="1984192" y="4711412"/>
                  <a:pt x="1979359" y="4711888"/>
                </a:cubicBezTo>
                <a:cubicBezTo>
                  <a:pt x="1974590" y="4712364"/>
                  <a:pt x="1969820" y="4713359"/>
                  <a:pt x="1965302" y="4715220"/>
                </a:cubicBezTo>
                <a:cubicBezTo>
                  <a:pt x="1960784" y="4717037"/>
                  <a:pt x="1956391" y="4719720"/>
                  <a:pt x="1952249" y="4723484"/>
                </a:cubicBezTo>
                <a:lnTo>
                  <a:pt x="1952249" y="4706263"/>
                </a:lnTo>
                <a:lnTo>
                  <a:pt x="1952123" y="4706220"/>
                </a:lnTo>
                <a:lnTo>
                  <a:pt x="1952123" y="4702369"/>
                </a:lnTo>
                <a:cubicBezTo>
                  <a:pt x="1955763" y="4700897"/>
                  <a:pt x="1958273" y="4700205"/>
                  <a:pt x="1960720" y="4699990"/>
                </a:cubicBezTo>
                <a:close/>
                <a:moveTo>
                  <a:pt x="807340" y="4697827"/>
                </a:moveTo>
                <a:cubicBezTo>
                  <a:pt x="807654" y="4697913"/>
                  <a:pt x="808030" y="4697956"/>
                  <a:pt x="808344" y="4698043"/>
                </a:cubicBezTo>
                <a:cubicBezTo>
                  <a:pt x="808658" y="4698129"/>
                  <a:pt x="809034" y="4698173"/>
                  <a:pt x="809348" y="4698259"/>
                </a:cubicBezTo>
                <a:cubicBezTo>
                  <a:pt x="809662" y="4698346"/>
                  <a:pt x="810038" y="4698389"/>
                  <a:pt x="810351" y="4698476"/>
                </a:cubicBezTo>
                <a:cubicBezTo>
                  <a:pt x="810666" y="4698562"/>
                  <a:pt x="811042" y="4698606"/>
                  <a:pt x="811357" y="4698691"/>
                </a:cubicBezTo>
                <a:cubicBezTo>
                  <a:pt x="810917" y="4698778"/>
                  <a:pt x="810415" y="4698909"/>
                  <a:pt x="809976" y="4699038"/>
                </a:cubicBezTo>
                <a:cubicBezTo>
                  <a:pt x="809537" y="4699124"/>
                  <a:pt x="809034" y="4699254"/>
                  <a:pt x="808595" y="4699384"/>
                </a:cubicBezTo>
                <a:cubicBezTo>
                  <a:pt x="808155" y="4699470"/>
                  <a:pt x="807654" y="4699601"/>
                  <a:pt x="807215" y="4699731"/>
                </a:cubicBezTo>
                <a:cubicBezTo>
                  <a:pt x="806775" y="4699816"/>
                  <a:pt x="806273" y="4699947"/>
                  <a:pt x="805834" y="4700077"/>
                </a:cubicBezTo>
                <a:cubicBezTo>
                  <a:pt x="805960" y="4699903"/>
                  <a:pt x="806085" y="4699687"/>
                  <a:pt x="806211" y="4699514"/>
                </a:cubicBezTo>
                <a:cubicBezTo>
                  <a:pt x="806336" y="4699341"/>
                  <a:pt x="806460" y="4699124"/>
                  <a:pt x="806587" y="4698952"/>
                </a:cubicBezTo>
                <a:cubicBezTo>
                  <a:pt x="806712" y="4698778"/>
                  <a:pt x="806838" y="4698562"/>
                  <a:pt x="806964" y="4698389"/>
                </a:cubicBezTo>
                <a:cubicBezTo>
                  <a:pt x="807089" y="4698216"/>
                  <a:pt x="807215" y="4697999"/>
                  <a:pt x="807340" y="4697827"/>
                </a:cubicBezTo>
                <a:close/>
                <a:moveTo>
                  <a:pt x="1849707" y="4697091"/>
                </a:moveTo>
                <a:cubicBezTo>
                  <a:pt x="1854978" y="4696528"/>
                  <a:pt x="1863199" y="4696961"/>
                  <a:pt x="1873616" y="4698086"/>
                </a:cubicBezTo>
                <a:cubicBezTo>
                  <a:pt x="1883970" y="4699211"/>
                  <a:pt x="1896522" y="4701029"/>
                  <a:pt x="1910390" y="4703235"/>
                </a:cubicBezTo>
                <a:cubicBezTo>
                  <a:pt x="1904554" y="4704534"/>
                  <a:pt x="1899408" y="4705659"/>
                  <a:pt x="1894702" y="4706697"/>
                </a:cubicBezTo>
                <a:lnTo>
                  <a:pt x="1894702" y="4706740"/>
                </a:lnTo>
                <a:cubicBezTo>
                  <a:pt x="1889996" y="4707779"/>
                  <a:pt x="1885728" y="4708730"/>
                  <a:pt x="1881774" y="4709596"/>
                </a:cubicBezTo>
                <a:cubicBezTo>
                  <a:pt x="1877820" y="4710505"/>
                  <a:pt x="1874119" y="4711284"/>
                  <a:pt x="1870478" y="4712105"/>
                </a:cubicBezTo>
                <a:cubicBezTo>
                  <a:pt x="1866839" y="4712884"/>
                  <a:pt x="1863262" y="4713663"/>
                  <a:pt x="1859622" y="4714485"/>
                </a:cubicBezTo>
                <a:cubicBezTo>
                  <a:pt x="1849958" y="4708860"/>
                  <a:pt x="1844811" y="4704793"/>
                  <a:pt x="1843431" y="4701980"/>
                </a:cubicBezTo>
                <a:cubicBezTo>
                  <a:pt x="1842050" y="4699168"/>
                  <a:pt x="1844372" y="4697653"/>
                  <a:pt x="1849707" y="4697091"/>
                </a:cubicBezTo>
                <a:close/>
                <a:moveTo>
                  <a:pt x="1803832" y="4692677"/>
                </a:moveTo>
                <a:lnTo>
                  <a:pt x="1803894" y="4692677"/>
                </a:lnTo>
                <a:cubicBezTo>
                  <a:pt x="1805401" y="4692591"/>
                  <a:pt x="1807220" y="4693066"/>
                  <a:pt x="1810233" y="4693932"/>
                </a:cubicBezTo>
                <a:cubicBezTo>
                  <a:pt x="1813246" y="4694798"/>
                  <a:pt x="1817450" y="4696138"/>
                  <a:pt x="1823725" y="4697783"/>
                </a:cubicBezTo>
                <a:cubicBezTo>
                  <a:pt x="1818831" y="4700119"/>
                  <a:pt x="1815630" y="4701937"/>
                  <a:pt x="1813308" y="4703235"/>
                </a:cubicBezTo>
                <a:cubicBezTo>
                  <a:pt x="1810986" y="4704533"/>
                  <a:pt x="1809543" y="4705269"/>
                  <a:pt x="1808036" y="4705441"/>
                </a:cubicBezTo>
                <a:cubicBezTo>
                  <a:pt x="1806531" y="4705658"/>
                  <a:pt x="1805024" y="4705269"/>
                  <a:pt x="1802577" y="4704359"/>
                </a:cubicBezTo>
                <a:cubicBezTo>
                  <a:pt x="1800129" y="4703408"/>
                  <a:pt x="1796804" y="4701937"/>
                  <a:pt x="1791720" y="4699903"/>
                </a:cubicBezTo>
                <a:cubicBezTo>
                  <a:pt x="1795423" y="4697437"/>
                  <a:pt x="1797682" y="4695662"/>
                  <a:pt x="1799439" y="4694495"/>
                </a:cubicBezTo>
                <a:cubicBezTo>
                  <a:pt x="1801133" y="4693326"/>
                  <a:pt x="1802325" y="4692763"/>
                  <a:pt x="1803832" y="4692677"/>
                </a:cubicBezTo>
                <a:close/>
                <a:moveTo>
                  <a:pt x="1120682" y="4687095"/>
                </a:moveTo>
                <a:cubicBezTo>
                  <a:pt x="1123255" y="4714052"/>
                  <a:pt x="1120494" y="4737979"/>
                  <a:pt x="1115160" y="4758316"/>
                </a:cubicBezTo>
                <a:cubicBezTo>
                  <a:pt x="1109825" y="4778609"/>
                  <a:pt x="1101855" y="4795310"/>
                  <a:pt x="1093886" y="4807772"/>
                </a:cubicBezTo>
                <a:cubicBezTo>
                  <a:pt x="1085977" y="4820233"/>
                  <a:pt x="1078071" y="4828411"/>
                  <a:pt x="1072799" y="4831743"/>
                </a:cubicBezTo>
                <a:cubicBezTo>
                  <a:pt x="1067527" y="4835031"/>
                  <a:pt x="1065018" y="4833473"/>
                  <a:pt x="1067778" y="4826421"/>
                </a:cubicBezTo>
                <a:cubicBezTo>
                  <a:pt x="1078510" y="4799291"/>
                  <a:pt x="1084159" y="4776965"/>
                  <a:pt x="1087295" y="4758705"/>
                </a:cubicBezTo>
                <a:cubicBezTo>
                  <a:pt x="1090434" y="4740446"/>
                  <a:pt x="1091124" y="4726340"/>
                  <a:pt x="1092003" y="4715610"/>
                </a:cubicBezTo>
                <a:cubicBezTo>
                  <a:pt x="1092882" y="4704923"/>
                  <a:pt x="1093948" y="4697653"/>
                  <a:pt x="1097839" y="4693110"/>
                </a:cubicBezTo>
                <a:lnTo>
                  <a:pt x="1097839" y="4693066"/>
                </a:lnTo>
                <a:cubicBezTo>
                  <a:pt x="1101731" y="4688566"/>
                  <a:pt x="1108444" y="4686793"/>
                  <a:pt x="1120682" y="4687095"/>
                </a:cubicBezTo>
                <a:close/>
                <a:moveTo>
                  <a:pt x="2275000" y="4686620"/>
                </a:moveTo>
                <a:cubicBezTo>
                  <a:pt x="2276694" y="4687138"/>
                  <a:pt x="2277824" y="4688134"/>
                  <a:pt x="2278452" y="4689129"/>
                </a:cubicBezTo>
                <a:cubicBezTo>
                  <a:pt x="2279079" y="4690167"/>
                  <a:pt x="2279205" y="4691205"/>
                  <a:pt x="2278828" y="4691812"/>
                </a:cubicBezTo>
                <a:cubicBezTo>
                  <a:pt x="2277385" y="4694191"/>
                  <a:pt x="2275628" y="4695489"/>
                  <a:pt x="2273682" y="4696138"/>
                </a:cubicBezTo>
                <a:cubicBezTo>
                  <a:pt x="2271799" y="4696745"/>
                  <a:pt x="2269729" y="4696701"/>
                  <a:pt x="2267720" y="4696268"/>
                </a:cubicBezTo>
                <a:lnTo>
                  <a:pt x="2267595" y="4696312"/>
                </a:lnTo>
                <a:cubicBezTo>
                  <a:pt x="2265587" y="4695922"/>
                  <a:pt x="2263704" y="4695143"/>
                  <a:pt x="2262010" y="4694408"/>
                </a:cubicBezTo>
                <a:cubicBezTo>
                  <a:pt x="2260316" y="4693672"/>
                  <a:pt x="2258935" y="4692937"/>
                  <a:pt x="2257993" y="4692547"/>
                </a:cubicBezTo>
                <a:cubicBezTo>
                  <a:pt x="2262010" y="4689432"/>
                  <a:pt x="2265398" y="4687701"/>
                  <a:pt x="2268223" y="4686879"/>
                </a:cubicBezTo>
                <a:cubicBezTo>
                  <a:pt x="2271047" y="4686013"/>
                  <a:pt x="2273306" y="4686100"/>
                  <a:pt x="2275000" y="4686620"/>
                </a:cubicBezTo>
                <a:close/>
                <a:moveTo>
                  <a:pt x="954250" y="4684586"/>
                </a:moveTo>
                <a:cubicBezTo>
                  <a:pt x="958267" y="4686793"/>
                  <a:pt x="961278" y="4688481"/>
                  <a:pt x="963289" y="4689908"/>
                </a:cubicBezTo>
                <a:cubicBezTo>
                  <a:pt x="965359" y="4691336"/>
                  <a:pt x="966426" y="4692461"/>
                  <a:pt x="966550" y="4693629"/>
                </a:cubicBezTo>
                <a:cubicBezTo>
                  <a:pt x="966677" y="4694798"/>
                  <a:pt x="965862" y="4695966"/>
                  <a:pt x="964167" y="4697481"/>
                </a:cubicBezTo>
                <a:cubicBezTo>
                  <a:pt x="962473" y="4698995"/>
                  <a:pt x="959837" y="4700812"/>
                  <a:pt x="956385" y="4703191"/>
                </a:cubicBezTo>
                <a:cubicBezTo>
                  <a:pt x="956196" y="4701504"/>
                  <a:pt x="956008" y="4699947"/>
                  <a:pt x="955820" y="4698432"/>
                </a:cubicBezTo>
                <a:cubicBezTo>
                  <a:pt x="955632" y="4696918"/>
                  <a:pt x="955506" y="4695447"/>
                  <a:pt x="955317" y="4693976"/>
                </a:cubicBezTo>
                <a:cubicBezTo>
                  <a:pt x="955192" y="4692504"/>
                  <a:pt x="955005" y="4691033"/>
                  <a:pt x="954816" y="4689475"/>
                </a:cubicBezTo>
                <a:cubicBezTo>
                  <a:pt x="954627" y="4687918"/>
                  <a:pt x="954439" y="4686316"/>
                  <a:pt x="954250" y="4684629"/>
                </a:cubicBezTo>
                <a:close/>
                <a:moveTo>
                  <a:pt x="862375" y="4683331"/>
                </a:moveTo>
                <a:cubicBezTo>
                  <a:pt x="863254" y="4683548"/>
                  <a:pt x="863882" y="4683635"/>
                  <a:pt x="864321" y="4683721"/>
                </a:cubicBezTo>
                <a:cubicBezTo>
                  <a:pt x="864760" y="4683807"/>
                  <a:pt x="865011" y="4683851"/>
                  <a:pt x="865137" y="4683981"/>
                </a:cubicBezTo>
                <a:cubicBezTo>
                  <a:pt x="865263" y="4684110"/>
                  <a:pt x="865199" y="4684284"/>
                  <a:pt x="865011" y="4684586"/>
                </a:cubicBezTo>
                <a:cubicBezTo>
                  <a:pt x="864886" y="4684889"/>
                  <a:pt x="864572" y="4685322"/>
                  <a:pt x="864133" y="4685970"/>
                </a:cubicBezTo>
                <a:cubicBezTo>
                  <a:pt x="863317" y="4685798"/>
                  <a:pt x="862752" y="4685711"/>
                  <a:pt x="862314" y="4685625"/>
                </a:cubicBezTo>
                <a:cubicBezTo>
                  <a:pt x="861873" y="4685538"/>
                  <a:pt x="861622" y="4685495"/>
                  <a:pt x="861497" y="4685365"/>
                </a:cubicBezTo>
                <a:cubicBezTo>
                  <a:pt x="861371" y="4685235"/>
                  <a:pt x="861434" y="4685062"/>
                  <a:pt x="861560" y="4684760"/>
                </a:cubicBezTo>
                <a:cubicBezTo>
                  <a:pt x="861748" y="4684456"/>
                  <a:pt x="861999" y="4684024"/>
                  <a:pt x="862375" y="4683374"/>
                </a:cubicBezTo>
                <a:close/>
                <a:moveTo>
                  <a:pt x="911386" y="4674850"/>
                </a:moveTo>
                <a:cubicBezTo>
                  <a:pt x="911763" y="4674893"/>
                  <a:pt x="912078" y="4674980"/>
                  <a:pt x="912391" y="4675024"/>
                </a:cubicBezTo>
                <a:cubicBezTo>
                  <a:pt x="912767" y="4675067"/>
                  <a:pt x="913082" y="4675153"/>
                  <a:pt x="913395" y="4675196"/>
                </a:cubicBezTo>
                <a:cubicBezTo>
                  <a:pt x="913773" y="4675240"/>
                  <a:pt x="914085" y="4675326"/>
                  <a:pt x="914400" y="4675370"/>
                </a:cubicBezTo>
                <a:cubicBezTo>
                  <a:pt x="914777" y="4675413"/>
                  <a:pt x="915089" y="4675499"/>
                  <a:pt x="915405" y="4675542"/>
                </a:cubicBezTo>
                <a:cubicBezTo>
                  <a:pt x="915341" y="4676018"/>
                  <a:pt x="915341" y="4676321"/>
                  <a:pt x="915341" y="4676580"/>
                </a:cubicBezTo>
                <a:cubicBezTo>
                  <a:pt x="915341" y="4676797"/>
                  <a:pt x="915152" y="4677057"/>
                  <a:pt x="915152" y="4677057"/>
                </a:cubicBezTo>
                <a:lnTo>
                  <a:pt x="915089" y="4677187"/>
                </a:lnTo>
                <a:cubicBezTo>
                  <a:pt x="914901" y="4677274"/>
                  <a:pt x="914525" y="4677359"/>
                  <a:pt x="913898" y="4677403"/>
                </a:cubicBezTo>
                <a:cubicBezTo>
                  <a:pt x="913269" y="4677490"/>
                  <a:pt x="912267" y="4677533"/>
                  <a:pt x="910885" y="4677620"/>
                </a:cubicBezTo>
                <a:cubicBezTo>
                  <a:pt x="910885" y="4677359"/>
                  <a:pt x="911011" y="4677144"/>
                  <a:pt x="911011" y="4676928"/>
                </a:cubicBezTo>
                <a:cubicBezTo>
                  <a:pt x="911011" y="4676667"/>
                  <a:pt x="911137" y="4676451"/>
                  <a:pt x="911137" y="4676234"/>
                </a:cubicBezTo>
                <a:cubicBezTo>
                  <a:pt x="911137" y="4675975"/>
                  <a:pt x="911261" y="4675759"/>
                  <a:pt x="911261" y="4675542"/>
                </a:cubicBezTo>
                <a:cubicBezTo>
                  <a:pt x="911261" y="4675283"/>
                  <a:pt x="911386" y="4675067"/>
                  <a:pt x="911386" y="4674850"/>
                </a:cubicBezTo>
                <a:close/>
                <a:moveTo>
                  <a:pt x="1324888" y="4665635"/>
                </a:moveTo>
                <a:cubicBezTo>
                  <a:pt x="1326644" y="4665504"/>
                  <a:pt x="1328277" y="4665937"/>
                  <a:pt x="1329657" y="4667192"/>
                </a:cubicBezTo>
                <a:cubicBezTo>
                  <a:pt x="1332669" y="4669961"/>
                  <a:pt x="1339134" y="4672168"/>
                  <a:pt x="1346476" y="4674245"/>
                </a:cubicBezTo>
                <a:cubicBezTo>
                  <a:pt x="1353819" y="4676322"/>
                  <a:pt x="1362165" y="4678225"/>
                  <a:pt x="1368880" y="4680345"/>
                </a:cubicBezTo>
                <a:cubicBezTo>
                  <a:pt x="1375595" y="4682466"/>
                  <a:pt x="1380802" y="4684759"/>
                  <a:pt x="1381932" y="4687571"/>
                </a:cubicBezTo>
                <a:cubicBezTo>
                  <a:pt x="1383062" y="4690384"/>
                  <a:pt x="1380113" y="4693759"/>
                  <a:pt x="1370699" y="4697999"/>
                </a:cubicBezTo>
                <a:cubicBezTo>
                  <a:pt x="1367938" y="4699211"/>
                  <a:pt x="1363106" y="4698735"/>
                  <a:pt x="1357395" y="4697134"/>
                </a:cubicBezTo>
                <a:cubicBezTo>
                  <a:pt x="1351687" y="4695533"/>
                  <a:pt x="1345033" y="4692894"/>
                  <a:pt x="1338632" y="4689865"/>
                </a:cubicBezTo>
                <a:cubicBezTo>
                  <a:pt x="1332230" y="4686836"/>
                  <a:pt x="1326081" y="4683461"/>
                  <a:pt x="1321248" y="4680345"/>
                </a:cubicBezTo>
                <a:cubicBezTo>
                  <a:pt x="1316416" y="4677274"/>
                  <a:pt x="1313027" y="4674461"/>
                  <a:pt x="1312086" y="4672687"/>
                </a:cubicBezTo>
                <a:cubicBezTo>
                  <a:pt x="1312713" y="4672211"/>
                  <a:pt x="1313780" y="4671303"/>
                  <a:pt x="1315097" y="4670307"/>
                </a:cubicBezTo>
                <a:lnTo>
                  <a:pt x="1315035" y="4670307"/>
                </a:lnTo>
                <a:cubicBezTo>
                  <a:pt x="1316416" y="4669312"/>
                  <a:pt x="1317985" y="4668187"/>
                  <a:pt x="1319680" y="4667321"/>
                </a:cubicBezTo>
                <a:cubicBezTo>
                  <a:pt x="1321374" y="4666414"/>
                  <a:pt x="1323131" y="4665764"/>
                  <a:pt x="1324888" y="4665635"/>
                </a:cubicBezTo>
                <a:close/>
                <a:moveTo>
                  <a:pt x="2265587" y="4665115"/>
                </a:moveTo>
                <a:cubicBezTo>
                  <a:pt x="2266089" y="4665764"/>
                  <a:pt x="2266528" y="4666197"/>
                  <a:pt x="2266779" y="4666499"/>
                </a:cubicBezTo>
                <a:cubicBezTo>
                  <a:pt x="2267093" y="4666803"/>
                  <a:pt x="2267156" y="4667019"/>
                  <a:pt x="2267156" y="4667193"/>
                </a:cubicBezTo>
                <a:cubicBezTo>
                  <a:pt x="2267156" y="4667365"/>
                  <a:pt x="2266905" y="4667539"/>
                  <a:pt x="2266528" y="4667798"/>
                </a:cubicBezTo>
                <a:cubicBezTo>
                  <a:pt x="2266152" y="4668057"/>
                  <a:pt x="2265587" y="4668447"/>
                  <a:pt x="2264771" y="4669010"/>
                </a:cubicBezTo>
                <a:cubicBezTo>
                  <a:pt x="2264206" y="4668360"/>
                  <a:pt x="2263767" y="4667928"/>
                  <a:pt x="2263516" y="4667624"/>
                </a:cubicBezTo>
                <a:cubicBezTo>
                  <a:pt x="2263202" y="4667322"/>
                  <a:pt x="2263139" y="4667106"/>
                  <a:pt x="2263139" y="4666932"/>
                </a:cubicBezTo>
                <a:cubicBezTo>
                  <a:pt x="2263139" y="4666760"/>
                  <a:pt x="2263390" y="4666586"/>
                  <a:pt x="2263767" y="4666327"/>
                </a:cubicBezTo>
                <a:lnTo>
                  <a:pt x="2263830" y="4666327"/>
                </a:lnTo>
                <a:cubicBezTo>
                  <a:pt x="2264206" y="4666068"/>
                  <a:pt x="2264771" y="4665678"/>
                  <a:pt x="2265587" y="4665115"/>
                </a:cubicBezTo>
                <a:close/>
                <a:moveTo>
                  <a:pt x="843989" y="4661350"/>
                </a:moveTo>
                <a:cubicBezTo>
                  <a:pt x="844616" y="4663038"/>
                  <a:pt x="845559" y="4664769"/>
                  <a:pt x="846311" y="4666457"/>
                </a:cubicBezTo>
                <a:cubicBezTo>
                  <a:pt x="847127" y="4668143"/>
                  <a:pt x="847754" y="4669831"/>
                  <a:pt x="848006" y="4671562"/>
                </a:cubicBezTo>
                <a:cubicBezTo>
                  <a:pt x="848257" y="4673292"/>
                  <a:pt x="848006" y="4675024"/>
                  <a:pt x="847001" y="4676754"/>
                </a:cubicBezTo>
                <a:cubicBezTo>
                  <a:pt x="845997" y="4678528"/>
                  <a:pt x="844177" y="4680302"/>
                  <a:pt x="841228" y="4682076"/>
                </a:cubicBezTo>
                <a:cubicBezTo>
                  <a:pt x="839408" y="4683201"/>
                  <a:pt x="837023" y="4682768"/>
                  <a:pt x="834954" y="4681427"/>
                </a:cubicBezTo>
                <a:cubicBezTo>
                  <a:pt x="832820" y="4680085"/>
                  <a:pt x="831000" y="4677792"/>
                  <a:pt x="830247" y="4675239"/>
                </a:cubicBezTo>
                <a:cubicBezTo>
                  <a:pt x="829431" y="4672687"/>
                  <a:pt x="829682" y="4669788"/>
                  <a:pt x="831752" y="4667278"/>
                </a:cubicBezTo>
                <a:lnTo>
                  <a:pt x="831690" y="4667278"/>
                </a:lnTo>
                <a:cubicBezTo>
                  <a:pt x="833761" y="4664769"/>
                  <a:pt x="837588" y="4662562"/>
                  <a:pt x="843989" y="4661350"/>
                </a:cubicBezTo>
                <a:close/>
                <a:moveTo>
                  <a:pt x="692942" y="4654168"/>
                </a:moveTo>
                <a:cubicBezTo>
                  <a:pt x="695768" y="4655682"/>
                  <a:pt x="697838" y="4656851"/>
                  <a:pt x="699470" y="4658019"/>
                </a:cubicBezTo>
                <a:cubicBezTo>
                  <a:pt x="701103" y="4659187"/>
                  <a:pt x="702295" y="4660399"/>
                  <a:pt x="703234" y="4662000"/>
                </a:cubicBezTo>
                <a:lnTo>
                  <a:pt x="703172" y="4661957"/>
                </a:lnTo>
                <a:cubicBezTo>
                  <a:pt x="704114" y="4663601"/>
                  <a:pt x="704804" y="4665635"/>
                  <a:pt x="705558" y="4668490"/>
                </a:cubicBezTo>
                <a:cubicBezTo>
                  <a:pt x="706310" y="4671345"/>
                  <a:pt x="707001" y="4675024"/>
                  <a:pt x="708005" y="4679956"/>
                </a:cubicBezTo>
                <a:cubicBezTo>
                  <a:pt x="702670" y="4681168"/>
                  <a:pt x="698215" y="4680649"/>
                  <a:pt x="694700" y="4679005"/>
                </a:cubicBezTo>
                <a:cubicBezTo>
                  <a:pt x="691249" y="4677403"/>
                  <a:pt x="688738" y="4674678"/>
                  <a:pt x="687357" y="4671606"/>
                </a:cubicBezTo>
                <a:cubicBezTo>
                  <a:pt x="685977" y="4668534"/>
                  <a:pt x="685663" y="4665072"/>
                  <a:pt x="686542" y="4661914"/>
                </a:cubicBezTo>
                <a:cubicBezTo>
                  <a:pt x="687421" y="4658798"/>
                  <a:pt x="689554" y="4655985"/>
                  <a:pt x="692942" y="4654168"/>
                </a:cubicBezTo>
                <a:close/>
                <a:moveTo>
                  <a:pt x="1024286" y="4653519"/>
                </a:moveTo>
                <a:cubicBezTo>
                  <a:pt x="1025289" y="4655856"/>
                  <a:pt x="1026167" y="4657414"/>
                  <a:pt x="1026670" y="4658539"/>
                </a:cubicBezTo>
                <a:cubicBezTo>
                  <a:pt x="1027172" y="4659664"/>
                  <a:pt x="1027361" y="4660269"/>
                  <a:pt x="1026921" y="4660702"/>
                </a:cubicBezTo>
                <a:lnTo>
                  <a:pt x="1026983" y="4660745"/>
                </a:lnTo>
                <a:cubicBezTo>
                  <a:pt x="1026544" y="4661178"/>
                  <a:pt x="1025603" y="4661394"/>
                  <a:pt x="1023847" y="4661653"/>
                </a:cubicBezTo>
                <a:cubicBezTo>
                  <a:pt x="1022089" y="4661914"/>
                  <a:pt x="1019579" y="4662216"/>
                  <a:pt x="1016128" y="4662822"/>
                </a:cubicBezTo>
                <a:cubicBezTo>
                  <a:pt x="1015813" y="4660485"/>
                  <a:pt x="1015562" y="4658885"/>
                  <a:pt x="1015436" y="4657760"/>
                </a:cubicBezTo>
                <a:cubicBezTo>
                  <a:pt x="1015374" y="4656635"/>
                  <a:pt x="1015436" y="4656028"/>
                  <a:pt x="1015875" y="4655597"/>
                </a:cubicBezTo>
                <a:cubicBezTo>
                  <a:pt x="1016316" y="4655164"/>
                  <a:pt x="1017132" y="4654990"/>
                  <a:pt x="1018448" y="4654731"/>
                </a:cubicBezTo>
                <a:cubicBezTo>
                  <a:pt x="1019767" y="4654472"/>
                  <a:pt x="1021649" y="4654168"/>
                  <a:pt x="1024286" y="4653519"/>
                </a:cubicBezTo>
                <a:close/>
                <a:moveTo>
                  <a:pt x="1958023" y="4650447"/>
                </a:moveTo>
                <a:cubicBezTo>
                  <a:pt x="1964548" y="4661653"/>
                  <a:pt x="1967185" y="4670740"/>
                  <a:pt x="1967624" y="4677274"/>
                </a:cubicBezTo>
                <a:cubicBezTo>
                  <a:pt x="1968063" y="4684153"/>
                  <a:pt x="1966055" y="4688177"/>
                  <a:pt x="1963544" y="4688912"/>
                </a:cubicBezTo>
                <a:cubicBezTo>
                  <a:pt x="1961035" y="4689648"/>
                  <a:pt x="1958023" y="4687052"/>
                  <a:pt x="1956516" y="4680649"/>
                </a:cubicBezTo>
                <a:lnTo>
                  <a:pt x="1956516" y="4680606"/>
                </a:lnTo>
                <a:cubicBezTo>
                  <a:pt x="1955010" y="4674374"/>
                  <a:pt x="1954885" y="4664423"/>
                  <a:pt x="1958023" y="4650447"/>
                </a:cubicBezTo>
                <a:close/>
                <a:moveTo>
                  <a:pt x="1957018" y="4648760"/>
                </a:moveTo>
                <a:lnTo>
                  <a:pt x="1957332" y="4648932"/>
                </a:lnTo>
                <a:lnTo>
                  <a:pt x="1957645" y="4649106"/>
                </a:lnTo>
                <a:lnTo>
                  <a:pt x="1957959" y="4649279"/>
                </a:lnTo>
                <a:lnTo>
                  <a:pt x="1957897" y="4649279"/>
                </a:lnTo>
                <a:lnTo>
                  <a:pt x="1958210" y="4649452"/>
                </a:lnTo>
                <a:cubicBezTo>
                  <a:pt x="1958147" y="4649798"/>
                  <a:pt x="1958084" y="4650101"/>
                  <a:pt x="1958022" y="4650447"/>
                </a:cubicBezTo>
                <a:cubicBezTo>
                  <a:pt x="1957645" y="4649885"/>
                  <a:pt x="1957394" y="4649322"/>
                  <a:pt x="1957018" y="4648760"/>
                </a:cubicBezTo>
                <a:close/>
                <a:moveTo>
                  <a:pt x="920362" y="4647332"/>
                </a:moveTo>
                <a:lnTo>
                  <a:pt x="921240" y="4647505"/>
                </a:lnTo>
                <a:lnTo>
                  <a:pt x="922057" y="4647678"/>
                </a:lnTo>
                <a:lnTo>
                  <a:pt x="922935" y="4647851"/>
                </a:lnTo>
                <a:lnTo>
                  <a:pt x="923813" y="4648024"/>
                </a:lnTo>
                <a:lnTo>
                  <a:pt x="922998" y="4648197"/>
                </a:lnTo>
                <a:lnTo>
                  <a:pt x="922119" y="4648370"/>
                </a:lnTo>
                <a:lnTo>
                  <a:pt x="921240" y="4648543"/>
                </a:lnTo>
                <a:lnTo>
                  <a:pt x="920362" y="4648673"/>
                </a:lnTo>
                <a:lnTo>
                  <a:pt x="920362" y="4648370"/>
                </a:lnTo>
                <a:lnTo>
                  <a:pt x="920362" y="4648024"/>
                </a:lnTo>
                <a:lnTo>
                  <a:pt x="920362" y="4647678"/>
                </a:lnTo>
                <a:close/>
                <a:moveTo>
                  <a:pt x="2258683" y="4643091"/>
                </a:moveTo>
                <a:cubicBezTo>
                  <a:pt x="2262260" y="4644432"/>
                  <a:pt x="2264833" y="4645298"/>
                  <a:pt x="2266527" y="4645903"/>
                </a:cubicBezTo>
                <a:cubicBezTo>
                  <a:pt x="2268222" y="4646509"/>
                  <a:pt x="2269100" y="4646899"/>
                  <a:pt x="2269352" y="4647332"/>
                </a:cubicBezTo>
                <a:cubicBezTo>
                  <a:pt x="2269665" y="4647764"/>
                  <a:pt x="2269288" y="4648196"/>
                  <a:pt x="2268473" y="4648889"/>
                </a:cubicBezTo>
                <a:lnTo>
                  <a:pt x="2268410" y="4648846"/>
                </a:lnTo>
                <a:cubicBezTo>
                  <a:pt x="2267657" y="4649538"/>
                  <a:pt x="2266465" y="4650533"/>
                  <a:pt x="2265022" y="4652004"/>
                </a:cubicBezTo>
                <a:cubicBezTo>
                  <a:pt x="2261507" y="4650403"/>
                  <a:pt x="2258934" y="4649365"/>
                  <a:pt x="2257240" y="4648629"/>
                </a:cubicBezTo>
                <a:cubicBezTo>
                  <a:pt x="2255545" y="4647894"/>
                  <a:pt x="2254667" y="4647461"/>
                  <a:pt x="2254415" y="4647028"/>
                </a:cubicBezTo>
                <a:cubicBezTo>
                  <a:pt x="2254165" y="4646639"/>
                  <a:pt x="2254479" y="4646250"/>
                  <a:pt x="2255295" y="4645687"/>
                </a:cubicBezTo>
                <a:cubicBezTo>
                  <a:pt x="2256048" y="4645082"/>
                  <a:pt x="2257240" y="4644303"/>
                  <a:pt x="2258683" y="4643091"/>
                </a:cubicBezTo>
                <a:close/>
                <a:moveTo>
                  <a:pt x="1360533" y="4638678"/>
                </a:moveTo>
                <a:cubicBezTo>
                  <a:pt x="1368629" y="4638461"/>
                  <a:pt x="1374276" y="4639111"/>
                  <a:pt x="1378355" y="4640365"/>
                </a:cubicBezTo>
                <a:cubicBezTo>
                  <a:pt x="1382434" y="4641620"/>
                  <a:pt x="1384819" y="4643437"/>
                  <a:pt x="1386451" y="4645601"/>
                </a:cubicBezTo>
                <a:cubicBezTo>
                  <a:pt x="1388082" y="4647764"/>
                  <a:pt x="1388835" y="4650274"/>
                  <a:pt x="1389525" y="4652827"/>
                </a:cubicBezTo>
                <a:cubicBezTo>
                  <a:pt x="1390216" y="4655379"/>
                  <a:pt x="1390906" y="4658019"/>
                  <a:pt x="1392286" y="4660485"/>
                </a:cubicBezTo>
                <a:cubicBezTo>
                  <a:pt x="1389777" y="4660832"/>
                  <a:pt x="1387266" y="4661178"/>
                  <a:pt x="1384757" y="4661524"/>
                </a:cubicBezTo>
                <a:cubicBezTo>
                  <a:pt x="1382246" y="4661870"/>
                  <a:pt x="1379736" y="4662216"/>
                  <a:pt x="1377225" y="4662562"/>
                </a:cubicBezTo>
                <a:cubicBezTo>
                  <a:pt x="1374653" y="4662908"/>
                  <a:pt x="1372079" y="4663254"/>
                  <a:pt x="1369445" y="4663644"/>
                </a:cubicBezTo>
                <a:lnTo>
                  <a:pt x="1369382" y="4663644"/>
                </a:lnTo>
                <a:cubicBezTo>
                  <a:pt x="1366747" y="4664033"/>
                  <a:pt x="1364048" y="4664423"/>
                  <a:pt x="1361224" y="4664812"/>
                </a:cubicBezTo>
                <a:cubicBezTo>
                  <a:pt x="1358714" y="4662346"/>
                  <a:pt x="1357020" y="4660009"/>
                  <a:pt x="1356015" y="4657716"/>
                </a:cubicBezTo>
                <a:cubicBezTo>
                  <a:pt x="1355011" y="4655423"/>
                  <a:pt x="1354635" y="4653260"/>
                  <a:pt x="1354822" y="4651096"/>
                </a:cubicBezTo>
                <a:cubicBezTo>
                  <a:pt x="1355011" y="4648932"/>
                  <a:pt x="1355639" y="4646856"/>
                  <a:pt x="1356643" y="4644778"/>
                </a:cubicBezTo>
                <a:cubicBezTo>
                  <a:pt x="1357647" y="4642745"/>
                  <a:pt x="1359028" y="4640711"/>
                  <a:pt x="1360533" y="4638678"/>
                </a:cubicBezTo>
                <a:close/>
                <a:moveTo>
                  <a:pt x="568434" y="4637121"/>
                </a:moveTo>
                <a:cubicBezTo>
                  <a:pt x="570883" y="4637424"/>
                  <a:pt x="574836" y="4638202"/>
                  <a:pt x="580799" y="4639587"/>
                </a:cubicBezTo>
                <a:cubicBezTo>
                  <a:pt x="580108" y="4640063"/>
                  <a:pt x="579543" y="4640496"/>
                  <a:pt x="578979" y="4640885"/>
                </a:cubicBezTo>
                <a:cubicBezTo>
                  <a:pt x="578413" y="4641275"/>
                  <a:pt x="577911" y="4641621"/>
                  <a:pt x="577472" y="4641967"/>
                </a:cubicBezTo>
                <a:cubicBezTo>
                  <a:pt x="576970" y="4642313"/>
                  <a:pt x="576594" y="4642616"/>
                  <a:pt x="576154" y="4642918"/>
                </a:cubicBezTo>
                <a:cubicBezTo>
                  <a:pt x="575778" y="4643222"/>
                  <a:pt x="575337" y="4643481"/>
                  <a:pt x="574962" y="4643784"/>
                </a:cubicBezTo>
                <a:cubicBezTo>
                  <a:pt x="572452" y="4642400"/>
                  <a:pt x="570067" y="4641101"/>
                  <a:pt x="568310" y="4640019"/>
                </a:cubicBezTo>
                <a:cubicBezTo>
                  <a:pt x="566491" y="4638938"/>
                  <a:pt x="565298" y="4638072"/>
                  <a:pt x="565172" y="4637554"/>
                </a:cubicBezTo>
                <a:lnTo>
                  <a:pt x="565235" y="4637510"/>
                </a:lnTo>
                <a:cubicBezTo>
                  <a:pt x="565046" y="4636991"/>
                  <a:pt x="565988" y="4636818"/>
                  <a:pt x="568434" y="4637121"/>
                </a:cubicBezTo>
                <a:close/>
                <a:moveTo>
                  <a:pt x="1904178" y="4636515"/>
                </a:moveTo>
                <a:cubicBezTo>
                  <a:pt x="1909763" y="4635736"/>
                  <a:pt x="1913214" y="4637121"/>
                  <a:pt x="1914470" y="4639371"/>
                </a:cubicBezTo>
                <a:cubicBezTo>
                  <a:pt x="1915725" y="4641577"/>
                  <a:pt x="1914721" y="4644650"/>
                  <a:pt x="1911394" y="4647202"/>
                </a:cubicBezTo>
                <a:cubicBezTo>
                  <a:pt x="1908006" y="4649755"/>
                  <a:pt x="1902295" y="4651789"/>
                  <a:pt x="1894074" y="4651961"/>
                </a:cubicBezTo>
                <a:cubicBezTo>
                  <a:pt x="1893258" y="4652005"/>
                  <a:pt x="1892379" y="4651832"/>
                  <a:pt x="1891501" y="4651529"/>
                </a:cubicBezTo>
                <a:lnTo>
                  <a:pt x="1891439" y="4651529"/>
                </a:lnTo>
                <a:cubicBezTo>
                  <a:pt x="1890560" y="4651226"/>
                  <a:pt x="1889618" y="4650793"/>
                  <a:pt x="1888614" y="4650274"/>
                </a:cubicBezTo>
                <a:cubicBezTo>
                  <a:pt x="1887547" y="4649755"/>
                  <a:pt x="1886481" y="4649150"/>
                  <a:pt x="1885289" y="4648543"/>
                </a:cubicBezTo>
                <a:cubicBezTo>
                  <a:pt x="1884096" y="4647938"/>
                  <a:pt x="1882841" y="4647289"/>
                  <a:pt x="1881397" y="4646639"/>
                </a:cubicBezTo>
                <a:cubicBezTo>
                  <a:pt x="1890999" y="4640236"/>
                  <a:pt x="1898593" y="4637293"/>
                  <a:pt x="1904178" y="4636515"/>
                </a:cubicBezTo>
                <a:close/>
                <a:moveTo>
                  <a:pt x="1336234" y="4633479"/>
                </a:moveTo>
                <a:lnTo>
                  <a:pt x="1336308" y="4633530"/>
                </a:lnTo>
                <a:lnTo>
                  <a:pt x="1336182" y="4633530"/>
                </a:lnTo>
                <a:close/>
                <a:moveTo>
                  <a:pt x="1163231" y="4631842"/>
                </a:moveTo>
                <a:cubicBezTo>
                  <a:pt x="1166997" y="4634697"/>
                  <a:pt x="1170198" y="4637597"/>
                  <a:pt x="1172707" y="4640626"/>
                </a:cubicBezTo>
                <a:lnTo>
                  <a:pt x="1172707" y="4640755"/>
                </a:lnTo>
                <a:cubicBezTo>
                  <a:pt x="1175280" y="4643741"/>
                  <a:pt x="1177100" y="4646856"/>
                  <a:pt x="1178292" y="4650058"/>
                </a:cubicBezTo>
                <a:cubicBezTo>
                  <a:pt x="1179422" y="4653260"/>
                  <a:pt x="1179861" y="4656548"/>
                  <a:pt x="1179548" y="4659967"/>
                </a:cubicBezTo>
                <a:cubicBezTo>
                  <a:pt x="1179234" y="4663342"/>
                  <a:pt x="1178167" y="4666889"/>
                  <a:pt x="1176222" y="4670524"/>
                </a:cubicBezTo>
                <a:cubicBezTo>
                  <a:pt x="1174151" y="4670394"/>
                  <a:pt x="1172142" y="4670307"/>
                  <a:pt x="1170198" y="4670178"/>
                </a:cubicBezTo>
                <a:cubicBezTo>
                  <a:pt x="1168252" y="4670048"/>
                  <a:pt x="1166306" y="4669962"/>
                  <a:pt x="1164424" y="4669831"/>
                </a:cubicBezTo>
                <a:cubicBezTo>
                  <a:pt x="1162479" y="4669702"/>
                  <a:pt x="1160533" y="4669615"/>
                  <a:pt x="1158587" y="4669485"/>
                </a:cubicBezTo>
                <a:cubicBezTo>
                  <a:pt x="1156579" y="4669400"/>
                  <a:pt x="1154571" y="4669269"/>
                  <a:pt x="1152436" y="4669139"/>
                </a:cubicBezTo>
                <a:cubicBezTo>
                  <a:pt x="1151748" y="4667581"/>
                  <a:pt x="1151056" y="4666068"/>
                  <a:pt x="1150367" y="4664467"/>
                </a:cubicBezTo>
                <a:cubicBezTo>
                  <a:pt x="1149675" y="4662865"/>
                  <a:pt x="1148923" y="4661221"/>
                  <a:pt x="1148171" y="4659490"/>
                </a:cubicBezTo>
                <a:cubicBezTo>
                  <a:pt x="1147354" y="4657717"/>
                  <a:pt x="1146538" y="4655900"/>
                  <a:pt x="1145659" y="4653865"/>
                </a:cubicBezTo>
                <a:cubicBezTo>
                  <a:pt x="1144780" y="4651833"/>
                  <a:pt x="1143776" y="4649668"/>
                  <a:pt x="1142709" y="4647246"/>
                </a:cubicBezTo>
                <a:cubicBezTo>
                  <a:pt x="1140889" y="4649106"/>
                  <a:pt x="1139258" y="4650836"/>
                  <a:pt x="1137752" y="4652438"/>
                </a:cubicBezTo>
                <a:cubicBezTo>
                  <a:pt x="1136245" y="4654039"/>
                  <a:pt x="1134802" y="4655510"/>
                  <a:pt x="1133485" y="4656894"/>
                </a:cubicBezTo>
                <a:cubicBezTo>
                  <a:pt x="1132167" y="4658279"/>
                  <a:pt x="1130912" y="4659621"/>
                  <a:pt x="1129656" y="4660918"/>
                </a:cubicBezTo>
                <a:cubicBezTo>
                  <a:pt x="1128401" y="4662217"/>
                  <a:pt x="1127209" y="4663471"/>
                  <a:pt x="1125954" y="4664769"/>
                </a:cubicBezTo>
                <a:cubicBezTo>
                  <a:pt x="1119678" y="4662822"/>
                  <a:pt x="1116540" y="4660572"/>
                  <a:pt x="1115035" y="4658235"/>
                </a:cubicBezTo>
                <a:cubicBezTo>
                  <a:pt x="1113590" y="4655856"/>
                  <a:pt x="1113779" y="4653389"/>
                  <a:pt x="1114406" y="4650880"/>
                </a:cubicBezTo>
                <a:cubicBezTo>
                  <a:pt x="1115035" y="4648371"/>
                  <a:pt x="1116039" y="4645861"/>
                  <a:pt x="1116101" y="4643481"/>
                </a:cubicBezTo>
                <a:cubicBezTo>
                  <a:pt x="1116163" y="4641101"/>
                  <a:pt x="1115285" y="4638851"/>
                  <a:pt x="1112147" y="4636861"/>
                </a:cubicBezTo>
                <a:cubicBezTo>
                  <a:pt x="1116415" y="4636429"/>
                  <a:pt x="1120682" y="4636039"/>
                  <a:pt x="1124950" y="4635606"/>
                </a:cubicBezTo>
                <a:cubicBezTo>
                  <a:pt x="1129217" y="4635173"/>
                  <a:pt x="1133421" y="4634784"/>
                  <a:pt x="1137689" y="4634351"/>
                </a:cubicBezTo>
                <a:cubicBezTo>
                  <a:pt x="1141956" y="4633918"/>
                  <a:pt x="1146160" y="4633530"/>
                  <a:pt x="1150428" y="4633097"/>
                </a:cubicBezTo>
                <a:cubicBezTo>
                  <a:pt x="1154696" y="4632664"/>
                  <a:pt x="1158964" y="4632275"/>
                  <a:pt x="1163231" y="4631842"/>
                </a:cubicBezTo>
                <a:close/>
                <a:moveTo>
                  <a:pt x="1874494" y="4629938"/>
                </a:moveTo>
                <a:cubicBezTo>
                  <a:pt x="1874745" y="4632275"/>
                  <a:pt x="1874997" y="4634654"/>
                  <a:pt x="1875247" y="4636990"/>
                </a:cubicBezTo>
                <a:cubicBezTo>
                  <a:pt x="1875562" y="4639673"/>
                  <a:pt x="1875812" y="4642399"/>
                  <a:pt x="1876126" y="4645126"/>
                </a:cubicBezTo>
                <a:cubicBezTo>
                  <a:pt x="1876440" y="4647851"/>
                  <a:pt x="1876691" y="4650534"/>
                  <a:pt x="1877005" y="4653260"/>
                </a:cubicBezTo>
                <a:cubicBezTo>
                  <a:pt x="1877318" y="4655985"/>
                  <a:pt x="1877570" y="4658668"/>
                  <a:pt x="1877883" y="4661394"/>
                </a:cubicBezTo>
                <a:cubicBezTo>
                  <a:pt x="1881648" y="4662563"/>
                  <a:pt x="1885916" y="4662995"/>
                  <a:pt x="1890497" y="4663168"/>
                </a:cubicBezTo>
                <a:cubicBezTo>
                  <a:pt x="1895078" y="4663342"/>
                  <a:pt x="1899910" y="4663298"/>
                  <a:pt x="1904617" y="4663514"/>
                </a:cubicBezTo>
                <a:cubicBezTo>
                  <a:pt x="1909386" y="4663731"/>
                  <a:pt x="1914031" y="4664250"/>
                  <a:pt x="1918235" y="4665592"/>
                </a:cubicBezTo>
                <a:cubicBezTo>
                  <a:pt x="1922440" y="4666933"/>
                  <a:pt x="1926267" y="4669096"/>
                  <a:pt x="1929343" y="4672557"/>
                </a:cubicBezTo>
                <a:cubicBezTo>
                  <a:pt x="1911206" y="4674764"/>
                  <a:pt x="1899408" y="4676452"/>
                  <a:pt x="1890874" y="4677577"/>
                </a:cubicBezTo>
                <a:cubicBezTo>
                  <a:pt x="1882339" y="4678702"/>
                  <a:pt x="1877005" y="4679264"/>
                  <a:pt x="1871733" y="4679177"/>
                </a:cubicBezTo>
                <a:cubicBezTo>
                  <a:pt x="1866462" y="4679135"/>
                  <a:pt x="1861252" y="4678399"/>
                  <a:pt x="1852844" y="4677014"/>
                </a:cubicBezTo>
                <a:cubicBezTo>
                  <a:pt x="1844435" y="4675586"/>
                  <a:pt x="1832950" y="4673510"/>
                  <a:pt x="1815065" y="4670697"/>
                </a:cubicBezTo>
                <a:lnTo>
                  <a:pt x="1815065" y="4655900"/>
                </a:lnTo>
                <a:lnTo>
                  <a:pt x="1814939" y="4655900"/>
                </a:lnTo>
                <a:lnTo>
                  <a:pt x="1814939" y="4651226"/>
                </a:lnTo>
                <a:cubicBezTo>
                  <a:pt x="1820462" y="4649193"/>
                  <a:pt x="1824917" y="4648543"/>
                  <a:pt x="1828809" y="4648760"/>
                </a:cubicBezTo>
                <a:cubicBezTo>
                  <a:pt x="1832699" y="4648932"/>
                  <a:pt x="1835963" y="4649972"/>
                  <a:pt x="1838975" y="4651226"/>
                </a:cubicBezTo>
                <a:cubicBezTo>
                  <a:pt x="1841987" y="4652524"/>
                  <a:pt x="1844811" y="4654039"/>
                  <a:pt x="1847824" y="4655207"/>
                </a:cubicBezTo>
                <a:cubicBezTo>
                  <a:pt x="1850836" y="4656375"/>
                  <a:pt x="1853974" y="4657240"/>
                  <a:pt x="1857739" y="4657197"/>
                </a:cubicBezTo>
                <a:cubicBezTo>
                  <a:pt x="1859685" y="4654947"/>
                  <a:pt x="1860500" y="4652524"/>
                  <a:pt x="1861002" y="4650014"/>
                </a:cubicBezTo>
                <a:cubicBezTo>
                  <a:pt x="1861504" y="4647505"/>
                  <a:pt x="1861629" y="4644952"/>
                  <a:pt x="1862132" y="4642486"/>
                </a:cubicBezTo>
                <a:cubicBezTo>
                  <a:pt x="1862697" y="4640019"/>
                  <a:pt x="1863575" y="4637597"/>
                  <a:pt x="1865583" y="4635390"/>
                </a:cubicBezTo>
                <a:cubicBezTo>
                  <a:pt x="1867466" y="4633356"/>
                  <a:pt x="1870290" y="4631539"/>
                  <a:pt x="1874494" y="4629938"/>
                </a:cubicBezTo>
                <a:close/>
                <a:moveTo>
                  <a:pt x="1876629" y="4627212"/>
                </a:moveTo>
                <a:cubicBezTo>
                  <a:pt x="1876567" y="4627429"/>
                  <a:pt x="1876441" y="4627775"/>
                  <a:pt x="1876441" y="4627775"/>
                </a:cubicBezTo>
                <a:cubicBezTo>
                  <a:pt x="1876253" y="4628337"/>
                  <a:pt x="1876002" y="4628900"/>
                  <a:pt x="1875813" y="4629462"/>
                </a:cubicBezTo>
                <a:cubicBezTo>
                  <a:pt x="1875374" y="4629636"/>
                  <a:pt x="1875060" y="4629766"/>
                  <a:pt x="1874621" y="4629938"/>
                </a:cubicBezTo>
                <a:cubicBezTo>
                  <a:pt x="1874558" y="4629592"/>
                  <a:pt x="1874495" y="4629202"/>
                  <a:pt x="1874495" y="4628857"/>
                </a:cubicBezTo>
                <a:cubicBezTo>
                  <a:pt x="1875311" y="4628208"/>
                  <a:pt x="1876002" y="4627688"/>
                  <a:pt x="1876629" y="4627212"/>
                </a:cubicBezTo>
                <a:close/>
                <a:moveTo>
                  <a:pt x="1878259" y="4622669"/>
                </a:moveTo>
                <a:cubicBezTo>
                  <a:pt x="1878824" y="4623231"/>
                  <a:pt x="1879327" y="4623534"/>
                  <a:pt x="1879640" y="4623794"/>
                </a:cubicBezTo>
                <a:cubicBezTo>
                  <a:pt x="1879954" y="4624053"/>
                  <a:pt x="1880143" y="4624226"/>
                  <a:pt x="1879954" y="4624530"/>
                </a:cubicBezTo>
                <a:lnTo>
                  <a:pt x="1879892" y="4624530"/>
                </a:lnTo>
                <a:cubicBezTo>
                  <a:pt x="1879704" y="4624832"/>
                  <a:pt x="1879265" y="4625222"/>
                  <a:pt x="1878385" y="4625871"/>
                </a:cubicBezTo>
                <a:cubicBezTo>
                  <a:pt x="1877946" y="4626217"/>
                  <a:pt x="1877319" y="4626650"/>
                  <a:pt x="1876566" y="4627212"/>
                </a:cubicBezTo>
                <a:cubicBezTo>
                  <a:pt x="1876692" y="4626822"/>
                  <a:pt x="1876880" y="4626433"/>
                  <a:pt x="1877005" y="4626044"/>
                </a:cubicBezTo>
                <a:cubicBezTo>
                  <a:pt x="1877193" y="4625481"/>
                  <a:pt x="1877444" y="4624919"/>
                  <a:pt x="1877632" y="4624356"/>
                </a:cubicBezTo>
                <a:cubicBezTo>
                  <a:pt x="1877820" y="4623794"/>
                  <a:pt x="1878072" y="4623231"/>
                  <a:pt x="1878259" y="4622669"/>
                </a:cubicBezTo>
                <a:close/>
                <a:moveTo>
                  <a:pt x="872919" y="4622669"/>
                </a:moveTo>
                <a:cubicBezTo>
                  <a:pt x="876057" y="4623144"/>
                  <a:pt x="879195" y="4623490"/>
                  <a:pt x="882396" y="4623664"/>
                </a:cubicBezTo>
                <a:lnTo>
                  <a:pt x="894862" y="4623836"/>
                </a:lnTo>
                <a:lnTo>
                  <a:pt x="907309" y="4623751"/>
                </a:lnTo>
                <a:cubicBezTo>
                  <a:pt x="911452" y="4623794"/>
                  <a:pt x="915594" y="4623923"/>
                  <a:pt x="919736" y="4624356"/>
                </a:cubicBezTo>
                <a:cubicBezTo>
                  <a:pt x="915091" y="4627601"/>
                  <a:pt x="910949" y="4629981"/>
                  <a:pt x="907059" y="4631496"/>
                </a:cubicBezTo>
                <a:cubicBezTo>
                  <a:pt x="903167" y="4633010"/>
                  <a:pt x="899527" y="4633702"/>
                  <a:pt x="895888" y="4633486"/>
                </a:cubicBezTo>
                <a:cubicBezTo>
                  <a:pt x="892247" y="4633269"/>
                  <a:pt x="888546" y="4632188"/>
                  <a:pt x="884591" y="4630240"/>
                </a:cubicBezTo>
                <a:cubicBezTo>
                  <a:pt x="881014" y="4628467"/>
                  <a:pt x="877186" y="4625914"/>
                  <a:pt x="872919" y="4622669"/>
                </a:cubicBezTo>
                <a:close/>
                <a:moveTo>
                  <a:pt x="507810" y="4622366"/>
                </a:moveTo>
                <a:lnTo>
                  <a:pt x="511262" y="4624789"/>
                </a:lnTo>
                <a:cubicBezTo>
                  <a:pt x="512015" y="4625351"/>
                  <a:pt x="512454" y="4625697"/>
                  <a:pt x="512454" y="4626044"/>
                </a:cubicBezTo>
                <a:cubicBezTo>
                  <a:pt x="512518" y="4626433"/>
                  <a:pt x="512079" y="4626779"/>
                  <a:pt x="511325" y="4627341"/>
                </a:cubicBezTo>
                <a:cubicBezTo>
                  <a:pt x="510572" y="4627904"/>
                  <a:pt x="509380" y="4628683"/>
                  <a:pt x="507811" y="4629894"/>
                </a:cubicBezTo>
                <a:cubicBezTo>
                  <a:pt x="506242" y="4628726"/>
                  <a:pt x="505049" y="4627947"/>
                  <a:pt x="504234" y="4627385"/>
                </a:cubicBezTo>
                <a:cubicBezTo>
                  <a:pt x="503418" y="4626822"/>
                  <a:pt x="503041" y="4626476"/>
                  <a:pt x="503041" y="4626130"/>
                </a:cubicBezTo>
                <a:cubicBezTo>
                  <a:pt x="503041" y="4625784"/>
                  <a:pt x="503418" y="4625438"/>
                  <a:pt x="504234" y="4624876"/>
                </a:cubicBezTo>
                <a:close/>
                <a:moveTo>
                  <a:pt x="507748" y="4622322"/>
                </a:moveTo>
                <a:lnTo>
                  <a:pt x="507811" y="4622365"/>
                </a:lnTo>
                <a:lnTo>
                  <a:pt x="507810" y="4622366"/>
                </a:lnTo>
                <a:close/>
                <a:moveTo>
                  <a:pt x="866580" y="4621501"/>
                </a:moveTo>
                <a:lnTo>
                  <a:pt x="866768" y="4621501"/>
                </a:lnTo>
                <a:cubicBezTo>
                  <a:pt x="867584" y="4621544"/>
                  <a:pt x="868400" y="4621587"/>
                  <a:pt x="869215" y="4621587"/>
                </a:cubicBezTo>
                <a:lnTo>
                  <a:pt x="869090" y="4621544"/>
                </a:lnTo>
                <a:cubicBezTo>
                  <a:pt x="869906" y="4621587"/>
                  <a:pt x="870722" y="4621630"/>
                  <a:pt x="871538" y="4621630"/>
                </a:cubicBezTo>
                <a:cubicBezTo>
                  <a:pt x="871977" y="4621976"/>
                  <a:pt x="872416" y="4622280"/>
                  <a:pt x="872856" y="4622626"/>
                </a:cubicBezTo>
                <a:cubicBezTo>
                  <a:pt x="871977" y="4622496"/>
                  <a:pt x="871035" y="4622366"/>
                  <a:pt x="870094" y="4622193"/>
                </a:cubicBezTo>
                <a:cubicBezTo>
                  <a:pt x="868588" y="4621890"/>
                  <a:pt x="867584" y="4621673"/>
                  <a:pt x="866894" y="4621544"/>
                </a:cubicBezTo>
                <a:cubicBezTo>
                  <a:pt x="866768" y="4621501"/>
                  <a:pt x="866580" y="4621501"/>
                  <a:pt x="866580" y="4621501"/>
                </a:cubicBezTo>
                <a:close/>
                <a:moveTo>
                  <a:pt x="864195" y="4621327"/>
                </a:moveTo>
                <a:lnTo>
                  <a:pt x="864259" y="4621370"/>
                </a:lnTo>
                <a:cubicBezTo>
                  <a:pt x="864760" y="4621370"/>
                  <a:pt x="865074" y="4621370"/>
                  <a:pt x="865451" y="4621370"/>
                </a:cubicBezTo>
                <a:cubicBezTo>
                  <a:pt x="865764" y="4621370"/>
                  <a:pt x="866141" y="4621457"/>
                  <a:pt x="866643" y="4621544"/>
                </a:cubicBezTo>
                <a:cubicBezTo>
                  <a:pt x="865890" y="4621501"/>
                  <a:pt x="865137" y="4621501"/>
                  <a:pt x="864383" y="4621501"/>
                </a:cubicBezTo>
                <a:cubicBezTo>
                  <a:pt x="863568" y="4621457"/>
                  <a:pt x="862752" y="4621414"/>
                  <a:pt x="861936" y="4621414"/>
                </a:cubicBezTo>
                <a:cubicBezTo>
                  <a:pt x="863003" y="4621370"/>
                  <a:pt x="863694" y="4621327"/>
                  <a:pt x="864195" y="4621327"/>
                </a:cubicBezTo>
                <a:close/>
                <a:moveTo>
                  <a:pt x="445750" y="4617347"/>
                </a:moveTo>
                <a:lnTo>
                  <a:pt x="445687" y="4617390"/>
                </a:lnTo>
                <a:cubicBezTo>
                  <a:pt x="447884" y="4619294"/>
                  <a:pt x="449264" y="4621068"/>
                  <a:pt x="449892" y="4622798"/>
                </a:cubicBezTo>
                <a:cubicBezTo>
                  <a:pt x="450583" y="4624530"/>
                  <a:pt x="450457" y="4626217"/>
                  <a:pt x="449829" y="4627991"/>
                </a:cubicBezTo>
                <a:cubicBezTo>
                  <a:pt x="449202" y="4629765"/>
                  <a:pt x="447947" y="4631539"/>
                  <a:pt x="446252" y="4633486"/>
                </a:cubicBezTo>
                <a:cubicBezTo>
                  <a:pt x="444557" y="4635390"/>
                  <a:pt x="442425" y="4637467"/>
                  <a:pt x="439914" y="4639717"/>
                </a:cubicBezTo>
                <a:cubicBezTo>
                  <a:pt x="437718" y="4637121"/>
                  <a:pt x="436211" y="4634827"/>
                  <a:pt x="435271" y="4632707"/>
                </a:cubicBezTo>
                <a:cubicBezTo>
                  <a:pt x="434329" y="4630587"/>
                  <a:pt x="434078" y="4628683"/>
                  <a:pt x="434517" y="4626909"/>
                </a:cubicBezTo>
                <a:cubicBezTo>
                  <a:pt x="434894" y="4625135"/>
                  <a:pt x="436023" y="4623490"/>
                  <a:pt x="437906" y="4621934"/>
                </a:cubicBezTo>
                <a:cubicBezTo>
                  <a:pt x="439788" y="4620333"/>
                  <a:pt x="442361" y="4618862"/>
                  <a:pt x="445750" y="4617347"/>
                </a:cubicBezTo>
                <a:close/>
                <a:moveTo>
                  <a:pt x="1323819" y="4617217"/>
                </a:moveTo>
                <a:cubicBezTo>
                  <a:pt x="1326330" y="4616048"/>
                  <a:pt x="1330159" y="4615962"/>
                  <a:pt x="1333797" y="4617347"/>
                </a:cubicBezTo>
                <a:cubicBezTo>
                  <a:pt x="1337438" y="4618688"/>
                  <a:pt x="1340952" y="4621544"/>
                  <a:pt x="1342898" y="4626217"/>
                </a:cubicBezTo>
                <a:cubicBezTo>
                  <a:pt x="1343024" y="4626563"/>
                  <a:pt x="1342960" y="4626909"/>
                  <a:pt x="1342646" y="4627342"/>
                </a:cubicBezTo>
                <a:cubicBezTo>
                  <a:pt x="1342331" y="4627775"/>
                  <a:pt x="1341894" y="4628251"/>
                  <a:pt x="1341267" y="4628813"/>
                </a:cubicBezTo>
                <a:cubicBezTo>
                  <a:pt x="1340638" y="4629376"/>
                  <a:pt x="1339885" y="4630024"/>
                  <a:pt x="1339005" y="4630803"/>
                </a:cubicBezTo>
                <a:lnTo>
                  <a:pt x="1336234" y="4633479"/>
                </a:lnTo>
                <a:lnTo>
                  <a:pt x="1321749" y="4623405"/>
                </a:lnTo>
                <a:cubicBezTo>
                  <a:pt x="1320116" y="4620548"/>
                  <a:pt x="1321309" y="4618342"/>
                  <a:pt x="1323819" y="4617217"/>
                </a:cubicBezTo>
                <a:close/>
                <a:moveTo>
                  <a:pt x="645560" y="4615269"/>
                </a:moveTo>
                <a:lnTo>
                  <a:pt x="645497" y="4615312"/>
                </a:lnTo>
                <a:cubicBezTo>
                  <a:pt x="647756" y="4615226"/>
                  <a:pt x="649325" y="4615442"/>
                  <a:pt x="650142" y="4616004"/>
                </a:cubicBezTo>
                <a:cubicBezTo>
                  <a:pt x="650957" y="4616567"/>
                  <a:pt x="650894" y="4617433"/>
                  <a:pt x="649828" y="4618644"/>
                </a:cubicBezTo>
                <a:cubicBezTo>
                  <a:pt x="648761" y="4619856"/>
                  <a:pt x="646627" y="4621413"/>
                  <a:pt x="643238" y="4623274"/>
                </a:cubicBezTo>
                <a:cubicBezTo>
                  <a:pt x="642737" y="4622669"/>
                  <a:pt x="642171" y="4622062"/>
                  <a:pt x="641671" y="4621457"/>
                </a:cubicBezTo>
                <a:cubicBezTo>
                  <a:pt x="641168" y="4620850"/>
                  <a:pt x="640665" y="4620288"/>
                  <a:pt x="640163" y="4619726"/>
                </a:cubicBezTo>
                <a:cubicBezTo>
                  <a:pt x="639663" y="4619163"/>
                  <a:pt x="639160" y="4618601"/>
                  <a:pt x="638721" y="4618082"/>
                </a:cubicBezTo>
                <a:cubicBezTo>
                  <a:pt x="638282" y="4617562"/>
                  <a:pt x="637779" y="4617000"/>
                  <a:pt x="637340" y="4616481"/>
                </a:cubicBezTo>
                <a:cubicBezTo>
                  <a:pt x="640541" y="4615745"/>
                  <a:pt x="643363" y="4615356"/>
                  <a:pt x="645560" y="4615269"/>
                </a:cubicBezTo>
                <a:close/>
                <a:moveTo>
                  <a:pt x="1121056" y="4612890"/>
                </a:moveTo>
                <a:cubicBezTo>
                  <a:pt x="1121558" y="4612847"/>
                  <a:pt x="1122060" y="4613019"/>
                  <a:pt x="1122874" y="4613409"/>
                </a:cubicBezTo>
                <a:cubicBezTo>
                  <a:pt x="1123691" y="4613798"/>
                  <a:pt x="1124820" y="4614404"/>
                  <a:pt x="1126516" y="4615269"/>
                </a:cubicBezTo>
                <a:cubicBezTo>
                  <a:pt x="1126076" y="4615312"/>
                  <a:pt x="1125699" y="4615399"/>
                  <a:pt x="1125260" y="4615442"/>
                </a:cubicBezTo>
                <a:cubicBezTo>
                  <a:pt x="1124820" y="4615486"/>
                  <a:pt x="1124444" y="4615573"/>
                  <a:pt x="1124005" y="4615615"/>
                </a:cubicBezTo>
                <a:cubicBezTo>
                  <a:pt x="1123566" y="4615658"/>
                  <a:pt x="1123189" y="4615745"/>
                  <a:pt x="1122750" y="4615789"/>
                </a:cubicBezTo>
                <a:cubicBezTo>
                  <a:pt x="1122310" y="4615832"/>
                  <a:pt x="1121933" y="4615919"/>
                  <a:pt x="1121493" y="4615962"/>
                </a:cubicBezTo>
                <a:cubicBezTo>
                  <a:pt x="1121056" y="4615919"/>
                  <a:pt x="1120679" y="4615832"/>
                  <a:pt x="1120240" y="4615789"/>
                </a:cubicBezTo>
                <a:cubicBezTo>
                  <a:pt x="1119801" y="4615745"/>
                  <a:pt x="1119423" y="4615658"/>
                  <a:pt x="1118984" y="4615615"/>
                </a:cubicBezTo>
                <a:cubicBezTo>
                  <a:pt x="1118544" y="4615573"/>
                  <a:pt x="1118169" y="4615486"/>
                  <a:pt x="1117729" y="4615442"/>
                </a:cubicBezTo>
                <a:cubicBezTo>
                  <a:pt x="1117289" y="4615399"/>
                  <a:pt x="1116914" y="4615312"/>
                  <a:pt x="1116474" y="4615269"/>
                </a:cubicBezTo>
                <a:cubicBezTo>
                  <a:pt x="1117855" y="4614534"/>
                  <a:pt x="1118797" y="4613928"/>
                  <a:pt x="1119423" y="4613539"/>
                </a:cubicBezTo>
                <a:lnTo>
                  <a:pt x="1119485" y="4613539"/>
                </a:lnTo>
                <a:cubicBezTo>
                  <a:pt x="1120177" y="4613149"/>
                  <a:pt x="1120553" y="4612933"/>
                  <a:pt x="1121056" y="4612890"/>
                </a:cubicBezTo>
                <a:close/>
                <a:moveTo>
                  <a:pt x="1830754" y="4608563"/>
                </a:moveTo>
                <a:cubicBezTo>
                  <a:pt x="1833139" y="4608130"/>
                  <a:pt x="1834457" y="4608434"/>
                  <a:pt x="1834896" y="4609255"/>
                </a:cubicBezTo>
                <a:cubicBezTo>
                  <a:pt x="1835399" y="4610077"/>
                  <a:pt x="1834959" y="4611419"/>
                  <a:pt x="1834018" y="4612976"/>
                </a:cubicBezTo>
                <a:cubicBezTo>
                  <a:pt x="1833076" y="4614534"/>
                  <a:pt x="1831507" y="4616351"/>
                  <a:pt x="1829624" y="4618169"/>
                </a:cubicBezTo>
                <a:cubicBezTo>
                  <a:pt x="1828495" y="4617476"/>
                  <a:pt x="1827491" y="4616914"/>
                  <a:pt x="1826612" y="4616351"/>
                </a:cubicBezTo>
                <a:cubicBezTo>
                  <a:pt x="1825671" y="4615789"/>
                  <a:pt x="1824855" y="4615313"/>
                  <a:pt x="1824103" y="4614837"/>
                </a:cubicBezTo>
                <a:cubicBezTo>
                  <a:pt x="1823349" y="4614361"/>
                  <a:pt x="1822658" y="4613929"/>
                  <a:pt x="1821969" y="4613539"/>
                </a:cubicBezTo>
                <a:cubicBezTo>
                  <a:pt x="1821278" y="4613150"/>
                  <a:pt x="1820650" y="4612760"/>
                  <a:pt x="1820023" y="4612371"/>
                </a:cubicBezTo>
                <a:cubicBezTo>
                  <a:pt x="1824855" y="4610208"/>
                  <a:pt x="1828369" y="4608996"/>
                  <a:pt x="1830754" y="4608563"/>
                </a:cubicBezTo>
                <a:close/>
                <a:moveTo>
                  <a:pt x="707317" y="4607309"/>
                </a:moveTo>
                <a:cubicBezTo>
                  <a:pt x="712902" y="4606400"/>
                  <a:pt x="719429" y="4606789"/>
                  <a:pt x="725511" y="4608001"/>
                </a:cubicBezTo>
                <a:cubicBezTo>
                  <a:pt x="731599" y="4609213"/>
                  <a:pt x="737310" y="4611159"/>
                  <a:pt x="741200" y="4613280"/>
                </a:cubicBezTo>
                <a:cubicBezTo>
                  <a:pt x="738063" y="4614751"/>
                  <a:pt x="734987" y="4616178"/>
                  <a:pt x="731787" y="4617650"/>
                </a:cubicBezTo>
                <a:cubicBezTo>
                  <a:pt x="728523" y="4619164"/>
                  <a:pt x="725259" y="4620678"/>
                  <a:pt x="721688" y="4622322"/>
                </a:cubicBezTo>
                <a:cubicBezTo>
                  <a:pt x="718111" y="4623967"/>
                  <a:pt x="714345" y="4625740"/>
                  <a:pt x="710203" y="4627644"/>
                </a:cubicBezTo>
                <a:cubicBezTo>
                  <a:pt x="706061" y="4629548"/>
                  <a:pt x="701543" y="4631626"/>
                  <a:pt x="696585" y="4633918"/>
                </a:cubicBezTo>
                <a:cubicBezTo>
                  <a:pt x="692757" y="4625222"/>
                  <a:pt x="692632" y="4619034"/>
                  <a:pt x="694891" y="4614794"/>
                </a:cubicBezTo>
                <a:cubicBezTo>
                  <a:pt x="697150" y="4610553"/>
                  <a:pt x="701731" y="4608260"/>
                  <a:pt x="707254" y="4607352"/>
                </a:cubicBezTo>
                <a:close/>
                <a:moveTo>
                  <a:pt x="860869" y="4596838"/>
                </a:moveTo>
                <a:cubicBezTo>
                  <a:pt x="861245" y="4597141"/>
                  <a:pt x="861559" y="4597443"/>
                  <a:pt x="861873" y="4597746"/>
                </a:cubicBezTo>
                <a:cubicBezTo>
                  <a:pt x="862250" y="4598049"/>
                  <a:pt x="862563" y="4598352"/>
                  <a:pt x="862877" y="4598655"/>
                </a:cubicBezTo>
                <a:cubicBezTo>
                  <a:pt x="863254" y="4598958"/>
                  <a:pt x="863568" y="4599261"/>
                  <a:pt x="863881" y="4599563"/>
                </a:cubicBezTo>
                <a:cubicBezTo>
                  <a:pt x="864258" y="4599867"/>
                  <a:pt x="864572" y="4600170"/>
                  <a:pt x="864885" y="4600472"/>
                </a:cubicBezTo>
                <a:cubicBezTo>
                  <a:pt x="864634" y="4600602"/>
                  <a:pt x="864383" y="4600688"/>
                  <a:pt x="864132" y="4600818"/>
                </a:cubicBezTo>
                <a:cubicBezTo>
                  <a:pt x="863881" y="4600949"/>
                  <a:pt x="863630" y="4601034"/>
                  <a:pt x="863379" y="4601164"/>
                </a:cubicBezTo>
                <a:cubicBezTo>
                  <a:pt x="863128" y="4601294"/>
                  <a:pt x="862626" y="4601511"/>
                  <a:pt x="862626" y="4601511"/>
                </a:cubicBezTo>
                <a:cubicBezTo>
                  <a:pt x="862375" y="4601641"/>
                  <a:pt x="862124" y="4601727"/>
                  <a:pt x="861873" y="4601856"/>
                </a:cubicBezTo>
                <a:cubicBezTo>
                  <a:pt x="861497" y="4601554"/>
                  <a:pt x="861057" y="4601208"/>
                  <a:pt x="860681" y="4600905"/>
                </a:cubicBezTo>
                <a:cubicBezTo>
                  <a:pt x="860304" y="4600602"/>
                  <a:pt x="859866" y="4600255"/>
                  <a:pt x="859488" y="4599953"/>
                </a:cubicBezTo>
                <a:cubicBezTo>
                  <a:pt x="859112" y="4599650"/>
                  <a:pt x="858674" y="4599304"/>
                  <a:pt x="858296" y="4599001"/>
                </a:cubicBezTo>
                <a:cubicBezTo>
                  <a:pt x="857920" y="4598698"/>
                  <a:pt x="857481" y="4598352"/>
                  <a:pt x="857105" y="4598049"/>
                </a:cubicBezTo>
                <a:cubicBezTo>
                  <a:pt x="857419" y="4597963"/>
                  <a:pt x="857731" y="4597833"/>
                  <a:pt x="858046" y="4597746"/>
                </a:cubicBezTo>
                <a:cubicBezTo>
                  <a:pt x="858358" y="4597659"/>
                  <a:pt x="858674" y="4597530"/>
                  <a:pt x="858988" y="4597443"/>
                </a:cubicBezTo>
                <a:cubicBezTo>
                  <a:pt x="859301" y="4597357"/>
                  <a:pt x="859615" y="4597228"/>
                  <a:pt x="859928" y="4597141"/>
                </a:cubicBezTo>
                <a:cubicBezTo>
                  <a:pt x="860243" y="4597054"/>
                  <a:pt x="860556" y="4596924"/>
                  <a:pt x="860869" y="4596838"/>
                </a:cubicBezTo>
                <a:close/>
                <a:moveTo>
                  <a:pt x="928332" y="4592986"/>
                </a:moveTo>
                <a:cubicBezTo>
                  <a:pt x="928395" y="4593159"/>
                  <a:pt x="928584" y="4593506"/>
                  <a:pt x="928584" y="4593506"/>
                </a:cubicBezTo>
                <a:lnTo>
                  <a:pt x="928520" y="4593591"/>
                </a:lnTo>
                <a:cubicBezTo>
                  <a:pt x="928584" y="4593765"/>
                  <a:pt x="928709" y="4593938"/>
                  <a:pt x="928772" y="4594111"/>
                </a:cubicBezTo>
                <a:cubicBezTo>
                  <a:pt x="928834" y="4594284"/>
                  <a:pt x="928959" y="4594457"/>
                  <a:pt x="929022" y="4594631"/>
                </a:cubicBezTo>
                <a:cubicBezTo>
                  <a:pt x="929084" y="4594803"/>
                  <a:pt x="929210" y="4594977"/>
                  <a:pt x="929274" y="4595149"/>
                </a:cubicBezTo>
                <a:cubicBezTo>
                  <a:pt x="929022" y="4595193"/>
                  <a:pt x="928772" y="4595236"/>
                  <a:pt x="928520" y="4595280"/>
                </a:cubicBezTo>
                <a:cubicBezTo>
                  <a:pt x="928268" y="4595323"/>
                  <a:pt x="928019" y="4595366"/>
                  <a:pt x="927768" y="4595409"/>
                </a:cubicBezTo>
                <a:cubicBezTo>
                  <a:pt x="927515" y="4595452"/>
                  <a:pt x="927264" y="4595495"/>
                  <a:pt x="927015" y="4595539"/>
                </a:cubicBezTo>
                <a:cubicBezTo>
                  <a:pt x="926764" y="4595582"/>
                  <a:pt x="926511" y="4595625"/>
                  <a:pt x="926261" y="4595669"/>
                </a:cubicBezTo>
                <a:cubicBezTo>
                  <a:pt x="925884" y="4594977"/>
                  <a:pt x="925633" y="4594501"/>
                  <a:pt x="925446" y="4594154"/>
                </a:cubicBezTo>
                <a:cubicBezTo>
                  <a:pt x="925320" y="4593808"/>
                  <a:pt x="925194" y="4593635"/>
                  <a:pt x="925320" y="4593506"/>
                </a:cubicBezTo>
                <a:cubicBezTo>
                  <a:pt x="925446" y="4593419"/>
                  <a:pt x="925695" y="4593332"/>
                  <a:pt x="926199" y="4593289"/>
                </a:cubicBezTo>
                <a:cubicBezTo>
                  <a:pt x="926699" y="4593202"/>
                  <a:pt x="927390" y="4593159"/>
                  <a:pt x="928332" y="4592986"/>
                </a:cubicBezTo>
                <a:close/>
                <a:moveTo>
                  <a:pt x="328716" y="4582299"/>
                </a:moveTo>
                <a:cubicBezTo>
                  <a:pt x="334174" y="4584246"/>
                  <a:pt x="338193" y="4589136"/>
                  <a:pt x="340828" y="4595670"/>
                </a:cubicBezTo>
                <a:lnTo>
                  <a:pt x="340766" y="4595670"/>
                </a:lnTo>
                <a:cubicBezTo>
                  <a:pt x="343401" y="4602203"/>
                  <a:pt x="344782" y="4610338"/>
                  <a:pt x="345032" y="4618775"/>
                </a:cubicBezTo>
                <a:cubicBezTo>
                  <a:pt x="345283" y="4627212"/>
                  <a:pt x="344530" y="4635952"/>
                  <a:pt x="342835" y="4643654"/>
                </a:cubicBezTo>
                <a:cubicBezTo>
                  <a:pt x="341205" y="4651356"/>
                  <a:pt x="338632" y="4658020"/>
                  <a:pt x="335494" y="4662304"/>
                </a:cubicBezTo>
                <a:cubicBezTo>
                  <a:pt x="326393" y="4663082"/>
                  <a:pt x="322565" y="4660529"/>
                  <a:pt x="321310" y="4655769"/>
                </a:cubicBezTo>
                <a:cubicBezTo>
                  <a:pt x="320056" y="4651010"/>
                  <a:pt x="321310" y="4644001"/>
                  <a:pt x="322378" y="4635909"/>
                </a:cubicBezTo>
                <a:cubicBezTo>
                  <a:pt x="323444" y="4627818"/>
                  <a:pt x="324260" y="4618645"/>
                  <a:pt x="322063" y="4609516"/>
                </a:cubicBezTo>
                <a:cubicBezTo>
                  <a:pt x="319866" y="4600342"/>
                  <a:pt x="314721" y="4591256"/>
                  <a:pt x="303740" y="4583338"/>
                </a:cubicBezTo>
                <a:cubicBezTo>
                  <a:pt x="305748" y="4583251"/>
                  <a:pt x="307819" y="4583165"/>
                  <a:pt x="309827" y="4583078"/>
                </a:cubicBezTo>
                <a:cubicBezTo>
                  <a:pt x="311898" y="4582992"/>
                  <a:pt x="313906" y="4582905"/>
                  <a:pt x="315977" y="4582819"/>
                </a:cubicBezTo>
                <a:cubicBezTo>
                  <a:pt x="318047" y="4582732"/>
                  <a:pt x="320119" y="4582646"/>
                  <a:pt x="322252" y="4582559"/>
                </a:cubicBezTo>
                <a:cubicBezTo>
                  <a:pt x="324385" y="4582472"/>
                  <a:pt x="326520" y="4582386"/>
                  <a:pt x="328716" y="4582299"/>
                </a:cubicBezTo>
                <a:close/>
                <a:moveTo>
                  <a:pt x="656917" y="4578318"/>
                </a:moveTo>
                <a:cubicBezTo>
                  <a:pt x="657482" y="4578535"/>
                  <a:pt x="658047" y="4578751"/>
                  <a:pt x="658611" y="4579010"/>
                </a:cubicBezTo>
                <a:cubicBezTo>
                  <a:pt x="659176" y="4579271"/>
                  <a:pt x="659804" y="4579530"/>
                  <a:pt x="660432" y="4579789"/>
                </a:cubicBezTo>
                <a:lnTo>
                  <a:pt x="660368" y="4579789"/>
                </a:lnTo>
                <a:cubicBezTo>
                  <a:pt x="661059" y="4580049"/>
                  <a:pt x="661749" y="4580352"/>
                  <a:pt x="662502" y="4580655"/>
                </a:cubicBezTo>
                <a:cubicBezTo>
                  <a:pt x="663255" y="4580958"/>
                  <a:pt x="664072" y="4581304"/>
                  <a:pt x="665013" y="4581693"/>
                </a:cubicBezTo>
                <a:cubicBezTo>
                  <a:pt x="664259" y="4582126"/>
                  <a:pt x="663506" y="4582559"/>
                  <a:pt x="662753" y="4582992"/>
                </a:cubicBezTo>
                <a:cubicBezTo>
                  <a:pt x="662000" y="4583424"/>
                  <a:pt x="661247" y="4583856"/>
                  <a:pt x="660494" y="4584289"/>
                </a:cubicBezTo>
                <a:cubicBezTo>
                  <a:pt x="659741" y="4584679"/>
                  <a:pt x="659051" y="4585111"/>
                  <a:pt x="658298" y="4585544"/>
                </a:cubicBezTo>
                <a:cubicBezTo>
                  <a:pt x="657544" y="4585977"/>
                  <a:pt x="656856" y="4586367"/>
                  <a:pt x="656101" y="4586799"/>
                </a:cubicBezTo>
                <a:cubicBezTo>
                  <a:pt x="654657" y="4585588"/>
                  <a:pt x="653465" y="4584809"/>
                  <a:pt x="652649" y="4584202"/>
                </a:cubicBezTo>
                <a:cubicBezTo>
                  <a:pt x="651833" y="4583640"/>
                  <a:pt x="651394" y="4583251"/>
                  <a:pt x="651394" y="4582862"/>
                </a:cubicBezTo>
                <a:cubicBezTo>
                  <a:pt x="651394" y="4582429"/>
                  <a:pt x="651833" y="4582039"/>
                  <a:pt x="652713" y="4581347"/>
                </a:cubicBezTo>
                <a:cubicBezTo>
                  <a:pt x="653591" y="4580655"/>
                  <a:pt x="654971" y="4579746"/>
                  <a:pt x="656917" y="4578318"/>
                </a:cubicBezTo>
                <a:close/>
                <a:moveTo>
                  <a:pt x="852083" y="4575592"/>
                </a:moveTo>
                <a:lnTo>
                  <a:pt x="852146" y="4575592"/>
                </a:lnTo>
                <a:cubicBezTo>
                  <a:pt x="853277" y="4575809"/>
                  <a:pt x="854091" y="4575895"/>
                  <a:pt x="854656" y="4575981"/>
                </a:cubicBezTo>
                <a:cubicBezTo>
                  <a:pt x="855220" y="4576068"/>
                  <a:pt x="855597" y="4576155"/>
                  <a:pt x="855724" y="4576285"/>
                </a:cubicBezTo>
                <a:cubicBezTo>
                  <a:pt x="855849" y="4576414"/>
                  <a:pt x="855785" y="4576631"/>
                  <a:pt x="855597" y="4576977"/>
                </a:cubicBezTo>
                <a:cubicBezTo>
                  <a:pt x="855346" y="4577367"/>
                  <a:pt x="855033" y="4577842"/>
                  <a:pt x="854530" y="4578621"/>
                </a:cubicBezTo>
                <a:cubicBezTo>
                  <a:pt x="853401" y="4578405"/>
                  <a:pt x="852522" y="4578275"/>
                  <a:pt x="851958" y="4578188"/>
                </a:cubicBezTo>
                <a:cubicBezTo>
                  <a:pt x="851393" y="4578102"/>
                  <a:pt x="851016" y="4578016"/>
                  <a:pt x="850891" y="4577885"/>
                </a:cubicBezTo>
                <a:cubicBezTo>
                  <a:pt x="850765" y="4577756"/>
                  <a:pt x="850828" y="4577539"/>
                  <a:pt x="851016" y="4577193"/>
                </a:cubicBezTo>
                <a:cubicBezTo>
                  <a:pt x="851204" y="4576847"/>
                  <a:pt x="851581" y="4576328"/>
                  <a:pt x="852083" y="4575592"/>
                </a:cubicBezTo>
                <a:close/>
                <a:moveTo>
                  <a:pt x="706560" y="4574035"/>
                </a:moveTo>
                <a:cubicBezTo>
                  <a:pt x="708003" y="4574294"/>
                  <a:pt x="709572" y="4574987"/>
                  <a:pt x="712207" y="4576242"/>
                </a:cubicBezTo>
                <a:cubicBezTo>
                  <a:pt x="714780" y="4577496"/>
                  <a:pt x="718421" y="4579357"/>
                  <a:pt x="723941" y="4582039"/>
                </a:cubicBezTo>
                <a:cubicBezTo>
                  <a:pt x="718169" y="4582516"/>
                  <a:pt x="714279" y="4583078"/>
                  <a:pt x="711517" y="4583424"/>
                </a:cubicBezTo>
                <a:cubicBezTo>
                  <a:pt x="708756" y="4583813"/>
                  <a:pt x="706999" y="4583986"/>
                  <a:pt x="705556" y="4583727"/>
                </a:cubicBezTo>
                <a:cubicBezTo>
                  <a:pt x="704049" y="4583467"/>
                  <a:pt x="702857" y="4582818"/>
                  <a:pt x="701099" y="4581521"/>
                </a:cubicBezTo>
                <a:cubicBezTo>
                  <a:pt x="699342" y="4580222"/>
                  <a:pt x="697021" y="4578318"/>
                  <a:pt x="693318" y="4575506"/>
                </a:cubicBezTo>
                <a:cubicBezTo>
                  <a:pt x="697460" y="4575030"/>
                  <a:pt x="700033" y="4574511"/>
                  <a:pt x="701979" y="4574208"/>
                </a:cubicBezTo>
                <a:cubicBezTo>
                  <a:pt x="703923" y="4573905"/>
                  <a:pt x="705115" y="4573775"/>
                  <a:pt x="706560" y="4574035"/>
                </a:cubicBezTo>
                <a:close/>
                <a:moveTo>
                  <a:pt x="539694" y="4572521"/>
                </a:moveTo>
                <a:cubicBezTo>
                  <a:pt x="548605" y="4573040"/>
                  <a:pt x="554881" y="4573342"/>
                  <a:pt x="559337" y="4573603"/>
                </a:cubicBezTo>
                <a:cubicBezTo>
                  <a:pt x="564232" y="4573905"/>
                  <a:pt x="567118" y="4574208"/>
                  <a:pt x="569191" y="4574857"/>
                </a:cubicBezTo>
                <a:cubicBezTo>
                  <a:pt x="571322" y="4575463"/>
                  <a:pt x="572641" y="4576458"/>
                  <a:pt x="574712" y="4578059"/>
                </a:cubicBezTo>
                <a:cubicBezTo>
                  <a:pt x="576783" y="4579660"/>
                  <a:pt x="579482" y="4581953"/>
                  <a:pt x="584251" y="4585199"/>
                </a:cubicBezTo>
                <a:cubicBezTo>
                  <a:pt x="578037" y="4584592"/>
                  <a:pt x="572641" y="4583813"/>
                  <a:pt x="567997" y="4582862"/>
                </a:cubicBezTo>
                <a:cubicBezTo>
                  <a:pt x="563353" y="4581910"/>
                  <a:pt x="559337" y="4580828"/>
                  <a:pt x="555759" y="4579617"/>
                </a:cubicBezTo>
                <a:cubicBezTo>
                  <a:pt x="552182" y="4578405"/>
                  <a:pt x="549045" y="4577107"/>
                  <a:pt x="546158" y="4575766"/>
                </a:cubicBezTo>
                <a:cubicBezTo>
                  <a:pt x="543900" y="4574684"/>
                  <a:pt x="541828" y="4573603"/>
                  <a:pt x="539694" y="4572521"/>
                </a:cubicBezTo>
                <a:close/>
                <a:moveTo>
                  <a:pt x="1271922" y="4571655"/>
                </a:moveTo>
                <a:cubicBezTo>
                  <a:pt x="1277131" y="4571871"/>
                  <a:pt x="1282152" y="4572650"/>
                  <a:pt x="1286925" y="4573992"/>
                </a:cubicBezTo>
                <a:cubicBezTo>
                  <a:pt x="1291688" y="4575333"/>
                  <a:pt x="1296335" y="4577150"/>
                  <a:pt x="1300664" y="4579443"/>
                </a:cubicBezTo>
                <a:cubicBezTo>
                  <a:pt x="1305056" y="4581737"/>
                  <a:pt x="1309137" y="4584463"/>
                  <a:pt x="1312963" y="4587535"/>
                </a:cubicBezTo>
                <a:cubicBezTo>
                  <a:pt x="1309826" y="4588356"/>
                  <a:pt x="1306752" y="4589135"/>
                  <a:pt x="1303676" y="4589957"/>
                </a:cubicBezTo>
                <a:cubicBezTo>
                  <a:pt x="1300602" y="4590737"/>
                  <a:pt x="1297587" y="4591559"/>
                  <a:pt x="1294577" y="4592338"/>
                </a:cubicBezTo>
                <a:cubicBezTo>
                  <a:pt x="1291567" y="4593117"/>
                  <a:pt x="1288554" y="4593895"/>
                  <a:pt x="1285661" y="4594673"/>
                </a:cubicBezTo>
                <a:lnTo>
                  <a:pt x="1285726" y="4594760"/>
                </a:lnTo>
                <a:cubicBezTo>
                  <a:pt x="1282779" y="4595539"/>
                  <a:pt x="1279955" y="4596275"/>
                  <a:pt x="1277131" y="4597010"/>
                </a:cubicBezTo>
                <a:cubicBezTo>
                  <a:pt x="1272864" y="4680345"/>
                  <a:pt x="1266210" y="4730365"/>
                  <a:pt x="1258680" y="4758488"/>
                </a:cubicBezTo>
                <a:cubicBezTo>
                  <a:pt x="1251150" y="4786613"/>
                  <a:pt x="1242679" y="4792844"/>
                  <a:pt x="1234645" y="4788560"/>
                </a:cubicBezTo>
                <a:cubicBezTo>
                  <a:pt x="1226676" y="4784320"/>
                  <a:pt x="1219084" y="4769566"/>
                  <a:pt x="1213435" y="4755763"/>
                </a:cubicBezTo>
                <a:cubicBezTo>
                  <a:pt x="1207788" y="4741960"/>
                  <a:pt x="1203961" y="4729109"/>
                  <a:pt x="1203458" y="4728633"/>
                </a:cubicBezTo>
                <a:cubicBezTo>
                  <a:pt x="1205969" y="4726990"/>
                  <a:pt x="1208353" y="4725432"/>
                  <a:pt x="1210737" y="4723874"/>
                </a:cubicBezTo>
                <a:cubicBezTo>
                  <a:pt x="1213122" y="4722316"/>
                  <a:pt x="1215443" y="4720802"/>
                  <a:pt x="1217704" y="4719331"/>
                </a:cubicBezTo>
                <a:cubicBezTo>
                  <a:pt x="1219961" y="4717816"/>
                  <a:pt x="1222222" y="4716389"/>
                  <a:pt x="1224417" y="4714917"/>
                </a:cubicBezTo>
                <a:cubicBezTo>
                  <a:pt x="1226613" y="4713446"/>
                  <a:pt x="1228871" y="4712019"/>
                  <a:pt x="1231067" y="4710547"/>
                </a:cubicBezTo>
                <a:cubicBezTo>
                  <a:pt x="1229813" y="4708383"/>
                  <a:pt x="1228620" y="4706263"/>
                  <a:pt x="1227429" y="4704144"/>
                </a:cubicBezTo>
                <a:cubicBezTo>
                  <a:pt x="1226237" y="4702023"/>
                  <a:pt x="1225044" y="4699947"/>
                  <a:pt x="1223852" y="4697827"/>
                </a:cubicBezTo>
                <a:cubicBezTo>
                  <a:pt x="1222661" y="4695706"/>
                  <a:pt x="1221405" y="4693586"/>
                  <a:pt x="1220211" y="4691423"/>
                </a:cubicBezTo>
                <a:cubicBezTo>
                  <a:pt x="1219020" y="4689259"/>
                  <a:pt x="1217763" y="4687052"/>
                  <a:pt x="1216446" y="4684760"/>
                </a:cubicBezTo>
                <a:cubicBezTo>
                  <a:pt x="1231570" y="4670264"/>
                  <a:pt x="1238474" y="4658885"/>
                  <a:pt x="1241172" y="4649495"/>
                </a:cubicBezTo>
                <a:cubicBezTo>
                  <a:pt x="1243871" y="4640106"/>
                  <a:pt x="1242364" y="4632751"/>
                  <a:pt x="1240795" y="4626303"/>
                </a:cubicBezTo>
                <a:cubicBezTo>
                  <a:pt x="1239226" y="4619856"/>
                  <a:pt x="1237532" y="4614318"/>
                  <a:pt x="1239854" y="4608606"/>
                </a:cubicBezTo>
                <a:cubicBezTo>
                  <a:pt x="1242176" y="4602895"/>
                  <a:pt x="1248453" y="4597010"/>
                  <a:pt x="1262886" y="4589871"/>
                </a:cubicBezTo>
                <a:cubicBezTo>
                  <a:pt x="1262195" y="4588184"/>
                  <a:pt x="1261568" y="4586626"/>
                  <a:pt x="1260940" y="4585111"/>
                </a:cubicBezTo>
                <a:cubicBezTo>
                  <a:pt x="1260313" y="4583597"/>
                  <a:pt x="1259748" y="4582169"/>
                  <a:pt x="1259183" y="4580785"/>
                </a:cubicBezTo>
                <a:cubicBezTo>
                  <a:pt x="1258617" y="4579400"/>
                  <a:pt x="1258053" y="4578059"/>
                  <a:pt x="1257551" y="4576760"/>
                </a:cubicBezTo>
                <a:cubicBezTo>
                  <a:pt x="1256987" y="4575463"/>
                  <a:pt x="1256484" y="4574208"/>
                  <a:pt x="1255983" y="4572953"/>
                </a:cubicBezTo>
                <a:cubicBezTo>
                  <a:pt x="1261442" y="4571871"/>
                  <a:pt x="1266776" y="4571439"/>
                  <a:pt x="1271922" y="4571655"/>
                </a:cubicBezTo>
                <a:close/>
                <a:moveTo>
                  <a:pt x="537872" y="4571612"/>
                </a:moveTo>
                <a:cubicBezTo>
                  <a:pt x="538500" y="4571915"/>
                  <a:pt x="539127" y="4572217"/>
                  <a:pt x="539691" y="4572521"/>
                </a:cubicBezTo>
                <a:cubicBezTo>
                  <a:pt x="538688" y="4572478"/>
                  <a:pt x="537747" y="4572434"/>
                  <a:pt x="536679" y="4572348"/>
                </a:cubicBezTo>
                <a:cubicBezTo>
                  <a:pt x="536429" y="4572088"/>
                  <a:pt x="536114" y="4571915"/>
                  <a:pt x="535864" y="4571699"/>
                </a:cubicBezTo>
                <a:cubicBezTo>
                  <a:pt x="536553" y="4571655"/>
                  <a:pt x="537118" y="4571655"/>
                  <a:pt x="537872" y="4571612"/>
                </a:cubicBezTo>
                <a:close/>
                <a:moveTo>
                  <a:pt x="897770" y="4567025"/>
                </a:moveTo>
                <a:cubicBezTo>
                  <a:pt x="892750" y="4568756"/>
                  <a:pt x="888420" y="4569664"/>
                  <a:pt x="885094" y="4570010"/>
                </a:cubicBezTo>
                <a:cubicBezTo>
                  <a:pt x="881454" y="4570400"/>
                  <a:pt x="879069" y="4570097"/>
                  <a:pt x="878503" y="4569578"/>
                </a:cubicBezTo>
                <a:cubicBezTo>
                  <a:pt x="877939" y="4569059"/>
                  <a:pt x="879069" y="4568323"/>
                  <a:pt x="882584" y="4567760"/>
                </a:cubicBezTo>
                <a:lnTo>
                  <a:pt x="882521" y="4567717"/>
                </a:lnTo>
                <a:cubicBezTo>
                  <a:pt x="885658" y="4567242"/>
                  <a:pt x="890680" y="4566939"/>
                  <a:pt x="897770" y="4567025"/>
                </a:cubicBezTo>
                <a:close/>
                <a:moveTo>
                  <a:pt x="1055226" y="4566636"/>
                </a:moveTo>
                <a:cubicBezTo>
                  <a:pt x="1058362" y="4566333"/>
                  <a:pt x="1061375" y="4566463"/>
                  <a:pt x="1062630" y="4566981"/>
                </a:cubicBezTo>
                <a:cubicBezTo>
                  <a:pt x="1065956" y="4568367"/>
                  <a:pt x="1067525" y="4569578"/>
                  <a:pt x="1068027" y="4570746"/>
                </a:cubicBezTo>
                <a:cubicBezTo>
                  <a:pt x="1068530" y="4571914"/>
                  <a:pt x="1067964" y="4572996"/>
                  <a:pt x="1066898" y="4574035"/>
                </a:cubicBezTo>
                <a:cubicBezTo>
                  <a:pt x="1065894" y="4575073"/>
                  <a:pt x="1064387" y="4576112"/>
                  <a:pt x="1063132" y="4577237"/>
                </a:cubicBezTo>
                <a:cubicBezTo>
                  <a:pt x="1061876" y="4578318"/>
                  <a:pt x="1060810" y="4579530"/>
                  <a:pt x="1060685" y="4580827"/>
                </a:cubicBezTo>
                <a:cubicBezTo>
                  <a:pt x="1051836" y="4577929"/>
                  <a:pt x="1047192" y="4575463"/>
                  <a:pt x="1045311" y="4573472"/>
                </a:cubicBezTo>
                <a:cubicBezTo>
                  <a:pt x="1043426" y="4571439"/>
                  <a:pt x="1044305" y="4569881"/>
                  <a:pt x="1046438" y="4568756"/>
                </a:cubicBezTo>
                <a:cubicBezTo>
                  <a:pt x="1048636" y="4567631"/>
                  <a:pt x="1052024" y="4566939"/>
                  <a:pt x="1055226" y="4566636"/>
                </a:cubicBezTo>
                <a:close/>
                <a:moveTo>
                  <a:pt x="902163" y="4564948"/>
                </a:moveTo>
                <a:cubicBezTo>
                  <a:pt x="901975" y="4565120"/>
                  <a:pt x="901849" y="4565294"/>
                  <a:pt x="901724" y="4565468"/>
                </a:cubicBezTo>
                <a:cubicBezTo>
                  <a:pt x="901535" y="4565640"/>
                  <a:pt x="901410" y="4565814"/>
                  <a:pt x="901284" y="4565986"/>
                </a:cubicBezTo>
                <a:cubicBezTo>
                  <a:pt x="901095" y="4566160"/>
                  <a:pt x="901033" y="4566332"/>
                  <a:pt x="900845" y="4566506"/>
                </a:cubicBezTo>
                <a:cubicBezTo>
                  <a:pt x="900656" y="4566678"/>
                  <a:pt x="900531" y="4566852"/>
                  <a:pt x="900406" y="4567024"/>
                </a:cubicBezTo>
                <a:cubicBezTo>
                  <a:pt x="899464" y="4567024"/>
                  <a:pt x="898711" y="4567024"/>
                  <a:pt x="897833" y="4567024"/>
                </a:cubicBezTo>
                <a:cubicBezTo>
                  <a:pt x="898335" y="4566852"/>
                  <a:pt x="898837" y="4566722"/>
                  <a:pt x="899402" y="4566506"/>
                </a:cubicBezTo>
                <a:cubicBezTo>
                  <a:pt x="899652" y="4566376"/>
                  <a:pt x="900091" y="4566116"/>
                  <a:pt x="900091" y="4566116"/>
                </a:cubicBezTo>
                <a:cubicBezTo>
                  <a:pt x="900343" y="4565986"/>
                  <a:pt x="900531" y="4565856"/>
                  <a:pt x="900782" y="4565727"/>
                </a:cubicBezTo>
                <a:cubicBezTo>
                  <a:pt x="901033" y="4565597"/>
                  <a:pt x="901221" y="4565468"/>
                  <a:pt x="901472" y="4565337"/>
                </a:cubicBezTo>
                <a:cubicBezTo>
                  <a:pt x="901724" y="4565207"/>
                  <a:pt x="901912" y="4565078"/>
                  <a:pt x="902163" y="4564948"/>
                </a:cubicBezTo>
                <a:close/>
                <a:moveTo>
                  <a:pt x="522073" y="4564438"/>
                </a:moveTo>
                <a:lnTo>
                  <a:pt x="535802" y="4571698"/>
                </a:lnTo>
                <a:cubicBezTo>
                  <a:pt x="527517" y="4572174"/>
                  <a:pt x="521806" y="4571439"/>
                  <a:pt x="518479" y="4570227"/>
                </a:cubicBezTo>
                <a:cubicBezTo>
                  <a:pt x="514840" y="4568885"/>
                  <a:pt x="513836" y="4567068"/>
                  <a:pt x="514652" y="4565771"/>
                </a:cubicBezTo>
                <a:close/>
                <a:moveTo>
                  <a:pt x="522056" y="4564429"/>
                </a:moveTo>
                <a:lnTo>
                  <a:pt x="522120" y="4564429"/>
                </a:lnTo>
                <a:lnTo>
                  <a:pt x="522073" y="4564438"/>
                </a:lnTo>
                <a:close/>
                <a:moveTo>
                  <a:pt x="927830" y="4563304"/>
                </a:moveTo>
                <a:cubicBezTo>
                  <a:pt x="928333" y="4563607"/>
                  <a:pt x="928834" y="4563910"/>
                  <a:pt x="929337" y="4564213"/>
                </a:cubicBezTo>
                <a:cubicBezTo>
                  <a:pt x="929837" y="4564516"/>
                  <a:pt x="930341" y="4564818"/>
                  <a:pt x="930843" y="4565121"/>
                </a:cubicBezTo>
                <a:cubicBezTo>
                  <a:pt x="931345" y="4565425"/>
                  <a:pt x="931847" y="4565728"/>
                  <a:pt x="932349" y="4566030"/>
                </a:cubicBezTo>
                <a:cubicBezTo>
                  <a:pt x="932851" y="4566333"/>
                  <a:pt x="933353" y="4566636"/>
                  <a:pt x="933855" y="4566939"/>
                </a:cubicBezTo>
                <a:cubicBezTo>
                  <a:pt x="933291" y="4567199"/>
                  <a:pt x="932726" y="4567415"/>
                  <a:pt x="932160" y="4567675"/>
                </a:cubicBezTo>
                <a:lnTo>
                  <a:pt x="932222" y="4567631"/>
                </a:lnTo>
                <a:cubicBezTo>
                  <a:pt x="931658" y="4567891"/>
                  <a:pt x="931094" y="4568107"/>
                  <a:pt x="930528" y="4568367"/>
                </a:cubicBezTo>
                <a:cubicBezTo>
                  <a:pt x="929964" y="4568626"/>
                  <a:pt x="929399" y="4568842"/>
                  <a:pt x="928834" y="4569103"/>
                </a:cubicBezTo>
                <a:cubicBezTo>
                  <a:pt x="928270" y="4569362"/>
                  <a:pt x="927705" y="4569578"/>
                  <a:pt x="927141" y="4569838"/>
                </a:cubicBezTo>
                <a:cubicBezTo>
                  <a:pt x="926261" y="4569232"/>
                  <a:pt x="925572" y="4568842"/>
                  <a:pt x="925132" y="4568583"/>
                </a:cubicBezTo>
                <a:cubicBezTo>
                  <a:pt x="924693" y="4568280"/>
                  <a:pt x="924442" y="4568107"/>
                  <a:pt x="924442" y="4567804"/>
                </a:cubicBezTo>
                <a:cubicBezTo>
                  <a:pt x="924442" y="4567501"/>
                  <a:pt x="924693" y="4567112"/>
                  <a:pt x="925257" y="4566420"/>
                </a:cubicBezTo>
                <a:cubicBezTo>
                  <a:pt x="925822" y="4565728"/>
                  <a:pt x="926638" y="4564732"/>
                  <a:pt x="927830" y="4563304"/>
                </a:cubicBezTo>
                <a:close/>
                <a:moveTo>
                  <a:pt x="1695203" y="4552444"/>
                </a:moveTo>
                <a:cubicBezTo>
                  <a:pt x="1690006" y="4552358"/>
                  <a:pt x="1685298" y="4553266"/>
                  <a:pt x="1682912" y="4555516"/>
                </a:cubicBezTo>
                <a:cubicBezTo>
                  <a:pt x="1680779" y="4557594"/>
                  <a:pt x="1679773" y="4559670"/>
                  <a:pt x="1679836" y="4561661"/>
                </a:cubicBezTo>
                <a:cubicBezTo>
                  <a:pt x="1679898" y="4563651"/>
                  <a:pt x="1681030" y="4565511"/>
                  <a:pt x="1683165" y="4567156"/>
                </a:cubicBezTo>
                <a:cubicBezTo>
                  <a:pt x="1685298" y="4568800"/>
                  <a:pt x="1688371" y="4570185"/>
                  <a:pt x="1692264" y="4571179"/>
                </a:cubicBezTo>
                <a:cubicBezTo>
                  <a:pt x="1696144" y="4572175"/>
                  <a:pt x="1700914" y="4572737"/>
                  <a:pt x="1706436" y="4572824"/>
                </a:cubicBezTo>
                <a:lnTo>
                  <a:pt x="1706499" y="4572824"/>
                </a:lnTo>
                <a:cubicBezTo>
                  <a:pt x="1714657" y="4569405"/>
                  <a:pt x="1717857" y="4566031"/>
                  <a:pt x="1717921" y="4563045"/>
                </a:cubicBezTo>
                <a:cubicBezTo>
                  <a:pt x="1717983" y="4560060"/>
                  <a:pt x="1714907" y="4557464"/>
                  <a:pt x="1710515" y="4555603"/>
                </a:cubicBezTo>
                <a:cubicBezTo>
                  <a:pt x="1706122" y="4553699"/>
                  <a:pt x="1700411" y="4552574"/>
                  <a:pt x="1695203" y="4552444"/>
                </a:cubicBezTo>
                <a:close/>
                <a:moveTo>
                  <a:pt x="729213" y="4536347"/>
                </a:moveTo>
                <a:cubicBezTo>
                  <a:pt x="731535" y="4536347"/>
                  <a:pt x="733228" y="4536910"/>
                  <a:pt x="734610" y="4537732"/>
                </a:cubicBezTo>
                <a:cubicBezTo>
                  <a:pt x="735990" y="4538554"/>
                  <a:pt x="736932" y="4539593"/>
                  <a:pt x="737685" y="4540588"/>
                </a:cubicBezTo>
                <a:cubicBezTo>
                  <a:pt x="738375" y="4541540"/>
                  <a:pt x="738878" y="4542448"/>
                  <a:pt x="739317" y="4542924"/>
                </a:cubicBezTo>
                <a:lnTo>
                  <a:pt x="739254" y="4542968"/>
                </a:lnTo>
                <a:cubicBezTo>
                  <a:pt x="734736" y="4548895"/>
                  <a:pt x="729904" y="4552227"/>
                  <a:pt x="725574" y="4553655"/>
                </a:cubicBezTo>
                <a:cubicBezTo>
                  <a:pt x="721246" y="4555126"/>
                  <a:pt x="717355" y="4554693"/>
                  <a:pt x="714782" y="4553265"/>
                </a:cubicBezTo>
                <a:cubicBezTo>
                  <a:pt x="712209" y="4551837"/>
                  <a:pt x="710892" y="4549328"/>
                  <a:pt x="711582" y="4546602"/>
                </a:cubicBezTo>
                <a:cubicBezTo>
                  <a:pt x="712273" y="4543876"/>
                  <a:pt x="715034" y="4540890"/>
                  <a:pt x="720556" y="4538511"/>
                </a:cubicBezTo>
                <a:cubicBezTo>
                  <a:pt x="724067" y="4536953"/>
                  <a:pt x="726891" y="4536347"/>
                  <a:pt x="729213" y="4536347"/>
                </a:cubicBezTo>
                <a:close/>
                <a:moveTo>
                  <a:pt x="862314" y="4535655"/>
                </a:moveTo>
                <a:lnTo>
                  <a:pt x="862250" y="4535698"/>
                </a:lnTo>
                <a:cubicBezTo>
                  <a:pt x="856352" y="4543789"/>
                  <a:pt x="850453" y="4548722"/>
                  <a:pt x="845245" y="4551405"/>
                </a:cubicBezTo>
                <a:cubicBezTo>
                  <a:pt x="840035" y="4554088"/>
                  <a:pt x="835581" y="4554564"/>
                  <a:pt x="832443" y="4553742"/>
                </a:cubicBezTo>
                <a:cubicBezTo>
                  <a:pt x="829305" y="4552919"/>
                  <a:pt x="827611" y="4550800"/>
                  <a:pt x="827924" y="4548289"/>
                </a:cubicBezTo>
                <a:cubicBezTo>
                  <a:pt x="828239" y="4545780"/>
                  <a:pt x="830622" y="4542925"/>
                  <a:pt x="835707" y="4540588"/>
                </a:cubicBezTo>
                <a:cubicBezTo>
                  <a:pt x="836836" y="4540068"/>
                  <a:pt x="838154" y="4539636"/>
                  <a:pt x="839723" y="4539290"/>
                </a:cubicBezTo>
                <a:cubicBezTo>
                  <a:pt x="841291" y="4538943"/>
                  <a:pt x="843112" y="4538597"/>
                  <a:pt x="845245" y="4538294"/>
                </a:cubicBezTo>
                <a:cubicBezTo>
                  <a:pt x="847378" y="4537949"/>
                  <a:pt x="849826" y="4537646"/>
                  <a:pt x="852649" y="4537213"/>
                </a:cubicBezTo>
                <a:cubicBezTo>
                  <a:pt x="855473" y="4536780"/>
                  <a:pt x="858674" y="4536304"/>
                  <a:pt x="862314" y="4535655"/>
                </a:cubicBezTo>
                <a:close/>
                <a:moveTo>
                  <a:pt x="455039" y="4529901"/>
                </a:moveTo>
                <a:cubicBezTo>
                  <a:pt x="456295" y="4530896"/>
                  <a:pt x="457549" y="4531934"/>
                  <a:pt x="458804" y="4532972"/>
                </a:cubicBezTo>
                <a:cubicBezTo>
                  <a:pt x="460060" y="4534012"/>
                  <a:pt x="461315" y="4535093"/>
                  <a:pt x="462632" y="4536131"/>
                </a:cubicBezTo>
                <a:lnTo>
                  <a:pt x="462570" y="4536131"/>
                </a:lnTo>
                <a:cubicBezTo>
                  <a:pt x="463888" y="4537213"/>
                  <a:pt x="465143" y="4538251"/>
                  <a:pt x="466461" y="4539333"/>
                </a:cubicBezTo>
                <a:cubicBezTo>
                  <a:pt x="467778" y="4540372"/>
                  <a:pt x="469096" y="4541454"/>
                  <a:pt x="470414" y="4542535"/>
                </a:cubicBezTo>
                <a:cubicBezTo>
                  <a:pt x="466649" y="4544568"/>
                  <a:pt x="462884" y="4545824"/>
                  <a:pt x="459118" y="4546559"/>
                </a:cubicBezTo>
                <a:cubicBezTo>
                  <a:pt x="455416" y="4547295"/>
                  <a:pt x="451650" y="4547554"/>
                  <a:pt x="447885" y="4547597"/>
                </a:cubicBezTo>
                <a:cubicBezTo>
                  <a:pt x="444119" y="4547641"/>
                  <a:pt x="440354" y="4547511"/>
                  <a:pt x="436526" y="4547425"/>
                </a:cubicBezTo>
                <a:cubicBezTo>
                  <a:pt x="432761" y="4547338"/>
                  <a:pt x="428933" y="4547338"/>
                  <a:pt x="425042" y="4547728"/>
                </a:cubicBezTo>
                <a:cubicBezTo>
                  <a:pt x="425168" y="4544785"/>
                  <a:pt x="425920" y="4542276"/>
                  <a:pt x="427176" y="4540155"/>
                </a:cubicBezTo>
                <a:cubicBezTo>
                  <a:pt x="428493" y="4538035"/>
                  <a:pt x="430376" y="4536304"/>
                  <a:pt x="432823" y="4534876"/>
                </a:cubicBezTo>
                <a:cubicBezTo>
                  <a:pt x="435272" y="4533492"/>
                  <a:pt x="438346" y="4532410"/>
                  <a:pt x="442049" y="4531588"/>
                </a:cubicBezTo>
                <a:cubicBezTo>
                  <a:pt x="445751" y="4530766"/>
                  <a:pt x="450081" y="4530204"/>
                  <a:pt x="455039" y="4529901"/>
                </a:cubicBezTo>
                <a:close/>
                <a:moveTo>
                  <a:pt x="993537" y="4514887"/>
                </a:moveTo>
                <a:cubicBezTo>
                  <a:pt x="994605" y="4517656"/>
                  <a:pt x="995610" y="4520295"/>
                  <a:pt x="996549" y="4522934"/>
                </a:cubicBezTo>
                <a:cubicBezTo>
                  <a:pt x="997553" y="4525574"/>
                  <a:pt x="998495" y="4528127"/>
                  <a:pt x="999437" y="4530680"/>
                </a:cubicBezTo>
                <a:cubicBezTo>
                  <a:pt x="1000379" y="4533189"/>
                  <a:pt x="1001320" y="4535742"/>
                  <a:pt x="1002260" y="4538252"/>
                </a:cubicBezTo>
                <a:cubicBezTo>
                  <a:pt x="1003202" y="4540762"/>
                  <a:pt x="1004144" y="4543315"/>
                  <a:pt x="1005085" y="4545867"/>
                </a:cubicBezTo>
                <a:cubicBezTo>
                  <a:pt x="995672" y="4551146"/>
                  <a:pt x="990902" y="4557463"/>
                  <a:pt x="988579" y="4564126"/>
                </a:cubicBezTo>
                <a:lnTo>
                  <a:pt x="988516" y="4564170"/>
                </a:lnTo>
                <a:cubicBezTo>
                  <a:pt x="986194" y="4570789"/>
                  <a:pt x="986257" y="4577757"/>
                  <a:pt x="986447" y="4584333"/>
                </a:cubicBezTo>
                <a:cubicBezTo>
                  <a:pt x="986634" y="4590909"/>
                  <a:pt x="986947" y="4597097"/>
                  <a:pt x="985128" y="4602159"/>
                </a:cubicBezTo>
                <a:cubicBezTo>
                  <a:pt x="983309" y="4607222"/>
                  <a:pt x="979292" y="4611159"/>
                  <a:pt x="970883" y="4613280"/>
                </a:cubicBezTo>
                <a:cubicBezTo>
                  <a:pt x="968810" y="4611376"/>
                  <a:pt x="966615" y="4605188"/>
                  <a:pt x="965172" y="4596708"/>
                </a:cubicBezTo>
                <a:cubicBezTo>
                  <a:pt x="963729" y="4588227"/>
                  <a:pt x="962912" y="4577539"/>
                  <a:pt x="963729" y="4566593"/>
                </a:cubicBezTo>
                <a:cubicBezTo>
                  <a:pt x="964482" y="4555646"/>
                  <a:pt x="966802" y="4544526"/>
                  <a:pt x="971510" y="4535223"/>
                </a:cubicBezTo>
                <a:cubicBezTo>
                  <a:pt x="976216" y="4525920"/>
                  <a:pt x="983309" y="4518435"/>
                  <a:pt x="993537" y="4514887"/>
                </a:cubicBezTo>
                <a:close/>
                <a:moveTo>
                  <a:pt x="1060434" y="4513501"/>
                </a:moveTo>
                <a:cubicBezTo>
                  <a:pt x="1064766" y="4517006"/>
                  <a:pt x="1068092" y="4519645"/>
                  <a:pt x="1070225" y="4522026"/>
                </a:cubicBezTo>
                <a:cubicBezTo>
                  <a:pt x="1072358" y="4524405"/>
                  <a:pt x="1073363" y="4526526"/>
                  <a:pt x="1073237" y="4528992"/>
                </a:cubicBezTo>
                <a:lnTo>
                  <a:pt x="1073300" y="4528992"/>
                </a:lnTo>
                <a:cubicBezTo>
                  <a:pt x="1073175" y="4531501"/>
                  <a:pt x="1071793" y="4534314"/>
                  <a:pt x="1069283" y="4538165"/>
                </a:cubicBezTo>
                <a:cubicBezTo>
                  <a:pt x="1066711" y="4542015"/>
                  <a:pt x="1063007" y="4546818"/>
                  <a:pt x="1057988" y="4553265"/>
                </a:cubicBezTo>
                <a:cubicBezTo>
                  <a:pt x="1056984" y="4549457"/>
                  <a:pt x="1055853" y="4545910"/>
                  <a:pt x="1054913" y="4542492"/>
                </a:cubicBezTo>
                <a:cubicBezTo>
                  <a:pt x="1053971" y="4539073"/>
                  <a:pt x="1053219" y="4535785"/>
                  <a:pt x="1052967" y="4532583"/>
                </a:cubicBezTo>
                <a:cubicBezTo>
                  <a:pt x="1052715" y="4529381"/>
                  <a:pt x="1053030" y="4526222"/>
                  <a:pt x="1054158" y="4523064"/>
                </a:cubicBezTo>
                <a:cubicBezTo>
                  <a:pt x="1055289" y="4519905"/>
                  <a:pt x="1057297" y="4516747"/>
                  <a:pt x="1060434" y="4513501"/>
                </a:cubicBezTo>
                <a:close/>
                <a:moveTo>
                  <a:pt x="838780" y="4512074"/>
                </a:moveTo>
                <a:cubicBezTo>
                  <a:pt x="839910" y="4512031"/>
                  <a:pt x="841228" y="4512377"/>
                  <a:pt x="843237" y="4513026"/>
                </a:cubicBezTo>
                <a:cubicBezTo>
                  <a:pt x="845245" y="4513632"/>
                  <a:pt x="848006" y="4514541"/>
                  <a:pt x="852210" y="4515666"/>
                </a:cubicBezTo>
                <a:cubicBezTo>
                  <a:pt x="848006" y="4517483"/>
                  <a:pt x="845307" y="4518824"/>
                  <a:pt x="843299" y="4519733"/>
                </a:cubicBezTo>
                <a:cubicBezTo>
                  <a:pt x="841291" y="4520598"/>
                  <a:pt x="840099" y="4521074"/>
                  <a:pt x="838969" y="4521161"/>
                </a:cubicBezTo>
                <a:lnTo>
                  <a:pt x="838969" y="4521247"/>
                </a:lnTo>
                <a:cubicBezTo>
                  <a:pt x="837839" y="4521334"/>
                  <a:pt x="836772" y="4520987"/>
                  <a:pt x="835141" y="4520338"/>
                </a:cubicBezTo>
                <a:cubicBezTo>
                  <a:pt x="833509" y="4519646"/>
                  <a:pt x="831250" y="4518651"/>
                  <a:pt x="827673" y="4517309"/>
                </a:cubicBezTo>
                <a:cubicBezTo>
                  <a:pt x="831061" y="4515449"/>
                  <a:pt x="833258" y="4514151"/>
                  <a:pt x="834889" y="4513329"/>
                </a:cubicBezTo>
                <a:cubicBezTo>
                  <a:pt x="836522" y="4512463"/>
                  <a:pt x="837588" y="4512074"/>
                  <a:pt x="838780" y="4512074"/>
                </a:cubicBezTo>
                <a:close/>
                <a:moveTo>
                  <a:pt x="1162289" y="4506016"/>
                </a:moveTo>
                <a:cubicBezTo>
                  <a:pt x="1165365" y="4507358"/>
                  <a:pt x="1168439" y="4508699"/>
                  <a:pt x="1171451" y="4509997"/>
                </a:cubicBezTo>
                <a:cubicBezTo>
                  <a:pt x="1174466" y="4511295"/>
                  <a:pt x="1177478" y="4512593"/>
                  <a:pt x="1180427" y="4513891"/>
                </a:cubicBezTo>
                <a:lnTo>
                  <a:pt x="1180427" y="4513848"/>
                </a:lnTo>
                <a:cubicBezTo>
                  <a:pt x="1183377" y="4515146"/>
                  <a:pt x="1186389" y="4516401"/>
                  <a:pt x="1189339" y="4517699"/>
                </a:cubicBezTo>
                <a:cubicBezTo>
                  <a:pt x="1192288" y="4518997"/>
                  <a:pt x="1195300" y="4520251"/>
                  <a:pt x="1198250" y="4521550"/>
                </a:cubicBezTo>
                <a:cubicBezTo>
                  <a:pt x="1195739" y="4522718"/>
                  <a:pt x="1194609" y="4523497"/>
                  <a:pt x="1193481" y="4524059"/>
                </a:cubicBezTo>
                <a:cubicBezTo>
                  <a:pt x="1192351" y="4524622"/>
                  <a:pt x="1191283" y="4524968"/>
                  <a:pt x="1188898" y="4525271"/>
                </a:cubicBezTo>
                <a:cubicBezTo>
                  <a:pt x="1186513" y="4525530"/>
                  <a:pt x="1182874" y="4525747"/>
                  <a:pt x="1176723" y="4526093"/>
                </a:cubicBezTo>
                <a:cubicBezTo>
                  <a:pt x="1170573" y="4526396"/>
                  <a:pt x="1161788" y="4526829"/>
                  <a:pt x="1149237" y="4527521"/>
                </a:cubicBezTo>
                <a:cubicBezTo>
                  <a:pt x="1149237" y="4530809"/>
                  <a:pt x="1150429" y="4533362"/>
                  <a:pt x="1152562" y="4535526"/>
                </a:cubicBezTo>
                <a:cubicBezTo>
                  <a:pt x="1154696" y="4537689"/>
                  <a:pt x="1157646" y="4539376"/>
                  <a:pt x="1161097" y="4540891"/>
                </a:cubicBezTo>
                <a:cubicBezTo>
                  <a:pt x="1164486" y="4542405"/>
                  <a:pt x="1168377" y="4543747"/>
                  <a:pt x="1172268" y="4545088"/>
                </a:cubicBezTo>
                <a:cubicBezTo>
                  <a:pt x="1176158" y="4546429"/>
                  <a:pt x="1180113" y="4547858"/>
                  <a:pt x="1183628" y="4549545"/>
                </a:cubicBezTo>
                <a:cubicBezTo>
                  <a:pt x="1184067" y="4551795"/>
                  <a:pt x="1184758" y="4557679"/>
                  <a:pt x="1185133" y="4565164"/>
                </a:cubicBezTo>
                <a:cubicBezTo>
                  <a:pt x="1185510" y="4572650"/>
                  <a:pt x="1185635" y="4581693"/>
                  <a:pt x="1184758" y="4590390"/>
                </a:cubicBezTo>
                <a:cubicBezTo>
                  <a:pt x="1183877" y="4599044"/>
                  <a:pt x="1182121" y="4607352"/>
                  <a:pt x="1178858" y="4613236"/>
                </a:cubicBezTo>
                <a:cubicBezTo>
                  <a:pt x="1175594" y="4619164"/>
                  <a:pt x="1170824" y="4622669"/>
                  <a:pt x="1163922" y="4621760"/>
                </a:cubicBezTo>
                <a:cubicBezTo>
                  <a:pt x="1162165" y="4616568"/>
                  <a:pt x="1160784" y="4612673"/>
                  <a:pt x="1159403" y="4609472"/>
                </a:cubicBezTo>
                <a:cubicBezTo>
                  <a:pt x="1158023" y="4606269"/>
                  <a:pt x="1156642" y="4603760"/>
                  <a:pt x="1154759" y="4601380"/>
                </a:cubicBezTo>
                <a:cubicBezTo>
                  <a:pt x="1152813" y="4598957"/>
                  <a:pt x="1150429" y="4596664"/>
                  <a:pt x="1147103" y="4593895"/>
                </a:cubicBezTo>
                <a:cubicBezTo>
                  <a:pt x="1143777" y="4591126"/>
                  <a:pt x="1139446" y="4587838"/>
                  <a:pt x="1133673" y="4583467"/>
                </a:cubicBezTo>
                <a:cubicBezTo>
                  <a:pt x="1134050" y="4581434"/>
                  <a:pt x="1135242" y="4580092"/>
                  <a:pt x="1136999" y="4579184"/>
                </a:cubicBezTo>
                <a:cubicBezTo>
                  <a:pt x="1138757" y="4578318"/>
                  <a:pt x="1141015" y="4577799"/>
                  <a:pt x="1143526" y="4577496"/>
                </a:cubicBezTo>
                <a:cubicBezTo>
                  <a:pt x="1146035" y="4577193"/>
                  <a:pt x="1148672" y="4577021"/>
                  <a:pt x="1151245" y="4576760"/>
                </a:cubicBezTo>
                <a:cubicBezTo>
                  <a:pt x="1153818" y="4576501"/>
                  <a:pt x="1156265" y="4576112"/>
                  <a:pt x="1158211" y="4575376"/>
                </a:cubicBezTo>
                <a:cubicBezTo>
                  <a:pt x="1168942" y="4571266"/>
                  <a:pt x="1172205" y="4568496"/>
                  <a:pt x="1171139" y="4565814"/>
                </a:cubicBezTo>
                <a:cubicBezTo>
                  <a:pt x="1170071" y="4563174"/>
                  <a:pt x="1164612" y="4560621"/>
                  <a:pt x="1157834" y="4556943"/>
                </a:cubicBezTo>
                <a:cubicBezTo>
                  <a:pt x="1151057" y="4553266"/>
                  <a:pt x="1142899" y="4548506"/>
                  <a:pt x="1136497" y="4541454"/>
                </a:cubicBezTo>
                <a:cubicBezTo>
                  <a:pt x="1130034" y="4534401"/>
                  <a:pt x="1125327" y="4525012"/>
                  <a:pt x="1125327" y="4512074"/>
                </a:cubicBezTo>
                <a:cubicBezTo>
                  <a:pt x="1128526" y="4511555"/>
                  <a:pt x="1131665" y="4511035"/>
                  <a:pt x="1134739" y="4510516"/>
                </a:cubicBezTo>
                <a:cubicBezTo>
                  <a:pt x="1137814" y="4509997"/>
                  <a:pt x="1140889" y="4509478"/>
                  <a:pt x="1143903" y="4509002"/>
                </a:cubicBezTo>
                <a:cubicBezTo>
                  <a:pt x="1146915" y="4508526"/>
                  <a:pt x="1149927" y="4508050"/>
                  <a:pt x="1153001" y="4507530"/>
                </a:cubicBezTo>
                <a:cubicBezTo>
                  <a:pt x="1156077" y="4507055"/>
                  <a:pt x="1159151" y="4506536"/>
                  <a:pt x="1162289" y="4506016"/>
                </a:cubicBezTo>
                <a:close/>
                <a:moveTo>
                  <a:pt x="1272611" y="4503420"/>
                </a:moveTo>
                <a:cubicBezTo>
                  <a:pt x="1272800" y="4504113"/>
                  <a:pt x="1273114" y="4507141"/>
                  <a:pt x="1273238" y="4511469"/>
                </a:cubicBezTo>
                <a:cubicBezTo>
                  <a:pt x="1273302" y="4515795"/>
                  <a:pt x="1273238" y="4521507"/>
                  <a:pt x="1272549" y="4527565"/>
                </a:cubicBezTo>
                <a:cubicBezTo>
                  <a:pt x="1271922" y="4533622"/>
                  <a:pt x="1270665" y="4540069"/>
                  <a:pt x="1268533" y="4545910"/>
                </a:cubicBezTo>
                <a:cubicBezTo>
                  <a:pt x="1266400" y="4551751"/>
                  <a:pt x="1263324" y="4557030"/>
                  <a:pt x="1259056" y="4560708"/>
                </a:cubicBezTo>
                <a:cubicBezTo>
                  <a:pt x="1256483" y="4558891"/>
                  <a:pt x="1254037" y="4557204"/>
                  <a:pt x="1251715" y="4555559"/>
                </a:cubicBezTo>
                <a:cubicBezTo>
                  <a:pt x="1249393" y="4553958"/>
                  <a:pt x="1247259" y="4552400"/>
                  <a:pt x="1245188" y="4550973"/>
                </a:cubicBezTo>
                <a:cubicBezTo>
                  <a:pt x="1243180" y="4549545"/>
                  <a:pt x="1241233" y="4548204"/>
                  <a:pt x="1239414" y="4546905"/>
                </a:cubicBezTo>
                <a:cubicBezTo>
                  <a:pt x="1237594" y="4545608"/>
                  <a:pt x="1235899" y="4544396"/>
                  <a:pt x="1234269" y="4543271"/>
                </a:cubicBezTo>
                <a:cubicBezTo>
                  <a:pt x="1234582" y="4539939"/>
                  <a:pt x="1236778" y="4536911"/>
                  <a:pt x="1239414" y="4534012"/>
                </a:cubicBezTo>
                <a:lnTo>
                  <a:pt x="1239414" y="4533968"/>
                </a:lnTo>
                <a:cubicBezTo>
                  <a:pt x="1242049" y="4531069"/>
                  <a:pt x="1245251" y="4528343"/>
                  <a:pt x="1247573" y="4525617"/>
                </a:cubicBezTo>
                <a:cubicBezTo>
                  <a:pt x="1249958" y="4522848"/>
                  <a:pt x="1251464" y="4520079"/>
                  <a:pt x="1250899" y="4517137"/>
                </a:cubicBezTo>
                <a:cubicBezTo>
                  <a:pt x="1250334" y="4514195"/>
                  <a:pt x="1247635" y="4511036"/>
                  <a:pt x="1241485" y="4507531"/>
                </a:cubicBezTo>
                <a:cubicBezTo>
                  <a:pt x="1245188" y="4507055"/>
                  <a:pt x="1248389" y="4506623"/>
                  <a:pt x="1251276" y="4506233"/>
                </a:cubicBezTo>
                <a:cubicBezTo>
                  <a:pt x="1254162" y="4505844"/>
                  <a:pt x="1256734" y="4505498"/>
                  <a:pt x="1259182" y="4505195"/>
                </a:cubicBezTo>
                <a:cubicBezTo>
                  <a:pt x="1261568" y="4504891"/>
                  <a:pt x="1263827" y="4504588"/>
                  <a:pt x="1266023" y="4504286"/>
                </a:cubicBezTo>
                <a:cubicBezTo>
                  <a:pt x="1268218" y="4503983"/>
                  <a:pt x="1270415" y="4503724"/>
                  <a:pt x="1272611" y="4503420"/>
                </a:cubicBezTo>
                <a:close/>
                <a:moveTo>
                  <a:pt x="924129" y="4500780"/>
                </a:moveTo>
                <a:cubicBezTo>
                  <a:pt x="923501" y="4503247"/>
                  <a:pt x="922936" y="4505584"/>
                  <a:pt x="922371" y="4507920"/>
                </a:cubicBezTo>
                <a:cubicBezTo>
                  <a:pt x="921806" y="4510213"/>
                  <a:pt x="921240" y="4512506"/>
                  <a:pt x="920614" y="4514930"/>
                </a:cubicBezTo>
                <a:cubicBezTo>
                  <a:pt x="920049" y="4517309"/>
                  <a:pt x="919421" y="4519819"/>
                  <a:pt x="918732" y="4522544"/>
                </a:cubicBezTo>
                <a:cubicBezTo>
                  <a:pt x="918104" y="4525271"/>
                  <a:pt x="917350" y="4528213"/>
                  <a:pt x="916536" y="4531458"/>
                </a:cubicBezTo>
                <a:lnTo>
                  <a:pt x="916410" y="4531415"/>
                </a:lnTo>
                <a:cubicBezTo>
                  <a:pt x="912706" y="4530030"/>
                  <a:pt x="909444" y="4528776"/>
                  <a:pt x="906493" y="4527651"/>
                </a:cubicBezTo>
                <a:cubicBezTo>
                  <a:pt x="903545" y="4526526"/>
                  <a:pt x="900908" y="4525530"/>
                  <a:pt x="898398" y="4524578"/>
                </a:cubicBezTo>
                <a:cubicBezTo>
                  <a:pt x="895950" y="4523626"/>
                  <a:pt x="893628" y="4522761"/>
                  <a:pt x="891369" y="4521896"/>
                </a:cubicBezTo>
                <a:cubicBezTo>
                  <a:pt x="889109" y="4521030"/>
                  <a:pt x="886913" y="4520209"/>
                  <a:pt x="884654" y="4519343"/>
                </a:cubicBezTo>
                <a:cubicBezTo>
                  <a:pt x="885785" y="4516530"/>
                  <a:pt x="887353" y="4514021"/>
                  <a:pt x="889361" y="4511857"/>
                </a:cubicBezTo>
                <a:cubicBezTo>
                  <a:pt x="891432" y="4509694"/>
                  <a:pt x="893942" y="4507834"/>
                  <a:pt x="897081" y="4506276"/>
                </a:cubicBezTo>
                <a:cubicBezTo>
                  <a:pt x="900217" y="4504761"/>
                  <a:pt x="903983" y="4503506"/>
                  <a:pt x="908439" y="4502598"/>
                </a:cubicBezTo>
                <a:cubicBezTo>
                  <a:pt x="912894" y="4501689"/>
                  <a:pt x="918104" y="4501084"/>
                  <a:pt x="924129" y="4500780"/>
                </a:cubicBezTo>
                <a:close/>
                <a:moveTo>
                  <a:pt x="701670" y="4500262"/>
                </a:moveTo>
                <a:lnTo>
                  <a:pt x="701606" y="4500348"/>
                </a:lnTo>
                <a:lnTo>
                  <a:pt x="701632" y="4500291"/>
                </a:lnTo>
                <a:close/>
                <a:moveTo>
                  <a:pt x="750549" y="4497795"/>
                </a:moveTo>
                <a:lnTo>
                  <a:pt x="750613" y="4497795"/>
                </a:lnTo>
                <a:cubicBezTo>
                  <a:pt x="755695" y="4498142"/>
                  <a:pt x="759523" y="4499785"/>
                  <a:pt x="759210" y="4503117"/>
                </a:cubicBezTo>
                <a:cubicBezTo>
                  <a:pt x="758896" y="4506448"/>
                  <a:pt x="754440" y="4511425"/>
                  <a:pt x="742956" y="4518434"/>
                </a:cubicBezTo>
                <a:cubicBezTo>
                  <a:pt x="741325" y="4517396"/>
                  <a:pt x="739818" y="4516444"/>
                  <a:pt x="738375" y="4515622"/>
                </a:cubicBezTo>
                <a:cubicBezTo>
                  <a:pt x="736932" y="4514800"/>
                  <a:pt x="735551" y="4514064"/>
                  <a:pt x="734359" y="4513329"/>
                </a:cubicBezTo>
                <a:cubicBezTo>
                  <a:pt x="733166" y="4512593"/>
                  <a:pt x="732100" y="4511944"/>
                  <a:pt x="731285" y="4511251"/>
                </a:cubicBezTo>
                <a:cubicBezTo>
                  <a:pt x="730468" y="4510602"/>
                  <a:pt x="729840" y="4509910"/>
                  <a:pt x="729464" y="4509218"/>
                </a:cubicBezTo>
                <a:cubicBezTo>
                  <a:pt x="727519" y="4505497"/>
                  <a:pt x="730279" y="4502512"/>
                  <a:pt x="734798" y="4500477"/>
                </a:cubicBezTo>
                <a:cubicBezTo>
                  <a:pt x="739254" y="4498488"/>
                  <a:pt x="745529" y="4497448"/>
                  <a:pt x="750549" y="4497795"/>
                </a:cubicBezTo>
                <a:close/>
                <a:moveTo>
                  <a:pt x="131032" y="4496281"/>
                </a:moveTo>
                <a:cubicBezTo>
                  <a:pt x="137811" y="4499570"/>
                  <a:pt x="140947" y="4504199"/>
                  <a:pt x="142203" y="4509781"/>
                </a:cubicBezTo>
                <a:cubicBezTo>
                  <a:pt x="143458" y="4515362"/>
                  <a:pt x="142893" y="4521853"/>
                  <a:pt x="142328" y="4528862"/>
                </a:cubicBezTo>
                <a:lnTo>
                  <a:pt x="142391" y="4528862"/>
                </a:lnTo>
                <a:cubicBezTo>
                  <a:pt x="141764" y="4535872"/>
                  <a:pt x="141135" y="4543401"/>
                  <a:pt x="142391" y="4551059"/>
                </a:cubicBezTo>
                <a:cubicBezTo>
                  <a:pt x="143646" y="4558718"/>
                  <a:pt x="146658" y="4566507"/>
                  <a:pt x="153374" y="4573992"/>
                </a:cubicBezTo>
                <a:cubicBezTo>
                  <a:pt x="141951" y="4579920"/>
                  <a:pt x="134609" y="4578188"/>
                  <a:pt x="130154" y="4572217"/>
                </a:cubicBezTo>
                <a:cubicBezTo>
                  <a:pt x="125698" y="4566204"/>
                  <a:pt x="124004" y="4555992"/>
                  <a:pt x="123878" y="4544958"/>
                </a:cubicBezTo>
                <a:cubicBezTo>
                  <a:pt x="123753" y="4533925"/>
                  <a:pt x="125135" y="4522070"/>
                  <a:pt x="126766" y="4512810"/>
                </a:cubicBezTo>
                <a:cubicBezTo>
                  <a:pt x="128396" y="4503551"/>
                  <a:pt x="130217" y="4496887"/>
                  <a:pt x="131032" y="4496281"/>
                </a:cubicBezTo>
                <a:close/>
                <a:moveTo>
                  <a:pt x="450582" y="4493945"/>
                </a:moveTo>
                <a:cubicBezTo>
                  <a:pt x="461753" y="4495762"/>
                  <a:pt x="469598" y="4497710"/>
                  <a:pt x="474430" y="4499440"/>
                </a:cubicBezTo>
                <a:lnTo>
                  <a:pt x="474366" y="4499440"/>
                </a:lnTo>
                <a:cubicBezTo>
                  <a:pt x="479200" y="4501170"/>
                  <a:pt x="481020" y="4502685"/>
                  <a:pt x="480204" y="4503637"/>
                </a:cubicBezTo>
                <a:cubicBezTo>
                  <a:pt x="479387" y="4504545"/>
                  <a:pt x="475874" y="4504935"/>
                  <a:pt x="469974" y="4504329"/>
                </a:cubicBezTo>
                <a:cubicBezTo>
                  <a:pt x="464075" y="4503724"/>
                  <a:pt x="455854" y="4502166"/>
                  <a:pt x="445561" y="4499310"/>
                </a:cubicBezTo>
                <a:cubicBezTo>
                  <a:pt x="446001" y="4498878"/>
                  <a:pt x="446377" y="4498402"/>
                  <a:pt x="446817" y="4497969"/>
                </a:cubicBezTo>
                <a:cubicBezTo>
                  <a:pt x="447256" y="4497536"/>
                  <a:pt x="447632" y="4497060"/>
                  <a:pt x="448072" y="4496628"/>
                </a:cubicBezTo>
                <a:cubicBezTo>
                  <a:pt x="448511" y="4496195"/>
                  <a:pt x="448888" y="4495719"/>
                  <a:pt x="449327" y="4495286"/>
                </a:cubicBezTo>
                <a:cubicBezTo>
                  <a:pt x="449766" y="4494853"/>
                  <a:pt x="450144" y="4494378"/>
                  <a:pt x="450582" y="4493945"/>
                </a:cubicBezTo>
                <a:close/>
                <a:moveTo>
                  <a:pt x="1074804" y="4493122"/>
                </a:moveTo>
                <a:cubicBezTo>
                  <a:pt x="1076687" y="4494074"/>
                  <a:pt x="1078130" y="4494593"/>
                  <a:pt x="1079072" y="4494983"/>
                </a:cubicBezTo>
                <a:cubicBezTo>
                  <a:pt x="1080076" y="4495372"/>
                  <a:pt x="1080577" y="4495675"/>
                  <a:pt x="1080577" y="4496238"/>
                </a:cubicBezTo>
                <a:cubicBezTo>
                  <a:pt x="1080577" y="4496756"/>
                  <a:pt x="1080138" y="4497579"/>
                  <a:pt x="1079197" y="4498963"/>
                </a:cubicBezTo>
                <a:lnTo>
                  <a:pt x="1079134" y="4498920"/>
                </a:lnTo>
                <a:cubicBezTo>
                  <a:pt x="1078193" y="4500305"/>
                  <a:pt x="1076749" y="4502295"/>
                  <a:pt x="1074866" y="4505194"/>
                </a:cubicBezTo>
                <a:cubicBezTo>
                  <a:pt x="1071792" y="4503939"/>
                  <a:pt x="1069469" y="4503204"/>
                  <a:pt x="1067900" y="4502598"/>
                </a:cubicBezTo>
                <a:cubicBezTo>
                  <a:pt x="1066332" y="4502035"/>
                  <a:pt x="1065453" y="4501602"/>
                  <a:pt x="1065453" y="4501040"/>
                </a:cubicBezTo>
                <a:cubicBezTo>
                  <a:pt x="1065453" y="4500477"/>
                  <a:pt x="1066143" y="4499742"/>
                  <a:pt x="1067712" y="4498531"/>
                </a:cubicBezTo>
                <a:cubicBezTo>
                  <a:pt x="1069219" y="4497319"/>
                  <a:pt x="1071604" y="4495631"/>
                  <a:pt x="1074804" y="4493122"/>
                </a:cubicBezTo>
                <a:close/>
                <a:moveTo>
                  <a:pt x="850579" y="4490786"/>
                </a:moveTo>
                <a:cubicBezTo>
                  <a:pt x="850830" y="4491089"/>
                  <a:pt x="851143" y="4491392"/>
                  <a:pt x="851395" y="4491695"/>
                </a:cubicBezTo>
                <a:cubicBezTo>
                  <a:pt x="851645" y="4491998"/>
                  <a:pt x="851960" y="4492301"/>
                  <a:pt x="852210" y="4492603"/>
                </a:cubicBezTo>
                <a:lnTo>
                  <a:pt x="852210" y="4492560"/>
                </a:lnTo>
                <a:cubicBezTo>
                  <a:pt x="852461" y="4492863"/>
                  <a:pt x="852774" y="4493166"/>
                  <a:pt x="853026" y="4493469"/>
                </a:cubicBezTo>
                <a:cubicBezTo>
                  <a:pt x="853277" y="4493772"/>
                  <a:pt x="853591" y="4494074"/>
                  <a:pt x="853842" y="4494378"/>
                </a:cubicBezTo>
                <a:cubicBezTo>
                  <a:pt x="852711" y="4494594"/>
                  <a:pt x="852022" y="4494810"/>
                  <a:pt x="851457" y="4494940"/>
                </a:cubicBezTo>
                <a:cubicBezTo>
                  <a:pt x="850891" y="4495027"/>
                  <a:pt x="850515" y="4495070"/>
                  <a:pt x="850202" y="4494940"/>
                </a:cubicBezTo>
                <a:cubicBezTo>
                  <a:pt x="849888" y="4494810"/>
                  <a:pt x="849511" y="4494507"/>
                  <a:pt x="848947" y="4493945"/>
                </a:cubicBezTo>
                <a:cubicBezTo>
                  <a:pt x="848382" y="4493425"/>
                  <a:pt x="847628" y="4492603"/>
                  <a:pt x="846499" y="4491478"/>
                </a:cubicBezTo>
                <a:cubicBezTo>
                  <a:pt x="846814" y="4491435"/>
                  <a:pt x="847189" y="4491349"/>
                  <a:pt x="847503" y="4491306"/>
                </a:cubicBezTo>
                <a:cubicBezTo>
                  <a:pt x="847818" y="4491262"/>
                  <a:pt x="848193" y="4491176"/>
                  <a:pt x="848506" y="4491132"/>
                </a:cubicBezTo>
                <a:cubicBezTo>
                  <a:pt x="848822" y="4491089"/>
                  <a:pt x="849135" y="4491003"/>
                  <a:pt x="849511" y="4490959"/>
                </a:cubicBezTo>
                <a:cubicBezTo>
                  <a:pt x="849888" y="4490916"/>
                  <a:pt x="850202" y="4490829"/>
                  <a:pt x="850579" y="4490786"/>
                </a:cubicBezTo>
                <a:close/>
                <a:moveTo>
                  <a:pt x="796734" y="4490526"/>
                </a:moveTo>
                <a:lnTo>
                  <a:pt x="796546" y="4490872"/>
                </a:lnTo>
                <a:lnTo>
                  <a:pt x="796358" y="4491175"/>
                </a:lnTo>
                <a:lnTo>
                  <a:pt x="796107" y="4491521"/>
                </a:lnTo>
                <a:lnTo>
                  <a:pt x="795918" y="4491867"/>
                </a:lnTo>
                <a:lnTo>
                  <a:pt x="795229" y="4491608"/>
                </a:lnTo>
                <a:lnTo>
                  <a:pt x="794601" y="4491348"/>
                </a:lnTo>
                <a:lnTo>
                  <a:pt x="793973" y="4491088"/>
                </a:lnTo>
                <a:lnTo>
                  <a:pt x="793283" y="4490829"/>
                </a:lnTo>
                <a:lnTo>
                  <a:pt x="794161" y="4490742"/>
                </a:lnTo>
                <a:lnTo>
                  <a:pt x="795040" y="4490656"/>
                </a:lnTo>
                <a:lnTo>
                  <a:pt x="795918" y="4490613"/>
                </a:lnTo>
                <a:close/>
                <a:moveTo>
                  <a:pt x="575784" y="4489661"/>
                </a:moveTo>
                <a:cubicBezTo>
                  <a:pt x="591785" y="4493945"/>
                  <a:pt x="602704" y="4499094"/>
                  <a:pt x="609670" y="4504545"/>
                </a:cubicBezTo>
                <a:cubicBezTo>
                  <a:pt x="616636" y="4509998"/>
                  <a:pt x="619710" y="4515709"/>
                  <a:pt x="620087" y="4521117"/>
                </a:cubicBezTo>
                <a:cubicBezTo>
                  <a:pt x="620463" y="4526483"/>
                  <a:pt x="618141" y="4531588"/>
                  <a:pt x="614313" y="4535699"/>
                </a:cubicBezTo>
                <a:cubicBezTo>
                  <a:pt x="610799" y="4539507"/>
                  <a:pt x="606029" y="4542449"/>
                  <a:pt x="600948" y="4544179"/>
                </a:cubicBezTo>
                <a:lnTo>
                  <a:pt x="601387" y="4544396"/>
                </a:lnTo>
                <a:lnTo>
                  <a:pt x="602014" y="4544742"/>
                </a:lnTo>
                <a:lnTo>
                  <a:pt x="602642" y="4545088"/>
                </a:lnTo>
                <a:lnTo>
                  <a:pt x="603269" y="4545434"/>
                </a:lnTo>
                <a:lnTo>
                  <a:pt x="602329" y="4545262"/>
                </a:lnTo>
                <a:lnTo>
                  <a:pt x="601387" y="4545088"/>
                </a:lnTo>
                <a:lnTo>
                  <a:pt x="600445" y="4544915"/>
                </a:lnTo>
                <a:lnTo>
                  <a:pt x="599504" y="4544742"/>
                </a:lnTo>
                <a:lnTo>
                  <a:pt x="599756" y="4544612"/>
                </a:lnTo>
                <a:lnTo>
                  <a:pt x="600006" y="4544483"/>
                </a:lnTo>
                <a:lnTo>
                  <a:pt x="600257" y="4544353"/>
                </a:lnTo>
                <a:lnTo>
                  <a:pt x="600508" y="4544223"/>
                </a:lnTo>
                <a:cubicBezTo>
                  <a:pt x="598311" y="4543574"/>
                  <a:pt x="596115" y="4542925"/>
                  <a:pt x="593856" y="4542233"/>
                </a:cubicBezTo>
                <a:cubicBezTo>
                  <a:pt x="591660" y="4541583"/>
                  <a:pt x="589400" y="4540891"/>
                  <a:pt x="587079" y="4540199"/>
                </a:cubicBezTo>
                <a:cubicBezTo>
                  <a:pt x="584757" y="4539507"/>
                  <a:pt x="582434" y="4538815"/>
                  <a:pt x="579987" y="4538079"/>
                </a:cubicBezTo>
                <a:cubicBezTo>
                  <a:pt x="577540" y="4537344"/>
                  <a:pt x="575030" y="4536608"/>
                  <a:pt x="572458" y="4535829"/>
                </a:cubicBezTo>
                <a:cubicBezTo>
                  <a:pt x="574527" y="4534012"/>
                  <a:pt x="576536" y="4532237"/>
                  <a:pt x="578481" y="4530594"/>
                </a:cubicBezTo>
                <a:cubicBezTo>
                  <a:pt x="580426" y="4528906"/>
                  <a:pt x="582246" y="4527305"/>
                  <a:pt x="583941" y="4525833"/>
                </a:cubicBezTo>
                <a:cubicBezTo>
                  <a:pt x="585698" y="4524319"/>
                  <a:pt x="587267" y="4522935"/>
                  <a:pt x="588773" y="4521637"/>
                </a:cubicBezTo>
                <a:cubicBezTo>
                  <a:pt x="590279" y="4520339"/>
                  <a:pt x="591596" y="4519170"/>
                  <a:pt x="592852" y="4518089"/>
                </a:cubicBezTo>
                <a:cubicBezTo>
                  <a:pt x="593794" y="4514973"/>
                  <a:pt x="592350" y="4512377"/>
                  <a:pt x="589840" y="4510127"/>
                </a:cubicBezTo>
                <a:cubicBezTo>
                  <a:pt x="587267" y="4507834"/>
                  <a:pt x="583690" y="4505887"/>
                  <a:pt x="580426" y="4503897"/>
                </a:cubicBezTo>
                <a:cubicBezTo>
                  <a:pt x="577163" y="4501949"/>
                  <a:pt x="574151" y="4499959"/>
                  <a:pt x="572896" y="4497710"/>
                </a:cubicBezTo>
                <a:cubicBezTo>
                  <a:pt x="571580" y="4495416"/>
                  <a:pt x="572018" y="4492863"/>
                  <a:pt x="575469" y="4489748"/>
                </a:cubicBezTo>
                <a:close/>
                <a:moveTo>
                  <a:pt x="987010" y="4481570"/>
                </a:moveTo>
                <a:lnTo>
                  <a:pt x="987072" y="4481570"/>
                </a:lnTo>
                <a:cubicBezTo>
                  <a:pt x="990148" y="4481396"/>
                  <a:pt x="994730" y="4481526"/>
                  <a:pt x="1002824" y="4481873"/>
                </a:cubicBezTo>
                <a:cubicBezTo>
                  <a:pt x="1010542" y="4482219"/>
                  <a:pt x="1021463" y="4482738"/>
                  <a:pt x="1037151" y="4483387"/>
                </a:cubicBezTo>
                <a:cubicBezTo>
                  <a:pt x="1034391" y="4485767"/>
                  <a:pt x="1032696" y="4487454"/>
                  <a:pt x="1031379" y="4488666"/>
                </a:cubicBezTo>
                <a:cubicBezTo>
                  <a:pt x="1029935" y="4490007"/>
                  <a:pt x="1028931" y="4490829"/>
                  <a:pt x="1027362" y="4491651"/>
                </a:cubicBezTo>
                <a:cubicBezTo>
                  <a:pt x="1025793" y="4492474"/>
                  <a:pt x="1023659" y="4493253"/>
                  <a:pt x="1019894" y="4494464"/>
                </a:cubicBezTo>
                <a:cubicBezTo>
                  <a:pt x="1016128" y="4495632"/>
                  <a:pt x="1010858" y="4497276"/>
                  <a:pt x="1002950" y="4499786"/>
                </a:cubicBezTo>
                <a:cubicBezTo>
                  <a:pt x="1000315" y="4498661"/>
                  <a:pt x="997804" y="4497622"/>
                  <a:pt x="995293" y="4496584"/>
                </a:cubicBezTo>
                <a:cubicBezTo>
                  <a:pt x="992721" y="4495545"/>
                  <a:pt x="990273" y="4494507"/>
                  <a:pt x="987763" y="4493468"/>
                </a:cubicBezTo>
                <a:cubicBezTo>
                  <a:pt x="985252" y="4492430"/>
                  <a:pt x="982742" y="4491392"/>
                  <a:pt x="980170" y="4490310"/>
                </a:cubicBezTo>
                <a:cubicBezTo>
                  <a:pt x="977596" y="4489228"/>
                  <a:pt x="974961" y="4488103"/>
                  <a:pt x="972199" y="4486978"/>
                </a:cubicBezTo>
                <a:cubicBezTo>
                  <a:pt x="976593" y="4485248"/>
                  <a:pt x="978789" y="4483949"/>
                  <a:pt x="980609" y="4483084"/>
                </a:cubicBezTo>
                <a:cubicBezTo>
                  <a:pt x="982429" y="4482219"/>
                  <a:pt x="983935" y="4481743"/>
                  <a:pt x="987010" y="4481570"/>
                </a:cubicBezTo>
                <a:close/>
                <a:moveTo>
                  <a:pt x="1119676" y="4477936"/>
                </a:moveTo>
                <a:cubicBezTo>
                  <a:pt x="1121810" y="4481699"/>
                  <a:pt x="1122375" y="4484815"/>
                  <a:pt x="1122061" y="4487368"/>
                </a:cubicBezTo>
                <a:cubicBezTo>
                  <a:pt x="1121748" y="4489920"/>
                  <a:pt x="1120429" y="4491911"/>
                  <a:pt x="1118798" y="4493339"/>
                </a:cubicBezTo>
                <a:cubicBezTo>
                  <a:pt x="1117166" y="4494767"/>
                  <a:pt x="1115095" y="4495675"/>
                  <a:pt x="1113275" y="4496065"/>
                </a:cubicBezTo>
                <a:cubicBezTo>
                  <a:pt x="1111456" y="4496498"/>
                  <a:pt x="1109824" y="4496367"/>
                  <a:pt x="1108882" y="4495806"/>
                </a:cubicBezTo>
                <a:cubicBezTo>
                  <a:pt x="1106999" y="4494594"/>
                  <a:pt x="1106309" y="4493166"/>
                  <a:pt x="1106498" y="4491652"/>
                </a:cubicBezTo>
                <a:cubicBezTo>
                  <a:pt x="1106623" y="4490094"/>
                  <a:pt x="1107627" y="4488449"/>
                  <a:pt x="1109071" y="4486806"/>
                </a:cubicBezTo>
                <a:cubicBezTo>
                  <a:pt x="1110514" y="4485161"/>
                  <a:pt x="1112397" y="4483517"/>
                  <a:pt x="1114279" y="4482003"/>
                </a:cubicBezTo>
                <a:lnTo>
                  <a:pt x="1114217" y="4482046"/>
                </a:lnTo>
                <a:cubicBezTo>
                  <a:pt x="1116099" y="4480489"/>
                  <a:pt x="1118107" y="4479103"/>
                  <a:pt x="1119676" y="4477936"/>
                </a:cubicBezTo>
                <a:close/>
                <a:moveTo>
                  <a:pt x="382802" y="4470146"/>
                </a:moveTo>
                <a:cubicBezTo>
                  <a:pt x="384182" y="4470233"/>
                  <a:pt x="385625" y="4470363"/>
                  <a:pt x="387069" y="4470450"/>
                </a:cubicBezTo>
                <a:cubicBezTo>
                  <a:pt x="386127" y="4470622"/>
                  <a:pt x="385123" y="4470752"/>
                  <a:pt x="384120" y="4470752"/>
                </a:cubicBezTo>
                <a:lnTo>
                  <a:pt x="383805" y="4470579"/>
                </a:lnTo>
                <a:lnTo>
                  <a:pt x="383491" y="4470406"/>
                </a:lnTo>
                <a:lnTo>
                  <a:pt x="383179" y="4470233"/>
                </a:lnTo>
                <a:lnTo>
                  <a:pt x="383115" y="4470320"/>
                </a:lnTo>
                <a:close/>
                <a:moveTo>
                  <a:pt x="395038" y="4468416"/>
                </a:moveTo>
                <a:cubicBezTo>
                  <a:pt x="397046" y="4468069"/>
                  <a:pt x="399181" y="4467983"/>
                  <a:pt x="401565" y="4468459"/>
                </a:cubicBezTo>
                <a:cubicBezTo>
                  <a:pt x="403949" y="4468935"/>
                  <a:pt x="406648" y="4469973"/>
                  <a:pt x="409722" y="4471921"/>
                </a:cubicBezTo>
                <a:cubicBezTo>
                  <a:pt x="406710" y="4471704"/>
                  <a:pt x="404012" y="4471531"/>
                  <a:pt x="401503" y="4471358"/>
                </a:cubicBezTo>
                <a:cubicBezTo>
                  <a:pt x="398991" y="4471185"/>
                  <a:pt x="396669" y="4471012"/>
                  <a:pt x="394536" y="4470882"/>
                </a:cubicBezTo>
                <a:cubicBezTo>
                  <a:pt x="392402" y="4470709"/>
                  <a:pt x="390394" y="4470579"/>
                  <a:pt x="388449" y="4470450"/>
                </a:cubicBezTo>
                <a:cubicBezTo>
                  <a:pt x="388009" y="4470406"/>
                  <a:pt x="387507" y="4470363"/>
                  <a:pt x="387068" y="4470363"/>
                </a:cubicBezTo>
                <a:cubicBezTo>
                  <a:pt x="387885" y="4470189"/>
                  <a:pt x="388637" y="4470017"/>
                  <a:pt x="389453" y="4469800"/>
                </a:cubicBezTo>
                <a:cubicBezTo>
                  <a:pt x="391211" y="4469325"/>
                  <a:pt x="393030" y="4468762"/>
                  <a:pt x="395038" y="4468416"/>
                </a:cubicBezTo>
                <a:close/>
                <a:moveTo>
                  <a:pt x="1069407" y="4468200"/>
                </a:moveTo>
                <a:cubicBezTo>
                  <a:pt x="1073298" y="4468285"/>
                  <a:pt x="1078068" y="4468848"/>
                  <a:pt x="1083967" y="4470103"/>
                </a:cubicBezTo>
                <a:cubicBezTo>
                  <a:pt x="1079951" y="4470796"/>
                  <a:pt x="1076374" y="4471445"/>
                  <a:pt x="1073110" y="4472007"/>
                </a:cubicBezTo>
                <a:cubicBezTo>
                  <a:pt x="1069784" y="4472569"/>
                  <a:pt x="1066834" y="4473089"/>
                  <a:pt x="1064074" y="4473564"/>
                </a:cubicBezTo>
                <a:cubicBezTo>
                  <a:pt x="1061312" y="4474040"/>
                  <a:pt x="1058739" y="4474473"/>
                  <a:pt x="1056291" y="4474906"/>
                </a:cubicBezTo>
                <a:lnTo>
                  <a:pt x="1056291" y="4474950"/>
                </a:lnTo>
                <a:lnTo>
                  <a:pt x="1051448" y="4475784"/>
                </a:lnTo>
                <a:lnTo>
                  <a:pt x="1050579" y="4476896"/>
                </a:lnTo>
                <a:cubicBezTo>
                  <a:pt x="1049638" y="4477459"/>
                  <a:pt x="1048696" y="4477977"/>
                  <a:pt x="1047754" y="4478540"/>
                </a:cubicBezTo>
                <a:cubicBezTo>
                  <a:pt x="1046814" y="4479102"/>
                  <a:pt x="1045872" y="4479622"/>
                  <a:pt x="1044931" y="4480185"/>
                </a:cubicBezTo>
                <a:cubicBezTo>
                  <a:pt x="1043989" y="4480747"/>
                  <a:pt x="1043049" y="4481267"/>
                  <a:pt x="1042107" y="4481829"/>
                </a:cubicBezTo>
                <a:cubicBezTo>
                  <a:pt x="1041165" y="4482392"/>
                  <a:pt x="1040225" y="4482910"/>
                  <a:pt x="1039283" y="4483473"/>
                </a:cubicBezTo>
                <a:cubicBezTo>
                  <a:pt x="1038530" y="4483430"/>
                  <a:pt x="1037839" y="4483386"/>
                  <a:pt x="1037149" y="4483386"/>
                </a:cubicBezTo>
                <a:cubicBezTo>
                  <a:pt x="1037400" y="4483171"/>
                  <a:pt x="1037588" y="4482997"/>
                  <a:pt x="1037903" y="4482738"/>
                </a:cubicBezTo>
                <a:cubicBezTo>
                  <a:pt x="1038844" y="4482175"/>
                  <a:pt x="1039785" y="4481656"/>
                  <a:pt x="1040726" y="4481093"/>
                </a:cubicBezTo>
                <a:cubicBezTo>
                  <a:pt x="1041668" y="4480531"/>
                  <a:pt x="1042609" y="4480012"/>
                  <a:pt x="1043550" y="4479449"/>
                </a:cubicBezTo>
                <a:cubicBezTo>
                  <a:pt x="1044492" y="4478887"/>
                  <a:pt x="1045433" y="4478367"/>
                  <a:pt x="1046375" y="4477805"/>
                </a:cubicBezTo>
                <a:lnTo>
                  <a:pt x="1046500" y="4477805"/>
                </a:lnTo>
                <a:cubicBezTo>
                  <a:pt x="1047441" y="4477242"/>
                  <a:pt x="1048383" y="4476723"/>
                  <a:pt x="1049324" y="4476160"/>
                </a:cubicBezTo>
                <a:lnTo>
                  <a:pt x="1051282" y="4475804"/>
                </a:lnTo>
                <a:lnTo>
                  <a:pt x="1054283" y="4472526"/>
                </a:lnTo>
                <a:cubicBezTo>
                  <a:pt x="1055790" y="4471228"/>
                  <a:pt x="1057610" y="4470103"/>
                  <a:pt x="1060057" y="4469324"/>
                </a:cubicBezTo>
                <a:cubicBezTo>
                  <a:pt x="1062505" y="4468546"/>
                  <a:pt x="1065517" y="4468113"/>
                  <a:pt x="1069407" y="4468200"/>
                </a:cubicBezTo>
                <a:close/>
                <a:moveTo>
                  <a:pt x="1309952" y="4450850"/>
                </a:moveTo>
                <a:cubicBezTo>
                  <a:pt x="1306501" y="4451152"/>
                  <a:pt x="1302296" y="4451975"/>
                  <a:pt x="1297589" y="4453186"/>
                </a:cubicBezTo>
                <a:cubicBezTo>
                  <a:pt x="1298405" y="4453792"/>
                  <a:pt x="1299283" y="4454397"/>
                  <a:pt x="1300163" y="4455047"/>
                </a:cubicBezTo>
                <a:cubicBezTo>
                  <a:pt x="1301041" y="4455696"/>
                  <a:pt x="1301983" y="4456344"/>
                  <a:pt x="1302924" y="4457037"/>
                </a:cubicBezTo>
                <a:cubicBezTo>
                  <a:pt x="1303928" y="4457730"/>
                  <a:pt x="1304932" y="4458465"/>
                  <a:pt x="1305999" y="4459243"/>
                </a:cubicBezTo>
                <a:cubicBezTo>
                  <a:pt x="1307065" y="4460022"/>
                  <a:pt x="1308258" y="4460888"/>
                  <a:pt x="1309515" y="4461797"/>
                </a:cubicBezTo>
                <a:lnTo>
                  <a:pt x="1318042" y="4454922"/>
                </a:lnTo>
                <a:lnTo>
                  <a:pt x="1318047" y="4454960"/>
                </a:lnTo>
                <a:lnTo>
                  <a:pt x="1318047" y="4454917"/>
                </a:lnTo>
                <a:lnTo>
                  <a:pt x="1318042" y="4454922"/>
                </a:lnTo>
                <a:lnTo>
                  <a:pt x="1317484" y="4451369"/>
                </a:lnTo>
                <a:cubicBezTo>
                  <a:pt x="1316039" y="4450676"/>
                  <a:pt x="1313403" y="4450547"/>
                  <a:pt x="1309952" y="4450850"/>
                </a:cubicBezTo>
                <a:close/>
                <a:moveTo>
                  <a:pt x="1056793" y="4442758"/>
                </a:moveTo>
                <a:cubicBezTo>
                  <a:pt x="1056981" y="4442930"/>
                  <a:pt x="1057232" y="4443061"/>
                  <a:pt x="1057420" y="4443233"/>
                </a:cubicBezTo>
                <a:cubicBezTo>
                  <a:pt x="1057608" y="4443363"/>
                  <a:pt x="1057860" y="4443537"/>
                  <a:pt x="1058049" y="4443709"/>
                </a:cubicBezTo>
                <a:cubicBezTo>
                  <a:pt x="1058236" y="4443840"/>
                  <a:pt x="1058488" y="4444012"/>
                  <a:pt x="1058676" y="4444185"/>
                </a:cubicBezTo>
                <a:cubicBezTo>
                  <a:pt x="1058865" y="4444315"/>
                  <a:pt x="1059115" y="4444488"/>
                  <a:pt x="1059303" y="4444662"/>
                </a:cubicBezTo>
                <a:cubicBezTo>
                  <a:pt x="1059053" y="4445050"/>
                  <a:pt x="1058865" y="4445397"/>
                  <a:pt x="1058612" y="4445744"/>
                </a:cubicBezTo>
                <a:cubicBezTo>
                  <a:pt x="1058362" y="4446133"/>
                  <a:pt x="1058173" y="4446479"/>
                  <a:pt x="1057923" y="4446825"/>
                </a:cubicBezTo>
                <a:cubicBezTo>
                  <a:pt x="1057672" y="4447214"/>
                  <a:pt x="1057484" y="4447561"/>
                  <a:pt x="1057232" y="4447907"/>
                </a:cubicBezTo>
                <a:cubicBezTo>
                  <a:pt x="1056981" y="4448296"/>
                  <a:pt x="1056793" y="4448642"/>
                  <a:pt x="1056543" y="4448988"/>
                </a:cubicBezTo>
                <a:cubicBezTo>
                  <a:pt x="1055161" y="4448036"/>
                  <a:pt x="1054096" y="4447430"/>
                  <a:pt x="1053342" y="4446998"/>
                </a:cubicBezTo>
                <a:cubicBezTo>
                  <a:pt x="1052588" y="4446522"/>
                  <a:pt x="1052212" y="4446262"/>
                  <a:pt x="1052212" y="4445959"/>
                </a:cubicBezTo>
                <a:cubicBezTo>
                  <a:pt x="1052212" y="4445657"/>
                  <a:pt x="1052588" y="4445354"/>
                  <a:pt x="1053342" y="4444878"/>
                </a:cubicBezTo>
                <a:cubicBezTo>
                  <a:pt x="1054096" y="4444402"/>
                  <a:pt x="1055224" y="4443753"/>
                  <a:pt x="1056793" y="4442758"/>
                </a:cubicBezTo>
                <a:close/>
                <a:moveTo>
                  <a:pt x="826230" y="4433974"/>
                </a:moveTo>
                <a:cubicBezTo>
                  <a:pt x="826606" y="4433974"/>
                  <a:pt x="826857" y="4434104"/>
                  <a:pt x="827234" y="4434364"/>
                </a:cubicBezTo>
                <a:cubicBezTo>
                  <a:pt x="827609" y="4434623"/>
                  <a:pt x="828112" y="4434969"/>
                  <a:pt x="828864" y="4435358"/>
                </a:cubicBezTo>
                <a:cubicBezTo>
                  <a:pt x="828550" y="4435489"/>
                  <a:pt x="828238" y="4435575"/>
                  <a:pt x="827922" y="4435662"/>
                </a:cubicBezTo>
                <a:cubicBezTo>
                  <a:pt x="827609" y="4435791"/>
                  <a:pt x="827296" y="4435878"/>
                  <a:pt x="826982" y="4435965"/>
                </a:cubicBezTo>
                <a:cubicBezTo>
                  <a:pt x="826669" y="4436094"/>
                  <a:pt x="826354" y="4436181"/>
                  <a:pt x="826040" y="4436268"/>
                </a:cubicBezTo>
                <a:cubicBezTo>
                  <a:pt x="825727" y="4436398"/>
                  <a:pt x="825413" y="4436483"/>
                  <a:pt x="825100" y="4436570"/>
                </a:cubicBezTo>
                <a:cubicBezTo>
                  <a:pt x="824785" y="4436527"/>
                  <a:pt x="824472" y="4436440"/>
                  <a:pt x="824158" y="4436398"/>
                </a:cubicBezTo>
                <a:cubicBezTo>
                  <a:pt x="823845" y="4436311"/>
                  <a:pt x="823531" y="4436268"/>
                  <a:pt x="823218" y="4436224"/>
                </a:cubicBezTo>
                <a:cubicBezTo>
                  <a:pt x="822903" y="4436137"/>
                  <a:pt x="822589" y="4436094"/>
                  <a:pt x="822276" y="4436051"/>
                </a:cubicBezTo>
                <a:cubicBezTo>
                  <a:pt x="821962" y="4435965"/>
                  <a:pt x="821649" y="4435921"/>
                  <a:pt x="821333" y="4435878"/>
                </a:cubicBezTo>
                <a:cubicBezTo>
                  <a:pt x="822841" y="4435229"/>
                  <a:pt x="823845" y="4434753"/>
                  <a:pt x="824596" y="4434450"/>
                </a:cubicBezTo>
                <a:cubicBezTo>
                  <a:pt x="825350" y="4434148"/>
                  <a:pt x="825789" y="4434017"/>
                  <a:pt x="826165" y="4434017"/>
                </a:cubicBezTo>
                <a:close/>
                <a:moveTo>
                  <a:pt x="496588" y="4433845"/>
                </a:moveTo>
                <a:cubicBezTo>
                  <a:pt x="493701" y="4433802"/>
                  <a:pt x="492257" y="4434191"/>
                  <a:pt x="492005" y="4434970"/>
                </a:cubicBezTo>
                <a:cubicBezTo>
                  <a:pt x="491817" y="4435705"/>
                  <a:pt x="492821" y="4436873"/>
                  <a:pt x="494893" y="4438301"/>
                </a:cubicBezTo>
                <a:cubicBezTo>
                  <a:pt x="496963" y="4439773"/>
                  <a:pt x="500101" y="4441504"/>
                  <a:pt x="504180" y="4443494"/>
                </a:cubicBezTo>
                <a:cubicBezTo>
                  <a:pt x="504808" y="4442585"/>
                  <a:pt x="505372" y="4441720"/>
                  <a:pt x="505875" y="4440984"/>
                </a:cubicBezTo>
                <a:cubicBezTo>
                  <a:pt x="506376" y="4440248"/>
                  <a:pt x="506816" y="4439556"/>
                  <a:pt x="507255" y="4438908"/>
                </a:cubicBezTo>
                <a:cubicBezTo>
                  <a:pt x="507695" y="4438259"/>
                  <a:pt x="508133" y="4437653"/>
                  <a:pt x="508510" y="4437091"/>
                </a:cubicBezTo>
                <a:cubicBezTo>
                  <a:pt x="508886" y="4436527"/>
                  <a:pt x="509262" y="4435965"/>
                  <a:pt x="509639" y="4435402"/>
                </a:cubicBezTo>
                <a:cubicBezTo>
                  <a:pt x="503741" y="4434408"/>
                  <a:pt x="499474" y="4433888"/>
                  <a:pt x="496588" y="4433845"/>
                </a:cubicBezTo>
                <a:close/>
                <a:moveTo>
                  <a:pt x="2825803" y="4431508"/>
                </a:moveTo>
                <a:cubicBezTo>
                  <a:pt x="2830699" y="4430427"/>
                  <a:pt x="2836974" y="4430729"/>
                  <a:pt x="2843187" y="4433671"/>
                </a:cubicBezTo>
                <a:cubicBezTo>
                  <a:pt x="2844065" y="4434104"/>
                  <a:pt x="2844944" y="4434580"/>
                  <a:pt x="2845822" y="4435099"/>
                </a:cubicBezTo>
                <a:cubicBezTo>
                  <a:pt x="2846638" y="4435619"/>
                  <a:pt x="2847517" y="4436181"/>
                  <a:pt x="2848459" y="4436830"/>
                </a:cubicBezTo>
                <a:lnTo>
                  <a:pt x="2848584" y="4436873"/>
                </a:lnTo>
                <a:cubicBezTo>
                  <a:pt x="2849525" y="4437523"/>
                  <a:pt x="2850467" y="4438215"/>
                  <a:pt x="2851596" y="4438994"/>
                </a:cubicBezTo>
                <a:cubicBezTo>
                  <a:pt x="2852726" y="4439773"/>
                  <a:pt x="2853918" y="4440637"/>
                  <a:pt x="2855361" y="4441590"/>
                </a:cubicBezTo>
                <a:cubicBezTo>
                  <a:pt x="2839735" y="4444358"/>
                  <a:pt x="2829632" y="4444532"/>
                  <a:pt x="2823607" y="4443407"/>
                </a:cubicBezTo>
                <a:cubicBezTo>
                  <a:pt x="2817583" y="4442282"/>
                  <a:pt x="2815700" y="4439815"/>
                  <a:pt x="2816516" y="4437393"/>
                </a:cubicBezTo>
                <a:cubicBezTo>
                  <a:pt x="2817332" y="4434969"/>
                  <a:pt x="2820909" y="4432590"/>
                  <a:pt x="2825803" y="4431508"/>
                </a:cubicBezTo>
                <a:close/>
                <a:moveTo>
                  <a:pt x="721814" y="4422508"/>
                </a:moveTo>
                <a:cubicBezTo>
                  <a:pt x="730971" y="4422897"/>
                  <a:pt x="739506" y="4424584"/>
                  <a:pt x="745405" y="4428046"/>
                </a:cubicBezTo>
                <a:cubicBezTo>
                  <a:pt x="732916" y="4435791"/>
                  <a:pt x="725637" y="4444358"/>
                  <a:pt x="720872" y="4453055"/>
                </a:cubicBezTo>
                <a:cubicBezTo>
                  <a:pt x="716103" y="4461752"/>
                  <a:pt x="713906" y="4470536"/>
                  <a:pt x="711584" y="4478671"/>
                </a:cubicBezTo>
                <a:lnTo>
                  <a:pt x="701632" y="4500291"/>
                </a:lnTo>
                <a:lnTo>
                  <a:pt x="691416" y="4508207"/>
                </a:lnTo>
                <a:cubicBezTo>
                  <a:pt x="687079" y="4510441"/>
                  <a:pt x="681713" y="4512225"/>
                  <a:pt x="674998" y="4513459"/>
                </a:cubicBezTo>
                <a:cubicBezTo>
                  <a:pt x="668722" y="4512290"/>
                  <a:pt x="666024" y="4510819"/>
                  <a:pt x="665772" y="4509175"/>
                </a:cubicBezTo>
                <a:cubicBezTo>
                  <a:pt x="665521" y="4507530"/>
                  <a:pt x="667655" y="4505713"/>
                  <a:pt x="670982" y="4503939"/>
                </a:cubicBezTo>
                <a:cubicBezTo>
                  <a:pt x="674308" y="4502165"/>
                  <a:pt x="678826" y="4500391"/>
                  <a:pt x="683344" y="4498791"/>
                </a:cubicBezTo>
                <a:cubicBezTo>
                  <a:pt x="687863" y="4497189"/>
                  <a:pt x="692318" y="4495762"/>
                  <a:pt x="695520" y="4494680"/>
                </a:cubicBezTo>
                <a:cubicBezTo>
                  <a:pt x="694515" y="4493252"/>
                  <a:pt x="693511" y="4491781"/>
                  <a:pt x="692507" y="4490309"/>
                </a:cubicBezTo>
                <a:cubicBezTo>
                  <a:pt x="691503" y="4488838"/>
                  <a:pt x="690498" y="4487324"/>
                  <a:pt x="689432" y="4485810"/>
                </a:cubicBezTo>
                <a:cubicBezTo>
                  <a:pt x="688365" y="4484296"/>
                  <a:pt x="687298" y="4482738"/>
                  <a:pt x="686168" y="4481093"/>
                </a:cubicBezTo>
                <a:cubicBezTo>
                  <a:pt x="685039" y="4479492"/>
                  <a:pt x="683909" y="4477762"/>
                  <a:pt x="682655" y="4475988"/>
                </a:cubicBezTo>
                <a:cubicBezTo>
                  <a:pt x="686232" y="4473478"/>
                  <a:pt x="689244" y="4470839"/>
                  <a:pt x="691566" y="4468026"/>
                </a:cubicBezTo>
                <a:cubicBezTo>
                  <a:pt x="693887" y="4465214"/>
                  <a:pt x="695582" y="4462314"/>
                  <a:pt x="696586" y="4459243"/>
                </a:cubicBezTo>
                <a:cubicBezTo>
                  <a:pt x="697528" y="4456171"/>
                  <a:pt x="697904" y="4453012"/>
                  <a:pt x="697528" y="4449680"/>
                </a:cubicBezTo>
                <a:cubicBezTo>
                  <a:pt x="697151" y="4446392"/>
                  <a:pt x="696147" y="4442930"/>
                  <a:pt x="694390" y="4439383"/>
                </a:cubicBezTo>
                <a:cubicBezTo>
                  <a:pt x="692507" y="4439512"/>
                  <a:pt x="690687" y="4439599"/>
                  <a:pt x="688805" y="4439729"/>
                </a:cubicBezTo>
                <a:cubicBezTo>
                  <a:pt x="686921" y="4439858"/>
                  <a:pt x="685039" y="4439945"/>
                  <a:pt x="683156" y="4440075"/>
                </a:cubicBezTo>
                <a:cubicBezTo>
                  <a:pt x="681274" y="4440162"/>
                  <a:pt x="679390" y="4440291"/>
                  <a:pt x="677445" y="4440421"/>
                </a:cubicBezTo>
                <a:cubicBezTo>
                  <a:pt x="675563" y="4440508"/>
                  <a:pt x="673617" y="4440637"/>
                  <a:pt x="671671" y="4440767"/>
                </a:cubicBezTo>
                <a:cubicBezTo>
                  <a:pt x="667906" y="4437868"/>
                  <a:pt x="669162" y="4434709"/>
                  <a:pt x="673492" y="4431897"/>
                </a:cubicBezTo>
                <a:cubicBezTo>
                  <a:pt x="677822" y="4429084"/>
                  <a:pt x="685352" y="4426532"/>
                  <a:pt x="694013" y="4424801"/>
                </a:cubicBezTo>
                <a:cubicBezTo>
                  <a:pt x="702736" y="4423070"/>
                  <a:pt x="712589" y="4422162"/>
                  <a:pt x="721814" y="4422508"/>
                </a:cubicBezTo>
                <a:close/>
                <a:moveTo>
                  <a:pt x="823531" y="4410090"/>
                </a:moveTo>
                <a:cubicBezTo>
                  <a:pt x="825476" y="4411777"/>
                  <a:pt x="826919" y="4412989"/>
                  <a:pt x="827923" y="4413898"/>
                </a:cubicBezTo>
                <a:cubicBezTo>
                  <a:pt x="829053" y="4414979"/>
                  <a:pt x="829555" y="4415628"/>
                  <a:pt x="829555" y="4416234"/>
                </a:cubicBezTo>
                <a:cubicBezTo>
                  <a:pt x="829555" y="4416840"/>
                  <a:pt x="828990" y="4417359"/>
                  <a:pt x="827923" y="4418137"/>
                </a:cubicBezTo>
                <a:cubicBezTo>
                  <a:pt x="826857" y="4418916"/>
                  <a:pt x="825413" y="4419998"/>
                  <a:pt x="823531" y="4421686"/>
                </a:cubicBezTo>
                <a:cubicBezTo>
                  <a:pt x="821649" y="4420085"/>
                  <a:pt x="820204" y="4419090"/>
                  <a:pt x="819139" y="4418354"/>
                </a:cubicBezTo>
                <a:cubicBezTo>
                  <a:pt x="818070" y="4417619"/>
                  <a:pt x="817443" y="4417142"/>
                  <a:pt x="817443" y="4416581"/>
                </a:cubicBezTo>
                <a:lnTo>
                  <a:pt x="817381" y="4416581"/>
                </a:lnTo>
                <a:cubicBezTo>
                  <a:pt x="817318" y="4416018"/>
                  <a:pt x="817820" y="4415369"/>
                  <a:pt x="818886" y="4414331"/>
                </a:cubicBezTo>
                <a:cubicBezTo>
                  <a:pt x="819891" y="4413335"/>
                  <a:pt x="821459" y="4411994"/>
                  <a:pt x="823531" y="4410090"/>
                </a:cubicBezTo>
                <a:close/>
                <a:moveTo>
                  <a:pt x="822338" y="4409138"/>
                </a:moveTo>
                <a:lnTo>
                  <a:pt x="822777" y="4409268"/>
                </a:lnTo>
                <a:lnTo>
                  <a:pt x="823217" y="4409398"/>
                </a:lnTo>
                <a:lnTo>
                  <a:pt x="823657" y="4409528"/>
                </a:lnTo>
                <a:lnTo>
                  <a:pt x="823531" y="4409528"/>
                </a:lnTo>
                <a:lnTo>
                  <a:pt x="823970" y="4409658"/>
                </a:lnTo>
                <a:cubicBezTo>
                  <a:pt x="823781" y="4409831"/>
                  <a:pt x="823657" y="4409960"/>
                  <a:pt x="823469" y="4410134"/>
                </a:cubicBezTo>
                <a:cubicBezTo>
                  <a:pt x="823092" y="4409788"/>
                  <a:pt x="822715" y="4409485"/>
                  <a:pt x="822338" y="4409138"/>
                </a:cubicBezTo>
                <a:close/>
                <a:moveTo>
                  <a:pt x="1172519" y="4406628"/>
                </a:moveTo>
                <a:cubicBezTo>
                  <a:pt x="1175217" y="4409916"/>
                  <a:pt x="1176913" y="4417099"/>
                  <a:pt x="1177790" y="4426056"/>
                </a:cubicBezTo>
                <a:cubicBezTo>
                  <a:pt x="1178669" y="4435012"/>
                  <a:pt x="1178794" y="4445744"/>
                  <a:pt x="1178418" y="4456215"/>
                </a:cubicBezTo>
                <a:cubicBezTo>
                  <a:pt x="1178041" y="4466642"/>
                  <a:pt x="1177037" y="4476811"/>
                  <a:pt x="1175845" y="4484599"/>
                </a:cubicBezTo>
                <a:cubicBezTo>
                  <a:pt x="1174653" y="4492387"/>
                  <a:pt x="1173084" y="4497795"/>
                  <a:pt x="1171451" y="4498704"/>
                </a:cubicBezTo>
                <a:cubicBezTo>
                  <a:pt x="1168439" y="4498920"/>
                  <a:pt x="1166620" y="4499180"/>
                  <a:pt x="1165301" y="4499353"/>
                </a:cubicBezTo>
                <a:cubicBezTo>
                  <a:pt x="1163984" y="4499526"/>
                  <a:pt x="1163042" y="4499613"/>
                  <a:pt x="1161788" y="4499526"/>
                </a:cubicBezTo>
                <a:cubicBezTo>
                  <a:pt x="1160532" y="4499439"/>
                  <a:pt x="1158901" y="4499224"/>
                  <a:pt x="1156139" y="4498747"/>
                </a:cubicBezTo>
                <a:cubicBezTo>
                  <a:pt x="1153378" y="4498314"/>
                  <a:pt x="1149488" y="4497579"/>
                  <a:pt x="1143650" y="4496584"/>
                </a:cubicBezTo>
                <a:cubicBezTo>
                  <a:pt x="1138567" y="4493512"/>
                  <a:pt x="1136559" y="4490309"/>
                  <a:pt x="1136119" y="4487065"/>
                </a:cubicBezTo>
                <a:cubicBezTo>
                  <a:pt x="1135680" y="4483776"/>
                  <a:pt x="1136747" y="4480488"/>
                  <a:pt x="1137814" y="4477200"/>
                </a:cubicBezTo>
                <a:cubicBezTo>
                  <a:pt x="1138881" y="4473911"/>
                  <a:pt x="1139886" y="4470666"/>
                  <a:pt x="1139321" y="4467550"/>
                </a:cubicBezTo>
                <a:cubicBezTo>
                  <a:pt x="1138757" y="4464436"/>
                  <a:pt x="1136559" y="4461493"/>
                  <a:pt x="1131287" y="4458724"/>
                </a:cubicBezTo>
                <a:cubicBezTo>
                  <a:pt x="1134050" y="4456777"/>
                  <a:pt x="1136874" y="4454829"/>
                  <a:pt x="1139696" y="4452883"/>
                </a:cubicBezTo>
                <a:cubicBezTo>
                  <a:pt x="1142522" y="4450936"/>
                  <a:pt x="1145408" y="4448988"/>
                  <a:pt x="1148295" y="4446954"/>
                </a:cubicBezTo>
                <a:lnTo>
                  <a:pt x="1148295" y="4447041"/>
                </a:lnTo>
                <a:cubicBezTo>
                  <a:pt x="1151181" y="4445008"/>
                  <a:pt x="1154131" y="4442974"/>
                  <a:pt x="1157207" y="4440854"/>
                </a:cubicBezTo>
                <a:cubicBezTo>
                  <a:pt x="1160281" y="4438777"/>
                  <a:pt x="1163419" y="4436613"/>
                  <a:pt x="1166620" y="4434364"/>
                </a:cubicBezTo>
                <a:cubicBezTo>
                  <a:pt x="1164172" y="4430512"/>
                  <a:pt x="1161411" y="4426748"/>
                  <a:pt x="1159089" y="4423244"/>
                </a:cubicBezTo>
                <a:cubicBezTo>
                  <a:pt x="1156767" y="4419739"/>
                  <a:pt x="1154947" y="4416494"/>
                  <a:pt x="1154320" y="4413854"/>
                </a:cubicBezTo>
                <a:cubicBezTo>
                  <a:pt x="1153692" y="4411215"/>
                  <a:pt x="1154382" y="4409095"/>
                  <a:pt x="1157143" y="4407797"/>
                </a:cubicBezTo>
                <a:cubicBezTo>
                  <a:pt x="1159905" y="4406499"/>
                  <a:pt x="1164737" y="4406023"/>
                  <a:pt x="1172519" y="4406628"/>
                </a:cubicBezTo>
                <a:close/>
                <a:moveTo>
                  <a:pt x="398615" y="4403989"/>
                </a:moveTo>
                <a:cubicBezTo>
                  <a:pt x="399180" y="4404119"/>
                  <a:pt x="399681" y="4404465"/>
                  <a:pt x="400372" y="4405071"/>
                </a:cubicBezTo>
                <a:cubicBezTo>
                  <a:pt x="401062" y="4405677"/>
                  <a:pt x="401941" y="4406542"/>
                  <a:pt x="403446" y="4407797"/>
                </a:cubicBezTo>
                <a:cubicBezTo>
                  <a:pt x="400434" y="4408186"/>
                  <a:pt x="398426" y="4408446"/>
                  <a:pt x="397046" y="4408619"/>
                </a:cubicBezTo>
                <a:cubicBezTo>
                  <a:pt x="395665" y="4408749"/>
                  <a:pt x="394849" y="4408792"/>
                  <a:pt x="394222" y="4408619"/>
                </a:cubicBezTo>
                <a:lnTo>
                  <a:pt x="394222" y="4408576"/>
                </a:lnTo>
                <a:cubicBezTo>
                  <a:pt x="393657" y="4408402"/>
                  <a:pt x="393280" y="4408056"/>
                  <a:pt x="392715" y="4407494"/>
                </a:cubicBezTo>
                <a:cubicBezTo>
                  <a:pt x="392150" y="4406931"/>
                  <a:pt x="391461" y="4406110"/>
                  <a:pt x="390268" y="4404985"/>
                </a:cubicBezTo>
                <a:cubicBezTo>
                  <a:pt x="392967" y="4404638"/>
                  <a:pt x="394723" y="4404292"/>
                  <a:pt x="395979" y="4404119"/>
                </a:cubicBezTo>
                <a:cubicBezTo>
                  <a:pt x="397234" y="4403946"/>
                  <a:pt x="397987" y="4403860"/>
                  <a:pt x="398615" y="4403989"/>
                </a:cubicBezTo>
                <a:close/>
                <a:moveTo>
                  <a:pt x="892875" y="4402431"/>
                </a:moveTo>
                <a:cubicBezTo>
                  <a:pt x="895889" y="4405027"/>
                  <a:pt x="898838" y="4407624"/>
                  <a:pt x="901787" y="4410177"/>
                </a:cubicBezTo>
                <a:cubicBezTo>
                  <a:pt x="904737" y="4412729"/>
                  <a:pt x="907687" y="4415282"/>
                  <a:pt x="910575" y="4417791"/>
                </a:cubicBezTo>
                <a:cubicBezTo>
                  <a:pt x="913460" y="4420345"/>
                  <a:pt x="916347" y="4422854"/>
                  <a:pt x="919233" y="4425320"/>
                </a:cubicBezTo>
                <a:cubicBezTo>
                  <a:pt x="922121" y="4427830"/>
                  <a:pt x="924944" y="4430296"/>
                  <a:pt x="927768" y="4432719"/>
                </a:cubicBezTo>
                <a:cubicBezTo>
                  <a:pt x="925948" y="4442584"/>
                  <a:pt x="925070" y="4450157"/>
                  <a:pt x="924003" y="4456041"/>
                </a:cubicBezTo>
                <a:cubicBezTo>
                  <a:pt x="922936" y="4461925"/>
                  <a:pt x="921618" y="4466123"/>
                  <a:pt x="918920" y="4469282"/>
                </a:cubicBezTo>
                <a:cubicBezTo>
                  <a:pt x="916221" y="4472440"/>
                  <a:pt x="912079" y="4474517"/>
                  <a:pt x="905302" y="4476117"/>
                </a:cubicBezTo>
                <a:cubicBezTo>
                  <a:pt x="898523" y="4477719"/>
                  <a:pt x="889111" y="4478887"/>
                  <a:pt x="875869" y="4480142"/>
                </a:cubicBezTo>
                <a:cubicBezTo>
                  <a:pt x="869342" y="4478282"/>
                  <a:pt x="862565" y="4476550"/>
                  <a:pt x="855912" y="4474690"/>
                </a:cubicBezTo>
                <a:lnTo>
                  <a:pt x="855912" y="4474646"/>
                </a:lnTo>
                <a:cubicBezTo>
                  <a:pt x="849323" y="4472786"/>
                  <a:pt x="842860" y="4470796"/>
                  <a:pt x="837024" y="4468373"/>
                </a:cubicBezTo>
                <a:cubicBezTo>
                  <a:pt x="831251" y="4465950"/>
                  <a:pt x="826043" y="4463094"/>
                  <a:pt x="821901" y="4459546"/>
                </a:cubicBezTo>
                <a:cubicBezTo>
                  <a:pt x="817822" y="4455998"/>
                  <a:pt x="814747" y="4451715"/>
                  <a:pt x="813241" y="4446436"/>
                </a:cubicBezTo>
                <a:cubicBezTo>
                  <a:pt x="819265" y="4449119"/>
                  <a:pt x="825478" y="4451282"/>
                  <a:pt x="831942" y="4453056"/>
                </a:cubicBezTo>
                <a:cubicBezTo>
                  <a:pt x="838342" y="4454829"/>
                  <a:pt x="844994" y="4456215"/>
                  <a:pt x="851834" y="4457382"/>
                </a:cubicBezTo>
                <a:cubicBezTo>
                  <a:pt x="858674" y="4458550"/>
                  <a:pt x="865701" y="4459503"/>
                  <a:pt x="872919" y="4460368"/>
                </a:cubicBezTo>
                <a:cubicBezTo>
                  <a:pt x="880136" y="4461233"/>
                  <a:pt x="887543" y="4462055"/>
                  <a:pt x="895197" y="4463007"/>
                </a:cubicBezTo>
                <a:cubicBezTo>
                  <a:pt x="896013" y="4459806"/>
                  <a:pt x="897081" y="4456646"/>
                  <a:pt x="897770" y="4453229"/>
                </a:cubicBezTo>
                <a:cubicBezTo>
                  <a:pt x="898462" y="4449811"/>
                  <a:pt x="898774" y="4446090"/>
                  <a:pt x="898147" y="4441762"/>
                </a:cubicBezTo>
                <a:cubicBezTo>
                  <a:pt x="897520" y="4437436"/>
                  <a:pt x="895889" y="4432460"/>
                  <a:pt x="892624" y="4426489"/>
                </a:cubicBezTo>
                <a:lnTo>
                  <a:pt x="877948" y="4405906"/>
                </a:lnTo>
                <a:lnTo>
                  <a:pt x="876496" y="4406239"/>
                </a:lnTo>
                <a:lnTo>
                  <a:pt x="876747" y="4406023"/>
                </a:lnTo>
                <a:lnTo>
                  <a:pt x="876999" y="4405806"/>
                </a:lnTo>
                <a:lnTo>
                  <a:pt x="877250" y="4405590"/>
                </a:lnTo>
                <a:lnTo>
                  <a:pt x="877374" y="4405634"/>
                </a:lnTo>
                <a:lnTo>
                  <a:pt x="877626" y="4405417"/>
                </a:lnTo>
                <a:lnTo>
                  <a:pt x="877925" y="4405795"/>
                </a:lnTo>
                <a:lnTo>
                  <a:pt x="879947" y="4405331"/>
                </a:lnTo>
                <a:cubicBezTo>
                  <a:pt x="881203" y="4405027"/>
                  <a:pt x="882458" y="4404768"/>
                  <a:pt x="883776" y="4404465"/>
                </a:cubicBezTo>
                <a:cubicBezTo>
                  <a:pt x="885094" y="4404162"/>
                  <a:pt x="886474" y="4403860"/>
                  <a:pt x="887981" y="4403513"/>
                </a:cubicBezTo>
                <a:cubicBezTo>
                  <a:pt x="889487" y="4403166"/>
                  <a:pt x="891119" y="4402820"/>
                  <a:pt x="892875" y="4402431"/>
                </a:cubicBezTo>
                <a:close/>
                <a:moveTo>
                  <a:pt x="517671" y="4400917"/>
                </a:moveTo>
                <a:cubicBezTo>
                  <a:pt x="512651" y="4400701"/>
                  <a:pt x="509703" y="4401221"/>
                  <a:pt x="508133" y="4402216"/>
                </a:cubicBezTo>
                <a:cubicBezTo>
                  <a:pt x="506565" y="4403211"/>
                  <a:pt x="506440" y="4404638"/>
                  <a:pt x="506941" y="4406153"/>
                </a:cubicBezTo>
                <a:cubicBezTo>
                  <a:pt x="507444" y="4407667"/>
                  <a:pt x="508698" y="4409268"/>
                  <a:pt x="509827" y="4410610"/>
                </a:cubicBezTo>
                <a:cubicBezTo>
                  <a:pt x="510957" y="4411951"/>
                  <a:pt x="512086" y="4413033"/>
                  <a:pt x="512463" y="4413509"/>
                </a:cubicBezTo>
                <a:cubicBezTo>
                  <a:pt x="518613" y="4412600"/>
                  <a:pt x="522568" y="4411388"/>
                  <a:pt x="524826" y="4410091"/>
                </a:cubicBezTo>
                <a:lnTo>
                  <a:pt x="524826" y="4410047"/>
                </a:lnTo>
                <a:cubicBezTo>
                  <a:pt x="527086" y="4408706"/>
                  <a:pt x="527714" y="4407321"/>
                  <a:pt x="527337" y="4405980"/>
                </a:cubicBezTo>
                <a:cubicBezTo>
                  <a:pt x="526960" y="4404638"/>
                  <a:pt x="525580" y="4403427"/>
                  <a:pt x="523760" y="4402519"/>
                </a:cubicBezTo>
                <a:cubicBezTo>
                  <a:pt x="521939" y="4401610"/>
                  <a:pt x="519680" y="4401004"/>
                  <a:pt x="517671" y="4400917"/>
                </a:cubicBezTo>
                <a:close/>
                <a:moveTo>
                  <a:pt x="947662" y="4399360"/>
                </a:moveTo>
                <a:cubicBezTo>
                  <a:pt x="950299" y="4396893"/>
                  <a:pt x="955820" y="4396721"/>
                  <a:pt x="964920" y="4400614"/>
                </a:cubicBezTo>
                <a:cubicBezTo>
                  <a:pt x="970632" y="4403038"/>
                  <a:pt x="973708" y="4404768"/>
                  <a:pt x="975716" y="4406110"/>
                </a:cubicBezTo>
                <a:cubicBezTo>
                  <a:pt x="977786" y="4407451"/>
                  <a:pt x="978789" y="4408446"/>
                  <a:pt x="980359" y="4409355"/>
                </a:cubicBezTo>
                <a:cubicBezTo>
                  <a:pt x="981928" y="4410306"/>
                  <a:pt x="984123" y="4411172"/>
                  <a:pt x="988454" y="4412384"/>
                </a:cubicBezTo>
                <a:cubicBezTo>
                  <a:pt x="992848" y="4413595"/>
                  <a:pt x="999374" y="4415066"/>
                  <a:pt x="1009666" y="4417230"/>
                </a:cubicBezTo>
                <a:cubicBezTo>
                  <a:pt x="1007406" y="4417706"/>
                  <a:pt x="1005274" y="4418181"/>
                  <a:pt x="1003140" y="4418657"/>
                </a:cubicBezTo>
                <a:cubicBezTo>
                  <a:pt x="1001006" y="4419134"/>
                  <a:pt x="998935" y="4419609"/>
                  <a:pt x="996927" y="4420042"/>
                </a:cubicBezTo>
                <a:cubicBezTo>
                  <a:pt x="994856" y="4420518"/>
                  <a:pt x="992910" y="4420951"/>
                  <a:pt x="990902" y="4421384"/>
                </a:cubicBezTo>
                <a:cubicBezTo>
                  <a:pt x="988894" y="4421816"/>
                  <a:pt x="986947" y="4422248"/>
                  <a:pt x="984939" y="4422681"/>
                </a:cubicBezTo>
                <a:cubicBezTo>
                  <a:pt x="984500" y="4423719"/>
                  <a:pt x="983999" y="4424715"/>
                  <a:pt x="983558" y="4425754"/>
                </a:cubicBezTo>
                <a:cubicBezTo>
                  <a:pt x="983120" y="4426748"/>
                  <a:pt x="982617" y="4427787"/>
                  <a:pt x="982179" y="4428782"/>
                </a:cubicBezTo>
                <a:cubicBezTo>
                  <a:pt x="981676" y="4429777"/>
                  <a:pt x="981237" y="4430773"/>
                  <a:pt x="980797" y="4431768"/>
                </a:cubicBezTo>
                <a:cubicBezTo>
                  <a:pt x="980359" y="4432763"/>
                  <a:pt x="979920" y="4433759"/>
                  <a:pt x="979481" y="4434710"/>
                </a:cubicBezTo>
                <a:cubicBezTo>
                  <a:pt x="972138" y="4434710"/>
                  <a:pt x="965234" y="4431594"/>
                  <a:pt x="959649" y="4427181"/>
                </a:cubicBezTo>
                <a:cubicBezTo>
                  <a:pt x="954063" y="4422768"/>
                  <a:pt x="949734" y="4417056"/>
                  <a:pt x="947474" y="4411821"/>
                </a:cubicBezTo>
                <a:cubicBezTo>
                  <a:pt x="945215" y="4406585"/>
                  <a:pt x="945027" y="4401826"/>
                  <a:pt x="947662" y="4399360"/>
                </a:cubicBezTo>
                <a:close/>
                <a:moveTo>
                  <a:pt x="1017885" y="4388369"/>
                </a:moveTo>
                <a:lnTo>
                  <a:pt x="1014810" y="4394427"/>
                </a:lnTo>
                <a:cubicBezTo>
                  <a:pt x="1012424" y="4394946"/>
                  <a:pt x="1009224" y="4394081"/>
                  <a:pt x="1006966" y="4392869"/>
                </a:cubicBezTo>
                <a:cubicBezTo>
                  <a:pt x="1004706" y="4391614"/>
                  <a:pt x="1003451" y="4390014"/>
                  <a:pt x="1004831" y="4388974"/>
                </a:cubicBezTo>
                <a:close/>
                <a:moveTo>
                  <a:pt x="1020081" y="4386811"/>
                </a:moveTo>
                <a:cubicBezTo>
                  <a:pt x="1019954" y="4386984"/>
                  <a:pt x="1019704" y="4387374"/>
                  <a:pt x="1019704" y="4387374"/>
                </a:cubicBezTo>
                <a:lnTo>
                  <a:pt x="1019642" y="4387374"/>
                </a:lnTo>
                <a:cubicBezTo>
                  <a:pt x="1019391" y="4387720"/>
                  <a:pt x="1019139" y="4388109"/>
                  <a:pt x="1018888" y="4388456"/>
                </a:cubicBezTo>
                <a:lnTo>
                  <a:pt x="1017885" y="4388369"/>
                </a:lnTo>
                <a:lnTo>
                  <a:pt x="1017883" y="4388369"/>
                </a:lnTo>
                <a:cubicBezTo>
                  <a:pt x="1017883" y="4388238"/>
                  <a:pt x="1017883" y="4388109"/>
                  <a:pt x="1017883" y="4387979"/>
                </a:cubicBezTo>
                <a:cubicBezTo>
                  <a:pt x="1018888" y="4387460"/>
                  <a:pt x="1019515" y="4387113"/>
                  <a:pt x="1020081" y="4386811"/>
                </a:cubicBezTo>
                <a:close/>
                <a:moveTo>
                  <a:pt x="1021964" y="4384043"/>
                </a:moveTo>
                <a:cubicBezTo>
                  <a:pt x="1021838" y="4384605"/>
                  <a:pt x="1021776" y="4384994"/>
                  <a:pt x="1021776" y="4385254"/>
                </a:cubicBezTo>
                <a:cubicBezTo>
                  <a:pt x="1021712" y="4385557"/>
                  <a:pt x="1021524" y="4385903"/>
                  <a:pt x="1021524" y="4385903"/>
                </a:cubicBezTo>
                <a:lnTo>
                  <a:pt x="1021524" y="4385860"/>
                </a:lnTo>
                <a:cubicBezTo>
                  <a:pt x="1021335" y="4386032"/>
                  <a:pt x="1021023" y="4386250"/>
                  <a:pt x="1020457" y="4386552"/>
                </a:cubicBezTo>
                <a:cubicBezTo>
                  <a:pt x="1020394" y="4386639"/>
                  <a:pt x="1020207" y="4386682"/>
                  <a:pt x="1020081" y="4386768"/>
                </a:cubicBezTo>
                <a:cubicBezTo>
                  <a:pt x="1020207" y="4386552"/>
                  <a:pt x="1020331" y="4386379"/>
                  <a:pt x="1020457" y="4386206"/>
                </a:cubicBezTo>
                <a:cubicBezTo>
                  <a:pt x="1020707" y="4385860"/>
                  <a:pt x="1020959" y="4385471"/>
                  <a:pt x="1021210" y="4385125"/>
                </a:cubicBezTo>
                <a:cubicBezTo>
                  <a:pt x="1021461" y="4384778"/>
                  <a:pt x="1021712" y="4384389"/>
                  <a:pt x="1021964" y="4384043"/>
                </a:cubicBezTo>
                <a:close/>
                <a:moveTo>
                  <a:pt x="746155" y="4373572"/>
                </a:moveTo>
                <a:cubicBezTo>
                  <a:pt x="746782" y="4373355"/>
                  <a:pt x="747974" y="4373485"/>
                  <a:pt x="749607" y="4373874"/>
                </a:cubicBezTo>
                <a:cubicBezTo>
                  <a:pt x="751238" y="4374307"/>
                  <a:pt x="753372" y="4374999"/>
                  <a:pt x="755944" y="4375951"/>
                </a:cubicBezTo>
                <a:cubicBezTo>
                  <a:pt x="755380" y="4376211"/>
                  <a:pt x="754877" y="4376427"/>
                  <a:pt x="754312" y="4376686"/>
                </a:cubicBezTo>
                <a:lnTo>
                  <a:pt x="754312" y="4376643"/>
                </a:lnTo>
                <a:cubicBezTo>
                  <a:pt x="753747" y="4376903"/>
                  <a:pt x="753246" y="4377119"/>
                  <a:pt x="752681" y="4377378"/>
                </a:cubicBezTo>
                <a:cubicBezTo>
                  <a:pt x="752116" y="4377639"/>
                  <a:pt x="751615" y="4377855"/>
                  <a:pt x="751050" y="4378114"/>
                </a:cubicBezTo>
                <a:cubicBezTo>
                  <a:pt x="750547" y="4378374"/>
                  <a:pt x="749982" y="4378590"/>
                  <a:pt x="749418" y="4378850"/>
                </a:cubicBezTo>
                <a:cubicBezTo>
                  <a:pt x="747597" y="4377249"/>
                  <a:pt x="746469" y="4376038"/>
                  <a:pt x="745966" y="4375172"/>
                </a:cubicBezTo>
                <a:cubicBezTo>
                  <a:pt x="745401" y="4374307"/>
                  <a:pt x="745528" y="4373788"/>
                  <a:pt x="746155" y="4373572"/>
                </a:cubicBezTo>
                <a:close/>
                <a:moveTo>
                  <a:pt x="2664146" y="4373398"/>
                </a:moveTo>
                <a:cubicBezTo>
                  <a:pt x="2664585" y="4373572"/>
                  <a:pt x="2664962" y="4373788"/>
                  <a:pt x="2665401" y="4373961"/>
                </a:cubicBezTo>
                <a:cubicBezTo>
                  <a:pt x="2665841" y="4374133"/>
                  <a:pt x="2666217" y="4374350"/>
                  <a:pt x="2666657" y="4374523"/>
                </a:cubicBezTo>
                <a:lnTo>
                  <a:pt x="2666657" y="4374566"/>
                </a:lnTo>
                <a:cubicBezTo>
                  <a:pt x="2667096" y="4374739"/>
                  <a:pt x="2667473" y="4374956"/>
                  <a:pt x="2667912" y="4375128"/>
                </a:cubicBezTo>
                <a:cubicBezTo>
                  <a:pt x="2668351" y="4375302"/>
                  <a:pt x="2668727" y="4375518"/>
                  <a:pt x="2669166" y="4375692"/>
                </a:cubicBezTo>
                <a:cubicBezTo>
                  <a:pt x="2668790" y="4375778"/>
                  <a:pt x="2668414" y="4375864"/>
                  <a:pt x="2668037" y="4375951"/>
                </a:cubicBezTo>
                <a:cubicBezTo>
                  <a:pt x="2667661" y="4376037"/>
                  <a:pt x="2667284" y="4376124"/>
                  <a:pt x="2666908" y="4376211"/>
                </a:cubicBezTo>
                <a:cubicBezTo>
                  <a:pt x="2666531" y="4376297"/>
                  <a:pt x="2666154" y="4376384"/>
                  <a:pt x="2665778" y="4376470"/>
                </a:cubicBezTo>
                <a:cubicBezTo>
                  <a:pt x="2665401" y="4376557"/>
                  <a:pt x="2665024" y="4376643"/>
                  <a:pt x="2664649" y="4376730"/>
                </a:cubicBezTo>
                <a:cubicBezTo>
                  <a:pt x="2663770" y="4376340"/>
                  <a:pt x="2663080" y="4376081"/>
                  <a:pt x="2662577" y="4375907"/>
                </a:cubicBezTo>
                <a:cubicBezTo>
                  <a:pt x="2662076" y="4375692"/>
                  <a:pt x="2661762" y="4375605"/>
                  <a:pt x="2661762" y="4375432"/>
                </a:cubicBezTo>
                <a:cubicBezTo>
                  <a:pt x="2661699" y="4375258"/>
                  <a:pt x="2661887" y="4375086"/>
                  <a:pt x="2662264" y="4374782"/>
                </a:cubicBezTo>
                <a:cubicBezTo>
                  <a:pt x="2662640" y="4374480"/>
                  <a:pt x="2663268" y="4374047"/>
                  <a:pt x="2664146" y="4373398"/>
                </a:cubicBezTo>
                <a:close/>
                <a:moveTo>
                  <a:pt x="959245" y="4368747"/>
                </a:moveTo>
                <a:lnTo>
                  <a:pt x="959274" y="4368768"/>
                </a:lnTo>
                <a:lnTo>
                  <a:pt x="959210" y="4368768"/>
                </a:lnTo>
                <a:close/>
                <a:moveTo>
                  <a:pt x="2818650" y="4350119"/>
                </a:moveTo>
                <a:cubicBezTo>
                  <a:pt x="2819089" y="4350075"/>
                  <a:pt x="2819717" y="4350206"/>
                  <a:pt x="2820721" y="4350465"/>
                </a:cubicBezTo>
                <a:cubicBezTo>
                  <a:pt x="2821725" y="4350769"/>
                  <a:pt x="2823169" y="4351200"/>
                  <a:pt x="2825239" y="4351894"/>
                </a:cubicBezTo>
                <a:cubicBezTo>
                  <a:pt x="2824863" y="4351979"/>
                  <a:pt x="2824486" y="4352023"/>
                  <a:pt x="2824111" y="4352110"/>
                </a:cubicBezTo>
                <a:cubicBezTo>
                  <a:pt x="2823734" y="4352196"/>
                  <a:pt x="2823357" y="4352240"/>
                  <a:pt x="2822981" y="4352325"/>
                </a:cubicBezTo>
                <a:cubicBezTo>
                  <a:pt x="2822604" y="4352412"/>
                  <a:pt x="2822227" y="4352456"/>
                  <a:pt x="2821851" y="4352542"/>
                </a:cubicBezTo>
                <a:cubicBezTo>
                  <a:pt x="2821474" y="4352629"/>
                  <a:pt x="2821097" y="4352672"/>
                  <a:pt x="2820721" y="4352758"/>
                </a:cubicBezTo>
                <a:cubicBezTo>
                  <a:pt x="2820345" y="4352672"/>
                  <a:pt x="2819969" y="4352542"/>
                  <a:pt x="2819592" y="4352456"/>
                </a:cubicBezTo>
                <a:cubicBezTo>
                  <a:pt x="2819215" y="4352369"/>
                  <a:pt x="2818839" y="4352240"/>
                  <a:pt x="2818462" y="4352153"/>
                </a:cubicBezTo>
                <a:lnTo>
                  <a:pt x="2818524" y="4352110"/>
                </a:lnTo>
                <a:cubicBezTo>
                  <a:pt x="2818148" y="4352023"/>
                  <a:pt x="2817772" y="4351894"/>
                  <a:pt x="2817396" y="4351807"/>
                </a:cubicBezTo>
                <a:cubicBezTo>
                  <a:pt x="2817019" y="4351720"/>
                  <a:pt x="2816642" y="4351590"/>
                  <a:pt x="2816266" y="4351504"/>
                </a:cubicBezTo>
                <a:cubicBezTo>
                  <a:pt x="2816955" y="4351158"/>
                  <a:pt x="2817332" y="4350811"/>
                  <a:pt x="2817646" y="4350552"/>
                </a:cubicBezTo>
                <a:cubicBezTo>
                  <a:pt x="2817959" y="4350336"/>
                  <a:pt x="2818211" y="4350119"/>
                  <a:pt x="2818650" y="4350119"/>
                </a:cubicBezTo>
                <a:close/>
                <a:moveTo>
                  <a:pt x="1012488" y="4349644"/>
                </a:moveTo>
                <a:cubicBezTo>
                  <a:pt x="1016128" y="4349514"/>
                  <a:pt x="1020019" y="4349557"/>
                  <a:pt x="1023972" y="4349644"/>
                </a:cubicBezTo>
                <a:cubicBezTo>
                  <a:pt x="1021714" y="4351287"/>
                  <a:pt x="1019391" y="4352759"/>
                  <a:pt x="1016881" y="4353970"/>
                </a:cubicBezTo>
                <a:cubicBezTo>
                  <a:pt x="1014371" y="4355182"/>
                  <a:pt x="1011672" y="4356220"/>
                  <a:pt x="1008786" y="4357086"/>
                </a:cubicBezTo>
                <a:cubicBezTo>
                  <a:pt x="1005836" y="4357951"/>
                  <a:pt x="1002698" y="4358643"/>
                  <a:pt x="999247" y="4359206"/>
                </a:cubicBezTo>
                <a:cubicBezTo>
                  <a:pt x="995795" y="4359725"/>
                  <a:pt x="991967" y="4360157"/>
                  <a:pt x="987824" y="4360461"/>
                </a:cubicBezTo>
                <a:cubicBezTo>
                  <a:pt x="989394" y="4357561"/>
                  <a:pt x="991465" y="4355441"/>
                  <a:pt x="993913" y="4353883"/>
                </a:cubicBezTo>
                <a:lnTo>
                  <a:pt x="993913" y="4353927"/>
                </a:lnTo>
                <a:cubicBezTo>
                  <a:pt x="996360" y="4352369"/>
                  <a:pt x="999184" y="4351331"/>
                  <a:pt x="1002322" y="4350682"/>
                </a:cubicBezTo>
                <a:cubicBezTo>
                  <a:pt x="1005460" y="4350033"/>
                  <a:pt x="1008848" y="4349773"/>
                  <a:pt x="1012488" y="4349644"/>
                </a:cubicBezTo>
                <a:close/>
                <a:moveTo>
                  <a:pt x="964419" y="4343543"/>
                </a:moveTo>
                <a:cubicBezTo>
                  <a:pt x="971070" y="4351851"/>
                  <a:pt x="972012" y="4358124"/>
                  <a:pt x="970129" y="4362322"/>
                </a:cubicBezTo>
                <a:lnTo>
                  <a:pt x="959245" y="4368747"/>
                </a:lnTo>
                <a:lnTo>
                  <a:pt x="951176" y="4362235"/>
                </a:lnTo>
                <a:cubicBezTo>
                  <a:pt x="951113" y="4358038"/>
                  <a:pt x="954566" y="4351807"/>
                  <a:pt x="964419" y="4343543"/>
                </a:cubicBezTo>
                <a:close/>
                <a:moveTo>
                  <a:pt x="965422" y="4342548"/>
                </a:moveTo>
                <a:cubicBezTo>
                  <a:pt x="964982" y="4342851"/>
                  <a:pt x="964668" y="4343153"/>
                  <a:pt x="964294" y="4343500"/>
                </a:cubicBezTo>
                <a:cubicBezTo>
                  <a:pt x="964167" y="4343369"/>
                  <a:pt x="963979" y="4343067"/>
                  <a:pt x="963979" y="4343067"/>
                </a:cubicBezTo>
                <a:lnTo>
                  <a:pt x="964355" y="4342937"/>
                </a:lnTo>
                <a:lnTo>
                  <a:pt x="964731" y="4342807"/>
                </a:lnTo>
                <a:lnTo>
                  <a:pt x="965109" y="4342677"/>
                </a:lnTo>
                <a:lnTo>
                  <a:pt x="965045" y="4342677"/>
                </a:lnTo>
                <a:close/>
                <a:moveTo>
                  <a:pt x="374960" y="4338437"/>
                </a:moveTo>
                <a:cubicBezTo>
                  <a:pt x="379291" y="4338437"/>
                  <a:pt x="381738" y="4339129"/>
                  <a:pt x="382930" y="4340254"/>
                </a:cubicBezTo>
                <a:lnTo>
                  <a:pt x="382930" y="4340211"/>
                </a:lnTo>
                <a:cubicBezTo>
                  <a:pt x="384123" y="4341336"/>
                  <a:pt x="384060" y="4342850"/>
                  <a:pt x="383369" y="4344450"/>
                </a:cubicBezTo>
                <a:cubicBezTo>
                  <a:pt x="382742" y="4346008"/>
                  <a:pt x="381487" y="4347653"/>
                  <a:pt x="380295" y="4349037"/>
                </a:cubicBezTo>
                <a:cubicBezTo>
                  <a:pt x="379102" y="4350422"/>
                  <a:pt x="377972" y="4351504"/>
                  <a:pt x="377596" y="4351979"/>
                </a:cubicBezTo>
                <a:cubicBezTo>
                  <a:pt x="376279" y="4351071"/>
                  <a:pt x="374145" y="4349773"/>
                  <a:pt x="371948" y="4348345"/>
                </a:cubicBezTo>
                <a:cubicBezTo>
                  <a:pt x="369814" y="4346917"/>
                  <a:pt x="367618" y="4345360"/>
                  <a:pt x="366300" y="4343888"/>
                </a:cubicBezTo>
                <a:cubicBezTo>
                  <a:pt x="364919" y="4342418"/>
                  <a:pt x="364418" y="4341076"/>
                  <a:pt x="365610" y="4340081"/>
                </a:cubicBezTo>
                <a:cubicBezTo>
                  <a:pt x="366802" y="4339086"/>
                  <a:pt x="369626" y="4338437"/>
                  <a:pt x="374960" y="4338437"/>
                </a:cubicBezTo>
                <a:close/>
                <a:moveTo>
                  <a:pt x="2910583" y="4335842"/>
                </a:moveTo>
                <a:lnTo>
                  <a:pt x="2933430" y="4336187"/>
                </a:lnTo>
                <a:cubicBezTo>
                  <a:pt x="2941713" y="4336923"/>
                  <a:pt x="2950374" y="4338264"/>
                  <a:pt x="2958532" y="4340168"/>
                </a:cubicBezTo>
                <a:cubicBezTo>
                  <a:pt x="2952131" y="4340861"/>
                  <a:pt x="2945981" y="4341553"/>
                  <a:pt x="2940144" y="4342202"/>
                </a:cubicBezTo>
                <a:cubicBezTo>
                  <a:pt x="2934309" y="4342895"/>
                  <a:pt x="2928661" y="4343500"/>
                  <a:pt x="2923201" y="4344105"/>
                </a:cubicBezTo>
                <a:cubicBezTo>
                  <a:pt x="2917742" y="4344712"/>
                  <a:pt x="2912407" y="4345317"/>
                  <a:pt x="2907198" y="4345880"/>
                </a:cubicBezTo>
                <a:cubicBezTo>
                  <a:pt x="2901989" y="4346442"/>
                  <a:pt x="2896843" y="4347048"/>
                  <a:pt x="2891635" y="4347611"/>
                </a:cubicBezTo>
                <a:cubicBezTo>
                  <a:pt x="2890066" y="4344149"/>
                  <a:pt x="2891447" y="4341466"/>
                  <a:pt x="2894898" y="4339519"/>
                </a:cubicBezTo>
                <a:close/>
                <a:moveTo>
                  <a:pt x="2910524" y="4335841"/>
                </a:moveTo>
                <a:lnTo>
                  <a:pt x="2910587" y="4335841"/>
                </a:lnTo>
                <a:lnTo>
                  <a:pt x="2910583" y="4335842"/>
                </a:lnTo>
                <a:close/>
                <a:moveTo>
                  <a:pt x="2997314" y="4334023"/>
                </a:moveTo>
                <a:cubicBezTo>
                  <a:pt x="2997879" y="4334066"/>
                  <a:pt x="2998507" y="4334153"/>
                  <a:pt x="2999072" y="4334196"/>
                </a:cubicBezTo>
                <a:cubicBezTo>
                  <a:pt x="2999637" y="4334240"/>
                  <a:pt x="3000264" y="4334326"/>
                  <a:pt x="3000829" y="4334369"/>
                </a:cubicBezTo>
                <a:lnTo>
                  <a:pt x="3000891" y="4334369"/>
                </a:lnTo>
                <a:cubicBezTo>
                  <a:pt x="3001456" y="4334412"/>
                  <a:pt x="3002084" y="4334499"/>
                  <a:pt x="3002649" y="4334543"/>
                </a:cubicBezTo>
                <a:cubicBezTo>
                  <a:pt x="3003214" y="4334586"/>
                  <a:pt x="3003841" y="4334673"/>
                  <a:pt x="3004406" y="4334715"/>
                </a:cubicBezTo>
                <a:cubicBezTo>
                  <a:pt x="3003150" y="4334975"/>
                  <a:pt x="3002334" y="4335191"/>
                  <a:pt x="3001707" y="4335321"/>
                </a:cubicBezTo>
                <a:cubicBezTo>
                  <a:pt x="3001080" y="4335451"/>
                  <a:pt x="3000703" y="4335451"/>
                  <a:pt x="3000389" y="4335451"/>
                </a:cubicBezTo>
                <a:cubicBezTo>
                  <a:pt x="3000076" y="4335408"/>
                  <a:pt x="2999761" y="4335278"/>
                  <a:pt x="2999322" y="4335062"/>
                </a:cubicBezTo>
                <a:cubicBezTo>
                  <a:pt x="2998883" y="4334802"/>
                  <a:pt x="2998256" y="4334499"/>
                  <a:pt x="2997314" y="4334023"/>
                </a:cubicBezTo>
                <a:close/>
                <a:moveTo>
                  <a:pt x="904361" y="4327144"/>
                </a:moveTo>
                <a:cubicBezTo>
                  <a:pt x="909884" y="4327058"/>
                  <a:pt x="914842" y="4327490"/>
                  <a:pt x="918167" y="4328918"/>
                </a:cubicBezTo>
                <a:cubicBezTo>
                  <a:pt x="921492" y="4330303"/>
                  <a:pt x="923188" y="4332683"/>
                  <a:pt x="922246" y="4336490"/>
                </a:cubicBezTo>
                <a:cubicBezTo>
                  <a:pt x="921618" y="4339043"/>
                  <a:pt x="919234" y="4340211"/>
                  <a:pt x="915719" y="4340514"/>
                </a:cubicBezTo>
                <a:cubicBezTo>
                  <a:pt x="912269" y="4340773"/>
                  <a:pt x="907623" y="4340168"/>
                  <a:pt x="902603" y="4339086"/>
                </a:cubicBezTo>
                <a:cubicBezTo>
                  <a:pt x="897584" y="4338005"/>
                  <a:pt x="892060" y="4336447"/>
                  <a:pt x="886789" y="4334846"/>
                </a:cubicBezTo>
                <a:cubicBezTo>
                  <a:pt x="881517" y="4333245"/>
                  <a:pt x="876434" y="4331601"/>
                  <a:pt x="872228" y="4330346"/>
                </a:cubicBezTo>
                <a:cubicBezTo>
                  <a:pt x="875995" y="4329956"/>
                  <a:pt x="881267" y="4329221"/>
                  <a:pt x="886977" y="4328529"/>
                </a:cubicBezTo>
                <a:cubicBezTo>
                  <a:pt x="892688" y="4327837"/>
                  <a:pt x="898839" y="4327230"/>
                  <a:pt x="904361" y="4327144"/>
                </a:cubicBezTo>
                <a:close/>
                <a:moveTo>
                  <a:pt x="1012863" y="4325413"/>
                </a:moveTo>
                <a:lnTo>
                  <a:pt x="1013177" y="4326019"/>
                </a:lnTo>
                <a:lnTo>
                  <a:pt x="1013491" y="4326625"/>
                </a:lnTo>
                <a:lnTo>
                  <a:pt x="1013804" y="4327230"/>
                </a:lnTo>
                <a:lnTo>
                  <a:pt x="1014118" y="4327837"/>
                </a:lnTo>
                <a:lnTo>
                  <a:pt x="1013177" y="4327706"/>
                </a:lnTo>
                <a:lnTo>
                  <a:pt x="1012297" y="4327619"/>
                </a:lnTo>
                <a:lnTo>
                  <a:pt x="1011357" y="4327534"/>
                </a:lnTo>
                <a:lnTo>
                  <a:pt x="1010416" y="4327447"/>
                </a:lnTo>
                <a:lnTo>
                  <a:pt x="1011044" y="4326927"/>
                </a:lnTo>
                <a:lnTo>
                  <a:pt x="1011609" y="4326409"/>
                </a:lnTo>
                <a:lnTo>
                  <a:pt x="1012235" y="4325933"/>
                </a:lnTo>
                <a:close/>
                <a:moveTo>
                  <a:pt x="519178" y="4322472"/>
                </a:moveTo>
                <a:cubicBezTo>
                  <a:pt x="515224" y="4333375"/>
                  <a:pt x="512150" y="4341466"/>
                  <a:pt x="509890" y="4347654"/>
                </a:cubicBezTo>
                <a:cubicBezTo>
                  <a:pt x="507632" y="4353841"/>
                  <a:pt x="506126" y="4358038"/>
                  <a:pt x="505372" y="4361067"/>
                </a:cubicBezTo>
                <a:cubicBezTo>
                  <a:pt x="504620" y="4364096"/>
                  <a:pt x="504494" y="4366000"/>
                  <a:pt x="504996" y="4367471"/>
                </a:cubicBezTo>
                <a:cubicBezTo>
                  <a:pt x="505436" y="4368942"/>
                  <a:pt x="506565" y="4370067"/>
                  <a:pt x="508133" y="4371582"/>
                </a:cubicBezTo>
                <a:cubicBezTo>
                  <a:pt x="512965" y="4376211"/>
                  <a:pt x="518550" y="4377509"/>
                  <a:pt x="523509" y="4376341"/>
                </a:cubicBezTo>
                <a:cubicBezTo>
                  <a:pt x="528529" y="4375173"/>
                  <a:pt x="532922" y="4371538"/>
                  <a:pt x="535495" y="4366303"/>
                </a:cubicBezTo>
                <a:lnTo>
                  <a:pt x="535495" y="4366259"/>
                </a:lnTo>
                <a:cubicBezTo>
                  <a:pt x="538068" y="4361024"/>
                  <a:pt x="538884" y="4354144"/>
                  <a:pt x="536562" y="4346572"/>
                </a:cubicBezTo>
                <a:cubicBezTo>
                  <a:pt x="534240" y="4339000"/>
                  <a:pt x="528844" y="4330692"/>
                  <a:pt x="519178" y="4322472"/>
                </a:cubicBezTo>
                <a:close/>
                <a:moveTo>
                  <a:pt x="375212" y="4296639"/>
                </a:moveTo>
                <a:cubicBezTo>
                  <a:pt x="377284" y="4296467"/>
                  <a:pt x="379919" y="4296683"/>
                  <a:pt x="382429" y="4297505"/>
                </a:cubicBezTo>
                <a:lnTo>
                  <a:pt x="382429" y="4297549"/>
                </a:lnTo>
                <a:cubicBezTo>
                  <a:pt x="385003" y="4298371"/>
                  <a:pt x="387449" y="4299798"/>
                  <a:pt x="389333" y="4302092"/>
                </a:cubicBezTo>
                <a:cubicBezTo>
                  <a:pt x="391153" y="4304385"/>
                  <a:pt x="392469" y="4307500"/>
                  <a:pt x="392533" y="4311654"/>
                </a:cubicBezTo>
                <a:cubicBezTo>
                  <a:pt x="388329" y="4311481"/>
                  <a:pt x="384626" y="4310918"/>
                  <a:pt x="381488" y="4310096"/>
                </a:cubicBezTo>
                <a:cubicBezTo>
                  <a:pt x="378350" y="4309274"/>
                  <a:pt x="375841" y="4308149"/>
                  <a:pt x="373957" y="4306895"/>
                </a:cubicBezTo>
                <a:cubicBezTo>
                  <a:pt x="372075" y="4305639"/>
                  <a:pt x="370883" y="4304212"/>
                  <a:pt x="370380" y="4302697"/>
                </a:cubicBezTo>
                <a:cubicBezTo>
                  <a:pt x="369879" y="4301226"/>
                  <a:pt x="370067" y="4299668"/>
                  <a:pt x="371071" y="4298154"/>
                </a:cubicBezTo>
                <a:cubicBezTo>
                  <a:pt x="371573" y="4297375"/>
                  <a:pt x="373142" y="4296813"/>
                  <a:pt x="375212" y="4296639"/>
                </a:cubicBezTo>
                <a:close/>
                <a:moveTo>
                  <a:pt x="2681008" y="4291063"/>
                </a:moveTo>
                <a:lnTo>
                  <a:pt x="2687303" y="4291706"/>
                </a:lnTo>
                <a:cubicBezTo>
                  <a:pt x="2689499" y="4292183"/>
                  <a:pt x="2691758" y="4292918"/>
                  <a:pt x="2694143" y="4293784"/>
                </a:cubicBezTo>
                <a:cubicBezTo>
                  <a:pt x="2692700" y="4295471"/>
                  <a:pt x="2691131" y="4296683"/>
                  <a:pt x="2689374" y="4297505"/>
                </a:cubicBezTo>
                <a:cubicBezTo>
                  <a:pt x="2687679" y="4298327"/>
                  <a:pt x="2685797" y="4298803"/>
                  <a:pt x="2683789" y="4298889"/>
                </a:cubicBezTo>
                <a:cubicBezTo>
                  <a:pt x="2681781" y="4298976"/>
                  <a:pt x="2679647" y="4298760"/>
                  <a:pt x="2677450" y="4298284"/>
                </a:cubicBezTo>
                <a:cubicBezTo>
                  <a:pt x="2675254" y="4297808"/>
                  <a:pt x="2672932" y="4297029"/>
                  <a:pt x="2670547" y="4296034"/>
                </a:cubicBezTo>
                <a:cubicBezTo>
                  <a:pt x="2671990" y="4294346"/>
                  <a:pt x="2673621" y="4293135"/>
                  <a:pt x="2675379" y="4292356"/>
                </a:cubicBezTo>
                <a:close/>
                <a:moveTo>
                  <a:pt x="2680965" y="4291058"/>
                </a:moveTo>
                <a:lnTo>
                  <a:pt x="2681027" y="4291058"/>
                </a:lnTo>
                <a:lnTo>
                  <a:pt x="2681008" y="4291063"/>
                </a:lnTo>
                <a:close/>
                <a:moveTo>
                  <a:pt x="258807" y="4289284"/>
                </a:moveTo>
                <a:cubicBezTo>
                  <a:pt x="264266" y="4292703"/>
                  <a:pt x="268159" y="4302438"/>
                  <a:pt x="270982" y="4315159"/>
                </a:cubicBezTo>
                <a:cubicBezTo>
                  <a:pt x="273806" y="4327880"/>
                  <a:pt x="275500" y="4343586"/>
                  <a:pt x="276504" y="4358903"/>
                </a:cubicBezTo>
                <a:cubicBezTo>
                  <a:pt x="277508" y="4374220"/>
                  <a:pt x="277822" y="4389191"/>
                  <a:pt x="277947" y="4400441"/>
                </a:cubicBezTo>
                <a:lnTo>
                  <a:pt x="278011" y="4400441"/>
                </a:lnTo>
                <a:cubicBezTo>
                  <a:pt x="278135" y="4411691"/>
                  <a:pt x="278011" y="4419263"/>
                  <a:pt x="278011" y="4419739"/>
                </a:cubicBezTo>
                <a:cubicBezTo>
                  <a:pt x="271735" y="4416537"/>
                  <a:pt x="267405" y="4414979"/>
                  <a:pt x="264455" y="4412383"/>
                </a:cubicBezTo>
                <a:cubicBezTo>
                  <a:pt x="261505" y="4409787"/>
                  <a:pt x="259874" y="4406195"/>
                  <a:pt x="259058" y="4398884"/>
                </a:cubicBezTo>
                <a:cubicBezTo>
                  <a:pt x="258180" y="4391571"/>
                  <a:pt x="258180" y="4380581"/>
                  <a:pt x="258305" y="4363186"/>
                </a:cubicBezTo>
                <a:cubicBezTo>
                  <a:pt x="258431" y="4345836"/>
                  <a:pt x="258807" y="4322081"/>
                  <a:pt x="258807" y="4289284"/>
                </a:cubicBezTo>
                <a:close/>
                <a:moveTo>
                  <a:pt x="2870361" y="4288981"/>
                </a:moveTo>
                <a:cubicBezTo>
                  <a:pt x="2869984" y="4289803"/>
                  <a:pt x="2869545" y="4290365"/>
                  <a:pt x="2868980" y="4290711"/>
                </a:cubicBezTo>
                <a:cubicBezTo>
                  <a:pt x="2868415" y="4291058"/>
                  <a:pt x="2867788" y="4291144"/>
                  <a:pt x="2866972" y="4291144"/>
                </a:cubicBezTo>
                <a:cubicBezTo>
                  <a:pt x="2866219" y="4291101"/>
                  <a:pt x="2865278" y="4290885"/>
                  <a:pt x="2864274" y="4290581"/>
                </a:cubicBezTo>
                <a:cubicBezTo>
                  <a:pt x="2863269" y="4290235"/>
                  <a:pt x="2862140" y="4289803"/>
                  <a:pt x="2860885" y="4289284"/>
                </a:cubicBezTo>
                <a:cubicBezTo>
                  <a:pt x="2861701" y="4289240"/>
                  <a:pt x="2862454" y="4289197"/>
                  <a:pt x="2863269" y="4289197"/>
                </a:cubicBezTo>
                <a:cubicBezTo>
                  <a:pt x="2864085" y="4289154"/>
                  <a:pt x="2864838" y="4289110"/>
                  <a:pt x="2865654" y="4289110"/>
                </a:cubicBezTo>
                <a:lnTo>
                  <a:pt x="2865592" y="4289154"/>
                </a:lnTo>
                <a:cubicBezTo>
                  <a:pt x="2866407" y="4289110"/>
                  <a:pt x="2867161" y="4289068"/>
                  <a:pt x="2867976" y="4289068"/>
                </a:cubicBezTo>
                <a:cubicBezTo>
                  <a:pt x="2868792" y="4289024"/>
                  <a:pt x="2869545" y="4288981"/>
                  <a:pt x="2870361" y="4288981"/>
                </a:cubicBezTo>
                <a:close/>
                <a:moveTo>
                  <a:pt x="2756649" y="4281496"/>
                </a:moveTo>
                <a:cubicBezTo>
                  <a:pt x="2761731" y="4281322"/>
                  <a:pt x="2767756" y="4281668"/>
                  <a:pt x="2774722" y="4282923"/>
                </a:cubicBezTo>
                <a:cubicBezTo>
                  <a:pt x="2773718" y="4283962"/>
                  <a:pt x="2771772" y="4285087"/>
                  <a:pt x="2769199" y="4286168"/>
                </a:cubicBezTo>
                <a:cubicBezTo>
                  <a:pt x="2766626" y="4287250"/>
                  <a:pt x="2763488" y="4288246"/>
                  <a:pt x="2760037" y="4288981"/>
                </a:cubicBezTo>
                <a:cubicBezTo>
                  <a:pt x="2756585" y="4289717"/>
                  <a:pt x="2752883" y="4290235"/>
                  <a:pt x="2749306" y="4290279"/>
                </a:cubicBezTo>
                <a:cubicBezTo>
                  <a:pt x="2745729" y="4290365"/>
                  <a:pt x="2742214" y="4289976"/>
                  <a:pt x="2739139" y="4288981"/>
                </a:cubicBezTo>
                <a:cubicBezTo>
                  <a:pt x="2737696" y="4288505"/>
                  <a:pt x="2737508" y="4287596"/>
                  <a:pt x="2738387" y="4286557"/>
                </a:cubicBezTo>
                <a:cubicBezTo>
                  <a:pt x="2739265" y="4285519"/>
                  <a:pt x="2741273" y="4284351"/>
                  <a:pt x="2744348" y="4283400"/>
                </a:cubicBezTo>
                <a:cubicBezTo>
                  <a:pt x="2747423" y="4282447"/>
                  <a:pt x="2751502" y="4281711"/>
                  <a:pt x="2756585" y="4281539"/>
                </a:cubicBezTo>
                <a:close/>
                <a:moveTo>
                  <a:pt x="2984889" y="4259429"/>
                </a:moveTo>
                <a:cubicBezTo>
                  <a:pt x="2985140" y="4259818"/>
                  <a:pt x="2985329" y="4260164"/>
                  <a:pt x="2985579" y="4260554"/>
                </a:cubicBezTo>
                <a:cubicBezTo>
                  <a:pt x="2985830" y="4260943"/>
                  <a:pt x="2986018" y="4261289"/>
                  <a:pt x="2986270" y="4261679"/>
                </a:cubicBezTo>
                <a:cubicBezTo>
                  <a:pt x="2986521" y="4262068"/>
                  <a:pt x="2986709" y="4262415"/>
                  <a:pt x="2986960" y="4262804"/>
                </a:cubicBezTo>
                <a:cubicBezTo>
                  <a:pt x="2987211" y="4263193"/>
                  <a:pt x="2987399" y="4263539"/>
                  <a:pt x="2987651" y="4263929"/>
                </a:cubicBezTo>
                <a:cubicBezTo>
                  <a:pt x="2986709" y="4264101"/>
                  <a:pt x="2977359" y="4265097"/>
                  <a:pt x="2963616" y="4266438"/>
                </a:cubicBezTo>
                <a:cubicBezTo>
                  <a:pt x="2949871" y="4267779"/>
                  <a:pt x="2931547" y="4269467"/>
                  <a:pt x="2912532" y="4271025"/>
                </a:cubicBezTo>
                <a:cubicBezTo>
                  <a:pt x="2893517" y="4272583"/>
                  <a:pt x="2873812" y="4274010"/>
                  <a:pt x="2857119" y="4274833"/>
                </a:cubicBezTo>
                <a:cubicBezTo>
                  <a:pt x="2840489" y="4275697"/>
                  <a:pt x="2826871" y="4275914"/>
                  <a:pt x="2820093" y="4275049"/>
                </a:cubicBezTo>
                <a:cubicBezTo>
                  <a:pt x="2826369" y="4271760"/>
                  <a:pt x="2837539" y="4269164"/>
                  <a:pt x="2851408" y="4267087"/>
                </a:cubicBezTo>
                <a:cubicBezTo>
                  <a:pt x="2865278" y="4265010"/>
                  <a:pt x="2881782" y="4263453"/>
                  <a:pt x="2898601" y="4262328"/>
                </a:cubicBezTo>
                <a:cubicBezTo>
                  <a:pt x="2915419" y="4261203"/>
                  <a:pt x="2932551" y="4260467"/>
                  <a:pt x="2947739" y="4260034"/>
                </a:cubicBezTo>
                <a:cubicBezTo>
                  <a:pt x="2962862" y="4259601"/>
                  <a:pt x="2976041" y="4259429"/>
                  <a:pt x="2984889" y="4259429"/>
                </a:cubicBezTo>
                <a:close/>
                <a:moveTo>
                  <a:pt x="2773717" y="4246751"/>
                </a:moveTo>
                <a:cubicBezTo>
                  <a:pt x="2773278" y="4247572"/>
                  <a:pt x="2772901" y="4248352"/>
                  <a:pt x="2772525" y="4249174"/>
                </a:cubicBezTo>
                <a:cubicBezTo>
                  <a:pt x="2772148" y="4249953"/>
                  <a:pt x="2771771" y="4250775"/>
                  <a:pt x="2771332" y="4251641"/>
                </a:cubicBezTo>
                <a:cubicBezTo>
                  <a:pt x="2770956" y="4252462"/>
                  <a:pt x="2770516" y="4253328"/>
                  <a:pt x="2770077" y="4254237"/>
                </a:cubicBezTo>
                <a:cubicBezTo>
                  <a:pt x="2769638" y="4255145"/>
                  <a:pt x="2769136" y="4256054"/>
                  <a:pt x="2768697" y="4257049"/>
                </a:cubicBezTo>
                <a:lnTo>
                  <a:pt x="2768697" y="4257092"/>
                </a:lnTo>
                <a:cubicBezTo>
                  <a:pt x="2764805" y="4255534"/>
                  <a:pt x="2762358" y="4254020"/>
                  <a:pt x="2761103" y="4252679"/>
                </a:cubicBezTo>
                <a:cubicBezTo>
                  <a:pt x="2759848" y="4251337"/>
                  <a:pt x="2759785" y="4250126"/>
                  <a:pt x="2760539" y="4249131"/>
                </a:cubicBezTo>
                <a:cubicBezTo>
                  <a:pt x="2761354" y="4248135"/>
                  <a:pt x="2763048" y="4247400"/>
                  <a:pt x="2765308" y="4246967"/>
                </a:cubicBezTo>
                <a:cubicBezTo>
                  <a:pt x="2767567" y="4246534"/>
                  <a:pt x="2770516" y="4246405"/>
                  <a:pt x="2773717" y="4246751"/>
                </a:cubicBezTo>
                <a:close/>
                <a:moveTo>
                  <a:pt x="925321" y="4237232"/>
                </a:moveTo>
                <a:cubicBezTo>
                  <a:pt x="922560" y="4242770"/>
                  <a:pt x="917664" y="4247660"/>
                  <a:pt x="912206" y="4251857"/>
                </a:cubicBezTo>
                <a:cubicBezTo>
                  <a:pt x="906808" y="4256054"/>
                  <a:pt x="900847" y="4259559"/>
                  <a:pt x="895950" y="4262372"/>
                </a:cubicBezTo>
                <a:cubicBezTo>
                  <a:pt x="891056" y="4265184"/>
                  <a:pt x="887291" y="4267261"/>
                  <a:pt x="886161" y="4268559"/>
                </a:cubicBezTo>
                <a:cubicBezTo>
                  <a:pt x="885096" y="4269857"/>
                  <a:pt x="886663" y="4270419"/>
                  <a:pt x="892563" y="4270203"/>
                </a:cubicBezTo>
                <a:cubicBezTo>
                  <a:pt x="899403" y="4269944"/>
                  <a:pt x="904173" y="4270506"/>
                  <a:pt x="908127" y="4271458"/>
                </a:cubicBezTo>
                <a:cubicBezTo>
                  <a:pt x="912079" y="4272410"/>
                  <a:pt x="915281" y="4273751"/>
                  <a:pt x="918920" y="4275006"/>
                </a:cubicBezTo>
                <a:cubicBezTo>
                  <a:pt x="922560" y="4276261"/>
                  <a:pt x="926702" y="4277472"/>
                  <a:pt x="932601" y="4278165"/>
                </a:cubicBezTo>
                <a:cubicBezTo>
                  <a:pt x="938500" y="4278857"/>
                  <a:pt x="946157" y="4279030"/>
                  <a:pt x="956887" y="4278294"/>
                </a:cubicBezTo>
                <a:lnTo>
                  <a:pt x="956887" y="4278251"/>
                </a:lnTo>
                <a:cubicBezTo>
                  <a:pt x="956887" y="4270333"/>
                  <a:pt x="957328" y="4264276"/>
                  <a:pt x="957328" y="4259473"/>
                </a:cubicBezTo>
                <a:cubicBezTo>
                  <a:pt x="957328" y="4254713"/>
                  <a:pt x="956950" y="4251208"/>
                  <a:pt x="955381" y="4248482"/>
                </a:cubicBezTo>
                <a:cubicBezTo>
                  <a:pt x="953812" y="4245756"/>
                  <a:pt x="951052" y="4243809"/>
                  <a:pt x="946283" y="4242122"/>
                </a:cubicBezTo>
                <a:cubicBezTo>
                  <a:pt x="941575" y="4240434"/>
                  <a:pt x="934796" y="4238963"/>
                  <a:pt x="925321" y="4237232"/>
                </a:cubicBezTo>
                <a:close/>
                <a:moveTo>
                  <a:pt x="2873937" y="4233814"/>
                </a:moveTo>
                <a:cubicBezTo>
                  <a:pt x="2875570" y="4233770"/>
                  <a:pt x="2877263" y="4233814"/>
                  <a:pt x="2878958" y="4233814"/>
                </a:cubicBezTo>
                <a:cubicBezTo>
                  <a:pt x="2880652" y="4233857"/>
                  <a:pt x="2882409" y="4233900"/>
                  <a:pt x="2884167" y="4233944"/>
                </a:cubicBezTo>
                <a:cubicBezTo>
                  <a:pt x="2885924" y="4233987"/>
                  <a:pt x="2887744" y="4234074"/>
                  <a:pt x="2889689" y="4234116"/>
                </a:cubicBezTo>
                <a:cubicBezTo>
                  <a:pt x="2891635" y="4234160"/>
                  <a:pt x="2893580" y="4234247"/>
                  <a:pt x="2895713" y="4234290"/>
                </a:cubicBezTo>
                <a:cubicBezTo>
                  <a:pt x="2887555" y="4239006"/>
                  <a:pt x="2880275" y="4241343"/>
                  <a:pt x="2874377" y="4242208"/>
                </a:cubicBezTo>
                <a:cubicBezTo>
                  <a:pt x="2868478" y="4243073"/>
                  <a:pt x="2863959" y="4242424"/>
                  <a:pt x="2861386" y="4241170"/>
                </a:cubicBezTo>
                <a:cubicBezTo>
                  <a:pt x="2858813" y="4239958"/>
                  <a:pt x="2858248" y="4238098"/>
                  <a:pt x="2860132" y="4236583"/>
                </a:cubicBezTo>
                <a:cubicBezTo>
                  <a:pt x="2862014" y="4235069"/>
                  <a:pt x="2866470" y="4233814"/>
                  <a:pt x="2873937" y="4233814"/>
                </a:cubicBezTo>
                <a:close/>
                <a:moveTo>
                  <a:pt x="2764868" y="4214256"/>
                </a:moveTo>
                <a:lnTo>
                  <a:pt x="2764931" y="4214299"/>
                </a:lnTo>
                <a:cubicBezTo>
                  <a:pt x="2768383" y="4213953"/>
                  <a:pt x="2771709" y="4214083"/>
                  <a:pt x="2774847" y="4214299"/>
                </a:cubicBezTo>
                <a:cubicBezTo>
                  <a:pt x="2777984" y="4214516"/>
                  <a:pt x="2780871" y="4214862"/>
                  <a:pt x="2783381" y="4215035"/>
                </a:cubicBezTo>
                <a:cubicBezTo>
                  <a:pt x="2781498" y="4216939"/>
                  <a:pt x="2780432" y="4218107"/>
                  <a:pt x="2779616" y="4218972"/>
                </a:cubicBezTo>
                <a:cubicBezTo>
                  <a:pt x="2778737" y="4219838"/>
                  <a:pt x="2778235" y="4220400"/>
                  <a:pt x="2777420" y="4221092"/>
                </a:cubicBezTo>
                <a:cubicBezTo>
                  <a:pt x="2776667" y="4221742"/>
                  <a:pt x="2775662" y="4222563"/>
                  <a:pt x="2773905" y="4223818"/>
                </a:cubicBezTo>
                <a:cubicBezTo>
                  <a:pt x="2772148" y="4225074"/>
                  <a:pt x="2769701" y="4226891"/>
                  <a:pt x="2766060" y="4229574"/>
                </a:cubicBezTo>
                <a:cubicBezTo>
                  <a:pt x="2763739" y="4228924"/>
                  <a:pt x="2761605" y="4228362"/>
                  <a:pt x="2759597" y="4227842"/>
                </a:cubicBezTo>
                <a:cubicBezTo>
                  <a:pt x="2757589" y="4227324"/>
                  <a:pt x="2755768" y="4226847"/>
                  <a:pt x="2754012" y="4226371"/>
                </a:cubicBezTo>
                <a:cubicBezTo>
                  <a:pt x="2752255" y="4225895"/>
                  <a:pt x="2750623" y="4225463"/>
                  <a:pt x="2748991" y="4225030"/>
                </a:cubicBezTo>
                <a:cubicBezTo>
                  <a:pt x="2747359" y="4224597"/>
                  <a:pt x="2745790" y="4224165"/>
                  <a:pt x="2744159" y="4223732"/>
                </a:cubicBezTo>
                <a:cubicBezTo>
                  <a:pt x="2747422" y="4220487"/>
                  <a:pt x="2750874" y="4218280"/>
                  <a:pt x="2754388" y="4216809"/>
                </a:cubicBezTo>
                <a:cubicBezTo>
                  <a:pt x="2757902" y="4215338"/>
                  <a:pt x="2761417" y="4214559"/>
                  <a:pt x="2764868" y="4214256"/>
                </a:cubicBezTo>
                <a:close/>
                <a:moveTo>
                  <a:pt x="3136945" y="4211314"/>
                </a:moveTo>
                <a:lnTo>
                  <a:pt x="3137008" y="4211357"/>
                </a:lnTo>
                <a:cubicBezTo>
                  <a:pt x="3148178" y="4210968"/>
                  <a:pt x="3155395" y="4211401"/>
                  <a:pt x="3161420" y="4212872"/>
                </a:cubicBezTo>
                <a:cubicBezTo>
                  <a:pt x="3167445" y="4214343"/>
                  <a:pt x="3172277" y="4216853"/>
                  <a:pt x="3178677" y="4220531"/>
                </a:cubicBezTo>
                <a:cubicBezTo>
                  <a:pt x="3177737" y="4220617"/>
                  <a:pt x="3169076" y="4221266"/>
                  <a:pt x="3155709" y="4222131"/>
                </a:cubicBezTo>
                <a:cubicBezTo>
                  <a:pt x="3142342" y="4222997"/>
                  <a:pt x="3124457" y="4223992"/>
                  <a:pt x="3105254" y="4224771"/>
                </a:cubicBezTo>
                <a:cubicBezTo>
                  <a:pt x="3086050" y="4225506"/>
                  <a:pt x="3065530" y="4226026"/>
                  <a:pt x="3046891" y="4225852"/>
                </a:cubicBezTo>
                <a:cubicBezTo>
                  <a:pt x="3028253" y="4225679"/>
                  <a:pt x="3011560" y="4224814"/>
                  <a:pt x="3000076" y="4222824"/>
                </a:cubicBezTo>
                <a:cubicBezTo>
                  <a:pt x="3038231" y="4219622"/>
                  <a:pt x="3066847" y="4216939"/>
                  <a:pt x="3088749" y="4214992"/>
                </a:cubicBezTo>
                <a:cubicBezTo>
                  <a:pt x="3110650" y="4213002"/>
                  <a:pt x="3125775" y="4211747"/>
                  <a:pt x="3136945" y="4211314"/>
                </a:cubicBezTo>
                <a:close/>
                <a:moveTo>
                  <a:pt x="2834401" y="4211141"/>
                </a:moveTo>
                <a:cubicBezTo>
                  <a:pt x="2835092" y="4211184"/>
                  <a:pt x="2835720" y="4211228"/>
                  <a:pt x="2836347" y="4211271"/>
                </a:cubicBezTo>
                <a:cubicBezTo>
                  <a:pt x="2837037" y="4211314"/>
                  <a:pt x="2837665" y="4211357"/>
                  <a:pt x="2838293" y="4211400"/>
                </a:cubicBezTo>
                <a:cubicBezTo>
                  <a:pt x="2838983" y="4211444"/>
                  <a:pt x="2839610" y="4211487"/>
                  <a:pt x="2840238" y="4211531"/>
                </a:cubicBezTo>
                <a:cubicBezTo>
                  <a:pt x="2840928" y="4211574"/>
                  <a:pt x="2841556" y="4211617"/>
                  <a:pt x="2842183" y="4211660"/>
                </a:cubicBezTo>
                <a:cubicBezTo>
                  <a:pt x="2840866" y="4211920"/>
                  <a:pt x="2839987" y="4212136"/>
                  <a:pt x="2839359" y="4212266"/>
                </a:cubicBezTo>
                <a:lnTo>
                  <a:pt x="2839233" y="4212266"/>
                </a:lnTo>
                <a:cubicBezTo>
                  <a:pt x="2838606" y="4212438"/>
                  <a:pt x="2838229" y="4212438"/>
                  <a:pt x="2837854" y="4212438"/>
                </a:cubicBezTo>
                <a:cubicBezTo>
                  <a:pt x="2837477" y="4212438"/>
                  <a:pt x="2837163" y="4212309"/>
                  <a:pt x="2836660" y="4212093"/>
                </a:cubicBezTo>
                <a:cubicBezTo>
                  <a:pt x="2836159" y="4211876"/>
                  <a:pt x="2835468" y="4211574"/>
                  <a:pt x="2834401" y="4211141"/>
                </a:cubicBezTo>
                <a:close/>
                <a:moveTo>
                  <a:pt x="2931046" y="4141608"/>
                </a:moveTo>
                <a:cubicBezTo>
                  <a:pt x="2930417" y="4142084"/>
                  <a:pt x="2929790" y="4142516"/>
                  <a:pt x="2929037" y="4142906"/>
                </a:cubicBezTo>
                <a:cubicBezTo>
                  <a:pt x="2927844" y="4143512"/>
                  <a:pt x="2926527" y="4144031"/>
                  <a:pt x="2924895" y="4144333"/>
                </a:cubicBezTo>
                <a:cubicBezTo>
                  <a:pt x="2923263" y="4144637"/>
                  <a:pt x="2921318" y="4144680"/>
                  <a:pt x="2918996" y="4144377"/>
                </a:cubicBezTo>
                <a:cubicBezTo>
                  <a:pt x="2916674" y="4144074"/>
                  <a:pt x="2913913" y="4143425"/>
                  <a:pt x="2910524" y="4142300"/>
                </a:cubicBezTo>
                <a:cubicBezTo>
                  <a:pt x="2913223" y="4142213"/>
                  <a:pt x="2915670" y="4142127"/>
                  <a:pt x="2917866" y="4142041"/>
                </a:cubicBezTo>
                <a:cubicBezTo>
                  <a:pt x="2920063" y="4141954"/>
                  <a:pt x="2922008" y="4141867"/>
                  <a:pt x="2923828" y="4141824"/>
                </a:cubicBezTo>
                <a:lnTo>
                  <a:pt x="2923828" y="4141867"/>
                </a:lnTo>
                <a:cubicBezTo>
                  <a:pt x="2925648" y="4141781"/>
                  <a:pt x="2927343" y="4141737"/>
                  <a:pt x="2928912" y="4141695"/>
                </a:cubicBezTo>
                <a:cubicBezTo>
                  <a:pt x="2929665" y="4141651"/>
                  <a:pt x="2930355" y="4141608"/>
                  <a:pt x="2931046" y="4141608"/>
                </a:cubicBezTo>
                <a:close/>
                <a:moveTo>
                  <a:pt x="2932302" y="4140744"/>
                </a:moveTo>
                <a:lnTo>
                  <a:pt x="2935626" y="4140786"/>
                </a:lnTo>
                <a:cubicBezTo>
                  <a:pt x="2934936" y="4141002"/>
                  <a:pt x="2934245" y="4141219"/>
                  <a:pt x="2933429" y="4141478"/>
                </a:cubicBezTo>
                <a:cubicBezTo>
                  <a:pt x="2932614" y="4141522"/>
                  <a:pt x="2931798" y="4141565"/>
                  <a:pt x="2930982" y="4141565"/>
                </a:cubicBezTo>
                <a:lnTo>
                  <a:pt x="2932267" y="4140764"/>
                </a:lnTo>
                <a:lnTo>
                  <a:pt x="2932425" y="4140873"/>
                </a:lnTo>
                <a:lnTo>
                  <a:pt x="2932531" y="4140945"/>
                </a:lnTo>
                <a:lnTo>
                  <a:pt x="2932489" y="4140959"/>
                </a:lnTo>
                <a:lnTo>
                  <a:pt x="2932802" y="4141132"/>
                </a:lnTo>
                <a:lnTo>
                  <a:pt x="2932531" y="4140945"/>
                </a:lnTo>
                <a:lnTo>
                  <a:pt x="2932614" y="4140916"/>
                </a:lnTo>
                <a:close/>
                <a:moveTo>
                  <a:pt x="2932300" y="4140743"/>
                </a:moveTo>
                <a:lnTo>
                  <a:pt x="2932302" y="4140744"/>
                </a:lnTo>
                <a:lnTo>
                  <a:pt x="2932299" y="4140744"/>
                </a:lnTo>
                <a:close/>
                <a:moveTo>
                  <a:pt x="2932237" y="4140743"/>
                </a:moveTo>
                <a:lnTo>
                  <a:pt x="2932299" y="4140744"/>
                </a:lnTo>
                <a:lnTo>
                  <a:pt x="2932267" y="4140764"/>
                </a:lnTo>
                <a:close/>
                <a:moveTo>
                  <a:pt x="2948428" y="4137541"/>
                </a:moveTo>
                <a:cubicBezTo>
                  <a:pt x="2949056" y="4137584"/>
                  <a:pt x="2949935" y="4137714"/>
                  <a:pt x="2951440" y="4137801"/>
                </a:cubicBezTo>
                <a:cubicBezTo>
                  <a:pt x="2950312" y="4138796"/>
                  <a:pt x="2949747" y="4139488"/>
                  <a:pt x="2949308" y="4139964"/>
                </a:cubicBezTo>
                <a:cubicBezTo>
                  <a:pt x="2948867" y="4140440"/>
                  <a:pt x="2948492" y="4140743"/>
                  <a:pt x="2947613" y="4140873"/>
                </a:cubicBezTo>
                <a:lnTo>
                  <a:pt x="2947550" y="4140830"/>
                </a:lnTo>
                <a:cubicBezTo>
                  <a:pt x="2946735" y="4140959"/>
                  <a:pt x="2945416" y="4141002"/>
                  <a:pt x="2943032" y="4140959"/>
                </a:cubicBezTo>
                <a:cubicBezTo>
                  <a:pt x="2941274" y="4140916"/>
                  <a:pt x="2938890" y="4140830"/>
                  <a:pt x="2935689" y="4140786"/>
                </a:cubicBezTo>
                <a:cubicBezTo>
                  <a:pt x="2938701" y="4139877"/>
                  <a:pt x="2940898" y="4139185"/>
                  <a:pt x="2942529" y="4138709"/>
                </a:cubicBezTo>
                <a:cubicBezTo>
                  <a:pt x="2944538" y="4138103"/>
                  <a:pt x="2945667" y="4137801"/>
                  <a:pt x="2946483" y="4137627"/>
                </a:cubicBezTo>
                <a:cubicBezTo>
                  <a:pt x="2947299" y="4137455"/>
                  <a:pt x="2947801" y="4137498"/>
                  <a:pt x="2948428" y="4137541"/>
                </a:cubicBezTo>
                <a:close/>
                <a:moveTo>
                  <a:pt x="3009113" y="4132478"/>
                </a:moveTo>
                <a:cubicBezTo>
                  <a:pt x="3009427" y="4132522"/>
                  <a:pt x="3009552" y="4132652"/>
                  <a:pt x="3009678" y="4132955"/>
                </a:cubicBezTo>
                <a:cubicBezTo>
                  <a:pt x="3009804" y="4133257"/>
                  <a:pt x="3009991" y="4133647"/>
                  <a:pt x="3010368" y="4134210"/>
                </a:cubicBezTo>
                <a:cubicBezTo>
                  <a:pt x="3009866" y="4134166"/>
                  <a:pt x="3009364" y="4134123"/>
                  <a:pt x="3008862" y="4134036"/>
                </a:cubicBezTo>
                <a:lnTo>
                  <a:pt x="3008925" y="4134036"/>
                </a:lnTo>
                <a:cubicBezTo>
                  <a:pt x="3008423" y="4133950"/>
                  <a:pt x="3007858" y="4133906"/>
                  <a:pt x="3007293" y="4133820"/>
                </a:cubicBezTo>
                <a:cubicBezTo>
                  <a:pt x="3006728" y="4133733"/>
                  <a:pt x="3006101" y="4133647"/>
                  <a:pt x="3005410" y="4133560"/>
                </a:cubicBezTo>
                <a:cubicBezTo>
                  <a:pt x="3004720" y="4133474"/>
                  <a:pt x="3003967" y="4133344"/>
                  <a:pt x="3003151" y="4133257"/>
                </a:cubicBezTo>
                <a:cubicBezTo>
                  <a:pt x="3005097" y="4132998"/>
                  <a:pt x="3006414" y="4132738"/>
                  <a:pt x="3007356" y="4132609"/>
                </a:cubicBezTo>
                <a:cubicBezTo>
                  <a:pt x="3008297" y="4132478"/>
                  <a:pt x="3008799" y="4132435"/>
                  <a:pt x="3009113" y="4132478"/>
                </a:cubicBezTo>
                <a:close/>
                <a:moveTo>
                  <a:pt x="2903307" y="4076402"/>
                </a:moveTo>
                <a:lnTo>
                  <a:pt x="2903244" y="4076792"/>
                </a:lnTo>
                <a:lnTo>
                  <a:pt x="2903118" y="4077181"/>
                </a:lnTo>
                <a:lnTo>
                  <a:pt x="2903056" y="4077527"/>
                </a:lnTo>
                <a:lnTo>
                  <a:pt x="2902930" y="4077917"/>
                </a:lnTo>
                <a:lnTo>
                  <a:pt x="2902052" y="4077701"/>
                </a:lnTo>
                <a:lnTo>
                  <a:pt x="2901110" y="4077440"/>
                </a:lnTo>
                <a:lnTo>
                  <a:pt x="2900169" y="4077224"/>
                </a:lnTo>
                <a:lnTo>
                  <a:pt x="2899290" y="4076965"/>
                </a:lnTo>
                <a:lnTo>
                  <a:pt x="2900295" y="4076835"/>
                </a:lnTo>
                <a:lnTo>
                  <a:pt x="2901299" y="4076705"/>
                </a:lnTo>
                <a:lnTo>
                  <a:pt x="2902303" y="4076532"/>
                </a:lnTo>
                <a:close/>
                <a:moveTo>
                  <a:pt x="2962422" y="4070042"/>
                </a:moveTo>
                <a:lnTo>
                  <a:pt x="2990034" y="4070042"/>
                </a:lnTo>
                <a:lnTo>
                  <a:pt x="2999322" y="4070042"/>
                </a:lnTo>
                <a:cubicBezTo>
                  <a:pt x="2995871" y="4070777"/>
                  <a:pt x="2993298" y="4071383"/>
                  <a:pt x="2990976" y="4071772"/>
                </a:cubicBezTo>
                <a:cubicBezTo>
                  <a:pt x="2988654" y="4072162"/>
                  <a:pt x="2986646" y="4072379"/>
                  <a:pt x="2984323" y="4072379"/>
                </a:cubicBezTo>
                <a:cubicBezTo>
                  <a:pt x="2982002" y="4072379"/>
                  <a:pt x="2979429" y="4072205"/>
                  <a:pt x="2975977" y="4071816"/>
                </a:cubicBezTo>
                <a:cubicBezTo>
                  <a:pt x="2972526" y="4071426"/>
                  <a:pt x="2968196" y="4070821"/>
                  <a:pt x="2962422" y="4070042"/>
                </a:cubicBezTo>
                <a:close/>
                <a:moveTo>
                  <a:pt x="2801393" y="4060004"/>
                </a:moveTo>
                <a:cubicBezTo>
                  <a:pt x="2800702" y="4060480"/>
                  <a:pt x="2800074" y="4060912"/>
                  <a:pt x="2799384" y="4061389"/>
                </a:cubicBezTo>
                <a:cubicBezTo>
                  <a:pt x="2798694" y="4061865"/>
                  <a:pt x="2798004" y="4062341"/>
                  <a:pt x="2797251" y="4062860"/>
                </a:cubicBezTo>
                <a:cubicBezTo>
                  <a:pt x="2796497" y="4063379"/>
                  <a:pt x="2795745" y="4063898"/>
                  <a:pt x="2794928" y="4064461"/>
                </a:cubicBezTo>
                <a:cubicBezTo>
                  <a:pt x="2794113" y="4065023"/>
                  <a:pt x="2793234" y="4065629"/>
                  <a:pt x="2792293" y="4066278"/>
                </a:cubicBezTo>
                <a:cubicBezTo>
                  <a:pt x="2795870" y="4067533"/>
                  <a:pt x="2799573" y="4068355"/>
                  <a:pt x="2802711" y="4068787"/>
                </a:cubicBezTo>
                <a:cubicBezTo>
                  <a:pt x="2805848" y="4069177"/>
                  <a:pt x="2808484" y="4069177"/>
                  <a:pt x="2810053" y="4068702"/>
                </a:cubicBezTo>
                <a:lnTo>
                  <a:pt x="2809990" y="4068702"/>
                </a:lnTo>
                <a:cubicBezTo>
                  <a:pt x="2811559" y="4068225"/>
                  <a:pt x="2811935" y="4067273"/>
                  <a:pt x="2810743" y="4065845"/>
                </a:cubicBezTo>
                <a:cubicBezTo>
                  <a:pt x="2809551" y="4064418"/>
                  <a:pt x="2806601" y="4062470"/>
                  <a:pt x="2801393" y="4060004"/>
                </a:cubicBezTo>
                <a:close/>
                <a:moveTo>
                  <a:pt x="2807292" y="3962866"/>
                </a:moveTo>
                <a:cubicBezTo>
                  <a:pt x="2807543" y="3964121"/>
                  <a:pt x="2807793" y="3965419"/>
                  <a:pt x="2808044" y="3966717"/>
                </a:cubicBezTo>
                <a:cubicBezTo>
                  <a:pt x="2808296" y="3968015"/>
                  <a:pt x="2808547" y="3969313"/>
                  <a:pt x="2808797" y="3970655"/>
                </a:cubicBezTo>
                <a:cubicBezTo>
                  <a:pt x="2809049" y="3971996"/>
                  <a:pt x="2809300" y="3973338"/>
                  <a:pt x="2809551" y="3974765"/>
                </a:cubicBezTo>
                <a:cubicBezTo>
                  <a:pt x="2809801" y="3976193"/>
                  <a:pt x="2810053" y="3977621"/>
                  <a:pt x="2810366" y="3979135"/>
                </a:cubicBezTo>
                <a:cubicBezTo>
                  <a:pt x="2813065" y="3979352"/>
                  <a:pt x="2815701" y="3979568"/>
                  <a:pt x="2818462" y="3979784"/>
                </a:cubicBezTo>
                <a:cubicBezTo>
                  <a:pt x="2821286" y="3980001"/>
                  <a:pt x="2824235" y="3980217"/>
                  <a:pt x="2827562" y="3980476"/>
                </a:cubicBezTo>
                <a:cubicBezTo>
                  <a:pt x="2830888" y="3980736"/>
                  <a:pt x="2834590" y="3981039"/>
                  <a:pt x="2838920" y="3981385"/>
                </a:cubicBezTo>
                <a:lnTo>
                  <a:pt x="2838920" y="3981342"/>
                </a:lnTo>
                <a:cubicBezTo>
                  <a:pt x="2843188" y="3981688"/>
                  <a:pt x="2848146" y="3982077"/>
                  <a:pt x="2853856" y="3982510"/>
                </a:cubicBezTo>
                <a:cubicBezTo>
                  <a:pt x="2848146" y="3980433"/>
                  <a:pt x="2844443" y="3977880"/>
                  <a:pt x="2841556" y="3975371"/>
                </a:cubicBezTo>
                <a:cubicBezTo>
                  <a:pt x="2838669" y="3972861"/>
                  <a:pt x="2836661" y="3970265"/>
                  <a:pt x="2834277" y="3968102"/>
                </a:cubicBezTo>
                <a:cubicBezTo>
                  <a:pt x="2831892" y="3965938"/>
                  <a:pt x="2829255" y="3964121"/>
                  <a:pt x="2825115" y="3963126"/>
                </a:cubicBezTo>
                <a:cubicBezTo>
                  <a:pt x="2821035" y="3962131"/>
                  <a:pt x="2815450" y="3961871"/>
                  <a:pt x="2807292" y="3962866"/>
                </a:cubicBezTo>
                <a:close/>
                <a:moveTo>
                  <a:pt x="203520" y="3849892"/>
                </a:moveTo>
                <a:cubicBezTo>
                  <a:pt x="202830" y="3849935"/>
                  <a:pt x="202203" y="3850108"/>
                  <a:pt x="201512" y="3850324"/>
                </a:cubicBezTo>
                <a:cubicBezTo>
                  <a:pt x="200821" y="3850541"/>
                  <a:pt x="200132" y="3850844"/>
                  <a:pt x="199378" y="3851233"/>
                </a:cubicBezTo>
                <a:cubicBezTo>
                  <a:pt x="198625" y="3851623"/>
                  <a:pt x="197809" y="3852055"/>
                  <a:pt x="196868" y="3852532"/>
                </a:cubicBezTo>
                <a:cubicBezTo>
                  <a:pt x="195927" y="3853007"/>
                  <a:pt x="194860" y="3853527"/>
                  <a:pt x="193667" y="3854046"/>
                </a:cubicBezTo>
                <a:cubicBezTo>
                  <a:pt x="203520" y="3859324"/>
                  <a:pt x="210801" y="3861574"/>
                  <a:pt x="215822" y="3861963"/>
                </a:cubicBezTo>
                <a:cubicBezTo>
                  <a:pt x="220842" y="3862353"/>
                  <a:pt x="223541" y="3860925"/>
                  <a:pt x="224105" y="3858935"/>
                </a:cubicBezTo>
                <a:lnTo>
                  <a:pt x="224168" y="3858978"/>
                </a:lnTo>
                <a:cubicBezTo>
                  <a:pt x="224733" y="3856988"/>
                  <a:pt x="223164" y="3854435"/>
                  <a:pt x="219649" y="3852488"/>
                </a:cubicBezTo>
                <a:cubicBezTo>
                  <a:pt x="216135" y="3850541"/>
                  <a:pt x="210738" y="3849286"/>
                  <a:pt x="203520" y="3849892"/>
                </a:cubicBezTo>
                <a:close/>
                <a:moveTo>
                  <a:pt x="1422849" y="3784166"/>
                </a:moveTo>
                <a:cubicBezTo>
                  <a:pt x="1421717" y="3784037"/>
                  <a:pt x="1420338" y="3784166"/>
                  <a:pt x="1417953" y="3784513"/>
                </a:cubicBezTo>
                <a:cubicBezTo>
                  <a:pt x="1415631" y="3784816"/>
                  <a:pt x="1412306" y="3785335"/>
                  <a:pt x="1407348" y="3785941"/>
                </a:cubicBezTo>
                <a:cubicBezTo>
                  <a:pt x="1411490" y="3787758"/>
                  <a:pt x="1414251" y="3789012"/>
                  <a:pt x="1416198" y="3789878"/>
                </a:cubicBezTo>
                <a:cubicBezTo>
                  <a:pt x="1418141" y="3790744"/>
                  <a:pt x="1419397" y="3791177"/>
                  <a:pt x="1420526" y="3791306"/>
                </a:cubicBezTo>
                <a:cubicBezTo>
                  <a:pt x="1421656" y="3791436"/>
                  <a:pt x="1422723" y="3791262"/>
                  <a:pt x="1424417" y="3790873"/>
                </a:cubicBezTo>
                <a:lnTo>
                  <a:pt x="1424480" y="3790830"/>
                </a:lnTo>
                <a:cubicBezTo>
                  <a:pt x="1426112" y="3790441"/>
                  <a:pt x="1428434" y="3789835"/>
                  <a:pt x="1432010" y="3789099"/>
                </a:cubicBezTo>
                <a:cubicBezTo>
                  <a:pt x="1429187" y="3787456"/>
                  <a:pt x="1427493" y="3786287"/>
                  <a:pt x="1426175" y="3785508"/>
                </a:cubicBezTo>
                <a:cubicBezTo>
                  <a:pt x="1424856" y="3784729"/>
                  <a:pt x="1423978" y="3784297"/>
                  <a:pt x="1422849" y="3784166"/>
                </a:cubicBezTo>
                <a:close/>
                <a:moveTo>
                  <a:pt x="632701" y="2768695"/>
                </a:moveTo>
                <a:cubicBezTo>
                  <a:pt x="627620" y="2768393"/>
                  <a:pt x="624544" y="2769128"/>
                  <a:pt x="623414" y="2770470"/>
                </a:cubicBezTo>
                <a:cubicBezTo>
                  <a:pt x="622285" y="2771811"/>
                  <a:pt x="623163" y="2773628"/>
                  <a:pt x="625987" y="2775360"/>
                </a:cubicBezTo>
                <a:cubicBezTo>
                  <a:pt x="628874" y="2777090"/>
                  <a:pt x="633705" y="2778777"/>
                  <a:pt x="640546" y="2779773"/>
                </a:cubicBezTo>
                <a:cubicBezTo>
                  <a:pt x="641111" y="2779860"/>
                  <a:pt x="641801" y="2779729"/>
                  <a:pt x="642616" y="2779427"/>
                </a:cubicBezTo>
                <a:cubicBezTo>
                  <a:pt x="643432" y="2779124"/>
                  <a:pt x="644436" y="2778648"/>
                  <a:pt x="645504" y="2778041"/>
                </a:cubicBezTo>
                <a:cubicBezTo>
                  <a:pt x="646570" y="2777479"/>
                  <a:pt x="647825" y="2776744"/>
                  <a:pt x="649206" y="2776008"/>
                </a:cubicBezTo>
                <a:lnTo>
                  <a:pt x="649206" y="2775965"/>
                </a:lnTo>
                <a:cubicBezTo>
                  <a:pt x="650586" y="2775186"/>
                  <a:pt x="652093" y="2774407"/>
                  <a:pt x="653787" y="2773585"/>
                </a:cubicBezTo>
                <a:cubicBezTo>
                  <a:pt x="644813" y="2770470"/>
                  <a:pt x="637785" y="2769041"/>
                  <a:pt x="632701" y="2768695"/>
                </a:cubicBezTo>
                <a:close/>
                <a:moveTo>
                  <a:pt x="1732981" y="1944082"/>
                </a:moveTo>
                <a:cubicBezTo>
                  <a:pt x="1730973" y="1943477"/>
                  <a:pt x="1728463" y="1943736"/>
                  <a:pt x="1725890" y="1944428"/>
                </a:cubicBezTo>
                <a:cubicBezTo>
                  <a:pt x="1723317" y="1945121"/>
                  <a:pt x="1720744" y="1946202"/>
                  <a:pt x="1718484" y="1947241"/>
                </a:cubicBezTo>
                <a:cubicBezTo>
                  <a:pt x="1716226" y="1948280"/>
                  <a:pt x="1714342" y="1949274"/>
                  <a:pt x="1713214" y="1949707"/>
                </a:cubicBezTo>
                <a:cubicBezTo>
                  <a:pt x="1714092" y="1949923"/>
                  <a:pt x="1716163" y="1950573"/>
                  <a:pt x="1718736" y="1951265"/>
                </a:cubicBezTo>
                <a:cubicBezTo>
                  <a:pt x="1721309" y="1951957"/>
                  <a:pt x="1724384" y="1952693"/>
                  <a:pt x="1727271" y="1953126"/>
                </a:cubicBezTo>
                <a:cubicBezTo>
                  <a:pt x="1730157" y="1953602"/>
                  <a:pt x="1732856" y="1953688"/>
                  <a:pt x="1734738" y="1953126"/>
                </a:cubicBezTo>
                <a:lnTo>
                  <a:pt x="1734802" y="1953126"/>
                </a:lnTo>
                <a:cubicBezTo>
                  <a:pt x="1736684" y="1952563"/>
                  <a:pt x="1737688" y="1951308"/>
                  <a:pt x="1737186" y="1949015"/>
                </a:cubicBezTo>
                <a:cubicBezTo>
                  <a:pt x="1736559" y="1946160"/>
                  <a:pt x="1734990" y="1944688"/>
                  <a:pt x="1732981" y="1944082"/>
                </a:cubicBezTo>
                <a:close/>
                <a:moveTo>
                  <a:pt x="26482" y="1812762"/>
                </a:moveTo>
                <a:cubicBezTo>
                  <a:pt x="22466" y="1811724"/>
                  <a:pt x="17634" y="1811811"/>
                  <a:pt x="13430" y="1812849"/>
                </a:cubicBezTo>
                <a:cubicBezTo>
                  <a:pt x="9226" y="1813887"/>
                  <a:pt x="5585" y="1815834"/>
                  <a:pt x="4016" y="1818517"/>
                </a:cubicBezTo>
                <a:cubicBezTo>
                  <a:pt x="2447" y="1821200"/>
                  <a:pt x="2887" y="1824575"/>
                  <a:pt x="6715" y="1828469"/>
                </a:cubicBezTo>
                <a:cubicBezTo>
                  <a:pt x="10605" y="1832406"/>
                  <a:pt x="17885" y="1836776"/>
                  <a:pt x="29997" y="1841492"/>
                </a:cubicBezTo>
                <a:cubicBezTo>
                  <a:pt x="31754" y="1837338"/>
                  <a:pt x="33637" y="1833791"/>
                  <a:pt x="35143" y="1830718"/>
                </a:cubicBezTo>
                <a:cubicBezTo>
                  <a:pt x="36650" y="1827603"/>
                  <a:pt x="37778" y="1825007"/>
                  <a:pt x="38093" y="1822757"/>
                </a:cubicBezTo>
                <a:cubicBezTo>
                  <a:pt x="38469" y="1820507"/>
                  <a:pt x="37904" y="1818646"/>
                  <a:pt x="36147" y="1817003"/>
                </a:cubicBezTo>
                <a:cubicBezTo>
                  <a:pt x="34390" y="1815358"/>
                  <a:pt x="31315" y="1813974"/>
                  <a:pt x="26482" y="1812762"/>
                </a:cubicBezTo>
                <a:close/>
                <a:moveTo>
                  <a:pt x="37528" y="1668807"/>
                </a:moveTo>
                <a:cubicBezTo>
                  <a:pt x="32257" y="1668894"/>
                  <a:pt x="28616" y="1670148"/>
                  <a:pt x="26169" y="1672052"/>
                </a:cubicBezTo>
                <a:cubicBezTo>
                  <a:pt x="23722" y="1673913"/>
                  <a:pt x="22592" y="1676423"/>
                  <a:pt x="22466" y="1678976"/>
                </a:cubicBezTo>
                <a:cubicBezTo>
                  <a:pt x="22341" y="1681528"/>
                  <a:pt x="23220" y="1684081"/>
                  <a:pt x="24851" y="1686115"/>
                </a:cubicBezTo>
                <a:cubicBezTo>
                  <a:pt x="26421" y="1688105"/>
                  <a:pt x="28805" y="1689576"/>
                  <a:pt x="31628" y="1689923"/>
                </a:cubicBezTo>
                <a:cubicBezTo>
                  <a:pt x="39034" y="1690831"/>
                  <a:pt x="44493" y="1689923"/>
                  <a:pt x="48196" y="1688062"/>
                </a:cubicBezTo>
                <a:lnTo>
                  <a:pt x="48259" y="1688105"/>
                </a:lnTo>
                <a:cubicBezTo>
                  <a:pt x="51899" y="1686244"/>
                  <a:pt x="53844" y="1683476"/>
                  <a:pt x="54096" y="1680577"/>
                </a:cubicBezTo>
                <a:cubicBezTo>
                  <a:pt x="54346" y="1677677"/>
                  <a:pt x="53028" y="1674692"/>
                  <a:pt x="50204" y="1672442"/>
                </a:cubicBezTo>
                <a:cubicBezTo>
                  <a:pt x="47381" y="1670192"/>
                  <a:pt x="43113" y="1668721"/>
                  <a:pt x="37528" y="1668807"/>
                </a:cubicBezTo>
                <a:close/>
                <a:moveTo>
                  <a:pt x="36022" y="1560335"/>
                </a:moveTo>
                <a:lnTo>
                  <a:pt x="35959" y="1560378"/>
                </a:lnTo>
                <a:cubicBezTo>
                  <a:pt x="29244" y="1575219"/>
                  <a:pt x="26922" y="1584955"/>
                  <a:pt x="27173" y="1591185"/>
                </a:cubicBezTo>
                <a:cubicBezTo>
                  <a:pt x="27487" y="1597416"/>
                  <a:pt x="30374" y="1600185"/>
                  <a:pt x="34077" y="1601007"/>
                </a:cubicBezTo>
                <a:cubicBezTo>
                  <a:pt x="37778" y="1601830"/>
                  <a:pt x="42297" y="1600748"/>
                  <a:pt x="45874" y="1599364"/>
                </a:cubicBezTo>
                <a:cubicBezTo>
                  <a:pt x="49451" y="1597935"/>
                  <a:pt x="52024" y="1596205"/>
                  <a:pt x="51836" y="1595728"/>
                </a:cubicBezTo>
                <a:cubicBezTo>
                  <a:pt x="49138" y="1588589"/>
                  <a:pt x="48635" y="1583484"/>
                  <a:pt x="48950" y="1579676"/>
                </a:cubicBezTo>
                <a:cubicBezTo>
                  <a:pt x="49263" y="1575868"/>
                  <a:pt x="50393" y="1573315"/>
                  <a:pt x="50895" y="1571325"/>
                </a:cubicBezTo>
                <a:cubicBezTo>
                  <a:pt x="51397" y="1569336"/>
                  <a:pt x="51334" y="1567907"/>
                  <a:pt x="49326" y="1566306"/>
                </a:cubicBezTo>
                <a:cubicBezTo>
                  <a:pt x="47318" y="1564748"/>
                  <a:pt x="43365" y="1562974"/>
                  <a:pt x="36022" y="1560335"/>
                </a:cubicBezTo>
                <a:close/>
                <a:moveTo>
                  <a:pt x="36335" y="1539781"/>
                </a:moveTo>
                <a:cubicBezTo>
                  <a:pt x="32947" y="1539609"/>
                  <a:pt x="30624" y="1539912"/>
                  <a:pt x="29620" y="1540690"/>
                </a:cubicBezTo>
                <a:lnTo>
                  <a:pt x="29620" y="1540734"/>
                </a:lnTo>
                <a:cubicBezTo>
                  <a:pt x="28554" y="1541513"/>
                  <a:pt x="28868" y="1542856"/>
                  <a:pt x="30624" y="1544715"/>
                </a:cubicBezTo>
                <a:cubicBezTo>
                  <a:pt x="32445" y="1546619"/>
                  <a:pt x="35708" y="1549042"/>
                  <a:pt x="40666" y="1552114"/>
                </a:cubicBezTo>
                <a:cubicBezTo>
                  <a:pt x="41607" y="1550990"/>
                  <a:pt x="42423" y="1549995"/>
                  <a:pt x="43239" y="1549042"/>
                </a:cubicBezTo>
                <a:cubicBezTo>
                  <a:pt x="44054" y="1548090"/>
                  <a:pt x="44808" y="1547181"/>
                  <a:pt x="45497" y="1546359"/>
                </a:cubicBezTo>
                <a:cubicBezTo>
                  <a:pt x="46188" y="1545494"/>
                  <a:pt x="46878" y="1544715"/>
                  <a:pt x="47505" y="1543936"/>
                </a:cubicBezTo>
                <a:cubicBezTo>
                  <a:pt x="48196" y="1543157"/>
                  <a:pt x="48824" y="1542378"/>
                  <a:pt x="49451" y="1541643"/>
                </a:cubicBezTo>
                <a:cubicBezTo>
                  <a:pt x="44180" y="1540605"/>
                  <a:pt x="39724" y="1539955"/>
                  <a:pt x="36335" y="1539781"/>
                </a:cubicBezTo>
                <a:close/>
                <a:moveTo>
                  <a:pt x="0" y="0"/>
                </a:moveTo>
                <a:lnTo>
                  <a:pt x="3386022" y="0"/>
                </a:lnTo>
                <a:lnTo>
                  <a:pt x="3386022" y="771071"/>
                </a:lnTo>
                <a:lnTo>
                  <a:pt x="3386022" y="850265"/>
                </a:lnTo>
                <a:lnTo>
                  <a:pt x="3386022" y="1512263"/>
                </a:lnTo>
                <a:cubicBezTo>
                  <a:pt x="3385206" y="1512305"/>
                  <a:pt x="3384391" y="1512351"/>
                  <a:pt x="3383637" y="1512351"/>
                </a:cubicBezTo>
                <a:cubicBezTo>
                  <a:pt x="3382822" y="1512393"/>
                  <a:pt x="3382068" y="1512393"/>
                  <a:pt x="3381315" y="1512437"/>
                </a:cubicBezTo>
                <a:cubicBezTo>
                  <a:pt x="3380562" y="1512480"/>
                  <a:pt x="3379810" y="1512523"/>
                  <a:pt x="3378993" y="1512523"/>
                </a:cubicBezTo>
                <a:cubicBezTo>
                  <a:pt x="3378241" y="1512567"/>
                  <a:pt x="3377425" y="1512610"/>
                  <a:pt x="3376546" y="1512610"/>
                </a:cubicBezTo>
                <a:cubicBezTo>
                  <a:pt x="3375856" y="1515206"/>
                  <a:pt x="3375542" y="1517542"/>
                  <a:pt x="3375730" y="1519576"/>
                </a:cubicBezTo>
                <a:cubicBezTo>
                  <a:pt x="3375918" y="1521609"/>
                  <a:pt x="3376420" y="1523383"/>
                  <a:pt x="3377299" y="1524942"/>
                </a:cubicBezTo>
                <a:cubicBezTo>
                  <a:pt x="3378115" y="1526498"/>
                  <a:pt x="3379370" y="1527797"/>
                  <a:pt x="3380814" y="1528922"/>
                </a:cubicBezTo>
                <a:cubicBezTo>
                  <a:pt x="3382319" y="1530046"/>
                  <a:pt x="3384076" y="1530955"/>
                  <a:pt x="3386022" y="1531691"/>
                </a:cubicBezTo>
                <a:lnTo>
                  <a:pt x="3386022" y="1646698"/>
                </a:lnTo>
                <a:cubicBezTo>
                  <a:pt x="3385834" y="1647132"/>
                  <a:pt x="3385708" y="1647521"/>
                  <a:pt x="3385645" y="1647954"/>
                </a:cubicBezTo>
                <a:cubicBezTo>
                  <a:pt x="3385520" y="1648386"/>
                  <a:pt x="3385520" y="1648819"/>
                  <a:pt x="3385520" y="1649251"/>
                </a:cubicBezTo>
                <a:cubicBezTo>
                  <a:pt x="3385520" y="1649685"/>
                  <a:pt x="3385583" y="1650115"/>
                  <a:pt x="3385645" y="1650548"/>
                </a:cubicBezTo>
                <a:cubicBezTo>
                  <a:pt x="3385770" y="1650981"/>
                  <a:pt x="3385896" y="1651414"/>
                  <a:pt x="3386022" y="1651846"/>
                </a:cubicBezTo>
                <a:lnTo>
                  <a:pt x="3386022" y="1692173"/>
                </a:lnTo>
                <a:cubicBezTo>
                  <a:pt x="3385770" y="1692259"/>
                  <a:pt x="3385520" y="1692389"/>
                  <a:pt x="3385269" y="1692476"/>
                </a:cubicBezTo>
                <a:cubicBezTo>
                  <a:pt x="3385018" y="1692562"/>
                  <a:pt x="3384766" y="1692692"/>
                  <a:pt x="3384516" y="1692778"/>
                </a:cubicBezTo>
                <a:cubicBezTo>
                  <a:pt x="3384265" y="1692865"/>
                  <a:pt x="3384014" y="1692994"/>
                  <a:pt x="3383763" y="1693081"/>
                </a:cubicBezTo>
                <a:cubicBezTo>
                  <a:pt x="3383512" y="1693211"/>
                  <a:pt x="3383261" y="1693298"/>
                  <a:pt x="3383010" y="1693427"/>
                </a:cubicBezTo>
                <a:cubicBezTo>
                  <a:pt x="3382445" y="1699311"/>
                  <a:pt x="3381754" y="1704547"/>
                  <a:pt x="3381189" y="1709220"/>
                </a:cubicBezTo>
                <a:cubicBezTo>
                  <a:pt x="3380625" y="1713893"/>
                  <a:pt x="3380186" y="1718004"/>
                  <a:pt x="3380123" y="1721595"/>
                </a:cubicBezTo>
                <a:cubicBezTo>
                  <a:pt x="3380060" y="1725186"/>
                  <a:pt x="3380374" y="1728258"/>
                  <a:pt x="3381253" y="1730898"/>
                </a:cubicBezTo>
                <a:cubicBezTo>
                  <a:pt x="3382131" y="1733537"/>
                  <a:pt x="3383637" y="1735701"/>
                  <a:pt x="3385960" y="1737474"/>
                </a:cubicBezTo>
                <a:lnTo>
                  <a:pt x="3385960" y="1771052"/>
                </a:lnTo>
                <a:cubicBezTo>
                  <a:pt x="3385018" y="1771830"/>
                  <a:pt x="3384139" y="1772652"/>
                  <a:pt x="3383323" y="1773474"/>
                </a:cubicBezTo>
                <a:cubicBezTo>
                  <a:pt x="3382508" y="1774340"/>
                  <a:pt x="3381818" y="1775205"/>
                  <a:pt x="3381189" y="1776113"/>
                </a:cubicBezTo>
                <a:cubicBezTo>
                  <a:pt x="3380625" y="1777023"/>
                  <a:pt x="3380060" y="1777974"/>
                  <a:pt x="3379684" y="1778969"/>
                </a:cubicBezTo>
                <a:cubicBezTo>
                  <a:pt x="3379307" y="1779965"/>
                  <a:pt x="3378993" y="1781003"/>
                  <a:pt x="3378805" y="1782085"/>
                </a:cubicBezTo>
                <a:cubicBezTo>
                  <a:pt x="3378617" y="1782907"/>
                  <a:pt x="3378742" y="1783686"/>
                  <a:pt x="3378993" y="1784378"/>
                </a:cubicBezTo>
                <a:cubicBezTo>
                  <a:pt x="3379245" y="1785070"/>
                  <a:pt x="3379746" y="1785719"/>
                  <a:pt x="3380374" y="1786325"/>
                </a:cubicBezTo>
                <a:cubicBezTo>
                  <a:pt x="3381002" y="1786931"/>
                  <a:pt x="3381818" y="1787450"/>
                  <a:pt x="3382758" y="1787969"/>
                </a:cubicBezTo>
                <a:cubicBezTo>
                  <a:pt x="3383700" y="1788445"/>
                  <a:pt x="3384766" y="1788921"/>
                  <a:pt x="3385960" y="1789354"/>
                </a:cubicBezTo>
                <a:lnTo>
                  <a:pt x="3385960" y="1805753"/>
                </a:lnTo>
                <a:cubicBezTo>
                  <a:pt x="3375479" y="1806661"/>
                  <a:pt x="3366756" y="1807916"/>
                  <a:pt x="3360167" y="1809646"/>
                </a:cubicBezTo>
                <a:cubicBezTo>
                  <a:pt x="3353577" y="1811378"/>
                  <a:pt x="3349122" y="1813584"/>
                  <a:pt x="3347239" y="1816396"/>
                </a:cubicBezTo>
                <a:cubicBezTo>
                  <a:pt x="3345357" y="1819209"/>
                  <a:pt x="3345984" y="1822671"/>
                  <a:pt x="3349561" y="1826867"/>
                </a:cubicBezTo>
                <a:cubicBezTo>
                  <a:pt x="3353138" y="1831065"/>
                  <a:pt x="3359727" y="1836041"/>
                  <a:pt x="3369580" y="1841925"/>
                </a:cubicBezTo>
                <a:cubicBezTo>
                  <a:pt x="3363179" y="1847117"/>
                  <a:pt x="3358284" y="1851920"/>
                  <a:pt x="3355146" y="1856204"/>
                </a:cubicBezTo>
                <a:cubicBezTo>
                  <a:pt x="3352072" y="1860488"/>
                  <a:pt x="3350753" y="1864295"/>
                  <a:pt x="3351633" y="1867497"/>
                </a:cubicBezTo>
                <a:cubicBezTo>
                  <a:pt x="3352511" y="1870699"/>
                  <a:pt x="3355585" y="1873338"/>
                  <a:pt x="3361171" y="1875329"/>
                </a:cubicBezTo>
                <a:cubicBezTo>
                  <a:pt x="3366756" y="1877319"/>
                  <a:pt x="3374914" y="1878660"/>
                  <a:pt x="3385960" y="1879309"/>
                </a:cubicBezTo>
                <a:lnTo>
                  <a:pt x="3385960" y="1903367"/>
                </a:lnTo>
                <a:cubicBezTo>
                  <a:pt x="3383387" y="1904318"/>
                  <a:pt x="3380876" y="1905314"/>
                  <a:pt x="3378491" y="1906352"/>
                </a:cubicBezTo>
                <a:cubicBezTo>
                  <a:pt x="3376107" y="1907390"/>
                  <a:pt x="3373848" y="1908472"/>
                  <a:pt x="3371714" y="1909641"/>
                </a:cubicBezTo>
                <a:cubicBezTo>
                  <a:pt x="3369580" y="1910765"/>
                  <a:pt x="3367634" y="1911977"/>
                  <a:pt x="3365815" y="1913275"/>
                </a:cubicBezTo>
                <a:cubicBezTo>
                  <a:pt x="3363995" y="1914530"/>
                  <a:pt x="3362364" y="1915871"/>
                  <a:pt x="3360983" y="1917299"/>
                </a:cubicBezTo>
                <a:cubicBezTo>
                  <a:pt x="3360543" y="1920111"/>
                  <a:pt x="3360167" y="1922924"/>
                  <a:pt x="3359791" y="1925693"/>
                </a:cubicBezTo>
                <a:cubicBezTo>
                  <a:pt x="3359414" y="1928463"/>
                  <a:pt x="3359037" y="1931231"/>
                  <a:pt x="3358661" y="1934001"/>
                </a:cubicBezTo>
                <a:cubicBezTo>
                  <a:pt x="3358284" y="1936770"/>
                  <a:pt x="3357907" y="1939539"/>
                  <a:pt x="3357531" y="1942352"/>
                </a:cubicBezTo>
                <a:cubicBezTo>
                  <a:pt x="3357092" y="1945121"/>
                  <a:pt x="3356715" y="1947934"/>
                  <a:pt x="3356338" y="1950789"/>
                </a:cubicBezTo>
                <a:cubicBezTo>
                  <a:pt x="3357719" y="1951655"/>
                  <a:pt x="3359414" y="1952477"/>
                  <a:pt x="3361422" y="1953212"/>
                </a:cubicBezTo>
                <a:cubicBezTo>
                  <a:pt x="3363430" y="1953948"/>
                  <a:pt x="3365752" y="1954597"/>
                  <a:pt x="3368262" y="1955202"/>
                </a:cubicBezTo>
                <a:cubicBezTo>
                  <a:pt x="3370772" y="1955808"/>
                  <a:pt x="3373596" y="1956327"/>
                  <a:pt x="3376546" y="1956803"/>
                </a:cubicBezTo>
                <a:cubicBezTo>
                  <a:pt x="3379558" y="1957236"/>
                  <a:pt x="3382696" y="1957626"/>
                  <a:pt x="3386022" y="1957972"/>
                </a:cubicBezTo>
                <a:lnTo>
                  <a:pt x="3386022" y="2078475"/>
                </a:lnTo>
                <a:cubicBezTo>
                  <a:pt x="3384892" y="2079340"/>
                  <a:pt x="3384014" y="2080249"/>
                  <a:pt x="3383449" y="2081158"/>
                </a:cubicBezTo>
                <a:cubicBezTo>
                  <a:pt x="3382884" y="2082066"/>
                  <a:pt x="3382571" y="2082975"/>
                  <a:pt x="3382571" y="2083883"/>
                </a:cubicBezTo>
                <a:cubicBezTo>
                  <a:pt x="3382571" y="2084792"/>
                  <a:pt x="3382822" y="2085700"/>
                  <a:pt x="3383387" y="2086566"/>
                </a:cubicBezTo>
                <a:cubicBezTo>
                  <a:pt x="3383951" y="2087475"/>
                  <a:pt x="3384766" y="2088297"/>
                  <a:pt x="3385960" y="2089118"/>
                </a:cubicBezTo>
                <a:lnTo>
                  <a:pt x="3385960" y="2158911"/>
                </a:lnTo>
                <a:cubicBezTo>
                  <a:pt x="3385206" y="2159430"/>
                  <a:pt x="3384453" y="2159906"/>
                  <a:pt x="3383826" y="2160382"/>
                </a:cubicBezTo>
                <a:cubicBezTo>
                  <a:pt x="3383135" y="2160858"/>
                  <a:pt x="3382571" y="2161290"/>
                  <a:pt x="3382131" y="2161723"/>
                </a:cubicBezTo>
                <a:cubicBezTo>
                  <a:pt x="3381692" y="2162156"/>
                  <a:pt x="3381315" y="2162546"/>
                  <a:pt x="3381064" y="2162935"/>
                </a:cubicBezTo>
                <a:cubicBezTo>
                  <a:pt x="3380814" y="2163325"/>
                  <a:pt x="3380688" y="2163671"/>
                  <a:pt x="3380688" y="2163973"/>
                </a:cubicBezTo>
                <a:cubicBezTo>
                  <a:pt x="3381064" y="2164060"/>
                  <a:pt x="3381441" y="2164060"/>
                  <a:pt x="3381880" y="2164060"/>
                </a:cubicBezTo>
                <a:cubicBezTo>
                  <a:pt x="3382257" y="2164104"/>
                  <a:pt x="3382696" y="2164104"/>
                  <a:pt x="3383135" y="2164104"/>
                </a:cubicBezTo>
                <a:cubicBezTo>
                  <a:pt x="3383574" y="2164104"/>
                  <a:pt x="3384014" y="2164104"/>
                  <a:pt x="3384516" y="2164104"/>
                </a:cubicBezTo>
                <a:cubicBezTo>
                  <a:pt x="3385018" y="2164104"/>
                  <a:pt x="3385457" y="2164104"/>
                  <a:pt x="3385960" y="2164104"/>
                </a:cubicBezTo>
                <a:lnTo>
                  <a:pt x="3385960" y="2184829"/>
                </a:lnTo>
                <a:cubicBezTo>
                  <a:pt x="3385457" y="2185478"/>
                  <a:pt x="3385081" y="2186170"/>
                  <a:pt x="3384830" y="2186906"/>
                </a:cubicBezTo>
                <a:cubicBezTo>
                  <a:pt x="3384516" y="2187598"/>
                  <a:pt x="3384391" y="2188377"/>
                  <a:pt x="3384391" y="2189156"/>
                </a:cubicBezTo>
                <a:cubicBezTo>
                  <a:pt x="3384391" y="2189935"/>
                  <a:pt x="3384516" y="2190757"/>
                  <a:pt x="3384766" y="2191578"/>
                </a:cubicBezTo>
                <a:cubicBezTo>
                  <a:pt x="3385018" y="2192401"/>
                  <a:pt x="3385395" y="2193223"/>
                  <a:pt x="3385960" y="2194045"/>
                </a:cubicBezTo>
                <a:lnTo>
                  <a:pt x="3385960" y="3814844"/>
                </a:lnTo>
                <a:cubicBezTo>
                  <a:pt x="3383951" y="3815017"/>
                  <a:pt x="3381880" y="3815190"/>
                  <a:pt x="3379810" y="3815364"/>
                </a:cubicBezTo>
                <a:cubicBezTo>
                  <a:pt x="3377738" y="3815536"/>
                  <a:pt x="3375604" y="3815753"/>
                  <a:pt x="3373408" y="3815926"/>
                </a:cubicBezTo>
                <a:cubicBezTo>
                  <a:pt x="3371211" y="3816099"/>
                  <a:pt x="3368953" y="3816272"/>
                  <a:pt x="3366568" y="3816489"/>
                </a:cubicBezTo>
                <a:cubicBezTo>
                  <a:pt x="3364183" y="3816704"/>
                  <a:pt x="3361736" y="3816921"/>
                  <a:pt x="3359162" y="3817137"/>
                </a:cubicBezTo>
                <a:cubicBezTo>
                  <a:pt x="3356276" y="3809608"/>
                  <a:pt x="3356150" y="3797320"/>
                  <a:pt x="3356214" y="3783474"/>
                </a:cubicBezTo>
                <a:cubicBezTo>
                  <a:pt x="3356276" y="3769585"/>
                  <a:pt x="3356527" y="3754139"/>
                  <a:pt x="3354456" y="3740249"/>
                </a:cubicBezTo>
                <a:cubicBezTo>
                  <a:pt x="3352385" y="3726360"/>
                  <a:pt x="3347992" y="3713985"/>
                  <a:pt x="3338642" y="3706284"/>
                </a:cubicBezTo>
                <a:cubicBezTo>
                  <a:pt x="3329354" y="3698581"/>
                  <a:pt x="3315109" y="3695552"/>
                  <a:pt x="3293457" y="3700313"/>
                </a:cubicBezTo>
                <a:cubicBezTo>
                  <a:pt x="3293395" y="3711086"/>
                  <a:pt x="3292077" y="3721860"/>
                  <a:pt x="3289944" y="3732590"/>
                </a:cubicBezTo>
                <a:cubicBezTo>
                  <a:pt x="3287810" y="3743364"/>
                  <a:pt x="3284985" y="3754095"/>
                  <a:pt x="3281973" y="3764912"/>
                </a:cubicBezTo>
                <a:cubicBezTo>
                  <a:pt x="3278961" y="3775729"/>
                  <a:pt x="3275823" y="3786590"/>
                  <a:pt x="3273063" y="3797580"/>
                </a:cubicBezTo>
                <a:cubicBezTo>
                  <a:pt x="3270301" y="3808570"/>
                  <a:pt x="3267979" y="3819690"/>
                  <a:pt x="3266724" y="3830983"/>
                </a:cubicBezTo>
                <a:cubicBezTo>
                  <a:pt x="3263711" y="3831200"/>
                  <a:pt x="3260699" y="3831373"/>
                  <a:pt x="3257687" y="3831546"/>
                </a:cubicBezTo>
                <a:cubicBezTo>
                  <a:pt x="3254675" y="3831762"/>
                  <a:pt x="3251662" y="3831936"/>
                  <a:pt x="3248650" y="3832108"/>
                </a:cubicBezTo>
                <a:cubicBezTo>
                  <a:pt x="3245638" y="3832282"/>
                  <a:pt x="3242563" y="3832498"/>
                  <a:pt x="3239488" y="3832671"/>
                </a:cubicBezTo>
                <a:cubicBezTo>
                  <a:pt x="3236413" y="3832844"/>
                  <a:pt x="3233275" y="3833017"/>
                  <a:pt x="3230075" y="3833233"/>
                </a:cubicBezTo>
                <a:cubicBezTo>
                  <a:pt x="3225054" y="3827392"/>
                  <a:pt x="3221979" y="3823411"/>
                  <a:pt x="3219532" y="3820642"/>
                </a:cubicBezTo>
                <a:cubicBezTo>
                  <a:pt x="3217084" y="3817916"/>
                  <a:pt x="3215327" y="3816358"/>
                  <a:pt x="3213006" y="3815407"/>
                </a:cubicBezTo>
                <a:cubicBezTo>
                  <a:pt x="3210683" y="3814454"/>
                  <a:pt x="3207860" y="3814065"/>
                  <a:pt x="3203278" y="3813546"/>
                </a:cubicBezTo>
                <a:cubicBezTo>
                  <a:pt x="3198697" y="3813027"/>
                  <a:pt x="3192359" y="3812465"/>
                  <a:pt x="3183071" y="3811080"/>
                </a:cubicBezTo>
                <a:cubicBezTo>
                  <a:pt x="3177611" y="3816012"/>
                  <a:pt x="3173595" y="3821075"/>
                  <a:pt x="3170520" y="3826224"/>
                </a:cubicBezTo>
                <a:cubicBezTo>
                  <a:pt x="3167445" y="3831373"/>
                  <a:pt x="3165248" y="3836652"/>
                  <a:pt x="3163429" y="3841974"/>
                </a:cubicBezTo>
                <a:cubicBezTo>
                  <a:pt x="3161609" y="3847296"/>
                  <a:pt x="3160228" y="3852704"/>
                  <a:pt x="3158659" y="3858156"/>
                </a:cubicBezTo>
                <a:cubicBezTo>
                  <a:pt x="3157090" y="3863608"/>
                  <a:pt x="3155395" y="3869103"/>
                  <a:pt x="3153011" y="3874599"/>
                </a:cubicBezTo>
                <a:cubicBezTo>
                  <a:pt x="3148618" y="3873084"/>
                  <a:pt x="3145606" y="3871309"/>
                  <a:pt x="3143410" y="3869405"/>
                </a:cubicBezTo>
                <a:cubicBezTo>
                  <a:pt x="3141276" y="3867503"/>
                  <a:pt x="3139895" y="3865468"/>
                  <a:pt x="3138765" y="3863434"/>
                </a:cubicBezTo>
                <a:cubicBezTo>
                  <a:pt x="3137699" y="3861401"/>
                  <a:pt x="3136820" y="3859367"/>
                  <a:pt x="3135565" y="3857507"/>
                </a:cubicBezTo>
                <a:cubicBezTo>
                  <a:pt x="3134310" y="3855646"/>
                  <a:pt x="3132741" y="3853916"/>
                  <a:pt x="3130230" y="3852445"/>
                </a:cubicBezTo>
                <a:cubicBezTo>
                  <a:pt x="3135941" y="3847642"/>
                  <a:pt x="3141841" y="3841368"/>
                  <a:pt x="3146296" y="3834661"/>
                </a:cubicBezTo>
                <a:cubicBezTo>
                  <a:pt x="3150752" y="3827954"/>
                  <a:pt x="3153639" y="3820772"/>
                  <a:pt x="3153263" y="3814108"/>
                </a:cubicBezTo>
                <a:cubicBezTo>
                  <a:pt x="3152886" y="3807402"/>
                  <a:pt x="3149309" y="3801258"/>
                  <a:pt x="3140711" y="3796541"/>
                </a:cubicBezTo>
                <a:cubicBezTo>
                  <a:pt x="3132114" y="3791825"/>
                  <a:pt x="3118559" y="3788581"/>
                  <a:pt x="3098289" y="3787802"/>
                </a:cubicBezTo>
                <a:cubicBezTo>
                  <a:pt x="3088059" y="3795546"/>
                  <a:pt x="3077767" y="3809349"/>
                  <a:pt x="3068919" y="3826181"/>
                </a:cubicBezTo>
                <a:cubicBezTo>
                  <a:pt x="3060070" y="3843012"/>
                  <a:pt x="3052728" y="3862872"/>
                  <a:pt x="3048524" y="3882733"/>
                </a:cubicBezTo>
                <a:cubicBezTo>
                  <a:pt x="3044318" y="3902593"/>
                  <a:pt x="3043126" y="3922454"/>
                  <a:pt x="3046703" y="3939328"/>
                </a:cubicBezTo>
                <a:cubicBezTo>
                  <a:pt x="3050281" y="3956202"/>
                  <a:pt x="3058501" y="3970048"/>
                  <a:pt x="3073060" y="3977923"/>
                </a:cubicBezTo>
                <a:lnTo>
                  <a:pt x="3028629" y="3977923"/>
                </a:lnTo>
                <a:cubicBezTo>
                  <a:pt x="3023421" y="3961698"/>
                  <a:pt x="3020095" y="3951660"/>
                  <a:pt x="3017397" y="3945342"/>
                </a:cubicBezTo>
                <a:cubicBezTo>
                  <a:pt x="3014698" y="3938982"/>
                  <a:pt x="3012690" y="3936300"/>
                  <a:pt x="3010117" y="3934785"/>
                </a:cubicBezTo>
                <a:cubicBezTo>
                  <a:pt x="3007544" y="3933271"/>
                  <a:pt x="3004469" y="3932838"/>
                  <a:pt x="2999700" y="3930977"/>
                </a:cubicBezTo>
                <a:cubicBezTo>
                  <a:pt x="2994993" y="3929117"/>
                  <a:pt x="2988529" y="3925829"/>
                  <a:pt x="2979241" y="3918559"/>
                </a:cubicBezTo>
                <a:cubicBezTo>
                  <a:pt x="2999763" y="3911160"/>
                  <a:pt x="3010556" y="3905535"/>
                  <a:pt x="3014447" y="3901165"/>
                </a:cubicBezTo>
                <a:cubicBezTo>
                  <a:pt x="3018275" y="3896795"/>
                  <a:pt x="3015201" y="3893680"/>
                  <a:pt x="3007795" y="3891343"/>
                </a:cubicBezTo>
                <a:cubicBezTo>
                  <a:pt x="3000390" y="3889006"/>
                  <a:pt x="2988655" y="3887405"/>
                  <a:pt x="2975351" y="3886108"/>
                </a:cubicBezTo>
                <a:cubicBezTo>
                  <a:pt x="2961983" y="3884809"/>
                  <a:pt x="2947048" y="3883771"/>
                  <a:pt x="2933179" y="3882473"/>
                </a:cubicBezTo>
                <a:cubicBezTo>
                  <a:pt x="2924331" y="3888617"/>
                  <a:pt x="2917616" y="3899824"/>
                  <a:pt x="2912532" y="3913193"/>
                </a:cubicBezTo>
                <a:cubicBezTo>
                  <a:pt x="2907450" y="3926607"/>
                  <a:pt x="2903997" y="3942184"/>
                  <a:pt x="2901675" y="3957068"/>
                </a:cubicBezTo>
                <a:cubicBezTo>
                  <a:pt x="2899354" y="3971952"/>
                  <a:pt x="2898162" y="3986188"/>
                  <a:pt x="2897597" y="3996919"/>
                </a:cubicBezTo>
                <a:cubicBezTo>
                  <a:pt x="2897032" y="4007649"/>
                  <a:pt x="2897094" y="4014875"/>
                  <a:pt x="2897220" y="4015697"/>
                </a:cubicBezTo>
                <a:cubicBezTo>
                  <a:pt x="2879084" y="4028158"/>
                  <a:pt x="2866093" y="4038976"/>
                  <a:pt x="2857433" y="4049187"/>
                </a:cubicBezTo>
                <a:cubicBezTo>
                  <a:pt x="2848773" y="4059355"/>
                  <a:pt x="2844317" y="4068917"/>
                  <a:pt x="2843250" y="4078783"/>
                </a:cubicBezTo>
                <a:cubicBezTo>
                  <a:pt x="2842184" y="4088648"/>
                  <a:pt x="2844380" y="4098859"/>
                  <a:pt x="2849024" y="4110325"/>
                </a:cubicBezTo>
                <a:cubicBezTo>
                  <a:pt x="2853605" y="4121792"/>
                  <a:pt x="2860634" y="4134556"/>
                  <a:pt x="2869105" y="4149570"/>
                </a:cubicBezTo>
                <a:cubicBezTo>
                  <a:pt x="2867035" y="4151430"/>
                  <a:pt x="2865968" y="4152166"/>
                  <a:pt x="2864524" y="4152426"/>
                </a:cubicBezTo>
                <a:cubicBezTo>
                  <a:pt x="2863081" y="4152685"/>
                  <a:pt x="2861324" y="4152383"/>
                  <a:pt x="2857873" y="4152123"/>
                </a:cubicBezTo>
                <a:cubicBezTo>
                  <a:pt x="2854421" y="4151863"/>
                  <a:pt x="2849275" y="4151561"/>
                  <a:pt x="2841116" y="4151863"/>
                </a:cubicBezTo>
                <a:cubicBezTo>
                  <a:pt x="2833021" y="4152123"/>
                  <a:pt x="2821851" y="4152988"/>
                  <a:pt x="2806350" y="4154892"/>
                </a:cubicBezTo>
                <a:cubicBezTo>
                  <a:pt x="2807417" y="4152469"/>
                  <a:pt x="2808421" y="4150263"/>
                  <a:pt x="2809362" y="4148099"/>
                </a:cubicBezTo>
                <a:cubicBezTo>
                  <a:pt x="2810304" y="4145935"/>
                  <a:pt x="2811182" y="4143902"/>
                  <a:pt x="2812061" y="4141912"/>
                </a:cubicBezTo>
                <a:cubicBezTo>
                  <a:pt x="2812939" y="4139921"/>
                  <a:pt x="2813817" y="4137931"/>
                  <a:pt x="2814697" y="4135897"/>
                </a:cubicBezTo>
                <a:cubicBezTo>
                  <a:pt x="2815638" y="4133863"/>
                  <a:pt x="2816516" y="4131787"/>
                  <a:pt x="2817520" y="4129580"/>
                </a:cubicBezTo>
                <a:cubicBezTo>
                  <a:pt x="2799321" y="4114522"/>
                  <a:pt x="2784386" y="4108249"/>
                  <a:pt x="2772462" y="4107557"/>
                </a:cubicBezTo>
                <a:cubicBezTo>
                  <a:pt x="2760539" y="4106865"/>
                  <a:pt x="2751627" y="4111711"/>
                  <a:pt x="2745540" y="4118979"/>
                </a:cubicBezTo>
                <a:cubicBezTo>
                  <a:pt x="2739390" y="4126249"/>
                  <a:pt x="2736064" y="4135897"/>
                  <a:pt x="2735185" y="4144681"/>
                </a:cubicBezTo>
                <a:cubicBezTo>
                  <a:pt x="2734307" y="4153464"/>
                  <a:pt x="2735939" y="4161469"/>
                  <a:pt x="2739830" y="4165406"/>
                </a:cubicBezTo>
                <a:cubicBezTo>
                  <a:pt x="2730542" y="4182454"/>
                  <a:pt x="2721944" y="4195305"/>
                  <a:pt x="2714413" y="4205430"/>
                </a:cubicBezTo>
                <a:cubicBezTo>
                  <a:pt x="2706883" y="4215555"/>
                  <a:pt x="2700293" y="4222997"/>
                  <a:pt x="2695085" y="4229185"/>
                </a:cubicBezTo>
                <a:cubicBezTo>
                  <a:pt x="2689876" y="4235372"/>
                  <a:pt x="2685860" y="4240391"/>
                  <a:pt x="2683412" y="4245670"/>
                </a:cubicBezTo>
                <a:cubicBezTo>
                  <a:pt x="2680903" y="4250948"/>
                  <a:pt x="2680023" y="4256530"/>
                  <a:pt x="2680839" y="4263929"/>
                </a:cubicBezTo>
                <a:lnTo>
                  <a:pt x="2629442" y="4263929"/>
                </a:lnTo>
                <a:cubicBezTo>
                  <a:pt x="2627560" y="4265357"/>
                  <a:pt x="2623983" y="4269468"/>
                  <a:pt x="2619653" y="4274876"/>
                </a:cubicBezTo>
                <a:cubicBezTo>
                  <a:pt x="2615260" y="4280285"/>
                  <a:pt x="2610177" y="4286948"/>
                  <a:pt x="2605281" y="4293482"/>
                </a:cubicBezTo>
                <a:cubicBezTo>
                  <a:pt x="2600387" y="4300015"/>
                  <a:pt x="2595680" y="4306462"/>
                  <a:pt x="2592166" y="4311352"/>
                </a:cubicBezTo>
                <a:cubicBezTo>
                  <a:pt x="2588589" y="4316284"/>
                  <a:pt x="2586267" y="4319659"/>
                  <a:pt x="2586016" y="4320135"/>
                </a:cubicBezTo>
                <a:cubicBezTo>
                  <a:pt x="2583129" y="4319227"/>
                  <a:pt x="2580368" y="4318361"/>
                  <a:pt x="2577669" y="4317495"/>
                </a:cubicBezTo>
                <a:cubicBezTo>
                  <a:pt x="2574971" y="4316631"/>
                  <a:pt x="2572335" y="4315808"/>
                  <a:pt x="2569762" y="4314986"/>
                </a:cubicBezTo>
                <a:cubicBezTo>
                  <a:pt x="2567189" y="4314164"/>
                  <a:pt x="2564616" y="4313385"/>
                  <a:pt x="2562106" y="4312563"/>
                </a:cubicBezTo>
                <a:cubicBezTo>
                  <a:pt x="2559533" y="4311741"/>
                  <a:pt x="2557023" y="4310962"/>
                  <a:pt x="2554513" y="4310140"/>
                </a:cubicBezTo>
                <a:cubicBezTo>
                  <a:pt x="2548300" y="4311352"/>
                  <a:pt x="2543091" y="4312910"/>
                  <a:pt x="2538699" y="4314770"/>
                </a:cubicBezTo>
                <a:cubicBezTo>
                  <a:pt x="2534306" y="4316631"/>
                  <a:pt x="2530729" y="4318794"/>
                  <a:pt x="2527842" y="4321260"/>
                </a:cubicBezTo>
                <a:cubicBezTo>
                  <a:pt x="2524954" y="4323727"/>
                  <a:pt x="2522759" y="4326452"/>
                  <a:pt x="2521064" y="4329395"/>
                </a:cubicBezTo>
                <a:cubicBezTo>
                  <a:pt x="2519369" y="4332337"/>
                  <a:pt x="2518303" y="4335495"/>
                  <a:pt x="2517549" y="4338870"/>
                </a:cubicBezTo>
                <a:cubicBezTo>
                  <a:pt x="2514223" y="4339346"/>
                  <a:pt x="2510835" y="4339779"/>
                  <a:pt x="2507509" y="4340212"/>
                </a:cubicBezTo>
                <a:cubicBezTo>
                  <a:pt x="2504183" y="4340645"/>
                  <a:pt x="2500857" y="4341077"/>
                  <a:pt x="2497530" y="4341509"/>
                </a:cubicBezTo>
                <a:cubicBezTo>
                  <a:pt x="2494204" y="4341942"/>
                  <a:pt x="2490879" y="4342375"/>
                  <a:pt x="2487615" y="4342808"/>
                </a:cubicBezTo>
                <a:cubicBezTo>
                  <a:pt x="2484290" y="4343241"/>
                  <a:pt x="2481088" y="4343673"/>
                  <a:pt x="2477826" y="4344106"/>
                </a:cubicBezTo>
                <a:cubicBezTo>
                  <a:pt x="2476257" y="4346312"/>
                  <a:pt x="2474249" y="4350337"/>
                  <a:pt x="2472178" y="4355312"/>
                </a:cubicBezTo>
                <a:cubicBezTo>
                  <a:pt x="2470107" y="4360288"/>
                  <a:pt x="2467910" y="4366216"/>
                  <a:pt x="2466153" y="4372231"/>
                </a:cubicBezTo>
                <a:cubicBezTo>
                  <a:pt x="2464333" y="4378245"/>
                  <a:pt x="2462890" y="4384346"/>
                  <a:pt x="2462262" y="4389625"/>
                </a:cubicBezTo>
                <a:cubicBezTo>
                  <a:pt x="2461572" y="4394903"/>
                  <a:pt x="2461698" y="4399403"/>
                  <a:pt x="2463015" y="4402216"/>
                </a:cubicBezTo>
                <a:cubicBezTo>
                  <a:pt x="2460317" y="4404163"/>
                  <a:pt x="2457806" y="4406196"/>
                  <a:pt x="2455673" y="4408230"/>
                </a:cubicBezTo>
                <a:cubicBezTo>
                  <a:pt x="2453540" y="4410307"/>
                  <a:pt x="2451782" y="4412384"/>
                  <a:pt x="2450715" y="4414547"/>
                </a:cubicBezTo>
                <a:cubicBezTo>
                  <a:pt x="2449586" y="4416710"/>
                  <a:pt x="2449146" y="4418917"/>
                  <a:pt x="2449586" y="4421124"/>
                </a:cubicBezTo>
                <a:cubicBezTo>
                  <a:pt x="2450025" y="4423331"/>
                  <a:pt x="2451343" y="4425624"/>
                  <a:pt x="2453728" y="4427917"/>
                </a:cubicBezTo>
                <a:cubicBezTo>
                  <a:pt x="2457869" y="4431811"/>
                  <a:pt x="2458748" y="4440292"/>
                  <a:pt x="2457869" y="4450893"/>
                </a:cubicBezTo>
                <a:cubicBezTo>
                  <a:pt x="2456991" y="4461493"/>
                  <a:pt x="2454292" y="4474172"/>
                  <a:pt x="2451029" y="4486416"/>
                </a:cubicBezTo>
                <a:cubicBezTo>
                  <a:pt x="2447765" y="4498661"/>
                  <a:pt x="2444000" y="4510517"/>
                  <a:pt x="2441051" y="4519387"/>
                </a:cubicBezTo>
                <a:cubicBezTo>
                  <a:pt x="2438102" y="4528257"/>
                  <a:pt x="2435905" y="4534185"/>
                  <a:pt x="2435842" y="4534661"/>
                </a:cubicBezTo>
                <a:cubicBezTo>
                  <a:pt x="2427747" y="4539464"/>
                  <a:pt x="2421848" y="4546647"/>
                  <a:pt x="2417894" y="4555127"/>
                </a:cubicBezTo>
                <a:cubicBezTo>
                  <a:pt x="2413941" y="4563651"/>
                  <a:pt x="2411933" y="4573473"/>
                  <a:pt x="2411618" y="4583641"/>
                </a:cubicBezTo>
                <a:cubicBezTo>
                  <a:pt x="2411242" y="4593809"/>
                  <a:pt x="2412622" y="4604280"/>
                  <a:pt x="2415321" y="4614102"/>
                </a:cubicBezTo>
                <a:cubicBezTo>
                  <a:pt x="2418020" y="4623880"/>
                  <a:pt x="2422161" y="4633010"/>
                  <a:pt x="2427433" y="4640453"/>
                </a:cubicBezTo>
                <a:cubicBezTo>
                  <a:pt x="2424546" y="4642226"/>
                  <a:pt x="2421722" y="4643438"/>
                  <a:pt x="2418836" y="4644217"/>
                </a:cubicBezTo>
                <a:cubicBezTo>
                  <a:pt x="2415949" y="4644996"/>
                  <a:pt x="2413062" y="4645299"/>
                  <a:pt x="2410049" y="4645299"/>
                </a:cubicBezTo>
                <a:cubicBezTo>
                  <a:pt x="2407100" y="4645299"/>
                  <a:pt x="2403963" y="4644866"/>
                  <a:pt x="2400762" y="4644217"/>
                </a:cubicBezTo>
                <a:cubicBezTo>
                  <a:pt x="2397561" y="4643568"/>
                  <a:pt x="2394172" y="4642616"/>
                  <a:pt x="2390595" y="4641491"/>
                </a:cubicBezTo>
                <a:cubicBezTo>
                  <a:pt x="2386705" y="4621761"/>
                  <a:pt x="2378359" y="4609602"/>
                  <a:pt x="2368380" y="4602074"/>
                </a:cubicBezTo>
                <a:cubicBezTo>
                  <a:pt x="2358464" y="4594502"/>
                  <a:pt x="2346918" y="4591559"/>
                  <a:pt x="2336814" y="4590261"/>
                </a:cubicBezTo>
                <a:cubicBezTo>
                  <a:pt x="2326648" y="4588920"/>
                  <a:pt x="2317925" y="4589266"/>
                  <a:pt x="2313594" y="4588271"/>
                </a:cubicBezTo>
                <a:cubicBezTo>
                  <a:pt x="2309264" y="4587275"/>
                  <a:pt x="2309264" y="4584939"/>
                  <a:pt x="2316544" y="4578319"/>
                </a:cubicBezTo>
                <a:cubicBezTo>
                  <a:pt x="2322317" y="4573040"/>
                  <a:pt x="2329409" y="4562612"/>
                  <a:pt x="2335433" y="4550065"/>
                </a:cubicBezTo>
                <a:cubicBezTo>
                  <a:pt x="2341458" y="4537516"/>
                  <a:pt x="2346541" y="4522806"/>
                  <a:pt x="2348361" y="4508960"/>
                </a:cubicBezTo>
                <a:cubicBezTo>
                  <a:pt x="2350244" y="4495114"/>
                  <a:pt x="2348801" y="4482089"/>
                  <a:pt x="2342022" y="4472960"/>
                </a:cubicBezTo>
                <a:cubicBezTo>
                  <a:pt x="2335245" y="4463830"/>
                  <a:pt x="2322945" y="4458508"/>
                  <a:pt x="2303052" y="4460066"/>
                </a:cubicBezTo>
                <a:cubicBezTo>
                  <a:pt x="2303491" y="4461104"/>
                  <a:pt x="2302863" y="4469801"/>
                  <a:pt x="2301420" y="4482565"/>
                </a:cubicBezTo>
                <a:cubicBezTo>
                  <a:pt x="2299977" y="4495330"/>
                  <a:pt x="2297843" y="4512118"/>
                  <a:pt x="2295082" y="4529382"/>
                </a:cubicBezTo>
                <a:cubicBezTo>
                  <a:pt x="2292321" y="4546647"/>
                  <a:pt x="2289120" y="4564386"/>
                  <a:pt x="2285668" y="4578968"/>
                </a:cubicBezTo>
                <a:cubicBezTo>
                  <a:pt x="2282217" y="4593549"/>
                  <a:pt x="2278514" y="4605016"/>
                  <a:pt x="2274875" y="4609732"/>
                </a:cubicBezTo>
                <a:cubicBezTo>
                  <a:pt x="2274059" y="4610813"/>
                  <a:pt x="2269540" y="4612112"/>
                  <a:pt x="2263139" y="4613323"/>
                </a:cubicBezTo>
                <a:cubicBezTo>
                  <a:pt x="2256738" y="4614491"/>
                  <a:pt x="2248455" y="4615573"/>
                  <a:pt x="2240171" y="4616136"/>
                </a:cubicBezTo>
                <a:cubicBezTo>
                  <a:pt x="2231887" y="4616698"/>
                  <a:pt x="2223540" y="4616741"/>
                  <a:pt x="2216889" y="4615962"/>
                </a:cubicBezTo>
                <a:cubicBezTo>
                  <a:pt x="2210299" y="4615184"/>
                  <a:pt x="2205404" y="4613496"/>
                  <a:pt x="2204086" y="4610597"/>
                </a:cubicBezTo>
                <a:cubicBezTo>
                  <a:pt x="2202455" y="4607049"/>
                  <a:pt x="2200007" y="4603761"/>
                  <a:pt x="2196995" y="4600732"/>
                </a:cubicBezTo>
                <a:cubicBezTo>
                  <a:pt x="2194046" y="4597703"/>
                  <a:pt x="2190531" y="4594891"/>
                  <a:pt x="2186766" y="4592165"/>
                </a:cubicBezTo>
                <a:cubicBezTo>
                  <a:pt x="2183063" y="4589482"/>
                  <a:pt x="2179047" y="4586886"/>
                  <a:pt x="2175156" y="4584377"/>
                </a:cubicBezTo>
                <a:cubicBezTo>
                  <a:pt x="2171266" y="4581867"/>
                  <a:pt x="2167437" y="4579357"/>
                  <a:pt x="2163986" y="4576848"/>
                </a:cubicBezTo>
                <a:cubicBezTo>
                  <a:pt x="2165178" y="4571699"/>
                  <a:pt x="2169382" y="4567545"/>
                  <a:pt x="2173775" y="4564040"/>
                </a:cubicBezTo>
                <a:cubicBezTo>
                  <a:pt x="2178168" y="4560536"/>
                  <a:pt x="2182749" y="4557680"/>
                  <a:pt x="2184820" y="4555170"/>
                </a:cubicBezTo>
                <a:cubicBezTo>
                  <a:pt x="2186828" y="4552617"/>
                  <a:pt x="2186327" y="4550411"/>
                  <a:pt x="2180490" y="4548161"/>
                </a:cubicBezTo>
                <a:cubicBezTo>
                  <a:pt x="2174654" y="4545911"/>
                  <a:pt x="2163483" y="4543618"/>
                  <a:pt x="2144281" y="4540978"/>
                </a:cubicBezTo>
                <a:cubicBezTo>
                  <a:pt x="2136248" y="4544526"/>
                  <a:pt x="2133612" y="4553094"/>
                  <a:pt x="2133675" y="4564040"/>
                </a:cubicBezTo>
                <a:cubicBezTo>
                  <a:pt x="2133737" y="4575031"/>
                  <a:pt x="2136624" y="4588357"/>
                  <a:pt x="2139636" y="4601554"/>
                </a:cubicBezTo>
                <a:cubicBezTo>
                  <a:pt x="2142648" y="4614708"/>
                  <a:pt x="2145912" y="4627732"/>
                  <a:pt x="2146790" y="4637943"/>
                </a:cubicBezTo>
                <a:cubicBezTo>
                  <a:pt x="2147670" y="4648154"/>
                  <a:pt x="2146163" y="4655640"/>
                  <a:pt x="2139762" y="4657717"/>
                </a:cubicBezTo>
                <a:cubicBezTo>
                  <a:pt x="2125956" y="4651486"/>
                  <a:pt x="2114283" y="4646597"/>
                  <a:pt x="2104808" y="4642529"/>
                </a:cubicBezTo>
                <a:cubicBezTo>
                  <a:pt x="2095331" y="4638462"/>
                  <a:pt x="2088051" y="4635174"/>
                  <a:pt x="2082905" y="4632188"/>
                </a:cubicBezTo>
                <a:cubicBezTo>
                  <a:pt x="2077759" y="4629203"/>
                  <a:pt x="2074747" y="4626476"/>
                  <a:pt x="2073869" y="4623578"/>
                </a:cubicBezTo>
                <a:cubicBezTo>
                  <a:pt x="2072990" y="4620679"/>
                  <a:pt x="2074246" y="4617520"/>
                  <a:pt x="2077571" y="4613626"/>
                </a:cubicBezTo>
                <a:cubicBezTo>
                  <a:pt x="2078952" y="4612025"/>
                  <a:pt x="2079767" y="4610813"/>
                  <a:pt x="2079956" y="4609602"/>
                </a:cubicBezTo>
                <a:cubicBezTo>
                  <a:pt x="2080144" y="4608391"/>
                  <a:pt x="2079643" y="4607223"/>
                  <a:pt x="2078262" y="4605795"/>
                </a:cubicBezTo>
                <a:cubicBezTo>
                  <a:pt x="2076881" y="4604324"/>
                  <a:pt x="2074685" y="4602592"/>
                  <a:pt x="2071421" y="4600256"/>
                </a:cubicBezTo>
                <a:cubicBezTo>
                  <a:pt x="2068158" y="4597920"/>
                  <a:pt x="2063890" y="4594978"/>
                  <a:pt x="2058369" y="4591083"/>
                </a:cubicBezTo>
                <a:cubicBezTo>
                  <a:pt x="2047951" y="4599694"/>
                  <a:pt x="2046444" y="4608996"/>
                  <a:pt x="2049081" y="4618905"/>
                </a:cubicBezTo>
                <a:cubicBezTo>
                  <a:pt x="2051716" y="4628813"/>
                  <a:pt x="2058557" y="4639328"/>
                  <a:pt x="2064832" y="4650447"/>
                </a:cubicBezTo>
                <a:cubicBezTo>
                  <a:pt x="2071044" y="4661568"/>
                  <a:pt x="2076755" y="4673207"/>
                  <a:pt x="2077132" y="4685409"/>
                </a:cubicBezTo>
                <a:cubicBezTo>
                  <a:pt x="2077446" y="4697610"/>
                  <a:pt x="2072551" y="4710288"/>
                  <a:pt x="2057490" y="4723442"/>
                </a:cubicBezTo>
                <a:cubicBezTo>
                  <a:pt x="2052594" y="4720673"/>
                  <a:pt x="2052155" y="4715610"/>
                  <a:pt x="2053034" y="4709552"/>
                </a:cubicBezTo>
                <a:cubicBezTo>
                  <a:pt x="2053913" y="4703495"/>
                  <a:pt x="2056046" y="4696442"/>
                  <a:pt x="2056360" y="4689822"/>
                </a:cubicBezTo>
                <a:cubicBezTo>
                  <a:pt x="2056674" y="4683202"/>
                  <a:pt x="2055167" y="4676928"/>
                  <a:pt x="2048704" y="4672428"/>
                </a:cubicBezTo>
                <a:cubicBezTo>
                  <a:pt x="2042177" y="4667885"/>
                  <a:pt x="2030756" y="4665116"/>
                  <a:pt x="2011239" y="4665462"/>
                </a:cubicBezTo>
                <a:cubicBezTo>
                  <a:pt x="2016134" y="4649409"/>
                  <a:pt x="2016762" y="4639976"/>
                  <a:pt x="2014565" y="4634958"/>
                </a:cubicBezTo>
                <a:cubicBezTo>
                  <a:pt x="2012369" y="4629938"/>
                  <a:pt x="2007348" y="4629333"/>
                  <a:pt x="2001009" y="4630891"/>
                </a:cubicBezTo>
                <a:cubicBezTo>
                  <a:pt x="1994671" y="4632447"/>
                  <a:pt x="1986953" y="4636169"/>
                  <a:pt x="1979422" y="4639847"/>
                </a:cubicBezTo>
                <a:cubicBezTo>
                  <a:pt x="1971892" y="4643525"/>
                  <a:pt x="1964486" y="4647116"/>
                  <a:pt x="1958712" y="4648414"/>
                </a:cubicBezTo>
                <a:cubicBezTo>
                  <a:pt x="1961474" y="4641578"/>
                  <a:pt x="1964988" y="4630847"/>
                  <a:pt x="1967938" y="4618472"/>
                </a:cubicBezTo>
                <a:cubicBezTo>
                  <a:pt x="1970888" y="4606098"/>
                  <a:pt x="1973272" y="4592078"/>
                  <a:pt x="1973774" y="4578708"/>
                </a:cubicBezTo>
                <a:cubicBezTo>
                  <a:pt x="1974276" y="4565338"/>
                  <a:pt x="1972958" y="4552617"/>
                  <a:pt x="1968439" y="4542795"/>
                </a:cubicBezTo>
                <a:cubicBezTo>
                  <a:pt x="1963921" y="4532973"/>
                  <a:pt x="1956265" y="4526051"/>
                  <a:pt x="1944090" y="4524363"/>
                </a:cubicBezTo>
                <a:cubicBezTo>
                  <a:pt x="1939258" y="4524579"/>
                  <a:pt x="1935180" y="4525661"/>
                  <a:pt x="1931351" y="4527132"/>
                </a:cubicBezTo>
                <a:cubicBezTo>
                  <a:pt x="1927523" y="4528560"/>
                  <a:pt x="1924009" y="4530420"/>
                  <a:pt x="1920243" y="4532152"/>
                </a:cubicBezTo>
                <a:cubicBezTo>
                  <a:pt x="1916478" y="4533882"/>
                  <a:pt x="1912462" y="4535483"/>
                  <a:pt x="1907692" y="4536478"/>
                </a:cubicBezTo>
                <a:cubicBezTo>
                  <a:pt x="1902923" y="4537473"/>
                  <a:pt x="1897400" y="4537862"/>
                  <a:pt x="1890623" y="4537084"/>
                </a:cubicBezTo>
                <a:cubicBezTo>
                  <a:pt x="1887046" y="4531762"/>
                  <a:pt x="1885226" y="4527781"/>
                  <a:pt x="1883783" y="4524795"/>
                </a:cubicBezTo>
                <a:cubicBezTo>
                  <a:pt x="1882339" y="4521810"/>
                  <a:pt x="1881335" y="4519733"/>
                  <a:pt x="1879389" y="4518263"/>
                </a:cubicBezTo>
                <a:cubicBezTo>
                  <a:pt x="1877381" y="4516791"/>
                  <a:pt x="1874495" y="4515882"/>
                  <a:pt x="1869223" y="4515103"/>
                </a:cubicBezTo>
                <a:cubicBezTo>
                  <a:pt x="1863952" y="4514324"/>
                  <a:pt x="1856422" y="4513719"/>
                  <a:pt x="1845126" y="4512897"/>
                </a:cubicBezTo>
                <a:cubicBezTo>
                  <a:pt x="1844184" y="4516012"/>
                  <a:pt x="1843180" y="4519127"/>
                  <a:pt x="1842176" y="4522286"/>
                </a:cubicBezTo>
                <a:cubicBezTo>
                  <a:pt x="1841172" y="4525444"/>
                  <a:pt x="1840168" y="4528647"/>
                  <a:pt x="1839164" y="4531891"/>
                </a:cubicBezTo>
                <a:cubicBezTo>
                  <a:pt x="1838159" y="4535137"/>
                  <a:pt x="1837092" y="4538469"/>
                  <a:pt x="1836026" y="4541887"/>
                </a:cubicBezTo>
                <a:cubicBezTo>
                  <a:pt x="1834959" y="4545305"/>
                  <a:pt x="1833830" y="4548810"/>
                  <a:pt x="1832700" y="4552444"/>
                </a:cubicBezTo>
                <a:cubicBezTo>
                  <a:pt x="1835084" y="4554651"/>
                  <a:pt x="1837595" y="4556987"/>
                  <a:pt x="1840168" y="4559411"/>
                </a:cubicBezTo>
                <a:cubicBezTo>
                  <a:pt x="1842741" y="4561833"/>
                  <a:pt x="1845439" y="4564343"/>
                  <a:pt x="1848264" y="4566982"/>
                </a:cubicBezTo>
                <a:cubicBezTo>
                  <a:pt x="1851087" y="4569578"/>
                  <a:pt x="1853974" y="4572304"/>
                  <a:pt x="1856986" y="4575117"/>
                </a:cubicBezTo>
                <a:cubicBezTo>
                  <a:pt x="1859935" y="4577929"/>
                  <a:pt x="1863073" y="4580828"/>
                  <a:pt x="1866211" y="4583771"/>
                </a:cubicBezTo>
                <a:cubicBezTo>
                  <a:pt x="1868282" y="4581867"/>
                  <a:pt x="1870227" y="4580007"/>
                  <a:pt x="1872111" y="4578232"/>
                </a:cubicBezTo>
                <a:cubicBezTo>
                  <a:pt x="1873993" y="4576415"/>
                  <a:pt x="1875812" y="4574685"/>
                  <a:pt x="1877696" y="4572953"/>
                </a:cubicBezTo>
                <a:cubicBezTo>
                  <a:pt x="1879578" y="4571179"/>
                  <a:pt x="1881399" y="4569449"/>
                  <a:pt x="1883343" y="4567632"/>
                </a:cubicBezTo>
                <a:cubicBezTo>
                  <a:pt x="1885289" y="4565815"/>
                  <a:pt x="1887297" y="4563911"/>
                  <a:pt x="1889431" y="4561920"/>
                </a:cubicBezTo>
                <a:cubicBezTo>
                  <a:pt x="1895142" y="4565771"/>
                  <a:pt x="1901041" y="4569362"/>
                  <a:pt x="1906500" y="4572953"/>
                </a:cubicBezTo>
                <a:cubicBezTo>
                  <a:pt x="1911960" y="4576545"/>
                  <a:pt x="1917043" y="4580136"/>
                  <a:pt x="1921122" y="4583944"/>
                </a:cubicBezTo>
                <a:cubicBezTo>
                  <a:pt x="1925201" y="4587752"/>
                  <a:pt x="1928213" y="4591775"/>
                  <a:pt x="1929657" y="4596232"/>
                </a:cubicBezTo>
                <a:cubicBezTo>
                  <a:pt x="1931038" y="4600732"/>
                  <a:pt x="1930850" y="4605621"/>
                  <a:pt x="1928465" y="4611159"/>
                </a:cubicBezTo>
                <a:cubicBezTo>
                  <a:pt x="1895831" y="4604150"/>
                  <a:pt x="1874746" y="4600473"/>
                  <a:pt x="1860563" y="4598655"/>
                </a:cubicBezTo>
                <a:cubicBezTo>
                  <a:pt x="1846380" y="4596838"/>
                  <a:pt x="1839038" y="4596838"/>
                  <a:pt x="1833955" y="4597270"/>
                </a:cubicBezTo>
                <a:cubicBezTo>
                  <a:pt x="1828872" y="4597660"/>
                  <a:pt x="1826047" y="4598482"/>
                  <a:pt x="1820776" y="4598266"/>
                </a:cubicBezTo>
                <a:cubicBezTo>
                  <a:pt x="1815504" y="4598006"/>
                  <a:pt x="1807849" y="4596708"/>
                  <a:pt x="1793101" y="4592900"/>
                </a:cubicBezTo>
                <a:cubicBezTo>
                  <a:pt x="1796992" y="4569103"/>
                  <a:pt x="1797243" y="4555257"/>
                  <a:pt x="1794796" y="4548551"/>
                </a:cubicBezTo>
                <a:cubicBezTo>
                  <a:pt x="1792348" y="4541844"/>
                  <a:pt x="1787265" y="4542233"/>
                  <a:pt x="1780613" y="4546862"/>
                </a:cubicBezTo>
                <a:cubicBezTo>
                  <a:pt x="1773961" y="4551493"/>
                  <a:pt x="1765677" y="4560362"/>
                  <a:pt x="1756765" y="4570574"/>
                </a:cubicBezTo>
                <a:cubicBezTo>
                  <a:pt x="1747854" y="4580785"/>
                  <a:pt x="1738379" y="4592381"/>
                  <a:pt x="1729342" y="4602463"/>
                </a:cubicBezTo>
                <a:cubicBezTo>
                  <a:pt x="1724510" y="4602203"/>
                  <a:pt x="1719929" y="4601295"/>
                  <a:pt x="1715472" y="4600213"/>
                </a:cubicBezTo>
                <a:cubicBezTo>
                  <a:pt x="1710954" y="4599131"/>
                  <a:pt x="1706561" y="4597833"/>
                  <a:pt x="1701980" y="4596838"/>
                </a:cubicBezTo>
                <a:cubicBezTo>
                  <a:pt x="1697399" y="4595843"/>
                  <a:pt x="1692641" y="4595064"/>
                  <a:pt x="1687494" y="4595064"/>
                </a:cubicBezTo>
                <a:cubicBezTo>
                  <a:pt x="1682286" y="4595020"/>
                  <a:pt x="1676762" y="4595713"/>
                  <a:pt x="1670552" y="4597574"/>
                </a:cubicBezTo>
                <a:cubicBezTo>
                  <a:pt x="1670049" y="4598569"/>
                  <a:pt x="1670238" y="4602982"/>
                  <a:pt x="1671618" y="4608434"/>
                </a:cubicBezTo>
                <a:cubicBezTo>
                  <a:pt x="1672998" y="4613886"/>
                  <a:pt x="1675508" y="4620376"/>
                  <a:pt x="1679522" y="4625569"/>
                </a:cubicBezTo>
                <a:cubicBezTo>
                  <a:pt x="1683603" y="4630717"/>
                  <a:pt x="1689189" y="4634612"/>
                  <a:pt x="1696709" y="4634784"/>
                </a:cubicBezTo>
                <a:cubicBezTo>
                  <a:pt x="1704239" y="4635001"/>
                  <a:pt x="1713779" y="4631496"/>
                  <a:pt x="1725639" y="4621977"/>
                </a:cubicBezTo>
                <a:cubicBezTo>
                  <a:pt x="1729279" y="4623621"/>
                  <a:pt x="1732794" y="4625222"/>
                  <a:pt x="1736307" y="4626780"/>
                </a:cubicBezTo>
                <a:cubicBezTo>
                  <a:pt x="1739759" y="4628337"/>
                  <a:pt x="1743273" y="4629895"/>
                  <a:pt x="1746725" y="4631453"/>
                </a:cubicBezTo>
                <a:cubicBezTo>
                  <a:pt x="1750176" y="4633010"/>
                  <a:pt x="1753691" y="4634612"/>
                  <a:pt x="1757268" y="4636212"/>
                </a:cubicBezTo>
                <a:cubicBezTo>
                  <a:pt x="1760845" y="4637813"/>
                  <a:pt x="1764484" y="4639458"/>
                  <a:pt x="1768313" y="4641188"/>
                </a:cubicBezTo>
                <a:cubicBezTo>
                  <a:pt x="1762665" y="4645385"/>
                  <a:pt x="1758210" y="4649583"/>
                  <a:pt x="1754883" y="4653866"/>
                </a:cubicBezTo>
                <a:cubicBezTo>
                  <a:pt x="1751619" y="4658106"/>
                  <a:pt x="1749487" y="4662433"/>
                  <a:pt x="1748607" y="4666804"/>
                </a:cubicBezTo>
                <a:cubicBezTo>
                  <a:pt x="1747792" y="4671173"/>
                  <a:pt x="1748168" y="4675587"/>
                  <a:pt x="1749926" y="4680043"/>
                </a:cubicBezTo>
                <a:cubicBezTo>
                  <a:pt x="1751683" y="4684543"/>
                  <a:pt x="1754757" y="4689043"/>
                  <a:pt x="1759276" y="4693630"/>
                </a:cubicBezTo>
                <a:cubicBezTo>
                  <a:pt x="1738880" y="4700250"/>
                  <a:pt x="1728965" y="4701721"/>
                  <a:pt x="1724384" y="4700163"/>
                </a:cubicBezTo>
                <a:cubicBezTo>
                  <a:pt x="1719803" y="4698606"/>
                  <a:pt x="1720682" y="4694020"/>
                  <a:pt x="1721873" y="4688567"/>
                </a:cubicBezTo>
                <a:cubicBezTo>
                  <a:pt x="1723066" y="4683116"/>
                  <a:pt x="1724698" y="4676842"/>
                  <a:pt x="1721623" y="4671822"/>
                </a:cubicBezTo>
                <a:cubicBezTo>
                  <a:pt x="1718548" y="4666804"/>
                  <a:pt x="1710891" y="4663125"/>
                  <a:pt x="1693508" y="4662866"/>
                </a:cubicBezTo>
                <a:cubicBezTo>
                  <a:pt x="1684232" y="4662735"/>
                  <a:pt x="1678708" y="4664034"/>
                  <a:pt x="1675445" y="4666500"/>
                </a:cubicBezTo>
                <a:cubicBezTo>
                  <a:pt x="1672246" y="4668967"/>
                  <a:pt x="1671243" y="4672645"/>
                  <a:pt x="1671115" y="4677317"/>
                </a:cubicBezTo>
                <a:cubicBezTo>
                  <a:pt x="1670991" y="4681991"/>
                  <a:pt x="1671555" y="4687616"/>
                  <a:pt x="1671555" y="4693976"/>
                </a:cubicBezTo>
                <a:cubicBezTo>
                  <a:pt x="1671492" y="4700337"/>
                  <a:pt x="1670740" y="4707433"/>
                  <a:pt x="1667791" y="4715091"/>
                </a:cubicBezTo>
                <a:cubicBezTo>
                  <a:pt x="1666158" y="4715394"/>
                  <a:pt x="1664401" y="4715740"/>
                  <a:pt x="1662642" y="4716043"/>
                </a:cubicBezTo>
                <a:cubicBezTo>
                  <a:pt x="1660885" y="4716389"/>
                  <a:pt x="1659065" y="4716692"/>
                  <a:pt x="1657243" y="4717038"/>
                </a:cubicBezTo>
                <a:cubicBezTo>
                  <a:pt x="1655487" y="4717341"/>
                  <a:pt x="1653668" y="4717687"/>
                  <a:pt x="1651909" y="4717990"/>
                </a:cubicBezTo>
                <a:cubicBezTo>
                  <a:pt x="1650152" y="4718293"/>
                  <a:pt x="1648459" y="4718596"/>
                  <a:pt x="1646889" y="4718899"/>
                </a:cubicBezTo>
                <a:cubicBezTo>
                  <a:pt x="1644191" y="4724090"/>
                  <a:pt x="1641556" y="4729283"/>
                  <a:pt x="1638919" y="4734476"/>
                </a:cubicBezTo>
                <a:cubicBezTo>
                  <a:pt x="1636219" y="4739668"/>
                  <a:pt x="1633583" y="4744860"/>
                  <a:pt x="1630887" y="4750139"/>
                </a:cubicBezTo>
                <a:cubicBezTo>
                  <a:pt x="1628255" y="4755375"/>
                  <a:pt x="1625487" y="4760739"/>
                  <a:pt x="1622727" y="4766148"/>
                </a:cubicBezTo>
                <a:cubicBezTo>
                  <a:pt x="1619966" y="4771556"/>
                  <a:pt x="1617141" y="4777095"/>
                  <a:pt x="1614255" y="4782763"/>
                </a:cubicBezTo>
                <a:cubicBezTo>
                  <a:pt x="1615070" y="4783282"/>
                  <a:pt x="1616012" y="4783974"/>
                  <a:pt x="1617203" y="4784753"/>
                </a:cubicBezTo>
                <a:cubicBezTo>
                  <a:pt x="1618397" y="4785532"/>
                  <a:pt x="1619714" y="4786441"/>
                  <a:pt x="1621219" y="4787436"/>
                </a:cubicBezTo>
                <a:cubicBezTo>
                  <a:pt x="1622727" y="4788431"/>
                  <a:pt x="1624357" y="4789556"/>
                  <a:pt x="1626113" y="4790724"/>
                </a:cubicBezTo>
                <a:cubicBezTo>
                  <a:pt x="1627876" y="4791893"/>
                  <a:pt x="1629757" y="4793191"/>
                  <a:pt x="1631763" y="4794532"/>
                </a:cubicBezTo>
                <a:cubicBezTo>
                  <a:pt x="1631138" y="4796480"/>
                  <a:pt x="1630447" y="4798470"/>
                  <a:pt x="1629757" y="4800590"/>
                </a:cubicBezTo>
                <a:cubicBezTo>
                  <a:pt x="1629068" y="4802710"/>
                  <a:pt x="1628318" y="4804960"/>
                  <a:pt x="1627495" y="4807383"/>
                </a:cubicBezTo>
                <a:cubicBezTo>
                  <a:pt x="1626676" y="4809806"/>
                  <a:pt x="1625800" y="4812445"/>
                  <a:pt x="1624860" y="4815258"/>
                </a:cubicBezTo>
                <a:cubicBezTo>
                  <a:pt x="1623919" y="4818070"/>
                  <a:pt x="1622916" y="4821186"/>
                  <a:pt x="1621785" y="4824561"/>
                </a:cubicBezTo>
                <a:cubicBezTo>
                  <a:pt x="1617331" y="4820234"/>
                  <a:pt x="1613879" y="4815864"/>
                  <a:pt x="1610739" y="4811667"/>
                </a:cubicBezTo>
                <a:cubicBezTo>
                  <a:pt x="1607603" y="4807469"/>
                  <a:pt x="1604780" y="4803402"/>
                  <a:pt x="1601641" y="4799638"/>
                </a:cubicBezTo>
                <a:cubicBezTo>
                  <a:pt x="1598441" y="4795831"/>
                  <a:pt x="1594989" y="4792326"/>
                  <a:pt x="1590470" y="4789253"/>
                </a:cubicBezTo>
                <a:cubicBezTo>
                  <a:pt x="1585952" y="4786181"/>
                  <a:pt x="1580429" y="4783499"/>
                  <a:pt x="1573212" y="4781379"/>
                </a:cubicBezTo>
                <a:cubicBezTo>
                  <a:pt x="1579237" y="4770561"/>
                  <a:pt x="1580743" y="4763249"/>
                  <a:pt x="1579552" y="4758403"/>
                </a:cubicBezTo>
                <a:cubicBezTo>
                  <a:pt x="1578359" y="4753600"/>
                  <a:pt x="1574468" y="4751264"/>
                  <a:pt x="1569699" y="4750528"/>
                </a:cubicBezTo>
                <a:cubicBezTo>
                  <a:pt x="1564930" y="4749793"/>
                  <a:pt x="1559283" y="4750614"/>
                  <a:pt x="1554576" y="4752086"/>
                </a:cubicBezTo>
                <a:cubicBezTo>
                  <a:pt x="1549870" y="4753557"/>
                  <a:pt x="1546105" y="4755677"/>
                  <a:pt x="1545164" y="4757494"/>
                </a:cubicBezTo>
                <a:cubicBezTo>
                  <a:pt x="1532173" y="4782027"/>
                  <a:pt x="1532173" y="4798340"/>
                  <a:pt x="1537570" y="4809201"/>
                </a:cubicBezTo>
                <a:cubicBezTo>
                  <a:pt x="1542969" y="4820061"/>
                  <a:pt x="1553698" y="4825512"/>
                  <a:pt x="1562106" y="4828369"/>
                </a:cubicBezTo>
                <a:cubicBezTo>
                  <a:pt x="1570515" y="4831224"/>
                  <a:pt x="1576665" y="4831483"/>
                  <a:pt x="1572836" y="4832003"/>
                </a:cubicBezTo>
                <a:cubicBezTo>
                  <a:pt x="1569009" y="4832522"/>
                  <a:pt x="1555267" y="4833301"/>
                  <a:pt x="1523953" y="4837152"/>
                </a:cubicBezTo>
                <a:cubicBezTo>
                  <a:pt x="1524769" y="4838710"/>
                  <a:pt x="1525584" y="4840181"/>
                  <a:pt x="1526337" y="4841652"/>
                </a:cubicBezTo>
                <a:cubicBezTo>
                  <a:pt x="1527153" y="4843123"/>
                  <a:pt x="1527908" y="4844550"/>
                  <a:pt x="1528659" y="4846022"/>
                </a:cubicBezTo>
                <a:cubicBezTo>
                  <a:pt x="1529412" y="4847450"/>
                  <a:pt x="1530165" y="4848964"/>
                  <a:pt x="1530979" y="4850478"/>
                </a:cubicBezTo>
                <a:cubicBezTo>
                  <a:pt x="1531797" y="4851992"/>
                  <a:pt x="1532613" y="4853594"/>
                  <a:pt x="1533492" y="4855282"/>
                </a:cubicBezTo>
                <a:cubicBezTo>
                  <a:pt x="1531797" y="4855325"/>
                  <a:pt x="1530165" y="4855368"/>
                  <a:pt x="1528534" y="4855411"/>
                </a:cubicBezTo>
                <a:cubicBezTo>
                  <a:pt x="1526903" y="4855454"/>
                  <a:pt x="1525208" y="4855498"/>
                  <a:pt x="1523513" y="4855541"/>
                </a:cubicBezTo>
                <a:cubicBezTo>
                  <a:pt x="1521819" y="4855584"/>
                  <a:pt x="1519998" y="4855628"/>
                  <a:pt x="1518115" y="4855671"/>
                </a:cubicBezTo>
                <a:cubicBezTo>
                  <a:pt x="1516232" y="4855714"/>
                  <a:pt x="1514225" y="4855800"/>
                  <a:pt x="1512029" y="4855844"/>
                </a:cubicBezTo>
                <a:cubicBezTo>
                  <a:pt x="1508891" y="4802927"/>
                  <a:pt x="1509581" y="4765889"/>
                  <a:pt x="1511276" y="4739148"/>
                </a:cubicBezTo>
                <a:cubicBezTo>
                  <a:pt x="1512969" y="4712409"/>
                  <a:pt x="1515793" y="4696053"/>
                  <a:pt x="1516987" y="4684543"/>
                </a:cubicBezTo>
                <a:cubicBezTo>
                  <a:pt x="1518181" y="4672991"/>
                  <a:pt x="1517804" y="4666371"/>
                  <a:pt x="1513096" y="4659058"/>
                </a:cubicBezTo>
                <a:cubicBezTo>
                  <a:pt x="1508451" y="4651746"/>
                  <a:pt x="1499476" y="4643828"/>
                  <a:pt x="1483536" y="4629766"/>
                </a:cubicBezTo>
                <a:cubicBezTo>
                  <a:pt x="1483221" y="4630241"/>
                  <a:pt x="1474939" y="4654255"/>
                  <a:pt x="1464456" y="4690168"/>
                </a:cubicBezTo>
                <a:cubicBezTo>
                  <a:pt x="1453976" y="4726081"/>
                  <a:pt x="1441236" y="4773806"/>
                  <a:pt x="1431948" y="4821704"/>
                </a:cubicBezTo>
                <a:cubicBezTo>
                  <a:pt x="1422659" y="4869559"/>
                  <a:pt x="1416824" y="4917588"/>
                  <a:pt x="1420087" y="4954021"/>
                </a:cubicBezTo>
                <a:cubicBezTo>
                  <a:pt x="1423350" y="4990452"/>
                  <a:pt x="1435713" y="5015289"/>
                  <a:pt x="1462889" y="5016847"/>
                </a:cubicBezTo>
                <a:cubicBezTo>
                  <a:pt x="1456110" y="5018361"/>
                  <a:pt x="1451025" y="5019530"/>
                  <a:pt x="1446444" y="5020222"/>
                </a:cubicBezTo>
                <a:cubicBezTo>
                  <a:pt x="1441864" y="5020870"/>
                  <a:pt x="1437847" y="5021173"/>
                  <a:pt x="1433140" y="5020870"/>
                </a:cubicBezTo>
                <a:cubicBezTo>
                  <a:pt x="1428434" y="5020611"/>
                  <a:pt x="1423099" y="5019789"/>
                  <a:pt x="1415883" y="5018405"/>
                </a:cubicBezTo>
                <a:cubicBezTo>
                  <a:pt x="1408667" y="5016976"/>
                  <a:pt x="1399692" y="5014986"/>
                  <a:pt x="1387644" y="5012347"/>
                </a:cubicBezTo>
                <a:cubicBezTo>
                  <a:pt x="1384318" y="4991015"/>
                  <a:pt x="1383125" y="4974573"/>
                  <a:pt x="1383188" y="4961635"/>
                </a:cubicBezTo>
                <a:cubicBezTo>
                  <a:pt x="1383251" y="4948699"/>
                  <a:pt x="1384568" y="4939222"/>
                  <a:pt x="1386200" y="4931737"/>
                </a:cubicBezTo>
                <a:cubicBezTo>
                  <a:pt x="1387832" y="4924251"/>
                  <a:pt x="1389777" y="4918800"/>
                  <a:pt x="1391157" y="4913824"/>
                </a:cubicBezTo>
                <a:cubicBezTo>
                  <a:pt x="1392538" y="4908847"/>
                  <a:pt x="1393291" y="4904391"/>
                  <a:pt x="1392538" y="4899026"/>
                </a:cubicBezTo>
                <a:cubicBezTo>
                  <a:pt x="1385698" y="4897382"/>
                  <a:pt x="1378921" y="4895651"/>
                  <a:pt x="1372144" y="4894050"/>
                </a:cubicBezTo>
                <a:cubicBezTo>
                  <a:pt x="1365366" y="4892449"/>
                  <a:pt x="1358652" y="4890934"/>
                  <a:pt x="1351874" y="4889724"/>
                </a:cubicBezTo>
                <a:cubicBezTo>
                  <a:pt x="1345096" y="4888512"/>
                  <a:pt x="1338380" y="4887559"/>
                  <a:pt x="1331540" y="4887041"/>
                </a:cubicBezTo>
                <a:cubicBezTo>
                  <a:pt x="1324700" y="4886478"/>
                  <a:pt x="1317859" y="4886391"/>
                  <a:pt x="1310894" y="4886867"/>
                </a:cubicBezTo>
                <a:cubicBezTo>
                  <a:pt x="1308006" y="4884877"/>
                  <a:pt x="1306375" y="4883449"/>
                  <a:pt x="1305686" y="4882065"/>
                </a:cubicBezTo>
                <a:cubicBezTo>
                  <a:pt x="1304995" y="4880680"/>
                  <a:pt x="1305309" y="4879382"/>
                  <a:pt x="1306313" y="4877738"/>
                </a:cubicBezTo>
                <a:cubicBezTo>
                  <a:pt x="1307316" y="4876094"/>
                  <a:pt x="1309010" y="4874060"/>
                  <a:pt x="1311207" y="4871204"/>
                </a:cubicBezTo>
                <a:cubicBezTo>
                  <a:pt x="1313403" y="4868349"/>
                  <a:pt x="1316039" y="4864671"/>
                  <a:pt x="1318926" y="4859695"/>
                </a:cubicBezTo>
                <a:cubicBezTo>
                  <a:pt x="1326269" y="4859089"/>
                  <a:pt x="1330160" y="4860300"/>
                  <a:pt x="1332419" y="4862378"/>
                </a:cubicBezTo>
                <a:cubicBezTo>
                  <a:pt x="1334741" y="4864454"/>
                  <a:pt x="1335368" y="4867396"/>
                  <a:pt x="1336247" y="4870382"/>
                </a:cubicBezTo>
                <a:cubicBezTo>
                  <a:pt x="1337125" y="4873324"/>
                  <a:pt x="1338192" y="4876310"/>
                  <a:pt x="1341269" y="4878387"/>
                </a:cubicBezTo>
                <a:cubicBezTo>
                  <a:pt x="1344342" y="4880463"/>
                  <a:pt x="1349427" y="4881632"/>
                  <a:pt x="1358338" y="4881070"/>
                </a:cubicBezTo>
                <a:cubicBezTo>
                  <a:pt x="1373336" y="4880117"/>
                  <a:pt x="1384067" y="4878733"/>
                  <a:pt x="1391785" y="4876959"/>
                </a:cubicBezTo>
                <a:cubicBezTo>
                  <a:pt x="1399503" y="4875185"/>
                  <a:pt x="1404210" y="4873065"/>
                  <a:pt x="1407223" y="4870599"/>
                </a:cubicBezTo>
                <a:cubicBezTo>
                  <a:pt x="1410173" y="4868132"/>
                  <a:pt x="1411427" y="4865363"/>
                  <a:pt x="1412118" y="4862334"/>
                </a:cubicBezTo>
                <a:cubicBezTo>
                  <a:pt x="1412871" y="4859305"/>
                  <a:pt x="1413059" y="4856017"/>
                  <a:pt x="1413937" y="4852512"/>
                </a:cubicBezTo>
                <a:cubicBezTo>
                  <a:pt x="1412871" y="4852253"/>
                  <a:pt x="1411803" y="4851992"/>
                  <a:pt x="1410736" y="4851690"/>
                </a:cubicBezTo>
                <a:cubicBezTo>
                  <a:pt x="1409670" y="4851431"/>
                  <a:pt x="1408540" y="4851128"/>
                  <a:pt x="1407410" y="4850825"/>
                </a:cubicBezTo>
                <a:cubicBezTo>
                  <a:pt x="1406281" y="4850522"/>
                  <a:pt x="1405089" y="4850219"/>
                  <a:pt x="1403833" y="4849873"/>
                </a:cubicBezTo>
                <a:cubicBezTo>
                  <a:pt x="1402579" y="4849527"/>
                  <a:pt x="1401260" y="4849181"/>
                  <a:pt x="1399818" y="4848791"/>
                </a:cubicBezTo>
                <a:cubicBezTo>
                  <a:pt x="1400760" y="4845416"/>
                  <a:pt x="1402077" y="4841998"/>
                  <a:pt x="1403081" y="4838579"/>
                </a:cubicBezTo>
                <a:cubicBezTo>
                  <a:pt x="1404085" y="4835205"/>
                  <a:pt x="1404776" y="4831829"/>
                  <a:pt x="1404461" y="4828541"/>
                </a:cubicBezTo>
                <a:cubicBezTo>
                  <a:pt x="1404147" y="4825253"/>
                  <a:pt x="1402767" y="4822094"/>
                  <a:pt x="1399692" y="4819152"/>
                </a:cubicBezTo>
                <a:cubicBezTo>
                  <a:pt x="1396617" y="4816210"/>
                  <a:pt x="1391785" y="4813484"/>
                  <a:pt x="1384506" y="4811018"/>
                </a:cubicBezTo>
                <a:cubicBezTo>
                  <a:pt x="1384694" y="4810541"/>
                  <a:pt x="1386137" y="4807729"/>
                  <a:pt x="1388271" y="4803705"/>
                </a:cubicBezTo>
                <a:cubicBezTo>
                  <a:pt x="1390405" y="4799724"/>
                  <a:pt x="1393229" y="4794532"/>
                  <a:pt x="1396114" y="4789384"/>
                </a:cubicBezTo>
                <a:cubicBezTo>
                  <a:pt x="1399002" y="4784235"/>
                  <a:pt x="1402015" y="4779128"/>
                  <a:pt x="1404461" y="4775278"/>
                </a:cubicBezTo>
                <a:cubicBezTo>
                  <a:pt x="1406972" y="4771427"/>
                  <a:pt x="1408917" y="4768831"/>
                  <a:pt x="1409795" y="4768701"/>
                </a:cubicBezTo>
                <a:cubicBezTo>
                  <a:pt x="1417326" y="4767489"/>
                  <a:pt x="1421970" y="4765585"/>
                  <a:pt x="1424480" y="4762860"/>
                </a:cubicBezTo>
                <a:cubicBezTo>
                  <a:pt x="1426990" y="4760177"/>
                  <a:pt x="1427367" y="4756672"/>
                  <a:pt x="1426300" y="4752302"/>
                </a:cubicBezTo>
                <a:cubicBezTo>
                  <a:pt x="1425233" y="4747932"/>
                  <a:pt x="1422786" y="4742740"/>
                  <a:pt x="1419586" y="4736596"/>
                </a:cubicBezTo>
                <a:cubicBezTo>
                  <a:pt x="1416448" y="4730451"/>
                  <a:pt x="1412556" y="4723398"/>
                  <a:pt x="1408729" y="4715394"/>
                </a:cubicBezTo>
                <a:cubicBezTo>
                  <a:pt x="1410862" y="4714183"/>
                  <a:pt x="1412995" y="4713014"/>
                  <a:pt x="1415067" y="4711846"/>
                </a:cubicBezTo>
                <a:cubicBezTo>
                  <a:pt x="1417138" y="4710677"/>
                  <a:pt x="1419209" y="4709509"/>
                  <a:pt x="1421279" y="4708384"/>
                </a:cubicBezTo>
                <a:cubicBezTo>
                  <a:pt x="1423350" y="4707259"/>
                  <a:pt x="1425359" y="4706091"/>
                  <a:pt x="1427367" y="4705009"/>
                </a:cubicBezTo>
                <a:cubicBezTo>
                  <a:pt x="1429375" y="4703928"/>
                  <a:pt x="1431321" y="4702846"/>
                  <a:pt x="1433203" y="4701764"/>
                </a:cubicBezTo>
                <a:cubicBezTo>
                  <a:pt x="1432010" y="4697697"/>
                  <a:pt x="1432074" y="4691034"/>
                  <a:pt x="1432890" y="4683246"/>
                </a:cubicBezTo>
                <a:cubicBezTo>
                  <a:pt x="1433705" y="4675456"/>
                  <a:pt x="1435275" y="4666630"/>
                  <a:pt x="1437032" y="4658236"/>
                </a:cubicBezTo>
                <a:cubicBezTo>
                  <a:pt x="1438788" y="4649885"/>
                  <a:pt x="1440736" y="4641967"/>
                  <a:pt x="1442302" y="4636083"/>
                </a:cubicBezTo>
                <a:cubicBezTo>
                  <a:pt x="1443871" y="4630198"/>
                  <a:pt x="1445064" y="4626347"/>
                  <a:pt x="1445315" y="4626044"/>
                </a:cubicBezTo>
                <a:cubicBezTo>
                  <a:pt x="1431321" y="4619813"/>
                  <a:pt x="1422408" y="4616482"/>
                  <a:pt x="1416134" y="4615054"/>
                </a:cubicBezTo>
                <a:cubicBezTo>
                  <a:pt x="1409858" y="4613626"/>
                  <a:pt x="1406218" y="4614145"/>
                  <a:pt x="1402894" y="4615573"/>
                </a:cubicBezTo>
                <a:cubicBezTo>
                  <a:pt x="1399567" y="4617001"/>
                  <a:pt x="1396492" y="4619337"/>
                  <a:pt x="1391409" y="4621587"/>
                </a:cubicBezTo>
                <a:cubicBezTo>
                  <a:pt x="1386326" y="4623837"/>
                  <a:pt x="1379172" y="4625958"/>
                  <a:pt x="1367625" y="4626996"/>
                </a:cubicBezTo>
                <a:cubicBezTo>
                  <a:pt x="1370511" y="4610684"/>
                  <a:pt x="1372080" y="4599996"/>
                  <a:pt x="1372833" y="4592728"/>
                </a:cubicBezTo>
                <a:cubicBezTo>
                  <a:pt x="1373587" y="4585458"/>
                  <a:pt x="1373461" y="4581607"/>
                  <a:pt x="1372771" y="4579054"/>
                </a:cubicBezTo>
                <a:cubicBezTo>
                  <a:pt x="1372144" y="4576502"/>
                  <a:pt x="1370951" y="4575203"/>
                  <a:pt x="1369571" y="4573083"/>
                </a:cubicBezTo>
                <a:cubicBezTo>
                  <a:pt x="1368253" y="4570920"/>
                  <a:pt x="1366683" y="4567935"/>
                  <a:pt x="1365366" y="4561877"/>
                </a:cubicBezTo>
                <a:cubicBezTo>
                  <a:pt x="1362041" y="4559757"/>
                  <a:pt x="1357522" y="4558329"/>
                  <a:pt x="1352627" y="4557118"/>
                </a:cubicBezTo>
                <a:cubicBezTo>
                  <a:pt x="1347733" y="4555906"/>
                  <a:pt x="1342334" y="4554911"/>
                  <a:pt x="1337188" y="4553699"/>
                </a:cubicBezTo>
                <a:cubicBezTo>
                  <a:pt x="1332041" y="4552531"/>
                  <a:pt x="1327084" y="4551103"/>
                  <a:pt x="1323006" y="4549026"/>
                </a:cubicBezTo>
                <a:cubicBezTo>
                  <a:pt x="1318990" y="4546949"/>
                  <a:pt x="1315789" y="4544266"/>
                  <a:pt x="1314156" y="4540458"/>
                </a:cubicBezTo>
                <a:cubicBezTo>
                  <a:pt x="1315035" y="4539810"/>
                  <a:pt x="1315914" y="4539117"/>
                  <a:pt x="1316855" y="4538425"/>
                </a:cubicBezTo>
                <a:cubicBezTo>
                  <a:pt x="1317796" y="4537690"/>
                  <a:pt x="1318737" y="4536954"/>
                  <a:pt x="1319742" y="4536219"/>
                </a:cubicBezTo>
                <a:cubicBezTo>
                  <a:pt x="1320683" y="4535483"/>
                  <a:pt x="1321751" y="4534704"/>
                  <a:pt x="1322817" y="4533882"/>
                </a:cubicBezTo>
                <a:cubicBezTo>
                  <a:pt x="1323884" y="4533103"/>
                  <a:pt x="1325014" y="4532238"/>
                  <a:pt x="1326144" y="4531373"/>
                </a:cubicBezTo>
                <a:cubicBezTo>
                  <a:pt x="1325140" y="4530464"/>
                  <a:pt x="1324136" y="4529555"/>
                  <a:pt x="1323068" y="4528647"/>
                </a:cubicBezTo>
                <a:cubicBezTo>
                  <a:pt x="1322002" y="4527737"/>
                  <a:pt x="1320873" y="4526786"/>
                  <a:pt x="1319742" y="4525748"/>
                </a:cubicBezTo>
                <a:cubicBezTo>
                  <a:pt x="1318550" y="4524752"/>
                  <a:pt x="1317357" y="4523671"/>
                  <a:pt x="1316039" y="4522502"/>
                </a:cubicBezTo>
                <a:cubicBezTo>
                  <a:pt x="1314722" y="4521334"/>
                  <a:pt x="1313341" y="4520123"/>
                  <a:pt x="1311836" y="4518781"/>
                </a:cubicBezTo>
                <a:cubicBezTo>
                  <a:pt x="1313655" y="4516748"/>
                  <a:pt x="1315600" y="4514671"/>
                  <a:pt x="1317545" y="4512551"/>
                </a:cubicBezTo>
                <a:cubicBezTo>
                  <a:pt x="1319555" y="4510431"/>
                  <a:pt x="1321563" y="4508224"/>
                  <a:pt x="1323633" y="4505974"/>
                </a:cubicBezTo>
                <a:cubicBezTo>
                  <a:pt x="1325704" y="4503681"/>
                  <a:pt x="1327901" y="4501344"/>
                  <a:pt x="1330097" y="4498964"/>
                </a:cubicBezTo>
                <a:cubicBezTo>
                  <a:pt x="1332293" y="4496541"/>
                  <a:pt x="1334552" y="4494075"/>
                  <a:pt x="1336937" y="4491522"/>
                </a:cubicBezTo>
                <a:cubicBezTo>
                  <a:pt x="1335117" y="4490484"/>
                  <a:pt x="1333233" y="4489402"/>
                  <a:pt x="1331289" y="4488320"/>
                </a:cubicBezTo>
                <a:cubicBezTo>
                  <a:pt x="1329343" y="4487195"/>
                  <a:pt x="1327398" y="4486071"/>
                  <a:pt x="1325390" y="4484946"/>
                </a:cubicBezTo>
                <a:cubicBezTo>
                  <a:pt x="1323382" y="4483821"/>
                  <a:pt x="1321311" y="4482652"/>
                  <a:pt x="1319240" y="4481440"/>
                </a:cubicBezTo>
                <a:cubicBezTo>
                  <a:pt x="1317106" y="4480272"/>
                  <a:pt x="1315035" y="4479060"/>
                  <a:pt x="1312840" y="4477806"/>
                </a:cubicBezTo>
                <a:cubicBezTo>
                  <a:pt x="1308258" y="4479277"/>
                  <a:pt x="1303174" y="4481440"/>
                  <a:pt x="1297651" y="4483474"/>
                </a:cubicBezTo>
                <a:cubicBezTo>
                  <a:pt x="1292131" y="4485508"/>
                  <a:pt x="1286109" y="4487455"/>
                  <a:pt x="1279579" y="4488536"/>
                </a:cubicBezTo>
                <a:cubicBezTo>
                  <a:pt x="1273052" y="4489618"/>
                  <a:pt x="1266086" y="4489835"/>
                  <a:pt x="1258617" y="4488407"/>
                </a:cubicBezTo>
                <a:cubicBezTo>
                  <a:pt x="1251151" y="4486978"/>
                  <a:pt x="1243244" y="4483950"/>
                  <a:pt x="1234833" y="4478498"/>
                </a:cubicBezTo>
                <a:cubicBezTo>
                  <a:pt x="1236528" y="4475599"/>
                  <a:pt x="1239228" y="4473912"/>
                  <a:pt x="1242428" y="4472917"/>
                </a:cubicBezTo>
                <a:cubicBezTo>
                  <a:pt x="1245628" y="4471922"/>
                  <a:pt x="1249395" y="4471618"/>
                  <a:pt x="1253348" y="4471489"/>
                </a:cubicBezTo>
                <a:cubicBezTo>
                  <a:pt x="1257301" y="4471359"/>
                  <a:pt x="1261380" y="4471402"/>
                  <a:pt x="1265208" y="4471186"/>
                </a:cubicBezTo>
                <a:cubicBezTo>
                  <a:pt x="1269098" y="4470969"/>
                  <a:pt x="1272676" y="4470407"/>
                  <a:pt x="1275625" y="4469065"/>
                </a:cubicBezTo>
                <a:cubicBezTo>
                  <a:pt x="1280457" y="4462792"/>
                  <a:pt x="1283908" y="4457772"/>
                  <a:pt x="1285598" y="4453661"/>
                </a:cubicBezTo>
                <a:cubicBezTo>
                  <a:pt x="1287292" y="4449551"/>
                  <a:pt x="1287231" y="4446393"/>
                  <a:pt x="1285227" y="4443840"/>
                </a:cubicBezTo>
                <a:cubicBezTo>
                  <a:pt x="1283217" y="4441287"/>
                  <a:pt x="1279139" y="4439297"/>
                  <a:pt x="1272802" y="4437566"/>
                </a:cubicBezTo>
                <a:cubicBezTo>
                  <a:pt x="1266463" y="4435835"/>
                  <a:pt x="1257803" y="4434364"/>
                  <a:pt x="1246570" y="4432763"/>
                </a:cubicBezTo>
                <a:cubicBezTo>
                  <a:pt x="1242176" y="4437220"/>
                  <a:pt x="1239414" y="4440119"/>
                  <a:pt x="1237407" y="4442196"/>
                </a:cubicBezTo>
                <a:cubicBezTo>
                  <a:pt x="1235335" y="4444273"/>
                  <a:pt x="1234017" y="4445571"/>
                  <a:pt x="1232324" y="4446783"/>
                </a:cubicBezTo>
                <a:cubicBezTo>
                  <a:pt x="1230628" y="4447994"/>
                  <a:pt x="1228620" y="4449162"/>
                  <a:pt x="1225233" y="4450980"/>
                </a:cubicBezTo>
                <a:cubicBezTo>
                  <a:pt x="1221844" y="4452797"/>
                  <a:pt x="1217075" y="4455306"/>
                  <a:pt x="1209923" y="4459243"/>
                </a:cubicBezTo>
                <a:cubicBezTo>
                  <a:pt x="1214879" y="4467205"/>
                  <a:pt x="1216195" y="4473306"/>
                  <a:pt x="1215317" y="4477243"/>
                </a:cubicBezTo>
                <a:cubicBezTo>
                  <a:pt x="1214440" y="4481138"/>
                  <a:pt x="1211428" y="4482868"/>
                  <a:pt x="1207726" y="4481960"/>
                </a:cubicBezTo>
                <a:cubicBezTo>
                  <a:pt x="1204023" y="4481051"/>
                  <a:pt x="1199757" y="4477589"/>
                  <a:pt x="1196367" y="4471143"/>
                </a:cubicBezTo>
                <a:cubicBezTo>
                  <a:pt x="1192978" y="4464696"/>
                  <a:pt x="1190531" y="4455306"/>
                  <a:pt x="1190531" y="4442542"/>
                </a:cubicBezTo>
                <a:cubicBezTo>
                  <a:pt x="1193355" y="4441504"/>
                  <a:pt x="1196304" y="4440422"/>
                  <a:pt x="1199254" y="4439297"/>
                </a:cubicBezTo>
                <a:cubicBezTo>
                  <a:pt x="1202204" y="4438172"/>
                  <a:pt x="1205216" y="4437047"/>
                  <a:pt x="1208228" y="4435922"/>
                </a:cubicBezTo>
                <a:cubicBezTo>
                  <a:pt x="1211240" y="4434797"/>
                  <a:pt x="1214252" y="4433672"/>
                  <a:pt x="1217199" y="4432547"/>
                </a:cubicBezTo>
                <a:cubicBezTo>
                  <a:pt x="1220149" y="4431465"/>
                  <a:pt x="1223099" y="4430341"/>
                  <a:pt x="1225924" y="4429302"/>
                </a:cubicBezTo>
                <a:cubicBezTo>
                  <a:pt x="1227555" y="4427268"/>
                  <a:pt x="1226990" y="4425062"/>
                  <a:pt x="1225233" y="4422811"/>
                </a:cubicBezTo>
                <a:cubicBezTo>
                  <a:pt x="1223475" y="4420562"/>
                  <a:pt x="1220590" y="4418312"/>
                  <a:pt x="1217763" y="4416192"/>
                </a:cubicBezTo>
                <a:cubicBezTo>
                  <a:pt x="1214879" y="4414071"/>
                  <a:pt x="1212055" y="4412124"/>
                  <a:pt x="1210298" y="4410480"/>
                </a:cubicBezTo>
                <a:cubicBezTo>
                  <a:pt x="1208541" y="4408835"/>
                  <a:pt x="1207915" y="4407538"/>
                  <a:pt x="1209545" y="4406759"/>
                </a:cubicBezTo>
                <a:cubicBezTo>
                  <a:pt x="1210799" y="4406153"/>
                  <a:pt x="1214064" y="4400615"/>
                  <a:pt x="1217390" y="4392610"/>
                </a:cubicBezTo>
                <a:cubicBezTo>
                  <a:pt x="1220714" y="4384605"/>
                  <a:pt x="1224229" y="4374178"/>
                  <a:pt x="1226110" y="4363707"/>
                </a:cubicBezTo>
                <a:cubicBezTo>
                  <a:pt x="1227993" y="4353236"/>
                  <a:pt x="1228181" y="4342808"/>
                  <a:pt x="1224982" y="4334803"/>
                </a:cubicBezTo>
                <a:cubicBezTo>
                  <a:pt x="1221719" y="4326799"/>
                  <a:pt x="1215068" y="4321260"/>
                  <a:pt x="1203145" y="4320654"/>
                </a:cubicBezTo>
                <a:cubicBezTo>
                  <a:pt x="1198124" y="4320395"/>
                  <a:pt x="1194422" y="4321130"/>
                  <a:pt x="1191535" y="4322861"/>
                </a:cubicBezTo>
                <a:cubicBezTo>
                  <a:pt x="1188649" y="4324591"/>
                  <a:pt x="1186515" y="4327361"/>
                  <a:pt x="1184758" y="4331212"/>
                </a:cubicBezTo>
                <a:cubicBezTo>
                  <a:pt x="1182937" y="4335062"/>
                  <a:pt x="1181494" y="4339952"/>
                  <a:pt x="1179861" y="4345966"/>
                </a:cubicBezTo>
                <a:cubicBezTo>
                  <a:pt x="1178230" y="4351980"/>
                  <a:pt x="1176411" y="4359120"/>
                  <a:pt x="1173964" y="4367384"/>
                </a:cubicBezTo>
                <a:cubicBezTo>
                  <a:pt x="1172519" y="4367817"/>
                  <a:pt x="1170950" y="4368293"/>
                  <a:pt x="1169318" y="4368769"/>
                </a:cubicBezTo>
                <a:cubicBezTo>
                  <a:pt x="1167687" y="4369245"/>
                  <a:pt x="1165992" y="4369721"/>
                  <a:pt x="1164298" y="4370240"/>
                </a:cubicBezTo>
                <a:cubicBezTo>
                  <a:pt x="1162603" y="4370759"/>
                  <a:pt x="1160846" y="4371279"/>
                  <a:pt x="1159090" y="4371797"/>
                </a:cubicBezTo>
                <a:cubicBezTo>
                  <a:pt x="1157333" y="4372317"/>
                  <a:pt x="1155575" y="4372836"/>
                  <a:pt x="1153818" y="4373355"/>
                </a:cubicBezTo>
                <a:cubicBezTo>
                  <a:pt x="1152563" y="4375779"/>
                  <a:pt x="1152752" y="4377509"/>
                  <a:pt x="1153944" y="4378894"/>
                </a:cubicBezTo>
                <a:cubicBezTo>
                  <a:pt x="1155073" y="4380279"/>
                  <a:pt x="1157207" y="4381274"/>
                  <a:pt x="1159654" y="4382096"/>
                </a:cubicBezTo>
                <a:cubicBezTo>
                  <a:pt x="1162102" y="4382918"/>
                  <a:pt x="1164926" y="4383610"/>
                  <a:pt x="1167499" y="4384389"/>
                </a:cubicBezTo>
                <a:cubicBezTo>
                  <a:pt x="1170072" y="4385168"/>
                  <a:pt x="1172394" y="4386033"/>
                  <a:pt x="1173899" y="4387245"/>
                </a:cubicBezTo>
                <a:cubicBezTo>
                  <a:pt x="1172330" y="4388370"/>
                  <a:pt x="1171578" y="4389149"/>
                  <a:pt x="1170573" y="4389711"/>
                </a:cubicBezTo>
                <a:cubicBezTo>
                  <a:pt x="1169569" y="4390274"/>
                  <a:pt x="1168190" y="4390620"/>
                  <a:pt x="1165365" y="4390879"/>
                </a:cubicBezTo>
                <a:cubicBezTo>
                  <a:pt x="1162541" y="4391096"/>
                  <a:pt x="1158211" y="4391268"/>
                  <a:pt x="1151183" y="4391485"/>
                </a:cubicBezTo>
                <a:cubicBezTo>
                  <a:pt x="1144153" y="4391701"/>
                  <a:pt x="1134490" y="4391961"/>
                  <a:pt x="1120933" y="4392393"/>
                </a:cubicBezTo>
                <a:cubicBezTo>
                  <a:pt x="1118360" y="4395120"/>
                  <a:pt x="1117356" y="4397932"/>
                  <a:pt x="1116854" y="4400788"/>
                </a:cubicBezTo>
                <a:cubicBezTo>
                  <a:pt x="1116352" y="4403687"/>
                  <a:pt x="1116540" y="4406585"/>
                  <a:pt x="1116352" y="4409442"/>
                </a:cubicBezTo>
                <a:cubicBezTo>
                  <a:pt x="1116163" y="4412297"/>
                  <a:pt x="1115662" y="4415153"/>
                  <a:pt x="1114030" y="4417879"/>
                </a:cubicBezTo>
                <a:cubicBezTo>
                  <a:pt x="1112398" y="4420605"/>
                  <a:pt x="1109512" y="4423244"/>
                  <a:pt x="1104618" y="4425710"/>
                </a:cubicBezTo>
                <a:cubicBezTo>
                  <a:pt x="1099785" y="4421384"/>
                  <a:pt x="1097589" y="4416841"/>
                  <a:pt x="1096208" y="4412384"/>
                </a:cubicBezTo>
                <a:cubicBezTo>
                  <a:pt x="1094827" y="4407928"/>
                  <a:pt x="1094199" y="4403557"/>
                  <a:pt x="1092505" y="4399533"/>
                </a:cubicBezTo>
                <a:cubicBezTo>
                  <a:pt x="1090810" y="4395509"/>
                  <a:pt x="1087986" y="4391875"/>
                  <a:pt x="1082151" y="4388932"/>
                </a:cubicBezTo>
                <a:cubicBezTo>
                  <a:pt x="1076314" y="4385990"/>
                  <a:pt x="1067466" y="4383696"/>
                  <a:pt x="1053721" y="4382399"/>
                </a:cubicBezTo>
                <a:cubicBezTo>
                  <a:pt x="1063073" y="4378072"/>
                  <a:pt x="1069536" y="4372879"/>
                  <a:pt x="1073615" y="4367384"/>
                </a:cubicBezTo>
                <a:cubicBezTo>
                  <a:pt x="1077694" y="4361890"/>
                  <a:pt x="1079452" y="4356091"/>
                  <a:pt x="1079576" y="4350553"/>
                </a:cubicBezTo>
                <a:cubicBezTo>
                  <a:pt x="1079701" y="4345015"/>
                  <a:pt x="1078134" y="4339736"/>
                  <a:pt x="1075624" y="4335279"/>
                </a:cubicBezTo>
                <a:cubicBezTo>
                  <a:pt x="1073112" y="4330823"/>
                  <a:pt x="1069599" y="4327231"/>
                  <a:pt x="1065771" y="4324981"/>
                </a:cubicBezTo>
                <a:cubicBezTo>
                  <a:pt x="1071983" y="4320178"/>
                  <a:pt x="1075748" y="4312823"/>
                  <a:pt x="1077193" y="4304688"/>
                </a:cubicBezTo>
                <a:cubicBezTo>
                  <a:pt x="1078635" y="4296511"/>
                  <a:pt x="1077694" y="4287554"/>
                  <a:pt x="1074619" y="4279463"/>
                </a:cubicBezTo>
                <a:cubicBezTo>
                  <a:pt x="1071544" y="4271371"/>
                  <a:pt x="1066272" y="4264145"/>
                  <a:pt x="1058993" y="4259430"/>
                </a:cubicBezTo>
                <a:cubicBezTo>
                  <a:pt x="1051712" y="4254713"/>
                  <a:pt x="1042426" y="4252549"/>
                  <a:pt x="1031318" y="4254584"/>
                </a:cubicBezTo>
                <a:cubicBezTo>
                  <a:pt x="1027112" y="4255362"/>
                  <a:pt x="1023599" y="4257352"/>
                  <a:pt x="1021088" y="4260035"/>
                </a:cubicBezTo>
                <a:cubicBezTo>
                  <a:pt x="1018641" y="4262718"/>
                  <a:pt x="1017196" y="4266093"/>
                  <a:pt x="1017196" y="4269640"/>
                </a:cubicBezTo>
                <a:cubicBezTo>
                  <a:pt x="1017196" y="4273189"/>
                  <a:pt x="1018578" y="4276866"/>
                  <a:pt x="1021778" y="4280198"/>
                </a:cubicBezTo>
                <a:cubicBezTo>
                  <a:pt x="1024980" y="4283530"/>
                  <a:pt x="1029874" y="4286472"/>
                  <a:pt x="1036965" y="4288549"/>
                </a:cubicBezTo>
                <a:cubicBezTo>
                  <a:pt x="1015879" y="4300881"/>
                  <a:pt x="1003515" y="4307977"/>
                  <a:pt x="996174" y="4312260"/>
                </a:cubicBezTo>
                <a:cubicBezTo>
                  <a:pt x="988830" y="4316587"/>
                  <a:pt x="986510" y="4318058"/>
                  <a:pt x="985443" y="4319227"/>
                </a:cubicBezTo>
                <a:cubicBezTo>
                  <a:pt x="984438" y="4320395"/>
                  <a:pt x="984691" y="4321260"/>
                  <a:pt x="982492" y="4324203"/>
                </a:cubicBezTo>
                <a:cubicBezTo>
                  <a:pt x="980296" y="4327145"/>
                  <a:pt x="975716" y="4332250"/>
                  <a:pt x="964921" y="4341942"/>
                </a:cubicBezTo>
                <a:cubicBezTo>
                  <a:pt x="960152" y="4339433"/>
                  <a:pt x="957891" y="4338135"/>
                  <a:pt x="956763" y="4337010"/>
                </a:cubicBezTo>
                <a:cubicBezTo>
                  <a:pt x="955633" y="4335885"/>
                  <a:pt x="955633" y="4334890"/>
                  <a:pt x="955444" y="4332986"/>
                </a:cubicBezTo>
                <a:cubicBezTo>
                  <a:pt x="955193" y="4331082"/>
                  <a:pt x="954754" y="4328226"/>
                  <a:pt x="952684" y="4323424"/>
                </a:cubicBezTo>
                <a:cubicBezTo>
                  <a:pt x="950612" y="4318620"/>
                  <a:pt x="946909" y="4311784"/>
                  <a:pt x="940194" y="4301919"/>
                </a:cubicBezTo>
                <a:cubicBezTo>
                  <a:pt x="938625" y="4302006"/>
                  <a:pt x="937057" y="4302136"/>
                  <a:pt x="935426" y="4302221"/>
                </a:cubicBezTo>
                <a:cubicBezTo>
                  <a:pt x="933793" y="4302352"/>
                  <a:pt x="932098" y="4302439"/>
                  <a:pt x="930405" y="4302568"/>
                </a:cubicBezTo>
                <a:cubicBezTo>
                  <a:pt x="928710" y="4302654"/>
                  <a:pt x="926953" y="4302784"/>
                  <a:pt x="925070" y="4302914"/>
                </a:cubicBezTo>
                <a:cubicBezTo>
                  <a:pt x="923187" y="4303044"/>
                  <a:pt x="921305" y="4303174"/>
                  <a:pt x="919234" y="4303303"/>
                </a:cubicBezTo>
                <a:cubicBezTo>
                  <a:pt x="920552" y="4299842"/>
                  <a:pt x="921305" y="4296511"/>
                  <a:pt x="921179" y="4293395"/>
                </a:cubicBezTo>
                <a:cubicBezTo>
                  <a:pt x="921054" y="4290280"/>
                  <a:pt x="920113" y="4287381"/>
                  <a:pt x="917979" y="4284785"/>
                </a:cubicBezTo>
                <a:cubicBezTo>
                  <a:pt x="915845" y="4282189"/>
                  <a:pt x="912582" y="4279895"/>
                  <a:pt x="907938" y="4277905"/>
                </a:cubicBezTo>
                <a:cubicBezTo>
                  <a:pt x="903294" y="4275915"/>
                  <a:pt x="897206" y="4274314"/>
                  <a:pt x="889488" y="4273102"/>
                </a:cubicBezTo>
                <a:cubicBezTo>
                  <a:pt x="879634" y="4277386"/>
                  <a:pt x="870597" y="4282751"/>
                  <a:pt x="863506" y="4288939"/>
                </a:cubicBezTo>
                <a:cubicBezTo>
                  <a:pt x="856416" y="4295126"/>
                  <a:pt x="851206" y="4302136"/>
                  <a:pt x="848823" y="4309794"/>
                </a:cubicBezTo>
                <a:cubicBezTo>
                  <a:pt x="846438" y="4317453"/>
                  <a:pt x="847002" y="4325716"/>
                  <a:pt x="851396" y="4334413"/>
                </a:cubicBezTo>
                <a:cubicBezTo>
                  <a:pt x="855787" y="4343111"/>
                  <a:pt x="864134" y="4352198"/>
                  <a:pt x="877312" y="4361543"/>
                </a:cubicBezTo>
                <a:cubicBezTo>
                  <a:pt x="876935" y="4362408"/>
                  <a:pt x="876496" y="4363317"/>
                  <a:pt x="876057" y="4364269"/>
                </a:cubicBezTo>
                <a:cubicBezTo>
                  <a:pt x="875618" y="4365221"/>
                  <a:pt x="875179" y="4366216"/>
                  <a:pt x="874677" y="4367254"/>
                </a:cubicBezTo>
                <a:cubicBezTo>
                  <a:pt x="874174" y="4368293"/>
                  <a:pt x="873673" y="4369375"/>
                  <a:pt x="873170" y="4370457"/>
                </a:cubicBezTo>
                <a:cubicBezTo>
                  <a:pt x="872669" y="4371538"/>
                  <a:pt x="872104" y="4372663"/>
                  <a:pt x="871601" y="4373788"/>
                </a:cubicBezTo>
                <a:cubicBezTo>
                  <a:pt x="872982" y="4374611"/>
                  <a:pt x="874426" y="4375433"/>
                  <a:pt x="875869" y="4376297"/>
                </a:cubicBezTo>
                <a:cubicBezTo>
                  <a:pt x="877312" y="4377163"/>
                  <a:pt x="878819" y="4378029"/>
                  <a:pt x="880324" y="4378937"/>
                </a:cubicBezTo>
                <a:cubicBezTo>
                  <a:pt x="881892" y="4379803"/>
                  <a:pt x="883463" y="4380754"/>
                  <a:pt x="885158" y="4381750"/>
                </a:cubicBezTo>
                <a:cubicBezTo>
                  <a:pt x="886852" y="4382745"/>
                  <a:pt x="888609" y="4383783"/>
                  <a:pt x="890492" y="4384908"/>
                </a:cubicBezTo>
                <a:cubicBezTo>
                  <a:pt x="887353" y="4385384"/>
                  <a:pt x="884403" y="4385817"/>
                  <a:pt x="881455" y="4386250"/>
                </a:cubicBezTo>
                <a:cubicBezTo>
                  <a:pt x="878504" y="4386682"/>
                  <a:pt x="875618" y="4387114"/>
                  <a:pt x="872793" y="4387547"/>
                </a:cubicBezTo>
                <a:cubicBezTo>
                  <a:pt x="869970" y="4387937"/>
                  <a:pt x="867145" y="4388370"/>
                  <a:pt x="864321" y="4388802"/>
                </a:cubicBezTo>
                <a:cubicBezTo>
                  <a:pt x="861498" y="4389235"/>
                  <a:pt x="858611" y="4389668"/>
                  <a:pt x="855724" y="4390100"/>
                </a:cubicBezTo>
                <a:cubicBezTo>
                  <a:pt x="858988" y="4390922"/>
                  <a:pt x="862314" y="4391658"/>
                  <a:pt x="865387" y="4392480"/>
                </a:cubicBezTo>
                <a:cubicBezTo>
                  <a:pt x="868463" y="4393303"/>
                  <a:pt x="871288" y="4394167"/>
                  <a:pt x="873484" y="4395250"/>
                </a:cubicBezTo>
                <a:cubicBezTo>
                  <a:pt x="875681" y="4396288"/>
                  <a:pt x="877312" y="4397586"/>
                  <a:pt x="877939" y="4399143"/>
                </a:cubicBezTo>
                <a:cubicBezTo>
                  <a:pt x="878568" y="4400745"/>
                  <a:pt x="878254" y="4402605"/>
                  <a:pt x="876685" y="4404942"/>
                </a:cubicBezTo>
                <a:cubicBezTo>
                  <a:pt x="872041" y="4404249"/>
                  <a:pt x="867521" y="4403860"/>
                  <a:pt x="863065" y="4403730"/>
                </a:cubicBezTo>
                <a:cubicBezTo>
                  <a:pt x="858611" y="4403557"/>
                  <a:pt x="854156" y="4403687"/>
                  <a:pt x="849827" y="4403989"/>
                </a:cubicBezTo>
                <a:cubicBezTo>
                  <a:pt x="845496" y="4404336"/>
                  <a:pt x="841229" y="4404855"/>
                  <a:pt x="836962" y="4405591"/>
                </a:cubicBezTo>
                <a:cubicBezTo>
                  <a:pt x="832694" y="4406326"/>
                  <a:pt x="828491" y="4407235"/>
                  <a:pt x="824349" y="4408317"/>
                </a:cubicBezTo>
                <a:cubicBezTo>
                  <a:pt x="824851" y="4406629"/>
                  <a:pt x="825416" y="4404942"/>
                  <a:pt x="825918" y="4403254"/>
                </a:cubicBezTo>
                <a:cubicBezTo>
                  <a:pt x="826483" y="4401567"/>
                  <a:pt x="826985" y="4399835"/>
                  <a:pt x="827549" y="4398018"/>
                </a:cubicBezTo>
                <a:cubicBezTo>
                  <a:pt x="828113" y="4396245"/>
                  <a:pt x="828678" y="4394384"/>
                  <a:pt x="829306" y="4392437"/>
                </a:cubicBezTo>
                <a:cubicBezTo>
                  <a:pt x="829871" y="4390490"/>
                  <a:pt x="830499" y="4388457"/>
                  <a:pt x="831188" y="4386293"/>
                </a:cubicBezTo>
                <a:cubicBezTo>
                  <a:pt x="826671" y="4385254"/>
                  <a:pt x="822152" y="4384172"/>
                  <a:pt x="817634" y="4383091"/>
                </a:cubicBezTo>
                <a:cubicBezTo>
                  <a:pt x="813054" y="4382009"/>
                  <a:pt x="808473" y="4380928"/>
                  <a:pt x="803891" y="4379846"/>
                </a:cubicBezTo>
                <a:cubicBezTo>
                  <a:pt x="799310" y="4378764"/>
                  <a:pt x="794729" y="4377640"/>
                  <a:pt x="790148" y="4376558"/>
                </a:cubicBezTo>
                <a:cubicBezTo>
                  <a:pt x="785568" y="4375475"/>
                  <a:pt x="780987" y="4374394"/>
                  <a:pt x="776469" y="4373312"/>
                </a:cubicBezTo>
                <a:cubicBezTo>
                  <a:pt x="775465" y="4370543"/>
                  <a:pt x="776406" y="4368207"/>
                  <a:pt x="778288" y="4366087"/>
                </a:cubicBezTo>
                <a:cubicBezTo>
                  <a:pt x="780172" y="4363966"/>
                  <a:pt x="782933" y="4362062"/>
                  <a:pt x="785631" y="4360158"/>
                </a:cubicBezTo>
                <a:cubicBezTo>
                  <a:pt x="788265" y="4358254"/>
                  <a:pt x="790838" y="4356351"/>
                  <a:pt x="792219" y="4354230"/>
                </a:cubicBezTo>
                <a:cubicBezTo>
                  <a:pt x="793599" y="4352111"/>
                  <a:pt x="793788" y="4349817"/>
                  <a:pt x="791780" y="4347091"/>
                </a:cubicBezTo>
                <a:cubicBezTo>
                  <a:pt x="791467" y="4346658"/>
                  <a:pt x="789646" y="4342635"/>
                  <a:pt x="787513" y="4336707"/>
                </a:cubicBezTo>
                <a:cubicBezTo>
                  <a:pt x="785380" y="4330779"/>
                  <a:pt x="782933" y="4322904"/>
                  <a:pt x="781238" y="4314597"/>
                </a:cubicBezTo>
                <a:cubicBezTo>
                  <a:pt x="779543" y="4306289"/>
                  <a:pt x="778665" y="4297593"/>
                  <a:pt x="779731" y="4290107"/>
                </a:cubicBezTo>
                <a:cubicBezTo>
                  <a:pt x="780799" y="4282578"/>
                  <a:pt x="783749" y="4276261"/>
                  <a:pt x="789772" y="4272669"/>
                </a:cubicBezTo>
                <a:cubicBezTo>
                  <a:pt x="781112" y="4262718"/>
                  <a:pt x="776469" y="4256141"/>
                  <a:pt x="774022" y="4251641"/>
                </a:cubicBezTo>
                <a:cubicBezTo>
                  <a:pt x="771573" y="4247141"/>
                  <a:pt x="771197" y="4244674"/>
                  <a:pt x="771134" y="4243031"/>
                </a:cubicBezTo>
                <a:cubicBezTo>
                  <a:pt x="771072" y="4241386"/>
                  <a:pt x="771197" y="4240521"/>
                  <a:pt x="769691" y="4239136"/>
                </a:cubicBezTo>
                <a:cubicBezTo>
                  <a:pt x="768185" y="4237752"/>
                  <a:pt x="764985" y="4235892"/>
                  <a:pt x="758269" y="4232213"/>
                </a:cubicBezTo>
                <a:cubicBezTo>
                  <a:pt x="752184" y="4238444"/>
                  <a:pt x="747539" y="4243117"/>
                  <a:pt x="744212" y="4247401"/>
                </a:cubicBezTo>
                <a:cubicBezTo>
                  <a:pt x="740887" y="4251684"/>
                  <a:pt x="738816" y="4255578"/>
                  <a:pt x="737686" y="4260165"/>
                </a:cubicBezTo>
                <a:cubicBezTo>
                  <a:pt x="736620" y="4264794"/>
                  <a:pt x="736494" y="4270116"/>
                  <a:pt x="737059" y="4277299"/>
                </a:cubicBezTo>
                <a:cubicBezTo>
                  <a:pt x="737624" y="4284482"/>
                  <a:pt x="738942" y="4293525"/>
                  <a:pt x="740700" y="4305553"/>
                </a:cubicBezTo>
                <a:cubicBezTo>
                  <a:pt x="739193" y="4305899"/>
                  <a:pt x="737686" y="4306289"/>
                  <a:pt x="736181" y="4306635"/>
                </a:cubicBezTo>
                <a:cubicBezTo>
                  <a:pt x="734612" y="4306982"/>
                  <a:pt x="733106" y="4307371"/>
                  <a:pt x="731474" y="4307760"/>
                </a:cubicBezTo>
                <a:cubicBezTo>
                  <a:pt x="729843" y="4308107"/>
                  <a:pt x="728211" y="4308539"/>
                  <a:pt x="726516" y="4308928"/>
                </a:cubicBezTo>
                <a:cubicBezTo>
                  <a:pt x="724823" y="4309318"/>
                  <a:pt x="723070" y="4309751"/>
                  <a:pt x="721251" y="4310183"/>
                </a:cubicBezTo>
                <a:cubicBezTo>
                  <a:pt x="716543" y="4324938"/>
                  <a:pt x="712275" y="4336015"/>
                  <a:pt x="709390" y="4344712"/>
                </a:cubicBezTo>
                <a:cubicBezTo>
                  <a:pt x="706565" y="4353408"/>
                  <a:pt x="705121" y="4359726"/>
                  <a:pt x="706125" y="4364832"/>
                </a:cubicBezTo>
                <a:cubicBezTo>
                  <a:pt x="707192" y="4369937"/>
                  <a:pt x="710643" y="4373875"/>
                  <a:pt x="717610" y="4377855"/>
                </a:cubicBezTo>
                <a:cubicBezTo>
                  <a:pt x="724572" y="4381836"/>
                  <a:pt x="735051" y="4385904"/>
                  <a:pt x="750049" y="4391182"/>
                </a:cubicBezTo>
                <a:cubicBezTo>
                  <a:pt x="749923" y="4392221"/>
                  <a:pt x="749799" y="4393259"/>
                  <a:pt x="749672" y="4394341"/>
                </a:cubicBezTo>
                <a:cubicBezTo>
                  <a:pt x="749547" y="4395379"/>
                  <a:pt x="749423" y="4396504"/>
                  <a:pt x="749296" y="4397629"/>
                </a:cubicBezTo>
                <a:cubicBezTo>
                  <a:pt x="749170" y="4398754"/>
                  <a:pt x="749045" y="4399922"/>
                  <a:pt x="748920" y="4401091"/>
                </a:cubicBezTo>
                <a:cubicBezTo>
                  <a:pt x="748731" y="4402259"/>
                  <a:pt x="748606" y="4403427"/>
                  <a:pt x="748481" y="4404638"/>
                </a:cubicBezTo>
                <a:cubicBezTo>
                  <a:pt x="728274" y="4405721"/>
                  <a:pt x="712402" y="4406888"/>
                  <a:pt x="700415" y="4407581"/>
                </a:cubicBezTo>
                <a:cubicBezTo>
                  <a:pt x="688490" y="4408273"/>
                  <a:pt x="680396" y="4408533"/>
                  <a:pt x="675815" y="4407928"/>
                </a:cubicBezTo>
                <a:cubicBezTo>
                  <a:pt x="671232" y="4407321"/>
                  <a:pt x="670104" y="4405806"/>
                  <a:pt x="672112" y="4402995"/>
                </a:cubicBezTo>
                <a:cubicBezTo>
                  <a:pt x="674057" y="4400182"/>
                  <a:pt x="679140" y="4396028"/>
                  <a:pt x="686859" y="4390057"/>
                </a:cubicBezTo>
                <a:cubicBezTo>
                  <a:pt x="683157" y="4385428"/>
                  <a:pt x="679015" y="4380884"/>
                  <a:pt x="675375" y="4376297"/>
                </a:cubicBezTo>
                <a:cubicBezTo>
                  <a:pt x="671798" y="4371754"/>
                  <a:pt x="668723" y="4367168"/>
                  <a:pt x="667217" y="4362582"/>
                </a:cubicBezTo>
                <a:cubicBezTo>
                  <a:pt x="665711" y="4357951"/>
                  <a:pt x="665836" y="4353366"/>
                  <a:pt x="668597" y="4348649"/>
                </a:cubicBezTo>
                <a:cubicBezTo>
                  <a:pt x="671359" y="4343933"/>
                  <a:pt x="676819" y="4339173"/>
                  <a:pt x="685917" y="4334284"/>
                </a:cubicBezTo>
                <a:cubicBezTo>
                  <a:pt x="682905" y="4333332"/>
                  <a:pt x="680019" y="4332466"/>
                  <a:pt x="677258" y="4331602"/>
                </a:cubicBezTo>
                <a:cubicBezTo>
                  <a:pt x="674497" y="4330779"/>
                  <a:pt x="671924" y="4329957"/>
                  <a:pt x="669413" y="4329178"/>
                </a:cubicBezTo>
                <a:cubicBezTo>
                  <a:pt x="666966" y="4328399"/>
                  <a:pt x="664581" y="4327663"/>
                  <a:pt x="662322" y="4326971"/>
                </a:cubicBezTo>
                <a:cubicBezTo>
                  <a:pt x="660062" y="4326236"/>
                  <a:pt x="657928" y="4325587"/>
                  <a:pt x="655857" y="4324938"/>
                </a:cubicBezTo>
                <a:cubicBezTo>
                  <a:pt x="644939" y="4328962"/>
                  <a:pt x="637973" y="4334544"/>
                  <a:pt x="633518" y="4340774"/>
                </a:cubicBezTo>
                <a:cubicBezTo>
                  <a:pt x="629063" y="4347005"/>
                  <a:pt x="627243" y="4353841"/>
                  <a:pt x="626740" y="4360375"/>
                </a:cubicBezTo>
                <a:cubicBezTo>
                  <a:pt x="626239" y="4366908"/>
                  <a:pt x="627055" y="4373139"/>
                  <a:pt x="627933" y="4378115"/>
                </a:cubicBezTo>
                <a:cubicBezTo>
                  <a:pt x="628812" y="4383091"/>
                  <a:pt x="629690" y="4386812"/>
                  <a:pt x="629376" y="4388370"/>
                </a:cubicBezTo>
                <a:cubicBezTo>
                  <a:pt x="627305" y="4388759"/>
                  <a:pt x="625360" y="4389149"/>
                  <a:pt x="623414" y="4389495"/>
                </a:cubicBezTo>
                <a:cubicBezTo>
                  <a:pt x="621470" y="4389841"/>
                  <a:pt x="619524" y="4390230"/>
                  <a:pt x="617578" y="4390576"/>
                </a:cubicBezTo>
                <a:cubicBezTo>
                  <a:pt x="615570" y="4390966"/>
                  <a:pt x="613562" y="4391355"/>
                  <a:pt x="611366" y="4391745"/>
                </a:cubicBezTo>
                <a:cubicBezTo>
                  <a:pt x="609170" y="4392178"/>
                  <a:pt x="606848" y="4392610"/>
                  <a:pt x="604275" y="4393085"/>
                </a:cubicBezTo>
                <a:cubicBezTo>
                  <a:pt x="606094" y="4394167"/>
                  <a:pt x="607790" y="4395207"/>
                  <a:pt x="609546" y="4396245"/>
                </a:cubicBezTo>
                <a:cubicBezTo>
                  <a:pt x="611240" y="4397283"/>
                  <a:pt x="612997" y="4398321"/>
                  <a:pt x="614755" y="4399403"/>
                </a:cubicBezTo>
                <a:cubicBezTo>
                  <a:pt x="616574" y="4400485"/>
                  <a:pt x="618394" y="4401610"/>
                  <a:pt x="620340" y="4402778"/>
                </a:cubicBezTo>
                <a:cubicBezTo>
                  <a:pt x="622285" y="4403946"/>
                  <a:pt x="624356" y="4405201"/>
                  <a:pt x="626552" y="4406542"/>
                </a:cubicBezTo>
                <a:cubicBezTo>
                  <a:pt x="624983" y="4408403"/>
                  <a:pt x="623414" y="4410307"/>
                  <a:pt x="621783" y="4412254"/>
                </a:cubicBezTo>
                <a:cubicBezTo>
                  <a:pt x="620151" y="4414201"/>
                  <a:pt x="618456" y="4416192"/>
                  <a:pt x="616763" y="4418225"/>
                </a:cubicBezTo>
                <a:cubicBezTo>
                  <a:pt x="615068" y="4420259"/>
                  <a:pt x="613310" y="4422379"/>
                  <a:pt x="611554" y="4424499"/>
                </a:cubicBezTo>
                <a:cubicBezTo>
                  <a:pt x="609797" y="4426619"/>
                  <a:pt x="607977" y="4428783"/>
                  <a:pt x="606094" y="4431033"/>
                </a:cubicBezTo>
                <a:cubicBezTo>
                  <a:pt x="608228" y="4432720"/>
                  <a:pt x="610424" y="4434408"/>
                  <a:pt x="612558" y="4436138"/>
                </a:cubicBezTo>
                <a:cubicBezTo>
                  <a:pt x="614691" y="4437869"/>
                  <a:pt x="616888" y="4439600"/>
                  <a:pt x="619085" y="4441330"/>
                </a:cubicBezTo>
                <a:cubicBezTo>
                  <a:pt x="621281" y="4443062"/>
                  <a:pt x="623540" y="4444835"/>
                  <a:pt x="625799" y="4446652"/>
                </a:cubicBezTo>
                <a:cubicBezTo>
                  <a:pt x="628059" y="4448470"/>
                  <a:pt x="630317" y="4450287"/>
                  <a:pt x="632701" y="4452147"/>
                </a:cubicBezTo>
                <a:cubicBezTo>
                  <a:pt x="631258" y="4453835"/>
                  <a:pt x="629815" y="4455565"/>
                  <a:pt x="628435" y="4457253"/>
                </a:cubicBezTo>
                <a:cubicBezTo>
                  <a:pt x="626991" y="4458941"/>
                  <a:pt x="625611" y="4460629"/>
                  <a:pt x="624231" y="4462315"/>
                </a:cubicBezTo>
                <a:cubicBezTo>
                  <a:pt x="622850" y="4464003"/>
                  <a:pt x="621470" y="4465690"/>
                  <a:pt x="620089" y="4467379"/>
                </a:cubicBezTo>
                <a:cubicBezTo>
                  <a:pt x="618708" y="4469065"/>
                  <a:pt x="617264" y="4470753"/>
                  <a:pt x="615883" y="4472440"/>
                </a:cubicBezTo>
                <a:cubicBezTo>
                  <a:pt x="602706" y="4470321"/>
                  <a:pt x="594987" y="4462315"/>
                  <a:pt x="590909" y="4451109"/>
                </a:cubicBezTo>
                <a:cubicBezTo>
                  <a:pt x="586829" y="4439902"/>
                  <a:pt x="586515" y="4425538"/>
                  <a:pt x="588148" y="4410826"/>
                </a:cubicBezTo>
                <a:cubicBezTo>
                  <a:pt x="589779" y="4396071"/>
                  <a:pt x="593356" y="4380971"/>
                  <a:pt x="597184" y="4368250"/>
                </a:cubicBezTo>
                <a:cubicBezTo>
                  <a:pt x="601075" y="4355529"/>
                  <a:pt x="605091" y="4345230"/>
                  <a:pt x="607663" y="4340039"/>
                </a:cubicBezTo>
                <a:cubicBezTo>
                  <a:pt x="606534" y="4338741"/>
                  <a:pt x="605342" y="4337399"/>
                  <a:pt x="604149" y="4336058"/>
                </a:cubicBezTo>
                <a:cubicBezTo>
                  <a:pt x="602957" y="4334716"/>
                  <a:pt x="601765" y="4333289"/>
                  <a:pt x="600510" y="4331904"/>
                </a:cubicBezTo>
                <a:cubicBezTo>
                  <a:pt x="599255" y="4330477"/>
                  <a:pt x="598063" y="4329091"/>
                  <a:pt x="596807" y="4327663"/>
                </a:cubicBezTo>
                <a:cubicBezTo>
                  <a:pt x="595615" y="4326236"/>
                  <a:pt x="594360" y="4324852"/>
                  <a:pt x="593168" y="4323467"/>
                </a:cubicBezTo>
                <a:cubicBezTo>
                  <a:pt x="594799" y="4321433"/>
                  <a:pt x="596306" y="4319443"/>
                  <a:pt x="597875" y="4317453"/>
                </a:cubicBezTo>
                <a:cubicBezTo>
                  <a:pt x="599444" y="4315462"/>
                  <a:pt x="600949" y="4313515"/>
                  <a:pt x="602456" y="4311568"/>
                </a:cubicBezTo>
                <a:cubicBezTo>
                  <a:pt x="604025" y="4309621"/>
                  <a:pt x="605530" y="4307674"/>
                  <a:pt x="607036" y="4305727"/>
                </a:cubicBezTo>
                <a:cubicBezTo>
                  <a:pt x="608541" y="4303780"/>
                  <a:pt x="610048" y="4301832"/>
                  <a:pt x="611617" y="4299842"/>
                </a:cubicBezTo>
                <a:cubicBezTo>
                  <a:pt x="609671" y="4297982"/>
                  <a:pt x="607790" y="4296121"/>
                  <a:pt x="605844" y="4294303"/>
                </a:cubicBezTo>
                <a:cubicBezTo>
                  <a:pt x="603961" y="4292486"/>
                  <a:pt x="602017" y="4290669"/>
                  <a:pt x="600133" y="4288852"/>
                </a:cubicBezTo>
                <a:cubicBezTo>
                  <a:pt x="598251" y="4287035"/>
                  <a:pt x="596368" y="4285261"/>
                  <a:pt x="594486" y="4283443"/>
                </a:cubicBezTo>
                <a:cubicBezTo>
                  <a:pt x="592603" y="4281626"/>
                  <a:pt x="590721" y="4279808"/>
                  <a:pt x="588837" y="4278035"/>
                </a:cubicBezTo>
                <a:cubicBezTo>
                  <a:pt x="566684" y="4283530"/>
                  <a:pt x="556143" y="4290323"/>
                  <a:pt x="552063" y="4297895"/>
                </a:cubicBezTo>
                <a:cubicBezTo>
                  <a:pt x="547985" y="4305467"/>
                  <a:pt x="550367" y="4313818"/>
                  <a:pt x="554009" y="4322472"/>
                </a:cubicBezTo>
                <a:cubicBezTo>
                  <a:pt x="557649" y="4331125"/>
                  <a:pt x="562607" y="4340082"/>
                  <a:pt x="563610" y="4348908"/>
                </a:cubicBezTo>
                <a:cubicBezTo>
                  <a:pt x="564676" y="4357736"/>
                  <a:pt x="561790" y="4366389"/>
                  <a:pt x="549868" y="4374394"/>
                </a:cubicBezTo>
                <a:cubicBezTo>
                  <a:pt x="544156" y="4378201"/>
                  <a:pt x="540328" y="4382096"/>
                  <a:pt x="537943" y="4385990"/>
                </a:cubicBezTo>
                <a:cubicBezTo>
                  <a:pt x="535559" y="4389884"/>
                  <a:pt x="534679" y="4393821"/>
                  <a:pt x="534805" y="4397802"/>
                </a:cubicBezTo>
                <a:cubicBezTo>
                  <a:pt x="534994" y="4401739"/>
                  <a:pt x="536248" y="4405721"/>
                  <a:pt x="538131" y="4409745"/>
                </a:cubicBezTo>
                <a:cubicBezTo>
                  <a:pt x="540076" y="4413768"/>
                  <a:pt x="542649" y="4417792"/>
                  <a:pt x="545536" y="4421817"/>
                </a:cubicBezTo>
                <a:cubicBezTo>
                  <a:pt x="543089" y="4424413"/>
                  <a:pt x="540704" y="4427009"/>
                  <a:pt x="538256" y="4429648"/>
                </a:cubicBezTo>
                <a:cubicBezTo>
                  <a:pt x="535809" y="4432288"/>
                  <a:pt x="533361" y="4434970"/>
                  <a:pt x="530788" y="4437739"/>
                </a:cubicBezTo>
                <a:cubicBezTo>
                  <a:pt x="528216" y="4440509"/>
                  <a:pt x="525580" y="4443364"/>
                  <a:pt x="522818" y="4446350"/>
                </a:cubicBezTo>
                <a:cubicBezTo>
                  <a:pt x="520056" y="4449335"/>
                  <a:pt x="517170" y="4452407"/>
                  <a:pt x="514158" y="4455696"/>
                </a:cubicBezTo>
                <a:cubicBezTo>
                  <a:pt x="510392" y="4456734"/>
                  <a:pt x="507569" y="4457513"/>
                  <a:pt x="505184" y="4458379"/>
                </a:cubicBezTo>
                <a:cubicBezTo>
                  <a:pt x="502799" y="4459243"/>
                  <a:pt x="500855" y="4460196"/>
                  <a:pt x="498847" y="4461536"/>
                </a:cubicBezTo>
                <a:cubicBezTo>
                  <a:pt x="496838" y="4462878"/>
                  <a:pt x="494830" y="4464652"/>
                  <a:pt x="492194" y="4467161"/>
                </a:cubicBezTo>
                <a:cubicBezTo>
                  <a:pt x="489621" y="4469672"/>
                  <a:pt x="486420" y="4472917"/>
                  <a:pt x="482216" y="4477286"/>
                </a:cubicBezTo>
                <a:cubicBezTo>
                  <a:pt x="476882" y="4477027"/>
                  <a:pt x="475062" y="4475989"/>
                  <a:pt x="474748" y="4474431"/>
                </a:cubicBezTo>
                <a:cubicBezTo>
                  <a:pt x="474434" y="4472873"/>
                  <a:pt x="475626" y="4470839"/>
                  <a:pt x="476191" y="4468589"/>
                </a:cubicBezTo>
                <a:cubicBezTo>
                  <a:pt x="476818" y="4466382"/>
                  <a:pt x="476818" y="4463917"/>
                  <a:pt x="474245" y="4461580"/>
                </a:cubicBezTo>
                <a:cubicBezTo>
                  <a:pt x="471674" y="4459243"/>
                  <a:pt x="466464" y="4456993"/>
                  <a:pt x="456675" y="4455176"/>
                </a:cubicBezTo>
                <a:cubicBezTo>
                  <a:pt x="452595" y="4456215"/>
                  <a:pt x="451466" y="4457946"/>
                  <a:pt x="451529" y="4459979"/>
                </a:cubicBezTo>
                <a:cubicBezTo>
                  <a:pt x="451591" y="4462013"/>
                  <a:pt x="452909" y="4464350"/>
                  <a:pt x="453725" y="4466600"/>
                </a:cubicBezTo>
                <a:cubicBezTo>
                  <a:pt x="454541" y="4468849"/>
                  <a:pt x="454855" y="4470969"/>
                  <a:pt x="452972" y="4472614"/>
                </a:cubicBezTo>
                <a:cubicBezTo>
                  <a:pt x="451090" y="4474257"/>
                  <a:pt x="447010" y="4475383"/>
                  <a:pt x="439040" y="4475556"/>
                </a:cubicBezTo>
                <a:cubicBezTo>
                  <a:pt x="437220" y="4468849"/>
                  <a:pt x="435149" y="4462835"/>
                  <a:pt x="433706" y="4457340"/>
                </a:cubicBezTo>
                <a:cubicBezTo>
                  <a:pt x="432263" y="4451844"/>
                  <a:pt x="431572" y="4446998"/>
                  <a:pt x="432702" y="4442672"/>
                </a:cubicBezTo>
                <a:cubicBezTo>
                  <a:pt x="433832" y="4438345"/>
                  <a:pt x="436781" y="4434580"/>
                  <a:pt x="442491" y="4431335"/>
                </a:cubicBezTo>
                <a:cubicBezTo>
                  <a:pt x="448202" y="4428091"/>
                  <a:pt x="456863" y="4425321"/>
                  <a:pt x="469414" y="4423071"/>
                </a:cubicBezTo>
                <a:cubicBezTo>
                  <a:pt x="469602" y="4420994"/>
                  <a:pt x="468912" y="4419609"/>
                  <a:pt x="467594" y="4418614"/>
                </a:cubicBezTo>
                <a:cubicBezTo>
                  <a:pt x="466276" y="4417663"/>
                  <a:pt x="464331" y="4417057"/>
                  <a:pt x="462134" y="4416581"/>
                </a:cubicBezTo>
                <a:cubicBezTo>
                  <a:pt x="459937" y="4416105"/>
                  <a:pt x="457428" y="4415716"/>
                  <a:pt x="454980" y="4415153"/>
                </a:cubicBezTo>
                <a:cubicBezTo>
                  <a:pt x="452533" y="4414591"/>
                  <a:pt x="450148" y="4413855"/>
                  <a:pt x="448077" y="4412643"/>
                </a:cubicBezTo>
                <a:cubicBezTo>
                  <a:pt x="447889" y="4412167"/>
                  <a:pt x="446383" y="4398321"/>
                  <a:pt x="444249" y="4377725"/>
                </a:cubicBezTo>
                <a:cubicBezTo>
                  <a:pt x="442116" y="4357173"/>
                  <a:pt x="439417" y="4329870"/>
                  <a:pt x="436656" y="4302611"/>
                </a:cubicBezTo>
                <a:cubicBezTo>
                  <a:pt x="433894" y="4275352"/>
                  <a:pt x="431259" y="4248093"/>
                  <a:pt x="429313" y="4227497"/>
                </a:cubicBezTo>
                <a:cubicBezTo>
                  <a:pt x="427368" y="4206944"/>
                  <a:pt x="426175" y="4193055"/>
                  <a:pt x="426363" y="4192579"/>
                </a:cubicBezTo>
                <a:cubicBezTo>
                  <a:pt x="429564" y="4184964"/>
                  <a:pt x="428874" y="4178171"/>
                  <a:pt x="426050" y="4172979"/>
                </a:cubicBezTo>
                <a:cubicBezTo>
                  <a:pt x="423225" y="4167787"/>
                  <a:pt x="418268" y="4164238"/>
                  <a:pt x="412871" y="4163157"/>
                </a:cubicBezTo>
                <a:cubicBezTo>
                  <a:pt x="407537" y="4162075"/>
                  <a:pt x="401763" y="4163459"/>
                  <a:pt x="397308" y="4168176"/>
                </a:cubicBezTo>
                <a:cubicBezTo>
                  <a:pt x="392852" y="4172892"/>
                  <a:pt x="389778" y="4180897"/>
                  <a:pt x="389778" y="4193055"/>
                </a:cubicBezTo>
                <a:cubicBezTo>
                  <a:pt x="385008" y="4194050"/>
                  <a:pt x="381179" y="4194310"/>
                  <a:pt x="377917" y="4194050"/>
                </a:cubicBezTo>
                <a:cubicBezTo>
                  <a:pt x="374590" y="4193790"/>
                  <a:pt x="371955" y="4193055"/>
                  <a:pt x="369508" y="4192060"/>
                </a:cubicBezTo>
                <a:cubicBezTo>
                  <a:pt x="367060" y="4191064"/>
                  <a:pt x="364926" y="4189767"/>
                  <a:pt x="362729" y="4188468"/>
                </a:cubicBezTo>
                <a:cubicBezTo>
                  <a:pt x="360533" y="4187171"/>
                  <a:pt x="358337" y="4185829"/>
                  <a:pt x="355764" y="4184704"/>
                </a:cubicBezTo>
                <a:cubicBezTo>
                  <a:pt x="358400" y="4180464"/>
                  <a:pt x="360031" y="4177738"/>
                  <a:pt x="361286" y="4175747"/>
                </a:cubicBezTo>
                <a:cubicBezTo>
                  <a:pt x="362541" y="4173757"/>
                  <a:pt x="363294" y="4172502"/>
                  <a:pt x="364173" y="4171075"/>
                </a:cubicBezTo>
                <a:cubicBezTo>
                  <a:pt x="365052" y="4169647"/>
                  <a:pt x="365931" y="4168089"/>
                  <a:pt x="367436" y="4165537"/>
                </a:cubicBezTo>
                <a:cubicBezTo>
                  <a:pt x="368879" y="4162984"/>
                  <a:pt x="370951" y="4159479"/>
                  <a:pt x="374089" y="4154070"/>
                </a:cubicBezTo>
                <a:cubicBezTo>
                  <a:pt x="365114" y="4147666"/>
                  <a:pt x="360659" y="4135941"/>
                  <a:pt x="358086" y="4121316"/>
                </a:cubicBezTo>
                <a:cubicBezTo>
                  <a:pt x="355513" y="4106691"/>
                  <a:pt x="354761" y="4089167"/>
                  <a:pt x="353066" y="4071211"/>
                </a:cubicBezTo>
                <a:cubicBezTo>
                  <a:pt x="351371" y="4053254"/>
                  <a:pt x="348860" y="4034778"/>
                  <a:pt x="342648" y="4018293"/>
                </a:cubicBezTo>
                <a:cubicBezTo>
                  <a:pt x="336499" y="4001807"/>
                  <a:pt x="326645" y="3987269"/>
                  <a:pt x="310518" y="3977102"/>
                </a:cubicBezTo>
                <a:cubicBezTo>
                  <a:pt x="314848" y="3972298"/>
                  <a:pt x="318048" y="3968664"/>
                  <a:pt x="319867" y="3965679"/>
                </a:cubicBezTo>
                <a:cubicBezTo>
                  <a:pt x="321688" y="3962693"/>
                  <a:pt x="322064" y="3960400"/>
                  <a:pt x="320683" y="3958323"/>
                </a:cubicBezTo>
                <a:cubicBezTo>
                  <a:pt x="319302" y="3956246"/>
                  <a:pt x="316228" y="3954385"/>
                  <a:pt x="311083" y="3952309"/>
                </a:cubicBezTo>
                <a:cubicBezTo>
                  <a:pt x="305999" y="3950231"/>
                  <a:pt x="298782" y="3947896"/>
                  <a:pt x="289307" y="3944867"/>
                </a:cubicBezTo>
                <a:cubicBezTo>
                  <a:pt x="286734" y="3946856"/>
                  <a:pt x="284224" y="3948847"/>
                  <a:pt x="281651" y="3950881"/>
                </a:cubicBezTo>
                <a:cubicBezTo>
                  <a:pt x="279078" y="3952914"/>
                  <a:pt x="276442" y="3954948"/>
                  <a:pt x="273806" y="3957068"/>
                </a:cubicBezTo>
                <a:cubicBezTo>
                  <a:pt x="271108" y="3959188"/>
                  <a:pt x="268409" y="3961352"/>
                  <a:pt x="265586" y="3963559"/>
                </a:cubicBezTo>
                <a:cubicBezTo>
                  <a:pt x="262824" y="3965809"/>
                  <a:pt x="259875" y="3968102"/>
                  <a:pt x="256863" y="3970481"/>
                </a:cubicBezTo>
                <a:cubicBezTo>
                  <a:pt x="258682" y="3971823"/>
                  <a:pt x="260502" y="3973164"/>
                  <a:pt x="262322" y="3974548"/>
                </a:cubicBezTo>
                <a:cubicBezTo>
                  <a:pt x="264141" y="3975934"/>
                  <a:pt x="266025" y="3977361"/>
                  <a:pt x="267970" y="3978789"/>
                </a:cubicBezTo>
                <a:cubicBezTo>
                  <a:pt x="269916" y="3980217"/>
                  <a:pt x="271861" y="3981688"/>
                  <a:pt x="273806" y="3983159"/>
                </a:cubicBezTo>
                <a:cubicBezTo>
                  <a:pt x="275752" y="3984673"/>
                  <a:pt x="277760" y="3986144"/>
                  <a:pt x="279768" y="3987659"/>
                </a:cubicBezTo>
                <a:cubicBezTo>
                  <a:pt x="263578" y="3990082"/>
                  <a:pt x="253851" y="3989909"/>
                  <a:pt x="248140" y="3988048"/>
                </a:cubicBezTo>
                <a:cubicBezTo>
                  <a:pt x="242429" y="3986231"/>
                  <a:pt x="240798" y="3982726"/>
                  <a:pt x="240861" y="3978573"/>
                </a:cubicBezTo>
                <a:cubicBezTo>
                  <a:pt x="240923" y="3974419"/>
                  <a:pt x="242744" y="3969616"/>
                  <a:pt x="243872" y="3965159"/>
                </a:cubicBezTo>
                <a:cubicBezTo>
                  <a:pt x="245064" y="3960702"/>
                  <a:pt x="245567" y="3956549"/>
                  <a:pt x="243119" y="3953780"/>
                </a:cubicBezTo>
                <a:cubicBezTo>
                  <a:pt x="241425" y="3951919"/>
                  <a:pt x="238853" y="3949496"/>
                  <a:pt x="235965" y="3946900"/>
                </a:cubicBezTo>
                <a:cubicBezTo>
                  <a:pt x="233079" y="3944304"/>
                  <a:pt x="229941" y="3941492"/>
                  <a:pt x="227118" y="3938809"/>
                </a:cubicBezTo>
                <a:cubicBezTo>
                  <a:pt x="224356" y="3936126"/>
                  <a:pt x="221909" y="3933530"/>
                  <a:pt x="220465" y="3931367"/>
                </a:cubicBezTo>
                <a:cubicBezTo>
                  <a:pt x="219022" y="3929204"/>
                  <a:pt x="218583" y="3927429"/>
                  <a:pt x="219775" y="3926391"/>
                </a:cubicBezTo>
                <a:cubicBezTo>
                  <a:pt x="225737" y="3921242"/>
                  <a:pt x="226992" y="3916309"/>
                  <a:pt x="225423" y="3911809"/>
                </a:cubicBezTo>
                <a:cubicBezTo>
                  <a:pt x="223854" y="3907353"/>
                  <a:pt x="219524" y="3903285"/>
                  <a:pt x="214315" y="3899867"/>
                </a:cubicBezTo>
                <a:cubicBezTo>
                  <a:pt x="209107" y="3896449"/>
                  <a:pt x="203019" y="3893680"/>
                  <a:pt x="197935" y="3891689"/>
                </a:cubicBezTo>
                <a:cubicBezTo>
                  <a:pt x="192852" y="3889699"/>
                  <a:pt x="188836" y="3888530"/>
                  <a:pt x="187706" y="3888401"/>
                </a:cubicBezTo>
                <a:cubicBezTo>
                  <a:pt x="180237" y="3887405"/>
                  <a:pt x="175782" y="3884680"/>
                  <a:pt x="173335" y="3881132"/>
                </a:cubicBezTo>
                <a:cubicBezTo>
                  <a:pt x="170887" y="3877584"/>
                  <a:pt x="170448" y="3873213"/>
                  <a:pt x="170887" y="3868887"/>
                </a:cubicBezTo>
                <a:cubicBezTo>
                  <a:pt x="171327" y="3864559"/>
                  <a:pt x="172708" y="3860320"/>
                  <a:pt x="173900" y="3857032"/>
                </a:cubicBezTo>
                <a:cubicBezTo>
                  <a:pt x="175092" y="3853742"/>
                  <a:pt x="176097" y="3851406"/>
                  <a:pt x="175908" y="3850930"/>
                </a:cubicBezTo>
                <a:cubicBezTo>
                  <a:pt x="174339" y="3850065"/>
                  <a:pt x="172644" y="3849070"/>
                  <a:pt x="170699" y="3847988"/>
                </a:cubicBezTo>
                <a:cubicBezTo>
                  <a:pt x="168754" y="3846907"/>
                  <a:pt x="166620" y="3845695"/>
                  <a:pt x="164360" y="3844396"/>
                </a:cubicBezTo>
                <a:cubicBezTo>
                  <a:pt x="162102" y="3843099"/>
                  <a:pt x="159654" y="3841714"/>
                  <a:pt x="157015" y="3840243"/>
                </a:cubicBezTo>
                <a:cubicBezTo>
                  <a:pt x="154442" y="3838728"/>
                  <a:pt x="151680" y="3837171"/>
                  <a:pt x="148731" y="3835527"/>
                </a:cubicBezTo>
                <a:cubicBezTo>
                  <a:pt x="150739" y="3834878"/>
                  <a:pt x="152747" y="3834186"/>
                  <a:pt x="154755" y="3833493"/>
                </a:cubicBezTo>
                <a:cubicBezTo>
                  <a:pt x="156826" y="3832800"/>
                  <a:pt x="158897" y="3832108"/>
                  <a:pt x="161035" y="3831373"/>
                </a:cubicBezTo>
                <a:cubicBezTo>
                  <a:pt x="163168" y="3830637"/>
                  <a:pt x="165365" y="3829902"/>
                  <a:pt x="167624" y="3829123"/>
                </a:cubicBezTo>
                <a:cubicBezTo>
                  <a:pt x="169883" y="3828344"/>
                  <a:pt x="172268" y="3827522"/>
                  <a:pt x="174716" y="3826700"/>
                </a:cubicBezTo>
                <a:cubicBezTo>
                  <a:pt x="173335" y="3816445"/>
                  <a:pt x="172644" y="3807489"/>
                  <a:pt x="171766" y="3799744"/>
                </a:cubicBezTo>
                <a:cubicBezTo>
                  <a:pt x="170887" y="3791998"/>
                  <a:pt x="169821" y="3785508"/>
                  <a:pt x="167750" y="3780186"/>
                </a:cubicBezTo>
                <a:cubicBezTo>
                  <a:pt x="165679" y="3774864"/>
                  <a:pt x="162604" y="3770710"/>
                  <a:pt x="157516" y="3767639"/>
                </a:cubicBezTo>
                <a:cubicBezTo>
                  <a:pt x="152433" y="3764566"/>
                  <a:pt x="145530" y="3762619"/>
                  <a:pt x="135803" y="3761667"/>
                </a:cubicBezTo>
                <a:cubicBezTo>
                  <a:pt x="126767" y="3767552"/>
                  <a:pt x="123440" y="3772138"/>
                  <a:pt x="122750" y="3775945"/>
                </a:cubicBezTo>
                <a:cubicBezTo>
                  <a:pt x="122059" y="3779753"/>
                  <a:pt x="123942" y="3782782"/>
                  <a:pt x="125385" y="3785508"/>
                </a:cubicBezTo>
                <a:cubicBezTo>
                  <a:pt x="126828" y="3788234"/>
                  <a:pt x="127834" y="3790744"/>
                  <a:pt x="125261" y="3793469"/>
                </a:cubicBezTo>
                <a:cubicBezTo>
                  <a:pt x="122686" y="3796195"/>
                  <a:pt x="116600" y="3799181"/>
                  <a:pt x="103923" y="3802945"/>
                </a:cubicBezTo>
                <a:cubicBezTo>
                  <a:pt x="101288" y="3796628"/>
                  <a:pt x="96392" y="3791479"/>
                  <a:pt x="89740" y="3787282"/>
                </a:cubicBezTo>
                <a:cubicBezTo>
                  <a:pt x="83088" y="3783085"/>
                  <a:pt x="74742" y="3779883"/>
                  <a:pt x="65328" y="3777460"/>
                </a:cubicBezTo>
                <a:cubicBezTo>
                  <a:pt x="55915" y="3775037"/>
                  <a:pt x="45373" y="3773393"/>
                  <a:pt x="34265" y="3772355"/>
                </a:cubicBezTo>
                <a:cubicBezTo>
                  <a:pt x="23157" y="3771316"/>
                  <a:pt x="11547" y="3770840"/>
                  <a:pt x="0" y="3770797"/>
                </a:cubicBezTo>
                <a:lnTo>
                  <a:pt x="0" y="3755436"/>
                </a:lnTo>
                <a:cubicBezTo>
                  <a:pt x="5460" y="3760110"/>
                  <a:pt x="10669" y="3762835"/>
                  <a:pt x="15438" y="3764220"/>
                </a:cubicBezTo>
                <a:cubicBezTo>
                  <a:pt x="20207" y="3765605"/>
                  <a:pt x="24474" y="3765691"/>
                  <a:pt x="27926" y="3765042"/>
                </a:cubicBezTo>
                <a:cubicBezTo>
                  <a:pt x="31378" y="3764436"/>
                  <a:pt x="34077" y="3763095"/>
                  <a:pt x="35708" y="3761667"/>
                </a:cubicBezTo>
                <a:cubicBezTo>
                  <a:pt x="37339" y="3760239"/>
                  <a:pt x="37842" y="3758724"/>
                  <a:pt x="37026" y="3757773"/>
                </a:cubicBezTo>
                <a:cubicBezTo>
                  <a:pt x="34892" y="3755350"/>
                  <a:pt x="32632" y="3753619"/>
                  <a:pt x="30185" y="3752407"/>
                </a:cubicBezTo>
                <a:cubicBezTo>
                  <a:pt x="27676" y="3751196"/>
                  <a:pt x="25039" y="3750460"/>
                  <a:pt x="22027" y="3750071"/>
                </a:cubicBezTo>
                <a:cubicBezTo>
                  <a:pt x="19015" y="3749639"/>
                  <a:pt x="15751" y="3749595"/>
                  <a:pt x="12112" y="3749639"/>
                </a:cubicBezTo>
                <a:cubicBezTo>
                  <a:pt x="8472" y="3749682"/>
                  <a:pt x="4455" y="3749855"/>
                  <a:pt x="0" y="3749985"/>
                </a:cubicBezTo>
                <a:lnTo>
                  <a:pt x="0" y="3736139"/>
                </a:lnTo>
                <a:cubicBezTo>
                  <a:pt x="62" y="3736139"/>
                  <a:pt x="126" y="3736139"/>
                  <a:pt x="126" y="3736139"/>
                </a:cubicBezTo>
                <a:cubicBezTo>
                  <a:pt x="188" y="3736139"/>
                  <a:pt x="188" y="3736139"/>
                  <a:pt x="251" y="3736139"/>
                </a:cubicBezTo>
                <a:cubicBezTo>
                  <a:pt x="314" y="3736139"/>
                  <a:pt x="377" y="3736139"/>
                  <a:pt x="377" y="3736139"/>
                </a:cubicBezTo>
                <a:cubicBezTo>
                  <a:pt x="439" y="3736139"/>
                  <a:pt x="503" y="3736139"/>
                  <a:pt x="503" y="3736139"/>
                </a:cubicBezTo>
                <a:cubicBezTo>
                  <a:pt x="627" y="3735186"/>
                  <a:pt x="753" y="3734278"/>
                  <a:pt x="753" y="3733369"/>
                </a:cubicBezTo>
                <a:cubicBezTo>
                  <a:pt x="753" y="3732461"/>
                  <a:pt x="753" y="3731595"/>
                  <a:pt x="753" y="3730773"/>
                </a:cubicBezTo>
                <a:cubicBezTo>
                  <a:pt x="690" y="3729951"/>
                  <a:pt x="627" y="3729129"/>
                  <a:pt x="503" y="3728351"/>
                </a:cubicBezTo>
                <a:cubicBezTo>
                  <a:pt x="377" y="3727572"/>
                  <a:pt x="251" y="3726793"/>
                  <a:pt x="62" y="3726057"/>
                </a:cubicBezTo>
                <a:lnTo>
                  <a:pt x="62" y="3696677"/>
                </a:lnTo>
                <a:cubicBezTo>
                  <a:pt x="126" y="3696677"/>
                  <a:pt x="251" y="3696677"/>
                  <a:pt x="377" y="3696677"/>
                </a:cubicBezTo>
                <a:cubicBezTo>
                  <a:pt x="439" y="3696677"/>
                  <a:pt x="565" y="3696677"/>
                  <a:pt x="690" y="3696677"/>
                </a:cubicBezTo>
                <a:cubicBezTo>
                  <a:pt x="753" y="3696677"/>
                  <a:pt x="878" y="3696677"/>
                  <a:pt x="1004" y="3696677"/>
                </a:cubicBezTo>
                <a:cubicBezTo>
                  <a:pt x="1067" y="3696677"/>
                  <a:pt x="1192" y="3696677"/>
                  <a:pt x="1318" y="3696677"/>
                </a:cubicBezTo>
                <a:cubicBezTo>
                  <a:pt x="1255" y="3696591"/>
                  <a:pt x="1130" y="3696461"/>
                  <a:pt x="1004" y="3696375"/>
                </a:cubicBezTo>
                <a:cubicBezTo>
                  <a:pt x="942" y="3696288"/>
                  <a:pt x="816" y="3696202"/>
                  <a:pt x="690" y="3696115"/>
                </a:cubicBezTo>
                <a:cubicBezTo>
                  <a:pt x="627" y="3696029"/>
                  <a:pt x="439" y="3695942"/>
                  <a:pt x="377" y="3695855"/>
                </a:cubicBezTo>
                <a:cubicBezTo>
                  <a:pt x="314" y="3695769"/>
                  <a:pt x="62" y="3695552"/>
                  <a:pt x="62" y="3695552"/>
                </a:cubicBezTo>
                <a:lnTo>
                  <a:pt x="62" y="1801079"/>
                </a:lnTo>
                <a:cubicBezTo>
                  <a:pt x="3389" y="1802161"/>
                  <a:pt x="7092" y="1802811"/>
                  <a:pt x="10857" y="1802983"/>
                </a:cubicBezTo>
                <a:cubicBezTo>
                  <a:pt x="14622" y="1803200"/>
                  <a:pt x="18450" y="1802940"/>
                  <a:pt x="22090" y="1802248"/>
                </a:cubicBezTo>
                <a:cubicBezTo>
                  <a:pt x="25667" y="1801555"/>
                  <a:pt x="29119" y="1800387"/>
                  <a:pt x="32005" y="1798829"/>
                </a:cubicBezTo>
                <a:cubicBezTo>
                  <a:pt x="34892" y="1797272"/>
                  <a:pt x="37277" y="1795238"/>
                  <a:pt x="38908" y="1792772"/>
                </a:cubicBezTo>
                <a:cubicBezTo>
                  <a:pt x="39347" y="1792123"/>
                  <a:pt x="39473" y="1790522"/>
                  <a:pt x="38908" y="1788662"/>
                </a:cubicBezTo>
                <a:cubicBezTo>
                  <a:pt x="38343" y="1786844"/>
                  <a:pt x="36963" y="1784767"/>
                  <a:pt x="34390" y="1783340"/>
                </a:cubicBezTo>
                <a:cubicBezTo>
                  <a:pt x="31817" y="1781912"/>
                  <a:pt x="27989" y="1781046"/>
                  <a:pt x="22404" y="1781566"/>
                </a:cubicBezTo>
                <a:cubicBezTo>
                  <a:pt x="16881" y="1782085"/>
                  <a:pt x="9601" y="1784032"/>
                  <a:pt x="62" y="1788099"/>
                </a:cubicBezTo>
                <a:lnTo>
                  <a:pt x="62" y="1771830"/>
                </a:lnTo>
                <a:cubicBezTo>
                  <a:pt x="4204" y="1773171"/>
                  <a:pt x="9100" y="1774210"/>
                  <a:pt x="14182" y="1774902"/>
                </a:cubicBezTo>
                <a:cubicBezTo>
                  <a:pt x="19266" y="1775595"/>
                  <a:pt x="24538" y="1775941"/>
                  <a:pt x="29558" y="1775811"/>
                </a:cubicBezTo>
                <a:cubicBezTo>
                  <a:pt x="34578" y="1775681"/>
                  <a:pt x="39223" y="1775119"/>
                  <a:pt x="43113" y="1773994"/>
                </a:cubicBezTo>
                <a:cubicBezTo>
                  <a:pt x="47004" y="1772869"/>
                  <a:pt x="50016" y="1771224"/>
                  <a:pt x="51773" y="1768974"/>
                </a:cubicBezTo>
                <a:cubicBezTo>
                  <a:pt x="53342" y="1766898"/>
                  <a:pt x="53593" y="1765166"/>
                  <a:pt x="52651" y="1763566"/>
                </a:cubicBezTo>
                <a:cubicBezTo>
                  <a:pt x="51711" y="1761965"/>
                  <a:pt x="49515" y="1760537"/>
                  <a:pt x="46313" y="1759066"/>
                </a:cubicBezTo>
                <a:cubicBezTo>
                  <a:pt x="43113" y="1757595"/>
                  <a:pt x="38782" y="1756081"/>
                  <a:pt x="33637" y="1754349"/>
                </a:cubicBezTo>
                <a:cubicBezTo>
                  <a:pt x="28491" y="1752575"/>
                  <a:pt x="22404" y="1750628"/>
                  <a:pt x="15563" y="1748249"/>
                </a:cubicBezTo>
                <a:cubicBezTo>
                  <a:pt x="13869" y="1748638"/>
                  <a:pt x="12363" y="1749028"/>
                  <a:pt x="10919" y="1749417"/>
                </a:cubicBezTo>
                <a:cubicBezTo>
                  <a:pt x="9476" y="1749806"/>
                  <a:pt x="8096" y="1750195"/>
                  <a:pt x="6840" y="1750585"/>
                </a:cubicBezTo>
                <a:cubicBezTo>
                  <a:pt x="5585" y="1750974"/>
                  <a:pt x="4393" y="1751364"/>
                  <a:pt x="3263" y="1751753"/>
                </a:cubicBezTo>
                <a:cubicBezTo>
                  <a:pt x="2134" y="1752143"/>
                  <a:pt x="1067" y="1752532"/>
                  <a:pt x="62" y="1752922"/>
                </a:cubicBezTo>
                <a:lnTo>
                  <a:pt x="62" y="1718566"/>
                </a:lnTo>
                <a:cubicBezTo>
                  <a:pt x="14685" y="1717485"/>
                  <a:pt x="22905" y="1715494"/>
                  <a:pt x="26734" y="1713201"/>
                </a:cubicBezTo>
                <a:cubicBezTo>
                  <a:pt x="30562" y="1710907"/>
                  <a:pt x="30060" y="1708269"/>
                  <a:pt x="27299" y="1705976"/>
                </a:cubicBezTo>
                <a:cubicBezTo>
                  <a:pt x="24538" y="1703682"/>
                  <a:pt x="19517" y="1701648"/>
                  <a:pt x="14308" y="1700567"/>
                </a:cubicBezTo>
                <a:cubicBezTo>
                  <a:pt x="9100" y="1699485"/>
                  <a:pt x="3765" y="1699311"/>
                  <a:pt x="314" y="1700697"/>
                </a:cubicBezTo>
                <a:lnTo>
                  <a:pt x="314" y="1687889"/>
                </a:lnTo>
                <a:cubicBezTo>
                  <a:pt x="2008" y="1687543"/>
                  <a:pt x="3703" y="1687067"/>
                  <a:pt x="5146" y="1686418"/>
                </a:cubicBezTo>
                <a:cubicBezTo>
                  <a:pt x="6589" y="1685769"/>
                  <a:pt x="7907" y="1685034"/>
                  <a:pt x="8911" y="1684124"/>
                </a:cubicBezTo>
                <a:cubicBezTo>
                  <a:pt x="9915" y="1683216"/>
                  <a:pt x="10669" y="1682221"/>
                  <a:pt x="10982" y="1681052"/>
                </a:cubicBezTo>
                <a:cubicBezTo>
                  <a:pt x="11296" y="1679884"/>
                  <a:pt x="11234" y="1678630"/>
                  <a:pt x="10669" y="1677244"/>
                </a:cubicBezTo>
                <a:cubicBezTo>
                  <a:pt x="10418" y="1676639"/>
                  <a:pt x="9978" y="1676034"/>
                  <a:pt x="9350" y="1675427"/>
                </a:cubicBezTo>
                <a:cubicBezTo>
                  <a:pt x="8661" y="1674822"/>
                  <a:pt x="7907" y="1674216"/>
                  <a:pt x="6966" y="1673567"/>
                </a:cubicBezTo>
                <a:cubicBezTo>
                  <a:pt x="6088" y="1672918"/>
                  <a:pt x="5020" y="1672269"/>
                  <a:pt x="3891" y="1671577"/>
                </a:cubicBezTo>
                <a:cubicBezTo>
                  <a:pt x="2761" y="1670927"/>
                  <a:pt x="1569" y="1670192"/>
                  <a:pt x="314" y="1669413"/>
                </a:cubicBezTo>
                <a:lnTo>
                  <a:pt x="314" y="850265"/>
                </a:lnTo>
                <a:lnTo>
                  <a:pt x="0" y="850265"/>
                </a:lnTo>
                <a:close/>
              </a:path>
            </a:pathLst>
          </a:custGeom>
          <a:solidFill>
            <a:schemeClr val="accent3"/>
          </a:solidFill>
          <a:ln w="5832" cap="flat">
            <a:noFill/>
            <a:prstDash val="solid"/>
            <a:miter/>
          </a:ln>
        </p:spPr>
        <p:txBody>
          <a:bodyPr rtlCol="0" anchor="ctr"/>
          <a:lstStyle/>
          <a:p>
            <a:endParaRPr lang="en-IN"/>
          </a:p>
        </p:txBody>
      </p:sp>
      <p:grpSp>
        <p:nvGrpSpPr>
          <p:cNvPr id="322" name="Group 321">
            <a:extLst>
              <a:ext uri="{FF2B5EF4-FFF2-40B4-BE49-F238E27FC236}">
                <a16:creationId xmlns:a16="http://schemas.microsoft.com/office/drawing/2014/main" id="{12D791BF-3820-6C85-DC9A-58349B19D0B4}"/>
              </a:ext>
            </a:extLst>
          </p:cNvPr>
          <p:cNvGrpSpPr/>
          <p:nvPr/>
        </p:nvGrpSpPr>
        <p:grpSpPr>
          <a:xfrm>
            <a:off x="7980679" y="937945"/>
            <a:ext cx="1043721" cy="1043721"/>
            <a:chOff x="1046786" y="1195383"/>
            <a:chExt cx="5737927" cy="5737927"/>
          </a:xfrm>
          <a:solidFill>
            <a:schemeClr val="bg1"/>
          </a:solidFill>
        </p:grpSpPr>
        <p:sp>
          <p:nvSpPr>
            <p:cNvPr id="324" name="Freeform: Shape 323">
              <a:extLst>
                <a:ext uri="{FF2B5EF4-FFF2-40B4-BE49-F238E27FC236}">
                  <a16:creationId xmlns:a16="http://schemas.microsoft.com/office/drawing/2014/main" id="{23275835-8D7B-7BEC-D08B-5E2A09308148}"/>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325" name="Freeform: Shape 324">
              <a:extLst>
                <a:ext uri="{FF2B5EF4-FFF2-40B4-BE49-F238E27FC236}">
                  <a16:creationId xmlns:a16="http://schemas.microsoft.com/office/drawing/2014/main" id="{6485B482-EE1D-1D9E-4296-677DC3134783}"/>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323" name="Freeform: Shape 322">
            <a:extLst>
              <a:ext uri="{FF2B5EF4-FFF2-40B4-BE49-F238E27FC236}">
                <a16:creationId xmlns:a16="http://schemas.microsoft.com/office/drawing/2014/main" id="{1BCFF078-CC6B-8586-61FA-3C02F7A65D50}"/>
              </a:ext>
            </a:extLst>
          </p:cNvPr>
          <p:cNvSpPr/>
          <p:nvPr/>
        </p:nvSpPr>
        <p:spPr>
          <a:xfrm>
            <a:off x="8588014" y="1273173"/>
            <a:ext cx="3232511" cy="5292726"/>
          </a:xfrm>
          <a:custGeom>
            <a:avLst/>
            <a:gdLst>
              <a:gd name="connsiteX0" fmla="*/ 1266773 w 3386022"/>
              <a:gd name="connsiteY0" fmla="*/ 5276414 h 5292726"/>
              <a:gd name="connsiteX1" fmla="*/ 1271293 w 3386022"/>
              <a:gd name="connsiteY1" fmla="*/ 5280395 h 5292726"/>
              <a:gd name="connsiteX2" fmla="*/ 1273802 w 3386022"/>
              <a:gd name="connsiteY2" fmla="*/ 5284418 h 5292726"/>
              <a:gd name="connsiteX3" fmla="*/ 1271668 w 3386022"/>
              <a:gd name="connsiteY3" fmla="*/ 5288529 h 5292726"/>
              <a:gd name="connsiteX4" fmla="*/ 1262192 w 3386022"/>
              <a:gd name="connsiteY4" fmla="*/ 5292726 h 5292726"/>
              <a:gd name="connsiteX5" fmla="*/ 1263510 w 3386022"/>
              <a:gd name="connsiteY5" fmla="*/ 5288010 h 5292726"/>
              <a:gd name="connsiteX6" fmla="*/ 1264703 w 3386022"/>
              <a:gd name="connsiteY6" fmla="*/ 5283856 h 5292726"/>
              <a:gd name="connsiteX7" fmla="*/ 1265769 w 3386022"/>
              <a:gd name="connsiteY7" fmla="*/ 5280048 h 5292726"/>
              <a:gd name="connsiteX8" fmla="*/ 1266773 w 3386022"/>
              <a:gd name="connsiteY8" fmla="*/ 5276414 h 5292726"/>
              <a:gd name="connsiteX9" fmla="*/ 1438158 w 3386022"/>
              <a:gd name="connsiteY9" fmla="*/ 5244957 h 5292726"/>
              <a:gd name="connsiteX10" fmla="*/ 1439224 w 3386022"/>
              <a:gd name="connsiteY10" fmla="*/ 5245477 h 5292726"/>
              <a:gd name="connsiteX11" fmla="*/ 1439224 w 3386022"/>
              <a:gd name="connsiteY11" fmla="*/ 5245520 h 5292726"/>
              <a:gd name="connsiteX12" fmla="*/ 1440605 w 3386022"/>
              <a:gd name="connsiteY12" fmla="*/ 5246515 h 5292726"/>
              <a:gd name="connsiteX13" fmla="*/ 1434518 w 3386022"/>
              <a:gd name="connsiteY13" fmla="*/ 5247597 h 5292726"/>
              <a:gd name="connsiteX14" fmla="*/ 1431756 w 3386022"/>
              <a:gd name="connsiteY14" fmla="*/ 5247770 h 5292726"/>
              <a:gd name="connsiteX15" fmla="*/ 1430627 w 3386022"/>
              <a:gd name="connsiteY15" fmla="*/ 5247251 h 5292726"/>
              <a:gd name="connsiteX16" fmla="*/ 1429308 w 3386022"/>
              <a:gd name="connsiteY16" fmla="*/ 5246213 h 5292726"/>
              <a:gd name="connsiteX17" fmla="*/ 1435458 w 3386022"/>
              <a:gd name="connsiteY17" fmla="*/ 5245131 h 5292726"/>
              <a:gd name="connsiteX18" fmla="*/ 1438158 w 3386022"/>
              <a:gd name="connsiteY18" fmla="*/ 5244957 h 5292726"/>
              <a:gd name="connsiteX19" fmla="*/ 1931100 w 3386022"/>
              <a:gd name="connsiteY19" fmla="*/ 5242621 h 5292726"/>
              <a:gd name="connsiteX20" fmla="*/ 1931978 w 3386022"/>
              <a:gd name="connsiteY20" fmla="*/ 5242751 h 5292726"/>
              <a:gd name="connsiteX21" fmla="*/ 1932794 w 3386022"/>
              <a:gd name="connsiteY21" fmla="*/ 5242838 h 5292726"/>
              <a:gd name="connsiteX22" fmla="*/ 1933673 w 3386022"/>
              <a:gd name="connsiteY22" fmla="*/ 5242967 h 5292726"/>
              <a:gd name="connsiteX23" fmla="*/ 1934489 w 3386022"/>
              <a:gd name="connsiteY23" fmla="*/ 5243054 h 5292726"/>
              <a:gd name="connsiteX24" fmla="*/ 1933924 w 3386022"/>
              <a:gd name="connsiteY24" fmla="*/ 5243574 h 5292726"/>
              <a:gd name="connsiteX25" fmla="*/ 1933297 w 3386022"/>
              <a:gd name="connsiteY25" fmla="*/ 5244049 h 5292726"/>
              <a:gd name="connsiteX26" fmla="*/ 1932732 w 3386022"/>
              <a:gd name="connsiteY26" fmla="*/ 5244569 h 5292726"/>
              <a:gd name="connsiteX27" fmla="*/ 1932104 w 3386022"/>
              <a:gd name="connsiteY27" fmla="*/ 5245045 h 5292726"/>
              <a:gd name="connsiteX28" fmla="*/ 1931854 w 3386022"/>
              <a:gd name="connsiteY28" fmla="*/ 5244438 h 5292726"/>
              <a:gd name="connsiteX29" fmla="*/ 1931602 w 3386022"/>
              <a:gd name="connsiteY29" fmla="*/ 5243833 h 5292726"/>
              <a:gd name="connsiteX30" fmla="*/ 1931351 w 3386022"/>
              <a:gd name="connsiteY30" fmla="*/ 5243227 h 5292726"/>
              <a:gd name="connsiteX31" fmla="*/ 1521750 w 3386022"/>
              <a:gd name="connsiteY31" fmla="*/ 5226828 h 5292726"/>
              <a:gd name="connsiteX32" fmla="*/ 1526018 w 3386022"/>
              <a:gd name="connsiteY32" fmla="*/ 5227304 h 5292726"/>
              <a:gd name="connsiteX33" fmla="*/ 1525955 w 3386022"/>
              <a:gd name="connsiteY33" fmla="*/ 5227304 h 5292726"/>
              <a:gd name="connsiteX34" fmla="*/ 1528905 w 3386022"/>
              <a:gd name="connsiteY34" fmla="*/ 5229987 h 5292726"/>
              <a:gd name="connsiteX35" fmla="*/ 1527461 w 3386022"/>
              <a:gd name="connsiteY35" fmla="*/ 5232496 h 5292726"/>
              <a:gd name="connsiteX36" fmla="*/ 1523570 w 3386022"/>
              <a:gd name="connsiteY36" fmla="*/ 5234876 h 5292726"/>
              <a:gd name="connsiteX37" fmla="*/ 1519177 w 3386022"/>
              <a:gd name="connsiteY37" fmla="*/ 5237126 h 5292726"/>
              <a:gd name="connsiteX38" fmla="*/ 1515099 w 3386022"/>
              <a:gd name="connsiteY38" fmla="*/ 5231674 h 5292726"/>
              <a:gd name="connsiteX39" fmla="*/ 1517042 w 3386022"/>
              <a:gd name="connsiteY39" fmla="*/ 5228256 h 5292726"/>
              <a:gd name="connsiteX40" fmla="*/ 1521750 w 3386022"/>
              <a:gd name="connsiteY40" fmla="*/ 5226828 h 5292726"/>
              <a:gd name="connsiteX41" fmla="*/ 1287543 w 3386022"/>
              <a:gd name="connsiteY41" fmla="*/ 5223323 h 5292726"/>
              <a:gd name="connsiteX42" fmla="*/ 1288799 w 3386022"/>
              <a:gd name="connsiteY42" fmla="*/ 5223323 h 5292726"/>
              <a:gd name="connsiteX43" fmla="*/ 1289175 w 3386022"/>
              <a:gd name="connsiteY43" fmla="*/ 5223713 h 5292726"/>
              <a:gd name="connsiteX44" fmla="*/ 1289803 w 3386022"/>
              <a:gd name="connsiteY44" fmla="*/ 5225010 h 5292726"/>
              <a:gd name="connsiteX45" fmla="*/ 1288737 w 3386022"/>
              <a:gd name="connsiteY45" fmla="*/ 5225184 h 5292726"/>
              <a:gd name="connsiteX46" fmla="*/ 1287670 w 3386022"/>
              <a:gd name="connsiteY46" fmla="*/ 5225356 h 5292726"/>
              <a:gd name="connsiteX47" fmla="*/ 1286602 w 3386022"/>
              <a:gd name="connsiteY47" fmla="*/ 5225530 h 5292726"/>
              <a:gd name="connsiteX48" fmla="*/ 1285536 w 3386022"/>
              <a:gd name="connsiteY48" fmla="*/ 5225703 h 5292726"/>
              <a:gd name="connsiteX49" fmla="*/ 1285286 w 3386022"/>
              <a:gd name="connsiteY49" fmla="*/ 5225227 h 5292726"/>
              <a:gd name="connsiteX50" fmla="*/ 1285034 w 3386022"/>
              <a:gd name="connsiteY50" fmla="*/ 5224751 h 5292726"/>
              <a:gd name="connsiteX51" fmla="*/ 1284782 w 3386022"/>
              <a:gd name="connsiteY51" fmla="*/ 5224275 h 5292726"/>
              <a:gd name="connsiteX52" fmla="*/ 1284532 w 3386022"/>
              <a:gd name="connsiteY52" fmla="*/ 5223799 h 5292726"/>
              <a:gd name="connsiteX53" fmla="*/ 1287543 w 3386022"/>
              <a:gd name="connsiteY53" fmla="*/ 5223323 h 5292726"/>
              <a:gd name="connsiteX54" fmla="*/ 1288674 w 3386022"/>
              <a:gd name="connsiteY54" fmla="*/ 5223193 h 5292726"/>
              <a:gd name="connsiteX55" fmla="*/ 1288800 w 3386022"/>
              <a:gd name="connsiteY55" fmla="*/ 5223323 h 5292726"/>
              <a:gd name="connsiteX56" fmla="*/ 1288799 w 3386022"/>
              <a:gd name="connsiteY56" fmla="*/ 5223323 h 5292726"/>
              <a:gd name="connsiteX57" fmla="*/ 1645943 w 3386022"/>
              <a:gd name="connsiteY57" fmla="*/ 5189704 h 5292726"/>
              <a:gd name="connsiteX58" fmla="*/ 1649019 w 3386022"/>
              <a:gd name="connsiteY58" fmla="*/ 5192257 h 5292726"/>
              <a:gd name="connsiteX59" fmla="*/ 1651780 w 3386022"/>
              <a:gd name="connsiteY59" fmla="*/ 5194507 h 5292726"/>
              <a:gd name="connsiteX60" fmla="*/ 1651842 w 3386022"/>
              <a:gd name="connsiteY60" fmla="*/ 5194507 h 5292726"/>
              <a:gd name="connsiteX61" fmla="*/ 1654354 w 3386022"/>
              <a:gd name="connsiteY61" fmla="*/ 5196583 h 5292726"/>
              <a:gd name="connsiteX62" fmla="*/ 1656738 w 3386022"/>
              <a:gd name="connsiteY62" fmla="*/ 5198530 h 5292726"/>
              <a:gd name="connsiteX63" fmla="*/ 1645064 w 3386022"/>
              <a:gd name="connsiteY63" fmla="*/ 5200910 h 5292726"/>
              <a:gd name="connsiteX64" fmla="*/ 1637723 w 3386022"/>
              <a:gd name="connsiteY64" fmla="*/ 5200391 h 5292726"/>
              <a:gd name="connsiteX65" fmla="*/ 1637220 w 3386022"/>
              <a:gd name="connsiteY65" fmla="*/ 5196713 h 5292726"/>
              <a:gd name="connsiteX66" fmla="*/ 1645943 w 3386022"/>
              <a:gd name="connsiteY66" fmla="*/ 5189704 h 5292726"/>
              <a:gd name="connsiteX67" fmla="*/ 1428868 w 3386022"/>
              <a:gd name="connsiteY67" fmla="*/ 5171661 h 5292726"/>
              <a:gd name="connsiteX68" fmla="*/ 1429559 w 3386022"/>
              <a:gd name="connsiteY68" fmla="*/ 5171748 h 5292726"/>
              <a:gd name="connsiteX69" fmla="*/ 1430250 w 3386022"/>
              <a:gd name="connsiteY69" fmla="*/ 5171791 h 5292726"/>
              <a:gd name="connsiteX70" fmla="*/ 1430938 w 3386022"/>
              <a:gd name="connsiteY70" fmla="*/ 5171834 h 5292726"/>
              <a:gd name="connsiteX71" fmla="*/ 1431630 w 3386022"/>
              <a:gd name="connsiteY71" fmla="*/ 5171920 h 5292726"/>
              <a:gd name="connsiteX72" fmla="*/ 1431192 w 3386022"/>
              <a:gd name="connsiteY72" fmla="*/ 5172353 h 5292726"/>
              <a:gd name="connsiteX73" fmla="*/ 1430689 w 3386022"/>
              <a:gd name="connsiteY73" fmla="*/ 5172743 h 5292726"/>
              <a:gd name="connsiteX74" fmla="*/ 1430250 w 3386022"/>
              <a:gd name="connsiteY74" fmla="*/ 5173176 h 5292726"/>
              <a:gd name="connsiteX75" fmla="*/ 1429746 w 3386022"/>
              <a:gd name="connsiteY75" fmla="*/ 5173608 h 5292726"/>
              <a:gd name="connsiteX76" fmla="*/ 1429497 w 3386022"/>
              <a:gd name="connsiteY76" fmla="*/ 5173089 h 5292726"/>
              <a:gd name="connsiteX77" fmla="*/ 1429308 w 3386022"/>
              <a:gd name="connsiteY77" fmla="*/ 5172613 h 5292726"/>
              <a:gd name="connsiteX78" fmla="*/ 1429057 w 3386022"/>
              <a:gd name="connsiteY78" fmla="*/ 5172137 h 5292726"/>
              <a:gd name="connsiteX79" fmla="*/ 1641864 w 3386022"/>
              <a:gd name="connsiteY79" fmla="*/ 5167334 h 5292726"/>
              <a:gd name="connsiteX80" fmla="*/ 1650963 w 3386022"/>
              <a:gd name="connsiteY80" fmla="*/ 5167896 h 5292726"/>
              <a:gd name="connsiteX81" fmla="*/ 1649144 w 3386022"/>
              <a:gd name="connsiteY81" fmla="*/ 5177978 h 5292726"/>
              <a:gd name="connsiteX82" fmla="*/ 1648579 w 3386022"/>
              <a:gd name="connsiteY82" fmla="*/ 5178497 h 5292726"/>
              <a:gd name="connsiteX83" fmla="*/ 1647700 w 3386022"/>
              <a:gd name="connsiteY83" fmla="*/ 5178973 h 5292726"/>
              <a:gd name="connsiteX84" fmla="*/ 1646757 w 3386022"/>
              <a:gd name="connsiteY84" fmla="*/ 5179406 h 5292726"/>
              <a:gd name="connsiteX85" fmla="*/ 1645817 w 3386022"/>
              <a:gd name="connsiteY85" fmla="*/ 5179882 h 5292726"/>
              <a:gd name="connsiteX86" fmla="*/ 1635588 w 3386022"/>
              <a:gd name="connsiteY86" fmla="*/ 5172569 h 5292726"/>
              <a:gd name="connsiteX87" fmla="*/ 1641864 w 3386022"/>
              <a:gd name="connsiteY87" fmla="*/ 5167334 h 5292726"/>
              <a:gd name="connsiteX88" fmla="*/ 884403 w 3386022"/>
              <a:gd name="connsiteY88" fmla="*/ 5151238 h 5292726"/>
              <a:gd name="connsiteX89" fmla="*/ 889800 w 3386022"/>
              <a:gd name="connsiteY89" fmla="*/ 5152406 h 5292726"/>
              <a:gd name="connsiteX90" fmla="*/ 889863 w 3386022"/>
              <a:gd name="connsiteY90" fmla="*/ 5152321 h 5292726"/>
              <a:gd name="connsiteX91" fmla="*/ 891997 w 3386022"/>
              <a:gd name="connsiteY91" fmla="*/ 5152969 h 5292726"/>
              <a:gd name="connsiteX92" fmla="*/ 891934 w 3386022"/>
              <a:gd name="connsiteY92" fmla="*/ 5153748 h 5292726"/>
              <a:gd name="connsiteX93" fmla="*/ 890678 w 3386022"/>
              <a:gd name="connsiteY93" fmla="*/ 5155263 h 5292726"/>
              <a:gd name="connsiteX94" fmla="*/ 888732 w 3386022"/>
              <a:gd name="connsiteY94" fmla="*/ 5154830 h 5292726"/>
              <a:gd name="connsiteX95" fmla="*/ 886788 w 3386022"/>
              <a:gd name="connsiteY95" fmla="*/ 5154397 h 5292726"/>
              <a:gd name="connsiteX96" fmla="*/ 884843 w 3386022"/>
              <a:gd name="connsiteY96" fmla="*/ 5153964 h 5292726"/>
              <a:gd name="connsiteX97" fmla="*/ 882896 w 3386022"/>
              <a:gd name="connsiteY97" fmla="*/ 5153488 h 5292726"/>
              <a:gd name="connsiteX98" fmla="*/ 883274 w 3386022"/>
              <a:gd name="connsiteY98" fmla="*/ 5152926 h 5292726"/>
              <a:gd name="connsiteX99" fmla="*/ 883649 w 3386022"/>
              <a:gd name="connsiteY99" fmla="*/ 5152363 h 5292726"/>
              <a:gd name="connsiteX100" fmla="*/ 884027 w 3386022"/>
              <a:gd name="connsiteY100" fmla="*/ 5151801 h 5292726"/>
              <a:gd name="connsiteX101" fmla="*/ 884403 w 3386022"/>
              <a:gd name="connsiteY101" fmla="*/ 5151238 h 5292726"/>
              <a:gd name="connsiteX102" fmla="*/ 1729907 w 3386022"/>
              <a:gd name="connsiteY102" fmla="*/ 5150978 h 5292726"/>
              <a:gd name="connsiteX103" fmla="*/ 1730660 w 3386022"/>
              <a:gd name="connsiteY103" fmla="*/ 5151238 h 5292726"/>
              <a:gd name="connsiteX104" fmla="*/ 1731413 w 3386022"/>
              <a:gd name="connsiteY104" fmla="*/ 5151498 h 5292726"/>
              <a:gd name="connsiteX105" fmla="*/ 1732165 w 3386022"/>
              <a:gd name="connsiteY105" fmla="*/ 5151757 h 5292726"/>
              <a:gd name="connsiteX106" fmla="*/ 1732919 w 3386022"/>
              <a:gd name="connsiteY106" fmla="*/ 5152016 h 5292726"/>
              <a:gd name="connsiteX107" fmla="*/ 1732103 w 3386022"/>
              <a:gd name="connsiteY107" fmla="*/ 5152190 h 5292726"/>
              <a:gd name="connsiteX108" fmla="*/ 1731225 w 3386022"/>
              <a:gd name="connsiteY108" fmla="*/ 5152363 h 5292726"/>
              <a:gd name="connsiteX109" fmla="*/ 1730346 w 3386022"/>
              <a:gd name="connsiteY109" fmla="*/ 5152536 h 5292726"/>
              <a:gd name="connsiteX110" fmla="*/ 1729530 w 3386022"/>
              <a:gd name="connsiteY110" fmla="*/ 5152709 h 5292726"/>
              <a:gd name="connsiteX111" fmla="*/ 1729592 w 3386022"/>
              <a:gd name="connsiteY111" fmla="*/ 5152276 h 5292726"/>
              <a:gd name="connsiteX112" fmla="*/ 1729718 w 3386022"/>
              <a:gd name="connsiteY112" fmla="*/ 5151844 h 5292726"/>
              <a:gd name="connsiteX113" fmla="*/ 1729781 w 3386022"/>
              <a:gd name="connsiteY113" fmla="*/ 5151411 h 5292726"/>
              <a:gd name="connsiteX114" fmla="*/ 1333043 w 3386022"/>
              <a:gd name="connsiteY114" fmla="*/ 5120214 h 5292726"/>
              <a:gd name="connsiteX115" fmla="*/ 1343023 w 3386022"/>
              <a:gd name="connsiteY115" fmla="*/ 5121079 h 5292726"/>
              <a:gd name="connsiteX116" fmla="*/ 1349299 w 3386022"/>
              <a:gd name="connsiteY116" fmla="*/ 5122335 h 5292726"/>
              <a:gd name="connsiteX117" fmla="*/ 1354507 w 3386022"/>
              <a:gd name="connsiteY117" fmla="*/ 5124844 h 5292726"/>
              <a:gd name="connsiteX118" fmla="*/ 1354507 w 3386022"/>
              <a:gd name="connsiteY118" fmla="*/ 5124801 h 5292726"/>
              <a:gd name="connsiteX119" fmla="*/ 1361347 w 3386022"/>
              <a:gd name="connsiteY119" fmla="*/ 5129387 h 5292726"/>
              <a:gd name="connsiteX120" fmla="*/ 1348734 w 3386022"/>
              <a:gd name="connsiteY120" fmla="*/ 5130210 h 5292726"/>
              <a:gd name="connsiteX121" fmla="*/ 1341577 w 3386022"/>
              <a:gd name="connsiteY121" fmla="*/ 5129517 h 5292726"/>
              <a:gd name="connsiteX122" fmla="*/ 1337247 w 3386022"/>
              <a:gd name="connsiteY122" fmla="*/ 5126488 h 5292726"/>
              <a:gd name="connsiteX123" fmla="*/ 1333043 w 3386022"/>
              <a:gd name="connsiteY123" fmla="*/ 5120214 h 5292726"/>
              <a:gd name="connsiteX124" fmla="*/ 1632076 w 3386022"/>
              <a:gd name="connsiteY124" fmla="*/ 5117013 h 5292726"/>
              <a:gd name="connsiteX125" fmla="*/ 1654607 w 3386022"/>
              <a:gd name="connsiteY125" fmla="*/ 5121729 h 5292726"/>
              <a:gd name="connsiteX126" fmla="*/ 1656928 w 3386022"/>
              <a:gd name="connsiteY126" fmla="*/ 5136657 h 5292726"/>
              <a:gd name="connsiteX127" fmla="*/ 1648770 w 3386022"/>
              <a:gd name="connsiteY127" fmla="*/ 5148815 h 5292726"/>
              <a:gd name="connsiteX128" fmla="*/ 1639922 w 3386022"/>
              <a:gd name="connsiteY128" fmla="*/ 5145181 h 5292726"/>
              <a:gd name="connsiteX129" fmla="*/ 1637726 w 3386022"/>
              <a:gd name="connsiteY129" fmla="*/ 5138560 h 5292726"/>
              <a:gd name="connsiteX130" fmla="*/ 1635843 w 3386022"/>
              <a:gd name="connsiteY130" fmla="*/ 5131768 h 5292726"/>
              <a:gd name="connsiteX131" fmla="*/ 1634022 w 3386022"/>
              <a:gd name="connsiteY131" fmla="*/ 5124628 h 5292726"/>
              <a:gd name="connsiteX132" fmla="*/ 1632140 w 3386022"/>
              <a:gd name="connsiteY132" fmla="*/ 5117056 h 5292726"/>
              <a:gd name="connsiteX133" fmla="*/ 1277820 w 3386022"/>
              <a:gd name="connsiteY133" fmla="*/ 5112989 h 5292726"/>
              <a:gd name="connsiteX134" fmla="*/ 1285598 w 3386022"/>
              <a:gd name="connsiteY134" fmla="*/ 5121816 h 5292726"/>
              <a:gd name="connsiteX135" fmla="*/ 1287480 w 3386022"/>
              <a:gd name="connsiteY135" fmla="*/ 5127181 h 5292726"/>
              <a:gd name="connsiteX136" fmla="*/ 1287543 w 3386022"/>
              <a:gd name="connsiteY136" fmla="*/ 5127181 h 5292726"/>
              <a:gd name="connsiteX137" fmla="*/ 1283027 w 3386022"/>
              <a:gd name="connsiteY137" fmla="*/ 5131292 h 5292726"/>
              <a:gd name="connsiteX138" fmla="*/ 1271419 w 3386022"/>
              <a:gd name="connsiteY138" fmla="*/ 5136354 h 5292726"/>
              <a:gd name="connsiteX139" fmla="*/ 1267841 w 3386022"/>
              <a:gd name="connsiteY139" fmla="*/ 5129344 h 5292726"/>
              <a:gd name="connsiteX140" fmla="*/ 1265832 w 3386022"/>
              <a:gd name="connsiteY140" fmla="*/ 5123114 h 5292726"/>
              <a:gd name="connsiteX141" fmla="*/ 1268217 w 3386022"/>
              <a:gd name="connsiteY141" fmla="*/ 5117662 h 5292726"/>
              <a:gd name="connsiteX142" fmla="*/ 1277820 w 3386022"/>
              <a:gd name="connsiteY142" fmla="*/ 5112989 h 5292726"/>
              <a:gd name="connsiteX143" fmla="*/ 1658932 w 3386022"/>
              <a:gd name="connsiteY143" fmla="*/ 5087071 h 5292726"/>
              <a:gd name="connsiteX144" fmla="*/ 1660815 w 3386022"/>
              <a:gd name="connsiteY144" fmla="*/ 5088153 h 5292726"/>
              <a:gd name="connsiteX145" fmla="*/ 1664017 w 3386022"/>
              <a:gd name="connsiteY145" fmla="*/ 5091138 h 5292726"/>
              <a:gd name="connsiteX146" fmla="*/ 1657928 w 3386022"/>
              <a:gd name="connsiteY146" fmla="*/ 5092350 h 5292726"/>
              <a:gd name="connsiteX147" fmla="*/ 1655230 w 3386022"/>
              <a:gd name="connsiteY147" fmla="*/ 5092566 h 5292726"/>
              <a:gd name="connsiteX148" fmla="*/ 1653786 w 3386022"/>
              <a:gd name="connsiteY148" fmla="*/ 5091398 h 5292726"/>
              <a:gd name="connsiteX149" fmla="*/ 1651527 w 3386022"/>
              <a:gd name="connsiteY149" fmla="*/ 5088412 h 5292726"/>
              <a:gd name="connsiteX150" fmla="*/ 1656485 w 3386022"/>
              <a:gd name="connsiteY150" fmla="*/ 5087374 h 5292726"/>
              <a:gd name="connsiteX151" fmla="*/ 1658932 w 3386022"/>
              <a:gd name="connsiteY151" fmla="*/ 5087114 h 5292726"/>
              <a:gd name="connsiteX152" fmla="*/ 1283026 w 3386022"/>
              <a:gd name="connsiteY152" fmla="*/ 5083219 h 5292726"/>
              <a:gd name="connsiteX153" fmla="*/ 1284534 w 3386022"/>
              <a:gd name="connsiteY153" fmla="*/ 5084128 h 5292726"/>
              <a:gd name="connsiteX154" fmla="*/ 1286041 w 3386022"/>
              <a:gd name="connsiteY154" fmla="*/ 5085037 h 5292726"/>
              <a:gd name="connsiteX155" fmla="*/ 1287543 w 3386022"/>
              <a:gd name="connsiteY155" fmla="*/ 5085945 h 5292726"/>
              <a:gd name="connsiteX156" fmla="*/ 1289050 w 3386022"/>
              <a:gd name="connsiteY156" fmla="*/ 5086854 h 5292726"/>
              <a:gd name="connsiteX157" fmla="*/ 1286413 w 3386022"/>
              <a:gd name="connsiteY157" fmla="*/ 5087849 h 5292726"/>
              <a:gd name="connsiteX158" fmla="*/ 1283780 w 3386022"/>
              <a:gd name="connsiteY158" fmla="*/ 5088844 h 5292726"/>
              <a:gd name="connsiteX159" fmla="*/ 1281146 w 3386022"/>
              <a:gd name="connsiteY159" fmla="*/ 5089840 h 5292726"/>
              <a:gd name="connsiteX160" fmla="*/ 1281208 w 3386022"/>
              <a:gd name="connsiteY160" fmla="*/ 5089926 h 5292726"/>
              <a:gd name="connsiteX161" fmla="*/ 1278572 w 3386022"/>
              <a:gd name="connsiteY161" fmla="*/ 5090922 h 5292726"/>
              <a:gd name="connsiteX162" fmla="*/ 1276311 w 3386022"/>
              <a:gd name="connsiteY162" fmla="*/ 5087330 h 5292726"/>
              <a:gd name="connsiteX163" fmla="*/ 1275999 w 3386022"/>
              <a:gd name="connsiteY163" fmla="*/ 5085729 h 5292726"/>
              <a:gd name="connsiteX164" fmla="*/ 1278068 w 3386022"/>
              <a:gd name="connsiteY164" fmla="*/ 5084777 h 5292726"/>
              <a:gd name="connsiteX165" fmla="*/ 1283026 w 3386022"/>
              <a:gd name="connsiteY165" fmla="*/ 5083219 h 5292726"/>
              <a:gd name="connsiteX166" fmla="*/ 934164 w 3386022"/>
              <a:gd name="connsiteY166" fmla="*/ 5055400 h 5292726"/>
              <a:gd name="connsiteX167" fmla="*/ 936741 w 3386022"/>
              <a:gd name="connsiteY167" fmla="*/ 5058210 h 5292726"/>
              <a:gd name="connsiteX168" fmla="*/ 937432 w 3386022"/>
              <a:gd name="connsiteY168" fmla="*/ 5059595 h 5292726"/>
              <a:gd name="connsiteX169" fmla="*/ 935298 w 3386022"/>
              <a:gd name="connsiteY169" fmla="*/ 5060547 h 5292726"/>
              <a:gd name="connsiteX170" fmla="*/ 929398 w 3386022"/>
              <a:gd name="connsiteY170" fmla="*/ 5062148 h 5292726"/>
              <a:gd name="connsiteX171" fmla="*/ 927893 w 3386022"/>
              <a:gd name="connsiteY171" fmla="*/ 5061282 h 5292726"/>
              <a:gd name="connsiteX172" fmla="*/ 926386 w 3386022"/>
              <a:gd name="connsiteY172" fmla="*/ 5060417 h 5292726"/>
              <a:gd name="connsiteX173" fmla="*/ 924881 w 3386022"/>
              <a:gd name="connsiteY173" fmla="*/ 5059552 h 5292726"/>
              <a:gd name="connsiteX174" fmla="*/ 923374 w 3386022"/>
              <a:gd name="connsiteY174" fmla="*/ 5058686 h 5292726"/>
              <a:gd name="connsiteX175" fmla="*/ 926073 w 3386022"/>
              <a:gd name="connsiteY175" fmla="*/ 5057864 h 5292726"/>
              <a:gd name="connsiteX176" fmla="*/ 928771 w 3386022"/>
              <a:gd name="connsiteY176" fmla="*/ 5057042 h 5292726"/>
              <a:gd name="connsiteX177" fmla="*/ 931470 w 3386022"/>
              <a:gd name="connsiteY177" fmla="*/ 5056220 h 5292726"/>
              <a:gd name="connsiteX178" fmla="*/ 934043 w 3386022"/>
              <a:gd name="connsiteY178" fmla="*/ 5055268 h 5292726"/>
              <a:gd name="connsiteX179" fmla="*/ 934168 w 3386022"/>
              <a:gd name="connsiteY179" fmla="*/ 5055398 h 5292726"/>
              <a:gd name="connsiteX180" fmla="*/ 934164 w 3386022"/>
              <a:gd name="connsiteY180" fmla="*/ 5055400 h 5292726"/>
              <a:gd name="connsiteX181" fmla="*/ 1676441 w 3386022"/>
              <a:gd name="connsiteY181" fmla="*/ 5054143 h 5292726"/>
              <a:gd name="connsiteX182" fmla="*/ 1677885 w 3386022"/>
              <a:gd name="connsiteY182" fmla="*/ 5054835 h 5292726"/>
              <a:gd name="connsiteX183" fmla="*/ 1679329 w 3386022"/>
              <a:gd name="connsiteY183" fmla="*/ 5055527 h 5292726"/>
              <a:gd name="connsiteX184" fmla="*/ 1679329 w 3386022"/>
              <a:gd name="connsiteY184" fmla="*/ 5055614 h 5292726"/>
              <a:gd name="connsiteX185" fmla="*/ 1680772 w 3386022"/>
              <a:gd name="connsiteY185" fmla="*/ 5056306 h 5292726"/>
              <a:gd name="connsiteX186" fmla="*/ 1682216 w 3386022"/>
              <a:gd name="connsiteY186" fmla="*/ 5056999 h 5292726"/>
              <a:gd name="connsiteX187" fmla="*/ 1675814 w 3386022"/>
              <a:gd name="connsiteY187" fmla="*/ 5058989 h 5292726"/>
              <a:gd name="connsiteX188" fmla="*/ 1672928 w 3386022"/>
              <a:gd name="connsiteY188" fmla="*/ 5058989 h 5292726"/>
              <a:gd name="connsiteX189" fmla="*/ 1673241 w 3386022"/>
              <a:gd name="connsiteY189" fmla="*/ 5057302 h 5292726"/>
              <a:gd name="connsiteX190" fmla="*/ 1676441 w 3386022"/>
              <a:gd name="connsiteY190" fmla="*/ 5054143 h 5292726"/>
              <a:gd name="connsiteX191" fmla="*/ 827799 w 3386022"/>
              <a:gd name="connsiteY191" fmla="*/ 5051763 h 5292726"/>
              <a:gd name="connsiteX192" fmla="*/ 851143 w 3386022"/>
              <a:gd name="connsiteY192" fmla="*/ 5059206 h 5292726"/>
              <a:gd name="connsiteX193" fmla="*/ 852586 w 3386022"/>
              <a:gd name="connsiteY193" fmla="*/ 5064701 h 5292726"/>
              <a:gd name="connsiteX194" fmla="*/ 842106 w 3386022"/>
              <a:gd name="connsiteY194" fmla="*/ 5066431 h 5292726"/>
              <a:gd name="connsiteX195" fmla="*/ 829618 w 3386022"/>
              <a:gd name="connsiteY195" fmla="*/ 5062494 h 5292726"/>
              <a:gd name="connsiteX196" fmla="*/ 828426 w 3386022"/>
              <a:gd name="connsiteY196" fmla="*/ 5060893 h 5292726"/>
              <a:gd name="connsiteX197" fmla="*/ 828050 w 3386022"/>
              <a:gd name="connsiteY197" fmla="*/ 5058643 h 5292726"/>
              <a:gd name="connsiteX198" fmla="*/ 828050 w 3386022"/>
              <a:gd name="connsiteY198" fmla="*/ 5055657 h 5292726"/>
              <a:gd name="connsiteX199" fmla="*/ 827736 w 3386022"/>
              <a:gd name="connsiteY199" fmla="*/ 5051806 h 5292726"/>
              <a:gd name="connsiteX200" fmla="*/ 1456420 w 3386022"/>
              <a:gd name="connsiteY200" fmla="*/ 5049860 h 5292726"/>
              <a:gd name="connsiteX201" fmla="*/ 1458115 w 3386022"/>
              <a:gd name="connsiteY201" fmla="*/ 5050855 h 5292726"/>
              <a:gd name="connsiteX202" fmla="*/ 1460938 w 3386022"/>
              <a:gd name="connsiteY202" fmla="*/ 5053710 h 5292726"/>
              <a:gd name="connsiteX203" fmla="*/ 1459370 w 3386022"/>
              <a:gd name="connsiteY203" fmla="*/ 5054532 h 5292726"/>
              <a:gd name="connsiteX204" fmla="*/ 1457801 w 3386022"/>
              <a:gd name="connsiteY204" fmla="*/ 5055355 h 5292726"/>
              <a:gd name="connsiteX205" fmla="*/ 1456294 w 3386022"/>
              <a:gd name="connsiteY205" fmla="*/ 5056177 h 5292726"/>
              <a:gd name="connsiteX206" fmla="*/ 1454790 w 3386022"/>
              <a:gd name="connsiteY206" fmla="*/ 5056999 h 5292726"/>
              <a:gd name="connsiteX207" fmla="*/ 1453408 w 3386022"/>
              <a:gd name="connsiteY207" fmla="*/ 5055657 h 5292726"/>
              <a:gd name="connsiteX208" fmla="*/ 1452027 w 3386022"/>
              <a:gd name="connsiteY208" fmla="*/ 5054316 h 5292726"/>
              <a:gd name="connsiteX209" fmla="*/ 1450647 w 3386022"/>
              <a:gd name="connsiteY209" fmla="*/ 5052975 h 5292726"/>
              <a:gd name="connsiteX210" fmla="*/ 1449266 w 3386022"/>
              <a:gd name="connsiteY210" fmla="*/ 5051634 h 5292726"/>
              <a:gd name="connsiteX211" fmla="*/ 1454034 w 3386022"/>
              <a:gd name="connsiteY211" fmla="*/ 5050335 h 5292726"/>
              <a:gd name="connsiteX212" fmla="*/ 1456360 w 3386022"/>
              <a:gd name="connsiteY212" fmla="*/ 5049946 h 5292726"/>
              <a:gd name="connsiteX213" fmla="*/ 1368624 w 3386022"/>
              <a:gd name="connsiteY213" fmla="*/ 5042158 h 5292726"/>
              <a:gd name="connsiteX214" fmla="*/ 1368247 w 3386022"/>
              <a:gd name="connsiteY214" fmla="*/ 5042764 h 5292726"/>
              <a:gd name="connsiteX215" fmla="*/ 1367870 w 3386022"/>
              <a:gd name="connsiteY215" fmla="*/ 5043370 h 5292726"/>
              <a:gd name="connsiteX216" fmla="*/ 1367495 w 3386022"/>
              <a:gd name="connsiteY216" fmla="*/ 5043975 h 5292726"/>
              <a:gd name="connsiteX217" fmla="*/ 1367118 w 3386022"/>
              <a:gd name="connsiteY217" fmla="*/ 5044582 h 5292726"/>
              <a:gd name="connsiteX218" fmla="*/ 1366239 w 3386022"/>
              <a:gd name="connsiteY218" fmla="*/ 5044365 h 5292726"/>
              <a:gd name="connsiteX219" fmla="*/ 1365361 w 3386022"/>
              <a:gd name="connsiteY219" fmla="*/ 5044149 h 5292726"/>
              <a:gd name="connsiteX220" fmla="*/ 1364482 w 3386022"/>
              <a:gd name="connsiteY220" fmla="*/ 5043932 h 5292726"/>
              <a:gd name="connsiteX221" fmla="*/ 1363603 w 3386022"/>
              <a:gd name="connsiteY221" fmla="*/ 5043716 h 5292726"/>
              <a:gd name="connsiteX222" fmla="*/ 1364858 w 3386022"/>
              <a:gd name="connsiteY222" fmla="*/ 5043326 h 5292726"/>
              <a:gd name="connsiteX223" fmla="*/ 1366114 w 3386022"/>
              <a:gd name="connsiteY223" fmla="*/ 5042937 h 5292726"/>
              <a:gd name="connsiteX224" fmla="*/ 1367369 w 3386022"/>
              <a:gd name="connsiteY224" fmla="*/ 5042548 h 5292726"/>
              <a:gd name="connsiteX225" fmla="*/ 1368624 w 3386022"/>
              <a:gd name="connsiteY225" fmla="*/ 5042158 h 5292726"/>
              <a:gd name="connsiteX226" fmla="*/ 929650 w 3386022"/>
              <a:gd name="connsiteY226" fmla="*/ 5032465 h 5292726"/>
              <a:gd name="connsiteX227" fmla="*/ 938937 w 3386022"/>
              <a:gd name="connsiteY227" fmla="*/ 5033590 h 5292726"/>
              <a:gd name="connsiteX228" fmla="*/ 938123 w 3386022"/>
              <a:gd name="connsiteY228" fmla="*/ 5034629 h 5292726"/>
              <a:gd name="connsiteX229" fmla="*/ 937243 w 3386022"/>
              <a:gd name="connsiteY229" fmla="*/ 5035668 h 5292726"/>
              <a:gd name="connsiteX230" fmla="*/ 936364 w 3386022"/>
              <a:gd name="connsiteY230" fmla="*/ 5036706 h 5292726"/>
              <a:gd name="connsiteX231" fmla="*/ 935486 w 3386022"/>
              <a:gd name="connsiteY231" fmla="*/ 5037744 h 5292726"/>
              <a:gd name="connsiteX232" fmla="*/ 929525 w 3386022"/>
              <a:gd name="connsiteY232" fmla="*/ 5035624 h 5292726"/>
              <a:gd name="connsiteX233" fmla="*/ 927015 w 3386022"/>
              <a:gd name="connsiteY233" fmla="*/ 5033503 h 5292726"/>
              <a:gd name="connsiteX234" fmla="*/ 927077 w 3386022"/>
              <a:gd name="connsiteY234" fmla="*/ 5033503 h 5292726"/>
              <a:gd name="connsiteX235" fmla="*/ 929650 w 3386022"/>
              <a:gd name="connsiteY235" fmla="*/ 5032465 h 5292726"/>
              <a:gd name="connsiteX236" fmla="*/ 1388018 w 3386022"/>
              <a:gd name="connsiteY236" fmla="*/ 5031254 h 5292726"/>
              <a:gd name="connsiteX237" fmla="*/ 1390087 w 3386022"/>
              <a:gd name="connsiteY237" fmla="*/ 5031730 h 5292726"/>
              <a:gd name="connsiteX238" fmla="*/ 1392158 w 3386022"/>
              <a:gd name="connsiteY238" fmla="*/ 5032206 h 5292726"/>
              <a:gd name="connsiteX239" fmla="*/ 1394229 w 3386022"/>
              <a:gd name="connsiteY239" fmla="*/ 5032682 h 5292726"/>
              <a:gd name="connsiteX240" fmla="*/ 1396300 w 3386022"/>
              <a:gd name="connsiteY240" fmla="*/ 5033158 h 5292726"/>
              <a:gd name="connsiteX241" fmla="*/ 1395359 w 3386022"/>
              <a:gd name="connsiteY241" fmla="*/ 5034413 h 5292726"/>
              <a:gd name="connsiteX242" fmla="*/ 1394355 w 3386022"/>
              <a:gd name="connsiteY242" fmla="*/ 5034846 h 5292726"/>
              <a:gd name="connsiteX243" fmla="*/ 1391844 w 3386022"/>
              <a:gd name="connsiteY243" fmla="*/ 5034543 h 5292726"/>
              <a:gd name="connsiteX244" fmla="*/ 1386259 w 3386022"/>
              <a:gd name="connsiteY244" fmla="*/ 5033504 h 5292726"/>
              <a:gd name="connsiteX245" fmla="*/ 1386698 w 3386022"/>
              <a:gd name="connsiteY245" fmla="*/ 5032942 h 5292726"/>
              <a:gd name="connsiteX246" fmla="*/ 1387138 w 3386022"/>
              <a:gd name="connsiteY246" fmla="*/ 5032379 h 5292726"/>
              <a:gd name="connsiteX247" fmla="*/ 1387577 w 3386022"/>
              <a:gd name="connsiteY247" fmla="*/ 5031817 h 5292726"/>
              <a:gd name="connsiteX248" fmla="*/ 1388018 w 3386022"/>
              <a:gd name="connsiteY248" fmla="*/ 5031254 h 5292726"/>
              <a:gd name="connsiteX249" fmla="*/ 1612933 w 3386022"/>
              <a:gd name="connsiteY249" fmla="*/ 5027663 h 5292726"/>
              <a:gd name="connsiteX250" fmla="*/ 1620464 w 3386022"/>
              <a:gd name="connsiteY250" fmla="*/ 5028960 h 5292726"/>
              <a:gd name="connsiteX251" fmla="*/ 1620652 w 3386022"/>
              <a:gd name="connsiteY251" fmla="*/ 5032466 h 5292726"/>
              <a:gd name="connsiteX252" fmla="*/ 1610612 w 3386022"/>
              <a:gd name="connsiteY252" fmla="*/ 5037096 h 5292726"/>
              <a:gd name="connsiteX253" fmla="*/ 1608290 w 3386022"/>
              <a:gd name="connsiteY253" fmla="*/ 5035279 h 5292726"/>
              <a:gd name="connsiteX254" fmla="*/ 1605904 w 3386022"/>
              <a:gd name="connsiteY254" fmla="*/ 5033460 h 5292726"/>
              <a:gd name="connsiteX255" fmla="*/ 1603459 w 3386022"/>
              <a:gd name="connsiteY255" fmla="*/ 5031600 h 5292726"/>
              <a:gd name="connsiteX256" fmla="*/ 1601011 w 3386022"/>
              <a:gd name="connsiteY256" fmla="*/ 5029739 h 5292726"/>
              <a:gd name="connsiteX257" fmla="*/ 1612872 w 3386022"/>
              <a:gd name="connsiteY257" fmla="*/ 5027706 h 5292726"/>
              <a:gd name="connsiteX258" fmla="*/ 1301353 w 3386022"/>
              <a:gd name="connsiteY258" fmla="*/ 5018879 h 5292726"/>
              <a:gd name="connsiteX259" fmla="*/ 1298402 w 3386022"/>
              <a:gd name="connsiteY259" fmla="*/ 5045360 h 5292726"/>
              <a:gd name="connsiteX260" fmla="*/ 1286666 w 3386022"/>
              <a:gd name="connsiteY260" fmla="*/ 5052802 h 5292726"/>
              <a:gd name="connsiteX261" fmla="*/ 1277130 w 3386022"/>
              <a:gd name="connsiteY261" fmla="*/ 5044278 h 5292726"/>
              <a:gd name="connsiteX262" fmla="*/ 1280768 w 3386022"/>
              <a:gd name="connsiteY262" fmla="*/ 5022904 h 5292726"/>
              <a:gd name="connsiteX263" fmla="*/ 1283028 w 3386022"/>
              <a:gd name="connsiteY263" fmla="*/ 5021779 h 5292726"/>
              <a:gd name="connsiteX264" fmla="*/ 1287803 w 3386022"/>
              <a:gd name="connsiteY264" fmla="*/ 5020913 h 5292726"/>
              <a:gd name="connsiteX265" fmla="*/ 1294199 w 3386022"/>
              <a:gd name="connsiteY265" fmla="*/ 5020047 h 5292726"/>
              <a:gd name="connsiteX266" fmla="*/ 1294199 w 3386022"/>
              <a:gd name="connsiteY266" fmla="*/ 5020004 h 5292726"/>
              <a:gd name="connsiteX267" fmla="*/ 1301353 w 3386022"/>
              <a:gd name="connsiteY267" fmla="*/ 5018879 h 5292726"/>
              <a:gd name="connsiteX268" fmla="*/ 1036839 w 3386022"/>
              <a:gd name="connsiteY268" fmla="*/ 5014466 h 5292726"/>
              <a:gd name="connsiteX269" fmla="*/ 1036964 w 3386022"/>
              <a:gd name="connsiteY269" fmla="*/ 5014553 h 5292726"/>
              <a:gd name="connsiteX270" fmla="*/ 1040730 w 3386022"/>
              <a:gd name="connsiteY270" fmla="*/ 5037052 h 5292726"/>
              <a:gd name="connsiteX271" fmla="*/ 1041734 w 3386022"/>
              <a:gd name="connsiteY271" fmla="*/ 5047393 h 5292726"/>
              <a:gd name="connsiteX272" fmla="*/ 1039098 w 3386022"/>
              <a:gd name="connsiteY272" fmla="*/ 5051417 h 5292726"/>
              <a:gd name="connsiteX273" fmla="*/ 1031756 w 3386022"/>
              <a:gd name="connsiteY273" fmla="*/ 5054922 h 5292726"/>
              <a:gd name="connsiteX274" fmla="*/ 1024790 w 3386022"/>
              <a:gd name="connsiteY274" fmla="*/ 5051504 h 5292726"/>
              <a:gd name="connsiteX275" fmla="*/ 1022467 w 3386022"/>
              <a:gd name="connsiteY275" fmla="*/ 5047480 h 5292726"/>
              <a:gd name="connsiteX276" fmla="*/ 1024225 w 3386022"/>
              <a:gd name="connsiteY276" fmla="*/ 5037182 h 5292726"/>
              <a:gd name="connsiteX277" fmla="*/ 1029559 w 3386022"/>
              <a:gd name="connsiteY277" fmla="*/ 5014986 h 5292726"/>
              <a:gd name="connsiteX278" fmla="*/ 1031379 w 3386022"/>
              <a:gd name="connsiteY278" fmla="*/ 5014855 h 5292726"/>
              <a:gd name="connsiteX279" fmla="*/ 1033199 w 3386022"/>
              <a:gd name="connsiteY279" fmla="*/ 5014726 h 5292726"/>
              <a:gd name="connsiteX280" fmla="*/ 1035020 w 3386022"/>
              <a:gd name="connsiteY280" fmla="*/ 5014596 h 5292726"/>
              <a:gd name="connsiteX281" fmla="*/ 1036839 w 3386022"/>
              <a:gd name="connsiteY281" fmla="*/ 5014466 h 5292726"/>
              <a:gd name="connsiteX282" fmla="*/ 854281 w 3386022"/>
              <a:gd name="connsiteY282" fmla="*/ 5009143 h 5292726"/>
              <a:gd name="connsiteX283" fmla="*/ 854281 w 3386022"/>
              <a:gd name="connsiteY283" fmla="*/ 5026840 h 5292726"/>
              <a:gd name="connsiteX284" fmla="*/ 837149 w 3386022"/>
              <a:gd name="connsiteY284" fmla="*/ 5020307 h 5292726"/>
              <a:gd name="connsiteX285" fmla="*/ 834891 w 3386022"/>
              <a:gd name="connsiteY285" fmla="*/ 5014726 h 5292726"/>
              <a:gd name="connsiteX286" fmla="*/ 834828 w 3386022"/>
              <a:gd name="connsiteY286" fmla="*/ 5014682 h 5292726"/>
              <a:gd name="connsiteX287" fmla="*/ 842295 w 3386022"/>
              <a:gd name="connsiteY287" fmla="*/ 5010744 h 5292726"/>
              <a:gd name="connsiteX288" fmla="*/ 854281 w 3386022"/>
              <a:gd name="connsiteY288" fmla="*/ 5009143 h 5292726"/>
              <a:gd name="connsiteX289" fmla="*/ 1982559 w 3386022"/>
              <a:gd name="connsiteY289" fmla="*/ 5005509 h 5292726"/>
              <a:gd name="connsiteX290" fmla="*/ 1983375 w 3386022"/>
              <a:gd name="connsiteY290" fmla="*/ 5005682 h 5292726"/>
              <a:gd name="connsiteX291" fmla="*/ 1984191 w 3386022"/>
              <a:gd name="connsiteY291" fmla="*/ 5005855 h 5292726"/>
              <a:gd name="connsiteX292" fmla="*/ 1984944 w 3386022"/>
              <a:gd name="connsiteY292" fmla="*/ 5006029 h 5292726"/>
              <a:gd name="connsiteX293" fmla="*/ 1985760 w 3386022"/>
              <a:gd name="connsiteY293" fmla="*/ 5006201 h 5292726"/>
              <a:gd name="connsiteX294" fmla="*/ 1984944 w 3386022"/>
              <a:gd name="connsiteY294" fmla="*/ 5006418 h 5292726"/>
              <a:gd name="connsiteX295" fmla="*/ 1984128 w 3386022"/>
              <a:gd name="connsiteY295" fmla="*/ 5006591 h 5292726"/>
              <a:gd name="connsiteX296" fmla="*/ 1983375 w 3386022"/>
              <a:gd name="connsiteY296" fmla="*/ 5006764 h 5292726"/>
              <a:gd name="connsiteX297" fmla="*/ 1982559 w 3386022"/>
              <a:gd name="connsiteY297" fmla="*/ 5006980 h 5292726"/>
              <a:gd name="connsiteX298" fmla="*/ 1982559 w 3386022"/>
              <a:gd name="connsiteY298" fmla="*/ 5006591 h 5292726"/>
              <a:gd name="connsiteX299" fmla="*/ 1982559 w 3386022"/>
              <a:gd name="connsiteY299" fmla="*/ 5006244 h 5292726"/>
              <a:gd name="connsiteX300" fmla="*/ 1982559 w 3386022"/>
              <a:gd name="connsiteY300" fmla="*/ 5005898 h 5292726"/>
              <a:gd name="connsiteX301" fmla="*/ 936114 w 3386022"/>
              <a:gd name="connsiteY301" fmla="*/ 4996640 h 5292726"/>
              <a:gd name="connsiteX302" fmla="*/ 936114 w 3386022"/>
              <a:gd name="connsiteY302" fmla="*/ 4996683 h 5292726"/>
              <a:gd name="connsiteX303" fmla="*/ 939628 w 3386022"/>
              <a:gd name="connsiteY303" fmla="*/ 4999539 h 5292726"/>
              <a:gd name="connsiteX304" fmla="*/ 940632 w 3386022"/>
              <a:gd name="connsiteY304" fmla="*/ 5001140 h 5292726"/>
              <a:gd name="connsiteX305" fmla="*/ 937871 w 3386022"/>
              <a:gd name="connsiteY305" fmla="*/ 5003433 h 5292726"/>
              <a:gd name="connsiteX306" fmla="*/ 930089 w 3386022"/>
              <a:gd name="connsiteY306" fmla="*/ 5008408 h 5292726"/>
              <a:gd name="connsiteX307" fmla="*/ 925633 w 3386022"/>
              <a:gd name="connsiteY307" fmla="*/ 5003216 h 5292726"/>
              <a:gd name="connsiteX308" fmla="*/ 924128 w 3386022"/>
              <a:gd name="connsiteY308" fmla="*/ 5000750 h 5292726"/>
              <a:gd name="connsiteX309" fmla="*/ 927140 w 3386022"/>
              <a:gd name="connsiteY309" fmla="*/ 4999149 h 5292726"/>
              <a:gd name="connsiteX310" fmla="*/ 936114 w 3386022"/>
              <a:gd name="connsiteY310" fmla="*/ 4996640 h 5292726"/>
              <a:gd name="connsiteX311" fmla="*/ 1987957 w 3386022"/>
              <a:gd name="connsiteY311" fmla="*/ 4990625 h 5292726"/>
              <a:gd name="connsiteX312" fmla="*/ 1988270 w 3386022"/>
              <a:gd name="connsiteY312" fmla="*/ 4991145 h 5292726"/>
              <a:gd name="connsiteX313" fmla="*/ 1988584 w 3386022"/>
              <a:gd name="connsiteY313" fmla="*/ 4991663 h 5292726"/>
              <a:gd name="connsiteX314" fmla="*/ 1988710 w 3386022"/>
              <a:gd name="connsiteY314" fmla="*/ 4991663 h 5292726"/>
              <a:gd name="connsiteX315" fmla="*/ 1989024 w 3386022"/>
              <a:gd name="connsiteY315" fmla="*/ 4992183 h 5292726"/>
              <a:gd name="connsiteX316" fmla="*/ 1989338 w 3386022"/>
              <a:gd name="connsiteY316" fmla="*/ 4992701 h 5292726"/>
              <a:gd name="connsiteX317" fmla="*/ 1988020 w 3386022"/>
              <a:gd name="connsiteY317" fmla="*/ 4992832 h 5292726"/>
              <a:gd name="connsiteX318" fmla="*/ 1986701 w 3386022"/>
              <a:gd name="connsiteY318" fmla="*/ 4992962 h 5292726"/>
              <a:gd name="connsiteX319" fmla="*/ 1985384 w 3386022"/>
              <a:gd name="connsiteY319" fmla="*/ 4993091 h 5292726"/>
              <a:gd name="connsiteX320" fmla="*/ 1984066 w 3386022"/>
              <a:gd name="connsiteY320" fmla="*/ 4993221 h 5292726"/>
              <a:gd name="connsiteX321" fmla="*/ 1984693 w 3386022"/>
              <a:gd name="connsiteY321" fmla="*/ 4991620 h 5292726"/>
              <a:gd name="connsiteX322" fmla="*/ 1985196 w 3386022"/>
              <a:gd name="connsiteY322" fmla="*/ 4990971 h 5292726"/>
              <a:gd name="connsiteX323" fmla="*/ 1986137 w 3386022"/>
              <a:gd name="connsiteY323" fmla="*/ 4990798 h 5292726"/>
              <a:gd name="connsiteX324" fmla="*/ 1987957 w 3386022"/>
              <a:gd name="connsiteY324" fmla="*/ 4990625 h 5292726"/>
              <a:gd name="connsiteX325" fmla="*/ 1669919 w 3386022"/>
              <a:gd name="connsiteY325" fmla="*/ 4990322 h 5292726"/>
              <a:gd name="connsiteX326" fmla="*/ 1681026 w 3386022"/>
              <a:gd name="connsiteY326" fmla="*/ 4992961 h 5292726"/>
              <a:gd name="connsiteX327" fmla="*/ 1680962 w 3386022"/>
              <a:gd name="connsiteY327" fmla="*/ 4993005 h 5292726"/>
              <a:gd name="connsiteX328" fmla="*/ 1692700 w 3386022"/>
              <a:gd name="connsiteY328" fmla="*/ 4998543 h 5292726"/>
              <a:gd name="connsiteX329" fmla="*/ 1701854 w 3386022"/>
              <a:gd name="connsiteY329" fmla="*/ 5003476 h 5292726"/>
              <a:gd name="connsiteX330" fmla="*/ 1684226 w 3386022"/>
              <a:gd name="connsiteY330" fmla="*/ 5003778 h 5292726"/>
              <a:gd name="connsiteX331" fmla="*/ 1670357 w 3386022"/>
              <a:gd name="connsiteY331" fmla="*/ 5003519 h 5292726"/>
              <a:gd name="connsiteX332" fmla="*/ 1662451 w 3386022"/>
              <a:gd name="connsiteY332" fmla="*/ 5000880 h 5292726"/>
              <a:gd name="connsiteX333" fmla="*/ 1662639 w 3386022"/>
              <a:gd name="connsiteY333" fmla="*/ 4994086 h 5292726"/>
              <a:gd name="connsiteX334" fmla="*/ 1669919 w 3386022"/>
              <a:gd name="connsiteY334" fmla="*/ 4990322 h 5292726"/>
              <a:gd name="connsiteX335" fmla="*/ 2055105 w 3386022"/>
              <a:gd name="connsiteY335" fmla="*/ 4984351 h 5292726"/>
              <a:gd name="connsiteX336" fmla="*/ 2055167 w 3386022"/>
              <a:gd name="connsiteY336" fmla="*/ 4984394 h 5292726"/>
              <a:gd name="connsiteX337" fmla="*/ 2068910 w 3386022"/>
              <a:gd name="connsiteY337" fmla="*/ 5003389 h 5292726"/>
              <a:gd name="connsiteX338" fmla="*/ 2065333 w 3386022"/>
              <a:gd name="connsiteY338" fmla="*/ 5018706 h 5292726"/>
              <a:gd name="connsiteX339" fmla="*/ 2053033 w 3386022"/>
              <a:gd name="connsiteY339" fmla="*/ 5026235 h 5292726"/>
              <a:gd name="connsiteX340" fmla="*/ 2040545 w 3386022"/>
              <a:gd name="connsiteY340" fmla="*/ 5021779 h 5292726"/>
              <a:gd name="connsiteX341" fmla="*/ 2039479 w 3386022"/>
              <a:gd name="connsiteY341" fmla="*/ 5018057 h 5292726"/>
              <a:gd name="connsiteX342" fmla="*/ 2041424 w 3386022"/>
              <a:gd name="connsiteY342" fmla="*/ 5011826 h 5292726"/>
              <a:gd name="connsiteX343" fmla="*/ 2046570 w 3386022"/>
              <a:gd name="connsiteY343" fmla="*/ 5001226 h 5292726"/>
              <a:gd name="connsiteX344" fmla="*/ 2055105 w 3386022"/>
              <a:gd name="connsiteY344" fmla="*/ 4984351 h 5292726"/>
              <a:gd name="connsiteX345" fmla="*/ 1283026 w 3386022"/>
              <a:gd name="connsiteY345" fmla="*/ 4978855 h 5292726"/>
              <a:gd name="connsiteX346" fmla="*/ 1284844 w 3386022"/>
              <a:gd name="connsiteY346" fmla="*/ 4981019 h 5292726"/>
              <a:gd name="connsiteX347" fmla="*/ 1286664 w 3386022"/>
              <a:gd name="connsiteY347" fmla="*/ 4983182 h 5292726"/>
              <a:gd name="connsiteX348" fmla="*/ 1288486 w 3386022"/>
              <a:gd name="connsiteY348" fmla="*/ 4985346 h 5292726"/>
              <a:gd name="connsiteX349" fmla="*/ 1290309 w 3386022"/>
              <a:gd name="connsiteY349" fmla="*/ 4987509 h 5292726"/>
              <a:gd name="connsiteX350" fmla="*/ 1288108 w 3386022"/>
              <a:gd name="connsiteY350" fmla="*/ 4987898 h 5292726"/>
              <a:gd name="connsiteX351" fmla="*/ 1285913 w 3386022"/>
              <a:gd name="connsiteY351" fmla="*/ 4988288 h 5292726"/>
              <a:gd name="connsiteX352" fmla="*/ 1283718 w 3386022"/>
              <a:gd name="connsiteY352" fmla="*/ 4988677 h 5292726"/>
              <a:gd name="connsiteX353" fmla="*/ 1281519 w 3386022"/>
              <a:gd name="connsiteY353" fmla="*/ 4989067 h 5292726"/>
              <a:gd name="connsiteX354" fmla="*/ 1280266 w 3386022"/>
              <a:gd name="connsiteY354" fmla="*/ 4986817 h 5292726"/>
              <a:gd name="connsiteX355" fmla="*/ 1279011 w 3386022"/>
              <a:gd name="connsiteY355" fmla="*/ 4984567 h 5292726"/>
              <a:gd name="connsiteX356" fmla="*/ 1277755 w 3386022"/>
              <a:gd name="connsiteY356" fmla="*/ 4982317 h 5292726"/>
              <a:gd name="connsiteX357" fmla="*/ 1276500 w 3386022"/>
              <a:gd name="connsiteY357" fmla="*/ 4980067 h 5292726"/>
              <a:gd name="connsiteX358" fmla="*/ 1278131 w 3386022"/>
              <a:gd name="connsiteY358" fmla="*/ 4979764 h 5292726"/>
              <a:gd name="connsiteX359" fmla="*/ 1279762 w 3386022"/>
              <a:gd name="connsiteY359" fmla="*/ 4979461 h 5292726"/>
              <a:gd name="connsiteX360" fmla="*/ 1281394 w 3386022"/>
              <a:gd name="connsiteY360" fmla="*/ 4979159 h 5292726"/>
              <a:gd name="connsiteX361" fmla="*/ 1283026 w 3386022"/>
              <a:gd name="connsiteY361" fmla="*/ 4978855 h 5292726"/>
              <a:gd name="connsiteX362" fmla="*/ 2265963 w 3386022"/>
              <a:gd name="connsiteY362" fmla="*/ 4978163 h 5292726"/>
              <a:gd name="connsiteX363" fmla="*/ 2266026 w 3386022"/>
              <a:gd name="connsiteY363" fmla="*/ 4978206 h 5292726"/>
              <a:gd name="connsiteX364" fmla="*/ 2267971 w 3386022"/>
              <a:gd name="connsiteY364" fmla="*/ 4981322 h 5292726"/>
              <a:gd name="connsiteX365" fmla="*/ 2268285 w 3386022"/>
              <a:gd name="connsiteY365" fmla="*/ 4982750 h 5292726"/>
              <a:gd name="connsiteX366" fmla="*/ 2267344 w 3386022"/>
              <a:gd name="connsiteY366" fmla="*/ 4983355 h 5292726"/>
              <a:gd name="connsiteX367" fmla="*/ 2265398 w 3386022"/>
              <a:gd name="connsiteY367" fmla="*/ 4984048 h 5292726"/>
              <a:gd name="connsiteX368" fmla="*/ 2263453 w 3386022"/>
              <a:gd name="connsiteY368" fmla="*/ 4980889 h 5292726"/>
              <a:gd name="connsiteX369" fmla="*/ 2263139 w 3386022"/>
              <a:gd name="connsiteY369" fmla="*/ 4979461 h 5292726"/>
              <a:gd name="connsiteX370" fmla="*/ 2264081 w 3386022"/>
              <a:gd name="connsiteY370" fmla="*/ 4978855 h 5292726"/>
              <a:gd name="connsiteX371" fmla="*/ 2265963 w 3386022"/>
              <a:gd name="connsiteY371" fmla="*/ 4978163 h 5292726"/>
              <a:gd name="connsiteX372" fmla="*/ 1759777 w 3386022"/>
              <a:gd name="connsiteY372" fmla="*/ 4968948 h 5292726"/>
              <a:gd name="connsiteX373" fmla="*/ 1771639 w 3386022"/>
              <a:gd name="connsiteY373" fmla="*/ 4976952 h 5292726"/>
              <a:gd name="connsiteX374" fmla="*/ 1774839 w 3386022"/>
              <a:gd name="connsiteY374" fmla="*/ 4989933 h 5292726"/>
              <a:gd name="connsiteX375" fmla="*/ 1772328 w 3386022"/>
              <a:gd name="connsiteY375" fmla="*/ 5009750 h 5292726"/>
              <a:gd name="connsiteX376" fmla="*/ 1767057 w 3386022"/>
              <a:gd name="connsiteY376" fmla="*/ 5038265 h 5292726"/>
              <a:gd name="connsiteX377" fmla="*/ 1757895 w 3386022"/>
              <a:gd name="connsiteY377" fmla="*/ 5034890 h 5292726"/>
              <a:gd name="connsiteX378" fmla="*/ 1750615 w 3386022"/>
              <a:gd name="connsiteY378" fmla="*/ 5032207 h 5292726"/>
              <a:gd name="connsiteX379" fmla="*/ 1744591 w 3386022"/>
              <a:gd name="connsiteY379" fmla="*/ 5029957 h 5292726"/>
              <a:gd name="connsiteX380" fmla="*/ 1739131 w 3386022"/>
              <a:gd name="connsiteY380" fmla="*/ 5027923 h 5292726"/>
              <a:gd name="connsiteX381" fmla="*/ 1745155 w 3386022"/>
              <a:gd name="connsiteY381" fmla="*/ 5001702 h 5292726"/>
              <a:gd name="connsiteX382" fmla="*/ 1741327 w 3386022"/>
              <a:gd name="connsiteY382" fmla="*/ 4988332 h 5292726"/>
              <a:gd name="connsiteX383" fmla="*/ 1741578 w 3386022"/>
              <a:gd name="connsiteY383" fmla="*/ 4980024 h 5292726"/>
              <a:gd name="connsiteX384" fmla="*/ 1759777 w 3386022"/>
              <a:gd name="connsiteY384" fmla="*/ 4968991 h 5292726"/>
              <a:gd name="connsiteX385" fmla="*/ 1482342 w 3386022"/>
              <a:gd name="connsiteY385" fmla="*/ 4962976 h 5292726"/>
              <a:gd name="connsiteX386" fmla="*/ 1497904 w 3386022"/>
              <a:gd name="connsiteY386" fmla="*/ 4966611 h 5292726"/>
              <a:gd name="connsiteX387" fmla="*/ 1509140 w 3386022"/>
              <a:gd name="connsiteY387" fmla="*/ 4974572 h 5292726"/>
              <a:gd name="connsiteX388" fmla="*/ 1510396 w 3386022"/>
              <a:gd name="connsiteY388" fmla="*/ 4979634 h 5292726"/>
              <a:gd name="connsiteX389" fmla="*/ 1510520 w 3386022"/>
              <a:gd name="connsiteY389" fmla="*/ 4985346 h 5292726"/>
              <a:gd name="connsiteX390" fmla="*/ 1510143 w 3386022"/>
              <a:gd name="connsiteY390" fmla="*/ 4992096 h 5292726"/>
              <a:gd name="connsiteX391" fmla="*/ 1509894 w 3386022"/>
              <a:gd name="connsiteY391" fmla="*/ 5000360 h 5292726"/>
              <a:gd name="connsiteX392" fmla="*/ 1480334 w 3386022"/>
              <a:gd name="connsiteY392" fmla="*/ 4971587 h 5292726"/>
              <a:gd name="connsiteX393" fmla="*/ 1482342 w 3386022"/>
              <a:gd name="connsiteY393" fmla="*/ 4962976 h 5292726"/>
              <a:gd name="connsiteX394" fmla="*/ 1819897 w 3386022"/>
              <a:gd name="connsiteY394" fmla="*/ 4960467 h 5292726"/>
              <a:gd name="connsiteX395" fmla="*/ 1838661 w 3386022"/>
              <a:gd name="connsiteY395" fmla="*/ 4961592 h 5292726"/>
              <a:gd name="connsiteX396" fmla="*/ 1838724 w 3386022"/>
              <a:gd name="connsiteY396" fmla="*/ 4961592 h 5292726"/>
              <a:gd name="connsiteX397" fmla="*/ 1844874 w 3386022"/>
              <a:gd name="connsiteY397" fmla="*/ 4965356 h 5292726"/>
              <a:gd name="connsiteX398" fmla="*/ 1841046 w 3386022"/>
              <a:gd name="connsiteY398" fmla="*/ 4971544 h 5292726"/>
              <a:gd name="connsiteX399" fmla="*/ 1829813 w 3386022"/>
              <a:gd name="connsiteY399" fmla="*/ 4979895 h 5292726"/>
              <a:gd name="connsiteX400" fmla="*/ 1826110 w 3386022"/>
              <a:gd name="connsiteY400" fmla="*/ 4977342 h 5292726"/>
              <a:gd name="connsiteX401" fmla="*/ 1824290 w 3386022"/>
              <a:gd name="connsiteY401" fmla="*/ 4975481 h 5292726"/>
              <a:gd name="connsiteX402" fmla="*/ 1822784 w 3386022"/>
              <a:gd name="connsiteY402" fmla="*/ 4970981 h 5292726"/>
              <a:gd name="connsiteX403" fmla="*/ 1819897 w 3386022"/>
              <a:gd name="connsiteY403" fmla="*/ 4960467 h 5292726"/>
              <a:gd name="connsiteX404" fmla="*/ 1674751 w 3386022"/>
              <a:gd name="connsiteY404" fmla="*/ 4960163 h 5292726"/>
              <a:gd name="connsiteX405" fmla="*/ 1687490 w 3386022"/>
              <a:gd name="connsiteY405" fmla="*/ 4964880 h 5292726"/>
              <a:gd name="connsiteX406" fmla="*/ 1683789 w 3386022"/>
              <a:gd name="connsiteY406" fmla="*/ 4966481 h 5292726"/>
              <a:gd name="connsiteX407" fmla="*/ 1679897 w 3386022"/>
              <a:gd name="connsiteY407" fmla="*/ 4968125 h 5292726"/>
              <a:gd name="connsiteX408" fmla="*/ 1675693 w 3386022"/>
              <a:gd name="connsiteY408" fmla="*/ 4969942 h 5292726"/>
              <a:gd name="connsiteX409" fmla="*/ 1670923 w 3386022"/>
              <a:gd name="connsiteY409" fmla="*/ 4971976 h 5292726"/>
              <a:gd name="connsiteX410" fmla="*/ 1664520 w 3386022"/>
              <a:gd name="connsiteY410" fmla="*/ 4964534 h 5292726"/>
              <a:gd name="connsiteX411" fmla="*/ 1664584 w 3386022"/>
              <a:gd name="connsiteY411" fmla="*/ 4964534 h 5292726"/>
              <a:gd name="connsiteX412" fmla="*/ 1666467 w 3386022"/>
              <a:gd name="connsiteY412" fmla="*/ 4960337 h 5292726"/>
              <a:gd name="connsiteX413" fmla="*/ 1674751 w 3386022"/>
              <a:gd name="connsiteY413" fmla="*/ 4960163 h 5292726"/>
              <a:gd name="connsiteX414" fmla="*/ 1047821 w 3386022"/>
              <a:gd name="connsiteY414" fmla="*/ 4959341 h 5292726"/>
              <a:gd name="connsiteX415" fmla="*/ 1050205 w 3386022"/>
              <a:gd name="connsiteY415" fmla="*/ 4962500 h 5292726"/>
              <a:gd name="connsiteX416" fmla="*/ 1052653 w 3386022"/>
              <a:gd name="connsiteY416" fmla="*/ 4965529 h 5292726"/>
              <a:gd name="connsiteX417" fmla="*/ 1054722 w 3386022"/>
              <a:gd name="connsiteY417" fmla="*/ 4968515 h 5292726"/>
              <a:gd name="connsiteX418" fmla="*/ 1054722 w 3386022"/>
              <a:gd name="connsiteY418" fmla="*/ 4968471 h 5292726"/>
              <a:gd name="connsiteX419" fmla="*/ 1056042 w 3386022"/>
              <a:gd name="connsiteY419" fmla="*/ 4971500 h 5292726"/>
              <a:gd name="connsiteX420" fmla="*/ 1051084 w 3386022"/>
              <a:gd name="connsiteY420" fmla="*/ 4979245 h 5292726"/>
              <a:gd name="connsiteX421" fmla="*/ 1038407 w 3386022"/>
              <a:gd name="connsiteY421" fmla="*/ 4977471 h 5292726"/>
              <a:gd name="connsiteX422" fmla="*/ 1032508 w 3386022"/>
              <a:gd name="connsiteY422" fmla="*/ 4969683 h 5292726"/>
              <a:gd name="connsiteX423" fmla="*/ 1047821 w 3386022"/>
              <a:gd name="connsiteY423" fmla="*/ 4959341 h 5292726"/>
              <a:gd name="connsiteX424" fmla="*/ 1585113 w 3386022"/>
              <a:gd name="connsiteY424" fmla="*/ 4956207 h 5292726"/>
              <a:gd name="connsiteX425" fmla="*/ 1587769 w 3386022"/>
              <a:gd name="connsiteY425" fmla="*/ 4957741 h 5292726"/>
              <a:gd name="connsiteX426" fmla="*/ 1588336 w 3386022"/>
              <a:gd name="connsiteY426" fmla="*/ 4962803 h 5292726"/>
              <a:gd name="connsiteX427" fmla="*/ 1586953 w 3386022"/>
              <a:gd name="connsiteY427" fmla="*/ 4976389 h 5292726"/>
              <a:gd name="connsiteX428" fmla="*/ 1583880 w 3386022"/>
              <a:gd name="connsiteY428" fmla="*/ 5003433 h 5292726"/>
              <a:gd name="connsiteX429" fmla="*/ 1569007 w 3386022"/>
              <a:gd name="connsiteY429" fmla="*/ 4992832 h 5292726"/>
              <a:gd name="connsiteX430" fmla="*/ 1564239 w 3386022"/>
              <a:gd name="connsiteY430" fmla="*/ 4984178 h 5292726"/>
              <a:gd name="connsiteX431" fmla="*/ 1569572 w 3386022"/>
              <a:gd name="connsiteY431" fmla="*/ 4973361 h 5292726"/>
              <a:gd name="connsiteX432" fmla="*/ 1585072 w 3386022"/>
              <a:gd name="connsiteY432" fmla="*/ 4956183 h 5292726"/>
              <a:gd name="connsiteX433" fmla="*/ 1585135 w 3386022"/>
              <a:gd name="connsiteY433" fmla="*/ 4956183 h 5292726"/>
              <a:gd name="connsiteX434" fmla="*/ 1585113 w 3386022"/>
              <a:gd name="connsiteY434" fmla="*/ 4956207 h 5292726"/>
              <a:gd name="connsiteX435" fmla="*/ 2007849 w 3386022"/>
              <a:gd name="connsiteY435" fmla="*/ 4952635 h 5292726"/>
              <a:gd name="connsiteX436" fmla="*/ 2005653 w 3386022"/>
              <a:gd name="connsiteY436" fmla="*/ 4953674 h 5292726"/>
              <a:gd name="connsiteX437" fmla="*/ 2003456 w 3386022"/>
              <a:gd name="connsiteY437" fmla="*/ 4954064 h 5292726"/>
              <a:gd name="connsiteX438" fmla="*/ 2001260 w 3386022"/>
              <a:gd name="connsiteY438" fmla="*/ 4954453 h 5292726"/>
              <a:gd name="connsiteX439" fmla="*/ 1999064 w 3386022"/>
              <a:gd name="connsiteY439" fmla="*/ 4954842 h 5292726"/>
              <a:gd name="connsiteX440" fmla="*/ 1996867 w 3386022"/>
              <a:gd name="connsiteY440" fmla="*/ 4955231 h 5292726"/>
              <a:gd name="connsiteX441" fmla="*/ 1998751 w 3386022"/>
              <a:gd name="connsiteY441" fmla="*/ 4954713 h 5292726"/>
              <a:gd name="connsiteX442" fmla="*/ 2000633 w 3386022"/>
              <a:gd name="connsiteY442" fmla="*/ 4954193 h 5292726"/>
              <a:gd name="connsiteX443" fmla="*/ 2002515 w 3386022"/>
              <a:gd name="connsiteY443" fmla="*/ 4953674 h 5292726"/>
              <a:gd name="connsiteX444" fmla="*/ 2004398 w 3386022"/>
              <a:gd name="connsiteY444" fmla="*/ 4953155 h 5292726"/>
              <a:gd name="connsiteX445" fmla="*/ 2004272 w 3386022"/>
              <a:gd name="connsiteY445" fmla="*/ 4953068 h 5292726"/>
              <a:gd name="connsiteX446" fmla="*/ 2007097 w 3386022"/>
              <a:gd name="connsiteY446" fmla="*/ 4952722 h 5292726"/>
              <a:gd name="connsiteX447" fmla="*/ 2012305 w 3386022"/>
              <a:gd name="connsiteY447" fmla="*/ 4950817 h 5292726"/>
              <a:gd name="connsiteX448" fmla="*/ 2013560 w 3386022"/>
              <a:gd name="connsiteY448" fmla="*/ 4950991 h 5292726"/>
              <a:gd name="connsiteX449" fmla="*/ 2015694 w 3386022"/>
              <a:gd name="connsiteY449" fmla="*/ 4951770 h 5292726"/>
              <a:gd name="connsiteX450" fmla="*/ 2012870 w 3386022"/>
              <a:gd name="connsiteY450" fmla="*/ 4952116 h 5292726"/>
              <a:gd name="connsiteX451" fmla="*/ 2010046 w 3386022"/>
              <a:gd name="connsiteY451" fmla="*/ 4952462 h 5292726"/>
              <a:gd name="connsiteX452" fmla="*/ 2007975 w 3386022"/>
              <a:gd name="connsiteY452" fmla="*/ 4952721 h 5292726"/>
              <a:gd name="connsiteX453" fmla="*/ 2010234 w 3386022"/>
              <a:gd name="connsiteY453" fmla="*/ 4951640 h 5292726"/>
              <a:gd name="connsiteX454" fmla="*/ 2012305 w 3386022"/>
              <a:gd name="connsiteY454" fmla="*/ 4950861 h 5292726"/>
              <a:gd name="connsiteX455" fmla="*/ 2058618 w 3386022"/>
              <a:gd name="connsiteY455" fmla="*/ 4944111 h 5292726"/>
              <a:gd name="connsiteX456" fmla="*/ 2074810 w 3386022"/>
              <a:gd name="connsiteY456" fmla="*/ 4944241 h 5292726"/>
              <a:gd name="connsiteX457" fmla="*/ 2078073 w 3386022"/>
              <a:gd name="connsiteY457" fmla="*/ 4961116 h 5292726"/>
              <a:gd name="connsiteX458" fmla="*/ 2071734 w 3386022"/>
              <a:gd name="connsiteY458" fmla="*/ 4970592 h 5292726"/>
              <a:gd name="connsiteX459" fmla="*/ 2061255 w 3386022"/>
              <a:gd name="connsiteY459" fmla="*/ 4975265 h 5292726"/>
              <a:gd name="connsiteX460" fmla="*/ 2052218 w 3386022"/>
              <a:gd name="connsiteY460" fmla="*/ 4977730 h 5292726"/>
              <a:gd name="connsiteX461" fmla="*/ 2051527 w 3386022"/>
              <a:gd name="connsiteY461" fmla="*/ 4963495 h 5292726"/>
              <a:gd name="connsiteX462" fmla="*/ 2052280 w 3386022"/>
              <a:gd name="connsiteY462" fmla="*/ 4951424 h 5292726"/>
              <a:gd name="connsiteX463" fmla="*/ 2058618 w 3386022"/>
              <a:gd name="connsiteY463" fmla="*/ 4944111 h 5292726"/>
              <a:gd name="connsiteX464" fmla="*/ 1679203 w 3386022"/>
              <a:gd name="connsiteY464" fmla="*/ 4936323 h 5292726"/>
              <a:gd name="connsiteX465" fmla="*/ 1681651 w 3386022"/>
              <a:gd name="connsiteY465" fmla="*/ 4937361 h 5292726"/>
              <a:gd name="connsiteX466" fmla="*/ 1683721 w 3386022"/>
              <a:gd name="connsiteY466" fmla="*/ 4938227 h 5292726"/>
              <a:gd name="connsiteX467" fmla="*/ 1685480 w 3386022"/>
              <a:gd name="connsiteY467" fmla="*/ 4938962 h 5292726"/>
              <a:gd name="connsiteX468" fmla="*/ 1687110 w 3386022"/>
              <a:gd name="connsiteY468" fmla="*/ 4939654 h 5292726"/>
              <a:gd name="connsiteX469" fmla="*/ 1678827 w 3386022"/>
              <a:gd name="connsiteY469" fmla="*/ 4941602 h 5292726"/>
              <a:gd name="connsiteX470" fmla="*/ 1675126 w 3386022"/>
              <a:gd name="connsiteY470" fmla="*/ 4942294 h 5292726"/>
              <a:gd name="connsiteX471" fmla="*/ 1673431 w 3386022"/>
              <a:gd name="connsiteY471" fmla="*/ 4941948 h 5292726"/>
              <a:gd name="connsiteX472" fmla="*/ 1673368 w 3386022"/>
              <a:gd name="connsiteY472" fmla="*/ 4941948 h 5292726"/>
              <a:gd name="connsiteX473" fmla="*/ 1671046 w 3386022"/>
              <a:gd name="connsiteY473" fmla="*/ 4940736 h 5292726"/>
              <a:gd name="connsiteX474" fmla="*/ 1673115 w 3386022"/>
              <a:gd name="connsiteY474" fmla="*/ 4939611 h 5292726"/>
              <a:gd name="connsiteX475" fmla="*/ 1675188 w 3386022"/>
              <a:gd name="connsiteY475" fmla="*/ 4938486 h 5292726"/>
              <a:gd name="connsiteX476" fmla="*/ 1677195 w 3386022"/>
              <a:gd name="connsiteY476" fmla="*/ 4937405 h 5292726"/>
              <a:gd name="connsiteX477" fmla="*/ 1679203 w 3386022"/>
              <a:gd name="connsiteY477" fmla="*/ 4936323 h 5292726"/>
              <a:gd name="connsiteX478" fmla="*/ 1054030 w 3386022"/>
              <a:gd name="connsiteY478" fmla="*/ 4927323 h 5292726"/>
              <a:gd name="connsiteX479" fmla="*/ 1054784 w 3386022"/>
              <a:gd name="connsiteY479" fmla="*/ 4927366 h 5292726"/>
              <a:gd name="connsiteX480" fmla="*/ 1055473 w 3386022"/>
              <a:gd name="connsiteY480" fmla="*/ 4927453 h 5292726"/>
              <a:gd name="connsiteX481" fmla="*/ 1056227 w 3386022"/>
              <a:gd name="connsiteY481" fmla="*/ 4927496 h 5292726"/>
              <a:gd name="connsiteX482" fmla="*/ 1056918 w 3386022"/>
              <a:gd name="connsiteY482" fmla="*/ 4927539 h 5292726"/>
              <a:gd name="connsiteX483" fmla="*/ 1056478 w 3386022"/>
              <a:gd name="connsiteY483" fmla="*/ 4927928 h 5292726"/>
              <a:gd name="connsiteX484" fmla="*/ 1055976 w 3386022"/>
              <a:gd name="connsiteY484" fmla="*/ 4928275 h 5292726"/>
              <a:gd name="connsiteX485" fmla="*/ 1055537 w 3386022"/>
              <a:gd name="connsiteY485" fmla="*/ 4928621 h 5292726"/>
              <a:gd name="connsiteX486" fmla="*/ 1055034 w 3386022"/>
              <a:gd name="connsiteY486" fmla="*/ 4928968 h 5292726"/>
              <a:gd name="connsiteX487" fmla="*/ 1054784 w 3386022"/>
              <a:gd name="connsiteY487" fmla="*/ 4928578 h 5292726"/>
              <a:gd name="connsiteX488" fmla="*/ 1054533 w 3386022"/>
              <a:gd name="connsiteY488" fmla="*/ 4928145 h 5292726"/>
              <a:gd name="connsiteX489" fmla="*/ 1054281 w 3386022"/>
              <a:gd name="connsiteY489" fmla="*/ 4927756 h 5292726"/>
              <a:gd name="connsiteX490" fmla="*/ 1924637 w 3386022"/>
              <a:gd name="connsiteY490" fmla="*/ 4925289 h 5292726"/>
              <a:gd name="connsiteX491" fmla="*/ 1932042 w 3386022"/>
              <a:gd name="connsiteY491" fmla="*/ 4943635 h 5292726"/>
              <a:gd name="connsiteX492" fmla="*/ 1931979 w 3386022"/>
              <a:gd name="connsiteY492" fmla="*/ 4963366 h 5292726"/>
              <a:gd name="connsiteX493" fmla="*/ 1926268 w 3386022"/>
              <a:gd name="connsiteY493" fmla="*/ 4980544 h 5292726"/>
              <a:gd name="connsiteX494" fmla="*/ 1916792 w 3386022"/>
              <a:gd name="connsiteY494" fmla="*/ 4991102 h 5292726"/>
              <a:gd name="connsiteX495" fmla="*/ 1908320 w 3386022"/>
              <a:gd name="connsiteY495" fmla="*/ 4982535 h 5292726"/>
              <a:gd name="connsiteX496" fmla="*/ 1907881 w 3386022"/>
              <a:gd name="connsiteY496" fmla="*/ 4971068 h 5292726"/>
              <a:gd name="connsiteX497" fmla="*/ 1913842 w 3386022"/>
              <a:gd name="connsiteY497" fmla="*/ 4953154 h 5292726"/>
              <a:gd name="connsiteX498" fmla="*/ 1924637 w 3386022"/>
              <a:gd name="connsiteY498" fmla="*/ 4925289 h 5292726"/>
              <a:gd name="connsiteX499" fmla="*/ 1838536 w 3386022"/>
              <a:gd name="connsiteY499" fmla="*/ 4922823 h 5292726"/>
              <a:gd name="connsiteX500" fmla="*/ 1838536 w 3386022"/>
              <a:gd name="connsiteY500" fmla="*/ 4925419 h 5292726"/>
              <a:gd name="connsiteX501" fmla="*/ 1836842 w 3386022"/>
              <a:gd name="connsiteY501" fmla="*/ 4925678 h 5292726"/>
              <a:gd name="connsiteX502" fmla="*/ 1835084 w 3386022"/>
              <a:gd name="connsiteY502" fmla="*/ 4925982 h 5292726"/>
              <a:gd name="connsiteX503" fmla="*/ 1833327 w 3386022"/>
              <a:gd name="connsiteY503" fmla="*/ 4926285 h 5292726"/>
              <a:gd name="connsiteX504" fmla="*/ 1831507 w 3386022"/>
              <a:gd name="connsiteY504" fmla="*/ 4926587 h 5292726"/>
              <a:gd name="connsiteX505" fmla="*/ 1831319 w 3386022"/>
              <a:gd name="connsiteY505" fmla="*/ 4924986 h 5292726"/>
              <a:gd name="connsiteX506" fmla="*/ 1831570 w 3386022"/>
              <a:gd name="connsiteY506" fmla="*/ 4924207 h 5292726"/>
              <a:gd name="connsiteX507" fmla="*/ 1833515 w 3386022"/>
              <a:gd name="connsiteY507" fmla="*/ 4923688 h 5292726"/>
              <a:gd name="connsiteX508" fmla="*/ 1838536 w 3386022"/>
              <a:gd name="connsiteY508" fmla="*/ 4922823 h 5292726"/>
              <a:gd name="connsiteX509" fmla="*/ 1761393 w 3386022"/>
              <a:gd name="connsiteY509" fmla="*/ 4919731 h 5292726"/>
              <a:gd name="connsiteX510" fmla="*/ 1772768 w 3386022"/>
              <a:gd name="connsiteY510" fmla="*/ 4925462 h 5292726"/>
              <a:gd name="connsiteX511" fmla="*/ 1776722 w 3386022"/>
              <a:gd name="connsiteY511" fmla="*/ 4930914 h 5292726"/>
              <a:gd name="connsiteX512" fmla="*/ 1773333 w 3386022"/>
              <a:gd name="connsiteY512" fmla="*/ 4939265 h 5292726"/>
              <a:gd name="connsiteX513" fmla="*/ 1762665 w 3386022"/>
              <a:gd name="connsiteY513" fmla="*/ 4953717 h 5292726"/>
              <a:gd name="connsiteX514" fmla="*/ 1756577 w 3386022"/>
              <a:gd name="connsiteY514" fmla="*/ 4951207 h 5292726"/>
              <a:gd name="connsiteX515" fmla="*/ 1751431 w 3386022"/>
              <a:gd name="connsiteY515" fmla="*/ 4949087 h 5292726"/>
              <a:gd name="connsiteX516" fmla="*/ 1746850 w 3386022"/>
              <a:gd name="connsiteY516" fmla="*/ 4947183 h 5292726"/>
              <a:gd name="connsiteX517" fmla="*/ 1742457 w 3386022"/>
              <a:gd name="connsiteY517" fmla="*/ 4945366 h 5292726"/>
              <a:gd name="connsiteX518" fmla="*/ 1747227 w 3386022"/>
              <a:gd name="connsiteY518" fmla="*/ 4938875 h 5292726"/>
              <a:gd name="connsiteX519" fmla="*/ 1751934 w 3386022"/>
              <a:gd name="connsiteY519" fmla="*/ 4932515 h 5292726"/>
              <a:gd name="connsiteX520" fmla="*/ 1756641 w 3386022"/>
              <a:gd name="connsiteY520" fmla="*/ 4926154 h 5292726"/>
              <a:gd name="connsiteX521" fmla="*/ 1761346 w 3386022"/>
              <a:gd name="connsiteY521" fmla="*/ 4919707 h 5292726"/>
              <a:gd name="connsiteX522" fmla="*/ 1761410 w 3386022"/>
              <a:gd name="connsiteY522" fmla="*/ 4919707 h 5292726"/>
              <a:gd name="connsiteX523" fmla="*/ 1761393 w 3386022"/>
              <a:gd name="connsiteY523" fmla="*/ 4919731 h 5292726"/>
              <a:gd name="connsiteX524" fmla="*/ 2275440 w 3386022"/>
              <a:gd name="connsiteY524" fmla="*/ 4919578 h 5292726"/>
              <a:gd name="connsiteX525" fmla="*/ 2275440 w 3386022"/>
              <a:gd name="connsiteY525" fmla="*/ 4946274 h 5292726"/>
              <a:gd name="connsiteX526" fmla="*/ 2266716 w 3386022"/>
              <a:gd name="connsiteY526" fmla="*/ 4934073 h 5292726"/>
              <a:gd name="connsiteX527" fmla="*/ 2263829 w 3386022"/>
              <a:gd name="connsiteY527" fmla="*/ 4927236 h 5292726"/>
              <a:gd name="connsiteX528" fmla="*/ 2263829 w 3386022"/>
              <a:gd name="connsiteY528" fmla="*/ 4927192 h 5292726"/>
              <a:gd name="connsiteX529" fmla="*/ 2266716 w 3386022"/>
              <a:gd name="connsiteY529" fmla="*/ 4923212 h 5292726"/>
              <a:gd name="connsiteX530" fmla="*/ 2275440 w 3386022"/>
              <a:gd name="connsiteY530" fmla="*/ 4919578 h 5292726"/>
              <a:gd name="connsiteX531" fmla="*/ 2073493 w 3386022"/>
              <a:gd name="connsiteY531" fmla="*/ 4918626 h 5292726"/>
              <a:gd name="connsiteX532" fmla="*/ 2075062 w 3386022"/>
              <a:gd name="connsiteY532" fmla="*/ 4919881 h 5292726"/>
              <a:gd name="connsiteX533" fmla="*/ 2075563 w 3386022"/>
              <a:gd name="connsiteY533" fmla="*/ 4920617 h 5292726"/>
              <a:gd name="connsiteX534" fmla="*/ 2074747 w 3386022"/>
              <a:gd name="connsiteY534" fmla="*/ 4921915 h 5292726"/>
              <a:gd name="connsiteX535" fmla="*/ 2072237 w 3386022"/>
              <a:gd name="connsiteY535" fmla="*/ 4924814 h 5292726"/>
              <a:gd name="connsiteX536" fmla="*/ 2071673 w 3386022"/>
              <a:gd name="connsiteY536" fmla="*/ 4924294 h 5292726"/>
              <a:gd name="connsiteX537" fmla="*/ 2071673 w 3386022"/>
              <a:gd name="connsiteY537" fmla="*/ 4924338 h 5292726"/>
              <a:gd name="connsiteX538" fmla="*/ 2071108 w 3386022"/>
              <a:gd name="connsiteY538" fmla="*/ 4923818 h 5292726"/>
              <a:gd name="connsiteX539" fmla="*/ 2070543 w 3386022"/>
              <a:gd name="connsiteY539" fmla="*/ 4923300 h 5292726"/>
              <a:gd name="connsiteX540" fmla="*/ 2069978 w 3386022"/>
              <a:gd name="connsiteY540" fmla="*/ 4922780 h 5292726"/>
              <a:gd name="connsiteX541" fmla="*/ 2070857 w 3386022"/>
              <a:gd name="connsiteY541" fmla="*/ 4921742 h 5292726"/>
              <a:gd name="connsiteX542" fmla="*/ 2071735 w 3386022"/>
              <a:gd name="connsiteY542" fmla="*/ 4920703 h 5292726"/>
              <a:gd name="connsiteX543" fmla="*/ 2072613 w 3386022"/>
              <a:gd name="connsiteY543" fmla="*/ 4919665 h 5292726"/>
              <a:gd name="connsiteX544" fmla="*/ 2073493 w 3386022"/>
              <a:gd name="connsiteY544" fmla="*/ 4918626 h 5292726"/>
              <a:gd name="connsiteX545" fmla="*/ 1597997 w 3386022"/>
              <a:gd name="connsiteY545" fmla="*/ 4915597 h 5292726"/>
              <a:gd name="connsiteX546" fmla="*/ 1600507 w 3386022"/>
              <a:gd name="connsiteY546" fmla="*/ 4918886 h 5292726"/>
              <a:gd name="connsiteX547" fmla="*/ 1600507 w 3386022"/>
              <a:gd name="connsiteY547" fmla="*/ 4918843 h 5292726"/>
              <a:gd name="connsiteX548" fmla="*/ 1601009 w 3386022"/>
              <a:gd name="connsiteY548" fmla="*/ 4920357 h 5292726"/>
              <a:gd name="connsiteX549" fmla="*/ 1598813 w 3386022"/>
              <a:gd name="connsiteY549" fmla="*/ 4921352 h 5292726"/>
              <a:gd name="connsiteX550" fmla="*/ 1593228 w 3386022"/>
              <a:gd name="connsiteY550" fmla="*/ 4923039 h 5292726"/>
              <a:gd name="connsiteX551" fmla="*/ 1591847 w 3386022"/>
              <a:gd name="connsiteY551" fmla="*/ 4922131 h 5292726"/>
              <a:gd name="connsiteX552" fmla="*/ 1590467 w 3386022"/>
              <a:gd name="connsiteY552" fmla="*/ 4921222 h 5292726"/>
              <a:gd name="connsiteX553" fmla="*/ 1589086 w 3386022"/>
              <a:gd name="connsiteY553" fmla="*/ 4920314 h 5292726"/>
              <a:gd name="connsiteX554" fmla="*/ 1587705 w 3386022"/>
              <a:gd name="connsiteY554" fmla="*/ 4919405 h 5292726"/>
              <a:gd name="connsiteX555" fmla="*/ 1590279 w 3386022"/>
              <a:gd name="connsiteY555" fmla="*/ 4918454 h 5292726"/>
              <a:gd name="connsiteX556" fmla="*/ 1592852 w 3386022"/>
              <a:gd name="connsiteY556" fmla="*/ 4917501 h 5292726"/>
              <a:gd name="connsiteX557" fmla="*/ 1595424 w 3386022"/>
              <a:gd name="connsiteY557" fmla="*/ 4916550 h 5292726"/>
              <a:gd name="connsiteX558" fmla="*/ 1597997 w 3386022"/>
              <a:gd name="connsiteY558" fmla="*/ 4915597 h 5292726"/>
              <a:gd name="connsiteX559" fmla="*/ 1540767 w 3386022"/>
              <a:gd name="connsiteY559" fmla="*/ 4914776 h 5292726"/>
              <a:gd name="connsiteX560" fmla="*/ 1540830 w 3386022"/>
              <a:gd name="connsiteY560" fmla="*/ 4914818 h 5292726"/>
              <a:gd name="connsiteX561" fmla="*/ 1543778 w 3386022"/>
              <a:gd name="connsiteY561" fmla="*/ 4916419 h 5292726"/>
              <a:gd name="connsiteX562" fmla="*/ 1547481 w 3386022"/>
              <a:gd name="connsiteY562" fmla="*/ 4920617 h 5292726"/>
              <a:gd name="connsiteX563" fmla="*/ 1534805 w 3386022"/>
              <a:gd name="connsiteY563" fmla="*/ 4923169 h 5292726"/>
              <a:gd name="connsiteX564" fmla="*/ 1528843 w 3386022"/>
              <a:gd name="connsiteY564" fmla="*/ 4923689 h 5292726"/>
              <a:gd name="connsiteX565" fmla="*/ 1523948 w 3386022"/>
              <a:gd name="connsiteY565" fmla="*/ 4921958 h 5292726"/>
              <a:gd name="connsiteX566" fmla="*/ 1514534 w 3386022"/>
              <a:gd name="connsiteY566" fmla="*/ 4917718 h 5292726"/>
              <a:gd name="connsiteX567" fmla="*/ 1532924 w 3386022"/>
              <a:gd name="connsiteY567" fmla="*/ 4915338 h 5292726"/>
              <a:gd name="connsiteX568" fmla="*/ 1540767 w 3386022"/>
              <a:gd name="connsiteY568" fmla="*/ 4914776 h 5292726"/>
              <a:gd name="connsiteX569" fmla="*/ 1836465 w 3386022"/>
              <a:gd name="connsiteY569" fmla="*/ 4905602 h 5292726"/>
              <a:gd name="connsiteX570" fmla="*/ 1838222 w 3386022"/>
              <a:gd name="connsiteY570" fmla="*/ 4906208 h 5292726"/>
              <a:gd name="connsiteX571" fmla="*/ 1839980 w 3386022"/>
              <a:gd name="connsiteY571" fmla="*/ 4906814 h 5292726"/>
              <a:gd name="connsiteX572" fmla="*/ 1841736 w 3386022"/>
              <a:gd name="connsiteY572" fmla="*/ 4907419 h 5292726"/>
              <a:gd name="connsiteX573" fmla="*/ 1843493 w 3386022"/>
              <a:gd name="connsiteY573" fmla="*/ 4908026 h 5292726"/>
              <a:gd name="connsiteX574" fmla="*/ 1842050 w 3386022"/>
              <a:gd name="connsiteY574" fmla="*/ 4908977 h 5292726"/>
              <a:gd name="connsiteX575" fmla="*/ 1840607 w 3386022"/>
              <a:gd name="connsiteY575" fmla="*/ 4909929 h 5292726"/>
              <a:gd name="connsiteX576" fmla="*/ 1839164 w 3386022"/>
              <a:gd name="connsiteY576" fmla="*/ 4910881 h 5292726"/>
              <a:gd name="connsiteX577" fmla="*/ 1839226 w 3386022"/>
              <a:gd name="connsiteY577" fmla="*/ 4910881 h 5292726"/>
              <a:gd name="connsiteX578" fmla="*/ 1837783 w 3386022"/>
              <a:gd name="connsiteY578" fmla="*/ 4911832 h 5292726"/>
              <a:gd name="connsiteX579" fmla="*/ 1835022 w 3386022"/>
              <a:gd name="connsiteY579" fmla="*/ 4909107 h 5292726"/>
              <a:gd name="connsiteX580" fmla="*/ 1834080 w 3386022"/>
              <a:gd name="connsiteY580" fmla="*/ 4907852 h 5292726"/>
              <a:gd name="connsiteX581" fmla="*/ 1834645 w 3386022"/>
              <a:gd name="connsiteY581" fmla="*/ 4907030 h 5292726"/>
              <a:gd name="connsiteX582" fmla="*/ 1836465 w 3386022"/>
              <a:gd name="connsiteY582" fmla="*/ 4905602 h 5292726"/>
              <a:gd name="connsiteX583" fmla="*/ 1284598 w 3386022"/>
              <a:gd name="connsiteY583" fmla="*/ 4903179 h 5292726"/>
              <a:gd name="connsiteX584" fmla="*/ 1302358 w 3386022"/>
              <a:gd name="connsiteY584" fmla="*/ 4903265 h 5292726"/>
              <a:gd name="connsiteX585" fmla="*/ 1314846 w 3386022"/>
              <a:gd name="connsiteY585" fmla="*/ 4907809 h 5292726"/>
              <a:gd name="connsiteX586" fmla="*/ 1317859 w 3386022"/>
              <a:gd name="connsiteY586" fmla="*/ 4913997 h 5292726"/>
              <a:gd name="connsiteX587" fmla="*/ 1307377 w 3386022"/>
              <a:gd name="connsiteY587" fmla="*/ 4920703 h 5292726"/>
              <a:gd name="connsiteX588" fmla="*/ 1291812 w 3386022"/>
              <a:gd name="connsiteY588" fmla="*/ 4919491 h 5292726"/>
              <a:gd name="connsiteX589" fmla="*/ 1276253 w 3386022"/>
              <a:gd name="connsiteY589" fmla="*/ 4914602 h 5292726"/>
              <a:gd name="connsiteX590" fmla="*/ 1265834 w 3386022"/>
              <a:gd name="connsiteY590" fmla="*/ 4910361 h 5292726"/>
              <a:gd name="connsiteX591" fmla="*/ 1284598 w 3386022"/>
              <a:gd name="connsiteY591" fmla="*/ 4903179 h 5292726"/>
              <a:gd name="connsiteX592" fmla="*/ 775400 w 3386022"/>
              <a:gd name="connsiteY592" fmla="*/ 4899890 h 5292726"/>
              <a:gd name="connsiteX593" fmla="*/ 784312 w 3386022"/>
              <a:gd name="connsiteY593" fmla="*/ 4924035 h 5292726"/>
              <a:gd name="connsiteX594" fmla="*/ 779229 w 3386022"/>
              <a:gd name="connsiteY594" fmla="*/ 4951380 h 5292726"/>
              <a:gd name="connsiteX595" fmla="*/ 767117 w 3386022"/>
              <a:gd name="connsiteY595" fmla="*/ 4974355 h 5292726"/>
              <a:gd name="connsiteX596" fmla="*/ 754943 w 3386022"/>
              <a:gd name="connsiteY596" fmla="*/ 4985389 h 5292726"/>
              <a:gd name="connsiteX597" fmla="*/ 750613 w 3386022"/>
              <a:gd name="connsiteY597" fmla="*/ 4979678 h 5292726"/>
              <a:gd name="connsiteX598" fmla="*/ 752056 w 3386022"/>
              <a:gd name="connsiteY598" fmla="*/ 4970721 h 5292726"/>
              <a:gd name="connsiteX599" fmla="*/ 760088 w 3386022"/>
              <a:gd name="connsiteY599" fmla="*/ 4947703 h 5292726"/>
              <a:gd name="connsiteX600" fmla="*/ 759964 w 3386022"/>
              <a:gd name="connsiteY600" fmla="*/ 4947745 h 5292726"/>
              <a:gd name="connsiteX601" fmla="*/ 775400 w 3386022"/>
              <a:gd name="connsiteY601" fmla="*/ 4899890 h 5292726"/>
              <a:gd name="connsiteX602" fmla="*/ 1997935 w 3386022"/>
              <a:gd name="connsiteY602" fmla="*/ 4899198 h 5292726"/>
              <a:gd name="connsiteX603" fmla="*/ 1997871 w 3386022"/>
              <a:gd name="connsiteY603" fmla="*/ 4899631 h 5292726"/>
              <a:gd name="connsiteX604" fmla="*/ 1997809 w 3386022"/>
              <a:gd name="connsiteY604" fmla="*/ 4900020 h 5292726"/>
              <a:gd name="connsiteX605" fmla="*/ 1997683 w 3386022"/>
              <a:gd name="connsiteY605" fmla="*/ 4900410 h 5292726"/>
              <a:gd name="connsiteX606" fmla="*/ 1997621 w 3386022"/>
              <a:gd name="connsiteY606" fmla="*/ 4900843 h 5292726"/>
              <a:gd name="connsiteX607" fmla="*/ 1996867 w 3386022"/>
              <a:gd name="connsiteY607" fmla="*/ 4900583 h 5292726"/>
              <a:gd name="connsiteX608" fmla="*/ 1996178 w 3386022"/>
              <a:gd name="connsiteY608" fmla="*/ 4900323 h 5292726"/>
              <a:gd name="connsiteX609" fmla="*/ 1995424 w 3386022"/>
              <a:gd name="connsiteY609" fmla="*/ 4900107 h 5292726"/>
              <a:gd name="connsiteX610" fmla="*/ 1994671 w 3386022"/>
              <a:gd name="connsiteY610" fmla="*/ 4899848 h 5292726"/>
              <a:gd name="connsiteX611" fmla="*/ 1995487 w 3386022"/>
              <a:gd name="connsiteY611" fmla="*/ 4899718 h 5292726"/>
              <a:gd name="connsiteX612" fmla="*/ 1996302 w 3386022"/>
              <a:gd name="connsiteY612" fmla="*/ 4899544 h 5292726"/>
              <a:gd name="connsiteX613" fmla="*/ 1997118 w 3386022"/>
              <a:gd name="connsiteY613" fmla="*/ 4899371 h 5292726"/>
              <a:gd name="connsiteX614" fmla="*/ 911237 w 3386022"/>
              <a:gd name="connsiteY614" fmla="*/ 4896323 h 5292726"/>
              <a:gd name="connsiteX615" fmla="*/ 917350 w 3386022"/>
              <a:gd name="connsiteY615" fmla="*/ 4903222 h 5292726"/>
              <a:gd name="connsiteX616" fmla="*/ 918920 w 3386022"/>
              <a:gd name="connsiteY616" fmla="*/ 4914991 h 5292726"/>
              <a:gd name="connsiteX617" fmla="*/ 918418 w 3386022"/>
              <a:gd name="connsiteY617" fmla="*/ 4925635 h 5292726"/>
              <a:gd name="connsiteX618" fmla="*/ 916785 w 3386022"/>
              <a:gd name="connsiteY618" fmla="*/ 4925765 h 5292726"/>
              <a:gd name="connsiteX619" fmla="*/ 915154 w 3386022"/>
              <a:gd name="connsiteY619" fmla="*/ 4925895 h 5292726"/>
              <a:gd name="connsiteX620" fmla="*/ 913522 w 3386022"/>
              <a:gd name="connsiteY620" fmla="*/ 4926025 h 5292726"/>
              <a:gd name="connsiteX621" fmla="*/ 911891 w 3386022"/>
              <a:gd name="connsiteY621" fmla="*/ 4926154 h 5292726"/>
              <a:gd name="connsiteX622" fmla="*/ 908376 w 3386022"/>
              <a:gd name="connsiteY622" fmla="*/ 4919621 h 5292726"/>
              <a:gd name="connsiteX623" fmla="*/ 904862 w 3386022"/>
              <a:gd name="connsiteY623" fmla="*/ 4913044 h 5292726"/>
              <a:gd name="connsiteX624" fmla="*/ 901348 w 3386022"/>
              <a:gd name="connsiteY624" fmla="*/ 4906467 h 5292726"/>
              <a:gd name="connsiteX625" fmla="*/ 897834 w 3386022"/>
              <a:gd name="connsiteY625" fmla="*/ 4899890 h 5292726"/>
              <a:gd name="connsiteX626" fmla="*/ 911138 w 3386022"/>
              <a:gd name="connsiteY626" fmla="*/ 4896212 h 5292726"/>
              <a:gd name="connsiteX627" fmla="*/ 911327 w 3386022"/>
              <a:gd name="connsiteY627" fmla="*/ 4896299 h 5292726"/>
              <a:gd name="connsiteX628" fmla="*/ 911237 w 3386022"/>
              <a:gd name="connsiteY628" fmla="*/ 4896323 h 5292726"/>
              <a:gd name="connsiteX629" fmla="*/ 1065205 w 3386022"/>
              <a:gd name="connsiteY629" fmla="*/ 4887169 h 5292726"/>
              <a:gd name="connsiteX630" fmla="*/ 1097398 w 3386022"/>
              <a:gd name="connsiteY630" fmla="*/ 4901275 h 5292726"/>
              <a:gd name="connsiteX631" fmla="*/ 1087670 w 3386022"/>
              <a:gd name="connsiteY631" fmla="*/ 4901794 h 5292726"/>
              <a:gd name="connsiteX632" fmla="*/ 1077756 w 3386022"/>
              <a:gd name="connsiteY632" fmla="*/ 4902357 h 5292726"/>
              <a:gd name="connsiteX633" fmla="*/ 1067713 w 3386022"/>
              <a:gd name="connsiteY633" fmla="*/ 4902919 h 5292726"/>
              <a:gd name="connsiteX634" fmla="*/ 1057610 w 3386022"/>
              <a:gd name="connsiteY634" fmla="*/ 4903482 h 5292726"/>
              <a:gd name="connsiteX635" fmla="*/ 1052653 w 3386022"/>
              <a:gd name="connsiteY635" fmla="*/ 4897035 h 5292726"/>
              <a:gd name="connsiteX636" fmla="*/ 1052778 w 3386022"/>
              <a:gd name="connsiteY636" fmla="*/ 4888684 h 5292726"/>
              <a:gd name="connsiteX637" fmla="*/ 1052715 w 3386022"/>
              <a:gd name="connsiteY637" fmla="*/ 4888640 h 5292726"/>
              <a:gd name="connsiteX638" fmla="*/ 1065205 w 3386022"/>
              <a:gd name="connsiteY638" fmla="*/ 4887169 h 5292726"/>
              <a:gd name="connsiteX639" fmla="*/ 1550307 w 3386022"/>
              <a:gd name="connsiteY639" fmla="*/ 4880376 h 5292726"/>
              <a:gd name="connsiteX640" fmla="*/ 1577479 w 3386022"/>
              <a:gd name="connsiteY640" fmla="*/ 4881804 h 5292726"/>
              <a:gd name="connsiteX641" fmla="*/ 1569132 w 3386022"/>
              <a:gd name="connsiteY641" fmla="*/ 4888640 h 5292726"/>
              <a:gd name="connsiteX642" fmla="*/ 1558339 w 3386022"/>
              <a:gd name="connsiteY642" fmla="*/ 4893313 h 5292726"/>
              <a:gd name="connsiteX643" fmla="*/ 1545978 w 3386022"/>
              <a:gd name="connsiteY643" fmla="*/ 4896515 h 5292726"/>
              <a:gd name="connsiteX644" fmla="*/ 1532863 w 3386022"/>
              <a:gd name="connsiteY644" fmla="*/ 4898938 h 5292726"/>
              <a:gd name="connsiteX645" fmla="*/ 1526021 w 3386022"/>
              <a:gd name="connsiteY645" fmla="*/ 4892967 h 5292726"/>
              <a:gd name="connsiteX646" fmla="*/ 1532486 w 3386022"/>
              <a:gd name="connsiteY646" fmla="*/ 4885438 h 5292726"/>
              <a:gd name="connsiteX647" fmla="*/ 1550307 w 3386022"/>
              <a:gd name="connsiteY647" fmla="*/ 4880376 h 5292726"/>
              <a:gd name="connsiteX648" fmla="*/ 996047 w 3386022"/>
              <a:gd name="connsiteY648" fmla="*/ 4877305 h 5292726"/>
              <a:gd name="connsiteX649" fmla="*/ 1000377 w 3386022"/>
              <a:gd name="connsiteY649" fmla="*/ 4877823 h 5292726"/>
              <a:gd name="connsiteX650" fmla="*/ 1000314 w 3386022"/>
              <a:gd name="connsiteY650" fmla="*/ 4877823 h 5292726"/>
              <a:gd name="connsiteX651" fmla="*/ 1005586 w 3386022"/>
              <a:gd name="connsiteY651" fmla="*/ 4882453 h 5292726"/>
              <a:gd name="connsiteX652" fmla="*/ 1004519 w 3386022"/>
              <a:gd name="connsiteY652" fmla="*/ 4886305 h 5292726"/>
              <a:gd name="connsiteX653" fmla="*/ 1000251 w 3386022"/>
              <a:gd name="connsiteY653" fmla="*/ 4889419 h 5292726"/>
              <a:gd name="connsiteX654" fmla="*/ 996047 w 3386022"/>
              <a:gd name="connsiteY654" fmla="*/ 4891886 h 5292726"/>
              <a:gd name="connsiteX655" fmla="*/ 989771 w 3386022"/>
              <a:gd name="connsiteY655" fmla="*/ 4883621 h 5292726"/>
              <a:gd name="connsiteX656" fmla="*/ 991152 w 3386022"/>
              <a:gd name="connsiteY656" fmla="*/ 4878992 h 5292726"/>
              <a:gd name="connsiteX657" fmla="*/ 996047 w 3386022"/>
              <a:gd name="connsiteY657" fmla="*/ 4877305 h 5292726"/>
              <a:gd name="connsiteX658" fmla="*/ 1801133 w 3386022"/>
              <a:gd name="connsiteY658" fmla="*/ 4873670 h 5292726"/>
              <a:gd name="connsiteX659" fmla="*/ 1800820 w 3386022"/>
              <a:gd name="connsiteY659" fmla="*/ 4874016 h 5292726"/>
              <a:gd name="connsiteX660" fmla="*/ 1800505 w 3386022"/>
              <a:gd name="connsiteY660" fmla="*/ 4874362 h 5292726"/>
              <a:gd name="connsiteX661" fmla="*/ 1800192 w 3386022"/>
              <a:gd name="connsiteY661" fmla="*/ 4874708 h 5292726"/>
              <a:gd name="connsiteX662" fmla="*/ 1799887 w 3386022"/>
              <a:gd name="connsiteY662" fmla="*/ 4875045 h 5292726"/>
              <a:gd name="connsiteX663" fmla="*/ 1799816 w 3386022"/>
              <a:gd name="connsiteY663" fmla="*/ 4875011 h 5292726"/>
              <a:gd name="connsiteX664" fmla="*/ 1799773 w 3386022"/>
              <a:gd name="connsiteY664" fmla="*/ 4874996 h 5292726"/>
              <a:gd name="connsiteX665" fmla="*/ 1799564 w 3386022"/>
              <a:gd name="connsiteY665" fmla="*/ 4874881 h 5292726"/>
              <a:gd name="connsiteX666" fmla="*/ 1799501 w 3386022"/>
              <a:gd name="connsiteY666" fmla="*/ 4874881 h 5292726"/>
              <a:gd name="connsiteX667" fmla="*/ 1799690 w 3386022"/>
              <a:gd name="connsiteY667" fmla="*/ 4874967 h 5292726"/>
              <a:gd name="connsiteX668" fmla="*/ 1799773 w 3386022"/>
              <a:gd name="connsiteY668" fmla="*/ 4874996 h 5292726"/>
              <a:gd name="connsiteX669" fmla="*/ 1799878 w 3386022"/>
              <a:gd name="connsiteY669" fmla="*/ 4875054 h 5292726"/>
              <a:gd name="connsiteX670" fmla="*/ 1799887 w 3386022"/>
              <a:gd name="connsiteY670" fmla="*/ 4875045 h 5292726"/>
              <a:gd name="connsiteX671" fmla="*/ 1800004 w 3386022"/>
              <a:gd name="connsiteY671" fmla="*/ 4875098 h 5292726"/>
              <a:gd name="connsiteX672" fmla="*/ 1798874 w 3386022"/>
              <a:gd name="connsiteY672" fmla="*/ 4874752 h 5292726"/>
              <a:gd name="connsiteX673" fmla="*/ 1798874 w 3386022"/>
              <a:gd name="connsiteY673" fmla="*/ 4874535 h 5292726"/>
              <a:gd name="connsiteX674" fmla="*/ 1799439 w 3386022"/>
              <a:gd name="connsiteY674" fmla="*/ 4874319 h 5292726"/>
              <a:gd name="connsiteX675" fmla="*/ 1800004 w 3386022"/>
              <a:gd name="connsiteY675" fmla="*/ 4874102 h 5292726"/>
              <a:gd name="connsiteX676" fmla="*/ 1800568 w 3386022"/>
              <a:gd name="connsiteY676" fmla="*/ 4873886 h 5292726"/>
              <a:gd name="connsiteX677" fmla="*/ 1773709 w 3386022"/>
              <a:gd name="connsiteY677" fmla="*/ 4866531 h 5292726"/>
              <a:gd name="connsiteX678" fmla="*/ 1780550 w 3386022"/>
              <a:gd name="connsiteY678" fmla="*/ 4868781 h 5292726"/>
              <a:gd name="connsiteX679" fmla="*/ 1787139 w 3386022"/>
              <a:gd name="connsiteY679" fmla="*/ 4870944 h 5292726"/>
              <a:gd name="connsiteX680" fmla="*/ 1793540 w 3386022"/>
              <a:gd name="connsiteY680" fmla="*/ 4873021 h 5292726"/>
              <a:gd name="connsiteX681" fmla="*/ 1798748 w 3386022"/>
              <a:gd name="connsiteY681" fmla="*/ 4874708 h 5292726"/>
              <a:gd name="connsiteX682" fmla="*/ 1799690 w 3386022"/>
              <a:gd name="connsiteY682" fmla="*/ 4879078 h 5292726"/>
              <a:gd name="connsiteX683" fmla="*/ 1800631 w 3386022"/>
              <a:gd name="connsiteY683" fmla="*/ 4883578 h 5292726"/>
              <a:gd name="connsiteX684" fmla="*/ 1800694 w 3386022"/>
              <a:gd name="connsiteY684" fmla="*/ 4883578 h 5292726"/>
              <a:gd name="connsiteX685" fmla="*/ 1801635 w 3386022"/>
              <a:gd name="connsiteY685" fmla="*/ 4887905 h 5292726"/>
              <a:gd name="connsiteX686" fmla="*/ 1802513 w 3386022"/>
              <a:gd name="connsiteY686" fmla="*/ 4891973 h 5292726"/>
              <a:gd name="connsiteX687" fmla="*/ 1786512 w 3386022"/>
              <a:gd name="connsiteY687" fmla="*/ 4893790 h 5292726"/>
              <a:gd name="connsiteX688" fmla="*/ 1773835 w 3386022"/>
              <a:gd name="connsiteY688" fmla="*/ 4888078 h 5292726"/>
              <a:gd name="connsiteX689" fmla="*/ 1768312 w 3386022"/>
              <a:gd name="connsiteY689" fmla="*/ 4877953 h 5292726"/>
              <a:gd name="connsiteX690" fmla="*/ 1773709 w 3386022"/>
              <a:gd name="connsiteY690" fmla="*/ 4866531 h 5292726"/>
              <a:gd name="connsiteX691" fmla="*/ 2056045 w 3386022"/>
              <a:gd name="connsiteY691" fmla="*/ 4865838 h 5292726"/>
              <a:gd name="connsiteX692" fmla="*/ 2083094 w 3386022"/>
              <a:gd name="connsiteY692" fmla="*/ 4867742 h 5292726"/>
              <a:gd name="connsiteX693" fmla="*/ 2083094 w 3386022"/>
              <a:gd name="connsiteY693" fmla="*/ 4867698 h 5292726"/>
              <a:gd name="connsiteX694" fmla="*/ 2086482 w 3386022"/>
              <a:gd name="connsiteY694" fmla="*/ 4874232 h 5292726"/>
              <a:gd name="connsiteX695" fmla="*/ 2086357 w 3386022"/>
              <a:gd name="connsiteY695" fmla="*/ 4879944 h 5292726"/>
              <a:gd name="connsiteX696" fmla="*/ 2082968 w 3386022"/>
              <a:gd name="connsiteY696" fmla="*/ 4885006 h 5292726"/>
              <a:gd name="connsiteX697" fmla="*/ 2076441 w 3386022"/>
              <a:gd name="connsiteY697" fmla="*/ 4889593 h 5292726"/>
              <a:gd name="connsiteX698" fmla="*/ 2058179 w 3386022"/>
              <a:gd name="connsiteY698" fmla="*/ 4883232 h 5292726"/>
              <a:gd name="connsiteX699" fmla="*/ 2049206 w 3386022"/>
              <a:gd name="connsiteY699" fmla="*/ 4880549 h 5292726"/>
              <a:gd name="connsiteX700" fmla="*/ 2041236 w 3386022"/>
              <a:gd name="connsiteY700" fmla="*/ 4879468 h 5292726"/>
              <a:gd name="connsiteX701" fmla="*/ 2026049 w 3386022"/>
              <a:gd name="connsiteY701" fmla="*/ 4877997 h 5292726"/>
              <a:gd name="connsiteX702" fmla="*/ 2032889 w 3386022"/>
              <a:gd name="connsiteY702" fmla="*/ 4869992 h 5292726"/>
              <a:gd name="connsiteX703" fmla="*/ 2041110 w 3386022"/>
              <a:gd name="connsiteY703" fmla="*/ 4866271 h 5292726"/>
              <a:gd name="connsiteX704" fmla="*/ 2056045 w 3386022"/>
              <a:gd name="connsiteY704" fmla="*/ 4865838 h 5292726"/>
              <a:gd name="connsiteX705" fmla="*/ 1146532 w 3386022"/>
              <a:gd name="connsiteY705" fmla="*/ 4865102 h 5292726"/>
              <a:gd name="connsiteX706" fmla="*/ 1147473 w 3386022"/>
              <a:gd name="connsiteY706" fmla="*/ 4865275 h 5292726"/>
              <a:gd name="connsiteX707" fmla="*/ 1148415 w 3386022"/>
              <a:gd name="connsiteY707" fmla="*/ 4865449 h 5292726"/>
              <a:gd name="connsiteX708" fmla="*/ 1149356 w 3386022"/>
              <a:gd name="connsiteY708" fmla="*/ 4865622 h 5292726"/>
              <a:gd name="connsiteX709" fmla="*/ 1150297 w 3386022"/>
              <a:gd name="connsiteY709" fmla="*/ 4865795 h 5292726"/>
              <a:gd name="connsiteX710" fmla="*/ 1149983 w 3386022"/>
              <a:gd name="connsiteY710" fmla="*/ 4866185 h 5292726"/>
              <a:gd name="connsiteX711" fmla="*/ 1149671 w 3386022"/>
              <a:gd name="connsiteY711" fmla="*/ 4866573 h 5292726"/>
              <a:gd name="connsiteX712" fmla="*/ 1149356 w 3386022"/>
              <a:gd name="connsiteY712" fmla="*/ 4866962 h 5292726"/>
              <a:gd name="connsiteX713" fmla="*/ 1149043 w 3386022"/>
              <a:gd name="connsiteY713" fmla="*/ 4867352 h 5292726"/>
              <a:gd name="connsiteX714" fmla="*/ 1148415 w 3386022"/>
              <a:gd name="connsiteY714" fmla="*/ 4866790 h 5292726"/>
              <a:gd name="connsiteX715" fmla="*/ 1147787 w 3386022"/>
              <a:gd name="connsiteY715" fmla="*/ 4866227 h 5292726"/>
              <a:gd name="connsiteX716" fmla="*/ 1147159 w 3386022"/>
              <a:gd name="connsiteY716" fmla="*/ 4865665 h 5292726"/>
              <a:gd name="connsiteX717" fmla="*/ 1146532 w 3386022"/>
              <a:gd name="connsiteY717" fmla="*/ 4865102 h 5292726"/>
              <a:gd name="connsiteX718" fmla="*/ 1233387 w 3386022"/>
              <a:gd name="connsiteY718" fmla="*/ 4860386 h 5292726"/>
              <a:gd name="connsiteX719" fmla="*/ 1235396 w 3386022"/>
              <a:gd name="connsiteY719" fmla="*/ 4861122 h 5292726"/>
              <a:gd name="connsiteX720" fmla="*/ 1237404 w 3386022"/>
              <a:gd name="connsiteY720" fmla="*/ 4861857 h 5292726"/>
              <a:gd name="connsiteX721" fmla="*/ 1237341 w 3386022"/>
              <a:gd name="connsiteY721" fmla="*/ 4862031 h 5292726"/>
              <a:gd name="connsiteX722" fmla="*/ 1239349 w 3386022"/>
              <a:gd name="connsiteY722" fmla="*/ 4862766 h 5292726"/>
              <a:gd name="connsiteX723" fmla="*/ 1241357 w 3386022"/>
              <a:gd name="connsiteY723" fmla="*/ 4863502 h 5292726"/>
              <a:gd name="connsiteX724" fmla="*/ 1241169 w 3386022"/>
              <a:gd name="connsiteY724" fmla="*/ 4864064 h 5292726"/>
              <a:gd name="connsiteX725" fmla="*/ 1240981 w 3386022"/>
              <a:gd name="connsiteY725" fmla="*/ 4864627 h 5292726"/>
              <a:gd name="connsiteX726" fmla="*/ 1240792 w 3386022"/>
              <a:gd name="connsiteY726" fmla="*/ 4865189 h 5292726"/>
              <a:gd name="connsiteX727" fmla="*/ 1240605 w 3386022"/>
              <a:gd name="connsiteY727" fmla="*/ 4865752 h 5292726"/>
              <a:gd name="connsiteX728" fmla="*/ 1234329 w 3386022"/>
              <a:gd name="connsiteY728" fmla="*/ 4864367 h 5292726"/>
              <a:gd name="connsiteX729" fmla="*/ 1231944 w 3386022"/>
              <a:gd name="connsiteY729" fmla="*/ 4863588 h 5292726"/>
              <a:gd name="connsiteX730" fmla="*/ 1232071 w 3386022"/>
              <a:gd name="connsiteY730" fmla="*/ 4862549 h 5292726"/>
              <a:gd name="connsiteX731" fmla="*/ 1233387 w 3386022"/>
              <a:gd name="connsiteY731" fmla="*/ 4860386 h 5292726"/>
              <a:gd name="connsiteX732" fmla="*/ 1473556 w 3386022"/>
              <a:gd name="connsiteY732" fmla="*/ 4858915 h 5292726"/>
              <a:gd name="connsiteX733" fmla="*/ 1491315 w 3386022"/>
              <a:gd name="connsiteY733" fmla="*/ 4862160 h 5292726"/>
              <a:gd name="connsiteX734" fmla="*/ 1498911 w 3386022"/>
              <a:gd name="connsiteY734" fmla="*/ 4874016 h 5292726"/>
              <a:gd name="connsiteX735" fmla="*/ 1499099 w 3386022"/>
              <a:gd name="connsiteY735" fmla="*/ 4898765 h 5292726"/>
              <a:gd name="connsiteX736" fmla="*/ 1494706 w 3386022"/>
              <a:gd name="connsiteY736" fmla="*/ 4940779 h 5292726"/>
              <a:gd name="connsiteX737" fmla="*/ 1483284 w 3386022"/>
              <a:gd name="connsiteY737" fmla="*/ 4940779 h 5292726"/>
              <a:gd name="connsiteX738" fmla="*/ 1483221 w 3386022"/>
              <a:gd name="connsiteY738" fmla="*/ 4940736 h 5292726"/>
              <a:gd name="connsiteX739" fmla="*/ 1479016 w 3386022"/>
              <a:gd name="connsiteY739" fmla="*/ 4940736 h 5292726"/>
              <a:gd name="connsiteX740" fmla="*/ 1469980 w 3386022"/>
              <a:gd name="connsiteY740" fmla="*/ 4895650 h 5292726"/>
              <a:gd name="connsiteX741" fmla="*/ 1466466 w 3386022"/>
              <a:gd name="connsiteY741" fmla="*/ 4874795 h 5292726"/>
              <a:gd name="connsiteX742" fmla="*/ 1467845 w 3386022"/>
              <a:gd name="connsiteY742" fmla="*/ 4866444 h 5292726"/>
              <a:gd name="connsiteX743" fmla="*/ 1473556 w 3386022"/>
              <a:gd name="connsiteY743" fmla="*/ 4858915 h 5292726"/>
              <a:gd name="connsiteX744" fmla="*/ 1800067 w 3386022"/>
              <a:gd name="connsiteY744" fmla="*/ 4853636 h 5292726"/>
              <a:gd name="connsiteX745" fmla="*/ 1802515 w 3386022"/>
              <a:gd name="connsiteY745" fmla="*/ 4854631 h 5292726"/>
              <a:gd name="connsiteX746" fmla="*/ 1805841 w 3386022"/>
              <a:gd name="connsiteY746" fmla="*/ 4857098 h 5292726"/>
              <a:gd name="connsiteX747" fmla="*/ 1800192 w 3386022"/>
              <a:gd name="connsiteY747" fmla="*/ 4858179 h 5292726"/>
              <a:gd name="connsiteX748" fmla="*/ 1796929 w 3386022"/>
              <a:gd name="connsiteY748" fmla="*/ 4858439 h 5292726"/>
              <a:gd name="connsiteX749" fmla="*/ 1791783 w 3386022"/>
              <a:gd name="connsiteY749" fmla="*/ 4857314 h 5292726"/>
              <a:gd name="connsiteX750" fmla="*/ 1780487 w 3386022"/>
              <a:gd name="connsiteY750" fmla="*/ 4854241 h 5292726"/>
              <a:gd name="connsiteX751" fmla="*/ 1794168 w 3386022"/>
              <a:gd name="connsiteY751" fmla="*/ 4853679 h 5292726"/>
              <a:gd name="connsiteX752" fmla="*/ 1800067 w 3386022"/>
              <a:gd name="connsiteY752" fmla="*/ 4853679 h 5292726"/>
              <a:gd name="connsiteX753" fmla="*/ 1061248 w 3386022"/>
              <a:gd name="connsiteY753" fmla="*/ 4850910 h 5292726"/>
              <a:gd name="connsiteX754" fmla="*/ 1062504 w 3386022"/>
              <a:gd name="connsiteY754" fmla="*/ 4851516 h 5292726"/>
              <a:gd name="connsiteX755" fmla="*/ 1062440 w 3386022"/>
              <a:gd name="connsiteY755" fmla="*/ 4851516 h 5292726"/>
              <a:gd name="connsiteX756" fmla="*/ 1063696 w 3386022"/>
              <a:gd name="connsiteY756" fmla="*/ 4852122 h 5292726"/>
              <a:gd name="connsiteX757" fmla="*/ 1064951 w 3386022"/>
              <a:gd name="connsiteY757" fmla="*/ 4852728 h 5292726"/>
              <a:gd name="connsiteX758" fmla="*/ 1066206 w 3386022"/>
              <a:gd name="connsiteY758" fmla="*/ 4853334 h 5292726"/>
              <a:gd name="connsiteX759" fmla="*/ 1065139 w 3386022"/>
              <a:gd name="connsiteY759" fmla="*/ 4853680 h 5292726"/>
              <a:gd name="connsiteX760" fmla="*/ 1064074 w 3386022"/>
              <a:gd name="connsiteY760" fmla="*/ 4854026 h 5292726"/>
              <a:gd name="connsiteX761" fmla="*/ 1063005 w 3386022"/>
              <a:gd name="connsiteY761" fmla="*/ 4854372 h 5292726"/>
              <a:gd name="connsiteX762" fmla="*/ 1061939 w 3386022"/>
              <a:gd name="connsiteY762" fmla="*/ 4854718 h 5292726"/>
              <a:gd name="connsiteX763" fmla="*/ 1059867 w 3386022"/>
              <a:gd name="connsiteY763" fmla="*/ 4853810 h 5292726"/>
              <a:gd name="connsiteX764" fmla="*/ 1059052 w 3386022"/>
              <a:gd name="connsiteY764" fmla="*/ 4853290 h 5292726"/>
              <a:gd name="connsiteX765" fmla="*/ 1059492 w 3386022"/>
              <a:gd name="connsiteY765" fmla="*/ 4852555 h 5292726"/>
              <a:gd name="connsiteX766" fmla="*/ 1061248 w 3386022"/>
              <a:gd name="connsiteY766" fmla="*/ 4850910 h 5292726"/>
              <a:gd name="connsiteX767" fmla="*/ 1861190 w 3386022"/>
              <a:gd name="connsiteY767" fmla="*/ 4850131 h 5292726"/>
              <a:gd name="connsiteX768" fmla="*/ 1862069 w 3386022"/>
              <a:gd name="connsiteY768" fmla="*/ 4850305 h 5292726"/>
              <a:gd name="connsiteX769" fmla="*/ 1862947 w 3386022"/>
              <a:gd name="connsiteY769" fmla="*/ 4850478 h 5292726"/>
              <a:gd name="connsiteX770" fmla="*/ 1862885 w 3386022"/>
              <a:gd name="connsiteY770" fmla="*/ 4850521 h 5292726"/>
              <a:gd name="connsiteX771" fmla="*/ 1863763 w 3386022"/>
              <a:gd name="connsiteY771" fmla="*/ 4850694 h 5292726"/>
              <a:gd name="connsiteX772" fmla="*/ 1864641 w 3386022"/>
              <a:gd name="connsiteY772" fmla="*/ 4850867 h 5292726"/>
              <a:gd name="connsiteX773" fmla="*/ 1863262 w 3386022"/>
              <a:gd name="connsiteY773" fmla="*/ 4852252 h 5292726"/>
              <a:gd name="connsiteX774" fmla="*/ 1862446 w 3386022"/>
              <a:gd name="connsiteY774" fmla="*/ 4852728 h 5292726"/>
              <a:gd name="connsiteX775" fmla="*/ 1861378 w 3386022"/>
              <a:gd name="connsiteY775" fmla="*/ 4852555 h 5292726"/>
              <a:gd name="connsiteX776" fmla="*/ 1859182 w 3386022"/>
              <a:gd name="connsiteY776" fmla="*/ 4852035 h 5292726"/>
              <a:gd name="connsiteX777" fmla="*/ 1859685 w 3386022"/>
              <a:gd name="connsiteY777" fmla="*/ 4851560 h 5292726"/>
              <a:gd name="connsiteX778" fmla="*/ 1860186 w 3386022"/>
              <a:gd name="connsiteY778" fmla="*/ 4851084 h 5292726"/>
              <a:gd name="connsiteX779" fmla="*/ 1860689 w 3386022"/>
              <a:gd name="connsiteY779" fmla="*/ 4850607 h 5292726"/>
              <a:gd name="connsiteX780" fmla="*/ 1861190 w 3386022"/>
              <a:gd name="connsiteY780" fmla="*/ 4850131 h 5292726"/>
              <a:gd name="connsiteX781" fmla="*/ 1939133 w 3386022"/>
              <a:gd name="connsiteY781" fmla="*/ 4846411 h 5292726"/>
              <a:gd name="connsiteX782" fmla="*/ 1942711 w 3386022"/>
              <a:gd name="connsiteY782" fmla="*/ 4847103 h 5292726"/>
              <a:gd name="connsiteX783" fmla="*/ 1950554 w 3386022"/>
              <a:gd name="connsiteY783" fmla="*/ 4849526 h 5292726"/>
              <a:gd name="connsiteX784" fmla="*/ 1948484 w 3386022"/>
              <a:gd name="connsiteY784" fmla="*/ 4850825 h 5292726"/>
              <a:gd name="connsiteX785" fmla="*/ 1946727 w 3386022"/>
              <a:gd name="connsiteY785" fmla="*/ 4851300 h 5292726"/>
              <a:gd name="connsiteX786" fmla="*/ 1942334 w 3386022"/>
              <a:gd name="connsiteY786" fmla="*/ 4851084 h 5292726"/>
              <a:gd name="connsiteX787" fmla="*/ 1932230 w 3386022"/>
              <a:gd name="connsiteY787" fmla="*/ 4850305 h 5292726"/>
              <a:gd name="connsiteX788" fmla="*/ 1936685 w 3386022"/>
              <a:gd name="connsiteY788" fmla="*/ 4847450 h 5292726"/>
              <a:gd name="connsiteX789" fmla="*/ 1939133 w 3386022"/>
              <a:gd name="connsiteY789" fmla="*/ 4846411 h 5292726"/>
              <a:gd name="connsiteX790" fmla="*/ 1620280 w 3386022"/>
              <a:gd name="connsiteY790" fmla="*/ 4841958 h 5292726"/>
              <a:gd name="connsiteX791" fmla="*/ 1621655 w 3386022"/>
              <a:gd name="connsiteY791" fmla="*/ 4843122 h 5292726"/>
              <a:gd name="connsiteX792" fmla="*/ 1623727 w 3386022"/>
              <a:gd name="connsiteY792" fmla="*/ 4845935 h 5292726"/>
              <a:gd name="connsiteX793" fmla="*/ 1621466 w 3386022"/>
              <a:gd name="connsiteY793" fmla="*/ 4846367 h 5292726"/>
              <a:gd name="connsiteX794" fmla="*/ 1619208 w 3386022"/>
              <a:gd name="connsiteY794" fmla="*/ 4846800 h 5292726"/>
              <a:gd name="connsiteX795" fmla="*/ 1616949 w 3386022"/>
              <a:gd name="connsiteY795" fmla="*/ 4847233 h 5292726"/>
              <a:gd name="connsiteX796" fmla="*/ 1614689 w 3386022"/>
              <a:gd name="connsiteY796" fmla="*/ 4847666 h 5292726"/>
              <a:gd name="connsiteX797" fmla="*/ 1613685 w 3386022"/>
              <a:gd name="connsiteY797" fmla="*/ 4846584 h 5292726"/>
              <a:gd name="connsiteX798" fmla="*/ 1612681 w 3386022"/>
              <a:gd name="connsiteY798" fmla="*/ 4845502 h 5292726"/>
              <a:gd name="connsiteX799" fmla="*/ 1611677 w 3386022"/>
              <a:gd name="connsiteY799" fmla="*/ 4844421 h 5292726"/>
              <a:gd name="connsiteX800" fmla="*/ 1610673 w 3386022"/>
              <a:gd name="connsiteY800" fmla="*/ 4843339 h 5292726"/>
              <a:gd name="connsiteX801" fmla="*/ 1617388 w 3386022"/>
              <a:gd name="connsiteY801" fmla="*/ 4842128 h 5292726"/>
              <a:gd name="connsiteX802" fmla="*/ 1620275 w 3386022"/>
              <a:gd name="connsiteY802" fmla="*/ 4841954 h 5292726"/>
              <a:gd name="connsiteX803" fmla="*/ 1620338 w 3386022"/>
              <a:gd name="connsiteY803" fmla="*/ 4841954 h 5292726"/>
              <a:gd name="connsiteX804" fmla="*/ 1620280 w 3386022"/>
              <a:gd name="connsiteY804" fmla="*/ 4841958 h 5292726"/>
              <a:gd name="connsiteX805" fmla="*/ 1698277 w 3386022"/>
              <a:gd name="connsiteY805" fmla="*/ 4835637 h 5292726"/>
              <a:gd name="connsiteX806" fmla="*/ 1702670 w 3386022"/>
              <a:gd name="connsiteY806" fmla="*/ 4849007 h 5292726"/>
              <a:gd name="connsiteX807" fmla="*/ 1707565 w 3386022"/>
              <a:gd name="connsiteY807" fmla="*/ 4862117 h 5292726"/>
              <a:gd name="connsiteX808" fmla="*/ 1708443 w 3386022"/>
              <a:gd name="connsiteY808" fmla="*/ 4875098 h 5292726"/>
              <a:gd name="connsiteX809" fmla="*/ 1700850 w 3386022"/>
              <a:gd name="connsiteY809" fmla="*/ 4888079 h 5292726"/>
              <a:gd name="connsiteX810" fmla="*/ 1685422 w 3386022"/>
              <a:gd name="connsiteY810" fmla="*/ 4885483 h 5292726"/>
              <a:gd name="connsiteX811" fmla="*/ 1681845 w 3386022"/>
              <a:gd name="connsiteY811" fmla="*/ 4879944 h 5292726"/>
              <a:gd name="connsiteX812" fmla="*/ 1680652 w 3386022"/>
              <a:gd name="connsiteY812" fmla="*/ 4870728 h 5292726"/>
              <a:gd name="connsiteX813" fmla="*/ 1672306 w 3386022"/>
              <a:gd name="connsiteY813" fmla="*/ 4857012 h 5292726"/>
              <a:gd name="connsiteX814" fmla="*/ 1683539 w 3386022"/>
              <a:gd name="connsiteY814" fmla="*/ 4849267 h 5292726"/>
              <a:gd name="connsiteX815" fmla="*/ 1688687 w 3386022"/>
              <a:gd name="connsiteY815" fmla="*/ 4845459 h 5292726"/>
              <a:gd name="connsiteX816" fmla="*/ 1692136 w 3386022"/>
              <a:gd name="connsiteY816" fmla="*/ 4842084 h 5292726"/>
              <a:gd name="connsiteX817" fmla="*/ 1698277 w 3386022"/>
              <a:gd name="connsiteY817" fmla="*/ 4835637 h 5292726"/>
              <a:gd name="connsiteX818" fmla="*/ 994290 w 3386022"/>
              <a:gd name="connsiteY818" fmla="*/ 4830661 h 5292726"/>
              <a:gd name="connsiteX819" fmla="*/ 1016756 w 3386022"/>
              <a:gd name="connsiteY819" fmla="*/ 4836243 h 5292726"/>
              <a:gd name="connsiteX820" fmla="*/ 1016756 w 3386022"/>
              <a:gd name="connsiteY820" fmla="*/ 4836199 h 5292726"/>
              <a:gd name="connsiteX821" fmla="*/ 1022781 w 3386022"/>
              <a:gd name="connsiteY821" fmla="*/ 4840266 h 5292726"/>
              <a:gd name="connsiteX822" fmla="*/ 1014058 w 3386022"/>
              <a:gd name="connsiteY822" fmla="*/ 4840613 h 5292726"/>
              <a:gd name="connsiteX823" fmla="*/ 992282 w 3386022"/>
              <a:gd name="connsiteY823" fmla="*/ 4834987 h 5292726"/>
              <a:gd name="connsiteX824" fmla="*/ 992783 w 3386022"/>
              <a:gd name="connsiteY824" fmla="*/ 4833906 h 5292726"/>
              <a:gd name="connsiteX825" fmla="*/ 993286 w 3386022"/>
              <a:gd name="connsiteY825" fmla="*/ 4832824 h 5292726"/>
              <a:gd name="connsiteX826" fmla="*/ 993788 w 3386022"/>
              <a:gd name="connsiteY826" fmla="*/ 4831743 h 5292726"/>
              <a:gd name="connsiteX827" fmla="*/ 994290 w 3386022"/>
              <a:gd name="connsiteY827" fmla="*/ 4830661 h 5292726"/>
              <a:gd name="connsiteX828" fmla="*/ 1153877 w 3386022"/>
              <a:gd name="connsiteY828" fmla="*/ 4827589 h 5292726"/>
              <a:gd name="connsiteX829" fmla="*/ 1160906 w 3386022"/>
              <a:gd name="connsiteY829" fmla="*/ 4830531 h 5292726"/>
              <a:gd name="connsiteX830" fmla="*/ 1167370 w 3386022"/>
              <a:gd name="connsiteY830" fmla="*/ 4833732 h 5292726"/>
              <a:gd name="connsiteX831" fmla="*/ 1167433 w 3386022"/>
              <a:gd name="connsiteY831" fmla="*/ 4833732 h 5292726"/>
              <a:gd name="connsiteX832" fmla="*/ 1169880 w 3386022"/>
              <a:gd name="connsiteY832" fmla="*/ 4836632 h 5292726"/>
              <a:gd name="connsiteX833" fmla="*/ 1164860 w 3386022"/>
              <a:gd name="connsiteY833" fmla="*/ 4838709 h 5292726"/>
              <a:gd name="connsiteX834" fmla="*/ 1157706 w 3386022"/>
              <a:gd name="connsiteY834" fmla="*/ 4839098 h 5292726"/>
              <a:gd name="connsiteX835" fmla="*/ 1152372 w 3386022"/>
              <a:gd name="connsiteY835" fmla="*/ 4837714 h 5292726"/>
              <a:gd name="connsiteX836" fmla="*/ 1150552 w 3386022"/>
              <a:gd name="connsiteY836" fmla="*/ 4834035 h 5292726"/>
              <a:gd name="connsiteX837" fmla="*/ 1153877 w 3386022"/>
              <a:gd name="connsiteY837" fmla="*/ 4827589 h 5292726"/>
              <a:gd name="connsiteX838" fmla="*/ 1668658 w 3386022"/>
              <a:gd name="connsiteY838" fmla="*/ 4825901 h 5292726"/>
              <a:gd name="connsiteX839" fmla="*/ 1669537 w 3386022"/>
              <a:gd name="connsiteY839" fmla="*/ 4826247 h 5292726"/>
              <a:gd name="connsiteX840" fmla="*/ 1670479 w 3386022"/>
              <a:gd name="connsiteY840" fmla="*/ 4826550 h 5292726"/>
              <a:gd name="connsiteX841" fmla="*/ 1671357 w 3386022"/>
              <a:gd name="connsiteY841" fmla="*/ 4826853 h 5292726"/>
              <a:gd name="connsiteX842" fmla="*/ 1672236 w 3386022"/>
              <a:gd name="connsiteY842" fmla="*/ 4827156 h 5292726"/>
              <a:gd name="connsiteX843" fmla="*/ 1671168 w 3386022"/>
              <a:gd name="connsiteY843" fmla="*/ 4827243 h 5292726"/>
              <a:gd name="connsiteX844" fmla="*/ 1670102 w 3386022"/>
              <a:gd name="connsiteY844" fmla="*/ 4827329 h 5292726"/>
              <a:gd name="connsiteX845" fmla="*/ 1669035 w 3386022"/>
              <a:gd name="connsiteY845" fmla="*/ 4827459 h 5292726"/>
              <a:gd name="connsiteX846" fmla="*/ 1667968 w 3386022"/>
              <a:gd name="connsiteY846" fmla="*/ 4827546 h 5292726"/>
              <a:gd name="connsiteX847" fmla="*/ 1668156 w 3386022"/>
              <a:gd name="connsiteY847" fmla="*/ 4827156 h 5292726"/>
              <a:gd name="connsiteX848" fmla="*/ 1668345 w 3386022"/>
              <a:gd name="connsiteY848" fmla="*/ 4826723 h 5292726"/>
              <a:gd name="connsiteX849" fmla="*/ 1668533 w 3386022"/>
              <a:gd name="connsiteY849" fmla="*/ 4826334 h 5292726"/>
              <a:gd name="connsiteX850" fmla="*/ 1321623 w 3386022"/>
              <a:gd name="connsiteY850" fmla="*/ 4825728 h 5292726"/>
              <a:gd name="connsiteX851" fmla="*/ 1330407 w 3386022"/>
              <a:gd name="connsiteY851" fmla="*/ 4828108 h 5292726"/>
              <a:gd name="connsiteX852" fmla="*/ 1322627 w 3386022"/>
              <a:gd name="connsiteY852" fmla="*/ 4833214 h 5292726"/>
              <a:gd name="connsiteX853" fmla="*/ 1318736 w 3386022"/>
              <a:gd name="connsiteY853" fmla="*/ 4835074 h 5292726"/>
              <a:gd name="connsiteX854" fmla="*/ 1315535 w 3386022"/>
              <a:gd name="connsiteY854" fmla="*/ 4834382 h 5292726"/>
              <a:gd name="connsiteX855" fmla="*/ 1309950 w 3386022"/>
              <a:gd name="connsiteY855" fmla="*/ 4831786 h 5292726"/>
              <a:gd name="connsiteX856" fmla="*/ 1311269 w 3386022"/>
              <a:gd name="connsiteY856" fmla="*/ 4828022 h 5292726"/>
              <a:gd name="connsiteX857" fmla="*/ 1315222 w 3386022"/>
              <a:gd name="connsiteY857" fmla="*/ 4825857 h 5292726"/>
              <a:gd name="connsiteX858" fmla="*/ 1321623 w 3386022"/>
              <a:gd name="connsiteY858" fmla="*/ 4825728 h 5292726"/>
              <a:gd name="connsiteX859" fmla="*/ 1969694 w 3386022"/>
              <a:gd name="connsiteY859" fmla="*/ 4824257 h 5292726"/>
              <a:gd name="connsiteX860" fmla="*/ 1979045 w 3386022"/>
              <a:gd name="connsiteY860" fmla="*/ 4824949 h 5292726"/>
              <a:gd name="connsiteX861" fmla="*/ 1985509 w 3386022"/>
              <a:gd name="connsiteY861" fmla="*/ 4826939 h 5292726"/>
              <a:gd name="connsiteX862" fmla="*/ 1985571 w 3386022"/>
              <a:gd name="connsiteY862" fmla="*/ 4826939 h 5292726"/>
              <a:gd name="connsiteX863" fmla="*/ 1988960 w 3386022"/>
              <a:gd name="connsiteY863" fmla="*/ 4830185 h 5292726"/>
              <a:gd name="connsiteX864" fmla="*/ 1989086 w 3386022"/>
              <a:gd name="connsiteY864" fmla="*/ 4834684 h 5292726"/>
              <a:gd name="connsiteX865" fmla="*/ 1973083 w 3386022"/>
              <a:gd name="connsiteY865" fmla="*/ 4835549 h 5292726"/>
              <a:gd name="connsiteX866" fmla="*/ 1962603 w 3386022"/>
              <a:gd name="connsiteY866" fmla="*/ 4831656 h 5292726"/>
              <a:gd name="connsiteX867" fmla="*/ 1960532 w 3386022"/>
              <a:gd name="connsiteY867" fmla="*/ 4826680 h 5292726"/>
              <a:gd name="connsiteX868" fmla="*/ 1969694 w 3386022"/>
              <a:gd name="connsiteY868" fmla="*/ 4824257 h 5292726"/>
              <a:gd name="connsiteX869" fmla="*/ 2034396 w 3386022"/>
              <a:gd name="connsiteY869" fmla="*/ 4819107 h 5292726"/>
              <a:gd name="connsiteX870" fmla="*/ 2046947 w 3386022"/>
              <a:gd name="connsiteY870" fmla="*/ 4821488 h 5292726"/>
              <a:gd name="connsiteX871" fmla="*/ 2052720 w 3386022"/>
              <a:gd name="connsiteY871" fmla="*/ 4828411 h 5292726"/>
              <a:gd name="connsiteX872" fmla="*/ 2051590 w 3386022"/>
              <a:gd name="connsiteY872" fmla="*/ 4829882 h 5292726"/>
              <a:gd name="connsiteX873" fmla="*/ 2049143 w 3386022"/>
              <a:gd name="connsiteY873" fmla="*/ 4831439 h 5292726"/>
              <a:gd name="connsiteX874" fmla="*/ 2045754 w 3386022"/>
              <a:gd name="connsiteY874" fmla="*/ 4833257 h 5292726"/>
              <a:gd name="connsiteX875" fmla="*/ 2041738 w 3386022"/>
              <a:gd name="connsiteY875" fmla="*/ 4835549 h 5292726"/>
              <a:gd name="connsiteX876" fmla="*/ 2041676 w 3386022"/>
              <a:gd name="connsiteY876" fmla="*/ 4835593 h 5292726"/>
              <a:gd name="connsiteX877" fmla="*/ 2028246 w 3386022"/>
              <a:gd name="connsiteY877" fmla="*/ 4823175 h 5292726"/>
              <a:gd name="connsiteX878" fmla="*/ 2034396 w 3386022"/>
              <a:gd name="connsiteY878" fmla="*/ 4819107 h 5292726"/>
              <a:gd name="connsiteX879" fmla="*/ 1835648 w 3386022"/>
              <a:gd name="connsiteY879" fmla="*/ 4816426 h 5292726"/>
              <a:gd name="connsiteX880" fmla="*/ 1845376 w 3386022"/>
              <a:gd name="connsiteY880" fmla="*/ 4821055 h 5292726"/>
              <a:gd name="connsiteX881" fmla="*/ 1854098 w 3386022"/>
              <a:gd name="connsiteY881" fmla="*/ 4825209 h 5292726"/>
              <a:gd name="connsiteX882" fmla="*/ 1854162 w 3386022"/>
              <a:gd name="connsiteY882" fmla="*/ 4825209 h 5292726"/>
              <a:gd name="connsiteX883" fmla="*/ 1862258 w 3386022"/>
              <a:gd name="connsiteY883" fmla="*/ 4829060 h 5292726"/>
              <a:gd name="connsiteX884" fmla="*/ 1869976 w 3386022"/>
              <a:gd name="connsiteY884" fmla="*/ 4832738 h 5292726"/>
              <a:gd name="connsiteX885" fmla="*/ 1865270 w 3386022"/>
              <a:gd name="connsiteY885" fmla="*/ 4835247 h 5292726"/>
              <a:gd name="connsiteX886" fmla="*/ 1856421 w 3386022"/>
              <a:gd name="connsiteY886" fmla="*/ 4836069 h 5292726"/>
              <a:gd name="connsiteX887" fmla="*/ 1833075 w 3386022"/>
              <a:gd name="connsiteY887" fmla="*/ 4835680 h 5292726"/>
              <a:gd name="connsiteX888" fmla="*/ 1784943 w 3386022"/>
              <a:gd name="connsiteY888" fmla="*/ 4834555 h 5292726"/>
              <a:gd name="connsiteX889" fmla="*/ 1788770 w 3386022"/>
              <a:gd name="connsiteY889" fmla="*/ 4827589 h 5292726"/>
              <a:gd name="connsiteX890" fmla="*/ 1804020 w 3386022"/>
              <a:gd name="connsiteY890" fmla="*/ 4825468 h 5292726"/>
              <a:gd name="connsiteX891" fmla="*/ 1822408 w 3386022"/>
              <a:gd name="connsiteY891" fmla="*/ 4823348 h 5292726"/>
              <a:gd name="connsiteX892" fmla="*/ 1835648 w 3386022"/>
              <a:gd name="connsiteY892" fmla="*/ 4816426 h 5292726"/>
              <a:gd name="connsiteX893" fmla="*/ 1224226 w 3386022"/>
              <a:gd name="connsiteY893" fmla="*/ 4814565 h 5292726"/>
              <a:gd name="connsiteX894" fmla="*/ 1226610 w 3386022"/>
              <a:gd name="connsiteY894" fmla="*/ 4816685 h 5292726"/>
              <a:gd name="connsiteX895" fmla="*/ 1228995 w 3386022"/>
              <a:gd name="connsiteY895" fmla="*/ 4818805 h 5292726"/>
              <a:gd name="connsiteX896" fmla="*/ 1231379 w 3386022"/>
              <a:gd name="connsiteY896" fmla="*/ 4820925 h 5292726"/>
              <a:gd name="connsiteX897" fmla="*/ 1231379 w 3386022"/>
              <a:gd name="connsiteY897" fmla="*/ 4820882 h 5292726"/>
              <a:gd name="connsiteX898" fmla="*/ 1233765 w 3386022"/>
              <a:gd name="connsiteY898" fmla="*/ 4823002 h 5292726"/>
              <a:gd name="connsiteX899" fmla="*/ 1231568 w 3386022"/>
              <a:gd name="connsiteY899" fmla="*/ 4823607 h 5292726"/>
              <a:gd name="connsiteX900" fmla="*/ 1229057 w 3386022"/>
              <a:gd name="connsiteY900" fmla="*/ 4824300 h 5292726"/>
              <a:gd name="connsiteX901" fmla="*/ 1226046 w 3386022"/>
              <a:gd name="connsiteY901" fmla="*/ 4825122 h 5292726"/>
              <a:gd name="connsiteX902" fmla="*/ 1222218 w 3386022"/>
              <a:gd name="connsiteY902" fmla="*/ 4826203 h 5292726"/>
              <a:gd name="connsiteX903" fmla="*/ 1215754 w 3386022"/>
              <a:gd name="connsiteY903" fmla="*/ 4820708 h 5292726"/>
              <a:gd name="connsiteX904" fmla="*/ 1213873 w 3386022"/>
              <a:gd name="connsiteY904" fmla="*/ 4818199 h 5292726"/>
              <a:gd name="connsiteX905" fmla="*/ 1216633 w 3386022"/>
              <a:gd name="connsiteY905" fmla="*/ 4816772 h 5292726"/>
              <a:gd name="connsiteX906" fmla="*/ 1224226 w 3386022"/>
              <a:gd name="connsiteY906" fmla="*/ 4814565 h 5292726"/>
              <a:gd name="connsiteX907" fmla="*/ 1701603 w 3386022"/>
              <a:gd name="connsiteY907" fmla="*/ 4810671 h 5292726"/>
              <a:gd name="connsiteX908" fmla="*/ 1702607 w 3386022"/>
              <a:gd name="connsiteY908" fmla="*/ 4811320 h 5292726"/>
              <a:gd name="connsiteX909" fmla="*/ 1703988 w 3386022"/>
              <a:gd name="connsiteY909" fmla="*/ 4812186 h 5292726"/>
              <a:gd name="connsiteX910" fmla="*/ 1704239 w 3386022"/>
              <a:gd name="connsiteY910" fmla="*/ 4812704 h 5292726"/>
              <a:gd name="connsiteX911" fmla="*/ 1704491 w 3386022"/>
              <a:gd name="connsiteY911" fmla="*/ 4813224 h 5292726"/>
              <a:gd name="connsiteX912" fmla="*/ 1704741 w 3386022"/>
              <a:gd name="connsiteY912" fmla="*/ 4813743 h 5292726"/>
              <a:gd name="connsiteX913" fmla="*/ 1704992 w 3386022"/>
              <a:gd name="connsiteY913" fmla="*/ 4814262 h 5292726"/>
              <a:gd name="connsiteX914" fmla="*/ 1704365 w 3386022"/>
              <a:gd name="connsiteY914" fmla="*/ 4813916 h 5292726"/>
              <a:gd name="connsiteX915" fmla="*/ 1703737 w 3386022"/>
              <a:gd name="connsiteY915" fmla="*/ 4813570 h 5292726"/>
              <a:gd name="connsiteX916" fmla="*/ 1703110 w 3386022"/>
              <a:gd name="connsiteY916" fmla="*/ 4813224 h 5292726"/>
              <a:gd name="connsiteX917" fmla="*/ 1702481 w 3386022"/>
              <a:gd name="connsiteY917" fmla="*/ 4812878 h 5292726"/>
              <a:gd name="connsiteX918" fmla="*/ 1702545 w 3386022"/>
              <a:gd name="connsiteY918" fmla="*/ 4812878 h 5292726"/>
              <a:gd name="connsiteX919" fmla="*/ 1701729 w 3386022"/>
              <a:gd name="connsiteY919" fmla="*/ 4810974 h 5292726"/>
              <a:gd name="connsiteX920" fmla="*/ 1701603 w 3386022"/>
              <a:gd name="connsiteY920" fmla="*/ 4810671 h 5292726"/>
              <a:gd name="connsiteX921" fmla="*/ 2269603 w 3386022"/>
              <a:gd name="connsiteY921" fmla="*/ 4809416 h 5292726"/>
              <a:gd name="connsiteX922" fmla="*/ 2279769 w 3386022"/>
              <a:gd name="connsiteY922" fmla="*/ 4820753 h 5292726"/>
              <a:gd name="connsiteX923" fmla="*/ 2280710 w 3386022"/>
              <a:gd name="connsiteY923" fmla="*/ 4838666 h 5292726"/>
              <a:gd name="connsiteX924" fmla="*/ 2276067 w 3386022"/>
              <a:gd name="connsiteY924" fmla="*/ 4857488 h 5292726"/>
              <a:gd name="connsiteX925" fmla="*/ 2269414 w 3386022"/>
              <a:gd name="connsiteY925" fmla="*/ 4871550 h 5292726"/>
              <a:gd name="connsiteX926" fmla="*/ 2266465 w 3386022"/>
              <a:gd name="connsiteY926" fmla="*/ 4859738 h 5292726"/>
              <a:gd name="connsiteX927" fmla="*/ 2264080 w 3386022"/>
              <a:gd name="connsiteY927" fmla="*/ 4840743 h 5292726"/>
              <a:gd name="connsiteX928" fmla="*/ 2264394 w 3386022"/>
              <a:gd name="connsiteY928" fmla="*/ 4821618 h 5292726"/>
              <a:gd name="connsiteX929" fmla="*/ 2269540 w 3386022"/>
              <a:gd name="connsiteY929" fmla="*/ 4809459 h 5292726"/>
              <a:gd name="connsiteX930" fmla="*/ 1698341 w 3386022"/>
              <a:gd name="connsiteY930" fmla="*/ 4808723 h 5292726"/>
              <a:gd name="connsiteX931" fmla="*/ 1700224 w 3386022"/>
              <a:gd name="connsiteY931" fmla="*/ 4809589 h 5292726"/>
              <a:gd name="connsiteX932" fmla="*/ 1701102 w 3386022"/>
              <a:gd name="connsiteY932" fmla="*/ 4810107 h 5292726"/>
              <a:gd name="connsiteX933" fmla="*/ 1701479 w 3386022"/>
              <a:gd name="connsiteY933" fmla="*/ 4810670 h 5292726"/>
              <a:gd name="connsiteX934" fmla="*/ 1701102 w 3386022"/>
              <a:gd name="connsiteY934" fmla="*/ 4810454 h 5292726"/>
              <a:gd name="connsiteX935" fmla="*/ 1699721 w 3386022"/>
              <a:gd name="connsiteY935" fmla="*/ 4809589 h 5292726"/>
              <a:gd name="connsiteX936" fmla="*/ 1698341 w 3386022"/>
              <a:gd name="connsiteY936" fmla="*/ 4808723 h 5292726"/>
              <a:gd name="connsiteX937" fmla="*/ 1664703 w 3386022"/>
              <a:gd name="connsiteY937" fmla="*/ 4803921 h 5292726"/>
              <a:gd name="connsiteX938" fmla="*/ 1665331 w 3386022"/>
              <a:gd name="connsiteY938" fmla="*/ 4804180 h 5292726"/>
              <a:gd name="connsiteX939" fmla="*/ 1665958 w 3386022"/>
              <a:gd name="connsiteY939" fmla="*/ 4804441 h 5292726"/>
              <a:gd name="connsiteX940" fmla="*/ 1666649 w 3386022"/>
              <a:gd name="connsiteY940" fmla="*/ 4804700 h 5292726"/>
              <a:gd name="connsiteX941" fmla="*/ 1667276 w 3386022"/>
              <a:gd name="connsiteY941" fmla="*/ 4804959 h 5292726"/>
              <a:gd name="connsiteX942" fmla="*/ 1666461 w 3386022"/>
              <a:gd name="connsiteY942" fmla="*/ 4805046 h 5292726"/>
              <a:gd name="connsiteX943" fmla="*/ 1665707 w 3386022"/>
              <a:gd name="connsiteY943" fmla="*/ 4805176 h 5292726"/>
              <a:gd name="connsiteX944" fmla="*/ 1664955 w 3386022"/>
              <a:gd name="connsiteY944" fmla="*/ 4805262 h 5292726"/>
              <a:gd name="connsiteX945" fmla="*/ 1664138 w 3386022"/>
              <a:gd name="connsiteY945" fmla="*/ 4805392 h 5292726"/>
              <a:gd name="connsiteX946" fmla="*/ 1664264 w 3386022"/>
              <a:gd name="connsiteY946" fmla="*/ 4805003 h 5292726"/>
              <a:gd name="connsiteX947" fmla="*/ 1664389 w 3386022"/>
              <a:gd name="connsiteY947" fmla="*/ 4804656 h 5292726"/>
              <a:gd name="connsiteX948" fmla="*/ 1664515 w 3386022"/>
              <a:gd name="connsiteY948" fmla="*/ 4804311 h 5292726"/>
              <a:gd name="connsiteX949" fmla="*/ 937932 w 3386022"/>
              <a:gd name="connsiteY949" fmla="*/ 4787998 h 5292726"/>
              <a:gd name="connsiteX950" fmla="*/ 938246 w 3386022"/>
              <a:gd name="connsiteY950" fmla="*/ 4788560 h 5292726"/>
              <a:gd name="connsiteX951" fmla="*/ 938562 w 3386022"/>
              <a:gd name="connsiteY951" fmla="*/ 4789123 h 5292726"/>
              <a:gd name="connsiteX952" fmla="*/ 938937 w 3386022"/>
              <a:gd name="connsiteY952" fmla="*/ 4789685 h 5292726"/>
              <a:gd name="connsiteX953" fmla="*/ 939251 w 3386022"/>
              <a:gd name="connsiteY953" fmla="*/ 4790248 h 5292726"/>
              <a:gd name="connsiteX954" fmla="*/ 938436 w 3386022"/>
              <a:gd name="connsiteY954" fmla="*/ 4790161 h 5292726"/>
              <a:gd name="connsiteX955" fmla="*/ 937556 w 3386022"/>
              <a:gd name="connsiteY955" fmla="*/ 4790118 h 5292726"/>
              <a:gd name="connsiteX956" fmla="*/ 936677 w 3386022"/>
              <a:gd name="connsiteY956" fmla="*/ 4790031 h 5292726"/>
              <a:gd name="connsiteX957" fmla="*/ 935862 w 3386022"/>
              <a:gd name="connsiteY957" fmla="*/ 4789988 h 5292726"/>
              <a:gd name="connsiteX958" fmla="*/ 936364 w 3386022"/>
              <a:gd name="connsiteY958" fmla="*/ 4789469 h 5292726"/>
              <a:gd name="connsiteX959" fmla="*/ 936867 w 3386022"/>
              <a:gd name="connsiteY959" fmla="*/ 4788993 h 5292726"/>
              <a:gd name="connsiteX960" fmla="*/ 937368 w 3386022"/>
              <a:gd name="connsiteY960" fmla="*/ 4788473 h 5292726"/>
              <a:gd name="connsiteX961" fmla="*/ 811359 w 3386022"/>
              <a:gd name="connsiteY961" fmla="*/ 4786310 h 5292726"/>
              <a:gd name="connsiteX962" fmla="*/ 811359 w 3386022"/>
              <a:gd name="connsiteY962" fmla="*/ 4786397 h 5292726"/>
              <a:gd name="connsiteX963" fmla="*/ 815437 w 3386022"/>
              <a:gd name="connsiteY963" fmla="*/ 4795656 h 5292726"/>
              <a:gd name="connsiteX964" fmla="*/ 814621 w 3386022"/>
              <a:gd name="connsiteY964" fmla="*/ 4803618 h 5292726"/>
              <a:gd name="connsiteX965" fmla="*/ 811609 w 3386022"/>
              <a:gd name="connsiteY965" fmla="*/ 4810627 h 5292726"/>
              <a:gd name="connsiteX966" fmla="*/ 809036 w 3386022"/>
              <a:gd name="connsiteY966" fmla="*/ 4817074 h 5292726"/>
              <a:gd name="connsiteX967" fmla="*/ 795356 w 3386022"/>
              <a:gd name="connsiteY967" fmla="*/ 4816295 h 5292726"/>
              <a:gd name="connsiteX968" fmla="*/ 793724 w 3386022"/>
              <a:gd name="connsiteY968" fmla="*/ 4806993 h 5292726"/>
              <a:gd name="connsiteX969" fmla="*/ 800313 w 3386022"/>
              <a:gd name="connsiteY969" fmla="*/ 4795051 h 5292726"/>
              <a:gd name="connsiteX970" fmla="*/ 811359 w 3386022"/>
              <a:gd name="connsiteY970" fmla="*/ 4786310 h 5292726"/>
              <a:gd name="connsiteX971" fmla="*/ 2094829 w 3386022"/>
              <a:gd name="connsiteY971" fmla="*/ 4778912 h 5292726"/>
              <a:gd name="connsiteX972" fmla="*/ 2084537 w 3386022"/>
              <a:gd name="connsiteY972" fmla="*/ 4789296 h 5292726"/>
              <a:gd name="connsiteX973" fmla="*/ 2053223 w 3386022"/>
              <a:gd name="connsiteY973" fmla="*/ 4799551 h 5292726"/>
              <a:gd name="connsiteX974" fmla="*/ 2015130 w 3386022"/>
              <a:gd name="connsiteY974" fmla="*/ 4806517 h 5292726"/>
              <a:gd name="connsiteX975" fmla="*/ 1984631 w 3386022"/>
              <a:gd name="connsiteY975" fmla="*/ 4807122 h 5292726"/>
              <a:gd name="connsiteX976" fmla="*/ 1986011 w 3386022"/>
              <a:gd name="connsiteY976" fmla="*/ 4799032 h 5292726"/>
              <a:gd name="connsiteX977" fmla="*/ 1990342 w 3386022"/>
              <a:gd name="connsiteY977" fmla="*/ 4792022 h 5292726"/>
              <a:gd name="connsiteX978" fmla="*/ 1999566 w 3386022"/>
              <a:gd name="connsiteY978" fmla="*/ 4786657 h 5292726"/>
              <a:gd name="connsiteX979" fmla="*/ 2015569 w 3386022"/>
              <a:gd name="connsiteY979" fmla="*/ 4783541 h 5292726"/>
              <a:gd name="connsiteX980" fmla="*/ 2015632 w 3386022"/>
              <a:gd name="connsiteY980" fmla="*/ 4783671 h 5292726"/>
              <a:gd name="connsiteX981" fmla="*/ 2026928 w 3386022"/>
              <a:gd name="connsiteY981" fmla="*/ 4779041 h 5292726"/>
              <a:gd name="connsiteX982" fmla="*/ 2034521 w 3386022"/>
              <a:gd name="connsiteY982" fmla="*/ 4779041 h 5292726"/>
              <a:gd name="connsiteX983" fmla="*/ 2052155 w 3386022"/>
              <a:gd name="connsiteY983" fmla="*/ 4780339 h 5292726"/>
              <a:gd name="connsiteX984" fmla="*/ 2094829 w 3386022"/>
              <a:gd name="connsiteY984" fmla="*/ 4778912 h 5292726"/>
              <a:gd name="connsiteX985" fmla="*/ 991024 w 3386022"/>
              <a:gd name="connsiteY985" fmla="*/ 4778479 h 5292726"/>
              <a:gd name="connsiteX986" fmla="*/ 990898 w 3386022"/>
              <a:gd name="connsiteY986" fmla="*/ 4779474 h 5292726"/>
              <a:gd name="connsiteX987" fmla="*/ 990773 w 3386022"/>
              <a:gd name="connsiteY987" fmla="*/ 4780470 h 5292726"/>
              <a:gd name="connsiteX988" fmla="*/ 990647 w 3386022"/>
              <a:gd name="connsiteY988" fmla="*/ 4781465 h 5292726"/>
              <a:gd name="connsiteX989" fmla="*/ 990522 w 3386022"/>
              <a:gd name="connsiteY989" fmla="*/ 4782460 h 5292726"/>
              <a:gd name="connsiteX990" fmla="*/ 989957 w 3386022"/>
              <a:gd name="connsiteY990" fmla="*/ 4781941 h 5292726"/>
              <a:gd name="connsiteX991" fmla="*/ 989392 w 3386022"/>
              <a:gd name="connsiteY991" fmla="*/ 4781421 h 5292726"/>
              <a:gd name="connsiteX992" fmla="*/ 988827 w 3386022"/>
              <a:gd name="connsiteY992" fmla="*/ 4780902 h 5292726"/>
              <a:gd name="connsiteX993" fmla="*/ 988262 w 3386022"/>
              <a:gd name="connsiteY993" fmla="*/ 4780383 h 5292726"/>
              <a:gd name="connsiteX994" fmla="*/ 988952 w 3386022"/>
              <a:gd name="connsiteY994" fmla="*/ 4779907 h 5292726"/>
              <a:gd name="connsiteX995" fmla="*/ 989644 w 3386022"/>
              <a:gd name="connsiteY995" fmla="*/ 4779431 h 5292726"/>
              <a:gd name="connsiteX996" fmla="*/ 990334 w 3386022"/>
              <a:gd name="connsiteY996" fmla="*/ 4778955 h 5292726"/>
              <a:gd name="connsiteX997" fmla="*/ 991024 w 3386022"/>
              <a:gd name="connsiteY997" fmla="*/ 4778479 h 5292726"/>
              <a:gd name="connsiteX998" fmla="*/ 439468 w 3386022"/>
              <a:gd name="connsiteY998" fmla="*/ 4776186 h 5292726"/>
              <a:gd name="connsiteX999" fmla="*/ 440347 w 3386022"/>
              <a:gd name="connsiteY999" fmla="*/ 4776403 h 5292726"/>
              <a:gd name="connsiteX1000" fmla="*/ 441226 w 3386022"/>
              <a:gd name="connsiteY1000" fmla="*/ 4776575 h 5292726"/>
              <a:gd name="connsiteX1001" fmla="*/ 442167 w 3386022"/>
              <a:gd name="connsiteY1001" fmla="*/ 4776792 h 5292726"/>
              <a:gd name="connsiteX1002" fmla="*/ 443046 w 3386022"/>
              <a:gd name="connsiteY1002" fmla="*/ 4776965 h 5292726"/>
              <a:gd name="connsiteX1003" fmla="*/ 442167 w 3386022"/>
              <a:gd name="connsiteY1003" fmla="*/ 4777181 h 5292726"/>
              <a:gd name="connsiteX1004" fmla="*/ 441288 w 3386022"/>
              <a:gd name="connsiteY1004" fmla="*/ 4777354 h 5292726"/>
              <a:gd name="connsiteX1005" fmla="*/ 440410 w 3386022"/>
              <a:gd name="connsiteY1005" fmla="*/ 4777570 h 5292726"/>
              <a:gd name="connsiteX1006" fmla="*/ 439531 w 3386022"/>
              <a:gd name="connsiteY1006" fmla="*/ 4777787 h 5292726"/>
              <a:gd name="connsiteX1007" fmla="*/ 439531 w 3386022"/>
              <a:gd name="connsiteY1007" fmla="*/ 4777398 h 5292726"/>
              <a:gd name="connsiteX1008" fmla="*/ 439468 w 3386022"/>
              <a:gd name="connsiteY1008" fmla="*/ 4777008 h 5292726"/>
              <a:gd name="connsiteX1009" fmla="*/ 439468 w 3386022"/>
              <a:gd name="connsiteY1009" fmla="*/ 4776619 h 5292726"/>
              <a:gd name="connsiteX1010" fmla="*/ 2268850 w 3386022"/>
              <a:gd name="connsiteY1010" fmla="*/ 4775969 h 5292726"/>
              <a:gd name="connsiteX1011" fmla="*/ 2276569 w 3386022"/>
              <a:gd name="connsiteY1011" fmla="*/ 4776229 h 5292726"/>
              <a:gd name="connsiteX1012" fmla="*/ 2276506 w 3386022"/>
              <a:gd name="connsiteY1012" fmla="*/ 4776229 h 5292726"/>
              <a:gd name="connsiteX1013" fmla="*/ 2281904 w 3386022"/>
              <a:gd name="connsiteY1013" fmla="*/ 4778868 h 5292726"/>
              <a:gd name="connsiteX1014" fmla="*/ 2283409 w 3386022"/>
              <a:gd name="connsiteY1014" fmla="*/ 4784363 h 5292726"/>
              <a:gd name="connsiteX1015" fmla="*/ 2279393 w 3386022"/>
              <a:gd name="connsiteY1015" fmla="*/ 4793190 h 5292726"/>
              <a:gd name="connsiteX1016" fmla="*/ 2264646 w 3386022"/>
              <a:gd name="connsiteY1016" fmla="*/ 4790377 h 5292726"/>
              <a:gd name="connsiteX1017" fmla="*/ 2261320 w 3386022"/>
              <a:gd name="connsiteY1017" fmla="*/ 4784580 h 5292726"/>
              <a:gd name="connsiteX1018" fmla="*/ 2264394 w 3386022"/>
              <a:gd name="connsiteY1018" fmla="*/ 4778781 h 5292726"/>
              <a:gd name="connsiteX1019" fmla="*/ 2268850 w 3386022"/>
              <a:gd name="connsiteY1019" fmla="*/ 4775969 h 5292726"/>
              <a:gd name="connsiteX1020" fmla="*/ 1836465 w 3386022"/>
              <a:gd name="connsiteY1020" fmla="*/ 4772767 h 5292726"/>
              <a:gd name="connsiteX1021" fmla="*/ 1848829 w 3386022"/>
              <a:gd name="connsiteY1021" fmla="*/ 4775060 h 5292726"/>
              <a:gd name="connsiteX1022" fmla="*/ 1850021 w 3386022"/>
              <a:gd name="connsiteY1022" fmla="*/ 4781767 h 5292726"/>
              <a:gd name="connsiteX1023" fmla="*/ 1844435 w 3386022"/>
              <a:gd name="connsiteY1023" fmla="*/ 4791719 h 5292726"/>
              <a:gd name="connsiteX1024" fmla="*/ 1836403 w 3386022"/>
              <a:gd name="connsiteY1024" fmla="*/ 4803790 h 5292726"/>
              <a:gd name="connsiteX1025" fmla="*/ 1836403 w 3386022"/>
              <a:gd name="connsiteY1025" fmla="*/ 4779993 h 5292726"/>
              <a:gd name="connsiteX1026" fmla="*/ 1836465 w 3386022"/>
              <a:gd name="connsiteY1026" fmla="*/ 4780036 h 5292726"/>
              <a:gd name="connsiteX1027" fmla="*/ 1890246 w 3386022"/>
              <a:gd name="connsiteY1027" fmla="*/ 4764763 h 5292726"/>
              <a:gd name="connsiteX1028" fmla="*/ 1895016 w 3386022"/>
              <a:gd name="connsiteY1028" fmla="*/ 4765412 h 5292726"/>
              <a:gd name="connsiteX1029" fmla="*/ 1904805 w 3386022"/>
              <a:gd name="connsiteY1029" fmla="*/ 4767359 h 5292726"/>
              <a:gd name="connsiteX1030" fmla="*/ 1897212 w 3386022"/>
              <a:gd name="connsiteY1030" fmla="*/ 4771036 h 5292726"/>
              <a:gd name="connsiteX1031" fmla="*/ 1893258 w 3386022"/>
              <a:gd name="connsiteY1031" fmla="*/ 4772594 h 5292726"/>
              <a:gd name="connsiteX1032" fmla="*/ 1888866 w 3386022"/>
              <a:gd name="connsiteY1032" fmla="*/ 4772248 h 5292726"/>
              <a:gd name="connsiteX1033" fmla="*/ 1879954 w 3386022"/>
              <a:gd name="connsiteY1033" fmla="*/ 4770258 h 5292726"/>
              <a:gd name="connsiteX1034" fmla="*/ 1886543 w 3386022"/>
              <a:gd name="connsiteY1034" fmla="*/ 4766147 h 5292726"/>
              <a:gd name="connsiteX1035" fmla="*/ 1890246 w 3386022"/>
              <a:gd name="connsiteY1035" fmla="*/ 4764763 h 5292726"/>
              <a:gd name="connsiteX1036" fmla="*/ 687852 w 3386022"/>
              <a:gd name="connsiteY1036" fmla="*/ 4764373 h 5292726"/>
              <a:gd name="connsiteX1037" fmla="*/ 688481 w 3386022"/>
              <a:gd name="connsiteY1037" fmla="*/ 4765022 h 5292726"/>
              <a:gd name="connsiteX1038" fmla="*/ 689108 w 3386022"/>
              <a:gd name="connsiteY1038" fmla="*/ 4765671 h 5292726"/>
              <a:gd name="connsiteX1039" fmla="*/ 689108 w 3386022"/>
              <a:gd name="connsiteY1039" fmla="*/ 4765627 h 5292726"/>
              <a:gd name="connsiteX1040" fmla="*/ 689736 w 3386022"/>
              <a:gd name="connsiteY1040" fmla="*/ 4766277 h 5292726"/>
              <a:gd name="connsiteX1041" fmla="*/ 690363 w 3386022"/>
              <a:gd name="connsiteY1041" fmla="*/ 4766926 h 5292726"/>
              <a:gd name="connsiteX1042" fmla="*/ 687477 w 3386022"/>
              <a:gd name="connsiteY1042" fmla="*/ 4767185 h 5292726"/>
              <a:gd name="connsiteX1043" fmla="*/ 686221 w 3386022"/>
              <a:gd name="connsiteY1043" fmla="*/ 4767185 h 5292726"/>
              <a:gd name="connsiteX1044" fmla="*/ 685594 w 3386022"/>
              <a:gd name="connsiteY1044" fmla="*/ 4766709 h 5292726"/>
              <a:gd name="connsiteX1045" fmla="*/ 684589 w 3386022"/>
              <a:gd name="connsiteY1045" fmla="*/ 4765585 h 5292726"/>
              <a:gd name="connsiteX1046" fmla="*/ 685405 w 3386022"/>
              <a:gd name="connsiteY1046" fmla="*/ 4765281 h 5292726"/>
              <a:gd name="connsiteX1047" fmla="*/ 686221 w 3386022"/>
              <a:gd name="connsiteY1047" fmla="*/ 4764978 h 5292726"/>
              <a:gd name="connsiteX1048" fmla="*/ 687037 w 3386022"/>
              <a:gd name="connsiteY1048" fmla="*/ 4764676 h 5292726"/>
              <a:gd name="connsiteX1049" fmla="*/ 687852 w 3386022"/>
              <a:gd name="connsiteY1049" fmla="*/ 4764373 h 5292726"/>
              <a:gd name="connsiteX1050" fmla="*/ 1723881 w 3386022"/>
              <a:gd name="connsiteY1050" fmla="*/ 4751825 h 5292726"/>
              <a:gd name="connsiteX1051" fmla="*/ 1725200 w 3386022"/>
              <a:gd name="connsiteY1051" fmla="*/ 4753339 h 5292726"/>
              <a:gd name="connsiteX1052" fmla="*/ 1727270 w 3386022"/>
              <a:gd name="connsiteY1052" fmla="*/ 4755719 h 5292726"/>
              <a:gd name="connsiteX1053" fmla="*/ 1729466 w 3386022"/>
              <a:gd name="connsiteY1053" fmla="*/ 4758272 h 5292726"/>
              <a:gd name="connsiteX1054" fmla="*/ 1731851 w 3386022"/>
              <a:gd name="connsiteY1054" fmla="*/ 4761042 h 5292726"/>
              <a:gd name="connsiteX1055" fmla="*/ 1713276 w 3386022"/>
              <a:gd name="connsiteY1055" fmla="*/ 4760522 h 5292726"/>
              <a:gd name="connsiteX1056" fmla="*/ 1708946 w 3386022"/>
              <a:gd name="connsiteY1056" fmla="*/ 4757580 h 5292726"/>
              <a:gd name="connsiteX1057" fmla="*/ 1708883 w 3386022"/>
              <a:gd name="connsiteY1057" fmla="*/ 4757580 h 5292726"/>
              <a:gd name="connsiteX1058" fmla="*/ 1714217 w 3386022"/>
              <a:gd name="connsiteY1058" fmla="*/ 4754032 h 5292726"/>
              <a:gd name="connsiteX1059" fmla="*/ 1723881 w 3386022"/>
              <a:gd name="connsiteY1059" fmla="*/ 4751825 h 5292726"/>
              <a:gd name="connsiteX1060" fmla="*/ 1724001 w 3386022"/>
              <a:gd name="connsiteY1060" fmla="*/ 4751818 h 5292726"/>
              <a:gd name="connsiteX1061" fmla="*/ 1724008 w 3386022"/>
              <a:gd name="connsiteY1061" fmla="*/ 4751826 h 5292726"/>
              <a:gd name="connsiteX1062" fmla="*/ 1723945 w 3386022"/>
              <a:gd name="connsiteY1062" fmla="*/ 4751826 h 5292726"/>
              <a:gd name="connsiteX1063" fmla="*/ 1971389 w 3386022"/>
              <a:gd name="connsiteY1063" fmla="*/ 4745249 h 5292726"/>
              <a:gd name="connsiteX1064" fmla="*/ 1972017 w 3386022"/>
              <a:gd name="connsiteY1064" fmla="*/ 4745595 h 5292726"/>
              <a:gd name="connsiteX1065" fmla="*/ 1970572 w 3386022"/>
              <a:gd name="connsiteY1065" fmla="*/ 4745898 h 5292726"/>
              <a:gd name="connsiteX1066" fmla="*/ 1970071 w 3386022"/>
              <a:gd name="connsiteY1066" fmla="*/ 4745552 h 5292726"/>
              <a:gd name="connsiteX1067" fmla="*/ 1970071 w 3386022"/>
              <a:gd name="connsiteY1067" fmla="*/ 4745508 h 5292726"/>
              <a:gd name="connsiteX1068" fmla="*/ 1971389 w 3386022"/>
              <a:gd name="connsiteY1068" fmla="*/ 4745249 h 5292726"/>
              <a:gd name="connsiteX1069" fmla="*/ 1954696 w 3386022"/>
              <a:gd name="connsiteY1069" fmla="*/ 4738152 h 5292726"/>
              <a:gd name="connsiteX1070" fmla="*/ 1954634 w 3386022"/>
              <a:gd name="connsiteY1070" fmla="*/ 4738196 h 5292726"/>
              <a:gd name="connsiteX1071" fmla="*/ 1969946 w 3386022"/>
              <a:gd name="connsiteY1071" fmla="*/ 4745595 h 5292726"/>
              <a:gd name="connsiteX1072" fmla="*/ 1965302 w 3386022"/>
              <a:gd name="connsiteY1072" fmla="*/ 4746503 h 5292726"/>
              <a:gd name="connsiteX1073" fmla="*/ 1959403 w 3386022"/>
              <a:gd name="connsiteY1073" fmla="*/ 4747671 h 5292726"/>
              <a:gd name="connsiteX1074" fmla="*/ 1953692 w 3386022"/>
              <a:gd name="connsiteY1074" fmla="*/ 4748796 h 5292726"/>
              <a:gd name="connsiteX1075" fmla="*/ 1948232 w 3386022"/>
              <a:gd name="connsiteY1075" fmla="*/ 4749878 h 5292726"/>
              <a:gd name="connsiteX1076" fmla="*/ 1939447 w 3386022"/>
              <a:gd name="connsiteY1076" fmla="*/ 4743691 h 5292726"/>
              <a:gd name="connsiteX1077" fmla="*/ 1942961 w 3386022"/>
              <a:gd name="connsiteY1077" fmla="*/ 4738585 h 5292726"/>
              <a:gd name="connsiteX1078" fmla="*/ 1954696 w 3386022"/>
              <a:gd name="connsiteY1078" fmla="*/ 4738152 h 5292726"/>
              <a:gd name="connsiteX1079" fmla="*/ 2272176 w 3386022"/>
              <a:gd name="connsiteY1079" fmla="*/ 4736422 h 5292726"/>
              <a:gd name="connsiteX1080" fmla="*/ 2272300 w 3386022"/>
              <a:gd name="connsiteY1080" fmla="*/ 4736422 h 5292726"/>
              <a:gd name="connsiteX1081" fmla="*/ 2274372 w 3386022"/>
              <a:gd name="connsiteY1081" fmla="*/ 4738023 h 5292726"/>
              <a:gd name="connsiteX1082" fmla="*/ 2278200 w 3386022"/>
              <a:gd name="connsiteY1082" fmla="*/ 4742220 h 5292726"/>
              <a:gd name="connsiteX1083" fmla="*/ 2276066 w 3386022"/>
              <a:gd name="connsiteY1083" fmla="*/ 4742566 h 5292726"/>
              <a:gd name="connsiteX1084" fmla="*/ 2273807 w 3386022"/>
              <a:gd name="connsiteY1084" fmla="*/ 4742956 h 5292726"/>
              <a:gd name="connsiteX1085" fmla="*/ 2271296 w 3386022"/>
              <a:gd name="connsiteY1085" fmla="*/ 4743388 h 5292726"/>
              <a:gd name="connsiteX1086" fmla="*/ 2268347 w 3386022"/>
              <a:gd name="connsiteY1086" fmla="*/ 4743865 h 5292726"/>
              <a:gd name="connsiteX1087" fmla="*/ 2267280 w 3386022"/>
              <a:gd name="connsiteY1087" fmla="*/ 4742307 h 5292726"/>
              <a:gd name="connsiteX1088" fmla="*/ 2266214 w 3386022"/>
              <a:gd name="connsiteY1088" fmla="*/ 4740749 h 5292726"/>
              <a:gd name="connsiteX1089" fmla="*/ 2265146 w 3386022"/>
              <a:gd name="connsiteY1089" fmla="*/ 4739191 h 5292726"/>
              <a:gd name="connsiteX1090" fmla="*/ 2264080 w 3386022"/>
              <a:gd name="connsiteY1090" fmla="*/ 4737633 h 5292726"/>
              <a:gd name="connsiteX1091" fmla="*/ 2269539 w 3386022"/>
              <a:gd name="connsiteY1091" fmla="*/ 4736595 h 5292726"/>
              <a:gd name="connsiteX1092" fmla="*/ 2272176 w 3386022"/>
              <a:gd name="connsiteY1092" fmla="*/ 4736422 h 5292726"/>
              <a:gd name="connsiteX1093" fmla="*/ 947661 w 3386022"/>
              <a:gd name="connsiteY1093" fmla="*/ 4731446 h 5292726"/>
              <a:gd name="connsiteX1094" fmla="*/ 947725 w 3386022"/>
              <a:gd name="connsiteY1094" fmla="*/ 4731446 h 5292726"/>
              <a:gd name="connsiteX1095" fmla="*/ 953435 w 3386022"/>
              <a:gd name="connsiteY1095" fmla="*/ 4732658 h 5292726"/>
              <a:gd name="connsiteX1096" fmla="*/ 966550 w 3386022"/>
              <a:gd name="connsiteY1096" fmla="*/ 4740749 h 5292726"/>
              <a:gd name="connsiteX1097" fmla="*/ 961719 w 3386022"/>
              <a:gd name="connsiteY1097" fmla="*/ 4741917 h 5292726"/>
              <a:gd name="connsiteX1098" fmla="*/ 957827 w 3386022"/>
              <a:gd name="connsiteY1098" fmla="*/ 4742825 h 5292726"/>
              <a:gd name="connsiteX1099" fmla="*/ 954563 w 3386022"/>
              <a:gd name="connsiteY1099" fmla="*/ 4743604 h 5292726"/>
              <a:gd name="connsiteX1100" fmla="*/ 951615 w 3386022"/>
              <a:gd name="connsiteY1100" fmla="*/ 4744297 h 5292726"/>
              <a:gd name="connsiteX1101" fmla="*/ 947661 w 3386022"/>
              <a:gd name="connsiteY1101" fmla="*/ 4735773 h 5292726"/>
              <a:gd name="connsiteX1102" fmla="*/ 947661 w 3386022"/>
              <a:gd name="connsiteY1102" fmla="*/ 4731446 h 5292726"/>
              <a:gd name="connsiteX1103" fmla="*/ 1825107 w 3386022"/>
              <a:gd name="connsiteY1103" fmla="*/ 4730104 h 5292726"/>
              <a:gd name="connsiteX1104" fmla="*/ 1853346 w 3386022"/>
              <a:gd name="connsiteY1104" fmla="*/ 4738240 h 5292726"/>
              <a:gd name="connsiteX1105" fmla="*/ 1830818 w 3386022"/>
              <a:gd name="connsiteY1105" fmla="*/ 4744600 h 5292726"/>
              <a:gd name="connsiteX1106" fmla="*/ 1814250 w 3386022"/>
              <a:gd name="connsiteY1106" fmla="*/ 4748796 h 5292726"/>
              <a:gd name="connsiteX1107" fmla="*/ 1801636 w 3386022"/>
              <a:gd name="connsiteY1107" fmla="*/ 4749792 h 5292726"/>
              <a:gd name="connsiteX1108" fmla="*/ 1790968 w 3386022"/>
              <a:gd name="connsiteY1108" fmla="*/ 4746503 h 5292726"/>
              <a:gd name="connsiteX1109" fmla="*/ 1787014 w 3386022"/>
              <a:gd name="connsiteY1109" fmla="*/ 4737893 h 5292726"/>
              <a:gd name="connsiteX1110" fmla="*/ 1787014 w 3386022"/>
              <a:gd name="connsiteY1110" fmla="*/ 4737850 h 5292726"/>
              <a:gd name="connsiteX1111" fmla="*/ 1800695 w 3386022"/>
              <a:gd name="connsiteY1111" fmla="*/ 4731186 h 5292726"/>
              <a:gd name="connsiteX1112" fmla="*/ 1825107 w 3386022"/>
              <a:gd name="connsiteY1112" fmla="*/ 4730104 h 5292726"/>
              <a:gd name="connsiteX1113" fmla="*/ 1301037 w 3386022"/>
              <a:gd name="connsiteY1113" fmla="*/ 4729758 h 5292726"/>
              <a:gd name="connsiteX1114" fmla="*/ 1303358 w 3386022"/>
              <a:gd name="connsiteY1114" fmla="*/ 4730494 h 5292726"/>
              <a:gd name="connsiteX1115" fmla="*/ 1307877 w 3386022"/>
              <a:gd name="connsiteY1115" fmla="*/ 4732658 h 5292726"/>
              <a:gd name="connsiteX1116" fmla="*/ 1305931 w 3386022"/>
              <a:gd name="connsiteY1116" fmla="*/ 4733263 h 5292726"/>
              <a:gd name="connsiteX1117" fmla="*/ 1303985 w 3386022"/>
              <a:gd name="connsiteY1117" fmla="*/ 4733869 h 5292726"/>
              <a:gd name="connsiteX1118" fmla="*/ 1302042 w 3386022"/>
              <a:gd name="connsiteY1118" fmla="*/ 4734475 h 5292726"/>
              <a:gd name="connsiteX1119" fmla="*/ 1302167 w 3386022"/>
              <a:gd name="connsiteY1119" fmla="*/ 4734518 h 5292726"/>
              <a:gd name="connsiteX1120" fmla="*/ 1300221 w 3386022"/>
              <a:gd name="connsiteY1120" fmla="*/ 4735124 h 5292726"/>
              <a:gd name="connsiteX1121" fmla="*/ 1298464 w 3386022"/>
              <a:gd name="connsiteY1121" fmla="*/ 4734345 h 5292726"/>
              <a:gd name="connsiteX1122" fmla="*/ 1296705 w 3386022"/>
              <a:gd name="connsiteY1122" fmla="*/ 4733566 h 5292726"/>
              <a:gd name="connsiteX1123" fmla="*/ 1294948 w 3386022"/>
              <a:gd name="connsiteY1123" fmla="*/ 4732787 h 5292726"/>
              <a:gd name="connsiteX1124" fmla="*/ 1293191 w 3386022"/>
              <a:gd name="connsiteY1124" fmla="*/ 4732008 h 5292726"/>
              <a:gd name="connsiteX1125" fmla="*/ 1298464 w 3386022"/>
              <a:gd name="connsiteY1125" fmla="*/ 4730278 h 5292726"/>
              <a:gd name="connsiteX1126" fmla="*/ 1301037 w 3386022"/>
              <a:gd name="connsiteY1126" fmla="*/ 4729758 h 5292726"/>
              <a:gd name="connsiteX1127" fmla="*/ 2447640 w 3386022"/>
              <a:gd name="connsiteY1127" fmla="*/ 4729153 h 5292726"/>
              <a:gd name="connsiteX1128" fmla="*/ 2447765 w 3386022"/>
              <a:gd name="connsiteY1128" fmla="*/ 4729586 h 5292726"/>
              <a:gd name="connsiteX1129" fmla="*/ 2447891 w 3386022"/>
              <a:gd name="connsiteY1129" fmla="*/ 4730018 h 5292726"/>
              <a:gd name="connsiteX1130" fmla="*/ 2448017 w 3386022"/>
              <a:gd name="connsiteY1130" fmla="*/ 4730450 h 5292726"/>
              <a:gd name="connsiteX1131" fmla="*/ 2448205 w 3386022"/>
              <a:gd name="connsiteY1131" fmla="*/ 4730927 h 5292726"/>
              <a:gd name="connsiteX1132" fmla="*/ 2447577 w 3386022"/>
              <a:gd name="connsiteY1132" fmla="*/ 4730797 h 5292726"/>
              <a:gd name="connsiteX1133" fmla="*/ 2446950 w 3386022"/>
              <a:gd name="connsiteY1133" fmla="*/ 4730711 h 5292726"/>
              <a:gd name="connsiteX1134" fmla="*/ 2446322 w 3386022"/>
              <a:gd name="connsiteY1134" fmla="*/ 4730580 h 5292726"/>
              <a:gd name="connsiteX1135" fmla="*/ 2445695 w 3386022"/>
              <a:gd name="connsiteY1135" fmla="*/ 4730494 h 5292726"/>
              <a:gd name="connsiteX1136" fmla="*/ 2446134 w 3386022"/>
              <a:gd name="connsiteY1136" fmla="*/ 4730148 h 5292726"/>
              <a:gd name="connsiteX1137" fmla="*/ 2446636 w 3386022"/>
              <a:gd name="connsiteY1137" fmla="*/ 4729802 h 5292726"/>
              <a:gd name="connsiteX1138" fmla="*/ 2447138 w 3386022"/>
              <a:gd name="connsiteY1138" fmla="*/ 4729456 h 5292726"/>
              <a:gd name="connsiteX1139" fmla="*/ 998871 w 3386022"/>
              <a:gd name="connsiteY1139" fmla="*/ 4728547 h 5292726"/>
              <a:gd name="connsiteX1140" fmla="*/ 1010294 w 3386022"/>
              <a:gd name="connsiteY1140" fmla="*/ 4732181 h 5292726"/>
              <a:gd name="connsiteX1141" fmla="*/ 1014748 w 3386022"/>
              <a:gd name="connsiteY1141" fmla="*/ 4736118 h 5292726"/>
              <a:gd name="connsiteX1142" fmla="*/ 1014498 w 3386022"/>
              <a:gd name="connsiteY1142" fmla="*/ 4741268 h 5292726"/>
              <a:gd name="connsiteX1143" fmla="*/ 1011736 w 3386022"/>
              <a:gd name="connsiteY1143" fmla="*/ 4748623 h 5292726"/>
              <a:gd name="connsiteX1144" fmla="*/ 1002385 w 3386022"/>
              <a:gd name="connsiteY1144" fmla="*/ 4744210 h 5292726"/>
              <a:gd name="connsiteX1145" fmla="*/ 1002448 w 3386022"/>
              <a:gd name="connsiteY1145" fmla="*/ 4744210 h 5292726"/>
              <a:gd name="connsiteX1146" fmla="*/ 1002698 w 3386022"/>
              <a:gd name="connsiteY1146" fmla="*/ 4739580 h 5292726"/>
              <a:gd name="connsiteX1147" fmla="*/ 1004267 w 3386022"/>
              <a:gd name="connsiteY1147" fmla="*/ 4734431 h 5292726"/>
              <a:gd name="connsiteX1148" fmla="*/ 998871 w 3386022"/>
              <a:gd name="connsiteY1148" fmla="*/ 4728547 h 5292726"/>
              <a:gd name="connsiteX1149" fmla="*/ 1891439 w 3386022"/>
              <a:gd name="connsiteY1149" fmla="*/ 4727379 h 5292726"/>
              <a:gd name="connsiteX1150" fmla="*/ 1900413 w 3386022"/>
              <a:gd name="connsiteY1150" fmla="*/ 4732787 h 5292726"/>
              <a:gd name="connsiteX1151" fmla="*/ 1900224 w 3386022"/>
              <a:gd name="connsiteY1151" fmla="*/ 4737028 h 5292726"/>
              <a:gd name="connsiteX1152" fmla="*/ 1894890 w 3386022"/>
              <a:gd name="connsiteY1152" fmla="*/ 4736811 h 5292726"/>
              <a:gd name="connsiteX1153" fmla="*/ 1888489 w 3386022"/>
              <a:gd name="connsiteY1153" fmla="*/ 4728850 h 5292726"/>
              <a:gd name="connsiteX1154" fmla="*/ 1888741 w 3386022"/>
              <a:gd name="connsiteY1154" fmla="*/ 4728547 h 5292726"/>
              <a:gd name="connsiteX1155" fmla="*/ 1889493 w 3386022"/>
              <a:gd name="connsiteY1155" fmla="*/ 4728158 h 5292726"/>
              <a:gd name="connsiteX1156" fmla="*/ 1890497 w 3386022"/>
              <a:gd name="connsiteY1156" fmla="*/ 4727769 h 5292726"/>
              <a:gd name="connsiteX1157" fmla="*/ 1891439 w 3386022"/>
              <a:gd name="connsiteY1157" fmla="*/ 4727379 h 5292726"/>
              <a:gd name="connsiteX1158" fmla="*/ 699842 w 3386022"/>
              <a:gd name="connsiteY1158" fmla="*/ 4726081 h 5292726"/>
              <a:gd name="connsiteX1159" fmla="*/ 705177 w 3386022"/>
              <a:gd name="connsiteY1159" fmla="*/ 4728375 h 5292726"/>
              <a:gd name="connsiteX1160" fmla="*/ 705113 w 3386022"/>
              <a:gd name="connsiteY1160" fmla="*/ 4728418 h 5292726"/>
              <a:gd name="connsiteX1161" fmla="*/ 706996 w 3386022"/>
              <a:gd name="connsiteY1161" fmla="*/ 4729715 h 5292726"/>
              <a:gd name="connsiteX1162" fmla="*/ 706495 w 3386022"/>
              <a:gd name="connsiteY1162" fmla="*/ 4731360 h 5292726"/>
              <a:gd name="connsiteX1163" fmla="*/ 704674 w 3386022"/>
              <a:gd name="connsiteY1163" fmla="*/ 4734735 h 5292726"/>
              <a:gd name="connsiteX1164" fmla="*/ 697897 w 3386022"/>
              <a:gd name="connsiteY1164" fmla="*/ 4730970 h 5292726"/>
              <a:gd name="connsiteX1165" fmla="*/ 695386 w 3386022"/>
              <a:gd name="connsiteY1165" fmla="*/ 4729197 h 5292726"/>
              <a:gd name="connsiteX1166" fmla="*/ 696328 w 3386022"/>
              <a:gd name="connsiteY1166" fmla="*/ 4728028 h 5292726"/>
              <a:gd name="connsiteX1167" fmla="*/ 699842 w 3386022"/>
              <a:gd name="connsiteY1167" fmla="*/ 4726081 h 5292726"/>
              <a:gd name="connsiteX1168" fmla="*/ 1734864 w 3386022"/>
              <a:gd name="connsiteY1168" fmla="*/ 4725475 h 5292726"/>
              <a:gd name="connsiteX1169" fmla="*/ 1739697 w 3386022"/>
              <a:gd name="connsiteY1169" fmla="*/ 4732787 h 5292726"/>
              <a:gd name="connsiteX1170" fmla="*/ 1739634 w 3386022"/>
              <a:gd name="connsiteY1170" fmla="*/ 4732787 h 5292726"/>
              <a:gd name="connsiteX1171" fmla="*/ 1740010 w 3386022"/>
              <a:gd name="connsiteY1171" fmla="*/ 4739537 h 5292726"/>
              <a:gd name="connsiteX1172" fmla="*/ 1734864 w 3386022"/>
              <a:gd name="connsiteY1172" fmla="*/ 4745682 h 5292726"/>
              <a:gd name="connsiteX1173" fmla="*/ 1723767 w 3386022"/>
              <a:gd name="connsiteY1173" fmla="*/ 4750882 h 5292726"/>
              <a:gd name="connsiteX1174" fmla="*/ 1724824 w 3386022"/>
              <a:gd name="connsiteY1174" fmla="*/ 4751696 h 5292726"/>
              <a:gd name="connsiteX1175" fmla="*/ 1724001 w 3386022"/>
              <a:gd name="connsiteY1175" fmla="*/ 4751818 h 5292726"/>
              <a:gd name="connsiteX1176" fmla="*/ 1723317 w 3386022"/>
              <a:gd name="connsiteY1176" fmla="*/ 4751047 h 5292726"/>
              <a:gd name="connsiteX1177" fmla="*/ 1723679 w 3386022"/>
              <a:gd name="connsiteY1177" fmla="*/ 4750905 h 5292726"/>
              <a:gd name="connsiteX1178" fmla="*/ 1710452 w 3386022"/>
              <a:gd name="connsiteY1178" fmla="*/ 4740662 h 5292726"/>
              <a:gd name="connsiteX1179" fmla="*/ 1704867 w 3386022"/>
              <a:gd name="connsiteY1179" fmla="*/ 4733046 h 5292726"/>
              <a:gd name="connsiteX1180" fmla="*/ 1711771 w 3386022"/>
              <a:gd name="connsiteY1180" fmla="*/ 4728200 h 5292726"/>
              <a:gd name="connsiteX1181" fmla="*/ 1734864 w 3386022"/>
              <a:gd name="connsiteY1181" fmla="*/ 4725475 h 5292726"/>
              <a:gd name="connsiteX1182" fmla="*/ 2006470 w 3386022"/>
              <a:gd name="connsiteY1182" fmla="*/ 4725086 h 5292726"/>
              <a:gd name="connsiteX1183" fmla="*/ 2031006 w 3386022"/>
              <a:gd name="connsiteY1183" fmla="*/ 4730883 h 5292726"/>
              <a:gd name="connsiteX1184" fmla="*/ 2055983 w 3386022"/>
              <a:gd name="connsiteY1184" fmla="*/ 4736811 h 5292726"/>
              <a:gd name="connsiteX1185" fmla="*/ 2055921 w 3386022"/>
              <a:gd name="connsiteY1185" fmla="*/ 4736811 h 5292726"/>
              <a:gd name="connsiteX1186" fmla="*/ 2081839 w 3386022"/>
              <a:gd name="connsiteY1186" fmla="*/ 4742956 h 5292726"/>
              <a:gd name="connsiteX1187" fmla="*/ 2109074 w 3386022"/>
              <a:gd name="connsiteY1187" fmla="*/ 4749403 h 5292726"/>
              <a:gd name="connsiteX1188" fmla="*/ 2075437 w 3386022"/>
              <a:gd name="connsiteY1188" fmla="*/ 4757321 h 5292726"/>
              <a:gd name="connsiteX1189" fmla="*/ 2051151 w 3386022"/>
              <a:gd name="connsiteY1189" fmla="*/ 4755461 h 5292726"/>
              <a:gd name="connsiteX1190" fmla="*/ 2027743 w 3386022"/>
              <a:gd name="connsiteY1190" fmla="*/ 4752864 h 5292726"/>
              <a:gd name="connsiteX1191" fmla="*/ 1996679 w 3386022"/>
              <a:gd name="connsiteY1191" fmla="*/ 4758532 h 5292726"/>
              <a:gd name="connsiteX1192" fmla="*/ 1990404 w 3386022"/>
              <a:gd name="connsiteY1192" fmla="*/ 4755244 h 5292726"/>
              <a:gd name="connsiteX1193" fmla="*/ 1984066 w 3386022"/>
              <a:gd name="connsiteY1193" fmla="*/ 4751912 h 5292726"/>
              <a:gd name="connsiteX1194" fmla="*/ 1977727 w 3386022"/>
              <a:gd name="connsiteY1194" fmla="*/ 4748581 h 5292726"/>
              <a:gd name="connsiteX1195" fmla="*/ 1972017 w 3386022"/>
              <a:gd name="connsiteY1195" fmla="*/ 4745595 h 5292726"/>
              <a:gd name="connsiteX1196" fmla="*/ 1982246 w 3386022"/>
              <a:gd name="connsiteY1196" fmla="*/ 4742350 h 5292726"/>
              <a:gd name="connsiteX1197" fmla="*/ 1990529 w 3386022"/>
              <a:gd name="connsiteY1197" fmla="*/ 4737028 h 5292726"/>
              <a:gd name="connsiteX1198" fmla="*/ 1997809 w 3386022"/>
              <a:gd name="connsiteY1198" fmla="*/ 4730927 h 5292726"/>
              <a:gd name="connsiteX1199" fmla="*/ 2006470 w 3386022"/>
              <a:gd name="connsiteY1199" fmla="*/ 4725086 h 5292726"/>
              <a:gd name="connsiteX1200" fmla="*/ 330786 w 3386022"/>
              <a:gd name="connsiteY1200" fmla="*/ 4724004 h 5292726"/>
              <a:gd name="connsiteX1201" fmla="*/ 337502 w 3386022"/>
              <a:gd name="connsiteY1201" fmla="*/ 4737676 h 5292726"/>
              <a:gd name="connsiteX1202" fmla="*/ 337563 w 3386022"/>
              <a:gd name="connsiteY1202" fmla="*/ 4737676 h 5292726"/>
              <a:gd name="connsiteX1203" fmla="*/ 342897 w 3386022"/>
              <a:gd name="connsiteY1203" fmla="*/ 4758575 h 5292726"/>
              <a:gd name="connsiteX1204" fmla="*/ 342583 w 3386022"/>
              <a:gd name="connsiteY1204" fmla="*/ 4781464 h 5292726"/>
              <a:gd name="connsiteX1205" fmla="*/ 332291 w 3386022"/>
              <a:gd name="connsiteY1205" fmla="*/ 4801238 h 5292726"/>
              <a:gd name="connsiteX1206" fmla="*/ 313340 w 3386022"/>
              <a:gd name="connsiteY1206" fmla="*/ 4788214 h 5292726"/>
              <a:gd name="connsiteX1207" fmla="*/ 314595 w 3386022"/>
              <a:gd name="connsiteY1207" fmla="*/ 4778522 h 5292726"/>
              <a:gd name="connsiteX1208" fmla="*/ 321247 w 3386022"/>
              <a:gd name="connsiteY1208" fmla="*/ 4770171 h 5292726"/>
              <a:gd name="connsiteX1209" fmla="*/ 318612 w 3386022"/>
              <a:gd name="connsiteY1209" fmla="*/ 4761128 h 5292726"/>
              <a:gd name="connsiteX1210" fmla="*/ 312398 w 3386022"/>
              <a:gd name="connsiteY1210" fmla="*/ 4752042 h 5292726"/>
              <a:gd name="connsiteX1211" fmla="*/ 314658 w 3386022"/>
              <a:gd name="connsiteY1211" fmla="*/ 4743432 h 5292726"/>
              <a:gd name="connsiteX1212" fmla="*/ 321937 w 3386022"/>
              <a:gd name="connsiteY1212" fmla="*/ 4734388 h 5292726"/>
              <a:gd name="connsiteX1213" fmla="*/ 330786 w 3386022"/>
              <a:gd name="connsiteY1213" fmla="*/ 4724004 h 5292726"/>
              <a:gd name="connsiteX1214" fmla="*/ 891369 w 3386022"/>
              <a:gd name="connsiteY1214" fmla="*/ 4719548 h 5292726"/>
              <a:gd name="connsiteX1215" fmla="*/ 912959 w 3386022"/>
              <a:gd name="connsiteY1215" fmla="*/ 4725215 h 5292726"/>
              <a:gd name="connsiteX1216" fmla="*/ 915092 w 3386022"/>
              <a:gd name="connsiteY1216" fmla="*/ 4738715 h 5292726"/>
              <a:gd name="connsiteX1217" fmla="*/ 899905 w 3386022"/>
              <a:gd name="connsiteY1217" fmla="*/ 4749965 h 5292726"/>
              <a:gd name="connsiteX1218" fmla="*/ 869531 w 3386022"/>
              <a:gd name="connsiteY1218" fmla="*/ 4748927 h 5292726"/>
              <a:gd name="connsiteX1219" fmla="*/ 883085 w 3386022"/>
              <a:gd name="connsiteY1219" fmla="*/ 4738715 h 5292726"/>
              <a:gd name="connsiteX1220" fmla="*/ 888734 w 3386022"/>
              <a:gd name="connsiteY1220" fmla="*/ 4733653 h 5292726"/>
              <a:gd name="connsiteX1221" fmla="*/ 890239 w 3386022"/>
              <a:gd name="connsiteY1221" fmla="*/ 4728894 h 5292726"/>
              <a:gd name="connsiteX1222" fmla="*/ 891369 w 3386022"/>
              <a:gd name="connsiteY1222" fmla="*/ 4719590 h 5292726"/>
              <a:gd name="connsiteX1223" fmla="*/ 1356706 w 3386022"/>
              <a:gd name="connsiteY1223" fmla="*/ 4718681 h 5292726"/>
              <a:gd name="connsiteX1224" fmla="*/ 1377665 w 3386022"/>
              <a:gd name="connsiteY1224" fmla="*/ 4728028 h 5292726"/>
              <a:gd name="connsiteX1225" fmla="*/ 1376034 w 3386022"/>
              <a:gd name="connsiteY1225" fmla="*/ 4733999 h 5292726"/>
              <a:gd name="connsiteX1226" fmla="*/ 1365052 w 3386022"/>
              <a:gd name="connsiteY1226" fmla="*/ 4745551 h 5292726"/>
              <a:gd name="connsiteX1227" fmla="*/ 1348987 w 3386022"/>
              <a:gd name="connsiteY1227" fmla="*/ 4766321 h 5292726"/>
              <a:gd name="connsiteX1228" fmla="*/ 1348987 w 3386022"/>
              <a:gd name="connsiteY1228" fmla="*/ 4766234 h 5292726"/>
              <a:gd name="connsiteX1229" fmla="*/ 1332166 w 3386022"/>
              <a:gd name="connsiteY1229" fmla="*/ 4799853 h 5292726"/>
              <a:gd name="connsiteX1230" fmla="*/ 1322628 w 3386022"/>
              <a:gd name="connsiteY1230" fmla="*/ 4796262 h 5292726"/>
              <a:gd name="connsiteX1231" fmla="*/ 1313967 w 3386022"/>
              <a:gd name="connsiteY1231" fmla="*/ 4792974 h 5292726"/>
              <a:gd name="connsiteX1232" fmla="*/ 1305873 w 3386022"/>
              <a:gd name="connsiteY1232" fmla="*/ 4789901 h 5292726"/>
              <a:gd name="connsiteX1233" fmla="*/ 1297967 w 3386022"/>
              <a:gd name="connsiteY1233" fmla="*/ 4786916 h 5292726"/>
              <a:gd name="connsiteX1234" fmla="*/ 1302797 w 3386022"/>
              <a:gd name="connsiteY1234" fmla="*/ 4785013 h 5292726"/>
              <a:gd name="connsiteX1235" fmla="*/ 1307818 w 3386022"/>
              <a:gd name="connsiteY1235" fmla="*/ 4783022 h 5292726"/>
              <a:gd name="connsiteX1236" fmla="*/ 1312963 w 3386022"/>
              <a:gd name="connsiteY1236" fmla="*/ 4780988 h 5292726"/>
              <a:gd name="connsiteX1237" fmla="*/ 1317169 w 3386022"/>
              <a:gd name="connsiteY1237" fmla="*/ 4779344 h 5292726"/>
              <a:gd name="connsiteX1238" fmla="*/ 1326833 w 3386022"/>
              <a:gd name="connsiteY1238" fmla="*/ 4753037 h 5292726"/>
              <a:gd name="connsiteX1239" fmla="*/ 1339885 w 3386022"/>
              <a:gd name="connsiteY1239" fmla="*/ 4729888 h 5292726"/>
              <a:gd name="connsiteX1240" fmla="*/ 1356706 w 3386022"/>
              <a:gd name="connsiteY1240" fmla="*/ 4718681 h 5292726"/>
              <a:gd name="connsiteX1241" fmla="*/ 1158083 w 3386022"/>
              <a:gd name="connsiteY1241" fmla="*/ 4708989 h 5292726"/>
              <a:gd name="connsiteX1242" fmla="*/ 1158083 w 3386022"/>
              <a:gd name="connsiteY1242" fmla="*/ 4709033 h 5292726"/>
              <a:gd name="connsiteX1243" fmla="*/ 1166115 w 3386022"/>
              <a:gd name="connsiteY1243" fmla="*/ 4710504 h 5292726"/>
              <a:gd name="connsiteX1244" fmla="*/ 1175968 w 3386022"/>
              <a:gd name="connsiteY1244" fmla="*/ 4712754 h 5292726"/>
              <a:gd name="connsiteX1245" fmla="*/ 1167119 w 3386022"/>
              <a:gd name="connsiteY1245" fmla="*/ 4717989 h 5292726"/>
              <a:gd name="connsiteX1246" fmla="*/ 1159275 w 3386022"/>
              <a:gd name="connsiteY1246" fmla="*/ 4718033 h 5292726"/>
              <a:gd name="connsiteX1247" fmla="*/ 1153564 w 3386022"/>
              <a:gd name="connsiteY1247" fmla="*/ 4715350 h 5292726"/>
              <a:gd name="connsiteX1248" fmla="*/ 1151242 w 3386022"/>
              <a:gd name="connsiteY1248" fmla="*/ 4712408 h 5292726"/>
              <a:gd name="connsiteX1249" fmla="*/ 1152811 w 3386022"/>
              <a:gd name="connsiteY1249" fmla="*/ 4709292 h 5292726"/>
              <a:gd name="connsiteX1250" fmla="*/ 1158083 w 3386022"/>
              <a:gd name="connsiteY1250" fmla="*/ 4708989 h 5292726"/>
              <a:gd name="connsiteX1251" fmla="*/ 1011923 w 3386022"/>
              <a:gd name="connsiteY1251" fmla="*/ 4708383 h 5292726"/>
              <a:gd name="connsiteX1252" fmla="*/ 1014871 w 3386022"/>
              <a:gd name="connsiteY1252" fmla="*/ 4708383 h 5292726"/>
              <a:gd name="connsiteX1253" fmla="*/ 1016253 w 3386022"/>
              <a:gd name="connsiteY1253" fmla="*/ 4709508 h 5292726"/>
              <a:gd name="connsiteX1254" fmla="*/ 1018260 w 3386022"/>
              <a:gd name="connsiteY1254" fmla="*/ 4712062 h 5292726"/>
              <a:gd name="connsiteX1255" fmla="*/ 1012236 w 3386022"/>
              <a:gd name="connsiteY1255" fmla="*/ 4712883 h 5292726"/>
              <a:gd name="connsiteX1256" fmla="*/ 1009476 w 3386022"/>
              <a:gd name="connsiteY1256" fmla="*/ 4712970 h 5292726"/>
              <a:gd name="connsiteX1257" fmla="*/ 1007844 w 3386022"/>
              <a:gd name="connsiteY1257" fmla="*/ 4711888 h 5292726"/>
              <a:gd name="connsiteX1258" fmla="*/ 1005083 w 3386022"/>
              <a:gd name="connsiteY1258" fmla="*/ 4709119 h 5292726"/>
              <a:gd name="connsiteX1259" fmla="*/ 1011923 w 3386022"/>
              <a:gd name="connsiteY1259" fmla="*/ 4708383 h 5292726"/>
              <a:gd name="connsiteX1260" fmla="*/ 1960720 w 3386022"/>
              <a:gd name="connsiteY1260" fmla="*/ 4699990 h 5292726"/>
              <a:gd name="connsiteX1261" fmla="*/ 1969067 w 3386022"/>
              <a:gd name="connsiteY1261" fmla="*/ 4700768 h 5292726"/>
              <a:gd name="connsiteX1262" fmla="*/ 1983501 w 3386022"/>
              <a:gd name="connsiteY1262" fmla="*/ 4703494 h 5292726"/>
              <a:gd name="connsiteX1263" fmla="*/ 2010486 w 3386022"/>
              <a:gd name="connsiteY1263" fmla="*/ 4706912 h 5292726"/>
              <a:gd name="connsiteX1264" fmla="*/ 2010109 w 3386022"/>
              <a:gd name="connsiteY1264" fmla="*/ 4708426 h 5292726"/>
              <a:gd name="connsiteX1265" fmla="*/ 2009733 w 3386022"/>
              <a:gd name="connsiteY1265" fmla="*/ 4709941 h 5292726"/>
              <a:gd name="connsiteX1266" fmla="*/ 2009357 w 3386022"/>
              <a:gd name="connsiteY1266" fmla="*/ 4711455 h 5292726"/>
              <a:gd name="connsiteX1267" fmla="*/ 2008980 w 3386022"/>
              <a:gd name="connsiteY1267" fmla="*/ 4712970 h 5292726"/>
              <a:gd name="connsiteX1268" fmla="*/ 1994044 w 3386022"/>
              <a:gd name="connsiteY1268" fmla="*/ 4711715 h 5292726"/>
              <a:gd name="connsiteX1269" fmla="*/ 1979359 w 3386022"/>
              <a:gd name="connsiteY1269" fmla="*/ 4711888 h 5292726"/>
              <a:gd name="connsiteX1270" fmla="*/ 1965302 w 3386022"/>
              <a:gd name="connsiteY1270" fmla="*/ 4715220 h 5292726"/>
              <a:gd name="connsiteX1271" fmla="*/ 1952249 w 3386022"/>
              <a:gd name="connsiteY1271" fmla="*/ 4723484 h 5292726"/>
              <a:gd name="connsiteX1272" fmla="*/ 1952249 w 3386022"/>
              <a:gd name="connsiteY1272" fmla="*/ 4706263 h 5292726"/>
              <a:gd name="connsiteX1273" fmla="*/ 1952123 w 3386022"/>
              <a:gd name="connsiteY1273" fmla="*/ 4706220 h 5292726"/>
              <a:gd name="connsiteX1274" fmla="*/ 1952123 w 3386022"/>
              <a:gd name="connsiteY1274" fmla="*/ 4702369 h 5292726"/>
              <a:gd name="connsiteX1275" fmla="*/ 1960720 w 3386022"/>
              <a:gd name="connsiteY1275" fmla="*/ 4699990 h 5292726"/>
              <a:gd name="connsiteX1276" fmla="*/ 807340 w 3386022"/>
              <a:gd name="connsiteY1276" fmla="*/ 4697827 h 5292726"/>
              <a:gd name="connsiteX1277" fmla="*/ 808344 w 3386022"/>
              <a:gd name="connsiteY1277" fmla="*/ 4698043 h 5292726"/>
              <a:gd name="connsiteX1278" fmla="*/ 809348 w 3386022"/>
              <a:gd name="connsiteY1278" fmla="*/ 4698259 h 5292726"/>
              <a:gd name="connsiteX1279" fmla="*/ 810351 w 3386022"/>
              <a:gd name="connsiteY1279" fmla="*/ 4698476 h 5292726"/>
              <a:gd name="connsiteX1280" fmla="*/ 811357 w 3386022"/>
              <a:gd name="connsiteY1280" fmla="*/ 4698691 h 5292726"/>
              <a:gd name="connsiteX1281" fmla="*/ 809976 w 3386022"/>
              <a:gd name="connsiteY1281" fmla="*/ 4699038 h 5292726"/>
              <a:gd name="connsiteX1282" fmla="*/ 808595 w 3386022"/>
              <a:gd name="connsiteY1282" fmla="*/ 4699384 h 5292726"/>
              <a:gd name="connsiteX1283" fmla="*/ 807215 w 3386022"/>
              <a:gd name="connsiteY1283" fmla="*/ 4699731 h 5292726"/>
              <a:gd name="connsiteX1284" fmla="*/ 805834 w 3386022"/>
              <a:gd name="connsiteY1284" fmla="*/ 4700077 h 5292726"/>
              <a:gd name="connsiteX1285" fmla="*/ 806211 w 3386022"/>
              <a:gd name="connsiteY1285" fmla="*/ 4699514 h 5292726"/>
              <a:gd name="connsiteX1286" fmla="*/ 806587 w 3386022"/>
              <a:gd name="connsiteY1286" fmla="*/ 4698952 h 5292726"/>
              <a:gd name="connsiteX1287" fmla="*/ 806964 w 3386022"/>
              <a:gd name="connsiteY1287" fmla="*/ 4698389 h 5292726"/>
              <a:gd name="connsiteX1288" fmla="*/ 807340 w 3386022"/>
              <a:gd name="connsiteY1288" fmla="*/ 4697827 h 5292726"/>
              <a:gd name="connsiteX1289" fmla="*/ 1849707 w 3386022"/>
              <a:gd name="connsiteY1289" fmla="*/ 4697091 h 5292726"/>
              <a:gd name="connsiteX1290" fmla="*/ 1873616 w 3386022"/>
              <a:gd name="connsiteY1290" fmla="*/ 4698086 h 5292726"/>
              <a:gd name="connsiteX1291" fmla="*/ 1910390 w 3386022"/>
              <a:gd name="connsiteY1291" fmla="*/ 4703235 h 5292726"/>
              <a:gd name="connsiteX1292" fmla="*/ 1894702 w 3386022"/>
              <a:gd name="connsiteY1292" fmla="*/ 4706697 h 5292726"/>
              <a:gd name="connsiteX1293" fmla="*/ 1894702 w 3386022"/>
              <a:gd name="connsiteY1293" fmla="*/ 4706740 h 5292726"/>
              <a:gd name="connsiteX1294" fmla="*/ 1881774 w 3386022"/>
              <a:gd name="connsiteY1294" fmla="*/ 4709596 h 5292726"/>
              <a:gd name="connsiteX1295" fmla="*/ 1870478 w 3386022"/>
              <a:gd name="connsiteY1295" fmla="*/ 4712105 h 5292726"/>
              <a:gd name="connsiteX1296" fmla="*/ 1859622 w 3386022"/>
              <a:gd name="connsiteY1296" fmla="*/ 4714485 h 5292726"/>
              <a:gd name="connsiteX1297" fmla="*/ 1843431 w 3386022"/>
              <a:gd name="connsiteY1297" fmla="*/ 4701980 h 5292726"/>
              <a:gd name="connsiteX1298" fmla="*/ 1849707 w 3386022"/>
              <a:gd name="connsiteY1298" fmla="*/ 4697091 h 5292726"/>
              <a:gd name="connsiteX1299" fmla="*/ 1803832 w 3386022"/>
              <a:gd name="connsiteY1299" fmla="*/ 4692677 h 5292726"/>
              <a:gd name="connsiteX1300" fmla="*/ 1803894 w 3386022"/>
              <a:gd name="connsiteY1300" fmla="*/ 4692677 h 5292726"/>
              <a:gd name="connsiteX1301" fmla="*/ 1810233 w 3386022"/>
              <a:gd name="connsiteY1301" fmla="*/ 4693932 h 5292726"/>
              <a:gd name="connsiteX1302" fmla="*/ 1823725 w 3386022"/>
              <a:gd name="connsiteY1302" fmla="*/ 4697783 h 5292726"/>
              <a:gd name="connsiteX1303" fmla="*/ 1813308 w 3386022"/>
              <a:gd name="connsiteY1303" fmla="*/ 4703235 h 5292726"/>
              <a:gd name="connsiteX1304" fmla="*/ 1808036 w 3386022"/>
              <a:gd name="connsiteY1304" fmla="*/ 4705441 h 5292726"/>
              <a:gd name="connsiteX1305" fmla="*/ 1802577 w 3386022"/>
              <a:gd name="connsiteY1305" fmla="*/ 4704359 h 5292726"/>
              <a:gd name="connsiteX1306" fmla="*/ 1791720 w 3386022"/>
              <a:gd name="connsiteY1306" fmla="*/ 4699903 h 5292726"/>
              <a:gd name="connsiteX1307" fmla="*/ 1799439 w 3386022"/>
              <a:gd name="connsiteY1307" fmla="*/ 4694495 h 5292726"/>
              <a:gd name="connsiteX1308" fmla="*/ 1803832 w 3386022"/>
              <a:gd name="connsiteY1308" fmla="*/ 4692677 h 5292726"/>
              <a:gd name="connsiteX1309" fmla="*/ 1120682 w 3386022"/>
              <a:gd name="connsiteY1309" fmla="*/ 4687095 h 5292726"/>
              <a:gd name="connsiteX1310" fmla="*/ 1115160 w 3386022"/>
              <a:gd name="connsiteY1310" fmla="*/ 4758316 h 5292726"/>
              <a:gd name="connsiteX1311" fmla="*/ 1093886 w 3386022"/>
              <a:gd name="connsiteY1311" fmla="*/ 4807772 h 5292726"/>
              <a:gd name="connsiteX1312" fmla="*/ 1072799 w 3386022"/>
              <a:gd name="connsiteY1312" fmla="*/ 4831743 h 5292726"/>
              <a:gd name="connsiteX1313" fmla="*/ 1067778 w 3386022"/>
              <a:gd name="connsiteY1313" fmla="*/ 4826421 h 5292726"/>
              <a:gd name="connsiteX1314" fmla="*/ 1087295 w 3386022"/>
              <a:gd name="connsiteY1314" fmla="*/ 4758705 h 5292726"/>
              <a:gd name="connsiteX1315" fmla="*/ 1092003 w 3386022"/>
              <a:gd name="connsiteY1315" fmla="*/ 4715610 h 5292726"/>
              <a:gd name="connsiteX1316" fmla="*/ 1097839 w 3386022"/>
              <a:gd name="connsiteY1316" fmla="*/ 4693110 h 5292726"/>
              <a:gd name="connsiteX1317" fmla="*/ 1097839 w 3386022"/>
              <a:gd name="connsiteY1317" fmla="*/ 4693066 h 5292726"/>
              <a:gd name="connsiteX1318" fmla="*/ 1120682 w 3386022"/>
              <a:gd name="connsiteY1318" fmla="*/ 4687095 h 5292726"/>
              <a:gd name="connsiteX1319" fmla="*/ 2275000 w 3386022"/>
              <a:gd name="connsiteY1319" fmla="*/ 4686620 h 5292726"/>
              <a:gd name="connsiteX1320" fmla="*/ 2278452 w 3386022"/>
              <a:gd name="connsiteY1320" fmla="*/ 4689129 h 5292726"/>
              <a:gd name="connsiteX1321" fmla="*/ 2278828 w 3386022"/>
              <a:gd name="connsiteY1321" fmla="*/ 4691812 h 5292726"/>
              <a:gd name="connsiteX1322" fmla="*/ 2273682 w 3386022"/>
              <a:gd name="connsiteY1322" fmla="*/ 4696138 h 5292726"/>
              <a:gd name="connsiteX1323" fmla="*/ 2267720 w 3386022"/>
              <a:gd name="connsiteY1323" fmla="*/ 4696268 h 5292726"/>
              <a:gd name="connsiteX1324" fmla="*/ 2267595 w 3386022"/>
              <a:gd name="connsiteY1324" fmla="*/ 4696312 h 5292726"/>
              <a:gd name="connsiteX1325" fmla="*/ 2262010 w 3386022"/>
              <a:gd name="connsiteY1325" fmla="*/ 4694408 h 5292726"/>
              <a:gd name="connsiteX1326" fmla="*/ 2257993 w 3386022"/>
              <a:gd name="connsiteY1326" fmla="*/ 4692547 h 5292726"/>
              <a:gd name="connsiteX1327" fmla="*/ 2268223 w 3386022"/>
              <a:gd name="connsiteY1327" fmla="*/ 4686879 h 5292726"/>
              <a:gd name="connsiteX1328" fmla="*/ 2275000 w 3386022"/>
              <a:gd name="connsiteY1328" fmla="*/ 4686620 h 5292726"/>
              <a:gd name="connsiteX1329" fmla="*/ 954250 w 3386022"/>
              <a:gd name="connsiteY1329" fmla="*/ 4684586 h 5292726"/>
              <a:gd name="connsiteX1330" fmla="*/ 963289 w 3386022"/>
              <a:gd name="connsiteY1330" fmla="*/ 4689908 h 5292726"/>
              <a:gd name="connsiteX1331" fmla="*/ 966550 w 3386022"/>
              <a:gd name="connsiteY1331" fmla="*/ 4693629 h 5292726"/>
              <a:gd name="connsiteX1332" fmla="*/ 964167 w 3386022"/>
              <a:gd name="connsiteY1332" fmla="*/ 4697481 h 5292726"/>
              <a:gd name="connsiteX1333" fmla="*/ 956385 w 3386022"/>
              <a:gd name="connsiteY1333" fmla="*/ 4703191 h 5292726"/>
              <a:gd name="connsiteX1334" fmla="*/ 955820 w 3386022"/>
              <a:gd name="connsiteY1334" fmla="*/ 4698432 h 5292726"/>
              <a:gd name="connsiteX1335" fmla="*/ 955317 w 3386022"/>
              <a:gd name="connsiteY1335" fmla="*/ 4693976 h 5292726"/>
              <a:gd name="connsiteX1336" fmla="*/ 954816 w 3386022"/>
              <a:gd name="connsiteY1336" fmla="*/ 4689475 h 5292726"/>
              <a:gd name="connsiteX1337" fmla="*/ 954250 w 3386022"/>
              <a:gd name="connsiteY1337" fmla="*/ 4684629 h 5292726"/>
              <a:gd name="connsiteX1338" fmla="*/ 862375 w 3386022"/>
              <a:gd name="connsiteY1338" fmla="*/ 4683331 h 5292726"/>
              <a:gd name="connsiteX1339" fmla="*/ 864321 w 3386022"/>
              <a:gd name="connsiteY1339" fmla="*/ 4683721 h 5292726"/>
              <a:gd name="connsiteX1340" fmla="*/ 865137 w 3386022"/>
              <a:gd name="connsiteY1340" fmla="*/ 4683981 h 5292726"/>
              <a:gd name="connsiteX1341" fmla="*/ 865011 w 3386022"/>
              <a:gd name="connsiteY1341" fmla="*/ 4684586 h 5292726"/>
              <a:gd name="connsiteX1342" fmla="*/ 864133 w 3386022"/>
              <a:gd name="connsiteY1342" fmla="*/ 4685970 h 5292726"/>
              <a:gd name="connsiteX1343" fmla="*/ 862314 w 3386022"/>
              <a:gd name="connsiteY1343" fmla="*/ 4685625 h 5292726"/>
              <a:gd name="connsiteX1344" fmla="*/ 861497 w 3386022"/>
              <a:gd name="connsiteY1344" fmla="*/ 4685365 h 5292726"/>
              <a:gd name="connsiteX1345" fmla="*/ 861560 w 3386022"/>
              <a:gd name="connsiteY1345" fmla="*/ 4684760 h 5292726"/>
              <a:gd name="connsiteX1346" fmla="*/ 862375 w 3386022"/>
              <a:gd name="connsiteY1346" fmla="*/ 4683374 h 5292726"/>
              <a:gd name="connsiteX1347" fmla="*/ 911386 w 3386022"/>
              <a:gd name="connsiteY1347" fmla="*/ 4674850 h 5292726"/>
              <a:gd name="connsiteX1348" fmla="*/ 912391 w 3386022"/>
              <a:gd name="connsiteY1348" fmla="*/ 4675024 h 5292726"/>
              <a:gd name="connsiteX1349" fmla="*/ 913395 w 3386022"/>
              <a:gd name="connsiteY1349" fmla="*/ 4675196 h 5292726"/>
              <a:gd name="connsiteX1350" fmla="*/ 914400 w 3386022"/>
              <a:gd name="connsiteY1350" fmla="*/ 4675370 h 5292726"/>
              <a:gd name="connsiteX1351" fmla="*/ 915405 w 3386022"/>
              <a:gd name="connsiteY1351" fmla="*/ 4675542 h 5292726"/>
              <a:gd name="connsiteX1352" fmla="*/ 915341 w 3386022"/>
              <a:gd name="connsiteY1352" fmla="*/ 4676580 h 5292726"/>
              <a:gd name="connsiteX1353" fmla="*/ 915152 w 3386022"/>
              <a:gd name="connsiteY1353" fmla="*/ 4677057 h 5292726"/>
              <a:gd name="connsiteX1354" fmla="*/ 915089 w 3386022"/>
              <a:gd name="connsiteY1354" fmla="*/ 4677187 h 5292726"/>
              <a:gd name="connsiteX1355" fmla="*/ 913898 w 3386022"/>
              <a:gd name="connsiteY1355" fmla="*/ 4677403 h 5292726"/>
              <a:gd name="connsiteX1356" fmla="*/ 910885 w 3386022"/>
              <a:gd name="connsiteY1356" fmla="*/ 4677620 h 5292726"/>
              <a:gd name="connsiteX1357" fmla="*/ 911011 w 3386022"/>
              <a:gd name="connsiteY1357" fmla="*/ 4676928 h 5292726"/>
              <a:gd name="connsiteX1358" fmla="*/ 911137 w 3386022"/>
              <a:gd name="connsiteY1358" fmla="*/ 4676234 h 5292726"/>
              <a:gd name="connsiteX1359" fmla="*/ 911261 w 3386022"/>
              <a:gd name="connsiteY1359" fmla="*/ 4675542 h 5292726"/>
              <a:gd name="connsiteX1360" fmla="*/ 911386 w 3386022"/>
              <a:gd name="connsiteY1360" fmla="*/ 4674850 h 5292726"/>
              <a:gd name="connsiteX1361" fmla="*/ 1324888 w 3386022"/>
              <a:gd name="connsiteY1361" fmla="*/ 4665635 h 5292726"/>
              <a:gd name="connsiteX1362" fmla="*/ 1329657 w 3386022"/>
              <a:gd name="connsiteY1362" fmla="*/ 4667192 h 5292726"/>
              <a:gd name="connsiteX1363" fmla="*/ 1346476 w 3386022"/>
              <a:gd name="connsiteY1363" fmla="*/ 4674245 h 5292726"/>
              <a:gd name="connsiteX1364" fmla="*/ 1368880 w 3386022"/>
              <a:gd name="connsiteY1364" fmla="*/ 4680345 h 5292726"/>
              <a:gd name="connsiteX1365" fmla="*/ 1381932 w 3386022"/>
              <a:gd name="connsiteY1365" fmla="*/ 4687571 h 5292726"/>
              <a:gd name="connsiteX1366" fmla="*/ 1370699 w 3386022"/>
              <a:gd name="connsiteY1366" fmla="*/ 4697999 h 5292726"/>
              <a:gd name="connsiteX1367" fmla="*/ 1357395 w 3386022"/>
              <a:gd name="connsiteY1367" fmla="*/ 4697134 h 5292726"/>
              <a:gd name="connsiteX1368" fmla="*/ 1338632 w 3386022"/>
              <a:gd name="connsiteY1368" fmla="*/ 4689865 h 5292726"/>
              <a:gd name="connsiteX1369" fmla="*/ 1321248 w 3386022"/>
              <a:gd name="connsiteY1369" fmla="*/ 4680345 h 5292726"/>
              <a:gd name="connsiteX1370" fmla="*/ 1312086 w 3386022"/>
              <a:gd name="connsiteY1370" fmla="*/ 4672687 h 5292726"/>
              <a:gd name="connsiteX1371" fmla="*/ 1315097 w 3386022"/>
              <a:gd name="connsiteY1371" fmla="*/ 4670307 h 5292726"/>
              <a:gd name="connsiteX1372" fmla="*/ 1315035 w 3386022"/>
              <a:gd name="connsiteY1372" fmla="*/ 4670307 h 5292726"/>
              <a:gd name="connsiteX1373" fmla="*/ 1319680 w 3386022"/>
              <a:gd name="connsiteY1373" fmla="*/ 4667321 h 5292726"/>
              <a:gd name="connsiteX1374" fmla="*/ 1324888 w 3386022"/>
              <a:gd name="connsiteY1374" fmla="*/ 4665635 h 5292726"/>
              <a:gd name="connsiteX1375" fmla="*/ 2265587 w 3386022"/>
              <a:gd name="connsiteY1375" fmla="*/ 4665115 h 5292726"/>
              <a:gd name="connsiteX1376" fmla="*/ 2266779 w 3386022"/>
              <a:gd name="connsiteY1376" fmla="*/ 4666499 h 5292726"/>
              <a:gd name="connsiteX1377" fmla="*/ 2267156 w 3386022"/>
              <a:gd name="connsiteY1377" fmla="*/ 4667193 h 5292726"/>
              <a:gd name="connsiteX1378" fmla="*/ 2266528 w 3386022"/>
              <a:gd name="connsiteY1378" fmla="*/ 4667798 h 5292726"/>
              <a:gd name="connsiteX1379" fmla="*/ 2264771 w 3386022"/>
              <a:gd name="connsiteY1379" fmla="*/ 4669010 h 5292726"/>
              <a:gd name="connsiteX1380" fmla="*/ 2263516 w 3386022"/>
              <a:gd name="connsiteY1380" fmla="*/ 4667624 h 5292726"/>
              <a:gd name="connsiteX1381" fmla="*/ 2263139 w 3386022"/>
              <a:gd name="connsiteY1381" fmla="*/ 4666932 h 5292726"/>
              <a:gd name="connsiteX1382" fmla="*/ 2263767 w 3386022"/>
              <a:gd name="connsiteY1382" fmla="*/ 4666327 h 5292726"/>
              <a:gd name="connsiteX1383" fmla="*/ 2263830 w 3386022"/>
              <a:gd name="connsiteY1383" fmla="*/ 4666327 h 5292726"/>
              <a:gd name="connsiteX1384" fmla="*/ 2265587 w 3386022"/>
              <a:gd name="connsiteY1384" fmla="*/ 4665115 h 5292726"/>
              <a:gd name="connsiteX1385" fmla="*/ 843989 w 3386022"/>
              <a:gd name="connsiteY1385" fmla="*/ 4661350 h 5292726"/>
              <a:gd name="connsiteX1386" fmla="*/ 846311 w 3386022"/>
              <a:gd name="connsiteY1386" fmla="*/ 4666457 h 5292726"/>
              <a:gd name="connsiteX1387" fmla="*/ 848006 w 3386022"/>
              <a:gd name="connsiteY1387" fmla="*/ 4671562 h 5292726"/>
              <a:gd name="connsiteX1388" fmla="*/ 847001 w 3386022"/>
              <a:gd name="connsiteY1388" fmla="*/ 4676754 h 5292726"/>
              <a:gd name="connsiteX1389" fmla="*/ 841228 w 3386022"/>
              <a:gd name="connsiteY1389" fmla="*/ 4682076 h 5292726"/>
              <a:gd name="connsiteX1390" fmla="*/ 834954 w 3386022"/>
              <a:gd name="connsiteY1390" fmla="*/ 4681427 h 5292726"/>
              <a:gd name="connsiteX1391" fmla="*/ 830247 w 3386022"/>
              <a:gd name="connsiteY1391" fmla="*/ 4675239 h 5292726"/>
              <a:gd name="connsiteX1392" fmla="*/ 831752 w 3386022"/>
              <a:gd name="connsiteY1392" fmla="*/ 4667278 h 5292726"/>
              <a:gd name="connsiteX1393" fmla="*/ 831690 w 3386022"/>
              <a:gd name="connsiteY1393" fmla="*/ 4667278 h 5292726"/>
              <a:gd name="connsiteX1394" fmla="*/ 843989 w 3386022"/>
              <a:gd name="connsiteY1394" fmla="*/ 4661350 h 5292726"/>
              <a:gd name="connsiteX1395" fmla="*/ 692942 w 3386022"/>
              <a:gd name="connsiteY1395" fmla="*/ 4654168 h 5292726"/>
              <a:gd name="connsiteX1396" fmla="*/ 699470 w 3386022"/>
              <a:gd name="connsiteY1396" fmla="*/ 4658019 h 5292726"/>
              <a:gd name="connsiteX1397" fmla="*/ 703234 w 3386022"/>
              <a:gd name="connsiteY1397" fmla="*/ 4662000 h 5292726"/>
              <a:gd name="connsiteX1398" fmla="*/ 703172 w 3386022"/>
              <a:gd name="connsiteY1398" fmla="*/ 4661957 h 5292726"/>
              <a:gd name="connsiteX1399" fmla="*/ 705558 w 3386022"/>
              <a:gd name="connsiteY1399" fmla="*/ 4668490 h 5292726"/>
              <a:gd name="connsiteX1400" fmla="*/ 708005 w 3386022"/>
              <a:gd name="connsiteY1400" fmla="*/ 4679956 h 5292726"/>
              <a:gd name="connsiteX1401" fmla="*/ 694700 w 3386022"/>
              <a:gd name="connsiteY1401" fmla="*/ 4679005 h 5292726"/>
              <a:gd name="connsiteX1402" fmla="*/ 687357 w 3386022"/>
              <a:gd name="connsiteY1402" fmla="*/ 4671606 h 5292726"/>
              <a:gd name="connsiteX1403" fmla="*/ 686542 w 3386022"/>
              <a:gd name="connsiteY1403" fmla="*/ 4661914 h 5292726"/>
              <a:gd name="connsiteX1404" fmla="*/ 692942 w 3386022"/>
              <a:gd name="connsiteY1404" fmla="*/ 4654168 h 5292726"/>
              <a:gd name="connsiteX1405" fmla="*/ 1024286 w 3386022"/>
              <a:gd name="connsiteY1405" fmla="*/ 4653519 h 5292726"/>
              <a:gd name="connsiteX1406" fmla="*/ 1026670 w 3386022"/>
              <a:gd name="connsiteY1406" fmla="*/ 4658539 h 5292726"/>
              <a:gd name="connsiteX1407" fmla="*/ 1026921 w 3386022"/>
              <a:gd name="connsiteY1407" fmla="*/ 4660702 h 5292726"/>
              <a:gd name="connsiteX1408" fmla="*/ 1026983 w 3386022"/>
              <a:gd name="connsiteY1408" fmla="*/ 4660745 h 5292726"/>
              <a:gd name="connsiteX1409" fmla="*/ 1023847 w 3386022"/>
              <a:gd name="connsiteY1409" fmla="*/ 4661653 h 5292726"/>
              <a:gd name="connsiteX1410" fmla="*/ 1016128 w 3386022"/>
              <a:gd name="connsiteY1410" fmla="*/ 4662822 h 5292726"/>
              <a:gd name="connsiteX1411" fmla="*/ 1015436 w 3386022"/>
              <a:gd name="connsiteY1411" fmla="*/ 4657760 h 5292726"/>
              <a:gd name="connsiteX1412" fmla="*/ 1015875 w 3386022"/>
              <a:gd name="connsiteY1412" fmla="*/ 4655597 h 5292726"/>
              <a:gd name="connsiteX1413" fmla="*/ 1018448 w 3386022"/>
              <a:gd name="connsiteY1413" fmla="*/ 4654731 h 5292726"/>
              <a:gd name="connsiteX1414" fmla="*/ 1024286 w 3386022"/>
              <a:gd name="connsiteY1414" fmla="*/ 4653519 h 5292726"/>
              <a:gd name="connsiteX1415" fmla="*/ 1958023 w 3386022"/>
              <a:gd name="connsiteY1415" fmla="*/ 4650447 h 5292726"/>
              <a:gd name="connsiteX1416" fmla="*/ 1967624 w 3386022"/>
              <a:gd name="connsiteY1416" fmla="*/ 4677274 h 5292726"/>
              <a:gd name="connsiteX1417" fmla="*/ 1963544 w 3386022"/>
              <a:gd name="connsiteY1417" fmla="*/ 4688912 h 5292726"/>
              <a:gd name="connsiteX1418" fmla="*/ 1956516 w 3386022"/>
              <a:gd name="connsiteY1418" fmla="*/ 4680649 h 5292726"/>
              <a:gd name="connsiteX1419" fmla="*/ 1956516 w 3386022"/>
              <a:gd name="connsiteY1419" fmla="*/ 4680606 h 5292726"/>
              <a:gd name="connsiteX1420" fmla="*/ 1958023 w 3386022"/>
              <a:gd name="connsiteY1420" fmla="*/ 4650447 h 5292726"/>
              <a:gd name="connsiteX1421" fmla="*/ 1957018 w 3386022"/>
              <a:gd name="connsiteY1421" fmla="*/ 4648760 h 5292726"/>
              <a:gd name="connsiteX1422" fmla="*/ 1957332 w 3386022"/>
              <a:gd name="connsiteY1422" fmla="*/ 4648932 h 5292726"/>
              <a:gd name="connsiteX1423" fmla="*/ 1957645 w 3386022"/>
              <a:gd name="connsiteY1423" fmla="*/ 4649106 h 5292726"/>
              <a:gd name="connsiteX1424" fmla="*/ 1957959 w 3386022"/>
              <a:gd name="connsiteY1424" fmla="*/ 4649279 h 5292726"/>
              <a:gd name="connsiteX1425" fmla="*/ 1957897 w 3386022"/>
              <a:gd name="connsiteY1425" fmla="*/ 4649279 h 5292726"/>
              <a:gd name="connsiteX1426" fmla="*/ 1958210 w 3386022"/>
              <a:gd name="connsiteY1426" fmla="*/ 4649452 h 5292726"/>
              <a:gd name="connsiteX1427" fmla="*/ 1958022 w 3386022"/>
              <a:gd name="connsiteY1427" fmla="*/ 4650447 h 5292726"/>
              <a:gd name="connsiteX1428" fmla="*/ 1957018 w 3386022"/>
              <a:gd name="connsiteY1428" fmla="*/ 4648760 h 5292726"/>
              <a:gd name="connsiteX1429" fmla="*/ 920362 w 3386022"/>
              <a:gd name="connsiteY1429" fmla="*/ 4647332 h 5292726"/>
              <a:gd name="connsiteX1430" fmla="*/ 921240 w 3386022"/>
              <a:gd name="connsiteY1430" fmla="*/ 4647505 h 5292726"/>
              <a:gd name="connsiteX1431" fmla="*/ 922057 w 3386022"/>
              <a:gd name="connsiteY1431" fmla="*/ 4647678 h 5292726"/>
              <a:gd name="connsiteX1432" fmla="*/ 922935 w 3386022"/>
              <a:gd name="connsiteY1432" fmla="*/ 4647851 h 5292726"/>
              <a:gd name="connsiteX1433" fmla="*/ 923813 w 3386022"/>
              <a:gd name="connsiteY1433" fmla="*/ 4648024 h 5292726"/>
              <a:gd name="connsiteX1434" fmla="*/ 922998 w 3386022"/>
              <a:gd name="connsiteY1434" fmla="*/ 4648197 h 5292726"/>
              <a:gd name="connsiteX1435" fmla="*/ 922119 w 3386022"/>
              <a:gd name="connsiteY1435" fmla="*/ 4648370 h 5292726"/>
              <a:gd name="connsiteX1436" fmla="*/ 921240 w 3386022"/>
              <a:gd name="connsiteY1436" fmla="*/ 4648543 h 5292726"/>
              <a:gd name="connsiteX1437" fmla="*/ 920362 w 3386022"/>
              <a:gd name="connsiteY1437" fmla="*/ 4648673 h 5292726"/>
              <a:gd name="connsiteX1438" fmla="*/ 920362 w 3386022"/>
              <a:gd name="connsiteY1438" fmla="*/ 4648370 h 5292726"/>
              <a:gd name="connsiteX1439" fmla="*/ 920362 w 3386022"/>
              <a:gd name="connsiteY1439" fmla="*/ 4648024 h 5292726"/>
              <a:gd name="connsiteX1440" fmla="*/ 920362 w 3386022"/>
              <a:gd name="connsiteY1440" fmla="*/ 4647678 h 5292726"/>
              <a:gd name="connsiteX1441" fmla="*/ 2258683 w 3386022"/>
              <a:gd name="connsiteY1441" fmla="*/ 4643091 h 5292726"/>
              <a:gd name="connsiteX1442" fmla="*/ 2266527 w 3386022"/>
              <a:gd name="connsiteY1442" fmla="*/ 4645903 h 5292726"/>
              <a:gd name="connsiteX1443" fmla="*/ 2269352 w 3386022"/>
              <a:gd name="connsiteY1443" fmla="*/ 4647332 h 5292726"/>
              <a:gd name="connsiteX1444" fmla="*/ 2268473 w 3386022"/>
              <a:gd name="connsiteY1444" fmla="*/ 4648889 h 5292726"/>
              <a:gd name="connsiteX1445" fmla="*/ 2268410 w 3386022"/>
              <a:gd name="connsiteY1445" fmla="*/ 4648846 h 5292726"/>
              <a:gd name="connsiteX1446" fmla="*/ 2265022 w 3386022"/>
              <a:gd name="connsiteY1446" fmla="*/ 4652004 h 5292726"/>
              <a:gd name="connsiteX1447" fmla="*/ 2257240 w 3386022"/>
              <a:gd name="connsiteY1447" fmla="*/ 4648629 h 5292726"/>
              <a:gd name="connsiteX1448" fmla="*/ 2254415 w 3386022"/>
              <a:gd name="connsiteY1448" fmla="*/ 4647028 h 5292726"/>
              <a:gd name="connsiteX1449" fmla="*/ 2255295 w 3386022"/>
              <a:gd name="connsiteY1449" fmla="*/ 4645687 h 5292726"/>
              <a:gd name="connsiteX1450" fmla="*/ 2258683 w 3386022"/>
              <a:gd name="connsiteY1450" fmla="*/ 4643091 h 5292726"/>
              <a:gd name="connsiteX1451" fmla="*/ 1360533 w 3386022"/>
              <a:gd name="connsiteY1451" fmla="*/ 4638678 h 5292726"/>
              <a:gd name="connsiteX1452" fmla="*/ 1378355 w 3386022"/>
              <a:gd name="connsiteY1452" fmla="*/ 4640365 h 5292726"/>
              <a:gd name="connsiteX1453" fmla="*/ 1386451 w 3386022"/>
              <a:gd name="connsiteY1453" fmla="*/ 4645601 h 5292726"/>
              <a:gd name="connsiteX1454" fmla="*/ 1389525 w 3386022"/>
              <a:gd name="connsiteY1454" fmla="*/ 4652827 h 5292726"/>
              <a:gd name="connsiteX1455" fmla="*/ 1392286 w 3386022"/>
              <a:gd name="connsiteY1455" fmla="*/ 4660485 h 5292726"/>
              <a:gd name="connsiteX1456" fmla="*/ 1384757 w 3386022"/>
              <a:gd name="connsiteY1456" fmla="*/ 4661524 h 5292726"/>
              <a:gd name="connsiteX1457" fmla="*/ 1377225 w 3386022"/>
              <a:gd name="connsiteY1457" fmla="*/ 4662562 h 5292726"/>
              <a:gd name="connsiteX1458" fmla="*/ 1369445 w 3386022"/>
              <a:gd name="connsiteY1458" fmla="*/ 4663644 h 5292726"/>
              <a:gd name="connsiteX1459" fmla="*/ 1369382 w 3386022"/>
              <a:gd name="connsiteY1459" fmla="*/ 4663644 h 5292726"/>
              <a:gd name="connsiteX1460" fmla="*/ 1361224 w 3386022"/>
              <a:gd name="connsiteY1460" fmla="*/ 4664812 h 5292726"/>
              <a:gd name="connsiteX1461" fmla="*/ 1356015 w 3386022"/>
              <a:gd name="connsiteY1461" fmla="*/ 4657716 h 5292726"/>
              <a:gd name="connsiteX1462" fmla="*/ 1354822 w 3386022"/>
              <a:gd name="connsiteY1462" fmla="*/ 4651096 h 5292726"/>
              <a:gd name="connsiteX1463" fmla="*/ 1356643 w 3386022"/>
              <a:gd name="connsiteY1463" fmla="*/ 4644778 h 5292726"/>
              <a:gd name="connsiteX1464" fmla="*/ 1360533 w 3386022"/>
              <a:gd name="connsiteY1464" fmla="*/ 4638678 h 5292726"/>
              <a:gd name="connsiteX1465" fmla="*/ 568434 w 3386022"/>
              <a:gd name="connsiteY1465" fmla="*/ 4637121 h 5292726"/>
              <a:gd name="connsiteX1466" fmla="*/ 580799 w 3386022"/>
              <a:gd name="connsiteY1466" fmla="*/ 4639587 h 5292726"/>
              <a:gd name="connsiteX1467" fmla="*/ 578979 w 3386022"/>
              <a:gd name="connsiteY1467" fmla="*/ 4640885 h 5292726"/>
              <a:gd name="connsiteX1468" fmla="*/ 577472 w 3386022"/>
              <a:gd name="connsiteY1468" fmla="*/ 4641967 h 5292726"/>
              <a:gd name="connsiteX1469" fmla="*/ 576154 w 3386022"/>
              <a:gd name="connsiteY1469" fmla="*/ 4642918 h 5292726"/>
              <a:gd name="connsiteX1470" fmla="*/ 574962 w 3386022"/>
              <a:gd name="connsiteY1470" fmla="*/ 4643784 h 5292726"/>
              <a:gd name="connsiteX1471" fmla="*/ 568310 w 3386022"/>
              <a:gd name="connsiteY1471" fmla="*/ 4640019 h 5292726"/>
              <a:gd name="connsiteX1472" fmla="*/ 565172 w 3386022"/>
              <a:gd name="connsiteY1472" fmla="*/ 4637554 h 5292726"/>
              <a:gd name="connsiteX1473" fmla="*/ 565235 w 3386022"/>
              <a:gd name="connsiteY1473" fmla="*/ 4637510 h 5292726"/>
              <a:gd name="connsiteX1474" fmla="*/ 568434 w 3386022"/>
              <a:gd name="connsiteY1474" fmla="*/ 4637121 h 5292726"/>
              <a:gd name="connsiteX1475" fmla="*/ 1904178 w 3386022"/>
              <a:gd name="connsiteY1475" fmla="*/ 4636515 h 5292726"/>
              <a:gd name="connsiteX1476" fmla="*/ 1914470 w 3386022"/>
              <a:gd name="connsiteY1476" fmla="*/ 4639371 h 5292726"/>
              <a:gd name="connsiteX1477" fmla="*/ 1911394 w 3386022"/>
              <a:gd name="connsiteY1477" fmla="*/ 4647202 h 5292726"/>
              <a:gd name="connsiteX1478" fmla="*/ 1894074 w 3386022"/>
              <a:gd name="connsiteY1478" fmla="*/ 4651961 h 5292726"/>
              <a:gd name="connsiteX1479" fmla="*/ 1891501 w 3386022"/>
              <a:gd name="connsiteY1479" fmla="*/ 4651529 h 5292726"/>
              <a:gd name="connsiteX1480" fmla="*/ 1891439 w 3386022"/>
              <a:gd name="connsiteY1480" fmla="*/ 4651529 h 5292726"/>
              <a:gd name="connsiteX1481" fmla="*/ 1888614 w 3386022"/>
              <a:gd name="connsiteY1481" fmla="*/ 4650274 h 5292726"/>
              <a:gd name="connsiteX1482" fmla="*/ 1885289 w 3386022"/>
              <a:gd name="connsiteY1482" fmla="*/ 4648543 h 5292726"/>
              <a:gd name="connsiteX1483" fmla="*/ 1881397 w 3386022"/>
              <a:gd name="connsiteY1483" fmla="*/ 4646639 h 5292726"/>
              <a:gd name="connsiteX1484" fmla="*/ 1904178 w 3386022"/>
              <a:gd name="connsiteY1484" fmla="*/ 4636515 h 5292726"/>
              <a:gd name="connsiteX1485" fmla="*/ 1336234 w 3386022"/>
              <a:gd name="connsiteY1485" fmla="*/ 4633479 h 5292726"/>
              <a:gd name="connsiteX1486" fmla="*/ 1336308 w 3386022"/>
              <a:gd name="connsiteY1486" fmla="*/ 4633530 h 5292726"/>
              <a:gd name="connsiteX1487" fmla="*/ 1336182 w 3386022"/>
              <a:gd name="connsiteY1487" fmla="*/ 4633530 h 5292726"/>
              <a:gd name="connsiteX1488" fmla="*/ 1163231 w 3386022"/>
              <a:gd name="connsiteY1488" fmla="*/ 4631842 h 5292726"/>
              <a:gd name="connsiteX1489" fmla="*/ 1172707 w 3386022"/>
              <a:gd name="connsiteY1489" fmla="*/ 4640626 h 5292726"/>
              <a:gd name="connsiteX1490" fmla="*/ 1172707 w 3386022"/>
              <a:gd name="connsiteY1490" fmla="*/ 4640755 h 5292726"/>
              <a:gd name="connsiteX1491" fmla="*/ 1178292 w 3386022"/>
              <a:gd name="connsiteY1491" fmla="*/ 4650058 h 5292726"/>
              <a:gd name="connsiteX1492" fmla="*/ 1179548 w 3386022"/>
              <a:gd name="connsiteY1492" fmla="*/ 4659967 h 5292726"/>
              <a:gd name="connsiteX1493" fmla="*/ 1176222 w 3386022"/>
              <a:gd name="connsiteY1493" fmla="*/ 4670524 h 5292726"/>
              <a:gd name="connsiteX1494" fmla="*/ 1170198 w 3386022"/>
              <a:gd name="connsiteY1494" fmla="*/ 4670178 h 5292726"/>
              <a:gd name="connsiteX1495" fmla="*/ 1164424 w 3386022"/>
              <a:gd name="connsiteY1495" fmla="*/ 4669831 h 5292726"/>
              <a:gd name="connsiteX1496" fmla="*/ 1158587 w 3386022"/>
              <a:gd name="connsiteY1496" fmla="*/ 4669485 h 5292726"/>
              <a:gd name="connsiteX1497" fmla="*/ 1152436 w 3386022"/>
              <a:gd name="connsiteY1497" fmla="*/ 4669139 h 5292726"/>
              <a:gd name="connsiteX1498" fmla="*/ 1150367 w 3386022"/>
              <a:gd name="connsiteY1498" fmla="*/ 4664467 h 5292726"/>
              <a:gd name="connsiteX1499" fmla="*/ 1148171 w 3386022"/>
              <a:gd name="connsiteY1499" fmla="*/ 4659490 h 5292726"/>
              <a:gd name="connsiteX1500" fmla="*/ 1145659 w 3386022"/>
              <a:gd name="connsiteY1500" fmla="*/ 4653865 h 5292726"/>
              <a:gd name="connsiteX1501" fmla="*/ 1142709 w 3386022"/>
              <a:gd name="connsiteY1501" fmla="*/ 4647246 h 5292726"/>
              <a:gd name="connsiteX1502" fmla="*/ 1137752 w 3386022"/>
              <a:gd name="connsiteY1502" fmla="*/ 4652438 h 5292726"/>
              <a:gd name="connsiteX1503" fmla="*/ 1133485 w 3386022"/>
              <a:gd name="connsiteY1503" fmla="*/ 4656894 h 5292726"/>
              <a:gd name="connsiteX1504" fmla="*/ 1129656 w 3386022"/>
              <a:gd name="connsiteY1504" fmla="*/ 4660918 h 5292726"/>
              <a:gd name="connsiteX1505" fmla="*/ 1125954 w 3386022"/>
              <a:gd name="connsiteY1505" fmla="*/ 4664769 h 5292726"/>
              <a:gd name="connsiteX1506" fmla="*/ 1115035 w 3386022"/>
              <a:gd name="connsiteY1506" fmla="*/ 4658235 h 5292726"/>
              <a:gd name="connsiteX1507" fmla="*/ 1114406 w 3386022"/>
              <a:gd name="connsiteY1507" fmla="*/ 4650880 h 5292726"/>
              <a:gd name="connsiteX1508" fmla="*/ 1116101 w 3386022"/>
              <a:gd name="connsiteY1508" fmla="*/ 4643481 h 5292726"/>
              <a:gd name="connsiteX1509" fmla="*/ 1112147 w 3386022"/>
              <a:gd name="connsiteY1509" fmla="*/ 4636861 h 5292726"/>
              <a:gd name="connsiteX1510" fmla="*/ 1124950 w 3386022"/>
              <a:gd name="connsiteY1510" fmla="*/ 4635606 h 5292726"/>
              <a:gd name="connsiteX1511" fmla="*/ 1137689 w 3386022"/>
              <a:gd name="connsiteY1511" fmla="*/ 4634351 h 5292726"/>
              <a:gd name="connsiteX1512" fmla="*/ 1150428 w 3386022"/>
              <a:gd name="connsiteY1512" fmla="*/ 4633097 h 5292726"/>
              <a:gd name="connsiteX1513" fmla="*/ 1163231 w 3386022"/>
              <a:gd name="connsiteY1513" fmla="*/ 4631842 h 5292726"/>
              <a:gd name="connsiteX1514" fmla="*/ 1874494 w 3386022"/>
              <a:gd name="connsiteY1514" fmla="*/ 4629938 h 5292726"/>
              <a:gd name="connsiteX1515" fmla="*/ 1875247 w 3386022"/>
              <a:gd name="connsiteY1515" fmla="*/ 4636990 h 5292726"/>
              <a:gd name="connsiteX1516" fmla="*/ 1876126 w 3386022"/>
              <a:gd name="connsiteY1516" fmla="*/ 4645126 h 5292726"/>
              <a:gd name="connsiteX1517" fmla="*/ 1877005 w 3386022"/>
              <a:gd name="connsiteY1517" fmla="*/ 4653260 h 5292726"/>
              <a:gd name="connsiteX1518" fmla="*/ 1877883 w 3386022"/>
              <a:gd name="connsiteY1518" fmla="*/ 4661394 h 5292726"/>
              <a:gd name="connsiteX1519" fmla="*/ 1890497 w 3386022"/>
              <a:gd name="connsiteY1519" fmla="*/ 4663168 h 5292726"/>
              <a:gd name="connsiteX1520" fmla="*/ 1904617 w 3386022"/>
              <a:gd name="connsiteY1520" fmla="*/ 4663514 h 5292726"/>
              <a:gd name="connsiteX1521" fmla="*/ 1918235 w 3386022"/>
              <a:gd name="connsiteY1521" fmla="*/ 4665592 h 5292726"/>
              <a:gd name="connsiteX1522" fmla="*/ 1929343 w 3386022"/>
              <a:gd name="connsiteY1522" fmla="*/ 4672557 h 5292726"/>
              <a:gd name="connsiteX1523" fmla="*/ 1890874 w 3386022"/>
              <a:gd name="connsiteY1523" fmla="*/ 4677577 h 5292726"/>
              <a:gd name="connsiteX1524" fmla="*/ 1871733 w 3386022"/>
              <a:gd name="connsiteY1524" fmla="*/ 4679177 h 5292726"/>
              <a:gd name="connsiteX1525" fmla="*/ 1852844 w 3386022"/>
              <a:gd name="connsiteY1525" fmla="*/ 4677014 h 5292726"/>
              <a:gd name="connsiteX1526" fmla="*/ 1815065 w 3386022"/>
              <a:gd name="connsiteY1526" fmla="*/ 4670697 h 5292726"/>
              <a:gd name="connsiteX1527" fmla="*/ 1815065 w 3386022"/>
              <a:gd name="connsiteY1527" fmla="*/ 4655900 h 5292726"/>
              <a:gd name="connsiteX1528" fmla="*/ 1814939 w 3386022"/>
              <a:gd name="connsiteY1528" fmla="*/ 4655900 h 5292726"/>
              <a:gd name="connsiteX1529" fmla="*/ 1814939 w 3386022"/>
              <a:gd name="connsiteY1529" fmla="*/ 4651226 h 5292726"/>
              <a:gd name="connsiteX1530" fmla="*/ 1828809 w 3386022"/>
              <a:gd name="connsiteY1530" fmla="*/ 4648760 h 5292726"/>
              <a:gd name="connsiteX1531" fmla="*/ 1838975 w 3386022"/>
              <a:gd name="connsiteY1531" fmla="*/ 4651226 h 5292726"/>
              <a:gd name="connsiteX1532" fmla="*/ 1847824 w 3386022"/>
              <a:gd name="connsiteY1532" fmla="*/ 4655207 h 5292726"/>
              <a:gd name="connsiteX1533" fmla="*/ 1857739 w 3386022"/>
              <a:gd name="connsiteY1533" fmla="*/ 4657197 h 5292726"/>
              <a:gd name="connsiteX1534" fmla="*/ 1861002 w 3386022"/>
              <a:gd name="connsiteY1534" fmla="*/ 4650014 h 5292726"/>
              <a:gd name="connsiteX1535" fmla="*/ 1862132 w 3386022"/>
              <a:gd name="connsiteY1535" fmla="*/ 4642486 h 5292726"/>
              <a:gd name="connsiteX1536" fmla="*/ 1865583 w 3386022"/>
              <a:gd name="connsiteY1536" fmla="*/ 4635390 h 5292726"/>
              <a:gd name="connsiteX1537" fmla="*/ 1874494 w 3386022"/>
              <a:gd name="connsiteY1537" fmla="*/ 4629938 h 5292726"/>
              <a:gd name="connsiteX1538" fmla="*/ 1876629 w 3386022"/>
              <a:gd name="connsiteY1538" fmla="*/ 4627212 h 5292726"/>
              <a:gd name="connsiteX1539" fmla="*/ 1876441 w 3386022"/>
              <a:gd name="connsiteY1539" fmla="*/ 4627775 h 5292726"/>
              <a:gd name="connsiteX1540" fmla="*/ 1875813 w 3386022"/>
              <a:gd name="connsiteY1540" fmla="*/ 4629462 h 5292726"/>
              <a:gd name="connsiteX1541" fmla="*/ 1874621 w 3386022"/>
              <a:gd name="connsiteY1541" fmla="*/ 4629938 h 5292726"/>
              <a:gd name="connsiteX1542" fmla="*/ 1874495 w 3386022"/>
              <a:gd name="connsiteY1542" fmla="*/ 4628857 h 5292726"/>
              <a:gd name="connsiteX1543" fmla="*/ 1876629 w 3386022"/>
              <a:gd name="connsiteY1543" fmla="*/ 4627212 h 5292726"/>
              <a:gd name="connsiteX1544" fmla="*/ 1878259 w 3386022"/>
              <a:gd name="connsiteY1544" fmla="*/ 4622669 h 5292726"/>
              <a:gd name="connsiteX1545" fmla="*/ 1879640 w 3386022"/>
              <a:gd name="connsiteY1545" fmla="*/ 4623794 h 5292726"/>
              <a:gd name="connsiteX1546" fmla="*/ 1879954 w 3386022"/>
              <a:gd name="connsiteY1546" fmla="*/ 4624530 h 5292726"/>
              <a:gd name="connsiteX1547" fmla="*/ 1879892 w 3386022"/>
              <a:gd name="connsiteY1547" fmla="*/ 4624530 h 5292726"/>
              <a:gd name="connsiteX1548" fmla="*/ 1878385 w 3386022"/>
              <a:gd name="connsiteY1548" fmla="*/ 4625871 h 5292726"/>
              <a:gd name="connsiteX1549" fmla="*/ 1876566 w 3386022"/>
              <a:gd name="connsiteY1549" fmla="*/ 4627212 h 5292726"/>
              <a:gd name="connsiteX1550" fmla="*/ 1877005 w 3386022"/>
              <a:gd name="connsiteY1550" fmla="*/ 4626044 h 5292726"/>
              <a:gd name="connsiteX1551" fmla="*/ 1877632 w 3386022"/>
              <a:gd name="connsiteY1551" fmla="*/ 4624356 h 5292726"/>
              <a:gd name="connsiteX1552" fmla="*/ 1878259 w 3386022"/>
              <a:gd name="connsiteY1552" fmla="*/ 4622669 h 5292726"/>
              <a:gd name="connsiteX1553" fmla="*/ 872919 w 3386022"/>
              <a:gd name="connsiteY1553" fmla="*/ 4622669 h 5292726"/>
              <a:gd name="connsiteX1554" fmla="*/ 882396 w 3386022"/>
              <a:gd name="connsiteY1554" fmla="*/ 4623664 h 5292726"/>
              <a:gd name="connsiteX1555" fmla="*/ 894862 w 3386022"/>
              <a:gd name="connsiteY1555" fmla="*/ 4623836 h 5292726"/>
              <a:gd name="connsiteX1556" fmla="*/ 907309 w 3386022"/>
              <a:gd name="connsiteY1556" fmla="*/ 4623751 h 5292726"/>
              <a:gd name="connsiteX1557" fmla="*/ 919736 w 3386022"/>
              <a:gd name="connsiteY1557" fmla="*/ 4624356 h 5292726"/>
              <a:gd name="connsiteX1558" fmla="*/ 907059 w 3386022"/>
              <a:gd name="connsiteY1558" fmla="*/ 4631496 h 5292726"/>
              <a:gd name="connsiteX1559" fmla="*/ 895888 w 3386022"/>
              <a:gd name="connsiteY1559" fmla="*/ 4633486 h 5292726"/>
              <a:gd name="connsiteX1560" fmla="*/ 884591 w 3386022"/>
              <a:gd name="connsiteY1560" fmla="*/ 4630240 h 5292726"/>
              <a:gd name="connsiteX1561" fmla="*/ 872919 w 3386022"/>
              <a:gd name="connsiteY1561" fmla="*/ 4622669 h 5292726"/>
              <a:gd name="connsiteX1562" fmla="*/ 507810 w 3386022"/>
              <a:gd name="connsiteY1562" fmla="*/ 4622366 h 5292726"/>
              <a:gd name="connsiteX1563" fmla="*/ 511262 w 3386022"/>
              <a:gd name="connsiteY1563" fmla="*/ 4624789 h 5292726"/>
              <a:gd name="connsiteX1564" fmla="*/ 512454 w 3386022"/>
              <a:gd name="connsiteY1564" fmla="*/ 4626044 h 5292726"/>
              <a:gd name="connsiteX1565" fmla="*/ 511325 w 3386022"/>
              <a:gd name="connsiteY1565" fmla="*/ 4627341 h 5292726"/>
              <a:gd name="connsiteX1566" fmla="*/ 507811 w 3386022"/>
              <a:gd name="connsiteY1566" fmla="*/ 4629894 h 5292726"/>
              <a:gd name="connsiteX1567" fmla="*/ 504234 w 3386022"/>
              <a:gd name="connsiteY1567" fmla="*/ 4627385 h 5292726"/>
              <a:gd name="connsiteX1568" fmla="*/ 503041 w 3386022"/>
              <a:gd name="connsiteY1568" fmla="*/ 4626130 h 5292726"/>
              <a:gd name="connsiteX1569" fmla="*/ 504234 w 3386022"/>
              <a:gd name="connsiteY1569" fmla="*/ 4624876 h 5292726"/>
              <a:gd name="connsiteX1570" fmla="*/ 507748 w 3386022"/>
              <a:gd name="connsiteY1570" fmla="*/ 4622322 h 5292726"/>
              <a:gd name="connsiteX1571" fmla="*/ 507811 w 3386022"/>
              <a:gd name="connsiteY1571" fmla="*/ 4622365 h 5292726"/>
              <a:gd name="connsiteX1572" fmla="*/ 507810 w 3386022"/>
              <a:gd name="connsiteY1572" fmla="*/ 4622366 h 5292726"/>
              <a:gd name="connsiteX1573" fmla="*/ 866580 w 3386022"/>
              <a:gd name="connsiteY1573" fmla="*/ 4621501 h 5292726"/>
              <a:gd name="connsiteX1574" fmla="*/ 866768 w 3386022"/>
              <a:gd name="connsiteY1574" fmla="*/ 4621501 h 5292726"/>
              <a:gd name="connsiteX1575" fmla="*/ 869215 w 3386022"/>
              <a:gd name="connsiteY1575" fmla="*/ 4621587 h 5292726"/>
              <a:gd name="connsiteX1576" fmla="*/ 869090 w 3386022"/>
              <a:gd name="connsiteY1576" fmla="*/ 4621544 h 5292726"/>
              <a:gd name="connsiteX1577" fmla="*/ 871538 w 3386022"/>
              <a:gd name="connsiteY1577" fmla="*/ 4621630 h 5292726"/>
              <a:gd name="connsiteX1578" fmla="*/ 872856 w 3386022"/>
              <a:gd name="connsiteY1578" fmla="*/ 4622626 h 5292726"/>
              <a:gd name="connsiteX1579" fmla="*/ 870094 w 3386022"/>
              <a:gd name="connsiteY1579" fmla="*/ 4622193 h 5292726"/>
              <a:gd name="connsiteX1580" fmla="*/ 866894 w 3386022"/>
              <a:gd name="connsiteY1580" fmla="*/ 4621544 h 5292726"/>
              <a:gd name="connsiteX1581" fmla="*/ 866580 w 3386022"/>
              <a:gd name="connsiteY1581" fmla="*/ 4621501 h 5292726"/>
              <a:gd name="connsiteX1582" fmla="*/ 864195 w 3386022"/>
              <a:gd name="connsiteY1582" fmla="*/ 4621327 h 5292726"/>
              <a:gd name="connsiteX1583" fmla="*/ 864259 w 3386022"/>
              <a:gd name="connsiteY1583" fmla="*/ 4621370 h 5292726"/>
              <a:gd name="connsiteX1584" fmla="*/ 865451 w 3386022"/>
              <a:gd name="connsiteY1584" fmla="*/ 4621370 h 5292726"/>
              <a:gd name="connsiteX1585" fmla="*/ 866643 w 3386022"/>
              <a:gd name="connsiteY1585" fmla="*/ 4621544 h 5292726"/>
              <a:gd name="connsiteX1586" fmla="*/ 864383 w 3386022"/>
              <a:gd name="connsiteY1586" fmla="*/ 4621501 h 5292726"/>
              <a:gd name="connsiteX1587" fmla="*/ 861936 w 3386022"/>
              <a:gd name="connsiteY1587" fmla="*/ 4621414 h 5292726"/>
              <a:gd name="connsiteX1588" fmla="*/ 864195 w 3386022"/>
              <a:gd name="connsiteY1588" fmla="*/ 4621327 h 5292726"/>
              <a:gd name="connsiteX1589" fmla="*/ 445750 w 3386022"/>
              <a:gd name="connsiteY1589" fmla="*/ 4617347 h 5292726"/>
              <a:gd name="connsiteX1590" fmla="*/ 445687 w 3386022"/>
              <a:gd name="connsiteY1590" fmla="*/ 4617390 h 5292726"/>
              <a:gd name="connsiteX1591" fmla="*/ 449892 w 3386022"/>
              <a:gd name="connsiteY1591" fmla="*/ 4622798 h 5292726"/>
              <a:gd name="connsiteX1592" fmla="*/ 449829 w 3386022"/>
              <a:gd name="connsiteY1592" fmla="*/ 4627991 h 5292726"/>
              <a:gd name="connsiteX1593" fmla="*/ 446252 w 3386022"/>
              <a:gd name="connsiteY1593" fmla="*/ 4633486 h 5292726"/>
              <a:gd name="connsiteX1594" fmla="*/ 439914 w 3386022"/>
              <a:gd name="connsiteY1594" fmla="*/ 4639717 h 5292726"/>
              <a:gd name="connsiteX1595" fmla="*/ 435271 w 3386022"/>
              <a:gd name="connsiteY1595" fmla="*/ 4632707 h 5292726"/>
              <a:gd name="connsiteX1596" fmla="*/ 434517 w 3386022"/>
              <a:gd name="connsiteY1596" fmla="*/ 4626909 h 5292726"/>
              <a:gd name="connsiteX1597" fmla="*/ 437906 w 3386022"/>
              <a:gd name="connsiteY1597" fmla="*/ 4621934 h 5292726"/>
              <a:gd name="connsiteX1598" fmla="*/ 445750 w 3386022"/>
              <a:gd name="connsiteY1598" fmla="*/ 4617347 h 5292726"/>
              <a:gd name="connsiteX1599" fmla="*/ 1323819 w 3386022"/>
              <a:gd name="connsiteY1599" fmla="*/ 4617217 h 5292726"/>
              <a:gd name="connsiteX1600" fmla="*/ 1333797 w 3386022"/>
              <a:gd name="connsiteY1600" fmla="*/ 4617347 h 5292726"/>
              <a:gd name="connsiteX1601" fmla="*/ 1342898 w 3386022"/>
              <a:gd name="connsiteY1601" fmla="*/ 4626217 h 5292726"/>
              <a:gd name="connsiteX1602" fmla="*/ 1342646 w 3386022"/>
              <a:gd name="connsiteY1602" fmla="*/ 4627342 h 5292726"/>
              <a:gd name="connsiteX1603" fmla="*/ 1341267 w 3386022"/>
              <a:gd name="connsiteY1603" fmla="*/ 4628813 h 5292726"/>
              <a:gd name="connsiteX1604" fmla="*/ 1339005 w 3386022"/>
              <a:gd name="connsiteY1604" fmla="*/ 4630803 h 5292726"/>
              <a:gd name="connsiteX1605" fmla="*/ 1336234 w 3386022"/>
              <a:gd name="connsiteY1605" fmla="*/ 4633479 h 5292726"/>
              <a:gd name="connsiteX1606" fmla="*/ 1321749 w 3386022"/>
              <a:gd name="connsiteY1606" fmla="*/ 4623405 h 5292726"/>
              <a:gd name="connsiteX1607" fmla="*/ 1323819 w 3386022"/>
              <a:gd name="connsiteY1607" fmla="*/ 4617217 h 5292726"/>
              <a:gd name="connsiteX1608" fmla="*/ 645560 w 3386022"/>
              <a:gd name="connsiteY1608" fmla="*/ 4615269 h 5292726"/>
              <a:gd name="connsiteX1609" fmla="*/ 645497 w 3386022"/>
              <a:gd name="connsiteY1609" fmla="*/ 4615312 h 5292726"/>
              <a:gd name="connsiteX1610" fmla="*/ 650142 w 3386022"/>
              <a:gd name="connsiteY1610" fmla="*/ 4616004 h 5292726"/>
              <a:gd name="connsiteX1611" fmla="*/ 649828 w 3386022"/>
              <a:gd name="connsiteY1611" fmla="*/ 4618644 h 5292726"/>
              <a:gd name="connsiteX1612" fmla="*/ 643238 w 3386022"/>
              <a:gd name="connsiteY1612" fmla="*/ 4623274 h 5292726"/>
              <a:gd name="connsiteX1613" fmla="*/ 641671 w 3386022"/>
              <a:gd name="connsiteY1613" fmla="*/ 4621457 h 5292726"/>
              <a:gd name="connsiteX1614" fmla="*/ 640163 w 3386022"/>
              <a:gd name="connsiteY1614" fmla="*/ 4619726 h 5292726"/>
              <a:gd name="connsiteX1615" fmla="*/ 638721 w 3386022"/>
              <a:gd name="connsiteY1615" fmla="*/ 4618082 h 5292726"/>
              <a:gd name="connsiteX1616" fmla="*/ 637340 w 3386022"/>
              <a:gd name="connsiteY1616" fmla="*/ 4616481 h 5292726"/>
              <a:gd name="connsiteX1617" fmla="*/ 645560 w 3386022"/>
              <a:gd name="connsiteY1617" fmla="*/ 4615269 h 5292726"/>
              <a:gd name="connsiteX1618" fmla="*/ 1121056 w 3386022"/>
              <a:gd name="connsiteY1618" fmla="*/ 4612890 h 5292726"/>
              <a:gd name="connsiteX1619" fmla="*/ 1122874 w 3386022"/>
              <a:gd name="connsiteY1619" fmla="*/ 4613409 h 5292726"/>
              <a:gd name="connsiteX1620" fmla="*/ 1126516 w 3386022"/>
              <a:gd name="connsiteY1620" fmla="*/ 4615269 h 5292726"/>
              <a:gd name="connsiteX1621" fmla="*/ 1125260 w 3386022"/>
              <a:gd name="connsiteY1621" fmla="*/ 4615442 h 5292726"/>
              <a:gd name="connsiteX1622" fmla="*/ 1124005 w 3386022"/>
              <a:gd name="connsiteY1622" fmla="*/ 4615615 h 5292726"/>
              <a:gd name="connsiteX1623" fmla="*/ 1122750 w 3386022"/>
              <a:gd name="connsiteY1623" fmla="*/ 4615789 h 5292726"/>
              <a:gd name="connsiteX1624" fmla="*/ 1121493 w 3386022"/>
              <a:gd name="connsiteY1624" fmla="*/ 4615962 h 5292726"/>
              <a:gd name="connsiteX1625" fmla="*/ 1120240 w 3386022"/>
              <a:gd name="connsiteY1625" fmla="*/ 4615789 h 5292726"/>
              <a:gd name="connsiteX1626" fmla="*/ 1118984 w 3386022"/>
              <a:gd name="connsiteY1626" fmla="*/ 4615615 h 5292726"/>
              <a:gd name="connsiteX1627" fmla="*/ 1117729 w 3386022"/>
              <a:gd name="connsiteY1627" fmla="*/ 4615442 h 5292726"/>
              <a:gd name="connsiteX1628" fmla="*/ 1116474 w 3386022"/>
              <a:gd name="connsiteY1628" fmla="*/ 4615269 h 5292726"/>
              <a:gd name="connsiteX1629" fmla="*/ 1119423 w 3386022"/>
              <a:gd name="connsiteY1629" fmla="*/ 4613539 h 5292726"/>
              <a:gd name="connsiteX1630" fmla="*/ 1119485 w 3386022"/>
              <a:gd name="connsiteY1630" fmla="*/ 4613539 h 5292726"/>
              <a:gd name="connsiteX1631" fmla="*/ 1121056 w 3386022"/>
              <a:gd name="connsiteY1631" fmla="*/ 4612890 h 5292726"/>
              <a:gd name="connsiteX1632" fmla="*/ 1830754 w 3386022"/>
              <a:gd name="connsiteY1632" fmla="*/ 4608563 h 5292726"/>
              <a:gd name="connsiteX1633" fmla="*/ 1834896 w 3386022"/>
              <a:gd name="connsiteY1633" fmla="*/ 4609255 h 5292726"/>
              <a:gd name="connsiteX1634" fmla="*/ 1834018 w 3386022"/>
              <a:gd name="connsiteY1634" fmla="*/ 4612976 h 5292726"/>
              <a:gd name="connsiteX1635" fmla="*/ 1829624 w 3386022"/>
              <a:gd name="connsiteY1635" fmla="*/ 4618169 h 5292726"/>
              <a:gd name="connsiteX1636" fmla="*/ 1826612 w 3386022"/>
              <a:gd name="connsiteY1636" fmla="*/ 4616351 h 5292726"/>
              <a:gd name="connsiteX1637" fmla="*/ 1824103 w 3386022"/>
              <a:gd name="connsiteY1637" fmla="*/ 4614837 h 5292726"/>
              <a:gd name="connsiteX1638" fmla="*/ 1821969 w 3386022"/>
              <a:gd name="connsiteY1638" fmla="*/ 4613539 h 5292726"/>
              <a:gd name="connsiteX1639" fmla="*/ 1820023 w 3386022"/>
              <a:gd name="connsiteY1639" fmla="*/ 4612371 h 5292726"/>
              <a:gd name="connsiteX1640" fmla="*/ 1830754 w 3386022"/>
              <a:gd name="connsiteY1640" fmla="*/ 4608563 h 5292726"/>
              <a:gd name="connsiteX1641" fmla="*/ 707317 w 3386022"/>
              <a:gd name="connsiteY1641" fmla="*/ 4607309 h 5292726"/>
              <a:gd name="connsiteX1642" fmla="*/ 725511 w 3386022"/>
              <a:gd name="connsiteY1642" fmla="*/ 4608001 h 5292726"/>
              <a:gd name="connsiteX1643" fmla="*/ 741200 w 3386022"/>
              <a:gd name="connsiteY1643" fmla="*/ 4613280 h 5292726"/>
              <a:gd name="connsiteX1644" fmla="*/ 731787 w 3386022"/>
              <a:gd name="connsiteY1644" fmla="*/ 4617650 h 5292726"/>
              <a:gd name="connsiteX1645" fmla="*/ 721688 w 3386022"/>
              <a:gd name="connsiteY1645" fmla="*/ 4622322 h 5292726"/>
              <a:gd name="connsiteX1646" fmla="*/ 710203 w 3386022"/>
              <a:gd name="connsiteY1646" fmla="*/ 4627644 h 5292726"/>
              <a:gd name="connsiteX1647" fmla="*/ 696585 w 3386022"/>
              <a:gd name="connsiteY1647" fmla="*/ 4633918 h 5292726"/>
              <a:gd name="connsiteX1648" fmla="*/ 694891 w 3386022"/>
              <a:gd name="connsiteY1648" fmla="*/ 4614794 h 5292726"/>
              <a:gd name="connsiteX1649" fmla="*/ 707254 w 3386022"/>
              <a:gd name="connsiteY1649" fmla="*/ 4607352 h 5292726"/>
              <a:gd name="connsiteX1650" fmla="*/ 860869 w 3386022"/>
              <a:gd name="connsiteY1650" fmla="*/ 4596838 h 5292726"/>
              <a:gd name="connsiteX1651" fmla="*/ 861873 w 3386022"/>
              <a:gd name="connsiteY1651" fmla="*/ 4597746 h 5292726"/>
              <a:gd name="connsiteX1652" fmla="*/ 862877 w 3386022"/>
              <a:gd name="connsiteY1652" fmla="*/ 4598655 h 5292726"/>
              <a:gd name="connsiteX1653" fmla="*/ 863881 w 3386022"/>
              <a:gd name="connsiteY1653" fmla="*/ 4599563 h 5292726"/>
              <a:gd name="connsiteX1654" fmla="*/ 864885 w 3386022"/>
              <a:gd name="connsiteY1654" fmla="*/ 4600472 h 5292726"/>
              <a:gd name="connsiteX1655" fmla="*/ 864132 w 3386022"/>
              <a:gd name="connsiteY1655" fmla="*/ 4600818 h 5292726"/>
              <a:gd name="connsiteX1656" fmla="*/ 863379 w 3386022"/>
              <a:gd name="connsiteY1656" fmla="*/ 4601164 h 5292726"/>
              <a:gd name="connsiteX1657" fmla="*/ 862626 w 3386022"/>
              <a:gd name="connsiteY1657" fmla="*/ 4601511 h 5292726"/>
              <a:gd name="connsiteX1658" fmla="*/ 861873 w 3386022"/>
              <a:gd name="connsiteY1658" fmla="*/ 4601856 h 5292726"/>
              <a:gd name="connsiteX1659" fmla="*/ 860681 w 3386022"/>
              <a:gd name="connsiteY1659" fmla="*/ 4600905 h 5292726"/>
              <a:gd name="connsiteX1660" fmla="*/ 859488 w 3386022"/>
              <a:gd name="connsiteY1660" fmla="*/ 4599953 h 5292726"/>
              <a:gd name="connsiteX1661" fmla="*/ 858296 w 3386022"/>
              <a:gd name="connsiteY1661" fmla="*/ 4599001 h 5292726"/>
              <a:gd name="connsiteX1662" fmla="*/ 857105 w 3386022"/>
              <a:gd name="connsiteY1662" fmla="*/ 4598049 h 5292726"/>
              <a:gd name="connsiteX1663" fmla="*/ 858046 w 3386022"/>
              <a:gd name="connsiteY1663" fmla="*/ 4597746 h 5292726"/>
              <a:gd name="connsiteX1664" fmla="*/ 858988 w 3386022"/>
              <a:gd name="connsiteY1664" fmla="*/ 4597443 h 5292726"/>
              <a:gd name="connsiteX1665" fmla="*/ 859928 w 3386022"/>
              <a:gd name="connsiteY1665" fmla="*/ 4597141 h 5292726"/>
              <a:gd name="connsiteX1666" fmla="*/ 860869 w 3386022"/>
              <a:gd name="connsiteY1666" fmla="*/ 4596838 h 5292726"/>
              <a:gd name="connsiteX1667" fmla="*/ 928332 w 3386022"/>
              <a:gd name="connsiteY1667" fmla="*/ 4592986 h 5292726"/>
              <a:gd name="connsiteX1668" fmla="*/ 928584 w 3386022"/>
              <a:gd name="connsiteY1668" fmla="*/ 4593506 h 5292726"/>
              <a:gd name="connsiteX1669" fmla="*/ 928520 w 3386022"/>
              <a:gd name="connsiteY1669" fmla="*/ 4593591 h 5292726"/>
              <a:gd name="connsiteX1670" fmla="*/ 928772 w 3386022"/>
              <a:gd name="connsiteY1670" fmla="*/ 4594111 h 5292726"/>
              <a:gd name="connsiteX1671" fmla="*/ 929022 w 3386022"/>
              <a:gd name="connsiteY1671" fmla="*/ 4594631 h 5292726"/>
              <a:gd name="connsiteX1672" fmla="*/ 929274 w 3386022"/>
              <a:gd name="connsiteY1672" fmla="*/ 4595149 h 5292726"/>
              <a:gd name="connsiteX1673" fmla="*/ 928520 w 3386022"/>
              <a:gd name="connsiteY1673" fmla="*/ 4595280 h 5292726"/>
              <a:gd name="connsiteX1674" fmla="*/ 927768 w 3386022"/>
              <a:gd name="connsiteY1674" fmla="*/ 4595409 h 5292726"/>
              <a:gd name="connsiteX1675" fmla="*/ 927015 w 3386022"/>
              <a:gd name="connsiteY1675" fmla="*/ 4595539 h 5292726"/>
              <a:gd name="connsiteX1676" fmla="*/ 926261 w 3386022"/>
              <a:gd name="connsiteY1676" fmla="*/ 4595669 h 5292726"/>
              <a:gd name="connsiteX1677" fmla="*/ 925446 w 3386022"/>
              <a:gd name="connsiteY1677" fmla="*/ 4594154 h 5292726"/>
              <a:gd name="connsiteX1678" fmla="*/ 925320 w 3386022"/>
              <a:gd name="connsiteY1678" fmla="*/ 4593506 h 5292726"/>
              <a:gd name="connsiteX1679" fmla="*/ 926199 w 3386022"/>
              <a:gd name="connsiteY1679" fmla="*/ 4593289 h 5292726"/>
              <a:gd name="connsiteX1680" fmla="*/ 928332 w 3386022"/>
              <a:gd name="connsiteY1680" fmla="*/ 4592986 h 5292726"/>
              <a:gd name="connsiteX1681" fmla="*/ 328716 w 3386022"/>
              <a:gd name="connsiteY1681" fmla="*/ 4582299 h 5292726"/>
              <a:gd name="connsiteX1682" fmla="*/ 340828 w 3386022"/>
              <a:gd name="connsiteY1682" fmla="*/ 4595670 h 5292726"/>
              <a:gd name="connsiteX1683" fmla="*/ 340766 w 3386022"/>
              <a:gd name="connsiteY1683" fmla="*/ 4595670 h 5292726"/>
              <a:gd name="connsiteX1684" fmla="*/ 345032 w 3386022"/>
              <a:gd name="connsiteY1684" fmla="*/ 4618775 h 5292726"/>
              <a:gd name="connsiteX1685" fmla="*/ 342835 w 3386022"/>
              <a:gd name="connsiteY1685" fmla="*/ 4643654 h 5292726"/>
              <a:gd name="connsiteX1686" fmla="*/ 335494 w 3386022"/>
              <a:gd name="connsiteY1686" fmla="*/ 4662304 h 5292726"/>
              <a:gd name="connsiteX1687" fmla="*/ 321310 w 3386022"/>
              <a:gd name="connsiteY1687" fmla="*/ 4655769 h 5292726"/>
              <a:gd name="connsiteX1688" fmla="*/ 322378 w 3386022"/>
              <a:gd name="connsiteY1688" fmla="*/ 4635909 h 5292726"/>
              <a:gd name="connsiteX1689" fmla="*/ 322063 w 3386022"/>
              <a:gd name="connsiteY1689" fmla="*/ 4609516 h 5292726"/>
              <a:gd name="connsiteX1690" fmla="*/ 303740 w 3386022"/>
              <a:gd name="connsiteY1690" fmla="*/ 4583338 h 5292726"/>
              <a:gd name="connsiteX1691" fmla="*/ 309827 w 3386022"/>
              <a:gd name="connsiteY1691" fmla="*/ 4583078 h 5292726"/>
              <a:gd name="connsiteX1692" fmla="*/ 315977 w 3386022"/>
              <a:gd name="connsiteY1692" fmla="*/ 4582819 h 5292726"/>
              <a:gd name="connsiteX1693" fmla="*/ 322252 w 3386022"/>
              <a:gd name="connsiteY1693" fmla="*/ 4582559 h 5292726"/>
              <a:gd name="connsiteX1694" fmla="*/ 328716 w 3386022"/>
              <a:gd name="connsiteY1694" fmla="*/ 4582299 h 5292726"/>
              <a:gd name="connsiteX1695" fmla="*/ 656917 w 3386022"/>
              <a:gd name="connsiteY1695" fmla="*/ 4578318 h 5292726"/>
              <a:gd name="connsiteX1696" fmla="*/ 658611 w 3386022"/>
              <a:gd name="connsiteY1696" fmla="*/ 4579010 h 5292726"/>
              <a:gd name="connsiteX1697" fmla="*/ 660432 w 3386022"/>
              <a:gd name="connsiteY1697" fmla="*/ 4579789 h 5292726"/>
              <a:gd name="connsiteX1698" fmla="*/ 660368 w 3386022"/>
              <a:gd name="connsiteY1698" fmla="*/ 4579789 h 5292726"/>
              <a:gd name="connsiteX1699" fmla="*/ 662502 w 3386022"/>
              <a:gd name="connsiteY1699" fmla="*/ 4580655 h 5292726"/>
              <a:gd name="connsiteX1700" fmla="*/ 665013 w 3386022"/>
              <a:gd name="connsiteY1700" fmla="*/ 4581693 h 5292726"/>
              <a:gd name="connsiteX1701" fmla="*/ 662753 w 3386022"/>
              <a:gd name="connsiteY1701" fmla="*/ 4582992 h 5292726"/>
              <a:gd name="connsiteX1702" fmla="*/ 660494 w 3386022"/>
              <a:gd name="connsiteY1702" fmla="*/ 4584289 h 5292726"/>
              <a:gd name="connsiteX1703" fmla="*/ 658298 w 3386022"/>
              <a:gd name="connsiteY1703" fmla="*/ 4585544 h 5292726"/>
              <a:gd name="connsiteX1704" fmla="*/ 656101 w 3386022"/>
              <a:gd name="connsiteY1704" fmla="*/ 4586799 h 5292726"/>
              <a:gd name="connsiteX1705" fmla="*/ 652649 w 3386022"/>
              <a:gd name="connsiteY1705" fmla="*/ 4584202 h 5292726"/>
              <a:gd name="connsiteX1706" fmla="*/ 651394 w 3386022"/>
              <a:gd name="connsiteY1706" fmla="*/ 4582862 h 5292726"/>
              <a:gd name="connsiteX1707" fmla="*/ 652713 w 3386022"/>
              <a:gd name="connsiteY1707" fmla="*/ 4581347 h 5292726"/>
              <a:gd name="connsiteX1708" fmla="*/ 656917 w 3386022"/>
              <a:gd name="connsiteY1708" fmla="*/ 4578318 h 5292726"/>
              <a:gd name="connsiteX1709" fmla="*/ 852083 w 3386022"/>
              <a:gd name="connsiteY1709" fmla="*/ 4575592 h 5292726"/>
              <a:gd name="connsiteX1710" fmla="*/ 852146 w 3386022"/>
              <a:gd name="connsiteY1710" fmla="*/ 4575592 h 5292726"/>
              <a:gd name="connsiteX1711" fmla="*/ 854656 w 3386022"/>
              <a:gd name="connsiteY1711" fmla="*/ 4575981 h 5292726"/>
              <a:gd name="connsiteX1712" fmla="*/ 855724 w 3386022"/>
              <a:gd name="connsiteY1712" fmla="*/ 4576285 h 5292726"/>
              <a:gd name="connsiteX1713" fmla="*/ 855597 w 3386022"/>
              <a:gd name="connsiteY1713" fmla="*/ 4576977 h 5292726"/>
              <a:gd name="connsiteX1714" fmla="*/ 854530 w 3386022"/>
              <a:gd name="connsiteY1714" fmla="*/ 4578621 h 5292726"/>
              <a:gd name="connsiteX1715" fmla="*/ 851958 w 3386022"/>
              <a:gd name="connsiteY1715" fmla="*/ 4578188 h 5292726"/>
              <a:gd name="connsiteX1716" fmla="*/ 850891 w 3386022"/>
              <a:gd name="connsiteY1716" fmla="*/ 4577885 h 5292726"/>
              <a:gd name="connsiteX1717" fmla="*/ 851016 w 3386022"/>
              <a:gd name="connsiteY1717" fmla="*/ 4577193 h 5292726"/>
              <a:gd name="connsiteX1718" fmla="*/ 852083 w 3386022"/>
              <a:gd name="connsiteY1718" fmla="*/ 4575592 h 5292726"/>
              <a:gd name="connsiteX1719" fmla="*/ 706560 w 3386022"/>
              <a:gd name="connsiteY1719" fmla="*/ 4574035 h 5292726"/>
              <a:gd name="connsiteX1720" fmla="*/ 712207 w 3386022"/>
              <a:gd name="connsiteY1720" fmla="*/ 4576242 h 5292726"/>
              <a:gd name="connsiteX1721" fmla="*/ 723941 w 3386022"/>
              <a:gd name="connsiteY1721" fmla="*/ 4582039 h 5292726"/>
              <a:gd name="connsiteX1722" fmla="*/ 711517 w 3386022"/>
              <a:gd name="connsiteY1722" fmla="*/ 4583424 h 5292726"/>
              <a:gd name="connsiteX1723" fmla="*/ 705556 w 3386022"/>
              <a:gd name="connsiteY1723" fmla="*/ 4583727 h 5292726"/>
              <a:gd name="connsiteX1724" fmla="*/ 701099 w 3386022"/>
              <a:gd name="connsiteY1724" fmla="*/ 4581521 h 5292726"/>
              <a:gd name="connsiteX1725" fmla="*/ 693318 w 3386022"/>
              <a:gd name="connsiteY1725" fmla="*/ 4575506 h 5292726"/>
              <a:gd name="connsiteX1726" fmla="*/ 701979 w 3386022"/>
              <a:gd name="connsiteY1726" fmla="*/ 4574208 h 5292726"/>
              <a:gd name="connsiteX1727" fmla="*/ 706560 w 3386022"/>
              <a:gd name="connsiteY1727" fmla="*/ 4574035 h 5292726"/>
              <a:gd name="connsiteX1728" fmla="*/ 539694 w 3386022"/>
              <a:gd name="connsiteY1728" fmla="*/ 4572521 h 5292726"/>
              <a:gd name="connsiteX1729" fmla="*/ 559337 w 3386022"/>
              <a:gd name="connsiteY1729" fmla="*/ 4573603 h 5292726"/>
              <a:gd name="connsiteX1730" fmla="*/ 569191 w 3386022"/>
              <a:gd name="connsiteY1730" fmla="*/ 4574857 h 5292726"/>
              <a:gd name="connsiteX1731" fmla="*/ 574712 w 3386022"/>
              <a:gd name="connsiteY1731" fmla="*/ 4578059 h 5292726"/>
              <a:gd name="connsiteX1732" fmla="*/ 584251 w 3386022"/>
              <a:gd name="connsiteY1732" fmla="*/ 4585199 h 5292726"/>
              <a:gd name="connsiteX1733" fmla="*/ 567997 w 3386022"/>
              <a:gd name="connsiteY1733" fmla="*/ 4582862 h 5292726"/>
              <a:gd name="connsiteX1734" fmla="*/ 555759 w 3386022"/>
              <a:gd name="connsiteY1734" fmla="*/ 4579617 h 5292726"/>
              <a:gd name="connsiteX1735" fmla="*/ 546158 w 3386022"/>
              <a:gd name="connsiteY1735" fmla="*/ 4575766 h 5292726"/>
              <a:gd name="connsiteX1736" fmla="*/ 539694 w 3386022"/>
              <a:gd name="connsiteY1736" fmla="*/ 4572521 h 5292726"/>
              <a:gd name="connsiteX1737" fmla="*/ 1271922 w 3386022"/>
              <a:gd name="connsiteY1737" fmla="*/ 4571655 h 5292726"/>
              <a:gd name="connsiteX1738" fmla="*/ 1286925 w 3386022"/>
              <a:gd name="connsiteY1738" fmla="*/ 4573992 h 5292726"/>
              <a:gd name="connsiteX1739" fmla="*/ 1300664 w 3386022"/>
              <a:gd name="connsiteY1739" fmla="*/ 4579443 h 5292726"/>
              <a:gd name="connsiteX1740" fmla="*/ 1312963 w 3386022"/>
              <a:gd name="connsiteY1740" fmla="*/ 4587535 h 5292726"/>
              <a:gd name="connsiteX1741" fmla="*/ 1303676 w 3386022"/>
              <a:gd name="connsiteY1741" fmla="*/ 4589957 h 5292726"/>
              <a:gd name="connsiteX1742" fmla="*/ 1294577 w 3386022"/>
              <a:gd name="connsiteY1742" fmla="*/ 4592338 h 5292726"/>
              <a:gd name="connsiteX1743" fmla="*/ 1285661 w 3386022"/>
              <a:gd name="connsiteY1743" fmla="*/ 4594673 h 5292726"/>
              <a:gd name="connsiteX1744" fmla="*/ 1285726 w 3386022"/>
              <a:gd name="connsiteY1744" fmla="*/ 4594760 h 5292726"/>
              <a:gd name="connsiteX1745" fmla="*/ 1277131 w 3386022"/>
              <a:gd name="connsiteY1745" fmla="*/ 4597010 h 5292726"/>
              <a:gd name="connsiteX1746" fmla="*/ 1258680 w 3386022"/>
              <a:gd name="connsiteY1746" fmla="*/ 4758488 h 5292726"/>
              <a:gd name="connsiteX1747" fmla="*/ 1234645 w 3386022"/>
              <a:gd name="connsiteY1747" fmla="*/ 4788560 h 5292726"/>
              <a:gd name="connsiteX1748" fmla="*/ 1213435 w 3386022"/>
              <a:gd name="connsiteY1748" fmla="*/ 4755763 h 5292726"/>
              <a:gd name="connsiteX1749" fmla="*/ 1203458 w 3386022"/>
              <a:gd name="connsiteY1749" fmla="*/ 4728633 h 5292726"/>
              <a:gd name="connsiteX1750" fmla="*/ 1210737 w 3386022"/>
              <a:gd name="connsiteY1750" fmla="*/ 4723874 h 5292726"/>
              <a:gd name="connsiteX1751" fmla="*/ 1217704 w 3386022"/>
              <a:gd name="connsiteY1751" fmla="*/ 4719331 h 5292726"/>
              <a:gd name="connsiteX1752" fmla="*/ 1224417 w 3386022"/>
              <a:gd name="connsiteY1752" fmla="*/ 4714917 h 5292726"/>
              <a:gd name="connsiteX1753" fmla="*/ 1231067 w 3386022"/>
              <a:gd name="connsiteY1753" fmla="*/ 4710547 h 5292726"/>
              <a:gd name="connsiteX1754" fmla="*/ 1227429 w 3386022"/>
              <a:gd name="connsiteY1754" fmla="*/ 4704144 h 5292726"/>
              <a:gd name="connsiteX1755" fmla="*/ 1223852 w 3386022"/>
              <a:gd name="connsiteY1755" fmla="*/ 4697827 h 5292726"/>
              <a:gd name="connsiteX1756" fmla="*/ 1220211 w 3386022"/>
              <a:gd name="connsiteY1756" fmla="*/ 4691423 h 5292726"/>
              <a:gd name="connsiteX1757" fmla="*/ 1216446 w 3386022"/>
              <a:gd name="connsiteY1757" fmla="*/ 4684760 h 5292726"/>
              <a:gd name="connsiteX1758" fmla="*/ 1241172 w 3386022"/>
              <a:gd name="connsiteY1758" fmla="*/ 4649495 h 5292726"/>
              <a:gd name="connsiteX1759" fmla="*/ 1240795 w 3386022"/>
              <a:gd name="connsiteY1759" fmla="*/ 4626303 h 5292726"/>
              <a:gd name="connsiteX1760" fmla="*/ 1239854 w 3386022"/>
              <a:gd name="connsiteY1760" fmla="*/ 4608606 h 5292726"/>
              <a:gd name="connsiteX1761" fmla="*/ 1262886 w 3386022"/>
              <a:gd name="connsiteY1761" fmla="*/ 4589871 h 5292726"/>
              <a:gd name="connsiteX1762" fmla="*/ 1260940 w 3386022"/>
              <a:gd name="connsiteY1762" fmla="*/ 4585111 h 5292726"/>
              <a:gd name="connsiteX1763" fmla="*/ 1259183 w 3386022"/>
              <a:gd name="connsiteY1763" fmla="*/ 4580785 h 5292726"/>
              <a:gd name="connsiteX1764" fmla="*/ 1257551 w 3386022"/>
              <a:gd name="connsiteY1764" fmla="*/ 4576760 h 5292726"/>
              <a:gd name="connsiteX1765" fmla="*/ 1255983 w 3386022"/>
              <a:gd name="connsiteY1765" fmla="*/ 4572953 h 5292726"/>
              <a:gd name="connsiteX1766" fmla="*/ 1271922 w 3386022"/>
              <a:gd name="connsiteY1766" fmla="*/ 4571655 h 5292726"/>
              <a:gd name="connsiteX1767" fmla="*/ 537872 w 3386022"/>
              <a:gd name="connsiteY1767" fmla="*/ 4571612 h 5292726"/>
              <a:gd name="connsiteX1768" fmla="*/ 539691 w 3386022"/>
              <a:gd name="connsiteY1768" fmla="*/ 4572521 h 5292726"/>
              <a:gd name="connsiteX1769" fmla="*/ 536679 w 3386022"/>
              <a:gd name="connsiteY1769" fmla="*/ 4572348 h 5292726"/>
              <a:gd name="connsiteX1770" fmla="*/ 535864 w 3386022"/>
              <a:gd name="connsiteY1770" fmla="*/ 4571699 h 5292726"/>
              <a:gd name="connsiteX1771" fmla="*/ 537872 w 3386022"/>
              <a:gd name="connsiteY1771" fmla="*/ 4571612 h 5292726"/>
              <a:gd name="connsiteX1772" fmla="*/ 897770 w 3386022"/>
              <a:gd name="connsiteY1772" fmla="*/ 4567025 h 5292726"/>
              <a:gd name="connsiteX1773" fmla="*/ 885094 w 3386022"/>
              <a:gd name="connsiteY1773" fmla="*/ 4570010 h 5292726"/>
              <a:gd name="connsiteX1774" fmla="*/ 878503 w 3386022"/>
              <a:gd name="connsiteY1774" fmla="*/ 4569578 h 5292726"/>
              <a:gd name="connsiteX1775" fmla="*/ 882584 w 3386022"/>
              <a:gd name="connsiteY1775" fmla="*/ 4567760 h 5292726"/>
              <a:gd name="connsiteX1776" fmla="*/ 882521 w 3386022"/>
              <a:gd name="connsiteY1776" fmla="*/ 4567717 h 5292726"/>
              <a:gd name="connsiteX1777" fmla="*/ 897770 w 3386022"/>
              <a:gd name="connsiteY1777" fmla="*/ 4567025 h 5292726"/>
              <a:gd name="connsiteX1778" fmla="*/ 1055226 w 3386022"/>
              <a:gd name="connsiteY1778" fmla="*/ 4566636 h 5292726"/>
              <a:gd name="connsiteX1779" fmla="*/ 1062630 w 3386022"/>
              <a:gd name="connsiteY1779" fmla="*/ 4566981 h 5292726"/>
              <a:gd name="connsiteX1780" fmla="*/ 1068027 w 3386022"/>
              <a:gd name="connsiteY1780" fmla="*/ 4570746 h 5292726"/>
              <a:gd name="connsiteX1781" fmla="*/ 1066898 w 3386022"/>
              <a:gd name="connsiteY1781" fmla="*/ 4574035 h 5292726"/>
              <a:gd name="connsiteX1782" fmla="*/ 1063132 w 3386022"/>
              <a:gd name="connsiteY1782" fmla="*/ 4577237 h 5292726"/>
              <a:gd name="connsiteX1783" fmla="*/ 1060685 w 3386022"/>
              <a:gd name="connsiteY1783" fmla="*/ 4580827 h 5292726"/>
              <a:gd name="connsiteX1784" fmla="*/ 1045311 w 3386022"/>
              <a:gd name="connsiteY1784" fmla="*/ 4573472 h 5292726"/>
              <a:gd name="connsiteX1785" fmla="*/ 1046438 w 3386022"/>
              <a:gd name="connsiteY1785" fmla="*/ 4568756 h 5292726"/>
              <a:gd name="connsiteX1786" fmla="*/ 1055226 w 3386022"/>
              <a:gd name="connsiteY1786" fmla="*/ 4566636 h 5292726"/>
              <a:gd name="connsiteX1787" fmla="*/ 902163 w 3386022"/>
              <a:gd name="connsiteY1787" fmla="*/ 4564948 h 5292726"/>
              <a:gd name="connsiteX1788" fmla="*/ 901724 w 3386022"/>
              <a:gd name="connsiteY1788" fmla="*/ 4565468 h 5292726"/>
              <a:gd name="connsiteX1789" fmla="*/ 901284 w 3386022"/>
              <a:gd name="connsiteY1789" fmla="*/ 4565986 h 5292726"/>
              <a:gd name="connsiteX1790" fmla="*/ 900845 w 3386022"/>
              <a:gd name="connsiteY1790" fmla="*/ 4566506 h 5292726"/>
              <a:gd name="connsiteX1791" fmla="*/ 900406 w 3386022"/>
              <a:gd name="connsiteY1791" fmla="*/ 4567024 h 5292726"/>
              <a:gd name="connsiteX1792" fmla="*/ 897833 w 3386022"/>
              <a:gd name="connsiteY1792" fmla="*/ 4567024 h 5292726"/>
              <a:gd name="connsiteX1793" fmla="*/ 899402 w 3386022"/>
              <a:gd name="connsiteY1793" fmla="*/ 4566506 h 5292726"/>
              <a:gd name="connsiteX1794" fmla="*/ 900091 w 3386022"/>
              <a:gd name="connsiteY1794" fmla="*/ 4566116 h 5292726"/>
              <a:gd name="connsiteX1795" fmla="*/ 900782 w 3386022"/>
              <a:gd name="connsiteY1795" fmla="*/ 4565727 h 5292726"/>
              <a:gd name="connsiteX1796" fmla="*/ 901472 w 3386022"/>
              <a:gd name="connsiteY1796" fmla="*/ 4565337 h 5292726"/>
              <a:gd name="connsiteX1797" fmla="*/ 902163 w 3386022"/>
              <a:gd name="connsiteY1797" fmla="*/ 4564948 h 5292726"/>
              <a:gd name="connsiteX1798" fmla="*/ 522073 w 3386022"/>
              <a:gd name="connsiteY1798" fmla="*/ 4564438 h 5292726"/>
              <a:gd name="connsiteX1799" fmla="*/ 535802 w 3386022"/>
              <a:gd name="connsiteY1799" fmla="*/ 4571698 h 5292726"/>
              <a:gd name="connsiteX1800" fmla="*/ 518479 w 3386022"/>
              <a:gd name="connsiteY1800" fmla="*/ 4570227 h 5292726"/>
              <a:gd name="connsiteX1801" fmla="*/ 514652 w 3386022"/>
              <a:gd name="connsiteY1801" fmla="*/ 4565771 h 5292726"/>
              <a:gd name="connsiteX1802" fmla="*/ 522056 w 3386022"/>
              <a:gd name="connsiteY1802" fmla="*/ 4564429 h 5292726"/>
              <a:gd name="connsiteX1803" fmla="*/ 522120 w 3386022"/>
              <a:gd name="connsiteY1803" fmla="*/ 4564429 h 5292726"/>
              <a:gd name="connsiteX1804" fmla="*/ 522073 w 3386022"/>
              <a:gd name="connsiteY1804" fmla="*/ 4564438 h 5292726"/>
              <a:gd name="connsiteX1805" fmla="*/ 927830 w 3386022"/>
              <a:gd name="connsiteY1805" fmla="*/ 4563304 h 5292726"/>
              <a:gd name="connsiteX1806" fmla="*/ 929337 w 3386022"/>
              <a:gd name="connsiteY1806" fmla="*/ 4564213 h 5292726"/>
              <a:gd name="connsiteX1807" fmla="*/ 930843 w 3386022"/>
              <a:gd name="connsiteY1807" fmla="*/ 4565121 h 5292726"/>
              <a:gd name="connsiteX1808" fmla="*/ 932349 w 3386022"/>
              <a:gd name="connsiteY1808" fmla="*/ 4566030 h 5292726"/>
              <a:gd name="connsiteX1809" fmla="*/ 933855 w 3386022"/>
              <a:gd name="connsiteY1809" fmla="*/ 4566939 h 5292726"/>
              <a:gd name="connsiteX1810" fmla="*/ 932160 w 3386022"/>
              <a:gd name="connsiteY1810" fmla="*/ 4567675 h 5292726"/>
              <a:gd name="connsiteX1811" fmla="*/ 932222 w 3386022"/>
              <a:gd name="connsiteY1811" fmla="*/ 4567631 h 5292726"/>
              <a:gd name="connsiteX1812" fmla="*/ 930528 w 3386022"/>
              <a:gd name="connsiteY1812" fmla="*/ 4568367 h 5292726"/>
              <a:gd name="connsiteX1813" fmla="*/ 928834 w 3386022"/>
              <a:gd name="connsiteY1813" fmla="*/ 4569103 h 5292726"/>
              <a:gd name="connsiteX1814" fmla="*/ 927141 w 3386022"/>
              <a:gd name="connsiteY1814" fmla="*/ 4569838 h 5292726"/>
              <a:gd name="connsiteX1815" fmla="*/ 925132 w 3386022"/>
              <a:gd name="connsiteY1815" fmla="*/ 4568583 h 5292726"/>
              <a:gd name="connsiteX1816" fmla="*/ 924442 w 3386022"/>
              <a:gd name="connsiteY1816" fmla="*/ 4567804 h 5292726"/>
              <a:gd name="connsiteX1817" fmla="*/ 925257 w 3386022"/>
              <a:gd name="connsiteY1817" fmla="*/ 4566420 h 5292726"/>
              <a:gd name="connsiteX1818" fmla="*/ 927830 w 3386022"/>
              <a:gd name="connsiteY1818" fmla="*/ 4563304 h 5292726"/>
              <a:gd name="connsiteX1819" fmla="*/ 1695203 w 3386022"/>
              <a:gd name="connsiteY1819" fmla="*/ 4552444 h 5292726"/>
              <a:gd name="connsiteX1820" fmla="*/ 1682912 w 3386022"/>
              <a:gd name="connsiteY1820" fmla="*/ 4555516 h 5292726"/>
              <a:gd name="connsiteX1821" fmla="*/ 1679836 w 3386022"/>
              <a:gd name="connsiteY1821" fmla="*/ 4561661 h 5292726"/>
              <a:gd name="connsiteX1822" fmla="*/ 1683165 w 3386022"/>
              <a:gd name="connsiteY1822" fmla="*/ 4567156 h 5292726"/>
              <a:gd name="connsiteX1823" fmla="*/ 1692264 w 3386022"/>
              <a:gd name="connsiteY1823" fmla="*/ 4571179 h 5292726"/>
              <a:gd name="connsiteX1824" fmla="*/ 1706436 w 3386022"/>
              <a:gd name="connsiteY1824" fmla="*/ 4572824 h 5292726"/>
              <a:gd name="connsiteX1825" fmla="*/ 1706499 w 3386022"/>
              <a:gd name="connsiteY1825" fmla="*/ 4572824 h 5292726"/>
              <a:gd name="connsiteX1826" fmla="*/ 1717921 w 3386022"/>
              <a:gd name="connsiteY1826" fmla="*/ 4563045 h 5292726"/>
              <a:gd name="connsiteX1827" fmla="*/ 1710515 w 3386022"/>
              <a:gd name="connsiteY1827" fmla="*/ 4555603 h 5292726"/>
              <a:gd name="connsiteX1828" fmla="*/ 1695203 w 3386022"/>
              <a:gd name="connsiteY1828" fmla="*/ 4552444 h 5292726"/>
              <a:gd name="connsiteX1829" fmla="*/ 729213 w 3386022"/>
              <a:gd name="connsiteY1829" fmla="*/ 4536347 h 5292726"/>
              <a:gd name="connsiteX1830" fmla="*/ 734610 w 3386022"/>
              <a:gd name="connsiteY1830" fmla="*/ 4537732 h 5292726"/>
              <a:gd name="connsiteX1831" fmla="*/ 737685 w 3386022"/>
              <a:gd name="connsiteY1831" fmla="*/ 4540588 h 5292726"/>
              <a:gd name="connsiteX1832" fmla="*/ 739317 w 3386022"/>
              <a:gd name="connsiteY1832" fmla="*/ 4542924 h 5292726"/>
              <a:gd name="connsiteX1833" fmla="*/ 739254 w 3386022"/>
              <a:gd name="connsiteY1833" fmla="*/ 4542968 h 5292726"/>
              <a:gd name="connsiteX1834" fmla="*/ 725574 w 3386022"/>
              <a:gd name="connsiteY1834" fmla="*/ 4553655 h 5292726"/>
              <a:gd name="connsiteX1835" fmla="*/ 714782 w 3386022"/>
              <a:gd name="connsiteY1835" fmla="*/ 4553265 h 5292726"/>
              <a:gd name="connsiteX1836" fmla="*/ 711582 w 3386022"/>
              <a:gd name="connsiteY1836" fmla="*/ 4546602 h 5292726"/>
              <a:gd name="connsiteX1837" fmla="*/ 720556 w 3386022"/>
              <a:gd name="connsiteY1837" fmla="*/ 4538511 h 5292726"/>
              <a:gd name="connsiteX1838" fmla="*/ 729213 w 3386022"/>
              <a:gd name="connsiteY1838" fmla="*/ 4536347 h 5292726"/>
              <a:gd name="connsiteX1839" fmla="*/ 862314 w 3386022"/>
              <a:gd name="connsiteY1839" fmla="*/ 4535655 h 5292726"/>
              <a:gd name="connsiteX1840" fmla="*/ 862250 w 3386022"/>
              <a:gd name="connsiteY1840" fmla="*/ 4535698 h 5292726"/>
              <a:gd name="connsiteX1841" fmla="*/ 845245 w 3386022"/>
              <a:gd name="connsiteY1841" fmla="*/ 4551405 h 5292726"/>
              <a:gd name="connsiteX1842" fmla="*/ 832443 w 3386022"/>
              <a:gd name="connsiteY1842" fmla="*/ 4553742 h 5292726"/>
              <a:gd name="connsiteX1843" fmla="*/ 827924 w 3386022"/>
              <a:gd name="connsiteY1843" fmla="*/ 4548289 h 5292726"/>
              <a:gd name="connsiteX1844" fmla="*/ 835707 w 3386022"/>
              <a:gd name="connsiteY1844" fmla="*/ 4540588 h 5292726"/>
              <a:gd name="connsiteX1845" fmla="*/ 839723 w 3386022"/>
              <a:gd name="connsiteY1845" fmla="*/ 4539290 h 5292726"/>
              <a:gd name="connsiteX1846" fmla="*/ 845245 w 3386022"/>
              <a:gd name="connsiteY1846" fmla="*/ 4538294 h 5292726"/>
              <a:gd name="connsiteX1847" fmla="*/ 852649 w 3386022"/>
              <a:gd name="connsiteY1847" fmla="*/ 4537213 h 5292726"/>
              <a:gd name="connsiteX1848" fmla="*/ 862314 w 3386022"/>
              <a:gd name="connsiteY1848" fmla="*/ 4535655 h 5292726"/>
              <a:gd name="connsiteX1849" fmla="*/ 455039 w 3386022"/>
              <a:gd name="connsiteY1849" fmla="*/ 4529901 h 5292726"/>
              <a:gd name="connsiteX1850" fmla="*/ 458804 w 3386022"/>
              <a:gd name="connsiteY1850" fmla="*/ 4532972 h 5292726"/>
              <a:gd name="connsiteX1851" fmla="*/ 462632 w 3386022"/>
              <a:gd name="connsiteY1851" fmla="*/ 4536131 h 5292726"/>
              <a:gd name="connsiteX1852" fmla="*/ 462570 w 3386022"/>
              <a:gd name="connsiteY1852" fmla="*/ 4536131 h 5292726"/>
              <a:gd name="connsiteX1853" fmla="*/ 466461 w 3386022"/>
              <a:gd name="connsiteY1853" fmla="*/ 4539333 h 5292726"/>
              <a:gd name="connsiteX1854" fmla="*/ 470414 w 3386022"/>
              <a:gd name="connsiteY1854" fmla="*/ 4542535 h 5292726"/>
              <a:gd name="connsiteX1855" fmla="*/ 459118 w 3386022"/>
              <a:gd name="connsiteY1855" fmla="*/ 4546559 h 5292726"/>
              <a:gd name="connsiteX1856" fmla="*/ 447885 w 3386022"/>
              <a:gd name="connsiteY1856" fmla="*/ 4547597 h 5292726"/>
              <a:gd name="connsiteX1857" fmla="*/ 436526 w 3386022"/>
              <a:gd name="connsiteY1857" fmla="*/ 4547425 h 5292726"/>
              <a:gd name="connsiteX1858" fmla="*/ 425042 w 3386022"/>
              <a:gd name="connsiteY1858" fmla="*/ 4547728 h 5292726"/>
              <a:gd name="connsiteX1859" fmla="*/ 427176 w 3386022"/>
              <a:gd name="connsiteY1859" fmla="*/ 4540155 h 5292726"/>
              <a:gd name="connsiteX1860" fmla="*/ 432823 w 3386022"/>
              <a:gd name="connsiteY1860" fmla="*/ 4534876 h 5292726"/>
              <a:gd name="connsiteX1861" fmla="*/ 442049 w 3386022"/>
              <a:gd name="connsiteY1861" fmla="*/ 4531588 h 5292726"/>
              <a:gd name="connsiteX1862" fmla="*/ 455039 w 3386022"/>
              <a:gd name="connsiteY1862" fmla="*/ 4529901 h 5292726"/>
              <a:gd name="connsiteX1863" fmla="*/ 993537 w 3386022"/>
              <a:gd name="connsiteY1863" fmla="*/ 4514887 h 5292726"/>
              <a:gd name="connsiteX1864" fmla="*/ 996549 w 3386022"/>
              <a:gd name="connsiteY1864" fmla="*/ 4522934 h 5292726"/>
              <a:gd name="connsiteX1865" fmla="*/ 999437 w 3386022"/>
              <a:gd name="connsiteY1865" fmla="*/ 4530680 h 5292726"/>
              <a:gd name="connsiteX1866" fmla="*/ 1002260 w 3386022"/>
              <a:gd name="connsiteY1866" fmla="*/ 4538252 h 5292726"/>
              <a:gd name="connsiteX1867" fmla="*/ 1005085 w 3386022"/>
              <a:gd name="connsiteY1867" fmla="*/ 4545867 h 5292726"/>
              <a:gd name="connsiteX1868" fmla="*/ 988579 w 3386022"/>
              <a:gd name="connsiteY1868" fmla="*/ 4564126 h 5292726"/>
              <a:gd name="connsiteX1869" fmla="*/ 988516 w 3386022"/>
              <a:gd name="connsiteY1869" fmla="*/ 4564170 h 5292726"/>
              <a:gd name="connsiteX1870" fmla="*/ 986447 w 3386022"/>
              <a:gd name="connsiteY1870" fmla="*/ 4584333 h 5292726"/>
              <a:gd name="connsiteX1871" fmla="*/ 985128 w 3386022"/>
              <a:gd name="connsiteY1871" fmla="*/ 4602159 h 5292726"/>
              <a:gd name="connsiteX1872" fmla="*/ 970883 w 3386022"/>
              <a:gd name="connsiteY1872" fmla="*/ 4613280 h 5292726"/>
              <a:gd name="connsiteX1873" fmla="*/ 965172 w 3386022"/>
              <a:gd name="connsiteY1873" fmla="*/ 4596708 h 5292726"/>
              <a:gd name="connsiteX1874" fmla="*/ 963729 w 3386022"/>
              <a:gd name="connsiteY1874" fmla="*/ 4566593 h 5292726"/>
              <a:gd name="connsiteX1875" fmla="*/ 971510 w 3386022"/>
              <a:gd name="connsiteY1875" fmla="*/ 4535223 h 5292726"/>
              <a:gd name="connsiteX1876" fmla="*/ 993537 w 3386022"/>
              <a:gd name="connsiteY1876" fmla="*/ 4514887 h 5292726"/>
              <a:gd name="connsiteX1877" fmla="*/ 1060434 w 3386022"/>
              <a:gd name="connsiteY1877" fmla="*/ 4513501 h 5292726"/>
              <a:gd name="connsiteX1878" fmla="*/ 1070225 w 3386022"/>
              <a:gd name="connsiteY1878" fmla="*/ 4522026 h 5292726"/>
              <a:gd name="connsiteX1879" fmla="*/ 1073237 w 3386022"/>
              <a:gd name="connsiteY1879" fmla="*/ 4528992 h 5292726"/>
              <a:gd name="connsiteX1880" fmla="*/ 1073300 w 3386022"/>
              <a:gd name="connsiteY1880" fmla="*/ 4528992 h 5292726"/>
              <a:gd name="connsiteX1881" fmla="*/ 1069283 w 3386022"/>
              <a:gd name="connsiteY1881" fmla="*/ 4538165 h 5292726"/>
              <a:gd name="connsiteX1882" fmla="*/ 1057988 w 3386022"/>
              <a:gd name="connsiteY1882" fmla="*/ 4553265 h 5292726"/>
              <a:gd name="connsiteX1883" fmla="*/ 1054913 w 3386022"/>
              <a:gd name="connsiteY1883" fmla="*/ 4542492 h 5292726"/>
              <a:gd name="connsiteX1884" fmla="*/ 1052967 w 3386022"/>
              <a:gd name="connsiteY1884" fmla="*/ 4532583 h 5292726"/>
              <a:gd name="connsiteX1885" fmla="*/ 1054158 w 3386022"/>
              <a:gd name="connsiteY1885" fmla="*/ 4523064 h 5292726"/>
              <a:gd name="connsiteX1886" fmla="*/ 1060434 w 3386022"/>
              <a:gd name="connsiteY1886" fmla="*/ 4513501 h 5292726"/>
              <a:gd name="connsiteX1887" fmla="*/ 838780 w 3386022"/>
              <a:gd name="connsiteY1887" fmla="*/ 4512074 h 5292726"/>
              <a:gd name="connsiteX1888" fmla="*/ 843237 w 3386022"/>
              <a:gd name="connsiteY1888" fmla="*/ 4513026 h 5292726"/>
              <a:gd name="connsiteX1889" fmla="*/ 852210 w 3386022"/>
              <a:gd name="connsiteY1889" fmla="*/ 4515666 h 5292726"/>
              <a:gd name="connsiteX1890" fmla="*/ 843299 w 3386022"/>
              <a:gd name="connsiteY1890" fmla="*/ 4519733 h 5292726"/>
              <a:gd name="connsiteX1891" fmla="*/ 838969 w 3386022"/>
              <a:gd name="connsiteY1891" fmla="*/ 4521161 h 5292726"/>
              <a:gd name="connsiteX1892" fmla="*/ 838969 w 3386022"/>
              <a:gd name="connsiteY1892" fmla="*/ 4521247 h 5292726"/>
              <a:gd name="connsiteX1893" fmla="*/ 835141 w 3386022"/>
              <a:gd name="connsiteY1893" fmla="*/ 4520338 h 5292726"/>
              <a:gd name="connsiteX1894" fmla="*/ 827673 w 3386022"/>
              <a:gd name="connsiteY1894" fmla="*/ 4517309 h 5292726"/>
              <a:gd name="connsiteX1895" fmla="*/ 834889 w 3386022"/>
              <a:gd name="connsiteY1895" fmla="*/ 4513329 h 5292726"/>
              <a:gd name="connsiteX1896" fmla="*/ 838780 w 3386022"/>
              <a:gd name="connsiteY1896" fmla="*/ 4512074 h 5292726"/>
              <a:gd name="connsiteX1897" fmla="*/ 1162289 w 3386022"/>
              <a:gd name="connsiteY1897" fmla="*/ 4506016 h 5292726"/>
              <a:gd name="connsiteX1898" fmla="*/ 1171451 w 3386022"/>
              <a:gd name="connsiteY1898" fmla="*/ 4509997 h 5292726"/>
              <a:gd name="connsiteX1899" fmla="*/ 1180427 w 3386022"/>
              <a:gd name="connsiteY1899" fmla="*/ 4513891 h 5292726"/>
              <a:gd name="connsiteX1900" fmla="*/ 1180427 w 3386022"/>
              <a:gd name="connsiteY1900" fmla="*/ 4513848 h 5292726"/>
              <a:gd name="connsiteX1901" fmla="*/ 1189339 w 3386022"/>
              <a:gd name="connsiteY1901" fmla="*/ 4517699 h 5292726"/>
              <a:gd name="connsiteX1902" fmla="*/ 1198250 w 3386022"/>
              <a:gd name="connsiteY1902" fmla="*/ 4521550 h 5292726"/>
              <a:gd name="connsiteX1903" fmla="*/ 1193481 w 3386022"/>
              <a:gd name="connsiteY1903" fmla="*/ 4524059 h 5292726"/>
              <a:gd name="connsiteX1904" fmla="*/ 1188898 w 3386022"/>
              <a:gd name="connsiteY1904" fmla="*/ 4525271 h 5292726"/>
              <a:gd name="connsiteX1905" fmla="*/ 1176723 w 3386022"/>
              <a:gd name="connsiteY1905" fmla="*/ 4526093 h 5292726"/>
              <a:gd name="connsiteX1906" fmla="*/ 1149237 w 3386022"/>
              <a:gd name="connsiteY1906" fmla="*/ 4527521 h 5292726"/>
              <a:gd name="connsiteX1907" fmla="*/ 1152562 w 3386022"/>
              <a:gd name="connsiteY1907" fmla="*/ 4535526 h 5292726"/>
              <a:gd name="connsiteX1908" fmla="*/ 1161097 w 3386022"/>
              <a:gd name="connsiteY1908" fmla="*/ 4540891 h 5292726"/>
              <a:gd name="connsiteX1909" fmla="*/ 1172268 w 3386022"/>
              <a:gd name="connsiteY1909" fmla="*/ 4545088 h 5292726"/>
              <a:gd name="connsiteX1910" fmla="*/ 1183628 w 3386022"/>
              <a:gd name="connsiteY1910" fmla="*/ 4549545 h 5292726"/>
              <a:gd name="connsiteX1911" fmla="*/ 1185133 w 3386022"/>
              <a:gd name="connsiteY1911" fmla="*/ 4565164 h 5292726"/>
              <a:gd name="connsiteX1912" fmla="*/ 1184758 w 3386022"/>
              <a:gd name="connsiteY1912" fmla="*/ 4590390 h 5292726"/>
              <a:gd name="connsiteX1913" fmla="*/ 1178858 w 3386022"/>
              <a:gd name="connsiteY1913" fmla="*/ 4613236 h 5292726"/>
              <a:gd name="connsiteX1914" fmla="*/ 1163922 w 3386022"/>
              <a:gd name="connsiteY1914" fmla="*/ 4621760 h 5292726"/>
              <a:gd name="connsiteX1915" fmla="*/ 1159403 w 3386022"/>
              <a:gd name="connsiteY1915" fmla="*/ 4609472 h 5292726"/>
              <a:gd name="connsiteX1916" fmla="*/ 1154759 w 3386022"/>
              <a:gd name="connsiteY1916" fmla="*/ 4601380 h 5292726"/>
              <a:gd name="connsiteX1917" fmla="*/ 1147103 w 3386022"/>
              <a:gd name="connsiteY1917" fmla="*/ 4593895 h 5292726"/>
              <a:gd name="connsiteX1918" fmla="*/ 1133673 w 3386022"/>
              <a:gd name="connsiteY1918" fmla="*/ 4583467 h 5292726"/>
              <a:gd name="connsiteX1919" fmla="*/ 1136999 w 3386022"/>
              <a:gd name="connsiteY1919" fmla="*/ 4579184 h 5292726"/>
              <a:gd name="connsiteX1920" fmla="*/ 1143526 w 3386022"/>
              <a:gd name="connsiteY1920" fmla="*/ 4577496 h 5292726"/>
              <a:gd name="connsiteX1921" fmla="*/ 1151245 w 3386022"/>
              <a:gd name="connsiteY1921" fmla="*/ 4576760 h 5292726"/>
              <a:gd name="connsiteX1922" fmla="*/ 1158211 w 3386022"/>
              <a:gd name="connsiteY1922" fmla="*/ 4575376 h 5292726"/>
              <a:gd name="connsiteX1923" fmla="*/ 1171139 w 3386022"/>
              <a:gd name="connsiteY1923" fmla="*/ 4565814 h 5292726"/>
              <a:gd name="connsiteX1924" fmla="*/ 1157834 w 3386022"/>
              <a:gd name="connsiteY1924" fmla="*/ 4556943 h 5292726"/>
              <a:gd name="connsiteX1925" fmla="*/ 1136497 w 3386022"/>
              <a:gd name="connsiteY1925" fmla="*/ 4541454 h 5292726"/>
              <a:gd name="connsiteX1926" fmla="*/ 1125327 w 3386022"/>
              <a:gd name="connsiteY1926" fmla="*/ 4512074 h 5292726"/>
              <a:gd name="connsiteX1927" fmla="*/ 1134739 w 3386022"/>
              <a:gd name="connsiteY1927" fmla="*/ 4510516 h 5292726"/>
              <a:gd name="connsiteX1928" fmla="*/ 1143903 w 3386022"/>
              <a:gd name="connsiteY1928" fmla="*/ 4509002 h 5292726"/>
              <a:gd name="connsiteX1929" fmla="*/ 1153001 w 3386022"/>
              <a:gd name="connsiteY1929" fmla="*/ 4507530 h 5292726"/>
              <a:gd name="connsiteX1930" fmla="*/ 1162289 w 3386022"/>
              <a:gd name="connsiteY1930" fmla="*/ 4506016 h 5292726"/>
              <a:gd name="connsiteX1931" fmla="*/ 1272611 w 3386022"/>
              <a:gd name="connsiteY1931" fmla="*/ 4503420 h 5292726"/>
              <a:gd name="connsiteX1932" fmla="*/ 1273238 w 3386022"/>
              <a:gd name="connsiteY1932" fmla="*/ 4511469 h 5292726"/>
              <a:gd name="connsiteX1933" fmla="*/ 1272549 w 3386022"/>
              <a:gd name="connsiteY1933" fmla="*/ 4527565 h 5292726"/>
              <a:gd name="connsiteX1934" fmla="*/ 1268533 w 3386022"/>
              <a:gd name="connsiteY1934" fmla="*/ 4545910 h 5292726"/>
              <a:gd name="connsiteX1935" fmla="*/ 1259056 w 3386022"/>
              <a:gd name="connsiteY1935" fmla="*/ 4560708 h 5292726"/>
              <a:gd name="connsiteX1936" fmla="*/ 1251715 w 3386022"/>
              <a:gd name="connsiteY1936" fmla="*/ 4555559 h 5292726"/>
              <a:gd name="connsiteX1937" fmla="*/ 1245188 w 3386022"/>
              <a:gd name="connsiteY1937" fmla="*/ 4550973 h 5292726"/>
              <a:gd name="connsiteX1938" fmla="*/ 1239414 w 3386022"/>
              <a:gd name="connsiteY1938" fmla="*/ 4546905 h 5292726"/>
              <a:gd name="connsiteX1939" fmla="*/ 1234269 w 3386022"/>
              <a:gd name="connsiteY1939" fmla="*/ 4543271 h 5292726"/>
              <a:gd name="connsiteX1940" fmla="*/ 1239414 w 3386022"/>
              <a:gd name="connsiteY1940" fmla="*/ 4534012 h 5292726"/>
              <a:gd name="connsiteX1941" fmla="*/ 1239414 w 3386022"/>
              <a:gd name="connsiteY1941" fmla="*/ 4533968 h 5292726"/>
              <a:gd name="connsiteX1942" fmla="*/ 1247573 w 3386022"/>
              <a:gd name="connsiteY1942" fmla="*/ 4525617 h 5292726"/>
              <a:gd name="connsiteX1943" fmla="*/ 1250899 w 3386022"/>
              <a:gd name="connsiteY1943" fmla="*/ 4517137 h 5292726"/>
              <a:gd name="connsiteX1944" fmla="*/ 1241485 w 3386022"/>
              <a:gd name="connsiteY1944" fmla="*/ 4507531 h 5292726"/>
              <a:gd name="connsiteX1945" fmla="*/ 1251276 w 3386022"/>
              <a:gd name="connsiteY1945" fmla="*/ 4506233 h 5292726"/>
              <a:gd name="connsiteX1946" fmla="*/ 1259182 w 3386022"/>
              <a:gd name="connsiteY1946" fmla="*/ 4505195 h 5292726"/>
              <a:gd name="connsiteX1947" fmla="*/ 1266023 w 3386022"/>
              <a:gd name="connsiteY1947" fmla="*/ 4504286 h 5292726"/>
              <a:gd name="connsiteX1948" fmla="*/ 1272611 w 3386022"/>
              <a:gd name="connsiteY1948" fmla="*/ 4503420 h 5292726"/>
              <a:gd name="connsiteX1949" fmla="*/ 924129 w 3386022"/>
              <a:gd name="connsiteY1949" fmla="*/ 4500780 h 5292726"/>
              <a:gd name="connsiteX1950" fmla="*/ 922371 w 3386022"/>
              <a:gd name="connsiteY1950" fmla="*/ 4507920 h 5292726"/>
              <a:gd name="connsiteX1951" fmla="*/ 920614 w 3386022"/>
              <a:gd name="connsiteY1951" fmla="*/ 4514930 h 5292726"/>
              <a:gd name="connsiteX1952" fmla="*/ 918732 w 3386022"/>
              <a:gd name="connsiteY1952" fmla="*/ 4522544 h 5292726"/>
              <a:gd name="connsiteX1953" fmla="*/ 916536 w 3386022"/>
              <a:gd name="connsiteY1953" fmla="*/ 4531458 h 5292726"/>
              <a:gd name="connsiteX1954" fmla="*/ 916410 w 3386022"/>
              <a:gd name="connsiteY1954" fmla="*/ 4531415 h 5292726"/>
              <a:gd name="connsiteX1955" fmla="*/ 906493 w 3386022"/>
              <a:gd name="connsiteY1955" fmla="*/ 4527651 h 5292726"/>
              <a:gd name="connsiteX1956" fmla="*/ 898398 w 3386022"/>
              <a:gd name="connsiteY1956" fmla="*/ 4524578 h 5292726"/>
              <a:gd name="connsiteX1957" fmla="*/ 891369 w 3386022"/>
              <a:gd name="connsiteY1957" fmla="*/ 4521896 h 5292726"/>
              <a:gd name="connsiteX1958" fmla="*/ 884654 w 3386022"/>
              <a:gd name="connsiteY1958" fmla="*/ 4519343 h 5292726"/>
              <a:gd name="connsiteX1959" fmla="*/ 889361 w 3386022"/>
              <a:gd name="connsiteY1959" fmla="*/ 4511857 h 5292726"/>
              <a:gd name="connsiteX1960" fmla="*/ 897081 w 3386022"/>
              <a:gd name="connsiteY1960" fmla="*/ 4506276 h 5292726"/>
              <a:gd name="connsiteX1961" fmla="*/ 908439 w 3386022"/>
              <a:gd name="connsiteY1961" fmla="*/ 4502598 h 5292726"/>
              <a:gd name="connsiteX1962" fmla="*/ 924129 w 3386022"/>
              <a:gd name="connsiteY1962" fmla="*/ 4500780 h 5292726"/>
              <a:gd name="connsiteX1963" fmla="*/ 701670 w 3386022"/>
              <a:gd name="connsiteY1963" fmla="*/ 4500262 h 5292726"/>
              <a:gd name="connsiteX1964" fmla="*/ 701606 w 3386022"/>
              <a:gd name="connsiteY1964" fmla="*/ 4500348 h 5292726"/>
              <a:gd name="connsiteX1965" fmla="*/ 701632 w 3386022"/>
              <a:gd name="connsiteY1965" fmla="*/ 4500291 h 5292726"/>
              <a:gd name="connsiteX1966" fmla="*/ 750549 w 3386022"/>
              <a:gd name="connsiteY1966" fmla="*/ 4497795 h 5292726"/>
              <a:gd name="connsiteX1967" fmla="*/ 750613 w 3386022"/>
              <a:gd name="connsiteY1967" fmla="*/ 4497795 h 5292726"/>
              <a:gd name="connsiteX1968" fmla="*/ 759210 w 3386022"/>
              <a:gd name="connsiteY1968" fmla="*/ 4503117 h 5292726"/>
              <a:gd name="connsiteX1969" fmla="*/ 742956 w 3386022"/>
              <a:gd name="connsiteY1969" fmla="*/ 4518434 h 5292726"/>
              <a:gd name="connsiteX1970" fmla="*/ 738375 w 3386022"/>
              <a:gd name="connsiteY1970" fmla="*/ 4515622 h 5292726"/>
              <a:gd name="connsiteX1971" fmla="*/ 734359 w 3386022"/>
              <a:gd name="connsiteY1971" fmla="*/ 4513329 h 5292726"/>
              <a:gd name="connsiteX1972" fmla="*/ 731285 w 3386022"/>
              <a:gd name="connsiteY1972" fmla="*/ 4511251 h 5292726"/>
              <a:gd name="connsiteX1973" fmla="*/ 729464 w 3386022"/>
              <a:gd name="connsiteY1973" fmla="*/ 4509218 h 5292726"/>
              <a:gd name="connsiteX1974" fmla="*/ 734798 w 3386022"/>
              <a:gd name="connsiteY1974" fmla="*/ 4500477 h 5292726"/>
              <a:gd name="connsiteX1975" fmla="*/ 750549 w 3386022"/>
              <a:gd name="connsiteY1975" fmla="*/ 4497795 h 5292726"/>
              <a:gd name="connsiteX1976" fmla="*/ 131032 w 3386022"/>
              <a:gd name="connsiteY1976" fmla="*/ 4496281 h 5292726"/>
              <a:gd name="connsiteX1977" fmla="*/ 142203 w 3386022"/>
              <a:gd name="connsiteY1977" fmla="*/ 4509781 h 5292726"/>
              <a:gd name="connsiteX1978" fmla="*/ 142328 w 3386022"/>
              <a:gd name="connsiteY1978" fmla="*/ 4528862 h 5292726"/>
              <a:gd name="connsiteX1979" fmla="*/ 142391 w 3386022"/>
              <a:gd name="connsiteY1979" fmla="*/ 4528862 h 5292726"/>
              <a:gd name="connsiteX1980" fmla="*/ 142391 w 3386022"/>
              <a:gd name="connsiteY1980" fmla="*/ 4551059 h 5292726"/>
              <a:gd name="connsiteX1981" fmla="*/ 153374 w 3386022"/>
              <a:gd name="connsiteY1981" fmla="*/ 4573992 h 5292726"/>
              <a:gd name="connsiteX1982" fmla="*/ 130154 w 3386022"/>
              <a:gd name="connsiteY1982" fmla="*/ 4572217 h 5292726"/>
              <a:gd name="connsiteX1983" fmla="*/ 123878 w 3386022"/>
              <a:gd name="connsiteY1983" fmla="*/ 4544958 h 5292726"/>
              <a:gd name="connsiteX1984" fmla="*/ 126766 w 3386022"/>
              <a:gd name="connsiteY1984" fmla="*/ 4512810 h 5292726"/>
              <a:gd name="connsiteX1985" fmla="*/ 131032 w 3386022"/>
              <a:gd name="connsiteY1985" fmla="*/ 4496281 h 5292726"/>
              <a:gd name="connsiteX1986" fmla="*/ 450582 w 3386022"/>
              <a:gd name="connsiteY1986" fmla="*/ 4493945 h 5292726"/>
              <a:gd name="connsiteX1987" fmla="*/ 474430 w 3386022"/>
              <a:gd name="connsiteY1987" fmla="*/ 4499440 h 5292726"/>
              <a:gd name="connsiteX1988" fmla="*/ 474366 w 3386022"/>
              <a:gd name="connsiteY1988" fmla="*/ 4499440 h 5292726"/>
              <a:gd name="connsiteX1989" fmla="*/ 480204 w 3386022"/>
              <a:gd name="connsiteY1989" fmla="*/ 4503637 h 5292726"/>
              <a:gd name="connsiteX1990" fmla="*/ 469974 w 3386022"/>
              <a:gd name="connsiteY1990" fmla="*/ 4504329 h 5292726"/>
              <a:gd name="connsiteX1991" fmla="*/ 445561 w 3386022"/>
              <a:gd name="connsiteY1991" fmla="*/ 4499310 h 5292726"/>
              <a:gd name="connsiteX1992" fmla="*/ 446817 w 3386022"/>
              <a:gd name="connsiteY1992" fmla="*/ 4497969 h 5292726"/>
              <a:gd name="connsiteX1993" fmla="*/ 448072 w 3386022"/>
              <a:gd name="connsiteY1993" fmla="*/ 4496628 h 5292726"/>
              <a:gd name="connsiteX1994" fmla="*/ 449327 w 3386022"/>
              <a:gd name="connsiteY1994" fmla="*/ 4495286 h 5292726"/>
              <a:gd name="connsiteX1995" fmla="*/ 450582 w 3386022"/>
              <a:gd name="connsiteY1995" fmla="*/ 4493945 h 5292726"/>
              <a:gd name="connsiteX1996" fmla="*/ 1074804 w 3386022"/>
              <a:gd name="connsiteY1996" fmla="*/ 4493122 h 5292726"/>
              <a:gd name="connsiteX1997" fmla="*/ 1079072 w 3386022"/>
              <a:gd name="connsiteY1997" fmla="*/ 4494983 h 5292726"/>
              <a:gd name="connsiteX1998" fmla="*/ 1080577 w 3386022"/>
              <a:gd name="connsiteY1998" fmla="*/ 4496238 h 5292726"/>
              <a:gd name="connsiteX1999" fmla="*/ 1079197 w 3386022"/>
              <a:gd name="connsiteY1999" fmla="*/ 4498963 h 5292726"/>
              <a:gd name="connsiteX2000" fmla="*/ 1079134 w 3386022"/>
              <a:gd name="connsiteY2000" fmla="*/ 4498920 h 5292726"/>
              <a:gd name="connsiteX2001" fmla="*/ 1074866 w 3386022"/>
              <a:gd name="connsiteY2001" fmla="*/ 4505194 h 5292726"/>
              <a:gd name="connsiteX2002" fmla="*/ 1067900 w 3386022"/>
              <a:gd name="connsiteY2002" fmla="*/ 4502598 h 5292726"/>
              <a:gd name="connsiteX2003" fmla="*/ 1065453 w 3386022"/>
              <a:gd name="connsiteY2003" fmla="*/ 4501040 h 5292726"/>
              <a:gd name="connsiteX2004" fmla="*/ 1067712 w 3386022"/>
              <a:gd name="connsiteY2004" fmla="*/ 4498531 h 5292726"/>
              <a:gd name="connsiteX2005" fmla="*/ 1074804 w 3386022"/>
              <a:gd name="connsiteY2005" fmla="*/ 4493122 h 5292726"/>
              <a:gd name="connsiteX2006" fmla="*/ 850579 w 3386022"/>
              <a:gd name="connsiteY2006" fmla="*/ 4490786 h 5292726"/>
              <a:gd name="connsiteX2007" fmla="*/ 851395 w 3386022"/>
              <a:gd name="connsiteY2007" fmla="*/ 4491695 h 5292726"/>
              <a:gd name="connsiteX2008" fmla="*/ 852210 w 3386022"/>
              <a:gd name="connsiteY2008" fmla="*/ 4492603 h 5292726"/>
              <a:gd name="connsiteX2009" fmla="*/ 852210 w 3386022"/>
              <a:gd name="connsiteY2009" fmla="*/ 4492560 h 5292726"/>
              <a:gd name="connsiteX2010" fmla="*/ 853026 w 3386022"/>
              <a:gd name="connsiteY2010" fmla="*/ 4493469 h 5292726"/>
              <a:gd name="connsiteX2011" fmla="*/ 853842 w 3386022"/>
              <a:gd name="connsiteY2011" fmla="*/ 4494378 h 5292726"/>
              <a:gd name="connsiteX2012" fmla="*/ 851457 w 3386022"/>
              <a:gd name="connsiteY2012" fmla="*/ 4494940 h 5292726"/>
              <a:gd name="connsiteX2013" fmla="*/ 850202 w 3386022"/>
              <a:gd name="connsiteY2013" fmla="*/ 4494940 h 5292726"/>
              <a:gd name="connsiteX2014" fmla="*/ 848947 w 3386022"/>
              <a:gd name="connsiteY2014" fmla="*/ 4493945 h 5292726"/>
              <a:gd name="connsiteX2015" fmla="*/ 846499 w 3386022"/>
              <a:gd name="connsiteY2015" fmla="*/ 4491478 h 5292726"/>
              <a:gd name="connsiteX2016" fmla="*/ 847503 w 3386022"/>
              <a:gd name="connsiteY2016" fmla="*/ 4491306 h 5292726"/>
              <a:gd name="connsiteX2017" fmla="*/ 848506 w 3386022"/>
              <a:gd name="connsiteY2017" fmla="*/ 4491132 h 5292726"/>
              <a:gd name="connsiteX2018" fmla="*/ 849511 w 3386022"/>
              <a:gd name="connsiteY2018" fmla="*/ 4490959 h 5292726"/>
              <a:gd name="connsiteX2019" fmla="*/ 850579 w 3386022"/>
              <a:gd name="connsiteY2019" fmla="*/ 4490786 h 5292726"/>
              <a:gd name="connsiteX2020" fmla="*/ 796734 w 3386022"/>
              <a:gd name="connsiteY2020" fmla="*/ 4490526 h 5292726"/>
              <a:gd name="connsiteX2021" fmla="*/ 796546 w 3386022"/>
              <a:gd name="connsiteY2021" fmla="*/ 4490872 h 5292726"/>
              <a:gd name="connsiteX2022" fmla="*/ 796358 w 3386022"/>
              <a:gd name="connsiteY2022" fmla="*/ 4491175 h 5292726"/>
              <a:gd name="connsiteX2023" fmla="*/ 796107 w 3386022"/>
              <a:gd name="connsiteY2023" fmla="*/ 4491521 h 5292726"/>
              <a:gd name="connsiteX2024" fmla="*/ 795918 w 3386022"/>
              <a:gd name="connsiteY2024" fmla="*/ 4491867 h 5292726"/>
              <a:gd name="connsiteX2025" fmla="*/ 795229 w 3386022"/>
              <a:gd name="connsiteY2025" fmla="*/ 4491608 h 5292726"/>
              <a:gd name="connsiteX2026" fmla="*/ 794601 w 3386022"/>
              <a:gd name="connsiteY2026" fmla="*/ 4491348 h 5292726"/>
              <a:gd name="connsiteX2027" fmla="*/ 793973 w 3386022"/>
              <a:gd name="connsiteY2027" fmla="*/ 4491088 h 5292726"/>
              <a:gd name="connsiteX2028" fmla="*/ 793283 w 3386022"/>
              <a:gd name="connsiteY2028" fmla="*/ 4490829 h 5292726"/>
              <a:gd name="connsiteX2029" fmla="*/ 794161 w 3386022"/>
              <a:gd name="connsiteY2029" fmla="*/ 4490742 h 5292726"/>
              <a:gd name="connsiteX2030" fmla="*/ 795040 w 3386022"/>
              <a:gd name="connsiteY2030" fmla="*/ 4490656 h 5292726"/>
              <a:gd name="connsiteX2031" fmla="*/ 795918 w 3386022"/>
              <a:gd name="connsiteY2031" fmla="*/ 4490613 h 5292726"/>
              <a:gd name="connsiteX2032" fmla="*/ 575784 w 3386022"/>
              <a:gd name="connsiteY2032" fmla="*/ 4489661 h 5292726"/>
              <a:gd name="connsiteX2033" fmla="*/ 609670 w 3386022"/>
              <a:gd name="connsiteY2033" fmla="*/ 4504545 h 5292726"/>
              <a:gd name="connsiteX2034" fmla="*/ 620087 w 3386022"/>
              <a:gd name="connsiteY2034" fmla="*/ 4521117 h 5292726"/>
              <a:gd name="connsiteX2035" fmla="*/ 614313 w 3386022"/>
              <a:gd name="connsiteY2035" fmla="*/ 4535699 h 5292726"/>
              <a:gd name="connsiteX2036" fmla="*/ 600948 w 3386022"/>
              <a:gd name="connsiteY2036" fmla="*/ 4544179 h 5292726"/>
              <a:gd name="connsiteX2037" fmla="*/ 601387 w 3386022"/>
              <a:gd name="connsiteY2037" fmla="*/ 4544396 h 5292726"/>
              <a:gd name="connsiteX2038" fmla="*/ 602014 w 3386022"/>
              <a:gd name="connsiteY2038" fmla="*/ 4544742 h 5292726"/>
              <a:gd name="connsiteX2039" fmla="*/ 602642 w 3386022"/>
              <a:gd name="connsiteY2039" fmla="*/ 4545088 h 5292726"/>
              <a:gd name="connsiteX2040" fmla="*/ 603269 w 3386022"/>
              <a:gd name="connsiteY2040" fmla="*/ 4545434 h 5292726"/>
              <a:gd name="connsiteX2041" fmla="*/ 602329 w 3386022"/>
              <a:gd name="connsiteY2041" fmla="*/ 4545262 h 5292726"/>
              <a:gd name="connsiteX2042" fmla="*/ 601387 w 3386022"/>
              <a:gd name="connsiteY2042" fmla="*/ 4545088 h 5292726"/>
              <a:gd name="connsiteX2043" fmla="*/ 600445 w 3386022"/>
              <a:gd name="connsiteY2043" fmla="*/ 4544915 h 5292726"/>
              <a:gd name="connsiteX2044" fmla="*/ 599504 w 3386022"/>
              <a:gd name="connsiteY2044" fmla="*/ 4544742 h 5292726"/>
              <a:gd name="connsiteX2045" fmla="*/ 599756 w 3386022"/>
              <a:gd name="connsiteY2045" fmla="*/ 4544612 h 5292726"/>
              <a:gd name="connsiteX2046" fmla="*/ 600006 w 3386022"/>
              <a:gd name="connsiteY2046" fmla="*/ 4544483 h 5292726"/>
              <a:gd name="connsiteX2047" fmla="*/ 600257 w 3386022"/>
              <a:gd name="connsiteY2047" fmla="*/ 4544353 h 5292726"/>
              <a:gd name="connsiteX2048" fmla="*/ 600508 w 3386022"/>
              <a:gd name="connsiteY2048" fmla="*/ 4544223 h 5292726"/>
              <a:gd name="connsiteX2049" fmla="*/ 593856 w 3386022"/>
              <a:gd name="connsiteY2049" fmla="*/ 4542233 h 5292726"/>
              <a:gd name="connsiteX2050" fmla="*/ 587079 w 3386022"/>
              <a:gd name="connsiteY2050" fmla="*/ 4540199 h 5292726"/>
              <a:gd name="connsiteX2051" fmla="*/ 579987 w 3386022"/>
              <a:gd name="connsiteY2051" fmla="*/ 4538079 h 5292726"/>
              <a:gd name="connsiteX2052" fmla="*/ 572458 w 3386022"/>
              <a:gd name="connsiteY2052" fmla="*/ 4535829 h 5292726"/>
              <a:gd name="connsiteX2053" fmla="*/ 578481 w 3386022"/>
              <a:gd name="connsiteY2053" fmla="*/ 4530594 h 5292726"/>
              <a:gd name="connsiteX2054" fmla="*/ 583941 w 3386022"/>
              <a:gd name="connsiteY2054" fmla="*/ 4525833 h 5292726"/>
              <a:gd name="connsiteX2055" fmla="*/ 588773 w 3386022"/>
              <a:gd name="connsiteY2055" fmla="*/ 4521637 h 5292726"/>
              <a:gd name="connsiteX2056" fmla="*/ 592852 w 3386022"/>
              <a:gd name="connsiteY2056" fmla="*/ 4518089 h 5292726"/>
              <a:gd name="connsiteX2057" fmla="*/ 589840 w 3386022"/>
              <a:gd name="connsiteY2057" fmla="*/ 4510127 h 5292726"/>
              <a:gd name="connsiteX2058" fmla="*/ 580426 w 3386022"/>
              <a:gd name="connsiteY2058" fmla="*/ 4503897 h 5292726"/>
              <a:gd name="connsiteX2059" fmla="*/ 572896 w 3386022"/>
              <a:gd name="connsiteY2059" fmla="*/ 4497710 h 5292726"/>
              <a:gd name="connsiteX2060" fmla="*/ 575469 w 3386022"/>
              <a:gd name="connsiteY2060" fmla="*/ 4489748 h 5292726"/>
              <a:gd name="connsiteX2061" fmla="*/ 987010 w 3386022"/>
              <a:gd name="connsiteY2061" fmla="*/ 4481570 h 5292726"/>
              <a:gd name="connsiteX2062" fmla="*/ 987072 w 3386022"/>
              <a:gd name="connsiteY2062" fmla="*/ 4481570 h 5292726"/>
              <a:gd name="connsiteX2063" fmla="*/ 1002824 w 3386022"/>
              <a:gd name="connsiteY2063" fmla="*/ 4481873 h 5292726"/>
              <a:gd name="connsiteX2064" fmla="*/ 1037151 w 3386022"/>
              <a:gd name="connsiteY2064" fmla="*/ 4483387 h 5292726"/>
              <a:gd name="connsiteX2065" fmla="*/ 1031379 w 3386022"/>
              <a:gd name="connsiteY2065" fmla="*/ 4488666 h 5292726"/>
              <a:gd name="connsiteX2066" fmla="*/ 1027362 w 3386022"/>
              <a:gd name="connsiteY2066" fmla="*/ 4491651 h 5292726"/>
              <a:gd name="connsiteX2067" fmla="*/ 1019894 w 3386022"/>
              <a:gd name="connsiteY2067" fmla="*/ 4494464 h 5292726"/>
              <a:gd name="connsiteX2068" fmla="*/ 1002950 w 3386022"/>
              <a:gd name="connsiteY2068" fmla="*/ 4499786 h 5292726"/>
              <a:gd name="connsiteX2069" fmla="*/ 995293 w 3386022"/>
              <a:gd name="connsiteY2069" fmla="*/ 4496584 h 5292726"/>
              <a:gd name="connsiteX2070" fmla="*/ 987763 w 3386022"/>
              <a:gd name="connsiteY2070" fmla="*/ 4493468 h 5292726"/>
              <a:gd name="connsiteX2071" fmla="*/ 980170 w 3386022"/>
              <a:gd name="connsiteY2071" fmla="*/ 4490310 h 5292726"/>
              <a:gd name="connsiteX2072" fmla="*/ 972199 w 3386022"/>
              <a:gd name="connsiteY2072" fmla="*/ 4486978 h 5292726"/>
              <a:gd name="connsiteX2073" fmla="*/ 980609 w 3386022"/>
              <a:gd name="connsiteY2073" fmla="*/ 4483084 h 5292726"/>
              <a:gd name="connsiteX2074" fmla="*/ 987010 w 3386022"/>
              <a:gd name="connsiteY2074" fmla="*/ 4481570 h 5292726"/>
              <a:gd name="connsiteX2075" fmla="*/ 1119676 w 3386022"/>
              <a:gd name="connsiteY2075" fmla="*/ 4477936 h 5292726"/>
              <a:gd name="connsiteX2076" fmla="*/ 1122061 w 3386022"/>
              <a:gd name="connsiteY2076" fmla="*/ 4487368 h 5292726"/>
              <a:gd name="connsiteX2077" fmla="*/ 1118798 w 3386022"/>
              <a:gd name="connsiteY2077" fmla="*/ 4493339 h 5292726"/>
              <a:gd name="connsiteX2078" fmla="*/ 1113275 w 3386022"/>
              <a:gd name="connsiteY2078" fmla="*/ 4496065 h 5292726"/>
              <a:gd name="connsiteX2079" fmla="*/ 1108882 w 3386022"/>
              <a:gd name="connsiteY2079" fmla="*/ 4495806 h 5292726"/>
              <a:gd name="connsiteX2080" fmla="*/ 1106498 w 3386022"/>
              <a:gd name="connsiteY2080" fmla="*/ 4491652 h 5292726"/>
              <a:gd name="connsiteX2081" fmla="*/ 1109071 w 3386022"/>
              <a:gd name="connsiteY2081" fmla="*/ 4486806 h 5292726"/>
              <a:gd name="connsiteX2082" fmla="*/ 1114279 w 3386022"/>
              <a:gd name="connsiteY2082" fmla="*/ 4482003 h 5292726"/>
              <a:gd name="connsiteX2083" fmla="*/ 1114217 w 3386022"/>
              <a:gd name="connsiteY2083" fmla="*/ 4482046 h 5292726"/>
              <a:gd name="connsiteX2084" fmla="*/ 1119676 w 3386022"/>
              <a:gd name="connsiteY2084" fmla="*/ 4477936 h 5292726"/>
              <a:gd name="connsiteX2085" fmla="*/ 382802 w 3386022"/>
              <a:gd name="connsiteY2085" fmla="*/ 4470146 h 5292726"/>
              <a:gd name="connsiteX2086" fmla="*/ 387069 w 3386022"/>
              <a:gd name="connsiteY2086" fmla="*/ 4470450 h 5292726"/>
              <a:gd name="connsiteX2087" fmla="*/ 384120 w 3386022"/>
              <a:gd name="connsiteY2087" fmla="*/ 4470752 h 5292726"/>
              <a:gd name="connsiteX2088" fmla="*/ 383805 w 3386022"/>
              <a:gd name="connsiteY2088" fmla="*/ 4470579 h 5292726"/>
              <a:gd name="connsiteX2089" fmla="*/ 383491 w 3386022"/>
              <a:gd name="connsiteY2089" fmla="*/ 4470406 h 5292726"/>
              <a:gd name="connsiteX2090" fmla="*/ 383179 w 3386022"/>
              <a:gd name="connsiteY2090" fmla="*/ 4470233 h 5292726"/>
              <a:gd name="connsiteX2091" fmla="*/ 383115 w 3386022"/>
              <a:gd name="connsiteY2091" fmla="*/ 4470320 h 5292726"/>
              <a:gd name="connsiteX2092" fmla="*/ 395038 w 3386022"/>
              <a:gd name="connsiteY2092" fmla="*/ 4468416 h 5292726"/>
              <a:gd name="connsiteX2093" fmla="*/ 401565 w 3386022"/>
              <a:gd name="connsiteY2093" fmla="*/ 4468459 h 5292726"/>
              <a:gd name="connsiteX2094" fmla="*/ 409722 w 3386022"/>
              <a:gd name="connsiteY2094" fmla="*/ 4471921 h 5292726"/>
              <a:gd name="connsiteX2095" fmla="*/ 401503 w 3386022"/>
              <a:gd name="connsiteY2095" fmla="*/ 4471358 h 5292726"/>
              <a:gd name="connsiteX2096" fmla="*/ 394536 w 3386022"/>
              <a:gd name="connsiteY2096" fmla="*/ 4470882 h 5292726"/>
              <a:gd name="connsiteX2097" fmla="*/ 388449 w 3386022"/>
              <a:gd name="connsiteY2097" fmla="*/ 4470450 h 5292726"/>
              <a:gd name="connsiteX2098" fmla="*/ 387068 w 3386022"/>
              <a:gd name="connsiteY2098" fmla="*/ 4470363 h 5292726"/>
              <a:gd name="connsiteX2099" fmla="*/ 389453 w 3386022"/>
              <a:gd name="connsiteY2099" fmla="*/ 4469800 h 5292726"/>
              <a:gd name="connsiteX2100" fmla="*/ 395038 w 3386022"/>
              <a:gd name="connsiteY2100" fmla="*/ 4468416 h 5292726"/>
              <a:gd name="connsiteX2101" fmla="*/ 1069407 w 3386022"/>
              <a:gd name="connsiteY2101" fmla="*/ 4468200 h 5292726"/>
              <a:gd name="connsiteX2102" fmla="*/ 1083967 w 3386022"/>
              <a:gd name="connsiteY2102" fmla="*/ 4470103 h 5292726"/>
              <a:gd name="connsiteX2103" fmla="*/ 1073110 w 3386022"/>
              <a:gd name="connsiteY2103" fmla="*/ 4472007 h 5292726"/>
              <a:gd name="connsiteX2104" fmla="*/ 1064074 w 3386022"/>
              <a:gd name="connsiteY2104" fmla="*/ 4473564 h 5292726"/>
              <a:gd name="connsiteX2105" fmla="*/ 1056291 w 3386022"/>
              <a:gd name="connsiteY2105" fmla="*/ 4474906 h 5292726"/>
              <a:gd name="connsiteX2106" fmla="*/ 1056291 w 3386022"/>
              <a:gd name="connsiteY2106" fmla="*/ 4474950 h 5292726"/>
              <a:gd name="connsiteX2107" fmla="*/ 1051448 w 3386022"/>
              <a:gd name="connsiteY2107" fmla="*/ 4475784 h 5292726"/>
              <a:gd name="connsiteX2108" fmla="*/ 1050579 w 3386022"/>
              <a:gd name="connsiteY2108" fmla="*/ 4476896 h 5292726"/>
              <a:gd name="connsiteX2109" fmla="*/ 1047754 w 3386022"/>
              <a:gd name="connsiteY2109" fmla="*/ 4478540 h 5292726"/>
              <a:gd name="connsiteX2110" fmla="*/ 1044931 w 3386022"/>
              <a:gd name="connsiteY2110" fmla="*/ 4480185 h 5292726"/>
              <a:gd name="connsiteX2111" fmla="*/ 1042107 w 3386022"/>
              <a:gd name="connsiteY2111" fmla="*/ 4481829 h 5292726"/>
              <a:gd name="connsiteX2112" fmla="*/ 1039283 w 3386022"/>
              <a:gd name="connsiteY2112" fmla="*/ 4483473 h 5292726"/>
              <a:gd name="connsiteX2113" fmla="*/ 1037149 w 3386022"/>
              <a:gd name="connsiteY2113" fmla="*/ 4483386 h 5292726"/>
              <a:gd name="connsiteX2114" fmla="*/ 1037903 w 3386022"/>
              <a:gd name="connsiteY2114" fmla="*/ 4482738 h 5292726"/>
              <a:gd name="connsiteX2115" fmla="*/ 1040726 w 3386022"/>
              <a:gd name="connsiteY2115" fmla="*/ 4481093 h 5292726"/>
              <a:gd name="connsiteX2116" fmla="*/ 1043550 w 3386022"/>
              <a:gd name="connsiteY2116" fmla="*/ 4479449 h 5292726"/>
              <a:gd name="connsiteX2117" fmla="*/ 1046375 w 3386022"/>
              <a:gd name="connsiteY2117" fmla="*/ 4477805 h 5292726"/>
              <a:gd name="connsiteX2118" fmla="*/ 1046500 w 3386022"/>
              <a:gd name="connsiteY2118" fmla="*/ 4477805 h 5292726"/>
              <a:gd name="connsiteX2119" fmla="*/ 1049324 w 3386022"/>
              <a:gd name="connsiteY2119" fmla="*/ 4476160 h 5292726"/>
              <a:gd name="connsiteX2120" fmla="*/ 1051282 w 3386022"/>
              <a:gd name="connsiteY2120" fmla="*/ 4475804 h 5292726"/>
              <a:gd name="connsiteX2121" fmla="*/ 1054283 w 3386022"/>
              <a:gd name="connsiteY2121" fmla="*/ 4472526 h 5292726"/>
              <a:gd name="connsiteX2122" fmla="*/ 1060057 w 3386022"/>
              <a:gd name="connsiteY2122" fmla="*/ 4469324 h 5292726"/>
              <a:gd name="connsiteX2123" fmla="*/ 1069407 w 3386022"/>
              <a:gd name="connsiteY2123" fmla="*/ 4468200 h 5292726"/>
              <a:gd name="connsiteX2124" fmla="*/ 1309952 w 3386022"/>
              <a:gd name="connsiteY2124" fmla="*/ 4450850 h 5292726"/>
              <a:gd name="connsiteX2125" fmla="*/ 1297589 w 3386022"/>
              <a:gd name="connsiteY2125" fmla="*/ 4453186 h 5292726"/>
              <a:gd name="connsiteX2126" fmla="*/ 1300163 w 3386022"/>
              <a:gd name="connsiteY2126" fmla="*/ 4455047 h 5292726"/>
              <a:gd name="connsiteX2127" fmla="*/ 1302924 w 3386022"/>
              <a:gd name="connsiteY2127" fmla="*/ 4457037 h 5292726"/>
              <a:gd name="connsiteX2128" fmla="*/ 1305999 w 3386022"/>
              <a:gd name="connsiteY2128" fmla="*/ 4459243 h 5292726"/>
              <a:gd name="connsiteX2129" fmla="*/ 1309515 w 3386022"/>
              <a:gd name="connsiteY2129" fmla="*/ 4461797 h 5292726"/>
              <a:gd name="connsiteX2130" fmla="*/ 1318042 w 3386022"/>
              <a:gd name="connsiteY2130" fmla="*/ 4454922 h 5292726"/>
              <a:gd name="connsiteX2131" fmla="*/ 1318047 w 3386022"/>
              <a:gd name="connsiteY2131" fmla="*/ 4454960 h 5292726"/>
              <a:gd name="connsiteX2132" fmla="*/ 1318047 w 3386022"/>
              <a:gd name="connsiteY2132" fmla="*/ 4454917 h 5292726"/>
              <a:gd name="connsiteX2133" fmla="*/ 1318042 w 3386022"/>
              <a:gd name="connsiteY2133" fmla="*/ 4454922 h 5292726"/>
              <a:gd name="connsiteX2134" fmla="*/ 1317484 w 3386022"/>
              <a:gd name="connsiteY2134" fmla="*/ 4451369 h 5292726"/>
              <a:gd name="connsiteX2135" fmla="*/ 1309952 w 3386022"/>
              <a:gd name="connsiteY2135" fmla="*/ 4450850 h 5292726"/>
              <a:gd name="connsiteX2136" fmla="*/ 1056793 w 3386022"/>
              <a:gd name="connsiteY2136" fmla="*/ 4442758 h 5292726"/>
              <a:gd name="connsiteX2137" fmla="*/ 1057420 w 3386022"/>
              <a:gd name="connsiteY2137" fmla="*/ 4443233 h 5292726"/>
              <a:gd name="connsiteX2138" fmla="*/ 1058049 w 3386022"/>
              <a:gd name="connsiteY2138" fmla="*/ 4443709 h 5292726"/>
              <a:gd name="connsiteX2139" fmla="*/ 1058676 w 3386022"/>
              <a:gd name="connsiteY2139" fmla="*/ 4444185 h 5292726"/>
              <a:gd name="connsiteX2140" fmla="*/ 1059303 w 3386022"/>
              <a:gd name="connsiteY2140" fmla="*/ 4444662 h 5292726"/>
              <a:gd name="connsiteX2141" fmla="*/ 1058612 w 3386022"/>
              <a:gd name="connsiteY2141" fmla="*/ 4445744 h 5292726"/>
              <a:gd name="connsiteX2142" fmla="*/ 1057923 w 3386022"/>
              <a:gd name="connsiteY2142" fmla="*/ 4446825 h 5292726"/>
              <a:gd name="connsiteX2143" fmla="*/ 1057232 w 3386022"/>
              <a:gd name="connsiteY2143" fmla="*/ 4447907 h 5292726"/>
              <a:gd name="connsiteX2144" fmla="*/ 1056543 w 3386022"/>
              <a:gd name="connsiteY2144" fmla="*/ 4448988 h 5292726"/>
              <a:gd name="connsiteX2145" fmla="*/ 1053342 w 3386022"/>
              <a:gd name="connsiteY2145" fmla="*/ 4446998 h 5292726"/>
              <a:gd name="connsiteX2146" fmla="*/ 1052212 w 3386022"/>
              <a:gd name="connsiteY2146" fmla="*/ 4445959 h 5292726"/>
              <a:gd name="connsiteX2147" fmla="*/ 1053342 w 3386022"/>
              <a:gd name="connsiteY2147" fmla="*/ 4444878 h 5292726"/>
              <a:gd name="connsiteX2148" fmla="*/ 1056793 w 3386022"/>
              <a:gd name="connsiteY2148" fmla="*/ 4442758 h 5292726"/>
              <a:gd name="connsiteX2149" fmla="*/ 826230 w 3386022"/>
              <a:gd name="connsiteY2149" fmla="*/ 4433974 h 5292726"/>
              <a:gd name="connsiteX2150" fmla="*/ 827234 w 3386022"/>
              <a:gd name="connsiteY2150" fmla="*/ 4434364 h 5292726"/>
              <a:gd name="connsiteX2151" fmla="*/ 828864 w 3386022"/>
              <a:gd name="connsiteY2151" fmla="*/ 4435358 h 5292726"/>
              <a:gd name="connsiteX2152" fmla="*/ 827922 w 3386022"/>
              <a:gd name="connsiteY2152" fmla="*/ 4435662 h 5292726"/>
              <a:gd name="connsiteX2153" fmla="*/ 826982 w 3386022"/>
              <a:gd name="connsiteY2153" fmla="*/ 4435965 h 5292726"/>
              <a:gd name="connsiteX2154" fmla="*/ 826040 w 3386022"/>
              <a:gd name="connsiteY2154" fmla="*/ 4436268 h 5292726"/>
              <a:gd name="connsiteX2155" fmla="*/ 825100 w 3386022"/>
              <a:gd name="connsiteY2155" fmla="*/ 4436570 h 5292726"/>
              <a:gd name="connsiteX2156" fmla="*/ 824158 w 3386022"/>
              <a:gd name="connsiteY2156" fmla="*/ 4436398 h 5292726"/>
              <a:gd name="connsiteX2157" fmla="*/ 823218 w 3386022"/>
              <a:gd name="connsiteY2157" fmla="*/ 4436224 h 5292726"/>
              <a:gd name="connsiteX2158" fmla="*/ 822276 w 3386022"/>
              <a:gd name="connsiteY2158" fmla="*/ 4436051 h 5292726"/>
              <a:gd name="connsiteX2159" fmla="*/ 821333 w 3386022"/>
              <a:gd name="connsiteY2159" fmla="*/ 4435878 h 5292726"/>
              <a:gd name="connsiteX2160" fmla="*/ 824596 w 3386022"/>
              <a:gd name="connsiteY2160" fmla="*/ 4434450 h 5292726"/>
              <a:gd name="connsiteX2161" fmla="*/ 826165 w 3386022"/>
              <a:gd name="connsiteY2161" fmla="*/ 4434017 h 5292726"/>
              <a:gd name="connsiteX2162" fmla="*/ 496588 w 3386022"/>
              <a:gd name="connsiteY2162" fmla="*/ 4433845 h 5292726"/>
              <a:gd name="connsiteX2163" fmla="*/ 492005 w 3386022"/>
              <a:gd name="connsiteY2163" fmla="*/ 4434970 h 5292726"/>
              <a:gd name="connsiteX2164" fmla="*/ 494893 w 3386022"/>
              <a:gd name="connsiteY2164" fmla="*/ 4438301 h 5292726"/>
              <a:gd name="connsiteX2165" fmla="*/ 504180 w 3386022"/>
              <a:gd name="connsiteY2165" fmla="*/ 4443494 h 5292726"/>
              <a:gd name="connsiteX2166" fmla="*/ 505875 w 3386022"/>
              <a:gd name="connsiteY2166" fmla="*/ 4440984 h 5292726"/>
              <a:gd name="connsiteX2167" fmla="*/ 507255 w 3386022"/>
              <a:gd name="connsiteY2167" fmla="*/ 4438908 h 5292726"/>
              <a:gd name="connsiteX2168" fmla="*/ 508510 w 3386022"/>
              <a:gd name="connsiteY2168" fmla="*/ 4437091 h 5292726"/>
              <a:gd name="connsiteX2169" fmla="*/ 509639 w 3386022"/>
              <a:gd name="connsiteY2169" fmla="*/ 4435402 h 5292726"/>
              <a:gd name="connsiteX2170" fmla="*/ 496588 w 3386022"/>
              <a:gd name="connsiteY2170" fmla="*/ 4433845 h 5292726"/>
              <a:gd name="connsiteX2171" fmla="*/ 2825803 w 3386022"/>
              <a:gd name="connsiteY2171" fmla="*/ 4431508 h 5292726"/>
              <a:gd name="connsiteX2172" fmla="*/ 2843187 w 3386022"/>
              <a:gd name="connsiteY2172" fmla="*/ 4433671 h 5292726"/>
              <a:gd name="connsiteX2173" fmla="*/ 2845822 w 3386022"/>
              <a:gd name="connsiteY2173" fmla="*/ 4435099 h 5292726"/>
              <a:gd name="connsiteX2174" fmla="*/ 2848459 w 3386022"/>
              <a:gd name="connsiteY2174" fmla="*/ 4436830 h 5292726"/>
              <a:gd name="connsiteX2175" fmla="*/ 2848584 w 3386022"/>
              <a:gd name="connsiteY2175" fmla="*/ 4436873 h 5292726"/>
              <a:gd name="connsiteX2176" fmla="*/ 2851596 w 3386022"/>
              <a:gd name="connsiteY2176" fmla="*/ 4438994 h 5292726"/>
              <a:gd name="connsiteX2177" fmla="*/ 2855361 w 3386022"/>
              <a:gd name="connsiteY2177" fmla="*/ 4441590 h 5292726"/>
              <a:gd name="connsiteX2178" fmla="*/ 2823607 w 3386022"/>
              <a:gd name="connsiteY2178" fmla="*/ 4443407 h 5292726"/>
              <a:gd name="connsiteX2179" fmla="*/ 2816516 w 3386022"/>
              <a:gd name="connsiteY2179" fmla="*/ 4437393 h 5292726"/>
              <a:gd name="connsiteX2180" fmla="*/ 2825803 w 3386022"/>
              <a:gd name="connsiteY2180" fmla="*/ 4431508 h 5292726"/>
              <a:gd name="connsiteX2181" fmla="*/ 721814 w 3386022"/>
              <a:gd name="connsiteY2181" fmla="*/ 4422508 h 5292726"/>
              <a:gd name="connsiteX2182" fmla="*/ 745405 w 3386022"/>
              <a:gd name="connsiteY2182" fmla="*/ 4428046 h 5292726"/>
              <a:gd name="connsiteX2183" fmla="*/ 720872 w 3386022"/>
              <a:gd name="connsiteY2183" fmla="*/ 4453055 h 5292726"/>
              <a:gd name="connsiteX2184" fmla="*/ 711584 w 3386022"/>
              <a:gd name="connsiteY2184" fmla="*/ 4478671 h 5292726"/>
              <a:gd name="connsiteX2185" fmla="*/ 701632 w 3386022"/>
              <a:gd name="connsiteY2185" fmla="*/ 4500291 h 5292726"/>
              <a:gd name="connsiteX2186" fmla="*/ 691416 w 3386022"/>
              <a:gd name="connsiteY2186" fmla="*/ 4508207 h 5292726"/>
              <a:gd name="connsiteX2187" fmla="*/ 674998 w 3386022"/>
              <a:gd name="connsiteY2187" fmla="*/ 4513459 h 5292726"/>
              <a:gd name="connsiteX2188" fmla="*/ 665772 w 3386022"/>
              <a:gd name="connsiteY2188" fmla="*/ 4509175 h 5292726"/>
              <a:gd name="connsiteX2189" fmla="*/ 670982 w 3386022"/>
              <a:gd name="connsiteY2189" fmla="*/ 4503939 h 5292726"/>
              <a:gd name="connsiteX2190" fmla="*/ 683344 w 3386022"/>
              <a:gd name="connsiteY2190" fmla="*/ 4498791 h 5292726"/>
              <a:gd name="connsiteX2191" fmla="*/ 695520 w 3386022"/>
              <a:gd name="connsiteY2191" fmla="*/ 4494680 h 5292726"/>
              <a:gd name="connsiteX2192" fmla="*/ 692507 w 3386022"/>
              <a:gd name="connsiteY2192" fmla="*/ 4490309 h 5292726"/>
              <a:gd name="connsiteX2193" fmla="*/ 689432 w 3386022"/>
              <a:gd name="connsiteY2193" fmla="*/ 4485810 h 5292726"/>
              <a:gd name="connsiteX2194" fmla="*/ 686168 w 3386022"/>
              <a:gd name="connsiteY2194" fmla="*/ 4481093 h 5292726"/>
              <a:gd name="connsiteX2195" fmla="*/ 682655 w 3386022"/>
              <a:gd name="connsiteY2195" fmla="*/ 4475988 h 5292726"/>
              <a:gd name="connsiteX2196" fmla="*/ 691566 w 3386022"/>
              <a:gd name="connsiteY2196" fmla="*/ 4468026 h 5292726"/>
              <a:gd name="connsiteX2197" fmla="*/ 696586 w 3386022"/>
              <a:gd name="connsiteY2197" fmla="*/ 4459243 h 5292726"/>
              <a:gd name="connsiteX2198" fmla="*/ 697528 w 3386022"/>
              <a:gd name="connsiteY2198" fmla="*/ 4449680 h 5292726"/>
              <a:gd name="connsiteX2199" fmla="*/ 694390 w 3386022"/>
              <a:gd name="connsiteY2199" fmla="*/ 4439383 h 5292726"/>
              <a:gd name="connsiteX2200" fmla="*/ 688805 w 3386022"/>
              <a:gd name="connsiteY2200" fmla="*/ 4439729 h 5292726"/>
              <a:gd name="connsiteX2201" fmla="*/ 683156 w 3386022"/>
              <a:gd name="connsiteY2201" fmla="*/ 4440075 h 5292726"/>
              <a:gd name="connsiteX2202" fmla="*/ 677445 w 3386022"/>
              <a:gd name="connsiteY2202" fmla="*/ 4440421 h 5292726"/>
              <a:gd name="connsiteX2203" fmla="*/ 671671 w 3386022"/>
              <a:gd name="connsiteY2203" fmla="*/ 4440767 h 5292726"/>
              <a:gd name="connsiteX2204" fmla="*/ 673492 w 3386022"/>
              <a:gd name="connsiteY2204" fmla="*/ 4431897 h 5292726"/>
              <a:gd name="connsiteX2205" fmla="*/ 694013 w 3386022"/>
              <a:gd name="connsiteY2205" fmla="*/ 4424801 h 5292726"/>
              <a:gd name="connsiteX2206" fmla="*/ 721814 w 3386022"/>
              <a:gd name="connsiteY2206" fmla="*/ 4422508 h 5292726"/>
              <a:gd name="connsiteX2207" fmla="*/ 823531 w 3386022"/>
              <a:gd name="connsiteY2207" fmla="*/ 4410090 h 5292726"/>
              <a:gd name="connsiteX2208" fmla="*/ 827923 w 3386022"/>
              <a:gd name="connsiteY2208" fmla="*/ 4413898 h 5292726"/>
              <a:gd name="connsiteX2209" fmla="*/ 829555 w 3386022"/>
              <a:gd name="connsiteY2209" fmla="*/ 4416234 h 5292726"/>
              <a:gd name="connsiteX2210" fmla="*/ 827923 w 3386022"/>
              <a:gd name="connsiteY2210" fmla="*/ 4418137 h 5292726"/>
              <a:gd name="connsiteX2211" fmla="*/ 823531 w 3386022"/>
              <a:gd name="connsiteY2211" fmla="*/ 4421686 h 5292726"/>
              <a:gd name="connsiteX2212" fmla="*/ 819139 w 3386022"/>
              <a:gd name="connsiteY2212" fmla="*/ 4418354 h 5292726"/>
              <a:gd name="connsiteX2213" fmla="*/ 817443 w 3386022"/>
              <a:gd name="connsiteY2213" fmla="*/ 4416581 h 5292726"/>
              <a:gd name="connsiteX2214" fmla="*/ 817381 w 3386022"/>
              <a:gd name="connsiteY2214" fmla="*/ 4416581 h 5292726"/>
              <a:gd name="connsiteX2215" fmla="*/ 818886 w 3386022"/>
              <a:gd name="connsiteY2215" fmla="*/ 4414331 h 5292726"/>
              <a:gd name="connsiteX2216" fmla="*/ 823531 w 3386022"/>
              <a:gd name="connsiteY2216" fmla="*/ 4410090 h 5292726"/>
              <a:gd name="connsiteX2217" fmla="*/ 822338 w 3386022"/>
              <a:gd name="connsiteY2217" fmla="*/ 4409138 h 5292726"/>
              <a:gd name="connsiteX2218" fmla="*/ 822777 w 3386022"/>
              <a:gd name="connsiteY2218" fmla="*/ 4409268 h 5292726"/>
              <a:gd name="connsiteX2219" fmla="*/ 823217 w 3386022"/>
              <a:gd name="connsiteY2219" fmla="*/ 4409398 h 5292726"/>
              <a:gd name="connsiteX2220" fmla="*/ 823657 w 3386022"/>
              <a:gd name="connsiteY2220" fmla="*/ 4409528 h 5292726"/>
              <a:gd name="connsiteX2221" fmla="*/ 823531 w 3386022"/>
              <a:gd name="connsiteY2221" fmla="*/ 4409528 h 5292726"/>
              <a:gd name="connsiteX2222" fmla="*/ 823970 w 3386022"/>
              <a:gd name="connsiteY2222" fmla="*/ 4409658 h 5292726"/>
              <a:gd name="connsiteX2223" fmla="*/ 823469 w 3386022"/>
              <a:gd name="connsiteY2223" fmla="*/ 4410134 h 5292726"/>
              <a:gd name="connsiteX2224" fmla="*/ 822338 w 3386022"/>
              <a:gd name="connsiteY2224" fmla="*/ 4409138 h 5292726"/>
              <a:gd name="connsiteX2225" fmla="*/ 1172519 w 3386022"/>
              <a:gd name="connsiteY2225" fmla="*/ 4406628 h 5292726"/>
              <a:gd name="connsiteX2226" fmla="*/ 1177790 w 3386022"/>
              <a:gd name="connsiteY2226" fmla="*/ 4426056 h 5292726"/>
              <a:gd name="connsiteX2227" fmla="*/ 1178418 w 3386022"/>
              <a:gd name="connsiteY2227" fmla="*/ 4456215 h 5292726"/>
              <a:gd name="connsiteX2228" fmla="*/ 1175845 w 3386022"/>
              <a:gd name="connsiteY2228" fmla="*/ 4484599 h 5292726"/>
              <a:gd name="connsiteX2229" fmla="*/ 1171451 w 3386022"/>
              <a:gd name="connsiteY2229" fmla="*/ 4498704 h 5292726"/>
              <a:gd name="connsiteX2230" fmla="*/ 1165301 w 3386022"/>
              <a:gd name="connsiteY2230" fmla="*/ 4499353 h 5292726"/>
              <a:gd name="connsiteX2231" fmla="*/ 1161788 w 3386022"/>
              <a:gd name="connsiteY2231" fmla="*/ 4499526 h 5292726"/>
              <a:gd name="connsiteX2232" fmla="*/ 1156139 w 3386022"/>
              <a:gd name="connsiteY2232" fmla="*/ 4498747 h 5292726"/>
              <a:gd name="connsiteX2233" fmla="*/ 1143650 w 3386022"/>
              <a:gd name="connsiteY2233" fmla="*/ 4496584 h 5292726"/>
              <a:gd name="connsiteX2234" fmla="*/ 1136119 w 3386022"/>
              <a:gd name="connsiteY2234" fmla="*/ 4487065 h 5292726"/>
              <a:gd name="connsiteX2235" fmla="*/ 1137814 w 3386022"/>
              <a:gd name="connsiteY2235" fmla="*/ 4477200 h 5292726"/>
              <a:gd name="connsiteX2236" fmla="*/ 1139321 w 3386022"/>
              <a:gd name="connsiteY2236" fmla="*/ 4467550 h 5292726"/>
              <a:gd name="connsiteX2237" fmla="*/ 1131287 w 3386022"/>
              <a:gd name="connsiteY2237" fmla="*/ 4458724 h 5292726"/>
              <a:gd name="connsiteX2238" fmla="*/ 1139696 w 3386022"/>
              <a:gd name="connsiteY2238" fmla="*/ 4452883 h 5292726"/>
              <a:gd name="connsiteX2239" fmla="*/ 1148295 w 3386022"/>
              <a:gd name="connsiteY2239" fmla="*/ 4446954 h 5292726"/>
              <a:gd name="connsiteX2240" fmla="*/ 1148295 w 3386022"/>
              <a:gd name="connsiteY2240" fmla="*/ 4447041 h 5292726"/>
              <a:gd name="connsiteX2241" fmla="*/ 1157207 w 3386022"/>
              <a:gd name="connsiteY2241" fmla="*/ 4440854 h 5292726"/>
              <a:gd name="connsiteX2242" fmla="*/ 1166620 w 3386022"/>
              <a:gd name="connsiteY2242" fmla="*/ 4434364 h 5292726"/>
              <a:gd name="connsiteX2243" fmla="*/ 1159089 w 3386022"/>
              <a:gd name="connsiteY2243" fmla="*/ 4423244 h 5292726"/>
              <a:gd name="connsiteX2244" fmla="*/ 1154320 w 3386022"/>
              <a:gd name="connsiteY2244" fmla="*/ 4413854 h 5292726"/>
              <a:gd name="connsiteX2245" fmla="*/ 1157143 w 3386022"/>
              <a:gd name="connsiteY2245" fmla="*/ 4407797 h 5292726"/>
              <a:gd name="connsiteX2246" fmla="*/ 1172519 w 3386022"/>
              <a:gd name="connsiteY2246" fmla="*/ 4406628 h 5292726"/>
              <a:gd name="connsiteX2247" fmla="*/ 398615 w 3386022"/>
              <a:gd name="connsiteY2247" fmla="*/ 4403989 h 5292726"/>
              <a:gd name="connsiteX2248" fmla="*/ 400372 w 3386022"/>
              <a:gd name="connsiteY2248" fmla="*/ 4405071 h 5292726"/>
              <a:gd name="connsiteX2249" fmla="*/ 403446 w 3386022"/>
              <a:gd name="connsiteY2249" fmla="*/ 4407797 h 5292726"/>
              <a:gd name="connsiteX2250" fmla="*/ 397046 w 3386022"/>
              <a:gd name="connsiteY2250" fmla="*/ 4408619 h 5292726"/>
              <a:gd name="connsiteX2251" fmla="*/ 394222 w 3386022"/>
              <a:gd name="connsiteY2251" fmla="*/ 4408619 h 5292726"/>
              <a:gd name="connsiteX2252" fmla="*/ 394222 w 3386022"/>
              <a:gd name="connsiteY2252" fmla="*/ 4408576 h 5292726"/>
              <a:gd name="connsiteX2253" fmla="*/ 392715 w 3386022"/>
              <a:gd name="connsiteY2253" fmla="*/ 4407494 h 5292726"/>
              <a:gd name="connsiteX2254" fmla="*/ 390268 w 3386022"/>
              <a:gd name="connsiteY2254" fmla="*/ 4404985 h 5292726"/>
              <a:gd name="connsiteX2255" fmla="*/ 395979 w 3386022"/>
              <a:gd name="connsiteY2255" fmla="*/ 4404119 h 5292726"/>
              <a:gd name="connsiteX2256" fmla="*/ 398615 w 3386022"/>
              <a:gd name="connsiteY2256" fmla="*/ 4403989 h 5292726"/>
              <a:gd name="connsiteX2257" fmla="*/ 892875 w 3386022"/>
              <a:gd name="connsiteY2257" fmla="*/ 4402431 h 5292726"/>
              <a:gd name="connsiteX2258" fmla="*/ 901787 w 3386022"/>
              <a:gd name="connsiteY2258" fmla="*/ 4410177 h 5292726"/>
              <a:gd name="connsiteX2259" fmla="*/ 910575 w 3386022"/>
              <a:gd name="connsiteY2259" fmla="*/ 4417791 h 5292726"/>
              <a:gd name="connsiteX2260" fmla="*/ 919233 w 3386022"/>
              <a:gd name="connsiteY2260" fmla="*/ 4425320 h 5292726"/>
              <a:gd name="connsiteX2261" fmla="*/ 927768 w 3386022"/>
              <a:gd name="connsiteY2261" fmla="*/ 4432719 h 5292726"/>
              <a:gd name="connsiteX2262" fmla="*/ 924003 w 3386022"/>
              <a:gd name="connsiteY2262" fmla="*/ 4456041 h 5292726"/>
              <a:gd name="connsiteX2263" fmla="*/ 918920 w 3386022"/>
              <a:gd name="connsiteY2263" fmla="*/ 4469282 h 5292726"/>
              <a:gd name="connsiteX2264" fmla="*/ 905302 w 3386022"/>
              <a:gd name="connsiteY2264" fmla="*/ 4476117 h 5292726"/>
              <a:gd name="connsiteX2265" fmla="*/ 875869 w 3386022"/>
              <a:gd name="connsiteY2265" fmla="*/ 4480142 h 5292726"/>
              <a:gd name="connsiteX2266" fmla="*/ 855912 w 3386022"/>
              <a:gd name="connsiteY2266" fmla="*/ 4474690 h 5292726"/>
              <a:gd name="connsiteX2267" fmla="*/ 855912 w 3386022"/>
              <a:gd name="connsiteY2267" fmla="*/ 4474646 h 5292726"/>
              <a:gd name="connsiteX2268" fmla="*/ 837024 w 3386022"/>
              <a:gd name="connsiteY2268" fmla="*/ 4468373 h 5292726"/>
              <a:gd name="connsiteX2269" fmla="*/ 821901 w 3386022"/>
              <a:gd name="connsiteY2269" fmla="*/ 4459546 h 5292726"/>
              <a:gd name="connsiteX2270" fmla="*/ 813241 w 3386022"/>
              <a:gd name="connsiteY2270" fmla="*/ 4446436 h 5292726"/>
              <a:gd name="connsiteX2271" fmla="*/ 831942 w 3386022"/>
              <a:gd name="connsiteY2271" fmla="*/ 4453056 h 5292726"/>
              <a:gd name="connsiteX2272" fmla="*/ 851834 w 3386022"/>
              <a:gd name="connsiteY2272" fmla="*/ 4457382 h 5292726"/>
              <a:gd name="connsiteX2273" fmla="*/ 872919 w 3386022"/>
              <a:gd name="connsiteY2273" fmla="*/ 4460368 h 5292726"/>
              <a:gd name="connsiteX2274" fmla="*/ 895197 w 3386022"/>
              <a:gd name="connsiteY2274" fmla="*/ 4463007 h 5292726"/>
              <a:gd name="connsiteX2275" fmla="*/ 897770 w 3386022"/>
              <a:gd name="connsiteY2275" fmla="*/ 4453229 h 5292726"/>
              <a:gd name="connsiteX2276" fmla="*/ 898147 w 3386022"/>
              <a:gd name="connsiteY2276" fmla="*/ 4441762 h 5292726"/>
              <a:gd name="connsiteX2277" fmla="*/ 892624 w 3386022"/>
              <a:gd name="connsiteY2277" fmla="*/ 4426489 h 5292726"/>
              <a:gd name="connsiteX2278" fmla="*/ 877948 w 3386022"/>
              <a:gd name="connsiteY2278" fmla="*/ 4405906 h 5292726"/>
              <a:gd name="connsiteX2279" fmla="*/ 876496 w 3386022"/>
              <a:gd name="connsiteY2279" fmla="*/ 4406239 h 5292726"/>
              <a:gd name="connsiteX2280" fmla="*/ 876747 w 3386022"/>
              <a:gd name="connsiteY2280" fmla="*/ 4406023 h 5292726"/>
              <a:gd name="connsiteX2281" fmla="*/ 876999 w 3386022"/>
              <a:gd name="connsiteY2281" fmla="*/ 4405806 h 5292726"/>
              <a:gd name="connsiteX2282" fmla="*/ 877250 w 3386022"/>
              <a:gd name="connsiteY2282" fmla="*/ 4405590 h 5292726"/>
              <a:gd name="connsiteX2283" fmla="*/ 877374 w 3386022"/>
              <a:gd name="connsiteY2283" fmla="*/ 4405634 h 5292726"/>
              <a:gd name="connsiteX2284" fmla="*/ 877626 w 3386022"/>
              <a:gd name="connsiteY2284" fmla="*/ 4405417 h 5292726"/>
              <a:gd name="connsiteX2285" fmla="*/ 877925 w 3386022"/>
              <a:gd name="connsiteY2285" fmla="*/ 4405795 h 5292726"/>
              <a:gd name="connsiteX2286" fmla="*/ 879947 w 3386022"/>
              <a:gd name="connsiteY2286" fmla="*/ 4405331 h 5292726"/>
              <a:gd name="connsiteX2287" fmla="*/ 883776 w 3386022"/>
              <a:gd name="connsiteY2287" fmla="*/ 4404465 h 5292726"/>
              <a:gd name="connsiteX2288" fmla="*/ 887981 w 3386022"/>
              <a:gd name="connsiteY2288" fmla="*/ 4403513 h 5292726"/>
              <a:gd name="connsiteX2289" fmla="*/ 892875 w 3386022"/>
              <a:gd name="connsiteY2289" fmla="*/ 4402431 h 5292726"/>
              <a:gd name="connsiteX2290" fmla="*/ 517671 w 3386022"/>
              <a:gd name="connsiteY2290" fmla="*/ 4400917 h 5292726"/>
              <a:gd name="connsiteX2291" fmla="*/ 508133 w 3386022"/>
              <a:gd name="connsiteY2291" fmla="*/ 4402216 h 5292726"/>
              <a:gd name="connsiteX2292" fmla="*/ 506941 w 3386022"/>
              <a:gd name="connsiteY2292" fmla="*/ 4406153 h 5292726"/>
              <a:gd name="connsiteX2293" fmla="*/ 509827 w 3386022"/>
              <a:gd name="connsiteY2293" fmla="*/ 4410610 h 5292726"/>
              <a:gd name="connsiteX2294" fmla="*/ 512463 w 3386022"/>
              <a:gd name="connsiteY2294" fmla="*/ 4413509 h 5292726"/>
              <a:gd name="connsiteX2295" fmla="*/ 524826 w 3386022"/>
              <a:gd name="connsiteY2295" fmla="*/ 4410091 h 5292726"/>
              <a:gd name="connsiteX2296" fmla="*/ 524826 w 3386022"/>
              <a:gd name="connsiteY2296" fmla="*/ 4410047 h 5292726"/>
              <a:gd name="connsiteX2297" fmla="*/ 527337 w 3386022"/>
              <a:gd name="connsiteY2297" fmla="*/ 4405980 h 5292726"/>
              <a:gd name="connsiteX2298" fmla="*/ 523760 w 3386022"/>
              <a:gd name="connsiteY2298" fmla="*/ 4402519 h 5292726"/>
              <a:gd name="connsiteX2299" fmla="*/ 517671 w 3386022"/>
              <a:gd name="connsiteY2299" fmla="*/ 4400917 h 5292726"/>
              <a:gd name="connsiteX2300" fmla="*/ 947662 w 3386022"/>
              <a:gd name="connsiteY2300" fmla="*/ 4399360 h 5292726"/>
              <a:gd name="connsiteX2301" fmla="*/ 964920 w 3386022"/>
              <a:gd name="connsiteY2301" fmla="*/ 4400614 h 5292726"/>
              <a:gd name="connsiteX2302" fmla="*/ 975716 w 3386022"/>
              <a:gd name="connsiteY2302" fmla="*/ 4406110 h 5292726"/>
              <a:gd name="connsiteX2303" fmla="*/ 980359 w 3386022"/>
              <a:gd name="connsiteY2303" fmla="*/ 4409355 h 5292726"/>
              <a:gd name="connsiteX2304" fmla="*/ 988454 w 3386022"/>
              <a:gd name="connsiteY2304" fmla="*/ 4412384 h 5292726"/>
              <a:gd name="connsiteX2305" fmla="*/ 1009666 w 3386022"/>
              <a:gd name="connsiteY2305" fmla="*/ 4417230 h 5292726"/>
              <a:gd name="connsiteX2306" fmla="*/ 1003140 w 3386022"/>
              <a:gd name="connsiteY2306" fmla="*/ 4418657 h 5292726"/>
              <a:gd name="connsiteX2307" fmla="*/ 996927 w 3386022"/>
              <a:gd name="connsiteY2307" fmla="*/ 4420042 h 5292726"/>
              <a:gd name="connsiteX2308" fmla="*/ 990902 w 3386022"/>
              <a:gd name="connsiteY2308" fmla="*/ 4421384 h 5292726"/>
              <a:gd name="connsiteX2309" fmla="*/ 984939 w 3386022"/>
              <a:gd name="connsiteY2309" fmla="*/ 4422681 h 5292726"/>
              <a:gd name="connsiteX2310" fmla="*/ 983558 w 3386022"/>
              <a:gd name="connsiteY2310" fmla="*/ 4425754 h 5292726"/>
              <a:gd name="connsiteX2311" fmla="*/ 982179 w 3386022"/>
              <a:gd name="connsiteY2311" fmla="*/ 4428782 h 5292726"/>
              <a:gd name="connsiteX2312" fmla="*/ 980797 w 3386022"/>
              <a:gd name="connsiteY2312" fmla="*/ 4431768 h 5292726"/>
              <a:gd name="connsiteX2313" fmla="*/ 979481 w 3386022"/>
              <a:gd name="connsiteY2313" fmla="*/ 4434710 h 5292726"/>
              <a:gd name="connsiteX2314" fmla="*/ 959649 w 3386022"/>
              <a:gd name="connsiteY2314" fmla="*/ 4427181 h 5292726"/>
              <a:gd name="connsiteX2315" fmla="*/ 947474 w 3386022"/>
              <a:gd name="connsiteY2315" fmla="*/ 4411821 h 5292726"/>
              <a:gd name="connsiteX2316" fmla="*/ 947662 w 3386022"/>
              <a:gd name="connsiteY2316" fmla="*/ 4399360 h 5292726"/>
              <a:gd name="connsiteX2317" fmla="*/ 1017885 w 3386022"/>
              <a:gd name="connsiteY2317" fmla="*/ 4388369 h 5292726"/>
              <a:gd name="connsiteX2318" fmla="*/ 1014810 w 3386022"/>
              <a:gd name="connsiteY2318" fmla="*/ 4394427 h 5292726"/>
              <a:gd name="connsiteX2319" fmla="*/ 1006966 w 3386022"/>
              <a:gd name="connsiteY2319" fmla="*/ 4392869 h 5292726"/>
              <a:gd name="connsiteX2320" fmla="*/ 1004831 w 3386022"/>
              <a:gd name="connsiteY2320" fmla="*/ 4388974 h 5292726"/>
              <a:gd name="connsiteX2321" fmla="*/ 1020081 w 3386022"/>
              <a:gd name="connsiteY2321" fmla="*/ 4386811 h 5292726"/>
              <a:gd name="connsiteX2322" fmla="*/ 1019704 w 3386022"/>
              <a:gd name="connsiteY2322" fmla="*/ 4387374 h 5292726"/>
              <a:gd name="connsiteX2323" fmla="*/ 1019642 w 3386022"/>
              <a:gd name="connsiteY2323" fmla="*/ 4387374 h 5292726"/>
              <a:gd name="connsiteX2324" fmla="*/ 1018888 w 3386022"/>
              <a:gd name="connsiteY2324" fmla="*/ 4388456 h 5292726"/>
              <a:gd name="connsiteX2325" fmla="*/ 1017885 w 3386022"/>
              <a:gd name="connsiteY2325" fmla="*/ 4388369 h 5292726"/>
              <a:gd name="connsiteX2326" fmla="*/ 1017883 w 3386022"/>
              <a:gd name="connsiteY2326" fmla="*/ 4388369 h 5292726"/>
              <a:gd name="connsiteX2327" fmla="*/ 1017883 w 3386022"/>
              <a:gd name="connsiteY2327" fmla="*/ 4387979 h 5292726"/>
              <a:gd name="connsiteX2328" fmla="*/ 1020081 w 3386022"/>
              <a:gd name="connsiteY2328" fmla="*/ 4386811 h 5292726"/>
              <a:gd name="connsiteX2329" fmla="*/ 1021964 w 3386022"/>
              <a:gd name="connsiteY2329" fmla="*/ 4384043 h 5292726"/>
              <a:gd name="connsiteX2330" fmla="*/ 1021776 w 3386022"/>
              <a:gd name="connsiteY2330" fmla="*/ 4385254 h 5292726"/>
              <a:gd name="connsiteX2331" fmla="*/ 1021524 w 3386022"/>
              <a:gd name="connsiteY2331" fmla="*/ 4385903 h 5292726"/>
              <a:gd name="connsiteX2332" fmla="*/ 1021524 w 3386022"/>
              <a:gd name="connsiteY2332" fmla="*/ 4385860 h 5292726"/>
              <a:gd name="connsiteX2333" fmla="*/ 1020457 w 3386022"/>
              <a:gd name="connsiteY2333" fmla="*/ 4386552 h 5292726"/>
              <a:gd name="connsiteX2334" fmla="*/ 1020081 w 3386022"/>
              <a:gd name="connsiteY2334" fmla="*/ 4386768 h 5292726"/>
              <a:gd name="connsiteX2335" fmla="*/ 1020457 w 3386022"/>
              <a:gd name="connsiteY2335" fmla="*/ 4386206 h 5292726"/>
              <a:gd name="connsiteX2336" fmla="*/ 1021210 w 3386022"/>
              <a:gd name="connsiteY2336" fmla="*/ 4385125 h 5292726"/>
              <a:gd name="connsiteX2337" fmla="*/ 1021964 w 3386022"/>
              <a:gd name="connsiteY2337" fmla="*/ 4384043 h 5292726"/>
              <a:gd name="connsiteX2338" fmla="*/ 746155 w 3386022"/>
              <a:gd name="connsiteY2338" fmla="*/ 4373572 h 5292726"/>
              <a:gd name="connsiteX2339" fmla="*/ 749607 w 3386022"/>
              <a:gd name="connsiteY2339" fmla="*/ 4373874 h 5292726"/>
              <a:gd name="connsiteX2340" fmla="*/ 755944 w 3386022"/>
              <a:gd name="connsiteY2340" fmla="*/ 4375951 h 5292726"/>
              <a:gd name="connsiteX2341" fmla="*/ 754312 w 3386022"/>
              <a:gd name="connsiteY2341" fmla="*/ 4376686 h 5292726"/>
              <a:gd name="connsiteX2342" fmla="*/ 754312 w 3386022"/>
              <a:gd name="connsiteY2342" fmla="*/ 4376643 h 5292726"/>
              <a:gd name="connsiteX2343" fmla="*/ 752681 w 3386022"/>
              <a:gd name="connsiteY2343" fmla="*/ 4377378 h 5292726"/>
              <a:gd name="connsiteX2344" fmla="*/ 751050 w 3386022"/>
              <a:gd name="connsiteY2344" fmla="*/ 4378114 h 5292726"/>
              <a:gd name="connsiteX2345" fmla="*/ 749418 w 3386022"/>
              <a:gd name="connsiteY2345" fmla="*/ 4378850 h 5292726"/>
              <a:gd name="connsiteX2346" fmla="*/ 745966 w 3386022"/>
              <a:gd name="connsiteY2346" fmla="*/ 4375172 h 5292726"/>
              <a:gd name="connsiteX2347" fmla="*/ 746155 w 3386022"/>
              <a:gd name="connsiteY2347" fmla="*/ 4373572 h 5292726"/>
              <a:gd name="connsiteX2348" fmla="*/ 2664146 w 3386022"/>
              <a:gd name="connsiteY2348" fmla="*/ 4373398 h 5292726"/>
              <a:gd name="connsiteX2349" fmla="*/ 2665401 w 3386022"/>
              <a:gd name="connsiteY2349" fmla="*/ 4373961 h 5292726"/>
              <a:gd name="connsiteX2350" fmla="*/ 2666657 w 3386022"/>
              <a:gd name="connsiteY2350" fmla="*/ 4374523 h 5292726"/>
              <a:gd name="connsiteX2351" fmla="*/ 2666657 w 3386022"/>
              <a:gd name="connsiteY2351" fmla="*/ 4374566 h 5292726"/>
              <a:gd name="connsiteX2352" fmla="*/ 2667912 w 3386022"/>
              <a:gd name="connsiteY2352" fmla="*/ 4375128 h 5292726"/>
              <a:gd name="connsiteX2353" fmla="*/ 2669166 w 3386022"/>
              <a:gd name="connsiteY2353" fmla="*/ 4375692 h 5292726"/>
              <a:gd name="connsiteX2354" fmla="*/ 2668037 w 3386022"/>
              <a:gd name="connsiteY2354" fmla="*/ 4375951 h 5292726"/>
              <a:gd name="connsiteX2355" fmla="*/ 2666908 w 3386022"/>
              <a:gd name="connsiteY2355" fmla="*/ 4376211 h 5292726"/>
              <a:gd name="connsiteX2356" fmla="*/ 2665778 w 3386022"/>
              <a:gd name="connsiteY2356" fmla="*/ 4376470 h 5292726"/>
              <a:gd name="connsiteX2357" fmla="*/ 2664649 w 3386022"/>
              <a:gd name="connsiteY2357" fmla="*/ 4376730 h 5292726"/>
              <a:gd name="connsiteX2358" fmla="*/ 2662577 w 3386022"/>
              <a:gd name="connsiteY2358" fmla="*/ 4375907 h 5292726"/>
              <a:gd name="connsiteX2359" fmla="*/ 2661762 w 3386022"/>
              <a:gd name="connsiteY2359" fmla="*/ 4375432 h 5292726"/>
              <a:gd name="connsiteX2360" fmla="*/ 2662264 w 3386022"/>
              <a:gd name="connsiteY2360" fmla="*/ 4374782 h 5292726"/>
              <a:gd name="connsiteX2361" fmla="*/ 2664146 w 3386022"/>
              <a:gd name="connsiteY2361" fmla="*/ 4373398 h 5292726"/>
              <a:gd name="connsiteX2362" fmla="*/ 959245 w 3386022"/>
              <a:gd name="connsiteY2362" fmla="*/ 4368747 h 5292726"/>
              <a:gd name="connsiteX2363" fmla="*/ 959274 w 3386022"/>
              <a:gd name="connsiteY2363" fmla="*/ 4368768 h 5292726"/>
              <a:gd name="connsiteX2364" fmla="*/ 959210 w 3386022"/>
              <a:gd name="connsiteY2364" fmla="*/ 4368768 h 5292726"/>
              <a:gd name="connsiteX2365" fmla="*/ 2818650 w 3386022"/>
              <a:gd name="connsiteY2365" fmla="*/ 4350119 h 5292726"/>
              <a:gd name="connsiteX2366" fmla="*/ 2820721 w 3386022"/>
              <a:gd name="connsiteY2366" fmla="*/ 4350465 h 5292726"/>
              <a:gd name="connsiteX2367" fmla="*/ 2825239 w 3386022"/>
              <a:gd name="connsiteY2367" fmla="*/ 4351894 h 5292726"/>
              <a:gd name="connsiteX2368" fmla="*/ 2824111 w 3386022"/>
              <a:gd name="connsiteY2368" fmla="*/ 4352110 h 5292726"/>
              <a:gd name="connsiteX2369" fmla="*/ 2822981 w 3386022"/>
              <a:gd name="connsiteY2369" fmla="*/ 4352325 h 5292726"/>
              <a:gd name="connsiteX2370" fmla="*/ 2821851 w 3386022"/>
              <a:gd name="connsiteY2370" fmla="*/ 4352542 h 5292726"/>
              <a:gd name="connsiteX2371" fmla="*/ 2820721 w 3386022"/>
              <a:gd name="connsiteY2371" fmla="*/ 4352758 h 5292726"/>
              <a:gd name="connsiteX2372" fmla="*/ 2819592 w 3386022"/>
              <a:gd name="connsiteY2372" fmla="*/ 4352456 h 5292726"/>
              <a:gd name="connsiteX2373" fmla="*/ 2818462 w 3386022"/>
              <a:gd name="connsiteY2373" fmla="*/ 4352153 h 5292726"/>
              <a:gd name="connsiteX2374" fmla="*/ 2818524 w 3386022"/>
              <a:gd name="connsiteY2374" fmla="*/ 4352110 h 5292726"/>
              <a:gd name="connsiteX2375" fmla="*/ 2817396 w 3386022"/>
              <a:gd name="connsiteY2375" fmla="*/ 4351807 h 5292726"/>
              <a:gd name="connsiteX2376" fmla="*/ 2816266 w 3386022"/>
              <a:gd name="connsiteY2376" fmla="*/ 4351504 h 5292726"/>
              <a:gd name="connsiteX2377" fmla="*/ 2817646 w 3386022"/>
              <a:gd name="connsiteY2377" fmla="*/ 4350552 h 5292726"/>
              <a:gd name="connsiteX2378" fmla="*/ 2818650 w 3386022"/>
              <a:gd name="connsiteY2378" fmla="*/ 4350119 h 5292726"/>
              <a:gd name="connsiteX2379" fmla="*/ 1012488 w 3386022"/>
              <a:gd name="connsiteY2379" fmla="*/ 4349644 h 5292726"/>
              <a:gd name="connsiteX2380" fmla="*/ 1023972 w 3386022"/>
              <a:gd name="connsiteY2380" fmla="*/ 4349644 h 5292726"/>
              <a:gd name="connsiteX2381" fmla="*/ 1016881 w 3386022"/>
              <a:gd name="connsiteY2381" fmla="*/ 4353970 h 5292726"/>
              <a:gd name="connsiteX2382" fmla="*/ 1008786 w 3386022"/>
              <a:gd name="connsiteY2382" fmla="*/ 4357086 h 5292726"/>
              <a:gd name="connsiteX2383" fmla="*/ 999247 w 3386022"/>
              <a:gd name="connsiteY2383" fmla="*/ 4359206 h 5292726"/>
              <a:gd name="connsiteX2384" fmla="*/ 987824 w 3386022"/>
              <a:gd name="connsiteY2384" fmla="*/ 4360461 h 5292726"/>
              <a:gd name="connsiteX2385" fmla="*/ 993913 w 3386022"/>
              <a:gd name="connsiteY2385" fmla="*/ 4353883 h 5292726"/>
              <a:gd name="connsiteX2386" fmla="*/ 993913 w 3386022"/>
              <a:gd name="connsiteY2386" fmla="*/ 4353927 h 5292726"/>
              <a:gd name="connsiteX2387" fmla="*/ 1002322 w 3386022"/>
              <a:gd name="connsiteY2387" fmla="*/ 4350682 h 5292726"/>
              <a:gd name="connsiteX2388" fmla="*/ 1012488 w 3386022"/>
              <a:gd name="connsiteY2388" fmla="*/ 4349644 h 5292726"/>
              <a:gd name="connsiteX2389" fmla="*/ 964419 w 3386022"/>
              <a:gd name="connsiteY2389" fmla="*/ 4343543 h 5292726"/>
              <a:gd name="connsiteX2390" fmla="*/ 970129 w 3386022"/>
              <a:gd name="connsiteY2390" fmla="*/ 4362322 h 5292726"/>
              <a:gd name="connsiteX2391" fmla="*/ 959245 w 3386022"/>
              <a:gd name="connsiteY2391" fmla="*/ 4368747 h 5292726"/>
              <a:gd name="connsiteX2392" fmla="*/ 951176 w 3386022"/>
              <a:gd name="connsiteY2392" fmla="*/ 4362235 h 5292726"/>
              <a:gd name="connsiteX2393" fmla="*/ 964419 w 3386022"/>
              <a:gd name="connsiteY2393" fmla="*/ 4343543 h 5292726"/>
              <a:gd name="connsiteX2394" fmla="*/ 965422 w 3386022"/>
              <a:gd name="connsiteY2394" fmla="*/ 4342548 h 5292726"/>
              <a:gd name="connsiteX2395" fmla="*/ 964294 w 3386022"/>
              <a:gd name="connsiteY2395" fmla="*/ 4343500 h 5292726"/>
              <a:gd name="connsiteX2396" fmla="*/ 963979 w 3386022"/>
              <a:gd name="connsiteY2396" fmla="*/ 4343067 h 5292726"/>
              <a:gd name="connsiteX2397" fmla="*/ 964355 w 3386022"/>
              <a:gd name="connsiteY2397" fmla="*/ 4342937 h 5292726"/>
              <a:gd name="connsiteX2398" fmla="*/ 964731 w 3386022"/>
              <a:gd name="connsiteY2398" fmla="*/ 4342807 h 5292726"/>
              <a:gd name="connsiteX2399" fmla="*/ 965109 w 3386022"/>
              <a:gd name="connsiteY2399" fmla="*/ 4342677 h 5292726"/>
              <a:gd name="connsiteX2400" fmla="*/ 965045 w 3386022"/>
              <a:gd name="connsiteY2400" fmla="*/ 4342677 h 5292726"/>
              <a:gd name="connsiteX2401" fmla="*/ 374960 w 3386022"/>
              <a:gd name="connsiteY2401" fmla="*/ 4338437 h 5292726"/>
              <a:gd name="connsiteX2402" fmla="*/ 382930 w 3386022"/>
              <a:gd name="connsiteY2402" fmla="*/ 4340254 h 5292726"/>
              <a:gd name="connsiteX2403" fmla="*/ 382930 w 3386022"/>
              <a:gd name="connsiteY2403" fmla="*/ 4340211 h 5292726"/>
              <a:gd name="connsiteX2404" fmla="*/ 383369 w 3386022"/>
              <a:gd name="connsiteY2404" fmla="*/ 4344450 h 5292726"/>
              <a:gd name="connsiteX2405" fmla="*/ 380295 w 3386022"/>
              <a:gd name="connsiteY2405" fmla="*/ 4349037 h 5292726"/>
              <a:gd name="connsiteX2406" fmla="*/ 377596 w 3386022"/>
              <a:gd name="connsiteY2406" fmla="*/ 4351979 h 5292726"/>
              <a:gd name="connsiteX2407" fmla="*/ 371948 w 3386022"/>
              <a:gd name="connsiteY2407" fmla="*/ 4348345 h 5292726"/>
              <a:gd name="connsiteX2408" fmla="*/ 366300 w 3386022"/>
              <a:gd name="connsiteY2408" fmla="*/ 4343888 h 5292726"/>
              <a:gd name="connsiteX2409" fmla="*/ 365610 w 3386022"/>
              <a:gd name="connsiteY2409" fmla="*/ 4340081 h 5292726"/>
              <a:gd name="connsiteX2410" fmla="*/ 374960 w 3386022"/>
              <a:gd name="connsiteY2410" fmla="*/ 4338437 h 5292726"/>
              <a:gd name="connsiteX2411" fmla="*/ 2910583 w 3386022"/>
              <a:gd name="connsiteY2411" fmla="*/ 4335842 h 5292726"/>
              <a:gd name="connsiteX2412" fmla="*/ 2933430 w 3386022"/>
              <a:gd name="connsiteY2412" fmla="*/ 4336187 h 5292726"/>
              <a:gd name="connsiteX2413" fmla="*/ 2958532 w 3386022"/>
              <a:gd name="connsiteY2413" fmla="*/ 4340168 h 5292726"/>
              <a:gd name="connsiteX2414" fmla="*/ 2940144 w 3386022"/>
              <a:gd name="connsiteY2414" fmla="*/ 4342202 h 5292726"/>
              <a:gd name="connsiteX2415" fmla="*/ 2923201 w 3386022"/>
              <a:gd name="connsiteY2415" fmla="*/ 4344105 h 5292726"/>
              <a:gd name="connsiteX2416" fmla="*/ 2907198 w 3386022"/>
              <a:gd name="connsiteY2416" fmla="*/ 4345880 h 5292726"/>
              <a:gd name="connsiteX2417" fmla="*/ 2891635 w 3386022"/>
              <a:gd name="connsiteY2417" fmla="*/ 4347611 h 5292726"/>
              <a:gd name="connsiteX2418" fmla="*/ 2894898 w 3386022"/>
              <a:gd name="connsiteY2418" fmla="*/ 4339519 h 5292726"/>
              <a:gd name="connsiteX2419" fmla="*/ 2910524 w 3386022"/>
              <a:gd name="connsiteY2419" fmla="*/ 4335841 h 5292726"/>
              <a:gd name="connsiteX2420" fmla="*/ 2910587 w 3386022"/>
              <a:gd name="connsiteY2420" fmla="*/ 4335841 h 5292726"/>
              <a:gd name="connsiteX2421" fmla="*/ 2910583 w 3386022"/>
              <a:gd name="connsiteY2421" fmla="*/ 4335842 h 5292726"/>
              <a:gd name="connsiteX2422" fmla="*/ 2997314 w 3386022"/>
              <a:gd name="connsiteY2422" fmla="*/ 4334023 h 5292726"/>
              <a:gd name="connsiteX2423" fmla="*/ 2999072 w 3386022"/>
              <a:gd name="connsiteY2423" fmla="*/ 4334196 h 5292726"/>
              <a:gd name="connsiteX2424" fmla="*/ 3000829 w 3386022"/>
              <a:gd name="connsiteY2424" fmla="*/ 4334369 h 5292726"/>
              <a:gd name="connsiteX2425" fmla="*/ 3000891 w 3386022"/>
              <a:gd name="connsiteY2425" fmla="*/ 4334369 h 5292726"/>
              <a:gd name="connsiteX2426" fmla="*/ 3002649 w 3386022"/>
              <a:gd name="connsiteY2426" fmla="*/ 4334543 h 5292726"/>
              <a:gd name="connsiteX2427" fmla="*/ 3004406 w 3386022"/>
              <a:gd name="connsiteY2427" fmla="*/ 4334715 h 5292726"/>
              <a:gd name="connsiteX2428" fmla="*/ 3001707 w 3386022"/>
              <a:gd name="connsiteY2428" fmla="*/ 4335321 h 5292726"/>
              <a:gd name="connsiteX2429" fmla="*/ 3000389 w 3386022"/>
              <a:gd name="connsiteY2429" fmla="*/ 4335451 h 5292726"/>
              <a:gd name="connsiteX2430" fmla="*/ 2999322 w 3386022"/>
              <a:gd name="connsiteY2430" fmla="*/ 4335062 h 5292726"/>
              <a:gd name="connsiteX2431" fmla="*/ 2997314 w 3386022"/>
              <a:gd name="connsiteY2431" fmla="*/ 4334023 h 5292726"/>
              <a:gd name="connsiteX2432" fmla="*/ 904361 w 3386022"/>
              <a:gd name="connsiteY2432" fmla="*/ 4327144 h 5292726"/>
              <a:gd name="connsiteX2433" fmla="*/ 918167 w 3386022"/>
              <a:gd name="connsiteY2433" fmla="*/ 4328918 h 5292726"/>
              <a:gd name="connsiteX2434" fmla="*/ 922246 w 3386022"/>
              <a:gd name="connsiteY2434" fmla="*/ 4336490 h 5292726"/>
              <a:gd name="connsiteX2435" fmla="*/ 915719 w 3386022"/>
              <a:gd name="connsiteY2435" fmla="*/ 4340514 h 5292726"/>
              <a:gd name="connsiteX2436" fmla="*/ 902603 w 3386022"/>
              <a:gd name="connsiteY2436" fmla="*/ 4339086 h 5292726"/>
              <a:gd name="connsiteX2437" fmla="*/ 886789 w 3386022"/>
              <a:gd name="connsiteY2437" fmla="*/ 4334846 h 5292726"/>
              <a:gd name="connsiteX2438" fmla="*/ 872228 w 3386022"/>
              <a:gd name="connsiteY2438" fmla="*/ 4330346 h 5292726"/>
              <a:gd name="connsiteX2439" fmla="*/ 886977 w 3386022"/>
              <a:gd name="connsiteY2439" fmla="*/ 4328529 h 5292726"/>
              <a:gd name="connsiteX2440" fmla="*/ 904361 w 3386022"/>
              <a:gd name="connsiteY2440" fmla="*/ 4327144 h 5292726"/>
              <a:gd name="connsiteX2441" fmla="*/ 1012863 w 3386022"/>
              <a:gd name="connsiteY2441" fmla="*/ 4325413 h 5292726"/>
              <a:gd name="connsiteX2442" fmla="*/ 1013177 w 3386022"/>
              <a:gd name="connsiteY2442" fmla="*/ 4326019 h 5292726"/>
              <a:gd name="connsiteX2443" fmla="*/ 1013491 w 3386022"/>
              <a:gd name="connsiteY2443" fmla="*/ 4326625 h 5292726"/>
              <a:gd name="connsiteX2444" fmla="*/ 1013804 w 3386022"/>
              <a:gd name="connsiteY2444" fmla="*/ 4327230 h 5292726"/>
              <a:gd name="connsiteX2445" fmla="*/ 1014118 w 3386022"/>
              <a:gd name="connsiteY2445" fmla="*/ 4327837 h 5292726"/>
              <a:gd name="connsiteX2446" fmla="*/ 1013177 w 3386022"/>
              <a:gd name="connsiteY2446" fmla="*/ 4327706 h 5292726"/>
              <a:gd name="connsiteX2447" fmla="*/ 1012297 w 3386022"/>
              <a:gd name="connsiteY2447" fmla="*/ 4327619 h 5292726"/>
              <a:gd name="connsiteX2448" fmla="*/ 1011357 w 3386022"/>
              <a:gd name="connsiteY2448" fmla="*/ 4327534 h 5292726"/>
              <a:gd name="connsiteX2449" fmla="*/ 1010416 w 3386022"/>
              <a:gd name="connsiteY2449" fmla="*/ 4327447 h 5292726"/>
              <a:gd name="connsiteX2450" fmla="*/ 1011044 w 3386022"/>
              <a:gd name="connsiteY2450" fmla="*/ 4326927 h 5292726"/>
              <a:gd name="connsiteX2451" fmla="*/ 1011609 w 3386022"/>
              <a:gd name="connsiteY2451" fmla="*/ 4326409 h 5292726"/>
              <a:gd name="connsiteX2452" fmla="*/ 1012235 w 3386022"/>
              <a:gd name="connsiteY2452" fmla="*/ 4325933 h 5292726"/>
              <a:gd name="connsiteX2453" fmla="*/ 519178 w 3386022"/>
              <a:gd name="connsiteY2453" fmla="*/ 4322472 h 5292726"/>
              <a:gd name="connsiteX2454" fmla="*/ 509890 w 3386022"/>
              <a:gd name="connsiteY2454" fmla="*/ 4347654 h 5292726"/>
              <a:gd name="connsiteX2455" fmla="*/ 505372 w 3386022"/>
              <a:gd name="connsiteY2455" fmla="*/ 4361067 h 5292726"/>
              <a:gd name="connsiteX2456" fmla="*/ 504996 w 3386022"/>
              <a:gd name="connsiteY2456" fmla="*/ 4367471 h 5292726"/>
              <a:gd name="connsiteX2457" fmla="*/ 508133 w 3386022"/>
              <a:gd name="connsiteY2457" fmla="*/ 4371582 h 5292726"/>
              <a:gd name="connsiteX2458" fmla="*/ 523509 w 3386022"/>
              <a:gd name="connsiteY2458" fmla="*/ 4376341 h 5292726"/>
              <a:gd name="connsiteX2459" fmla="*/ 535495 w 3386022"/>
              <a:gd name="connsiteY2459" fmla="*/ 4366303 h 5292726"/>
              <a:gd name="connsiteX2460" fmla="*/ 535495 w 3386022"/>
              <a:gd name="connsiteY2460" fmla="*/ 4366259 h 5292726"/>
              <a:gd name="connsiteX2461" fmla="*/ 536562 w 3386022"/>
              <a:gd name="connsiteY2461" fmla="*/ 4346572 h 5292726"/>
              <a:gd name="connsiteX2462" fmla="*/ 519178 w 3386022"/>
              <a:gd name="connsiteY2462" fmla="*/ 4322472 h 5292726"/>
              <a:gd name="connsiteX2463" fmla="*/ 375212 w 3386022"/>
              <a:gd name="connsiteY2463" fmla="*/ 4296639 h 5292726"/>
              <a:gd name="connsiteX2464" fmla="*/ 382429 w 3386022"/>
              <a:gd name="connsiteY2464" fmla="*/ 4297505 h 5292726"/>
              <a:gd name="connsiteX2465" fmla="*/ 382429 w 3386022"/>
              <a:gd name="connsiteY2465" fmla="*/ 4297549 h 5292726"/>
              <a:gd name="connsiteX2466" fmla="*/ 389333 w 3386022"/>
              <a:gd name="connsiteY2466" fmla="*/ 4302092 h 5292726"/>
              <a:gd name="connsiteX2467" fmla="*/ 392533 w 3386022"/>
              <a:gd name="connsiteY2467" fmla="*/ 4311654 h 5292726"/>
              <a:gd name="connsiteX2468" fmla="*/ 381488 w 3386022"/>
              <a:gd name="connsiteY2468" fmla="*/ 4310096 h 5292726"/>
              <a:gd name="connsiteX2469" fmla="*/ 373957 w 3386022"/>
              <a:gd name="connsiteY2469" fmla="*/ 4306895 h 5292726"/>
              <a:gd name="connsiteX2470" fmla="*/ 370380 w 3386022"/>
              <a:gd name="connsiteY2470" fmla="*/ 4302697 h 5292726"/>
              <a:gd name="connsiteX2471" fmla="*/ 371071 w 3386022"/>
              <a:gd name="connsiteY2471" fmla="*/ 4298154 h 5292726"/>
              <a:gd name="connsiteX2472" fmla="*/ 375212 w 3386022"/>
              <a:gd name="connsiteY2472" fmla="*/ 4296639 h 5292726"/>
              <a:gd name="connsiteX2473" fmla="*/ 2681008 w 3386022"/>
              <a:gd name="connsiteY2473" fmla="*/ 4291063 h 5292726"/>
              <a:gd name="connsiteX2474" fmla="*/ 2687303 w 3386022"/>
              <a:gd name="connsiteY2474" fmla="*/ 4291706 h 5292726"/>
              <a:gd name="connsiteX2475" fmla="*/ 2694143 w 3386022"/>
              <a:gd name="connsiteY2475" fmla="*/ 4293784 h 5292726"/>
              <a:gd name="connsiteX2476" fmla="*/ 2689374 w 3386022"/>
              <a:gd name="connsiteY2476" fmla="*/ 4297505 h 5292726"/>
              <a:gd name="connsiteX2477" fmla="*/ 2683789 w 3386022"/>
              <a:gd name="connsiteY2477" fmla="*/ 4298889 h 5292726"/>
              <a:gd name="connsiteX2478" fmla="*/ 2677450 w 3386022"/>
              <a:gd name="connsiteY2478" fmla="*/ 4298284 h 5292726"/>
              <a:gd name="connsiteX2479" fmla="*/ 2670547 w 3386022"/>
              <a:gd name="connsiteY2479" fmla="*/ 4296034 h 5292726"/>
              <a:gd name="connsiteX2480" fmla="*/ 2675379 w 3386022"/>
              <a:gd name="connsiteY2480" fmla="*/ 4292356 h 5292726"/>
              <a:gd name="connsiteX2481" fmla="*/ 2680965 w 3386022"/>
              <a:gd name="connsiteY2481" fmla="*/ 4291058 h 5292726"/>
              <a:gd name="connsiteX2482" fmla="*/ 2681027 w 3386022"/>
              <a:gd name="connsiteY2482" fmla="*/ 4291058 h 5292726"/>
              <a:gd name="connsiteX2483" fmla="*/ 2681008 w 3386022"/>
              <a:gd name="connsiteY2483" fmla="*/ 4291063 h 5292726"/>
              <a:gd name="connsiteX2484" fmla="*/ 258807 w 3386022"/>
              <a:gd name="connsiteY2484" fmla="*/ 4289284 h 5292726"/>
              <a:gd name="connsiteX2485" fmla="*/ 270982 w 3386022"/>
              <a:gd name="connsiteY2485" fmla="*/ 4315159 h 5292726"/>
              <a:gd name="connsiteX2486" fmla="*/ 276504 w 3386022"/>
              <a:gd name="connsiteY2486" fmla="*/ 4358903 h 5292726"/>
              <a:gd name="connsiteX2487" fmla="*/ 277947 w 3386022"/>
              <a:gd name="connsiteY2487" fmla="*/ 4400441 h 5292726"/>
              <a:gd name="connsiteX2488" fmla="*/ 278011 w 3386022"/>
              <a:gd name="connsiteY2488" fmla="*/ 4400441 h 5292726"/>
              <a:gd name="connsiteX2489" fmla="*/ 278011 w 3386022"/>
              <a:gd name="connsiteY2489" fmla="*/ 4419739 h 5292726"/>
              <a:gd name="connsiteX2490" fmla="*/ 264455 w 3386022"/>
              <a:gd name="connsiteY2490" fmla="*/ 4412383 h 5292726"/>
              <a:gd name="connsiteX2491" fmla="*/ 259058 w 3386022"/>
              <a:gd name="connsiteY2491" fmla="*/ 4398884 h 5292726"/>
              <a:gd name="connsiteX2492" fmla="*/ 258305 w 3386022"/>
              <a:gd name="connsiteY2492" fmla="*/ 4363186 h 5292726"/>
              <a:gd name="connsiteX2493" fmla="*/ 258807 w 3386022"/>
              <a:gd name="connsiteY2493" fmla="*/ 4289284 h 5292726"/>
              <a:gd name="connsiteX2494" fmla="*/ 2870361 w 3386022"/>
              <a:gd name="connsiteY2494" fmla="*/ 4288981 h 5292726"/>
              <a:gd name="connsiteX2495" fmla="*/ 2868980 w 3386022"/>
              <a:gd name="connsiteY2495" fmla="*/ 4290711 h 5292726"/>
              <a:gd name="connsiteX2496" fmla="*/ 2866972 w 3386022"/>
              <a:gd name="connsiteY2496" fmla="*/ 4291144 h 5292726"/>
              <a:gd name="connsiteX2497" fmla="*/ 2864274 w 3386022"/>
              <a:gd name="connsiteY2497" fmla="*/ 4290581 h 5292726"/>
              <a:gd name="connsiteX2498" fmla="*/ 2860885 w 3386022"/>
              <a:gd name="connsiteY2498" fmla="*/ 4289284 h 5292726"/>
              <a:gd name="connsiteX2499" fmla="*/ 2863269 w 3386022"/>
              <a:gd name="connsiteY2499" fmla="*/ 4289197 h 5292726"/>
              <a:gd name="connsiteX2500" fmla="*/ 2865654 w 3386022"/>
              <a:gd name="connsiteY2500" fmla="*/ 4289110 h 5292726"/>
              <a:gd name="connsiteX2501" fmla="*/ 2865592 w 3386022"/>
              <a:gd name="connsiteY2501" fmla="*/ 4289154 h 5292726"/>
              <a:gd name="connsiteX2502" fmla="*/ 2867976 w 3386022"/>
              <a:gd name="connsiteY2502" fmla="*/ 4289068 h 5292726"/>
              <a:gd name="connsiteX2503" fmla="*/ 2870361 w 3386022"/>
              <a:gd name="connsiteY2503" fmla="*/ 4288981 h 5292726"/>
              <a:gd name="connsiteX2504" fmla="*/ 2756649 w 3386022"/>
              <a:gd name="connsiteY2504" fmla="*/ 4281496 h 5292726"/>
              <a:gd name="connsiteX2505" fmla="*/ 2774722 w 3386022"/>
              <a:gd name="connsiteY2505" fmla="*/ 4282923 h 5292726"/>
              <a:gd name="connsiteX2506" fmla="*/ 2769199 w 3386022"/>
              <a:gd name="connsiteY2506" fmla="*/ 4286168 h 5292726"/>
              <a:gd name="connsiteX2507" fmla="*/ 2760037 w 3386022"/>
              <a:gd name="connsiteY2507" fmla="*/ 4288981 h 5292726"/>
              <a:gd name="connsiteX2508" fmla="*/ 2749306 w 3386022"/>
              <a:gd name="connsiteY2508" fmla="*/ 4290279 h 5292726"/>
              <a:gd name="connsiteX2509" fmla="*/ 2739139 w 3386022"/>
              <a:gd name="connsiteY2509" fmla="*/ 4288981 h 5292726"/>
              <a:gd name="connsiteX2510" fmla="*/ 2738387 w 3386022"/>
              <a:gd name="connsiteY2510" fmla="*/ 4286557 h 5292726"/>
              <a:gd name="connsiteX2511" fmla="*/ 2744348 w 3386022"/>
              <a:gd name="connsiteY2511" fmla="*/ 4283400 h 5292726"/>
              <a:gd name="connsiteX2512" fmla="*/ 2756585 w 3386022"/>
              <a:gd name="connsiteY2512" fmla="*/ 4281539 h 5292726"/>
              <a:gd name="connsiteX2513" fmla="*/ 2984889 w 3386022"/>
              <a:gd name="connsiteY2513" fmla="*/ 4259429 h 5292726"/>
              <a:gd name="connsiteX2514" fmla="*/ 2985579 w 3386022"/>
              <a:gd name="connsiteY2514" fmla="*/ 4260554 h 5292726"/>
              <a:gd name="connsiteX2515" fmla="*/ 2986270 w 3386022"/>
              <a:gd name="connsiteY2515" fmla="*/ 4261679 h 5292726"/>
              <a:gd name="connsiteX2516" fmla="*/ 2986960 w 3386022"/>
              <a:gd name="connsiteY2516" fmla="*/ 4262804 h 5292726"/>
              <a:gd name="connsiteX2517" fmla="*/ 2987651 w 3386022"/>
              <a:gd name="connsiteY2517" fmla="*/ 4263929 h 5292726"/>
              <a:gd name="connsiteX2518" fmla="*/ 2963616 w 3386022"/>
              <a:gd name="connsiteY2518" fmla="*/ 4266438 h 5292726"/>
              <a:gd name="connsiteX2519" fmla="*/ 2912532 w 3386022"/>
              <a:gd name="connsiteY2519" fmla="*/ 4271025 h 5292726"/>
              <a:gd name="connsiteX2520" fmla="*/ 2857119 w 3386022"/>
              <a:gd name="connsiteY2520" fmla="*/ 4274833 h 5292726"/>
              <a:gd name="connsiteX2521" fmla="*/ 2820093 w 3386022"/>
              <a:gd name="connsiteY2521" fmla="*/ 4275049 h 5292726"/>
              <a:gd name="connsiteX2522" fmla="*/ 2851408 w 3386022"/>
              <a:gd name="connsiteY2522" fmla="*/ 4267087 h 5292726"/>
              <a:gd name="connsiteX2523" fmla="*/ 2898601 w 3386022"/>
              <a:gd name="connsiteY2523" fmla="*/ 4262328 h 5292726"/>
              <a:gd name="connsiteX2524" fmla="*/ 2947739 w 3386022"/>
              <a:gd name="connsiteY2524" fmla="*/ 4260034 h 5292726"/>
              <a:gd name="connsiteX2525" fmla="*/ 2984889 w 3386022"/>
              <a:gd name="connsiteY2525" fmla="*/ 4259429 h 5292726"/>
              <a:gd name="connsiteX2526" fmla="*/ 2773717 w 3386022"/>
              <a:gd name="connsiteY2526" fmla="*/ 4246751 h 5292726"/>
              <a:gd name="connsiteX2527" fmla="*/ 2772525 w 3386022"/>
              <a:gd name="connsiteY2527" fmla="*/ 4249174 h 5292726"/>
              <a:gd name="connsiteX2528" fmla="*/ 2771332 w 3386022"/>
              <a:gd name="connsiteY2528" fmla="*/ 4251641 h 5292726"/>
              <a:gd name="connsiteX2529" fmla="*/ 2770077 w 3386022"/>
              <a:gd name="connsiteY2529" fmla="*/ 4254237 h 5292726"/>
              <a:gd name="connsiteX2530" fmla="*/ 2768697 w 3386022"/>
              <a:gd name="connsiteY2530" fmla="*/ 4257049 h 5292726"/>
              <a:gd name="connsiteX2531" fmla="*/ 2768697 w 3386022"/>
              <a:gd name="connsiteY2531" fmla="*/ 4257092 h 5292726"/>
              <a:gd name="connsiteX2532" fmla="*/ 2761103 w 3386022"/>
              <a:gd name="connsiteY2532" fmla="*/ 4252679 h 5292726"/>
              <a:gd name="connsiteX2533" fmla="*/ 2760539 w 3386022"/>
              <a:gd name="connsiteY2533" fmla="*/ 4249131 h 5292726"/>
              <a:gd name="connsiteX2534" fmla="*/ 2765308 w 3386022"/>
              <a:gd name="connsiteY2534" fmla="*/ 4246967 h 5292726"/>
              <a:gd name="connsiteX2535" fmla="*/ 2773717 w 3386022"/>
              <a:gd name="connsiteY2535" fmla="*/ 4246751 h 5292726"/>
              <a:gd name="connsiteX2536" fmla="*/ 925321 w 3386022"/>
              <a:gd name="connsiteY2536" fmla="*/ 4237232 h 5292726"/>
              <a:gd name="connsiteX2537" fmla="*/ 912206 w 3386022"/>
              <a:gd name="connsiteY2537" fmla="*/ 4251857 h 5292726"/>
              <a:gd name="connsiteX2538" fmla="*/ 895950 w 3386022"/>
              <a:gd name="connsiteY2538" fmla="*/ 4262372 h 5292726"/>
              <a:gd name="connsiteX2539" fmla="*/ 886161 w 3386022"/>
              <a:gd name="connsiteY2539" fmla="*/ 4268559 h 5292726"/>
              <a:gd name="connsiteX2540" fmla="*/ 892563 w 3386022"/>
              <a:gd name="connsiteY2540" fmla="*/ 4270203 h 5292726"/>
              <a:gd name="connsiteX2541" fmla="*/ 908127 w 3386022"/>
              <a:gd name="connsiteY2541" fmla="*/ 4271458 h 5292726"/>
              <a:gd name="connsiteX2542" fmla="*/ 918920 w 3386022"/>
              <a:gd name="connsiteY2542" fmla="*/ 4275006 h 5292726"/>
              <a:gd name="connsiteX2543" fmla="*/ 932601 w 3386022"/>
              <a:gd name="connsiteY2543" fmla="*/ 4278165 h 5292726"/>
              <a:gd name="connsiteX2544" fmla="*/ 956887 w 3386022"/>
              <a:gd name="connsiteY2544" fmla="*/ 4278294 h 5292726"/>
              <a:gd name="connsiteX2545" fmla="*/ 956887 w 3386022"/>
              <a:gd name="connsiteY2545" fmla="*/ 4278251 h 5292726"/>
              <a:gd name="connsiteX2546" fmla="*/ 957328 w 3386022"/>
              <a:gd name="connsiteY2546" fmla="*/ 4259473 h 5292726"/>
              <a:gd name="connsiteX2547" fmla="*/ 955381 w 3386022"/>
              <a:gd name="connsiteY2547" fmla="*/ 4248482 h 5292726"/>
              <a:gd name="connsiteX2548" fmla="*/ 946283 w 3386022"/>
              <a:gd name="connsiteY2548" fmla="*/ 4242122 h 5292726"/>
              <a:gd name="connsiteX2549" fmla="*/ 925321 w 3386022"/>
              <a:gd name="connsiteY2549" fmla="*/ 4237232 h 5292726"/>
              <a:gd name="connsiteX2550" fmla="*/ 2873937 w 3386022"/>
              <a:gd name="connsiteY2550" fmla="*/ 4233814 h 5292726"/>
              <a:gd name="connsiteX2551" fmla="*/ 2878958 w 3386022"/>
              <a:gd name="connsiteY2551" fmla="*/ 4233814 h 5292726"/>
              <a:gd name="connsiteX2552" fmla="*/ 2884167 w 3386022"/>
              <a:gd name="connsiteY2552" fmla="*/ 4233944 h 5292726"/>
              <a:gd name="connsiteX2553" fmla="*/ 2889689 w 3386022"/>
              <a:gd name="connsiteY2553" fmla="*/ 4234116 h 5292726"/>
              <a:gd name="connsiteX2554" fmla="*/ 2895713 w 3386022"/>
              <a:gd name="connsiteY2554" fmla="*/ 4234290 h 5292726"/>
              <a:gd name="connsiteX2555" fmla="*/ 2874377 w 3386022"/>
              <a:gd name="connsiteY2555" fmla="*/ 4242208 h 5292726"/>
              <a:gd name="connsiteX2556" fmla="*/ 2861386 w 3386022"/>
              <a:gd name="connsiteY2556" fmla="*/ 4241170 h 5292726"/>
              <a:gd name="connsiteX2557" fmla="*/ 2860132 w 3386022"/>
              <a:gd name="connsiteY2557" fmla="*/ 4236583 h 5292726"/>
              <a:gd name="connsiteX2558" fmla="*/ 2873937 w 3386022"/>
              <a:gd name="connsiteY2558" fmla="*/ 4233814 h 5292726"/>
              <a:gd name="connsiteX2559" fmla="*/ 2764868 w 3386022"/>
              <a:gd name="connsiteY2559" fmla="*/ 4214256 h 5292726"/>
              <a:gd name="connsiteX2560" fmla="*/ 2764931 w 3386022"/>
              <a:gd name="connsiteY2560" fmla="*/ 4214299 h 5292726"/>
              <a:gd name="connsiteX2561" fmla="*/ 2774847 w 3386022"/>
              <a:gd name="connsiteY2561" fmla="*/ 4214299 h 5292726"/>
              <a:gd name="connsiteX2562" fmla="*/ 2783381 w 3386022"/>
              <a:gd name="connsiteY2562" fmla="*/ 4215035 h 5292726"/>
              <a:gd name="connsiteX2563" fmla="*/ 2779616 w 3386022"/>
              <a:gd name="connsiteY2563" fmla="*/ 4218972 h 5292726"/>
              <a:gd name="connsiteX2564" fmla="*/ 2777420 w 3386022"/>
              <a:gd name="connsiteY2564" fmla="*/ 4221092 h 5292726"/>
              <a:gd name="connsiteX2565" fmla="*/ 2773905 w 3386022"/>
              <a:gd name="connsiteY2565" fmla="*/ 4223818 h 5292726"/>
              <a:gd name="connsiteX2566" fmla="*/ 2766060 w 3386022"/>
              <a:gd name="connsiteY2566" fmla="*/ 4229574 h 5292726"/>
              <a:gd name="connsiteX2567" fmla="*/ 2759597 w 3386022"/>
              <a:gd name="connsiteY2567" fmla="*/ 4227842 h 5292726"/>
              <a:gd name="connsiteX2568" fmla="*/ 2754012 w 3386022"/>
              <a:gd name="connsiteY2568" fmla="*/ 4226371 h 5292726"/>
              <a:gd name="connsiteX2569" fmla="*/ 2748991 w 3386022"/>
              <a:gd name="connsiteY2569" fmla="*/ 4225030 h 5292726"/>
              <a:gd name="connsiteX2570" fmla="*/ 2744159 w 3386022"/>
              <a:gd name="connsiteY2570" fmla="*/ 4223732 h 5292726"/>
              <a:gd name="connsiteX2571" fmla="*/ 2754388 w 3386022"/>
              <a:gd name="connsiteY2571" fmla="*/ 4216809 h 5292726"/>
              <a:gd name="connsiteX2572" fmla="*/ 2764868 w 3386022"/>
              <a:gd name="connsiteY2572" fmla="*/ 4214256 h 5292726"/>
              <a:gd name="connsiteX2573" fmla="*/ 3136945 w 3386022"/>
              <a:gd name="connsiteY2573" fmla="*/ 4211314 h 5292726"/>
              <a:gd name="connsiteX2574" fmla="*/ 3137008 w 3386022"/>
              <a:gd name="connsiteY2574" fmla="*/ 4211357 h 5292726"/>
              <a:gd name="connsiteX2575" fmla="*/ 3161420 w 3386022"/>
              <a:gd name="connsiteY2575" fmla="*/ 4212872 h 5292726"/>
              <a:gd name="connsiteX2576" fmla="*/ 3178677 w 3386022"/>
              <a:gd name="connsiteY2576" fmla="*/ 4220531 h 5292726"/>
              <a:gd name="connsiteX2577" fmla="*/ 3155709 w 3386022"/>
              <a:gd name="connsiteY2577" fmla="*/ 4222131 h 5292726"/>
              <a:gd name="connsiteX2578" fmla="*/ 3105254 w 3386022"/>
              <a:gd name="connsiteY2578" fmla="*/ 4224771 h 5292726"/>
              <a:gd name="connsiteX2579" fmla="*/ 3046891 w 3386022"/>
              <a:gd name="connsiteY2579" fmla="*/ 4225852 h 5292726"/>
              <a:gd name="connsiteX2580" fmla="*/ 3000076 w 3386022"/>
              <a:gd name="connsiteY2580" fmla="*/ 4222824 h 5292726"/>
              <a:gd name="connsiteX2581" fmla="*/ 3088749 w 3386022"/>
              <a:gd name="connsiteY2581" fmla="*/ 4214992 h 5292726"/>
              <a:gd name="connsiteX2582" fmla="*/ 3136945 w 3386022"/>
              <a:gd name="connsiteY2582" fmla="*/ 4211314 h 5292726"/>
              <a:gd name="connsiteX2583" fmla="*/ 2834401 w 3386022"/>
              <a:gd name="connsiteY2583" fmla="*/ 4211141 h 5292726"/>
              <a:gd name="connsiteX2584" fmla="*/ 2836347 w 3386022"/>
              <a:gd name="connsiteY2584" fmla="*/ 4211271 h 5292726"/>
              <a:gd name="connsiteX2585" fmla="*/ 2838293 w 3386022"/>
              <a:gd name="connsiteY2585" fmla="*/ 4211400 h 5292726"/>
              <a:gd name="connsiteX2586" fmla="*/ 2840238 w 3386022"/>
              <a:gd name="connsiteY2586" fmla="*/ 4211531 h 5292726"/>
              <a:gd name="connsiteX2587" fmla="*/ 2842183 w 3386022"/>
              <a:gd name="connsiteY2587" fmla="*/ 4211660 h 5292726"/>
              <a:gd name="connsiteX2588" fmla="*/ 2839359 w 3386022"/>
              <a:gd name="connsiteY2588" fmla="*/ 4212266 h 5292726"/>
              <a:gd name="connsiteX2589" fmla="*/ 2839233 w 3386022"/>
              <a:gd name="connsiteY2589" fmla="*/ 4212266 h 5292726"/>
              <a:gd name="connsiteX2590" fmla="*/ 2837854 w 3386022"/>
              <a:gd name="connsiteY2590" fmla="*/ 4212438 h 5292726"/>
              <a:gd name="connsiteX2591" fmla="*/ 2836660 w 3386022"/>
              <a:gd name="connsiteY2591" fmla="*/ 4212093 h 5292726"/>
              <a:gd name="connsiteX2592" fmla="*/ 2834401 w 3386022"/>
              <a:gd name="connsiteY2592" fmla="*/ 4211141 h 5292726"/>
              <a:gd name="connsiteX2593" fmla="*/ 2931046 w 3386022"/>
              <a:gd name="connsiteY2593" fmla="*/ 4141608 h 5292726"/>
              <a:gd name="connsiteX2594" fmla="*/ 2929037 w 3386022"/>
              <a:gd name="connsiteY2594" fmla="*/ 4142906 h 5292726"/>
              <a:gd name="connsiteX2595" fmla="*/ 2924895 w 3386022"/>
              <a:gd name="connsiteY2595" fmla="*/ 4144333 h 5292726"/>
              <a:gd name="connsiteX2596" fmla="*/ 2918996 w 3386022"/>
              <a:gd name="connsiteY2596" fmla="*/ 4144377 h 5292726"/>
              <a:gd name="connsiteX2597" fmla="*/ 2910524 w 3386022"/>
              <a:gd name="connsiteY2597" fmla="*/ 4142300 h 5292726"/>
              <a:gd name="connsiteX2598" fmla="*/ 2917866 w 3386022"/>
              <a:gd name="connsiteY2598" fmla="*/ 4142041 h 5292726"/>
              <a:gd name="connsiteX2599" fmla="*/ 2923828 w 3386022"/>
              <a:gd name="connsiteY2599" fmla="*/ 4141824 h 5292726"/>
              <a:gd name="connsiteX2600" fmla="*/ 2923828 w 3386022"/>
              <a:gd name="connsiteY2600" fmla="*/ 4141867 h 5292726"/>
              <a:gd name="connsiteX2601" fmla="*/ 2928912 w 3386022"/>
              <a:gd name="connsiteY2601" fmla="*/ 4141695 h 5292726"/>
              <a:gd name="connsiteX2602" fmla="*/ 2931046 w 3386022"/>
              <a:gd name="connsiteY2602" fmla="*/ 4141608 h 5292726"/>
              <a:gd name="connsiteX2603" fmla="*/ 2932302 w 3386022"/>
              <a:gd name="connsiteY2603" fmla="*/ 4140744 h 5292726"/>
              <a:gd name="connsiteX2604" fmla="*/ 2935626 w 3386022"/>
              <a:gd name="connsiteY2604" fmla="*/ 4140786 h 5292726"/>
              <a:gd name="connsiteX2605" fmla="*/ 2933429 w 3386022"/>
              <a:gd name="connsiteY2605" fmla="*/ 4141478 h 5292726"/>
              <a:gd name="connsiteX2606" fmla="*/ 2930982 w 3386022"/>
              <a:gd name="connsiteY2606" fmla="*/ 4141565 h 5292726"/>
              <a:gd name="connsiteX2607" fmla="*/ 2932267 w 3386022"/>
              <a:gd name="connsiteY2607" fmla="*/ 4140764 h 5292726"/>
              <a:gd name="connsiteX2608" fmla="*/ 2932425 w 3386022"/>
              <a:gd name="connsiteY2608" fmla="*/ 4140873 h 5292726"/>
              <a:gd name="connsiteX2609" fmla="*/ 2932531 w 3386022"/>
              <a:gd name="connsiteY2609" fmla="*/ 4140945 h 5292726"/>
              <a:gd name="connsiteX2610" fmla="*/ 2932489 w 3386022"/>
              <a:gd name="connsiteY2610" fmla="*/ 4140959 h 5292726"/>
              <a:gd name="connsiteX2611" fmla="*/ 2932802 w 3386022"/>
              <a:gd name="connsiteY2611" fmla="*/ 4141132 h 5292726"/>
              <a:gd name="connsiteX2612" fmla="*/ 2932531 w 3386022"/>
              <a:gd name="connsiteY2612" fmla="*/ 4140945 h 5292726"/>
              <a:gd name="connsiteX2613" fmla="*/ 2932614 w 3386022"/>
              <a:gd name="connsiteY2613" fmla="*/ 4140916 h 5292726"/>
              <a:gd name="connsiteX2614" fmla="*/ 2932300 w 3386022"/>
              <a:gd name="connsiteY2614" fmla="*/ 4140743 h 5292726"/>
              <a:gd name="connsiteX2615" fmla="*/ 2932302 w 3386022"/>
              <a:gd name="connsiteY2615" fmla="*/ 4140744 h 5292726"/>
              <a:gd name="connsiteX2616" fmla="*/ 2932299 w 3386022"/>
              <a:gd name="connsiteY2616" fmla="*/ 4140744 h 5292726"/>
              <a:gd name="connsiteX2617" fmla="*/ 2932237 w 3386022"/>
              <a:gd name="connsiteY2617" fmla="*/ 4140743 h 5292726"/>
              <a:gd name="connsiteX2618" fmla="*/ 2932299 w 3386022"/>
              <a:gd name="connsiteY2618" fmla="*/ 4140744 h 5292726"/>
              <a:gd name="connsiteX2619" fmla="*/ 2932267 w 3386022"/>
              <a:gd name="connsiteY2619" fmla="*/ 4140764 h 5292726"/>
              <a:gd name="connsiteX2620" fmla="*/ 2948428 w 3386022"/>
              <a:gd name="connsiteY2620" fmla="*/ 4137541 h 5292726"/>
              <a:gd name="connsiteX2621" fmla="*/ 2951440 w 3386022"/>
              <a:gd name="connsiteY2621" fmla="*/ 4137801 h 5292726"/>
              <a:gd name="connsiteX2622" fmla="*/ 2949308 w 3386022"/>
              <a:gd name="connsiteY2622" fmla="*/ 4139964 h 5292726"/>
              <a:gd name="connsiteX2623" fmla="*/ 2947613 w 3386022"/>
              <a:gd name="connsiteY2623" fmla="*/ 4140873 h 5292726"/>
              <a:gd name="connsiteX2624" fmla="*/ 2947550 w 3386022"/>
              <a:gd name="connsiteY2624" fmla="*/ 4140830 h 5292726"/>
              <a:gd name="connsiteX2625" fmla="*/ 2943032 w 3386022"/>
              <a:gd name="connsiteY2625" fmla="*/ 4140959 h 5292726"/>
              <a:gd name="connsiteX2626" fmla="*/ 2935689 w 3386022"/>
              <a:gd name="connsiteY2626" fmla="*/ 4140786 h 5292726"/>
              <a:gd name="connsiteX2627" fmla="*/ 2942529 w 3386022"/>
              <a:gd name="connsiteY2627" fmla="*/ 4138709 h 5292726"/>
              <a:gd name="connsiteX2628" fmla="*/ 2946483 w 3386022"/>
              <a:gd name="connsiteY2628" fmla="*/ 4137627 h 5292726"/>
              <a:gd name="connsiteX2629" fmla="*/ 2948428 w 3386022"/>
              <a:gd name="connsiteY2629" fmla="*/ 4137541 h 5292726"/>
              <a:gd name="connsiteX2630" fmla="*/ 3009113 w 3386022"/>
              <a:gd name="connsiteY2630" fmla="*/ 4132478 h 5292726"/>
              <a:gd name="connsiteX2631" fmla="*/ 3009678 w 3386022"/>
              <a:gd name="connsiteY2631" fmla="*/ 4132955 h 5292726"/>
              <a:gd name="connsiteX2632" fmla="*/ 3010368 w 3386022"/>
              <a:gd name="connsiteY2632" fmla="*/ 4134210 h 5292726"/>
              <a:gd name="connsiteX2633" fmla="*/ 3008862 w 3386022"/>
              <a:gd name="connsiteY2633" fmla="*/ 4134036 h 5292726"/>
              <a:gd name="connsiteX2634" fmla="*/ 3008925 w 3386022"/>
              <a:gd name="connsiteY2634" fmla="*/ 4134036 h 5292726"/>
              <a:gd name="connsiteX2635" fmla="*/ 3007293 w 3386022"/>
              <a:gd name="connsiteY2635" fmla="*/ 4133820 h 5292726"/>
              <a:gd name="connsiteX2636" fmla="*/ 3005410 w 3386022"/>
              <a:gd name="connsiteY2636" fmla="*/ 4133560 h 5292726"/>
              <a:gd name="connsiteX2637" fmla="*/ 3003151 w 3386022"/>
              <a:gd name="connsiteY2637" fmla="*/ 4133257 h 5292726"/>
              <a:gd name="connsiteX2638" fmla="*/ 3007356 w 3386022"/>
              <a:gd name="connsiteY2638" fmla="*/ 4132609 h 5292726"/>
              <a:gd name="connsiteX2639" fmla="*/ 3009113 w 3386022"/>
              <a:gd name="connsiteY2639" fmla="*/ 4132478 h 5292726"/>
              <a:gd name="connsiteX2640" fmla="*/ 2903307 w 3386022"/>
              <a:gd name="connsiteY2640" fmla="*/ 4076402 h 5292726"/>
              <a:gd name="connsiteX2641" fmla="*/ 2903244 w 3386022"/>
              <a:gd name="connsiteY2641" fmla="*/ 4076792 h 5292726"/>
              <a:gd name="connsiteX2642" fmla="*/ 2903118 w 3386022"/>
              <a:gd name="connsiteY2642" fmla="*/ 4077181 h 5292726"/>
              <a:gd name="connsiteX2643" fmla="*/ 2903056 w 3386022"/>
              <a:gd name="connsiteY2643" fmla="*/ 4077527 h 5292726"/>
              <a:gd name="connsiteX2644" fmla="*/ 2902930 w 3386022"/>
              <a:gd name="connsiteY2644" fmla="*/ 4077917 h 5292726"/>
              <a:gd name="connsiteX2645" fmla="*/ 2902052 w 3386022"/>
              <a:gd name="connsiteY2645" fmla="*/ 4077701 h 5292726"/>
              <a:gd name="connsiteX2646" fmla="*/ 2901110 w 3386022"/>
              <a:gd name="connsiteY2646" fmla="*/ 4077440 h 5292726"/>
              <a:gd name="connsiteX2647" fmla="*/ 2900169 w 3386022"/>
              <a:gd name="connsiteY2647" fmla="*/ 4077224 h 5292726"/>
              <a:gd name="connsiteX2648" fmla="*/ 2899290 w 3386022"/>
              <a:gd name="connsiteY2648" fmla="*/ 4076965 h 5292726"/>
              <a:gd name="connsiteX2649" fmla="*/ 2900295 w 3386022"/>
              <a:gd name="connsiteY2649" fmla="*/ 4076835 h 5292726"/>
              <a:gd name="connsiteX2650" fmla="*/ 2901299 w 3386022"/>
              <a:gd name="connsiteY2650" fmla="*/ 4076705 h 5292726"/>
              <a:gd name="connsiteX2651" fmla="*/ 2902303 w 3386022"/>
              <a:gd name="connsiteY2651" fmla="*/ 4076532 h 5292726"/>
              <a:gd name="connsiteX2652" fmla="*/ 2962422 w 3386022"/>
              <a:gd name="connsiteY2652" fmla="*/ 4070042 h 5292726"/>
              <a:gd name="connsiteX2653" fmla="*/ 2990034 w 3386022"/>
              <a:gd name="connsiteY2653" fmla="*/ 4070042 h 5292726"/>
              <a:gd name="connsiteX2654" fmla="*/ 2999322 w 3386022"/>
              <a:gd name="connsiteY2654" fmla="*/ 4070042 h 5292726"/>
              <a:gd name="connsiteX2655" fmla="*/ 2990976 w 3386022"/>
              <a:gd name="connsiteY2655" fmla="*/ 4071772 h 5292726"/>
              <a:gd name="connsiteX2656" fmla="*/ 2984323 w 3386022"/>
              <a:gd name="connsiteY2656" fmla="*/ 4072379 h 5292726"/>
              <a:gd name="connsiteX2657" fmla="*/ 2975977 w 3386022"/>
              <a:gd name="connsiteY2657" fmla="*/ 4071816 h 5292726"/>
              <a:gd name="connsiteX2658" fmla="*/ 2962422 w 3386022"/>
              <a:gd name="connsiteY2658" fmla="*/ 4070042 h 5292726"/>
              <a:gd name="connsiteX2659" fmla="*/ 2801393 w 3386022"/>
              <a:gd name="connsiteY2659" fmla="*/ 4060004 h 5292726"/>
              <a:gd name="connsiteX2660" fmla="*/ 2799384 w 3386022"/>
              <a:gd name="connsiteY2660" fmla="*/ 4061389 h 5292726"/>
              <a:gd name="connsiteX2661" fmla="*/ 2797251 w 3386022"/>
              <a:gd name="connsiteY2661" fmla="*/ 4062860 h 5292726"/>
              <a:gd name="connsiteX2662" fmla="*/ 2794928 w 3386022"/>
              <a:gd name="connsiteY2662" fmla="*/ 4064461 h 5292726"/>
              <a:gd name="connsiteX2663" fmla="*/ 2792293 w 3386022"/>
              <a:gd name="connsiteY2663" fmla="*/ 4066278 h 5292726"/>
              <a:gd name="connsiteX2664" fmla="*/ 2802711 w 3386022"/>
              <a:gd name="connsiteY2664" fmla="*/ 4068787 h 5292726"/>
              <a:gd name="connsiteX2665" fmla="*/ 2810053 w 3386022"/>
              <a:gd name="connsiteY2665" fmla="*/ 4068702 h 5292726"/>
              <a:gd name="connsiteX2666" fmla="*/ 2809990 w 3386022"/>
              <a:gd name="connsiteY2666" fmla="*/ 4068702 h 5292726"/>
              <a:gd name="connsiteX2667" fmla="*/ 2810743 w 3386022"/>
              <a:gd name="connsiteY2667" fmla="*/ 4065845 h 5292726"/>
              <a:gd name="connsiteX2668" fmla="*/ 2801393 w 3386022"/>
              <a:gd name="connsiteY2668" fmla="*/ 4060004 h 5292726"/>
              <a:gd name="connsiteX2669" fmla="*/ 2807292 w 3386022"/>
              <a:gd name="connsiteY2669" fmla="*/ 3962866 h 5292726"/>
              <a:gd name="connsiteX2670" fmla="*/ 2808044 w 3386022"/>
              <a:gd name="connsiteY2670" fmla="*/ 3966717 h 5292726"/>
              <a:gd name="connsiteX2671" fmla="*/ 2808797 w 3386022"/>
              <a:gd name="connsiteY2671" fmla="*/ 3970655 h 5292726"/>
              <a:gd name="connsiteX2672" fmla="*/ 2809551 w 3386022"/>
              <a:gd name="connsiteY2672" fmla="*/ 3974765 h 5292726"/>
              <a:gd name="connsiteX2673" fmla="*/ 2810366 w 3386022"/>
              <a:gd name="connsiteY2673" fmla="*/ 3979135 h 5292726"/>
              <a:gd name="connsiteX2674" fmla="*/ 2818462 w 3386022"/>
              <a:gd name="connsiteY2674" fmla="*/ 3979784 h 5292726"/>
              <a:gd name="connsiteX2675" fmla="*/ 2827562 w 3386022"/>
              <a:gd name="connsiteY2675" fmla="*/ 3980476 h 5292726"/>
              <a:gd name="connsiteX2676" fmla="*/ 2838920 w 3386022"/>
              <a:gd name="connsiteY2676" fmla="*/ 3981385 h 5292726"/>
              <a:gd name="connsiteX2677" fmla="*/ 2838920 w 3386022"/>
              <a:gd name="connsiteY2677" fmla="*/ 3981342 h 5292726"/>
              <a:gd name="connsiteX2678" fmla="*/ 2853856 w 3386022"/>
              <a:gd name="connsiteY2678" fmla="*/ 3982510 h 5292726"/>
              <a:gd name="connsiteX2679" fmla="*/ 2841556 w 3386022"/>
              <a:gd name="connsiteY2679" fmla="*/ 3975371 h 5292726"/>
              <a:gd name="connsiteX2680" fmla="*/ 2834277 w 3386022"/>
              <a:gd name="connsiteY2680" fmla="*/ 3968102 h 5292726"/>
              <a:gd name="connsiteX2681" fmla="*/ 2825115 w 3386022"/>
              <a:gd name="connsiteY2681" fmla="*/ 3963126 h 5292726"/>
              <a:gd name="connsiteX2682" fmla="*/ 2807292 w 3386022"/>
              <a:gd name="connsiteY2682" fmla="*/ 3962866 h 5292726"/>
              <a:gd name="connsiteX2683" fmla="*/ 203520 w 3386022"/>
              <a:gd name="connsiteY2683" fmla="*/ 3849892 h 5292726"/>
              <a:gd name="connsiteX2684" fmla="*/ 201512 w 3386022"/>
              <a:gd name="connsiteY2684" fmla="*/ 3850324 h 5292726"/>
              <a:gd name="connsiteX2685" fmla="*/ 199378 w 3386022"/>
              <a:gd name="connsiteY2685" fmla="*/ 3851233 h 5292726"/>
              <a:gd name="connsiteX2686" fmla="*/ 196868 w 3386022"/>
              <a:gd name="connsiteY2686" fmla="*/ 3852532 h 5292726"/>
              <a:gd name="connsiteX2687" fmla="*/ 193667 w 3386022"/>
              <a:gd name="connsiteY2687" fmla="*/ 3854046 h 5292726"/>
              <a:gd name="connsiteX2688" fmla="*/ 215822 w 3386022"/>
              <a:gd name="connsiteY2688" fmla="*/ 3861963 h 5292726"/>
              <a:gd name="connsiteX2689" fmla="*/ 224105 w 3386022"/>
              <a:gd name="connsiteY2689" fmla="*/ 3858935 h 5292726"/>
              <a:gd name="connsiteX2690" fmla="*/ 224168 w 3386022"/>
              <a:gd name="connsiteY2690" fmla="*/ 3858978 h 5292726"/>
              <a:gd name="connsiteX2691" fmla="*/ 219649 w 3386022"/>
              <a:gd name="connsiteY2691" fmla="*/ 3852488 h 5292726"/>
              <a:gd name="connsiteX2692" fmla="*/ 203520 w 3386022"/>
              <a:gd name="connsiteY2692" fmla="*/ 3849892 h 5292726"/>
              <a:gd name="connsiteX2693" fmla="*/ 1422849 w 3386022"/>
              <a:gd name="connsiteY2693" fmla="*/ 3784166 h 5292726"/>
              <a:gd name="connsiteX2694" fmla="*/ 1417953 w 3386022"/>
              <a:gd name="connsiteY2694" fmla="*/ 3784513 h 5292726"/>
              <a:gd name="connsiteX2695" fmla="*/ 1407348 w 3386022"/>
              <a:gd name="connsiteY2695" fmla="*/ 3785941 h 5292726"/>
              <a:gd name="connsiteX2696" fmla="*/ 1416198 w 3386022"/>
              <a:gd name="connsiteY2696" fmla="*/ 3789878 h 5292726"/>
              <a:gd name="connsiteX2697" fmla="*/ 1420526 w 3386022"/>
              <a:gd name="connsiteY2697" fmla="*/ 3791306 h 5292726"/>
              <a:gd name="connsiteX2698" fmla="*/ 1424417 w 3386022"/>
              <a:gd name="connsiteY2698" fmla="*/ 3790873 h 5292726"/>
              <a:gd name="connsiteX2699" fmla="*/ 1424480 w 3386022"/>
              <a:gd name="connsiteY2699" fmla="*/ 3790830 h 5292726"/>
              <a:gd name="connsiteX2700" fmla="*/ 1432010 w 3386022"/>
              <a:gd name="connsiteY2700" fmla="*/ 3789099 h 5292726"/>
              <a:gd name="connsiteX2701" fmla="*/ 1426175 w 3386022"/>
              <a:gd name="connsiteY2701" fmla="*/ 3785508 h 5292726"/>
              <a:gd name="connsiteX2702" fmla="*/ 1422849 w 3386022"/>
              <a:gd name="connsiteY2702" fmla="*/ 3784166 h 5292726"/>
              <a:gd name="connsiteX2703" fmla="*/ 632701 w 3386022"/>
              <a:gd name="connsiteY2703" fmla="*/ 2768695 h 5292726"/>
              <a:gd name="connsiteX2704" fmla="*/ 623414 w 3386022"/>
              <a:gd name="connsiteY2704" fmla="*/ 2770470 h 5292726"/>
              <a:gd name="connsiteX2705" fmla="*/ 625987 w 3386022"/>
              <a:gd name="connsiteY2705" fmla="*/ 2775360 h 5292726"/>
              <a:gd name="connsiteX2706" fmla="*/ 640546 w 3386022"/>
              <a:gd name="connsiteY2706" fmla="*/ 2779773 h 5292726"/>
              <a:gd name="connsiteX2707" fmla="*/ 642616 w 3386022"/>
              <a:gd name="connsiteY2707" fmla="*/ 2779427 h 5292726"/>
              <a:gd name="connsiteX2708" fmla="*/ 645504 w 3386022"/>
              <a:gd name="connsiteY2708" fmla="*/ 2778041 h 5292726"/>
              <a:gd name="connsiteX2709" fmla="*/ 649206 w 3386022"/>
              <a:gd name="connsiteY2709" fmla="*/ 2776008 h 5292726"/>
              <a:gd name="connsiteX2710" fmla="*/ 649206 w 3386022"/>
              <a:gd name="connsiteY2710" fmla="*/ 2775965 h 5292726"/>
              <a:gd name="connsiteX2711" fmla="*/ 653787 w 3386022"/>
              <a:gd name="connsiteY2711" fmla="*/ 2773585 h 5292726"/>
              <a:gd name="connsiteX2712" fmla="*/ 632701 w 3386022"/>
              <a:gd name="connsiteY2712" fmla="*/ 2768695 h 5292726"/>
              <a:gd name="connsiteX2713" fmla="*/ 1732981 w 3386022"/>
              <a:gd name="connsiteY2713" fmla="*/ 1944082 h 5292726"/>
              <a:gd name="connsiteX2714" fmla="*/ 1725890 w 3386022"/>
              <a:gd name="connsiteY2714" fmla="*/ 1944428 h 5292726"/>
              <a:gd name="connsiteX2715" fmla="*/ 1718484 w 3386022"/>
              <a:gd name="connsiteY2715" fmla="*/ 1947241 h 5292726"/>
              <a:gd name="connsiteX2716" fmla="*/ 1713214 w 3386022"/>
              <a:gd name="connsiteY2716" fmla="*/ 1949707 h 5292726"/>
              <a:gd name="connsiteX2717" fmla="*/ 1718736 w 3386022"/>
              <a:gd name="connsiteY2717" fmla="*/ 1951265 h 5292726"/>
              <a:gd name="connsiteX2718" fmla="*/ 1727271 w 3386022"/>
              <a:gd name="connsiteY2718" fmla="*/ 1953126 h 5292726"/>
              <a:gd name="connsiteX2719" fmla="*/ 1734738 w 3386022"/>
              <a:gd name="connsiteY2719" fmla="*/ 1953126 h 5292726"/>
              <a:gd name="connsiteX2720" fmla="*/ 1734802 w 3386022"/>
              <a:gd name="connsiteY2720" fmla="*/ 1953126 h 5292726"/>
              <a:gd name="connsiteX2721" fmla="*/ 1737186 w 3386022"/>
              <a:gd name="connsiteY2721" fmla="*/ 1949015 h 5292726"/>
              <a:gd name="connsiteX2722" fmla="*/ 1732981 w 3386022"/>
              <a:gd name="connsiteY2722" fmla="*/ 1944082 h 5292726"/>
              <a:gd name="connsiteX2723" fmla="*/ 26482 w 3386022"/>
              <a:gd name="connsiteY2723" fmla="*/ 1812762 h 5292726"/>
              <a:gd name="connsiteX2724" fmla="*/ 13430 w 3386022"/>
              <a:gd name="connsiteY2724" fmla="*/ 1812849 h 5292726"/>
              <a:gd name="connsiteX2725" fmla="*/ 4016 w 3386022"/>
              <a:gd name="connsiteY2725" fmla="*/ 1818517 h 5292726"/>
              <a:gd name="connsiteX2726" fmla="*/ 6715 w 3386022"/>
              <a:gd name="connsiteY2726" fmla="*/ 1828469 h 5292726"/>
              <a:gd name="connsiteX2727" fmla="*/ 29997 w 3386022"/>
              <a:gd name="connsiteY2727" fmla="*/ 1841492 h 5292726"/>
              <a:gd name="connsiteX2728" fmla="*/ 35143 w 3386022"/>
              <a:gd name="connsiteY2728" fmla="*/ 1830718 h 5292726"/>
              <a:gd name="connsiteX2729" fmla="*/ 38093 w 3386022"/>
              <a:gd name="connsiteY2729" fmla="*/ 1822757 h 5292726"/>
              <a:gd name="connsiteX2730" fmla="*/ 36147 w 3386022"/>
              <a:gd name="connsiteY2730" fmla="*/ 1817003 h 5292726"/>
              <a:gd name="connsiteX2731" fmla="*/ 26482 w 3386022"/>
              <a:gd name="connsiteY2731" fmla="*/ 1812762 h 5292726"/>
              <a:gd name="connsiteX2732" fmla="*/ 37528 w 3386022"/>
              <a:gd name="connsiteY2732" fmla="*/ 1668807 h 5292726"/>
              <a:gd name="connsiteX2733" fmla="*/ 26169 w 3386022"/>
              <a:gd name="connsiteY2733" fmla="*/ 1672052 h 5292726"/>
              <a:gd name="connsiteX2734" fmla="*/ 22466 w 3386022"/>
              <a:gd name="connsiteY2734" fmla="*/ 1678976 h 5292726"/>
              <a:gd name="connsiteX2735" fmla="*/ 24851 w 3386022"/>
              <a:gd name="connsiteY2735" fmla="*/ 1686115 h 5292726"/>
              <a:gd name="connsiteX2736" fmla="*/ 31628 w 3386022"/>
              <a:gd name="connsiteY2736" fmla="*/ 1689923 h 5292726"/>
              <a:gd name="connsiteX2737" fmla="*/ 48196 w 3386022"/>
              <a:gd name="connsiteY2737" fmla="*/ 1688062 h 5292726"/>
              <a:gd name="connsiteX2738" fmla="*/ 48259 w 3386022"/>
              <a:gd name="connsiteY2738" fmla="*/ 1688105 h 5292726"/>
              <a:gd name="connsiteX2739" fmla="*/ 54096 w 3386022"/>
              <a:gd name="connsiteY2739" fmla="*/ 1680577 h 5292726"/>
              <a:gd name="connsiteX2740" fmla="*/ 50204 w 3386022"/>
              <a:gd name="connsiteY2740" fmla="*/ 1672442 h 5292726"/>
              <a:gd name="connsiteX2741" fmla="*/ 37528 w 3386022"/>
              <a:gd name="connsiteY2741" fmla="*/ 1668807 h 5292726"/>
              <a:gd name="connsiteX2742" fmla="*/ 36022 w 3386022"/>
              <a:gd name="connsiteY2742" fmla="*/ 1560335 h 5292726"/>
              <a:gd name="connsiteX2743" fmla="*/ 35959 w 3386022"/>
              <a:gd name="connsiteY2743" fmla="*/ 1560378 h 5292726"/>
              <a:gd name="connsiteX2744" fmla="*/ 27173 w 3386022"/>
              <a:gd name="connsiteY2744" fmla="*/ 1591185 h 5292726"/>
              <a:gd name="connsiteX2745" fmla="*/ 34077 w 3386022"/>
              <a:gd name="connsiteY2745" fmla="*/ 1601007 h 5292726"/>
              <a:gd name="connsiteX2746" fmla="*/ 45874 w 3386022"/>
              <a:gd name="connsiteY2746" fmla="*/ 1599364 h 5292726"/>
              <a:gd name="connsiteX2747" fmla="*/ 51836 w 3386022"/>
              <a:gd name="connsiteY2747" fmla="*/ 1595728 h 5292726"/>
              <a:gd name="connsiteX2748" fmla="*/ 48950 w 3386022"/>
              <a:gd name="connsiteY2748" fmla="*/ 1579676 h 5292726"/>
              <a:gd name="connsiteX2749" fmla="*/ 50895 w 3386022"/>
              <a:gd name="connsiteY2749" fmla="*/ 1571325 h 5292726"/>
              <a:gd name="connsiteX2750" fmla="*/ 49326 w 3386022"/>
              <a:gd name="connsiteY2750" fmla="*/ 1566306 h 5292726"/>
              <a:gd name="connsiteX2751" fmla="*/ 36022 w 3386022"/>
              <a:gd name="connsiteY2751" fmla="*/ 1560335 h 5292726"/>
              <a:gd name="connsiteX2752" fmla="*/ 36335 w 3386022"/>
              <a:gd name="connsiteY2752" fmla="*/ 1539781 h 5292726"/>
              <a:gd name="connsiteX2753" fmla="*/ 29620 w 3386022"/>
              <a:gd name="connsiteY2753" fmla="*/ 1540690 h 5292726"/>
              <a:gd name="connsiteX2754" fmla="*/ 29620 w 3386022"/>
              <a:gd name="connsiteY2754" fmla="*/ 1540734 h 5292726"/>
              <a:gd name="connsiteX2755" fmla="*/ 30624 w 3386022"/>
              <a:gd name="connsiteY2755" fmla="*/ 1544715 h 5292726"/>
              <a:gd name="connsiteX2756" fmla="*/ 40666 w 3386022"/>
              <a:gd name="connsiteY2756" fmla="*/ 1552114 h 5292726"/>
              <a:gd name="connsiteX2757" fmla="*/ 43239 w 3386022"/>
              <a:gd name="connsiteY2757" fmla="*/ 1549042 h 5292726"/>
              <a:gd name="connsiteX2758" fmla="*/ 45497 w 3386022"/>
              <a:gd name="connsiteY2758" fmla="*/ 1546359 h 5292726"/>
              <a:gd name="connsiteX2759" fmla="*/ 47505 w 3386022"/>
              <a:gd name="connsiteY2759" fmla="*/ 1543936 h 5292726"/>
              <a:gd name="connsiteX2760" fmla="*/ 49451 w 3386022"/>
              <a:gd name="connsiteY2760" fmla="*/ 1541643 h 5292726"/>
              <a:gd name="connsiteX2761" fmla="*/ 36335 w 3386022"/>
              <a:gd name="connsiteY2761" fmla="*/ 1539781 h 5292726"/>
              <a:gd name="connsiteX2762" fmla="*/ 0 w 3386022"/>
              <a:gd name="connsiteY2762" fmla="*/ 0 h 5292726"/>
              <a:gd name="connsiteX2763" fmla="*/ 3386022 w 3386022"/>
              <a:gd name="connsiteY2763" fmla="*/ 0 h 5292726"/>
              <a:gd name="connsiteX2764" fmla="*/ 3386022 w 3386022"/>
              <a:gd name="connsiteY2764" fmla="*/ 771071 h 5292726"/>
              <a:gd name="connsiteX2765" fmla="*/ 3386022 w 3386022"/>
              <a:gd name="connsiteY2765" fmla="*/ 850265 h 5292726"/>
              <a:gd name="connsiteX2766" fmla="*/ 3386022 w 3386022"/>
              <a:gd name="connsiteY2766" fmla="*/ 1512263 h 5292726"/>
              <a:gd name="connsiteX2767" fmla="*/ 3383637 w 3386022"/>
              <a:gd name="connsiteY2767" fmla="*/ 1512351 h 5292726"/>
              <a:gd name="connsiteX2768" fmla="*/ 3381315 w 3386022"/>
              <a:gd name="connsiteY2768" fmla="*/ 1512437 h 5292726"/>
              <a:gd name="connsiteX2769" fmla="*/ 3378993 w 3386022"/>
              <a:gd name="connsiteY2769" fmla="*/ 1512523 h 5292726"/>
              <a:gd name="connsiteX2770" fmla="*/ 3376546 w 3386022"/>
              <a:gd name="connsiteY2770" fmla="*/ 1512610 h 5292726"/>
              <a:gd name="connsiteX2771" fmla="*/ 3375730 w 3386022"/>
              <a:gd name="connsiteY2771" fmla="*/ 1519576 h 5292726"/>
              <a:gd name="connsiteX2772" fmla="*/ 3377299 w 3386022"/>
              <a:gd name="connsiteY2772" fmla="*/ 1524942 h 5292726"/>
              <a:gd name="connsiteX2773" fmla="*/ 3380814 w 3386022"/>
              <a:gd name="connsiteY2773" fmla="*/ 1528922 h 5292726"/>
              <a:gd name="connsiteX2774" fmla="*/ 3386022 w 3386022"/>
              <a:gd name="connsiteY2774" fmla="*/ 1531691 h 5292726"/>
              <a:gd name="connsiteX2775" fmla="*/ 3386022 w 3386022"/>
              <a:gd name="connsiteY2775" fmla="*/ 1646698 h 5292726"/>
              <a:gd name="connsiteX2776" fmla="*/ 3385645 w 3386022"/>
              <a:gd name="connsiteY2776" fmla="*/ 1647954 h 5292726"/>
              <a:gd name="connsiteX2777" fmla="*/ 3385520 w 3386022"/>
              <a:gd name="connsiteY2777" fmla="*/ 1649251 h 5292726"/>
              <a:gd name="connsiteX2778" fmla="*/ 3385645 w 3386022"/>
              <a:gd name="connsiteY2778" fmla="*/ 1650548 h 5292726"/>
              <a:gd name="connsiteX2779" fmla="*/ 3386022 w 3386022"/>
              <a:gd name="connsiteY2779" fmla="*/ 1651846 h 5292726"/>
              <a:gd name="connsiteX2780" fmla="*/ 3386022 w 3386022"/>
              <a:gd name="connsiteY2780" fmla="*/ 1692173 h 5292726"/>
              <a:gd name="connsiteX2781" fmla="*/ 3385269 w 3386022"/>
              <a:gd name="connsiteY2781" fmla="*/ 1692476 h 5292726"/>
              <a:gd name="connsiteX2782" fmla="*/ 3384516 w 3386022"/>
              <a:gd name="connsiteY2782" fmla="*/ 1692778 h 5292726"/>
              <a:gd name="connsiteX2783" fmla="*/ 3383763 w 3386022"/>
              <a:gd name="connsiteY2783" fmla="*/ 1693081 h 5292726"/>
              <a:gd name="connsiteX2784" fmla="*/ 3383010 w 3386022"/>
              <a:gd name="connsiteY2784" fmla="*/ 1693427 h 5292726"/>
              <a:gd name="connsiteX2785" fmla="*/ 3381189 w 3386022"/>
              <a:gd name="connsiteY2785" fmla="*/ 1709220 h 5292726"/>
              <a:gd name="connsiteX2786" fmla="*/ 3380123 w 3386022"/>
              <a:gd name="connsiteY2786" fmla="*/ 1721595 h 5292726"/>
              <a:gd name="connsiteX2787" fmla="*/ 3381253 w 3386022"/>
              <a:gd name="connsiteY2787" fmla="*/ 1730898 h 5292726"/>
              <a:gd name="connsiteX2788" fmla="*/ 3385960 w 3386022"/>
              <a:gd name="connsiteY2788" fmla="*/ 1737474 h 5292726"/>
              <a:gd name="connsiteX2789" fmla="*/ 3385960 w 3386022"/>
              <a:gd name="connsiteY2789" fmla="*/ 1771052 h 5292726"/>
              <a:gd name="connsiteX2790" fmla="*/ 3383323 w 3386022"/>
              <a:gd name="connsiteY2790" fmla="*/ 1773474 h 5292726"/>
              <a:gd name="connsiteX2791" fmla="*/ 3381189 w 3386022"/>
              <a:gd name="connsiteY2791" fmla="*/ 1776113 h 5292726"/>
              <a:gd name="connsiteX2792" fmla="*/ 3379684 w 3386022"/>
              <a:gd name="connsiteY2792" fmla="*/ 1778969 h 5292726"/>
              <a:gd name="connsiteX2793" fmla="*/ 3378805 w 3386022"/>
              <a:gd name="connsiteY2793" fmla="*/ 1782085 h 5292726"/>
              <a:gd name="connsiteX2794" fmla="*/ 3378993 w 3386022"/>
              <a:gd name="connsiteY2794" fmla="*/ 1784378 h 5292726"/>
              <a:gd name="connsiteX2795" fmla="*/ 3380374 w 3386022"/>
              <a:gd name="connsiteY2795" fmla="*/ 1786325 h 5292726"/>
              <a:gd name="connsiteX2796" fmla="*/ 3382758 w 3386022"/>
              <a:gd name="connsiteY2796" fmla="*/ 1787969 h 5292726"/>
              <a:gd name="connsiteX2797" fmla="*/ 3385960 w 3386022"/>
              <a:gd name="connsiteY2797" fmla="*/ 1789354 h 5292726"/>
              <a:gd name="connsiteX2798" fmla="*/ 3385960 w 3386022"/>
              <a:gd name="connsiteY2798" fmla="*/ 1805753 h 5292726"/>
              <a:gd name="connsiteX2799" fmla="*/ 3360167 w 3386022"/>
              <a:gd name="connsiteY2799" fmla="*/ 1809646 h 5292726"/>
              <a:gd name="connsiteX2800" fmla="*/ 3347239 w 3386022"/>
              <a:gd name="connsiteY2800" fmla="*/ 1816396 h 5292726"/>
              <a:gd name="connsiteX2801" fmla="*/ 3349561 w 3386022"/>
              <a:gd name="connsiteY2801" fmla="*/ 1826867 h 5292726"/>
              <a:gd name="connsiteX2802" fmla="*/ 3369580 w 3386022"/>
              <a:gd name="connsiteY2802" fmla="*/ 1841925 h 5292726"/>
              <a:gd name="connsiteX2803" fmla="*/ 3355146 w 3386022"/>
              <a:gd name="connsiteY2803" fmla="*/ 1856204 h 5292726"/>
              <a:gd name="connsiteX2804" fmla="*/ 3351633 w 3386022"/>
              <a:gd name="connsiteY2804" fmla="*/ 1867497 h 5292726"/>
              <a:gd name="connsiteX2805" fmla="*/ 3361171 w 3386022"/>
              <a:gd name="connsiteY2805" fmla="*/ 1875329 h 5292726"/>
              <a:gd name="connsiteX2806" fmla="*/ 3385960 w 3386022"/>
              <a:gd name="connsiteY2806" fmla="*/ 1879309 h 5292726"/>
              <a:gd name="connsiteX2807" fmla="*/ 3385960 w 3386022"/>
              <a:gd name="connsiteY2807" fmla="*/ 1903367 h 5292726"/>
              <a:gd name="connsiteX2808" fmla="*/ 3378491 w 3386022"/>
              <a:gd name="connsiteY2808" fmla="*/ 1906352 h 5292726"/>
              <a:gd name="connsiteX2809" fmla="*/ 3371714 w 3386022"/>
              <a:gd name="connsiteY2809" fmla="*/ 1909641 h 5292726"/>
              <a:gd name="connsiteX2810" fmla="*/ 3365815 w 3386022"/>
              <a:gd name="connsiteY2810" fmla="*/ 1913275 h 5292726"/>
              <a:gd name="connsiteX2811" fmla="*/ 3360983 w 3386022"/>
              <a:gd name="connsiteY2811" fmla="*/ 1917299 h 5292726"/>
              <a:gd name="connsiteX2812" fmla="*/ 3359791 w 3386022"/>
              <a:gd name="connsiteY2812" fmla="*/ 1925693 h 5292726"/>
              <a:gd name="connsiteX2813" fmla="*/ 3358661 w 3386022"/>
              <a:gd name="connsiteY2813" fmla="*/ 1934001 h 5292726"/>
              <a:gd name="connsiteX2814" fmla="*/ 3357531 w 3386022"/>
              <a:gd name="connsiteY2814" fmla="*/ 1942352 h 5292726"/>
              <a:gd name="connsiteX2815" fmla="*/ 3356338 w 3386022"/>
              <a:gd name="connsiteY2815" fmla="*/ 1950789 h 5292726"/>
              <a:gd name="connsiteX2816" fmla="*/ 3361422 w 3386022"/>
              <a:gd name="connsiteY2816" fmla="*/ 1953212 h 5292726"/>
              <a:gd name="connsiteX2817" fmla="*/ 3368262 w 3386022"/>
              <a:gd name="connsiteY2817" fmla="*/ 1955202 h 5292726"/>
              <a:gd name="connsiteX2818" fmla="*/ 3376546 w 3386022"/>
              <a:gd name="connsiteY2818" fmla="*/ 1956803 h 5292726"/>
              <a:gd name="connsiteX2819" fmla="*/ 3386022 w 3386022"/>
              <a:gd name="connsiteY2819" fmla="*/ 1957972 h 5292726"/>
              <a:gd name="connsiteX2820" fmla="*/ 3386022 w 3386022"/>
              <a:gd name="connsiteY2820" fmla="*/ 2078475 h 5292726"/>
              <a:gd name="connsiteX2821" fmla="*/ 3383449 w 3386022"/>
              <a:gd name="connsiteY2821" fmla="*/ 2081158 h 5292726"/>
              <a:gd name="connsiteX2822" fmla="*/ 3382571 w 3386022"/>
              <a:gd name="connsiteY2822" fmla="*/ 2083883 h 5292726"/>
              <a:gd name="connsiteX2823" fmla="*/ 3383387 w 3386022"/>
              <a:gd name="connsiteY2823" fmla="*/ 2086566 h 5292726"/>
              <a:gd name="connsiteX2824" fmla="*/ 3385960 w 3386022"/>
              <a:gd name="connsiteY2824" fmla="*/ 2089118 h 5292726"/>
              <a:gd name="connsiteX2825" fmla="*/ 3385960 w 3386022"/>
              <a:gd name="connsiteY2825" fmla="*/ 2158911 h 5292726"/>
              <a:gd name="connsiteX2826" fmla="*/ 3383826 w 3386022"/>
              <a:gd name="connsiteY2826" fmla="*/ 2160382 h 5292726"/>
              <a:gd name="connsiteX2827" fmla="*/ 3382131 w 3386022"/>
              <a:gd name="connsiteY2827" fmla="*/ 2161723 h 5292726"/>
              <a:gd name="connsiteX2828" fmla="*/ 3381064 w 3386022"/>
              <a:gd name="connsiteY2828" fmla="*/ 2162935 h 5292726"/>
              <a:gd name="connsiteX2829" fmla="*/ 3380688 w 3386022"/>
              <a:gd name="connsiteY2829" fmla="*/ 2163973 h 5292726"/>
              <a:gd name="connsiteX2830" fmla="*/ 3381880 w 3386022"/>
              <a:gd name="connsiteY2830" fmla="*/ 2164060 h 5292726"/>
              <a:gd name="connsiteX2831" fmla="*/ 3383135 w 3386022"/>
              <a:gd name="connsiteY2831" fmla="*/ 2164104 h 5292726"/>
              <a:gd name="connsiteX2832" fmla="*/ 3384516 w 3386022"/>
              <a:gd name="connsiteY2832" fmla="*/ 2164104 h 5292726"/>
              <a:gd name="connsiteX2833" fmla="*/ 3385960 w 3386022"/>
              <a:gd name="connsiteY2833" fmla="*/ 2164104 h 5292726"/>
              <a:gd name="connsiteX2834" fmla="*/ 3385960 w 3386022"/>
              <a:gd name="connsiteY2834" fmla="*/ 2184829 h 5292726"/>
              <a:gd name="connsiteX2835" fmla="*/ 3384830 w 3386022"/>
              <a:gd name="connsiteY2835" fmla="*/ 2186906 h 5292726"/>
              <a:gd name="connsiteX2836" fmla="*/ 3384391 w 3386022"/>
              <a:gd name="connsiteY2836" fmla="*/ 2189156 h 5292726"/>
              <a:gd name="connsiteX2837" fmla="*/ 3384766 w 3386022"/>
              <a:gd name="connsiteY2837" fmla="*/ 2191578 h 5292726"/>
              <a:gd name="connsiteX2838" fmla="*/ 3385960 w 3386022"/>
              <a:gd name="connsiteY2838" fmla="*/ 2194045 h 5292726"/>
              <a:gd name="connsiteX2839" fmla="*/ 3385960 w 3386022"/>
              <a:gd name="connsiteY2839" fmla="*/ 3814844 h 5292726"/>
              <a:gd name="connsiteX2840" fmla="*/ 3379810 w 3386022"/>
              <a:gd name="connsiteY2840" fmla="*/ 3815364 h 5292726"/>
              <a:gd name="connsiteX2841" fmla="*/ 3373408 w 3386022"/>
              <a:gd name="connsiteY2841" fmla="*/ 3815926 h 5292726"/>
              <a:gd name="connsiteX2842" fmla="*/ 3366568 w 3386022"/>
              <a:gd name="connsiteY2842" fmla="*/ 3816489 h 5292726"/>
              <a:gd name="connsiteX2843" fmla="*/ 3359162 w 3386022"/>
              <a:gd name="connsiteY2843" fmla="*/ 3817137 h 5292726"/>
              <a:gd name="connsiteX2844" fmla="*/ 3356214 w 3386022"/>
              <a:gd name="connsiteY2844" fmla="*/ 3783474 h 5292726"/>
              <a:gd name="connsiteX2845" fmla="*/ 3354456 w 3386022"/>
              <a:gd name="connsiteY2845" fmla="*/ 3740249 h 5292726"/>
              <a:gd name="connsiteX2846" fmla="*/ 3338642 w 3386022"/>
              <a:gd name="connsiteY2846" fmla="*/ 3706284 h 5292726"/>
              <a:gd name="connsiteX2847" fmla="*/ 3293457 w 3386022"/>
              <a:gd name="connsiteY2847" fmla="*/ 3700313 h 5292726"/>
              <a:gd name="connsiteX2848" fmla="*/ 3289944 w 3386022"/>
              <a:gd name="connsiteY2848" fmla="*/ 3732590 h 5292726"/>
              <a:gd name="connsiteX2849" fmla="*/ 3281973 w 3386022"/>
              <a:gd name="connsiteY2849" fmla="*/ 3764912 h 5292726"/>
              <a:gd name="connsiteX2850" fmla="*/ 3273063 w 3386022"/>
              <a:gd name="connsiteY2850" fmla="*/ 3797580 h 5292726"/>
              <a:gd name="connsiteX2851" fmla="*/ 3266724 w 3386022"/>
              <a:gd name="connsiteY2851" fmla="*/ 3830983 h 5292726"/>
              <a:gd name="connsiteX2852" fmla="*/ 3257687 w 3386022"/>
              <a:gd name="connsiteY2852" fmla="*/ 3831546 h 5292726"/>
              <a:gd name="connsiteX2853" fmla="*/ 3248650 w 3386022"/>
              <a:gd name="connsiteY2853" fmla="*/ 3832108 h 5292726"/>
              <a:gd name="connsiteX2854" fmla="*/ 3239488 w 3386022"/>
              <a:gd name="connsiteY2854" fmla="*/ 3832671 h 5292726"/>
              <a:gd name="connsiteX2855" fmla="*/ 3230075 w 3386022"/>
              <a:gd name="connsiteY2855" fmla="*/ 3833233 h 5292726"/>
              <a:gd name="connsiteX2856" fmla="*/ 3219532 w 3386022"/>
              <a:gd name="connsiteY2856" fmla="*/ 3820642 h 5292726"/>
              <a:gd name="connsiteX2857" fmla="*/ 3213006 w 3386022"/>
              <a:gd name="connsiteY2857" fmla="*/ 3815407 h 5292726"/>
              <a:gd name="connsiteX2858" fmla="*/ 3203278 w 3386022"/>
              <a:gd name="connsiteY2858" fmla="*/ 3813546 h 5292726"/>
              <a:gd name="connsiteX2859" fmla="*/ 3183071 w 3386022"/>
              <a:gd name="connsiteY2859" fmla="*/ 3811080 h 5292726"/>
              <a:gd name="connsiteX2860" fmla="*/ 3170520 w 3386022"/>
              <a:gd name="connsiteY2860" fmla="*/ 3826224 h 5292726"/>
              <a:gd name="connsiteX2861" fmla="*/ 3163429 w 3386022"/>
              <a:gd name="connsiteY2861" fmla="*/ 3841974 h 5292726"/>
              <a:gd name="connsiteX2862" fmla="*/ 3158659 w 3386022"/>
              <a:gd name="connsiteY2862" fmla="*/ 3858156 h 5292726"/>
              <a:gd name="connsiteX2863" fmla="*/ 3153011 w 3386022"/>
              <a:gd name="connsiteY2863" fmla="*/ 3874599 h 5292726"/>
              <a:gd name="connsiteX2864" fmla="*/ 3143410 w 3386022"/>
              <a:gd name="connsiteY2864" fmla="*/ 3869405 h 5292726"/>
              <a:gd name="connsiteX2865" fmla="*/ 3138765 w 3386022"/>
              <a:gd name="connsiteY2865" fmla="*/ 3863434 h 5292726"/>
              <a:gd name="connsiteX2866" fmla="*/ 3135565 w 3386022"/>
              <a:gd name="connsiteY2866" fmla="*/ 3857507 h 5292726"/>
              <a:gd name="connsiteX2867" fmla="*/ 3130230 w 3386022"/>
              <a:gd name="connsiteY2867" fmla="*/ 3852445 h 5292726"/>
              <a:gd name="connsiteX2868" fmla="*/ 3146296 w 3386022"/>
              <a:gd name="connsiteY2868" fmla="*/ 3834661 h 5292726"/>
              <a:gd name="connsiteX2869" fmla="*/ 3153263 w 3386022"/>
              <a:gd name="connsiteY2869" fmla="*/ 3814108 h 5292726"/>
              <a:gd name="connsiteX2870" fmla="*/ 3140711 w 3386022"/>
              <a:gd name="connsiteY2870" fmla="*/ 3796541 h 5292726"/>
              <a:gd name="connsiteX2871" fmla="*/ 3098289 w 3386022"/>
              <a:gd name="connsiteY2871" fmla="*/ 3787802 h 5292726"/>
              <a:gd name="connsiteX2872" fmla="*/ 3068919 w 3386022"/>
              <a:gd name="connsiteY2872" fmla="*/ 3826181 h 5292726"/>
              <a:gd name="connsiteX2873" fmla="*/ 3048524 w 3386022"/>
              <a:gd name="connsiteY2873" fmla="*/ 3882733 h 5292726"/>
              <a:gd name="connsiteX2874" fmla="*/ 3046703 w 3386022"/>
              <a:gd name="connsiteY2874" fmla="*/ 3939328 h 5292726"/>
              <a:gd name="connsiteX2875" fmla="*/ 3073060 w 3386022"/>
              <a:gd name="connsiteY2875" fmla="*/ 3977923 h 5292726"/>
              <a:gd name="connsiteX2876" fmla="*/ 3028629 w 3386022"/>
              <a:gd name="connsiteY2876" fmla="*/ 3977923 h 5292726"/>
              <a:gd name="connsiteX2877" fmla="*/ 3017397 w 3386022"/>
              <a:gd name="connsiteY2877" fmla="*/ 3945342 h 5292726"/>
              <a:gd name="connsiteX2878" fmla="*/ 3010117 w 3386022"/>
              <a:gd name="connsiteY2878" fmla="*/ 3934785 h 5292726"/>
              <a:gd name="connsiteX2879" fmla="*/ 2999700 w 3386022"/>
              <a:gd name="connsiteY2879" fmla="*/ 3930977 h 5292726"/>
              <a:gd name="connsiteX2880" fmla="*/ 2979241 w 3386022"/>
              <a:gd name="connsiteY2880" fmla="*/ 3918559 h 5292726"/>
              <a:gd name="connsiteX2881" fmla="*/ 3014447 w 3386022"/>
              <a:gd name="connsiteY2881" fmla="*/ 3901165 h 5292726"/>
              <a:gd name="connsiteX2882" fmla="*/ 3007795 w 3386022"/>
              <a:gd name="connsiteY2882" fmla="*/ 3891343 h 5292726"/>
              <a:gd name="connsiteX2883" fmla="*/ 2975351 w 3386022"/>
              <a:gd name="connsiteY2883" fmla="*/ 3886108 h 5292726"/>
              <a:gd name="connsiteX2884" fmla="*/ 2933179 w 3386022"/>
              <a:gd name="connsiteY2884" fmla="*/ 3882473 h 5292726"/>
              <a:gd name="connsiteX2885" fmla="*/ 2912532 w 3386022"/>
              <a:gd name="connsiteY2885" fmla="*/ 3913193 h 5292726"/>
              <a:gd name="connsiteX2886" fmla="*/ 2901675 w 3386022"/>
              <a:gd name="connsiteY2886" fmla="*/ 3957068 h 5292726"/>
              <a:gd name="connsiteX2887" fmla="*/ 2897597 w 3386022"/>
              <a:gd name="connsiteY2887" fmla="*/ 3996919 h 5292726"/>
              <a:gd name="connsiteX2888" fmla="*/ 2897220 w 3386022"/>
              <a:gd name="connsiteY2888" fmla="*/ 4015697 h 5292726"/>
              <a:gd name="connsiteX2889" fmla="*/ 2857433 w 3386022"/>
              <a:gd name="connsiteY2889" fmla="*/ 4049187 h 5292726"/>
              <a:gd name="connsiteX2890" fmla="*/ 2843250 w 3386022"/>
              <a:gd name="connsiteY2890" fmla="*/ 4078783 h 5292726"/>
              <a:gd name="connsiteX2891" fmla="*/ 2849024 w 3386022"/>
              <a:gd name="connsiteY2891" fmla="*/ 4110325 h 5292726"/>
              <a:gd name="connsiteX2892" fmla="*/ 2869105 w 3386022"/>
              <a:gd name="connsiteY2892" fmla="*/ 4149570 h 5292726"/>
              <a:gd name="connsiteX2893" fmla="*/ 2864524 w 3386022"/>
              <a:gd name="connsiteY2893" fmla="*/ 4152426 h 5292726"/>
              <a:gd name="connsiteX2894" fmla="*/ 2857873 w 3386022"/>
              <a:gd name="connsiteY2894" fmla="*/ 4152123 h 5292726"/>
              <a:gd name="connsiteX2895" fmla="*/ 2841116 w 3386022"/>
              <a:gd name="connsiteY2895" fmla="*/ 4151863 h 5292726"/>
              <a:gd name="connsiteX2896" fmla="*/ 2806350 w 3386022"/>
              <a:gd name="connsiteY2896" fmla="*/ 4154892 h 5292726"/>
              <a:gd name="connsiteX2897" fmla="*/ 2809362 w 3386022"/>
              <a:gd name="connsiteY2897" fmla="*/ 4148099 h 5292726"/>
              <a:gd name="connsiteX2898" fmla="*/ 2812061 w 3386022"/>
              <a:gd name="connsiteY2898" fmla="*/ 4141912 h 5292726"/>
              <a:gd name="connsiteX2899" fmla="*/ 2814697 w 3386022"/>
              <a:gd name="connsiteY2899" fmla="*/ 4135897 h 5292726"/>
              <a:gd name="connsiteX2900" fmla="*/ 2817520 w 3386022"/>
              <a:gd name="connsiteY2900" fmla="*/ 4129580 h 5292726"/>
              <a:gd name="connsiteX2901" fmla="*/ 2772462 w 3386022"/>
              <a:gd name="connsiteY2901" fmla="*/ 4107557 h 5292726"/>
              <a:gd name="connsiteX2902" fmla="*/ 2745540 w 3386022"/>
              <a:gd name="connsiteY2902" fmla="*/ 4118979 h 5292726"/>
              <a:gd name="connsiteX2903" fmla="*/ 2735185 w 3386022"/>
              <a:gd name="connsiteY2903" fmla="*/ 4144681 h 5292726"/>
              <a:gd name="connsiteX2904" fmla="*/ 2739830 w 3386022"/>
              <a:gd name="connsiteY2904" fmla="*/ 4165406 h 5292726"/>
              <a:gd name="connsiteX2905" fmla="*/ 2714413 w 3386022"/>
              <a:gd name="connsiteY2905" fmla="*/ 4205430 h 5292726"/>
              <a:gd name="connsiteX2906" fmla="*/ 2695085 w 3386022"/>
              <a:gd name="connsiteY2906" fmla="*/ 4229185 h 5292726"/>
              <a:gd name="connsiteX2907" fmla="*/ 2683412 w 3386022"/>
              <a:gd name="connsiteY2907" fmla="*/ 4245670 h 5292726"/>
              <a:gd name="connsiteX2908" fmla="*/ 2680839 w 3386022"/>
              <a:gd name="connsiteY2908" fmla="*/ 4263929 h 5292726"/>
              <a:gd name="connsiteX2909" fmla="*/ 2629442 w 3386022"/>
              <a:gd name="connsiteY2909" fmla="*/ 4263929 h 5292726"/>
              <a:gd name="connsiteX2910" fmla="*/ 2619653 w 3386022"/>
              <a:gd name="connsiteY2910" fmla="*/ 4274876 h 5292726"/>
              <a:gd name="connsiteX2911" fmla="*/ 2605281 w 3386022"/>
              <a:gd name="connsiteY2911" fmla="*/ 4293482 h 5292726"/>
              <a:gd name="connsiteX2912" fmla="*/ 2592166 w 3386022"/>
              <a:gd name="connsiteY2912" fmla="*/ 4311352 h 5292726"/>
              <a:gd name="connsiteX2913" fmla="*/ 2586016 w 3386022"/>
              <a:gd name="connsiteY2913" fmla="*/ 4320135 h 5292726"/>
              <a:gd name="connsiteX2914" fmla="*/ 2577669 w 3386022"/>
              <a:gd name="connsiteY2914" fmla="*/ 4317495 h 5292726"/>
              <a:gd name="connsiteX2915" fmla="*/ 2569762 w 3386022"/>
              <a:gd name="connsiteY2915" fmla="*/ 4314986 h 5292726"/>
              <a:gd name="connsiteX2916" fmla="*/ 2562106 w 3386022"/>
              <a:gd name="connsiteY2916" fmla="*/ 4312563 h 5292726"/>
              <a:gd name="connsiteX2917" fmla="*/ 2554513 w 3386022"/>
              <a:gd name="connsiteY2917" fmla="*/ 4310140 h 5292726"/>
              <a:gd name="connsiteX2918" fmla="*/ 2538699 w 3386022"/>
              <a:gd name="connsiteY2918" fmla="*/ 4314770 h 5292726"/>
              <a:gd name="connsiteX2919" fmla="*/ 2527842 w 3386022"/>
              <a:gd name="connsiteY2919" fmla="*/ 4321260 h 5292726"/>
              <a:gd name="connsiteX2920" fmla="*/ 2521064 w 3386022"/>
              <a:gd name="connsiteY2920" fmla="*/ 4329395 h 5292726"/>
              <a:gd name="connsiteX2921" fmla="*/ 2517549 w 3386022"/>
              <a:gd name="connsiteY2921" fmla="*/ 4338870 h 5292726"/>
              <a:gd name="connsiteX2922" fmla="*/ 2507509 w 3386022"/>
              <a:gd name="connsiteY2922" fmla="*/ 4340212 h 5292726"/>
              <a:gd name="connsiteX2923" fmla="*/ 2497530 w 3386022"/>
              <a:gd name="connsiteY2923" fmla="*/ 4341509 h 5292726"/>
              <a:gd name="connsiteX2924" fmla="*/ 2487615 w 3386022"/>
              <a:gd name="connsiteY2924" fmla="*/ 4342808 h 5292726"/>
              <a:gd name="connsiteX2925" fmla="*/ 2477826 w 3386022"/>
              <a:gd name="connsiteY2925" fmla="*/ 4344106 h 5292726"/>
              <a:gd name="connsiteX2926" fmla="*/ 2472178 w 3386022"/>
              <a:gd name="connsiteY2926" fmla="*/ 4355312 h 5292726"/>
              <a:gd name="connsiteX2927" fmla="*/ 2466153 w 3386022"/>
              <a:gd name="connsiteY2927" fmla="*/ 4372231 h 5292726"/>
              <a:gd name="connsiteX2928" fmla="*/ 2462262 w 3386022"/>
              <a:gd name="connsiteY2928" fmla="*/ 4389625 h 5292726"/>
              <a:gd name="connsiteX2929" fmla="*/ 2463015 w 3386022"/>
              <a:gd name="connsiteY2929" fmla="*/ 4402216 h 5292726"/>
              <a:gd name="connsiteX2930" fmla="*/ 2455673 w 3386022"/>
              <a:gd name="connsiteY2930" fmla="*/ 4408230 h 5292726"/>
              <a:gd name="connsiteX2931" fmla="*/ 2450715 w 3386022"/>
              <a:gd name="connsiteY2931" fmla="*/ 4414547 h 5292726"/>
              <a:gd name="connsiteX2932" fmla="*/ 2449586 w 3386022"/>
              <a:gd name="connsiteY2932" fmla="*/ 4421124 h 5292726"/>
              <a:gd name="connsiteX2933" fmla="*/ 2453728 w 3386022"/>
              <a:gd name="connsiteY2933" fmla="*/ 4427917 h 5292726"/>
              <a:gd name="connsiteX2934" fmla="*/ 2457869 w 3386022"/>
              <a:gd name="connsiteY2934" fmla="*/ 4450893 h 5292726"/>
              <a:gd name="connsiteX2935" fmla="*/ 2451029 w 3386022"/>
              <a:gd name="connsiteY2935" fmla="*/ 4486416 h 5292726"/>
              <a:gd name="connsiteX2936" fmla="*/ 2441051 w 3386022"/>
              <a:gd name="connsiteY2936" fmla="*/ 4519387 h 5292726"/>
              <a:gd name="connsiteX2937" fmla="*/ 2435842 w 3386022"/>
              <a:gd name="connsiteY2937" fmla="*/ 4534661 h 5292726"/>
              <a:gd name="connsiteX2938" fmla="*/ 2417894 w 3386022"/>
              <a:gd name="connsiteY2938" fmla="*/ 4555127 h 5292726"/>
              <a:gd name="connsiteX2939" fmla="*/ 2411618 w 3386022"/>
              <a:gd name="connsiteY2939" fmla="*/ 4583641 h 5292726"/>
              <a:gd name="connsiteX2940" fmla="*/ 2415321 w 3386022"/>
              <a:gd name="connsiteY2940" fmla="*/ 4614102 h 5292726"/>
              <a:gd name="connsiteX2941" fmla="*/ 2427433 w 3386022"/>
              <a:gd name="connsiteY2941" fmla="*/ 4640453 h 5292726"/>
              <a:gd name="connsiteX2942" fmla="*/ 2418836 w 3386022"/>
              <a:gd name="connsiteY2942" fmla="*/ 4644217 h 5292726"/>
              <a:gd name="connsiteX2943" fmla="*/ 2410049 w 3386022"/>
              <a:gd name="connsiteY2943" fmla="*/ 4645299 h 5292726"/>
              <a:gd name="connsiteX2944" fmla="*/ 2400762 w 3386022"/>
              <a:gd name="connsiteY2944" fmla="*/ 4644217 h 5292726"/>
              <a:gd name="connsiteX2945" fmla="*/ 2390595 w 3386022"/>
              <a:gd name="connsiteY2945" fmla="*/ 4641491 h 5292726"/>
              <a:gd name="connsiteX2946" fmla="*/ 2368380 w 3386022"/>
              <a:gd name="connsiteY2946" fmla="*/ 4602074 h 5292726"/>
              <a:gd name="connsiteX2947" fmla="*/ 2336814 w 3386022"/>
              <a:gd name="connsiteY2947" fmla="*/ 4590261 h 5292726"/>
              <a:gd name="connsiteX2948" fmla="*/ 2313594 w 3386022"/>
              <a:gd name="connsiteY2948" fmla="*/ 4588271 h 5292726"/>
              <a:gd name="connsiteX2949" fmla="*/ 2316544 w 3386022"/>
              <a:gd name="connsiteY2949" fmla="*/ 4578319 h 5292726"/>
              <a:gd name="connsiteX2950" fmla="*/ 2335433 w 3386022"/>
              <a:gd name="connsiteY2950" fmla="*/ 4550065 h 5292726"/>
              <a:gd name="connsiteX2951" fmla="*/ 2348361 w 3386022"/>
              <a:gd name="connsiteY2951" fmla="*/ 4508960 h 5292726"/>
              <a:gd name="connsiteX2952" fmla="*/ 2342022 w 3386022"/>
              <a:gd name="connsiteY2952" fmla="*/ 4472960 h 5292726"/>
              <a:gd name="connsiteX2953" fmla="*/ 2303052 w 3386022"/>
              <a:gd name="connsiteY2953" fmla="*/ 4460066 h 5292726"/>
              <a:gd name="connsiteX2954" fmla="*/ 2301420 w 3386022"/>
              <a:gd name="connsiteY2954" fmla="*/ 4482565 h 5292726"/>
              <a:gd name="connsiteX2955" fmla="*/ 2295082 w 3386022"/>
              <a:gd name="connsiteY2955" fmla="*/ 4529382 h 5292726"/>
              <a:gd name="connsiteX2956" fmla="*/ 2285668 w 3386022"/>
              <a:gd name="connsiteY2956" fmla="*/ 4578968 h 5292726"/>
              <a:gd name="connsiteX2957" fmla="*/ 2274875 w 3386022"/>
              <a:gd name="connsiteY2957" fmla="*/ 4609732 h 5292726"/>
              <a:gd name="connsiteX2958" fmla="*/ 2263139 w 3386022"/>
              <a:gd name="connsiteY2958" fmla="*/ 4613323 h 5292726"/>
              <a:gd name="connsiteX2959" fmla="*/ 2240171 w 3386022"/>
              <a:gd name="connsiteY2959" fmla="*/ 4616136 h 5292726"/>
              <a:gd name="connsiteX2960" fmla="*/ 2216889 w 3386022"/>
              <a:gd name="connsiteY2960" fmla="*/ 4615962 h 5292726"/>
              <a:gd name="connsiteX2961" fmla="*/ 2204086 w 3386022"/>
              <a:gd name="connsiteY2961" fmla="*/ 4610597 h 5292726"/>
              <a:gd name="connsiteX2962" fmla="*/ 2196995 w 3386022"/>
              <a:gd name="connsiteY2962" fmla="*/ 4600732 h 5292726"/>
              <a:gd name="connsiteX2963" fmla="*/ 2186766 w 3386022"/>
              <a:gd name="connsiteY2963" fmla="*/ 4592165 h 5292726"/>
              <a:gd name="connsiteX2964" fmla="*/ 2175156 w 3386022"/>
              <a:gd name="connsiteY2964" fmla="*/ 4584377 h 5292726"/>
              <a:gd name="connsiteX2965" fmla="*/ 2163986 w 3386022"/>
              <a:gd name="connsiteY2965" fmla="*/ 4576848 h 5292726"/>
              <a:gd name="connsiteX2966" fmla="*/ 2173775 w 3386022"/>
              <a:gd name="connsiteY2966" fmla="*/ 4564040 h 5292726"/>
              <a:gd name="connsiteX2967" fmla="*/ 2184820 w 3386022"/>
              <a:gd name="connsiteY2967" fmla="*/ 4555170 h 5292726"/>
              <a:gd name="connsiteX2968" fmla="*/ 2180490 w 3386022"/>
              <a:gd name="connsiteY2968" fmla="*/ 4548161 h 5292726"/>
              <a:gd name="connsiteX2969" fmla="*/ 2144281 w 3386022"/>
              <a:gd name="connsiteY2969" fmla="*/ 4540978 h 5292726"/>
              <a:gd name="connsiteX2970" fmla="*/ 2133675 w 3386022"/>
              <a:gd name="connsiteY2970" fmla="*/ 4564040 h 5292726"/>
              <a:gd name="connsiteX2971" fmla="*/ 2139636 w 3386022"/>
              <a:gd name="connsiteY2971" fmla="*/ 4601554 h 5292726"/>
              <a:gd name="connsiteX2972" fmla="*/ 2146790 w 3386022"/>
              <a:gd name="connsiteY2972" fmla="*/ 4637943 h 5292726"/>
              <a:gd name="connsiteX2973" fmla="*/ 2139762 w 3386022"/>
              <a:gd name="connsiteY2973" fmla="*/ 4657717 h 5292726"/>
              <a:gd name="connsiteX2974" fmla="*/ 2104808 w 3386022"/>
              <a:gd name="connsiteY2974" fmla="*/ 4642529 h 5292726"/>
              <a:gd name="connsiteX2975" fmla="*/ 2082905 w 3386022"/>
              <a:gd name="connsiteY2975" fmla="*/ 4632188 h 5292726"/>
              <a:gd name="connsiteX2976" fmla="*/ 2073869 w 3386022"/>
              <a:gd name="connsiteY2976" fmla="*/ 4623578 h 5292726"/>
              <a:gd name="connsiteX2977" fmla="*/ 2077571 w 3386022"/>
              <a:gd name="connsiteY2977" fmla="*/ 4613626 h 5292726"/>
              <a:gd name="connsiteX2978" fmla="*/ 2079956 w 3386022"/>
              <a:gd name="connsiteY2978" fmla="*/ 4609602 h 5292726"/>
              <a:gd name="connsiteX2979" fmla="*/ 2078262 w 3386022"/>
              <a:gd name="connsiteY2979" fmla="*/ 4605795 h 5292726"/>
              <a:gd name="connsiteX2980" fmla="*/ 2071421 w 3386022"/>
              <a:gd name="connsiteY2980" fmla="*/ 4600256 h 5292726"/>
              <a:gd name="connsiteX2981" fmla="*/ 2058369 w 3386022"/>
              <a:gd name="connsiteY2981" fmla="*/ 4591083 h 5292726"/>
              <a:gd name="connsiteX2982" fmla="*/ 2049081 w 3386022"/>
              <a:gd name="connsiteY2982" fmla="*/ 4618905 h 5292726"/>
              <a:gd name="connsiteX2983" fmla="*/ 2064832 w 3386022"/>
              <a:gd name="connsiteY2983" fmla="*/ 4650447 h 5292726"/>
              <a:gd name="connsiteX2984" fmla="*/ 2077132 w 3386022"/>
              <a:gd name="connsiteY2984" fmla="*/ 4685409 h 5292726"/>
              <a:gd name="connsiteX2985" fmla="*/ 2057490 w 3386022"/>
              <a:gd name="connsiteY2985" fmla="*/ 4723442 h 5292726"/>
              <a:gd name="connsiteX2986" fmla="*/ 2053034 w 3386022"/>
              <a:gd name="connsiteY2986" fmla="*/ 4709552 h 5292726"/>
              <a:gd name="connsiteX2987" fmla="*/ 2056360 w 3386022"/>
              <a:gd name="connsiteY2987" fmla="*/ 4689822 h 5292726"/>
              <a:gd name="connsiteX2988" fmla="*/ 2048704 w 3386022"/>
              <a:gd name="connsiteY2988" fmla="*/ 4672428 h 5292726"/>
              <a:gd name="connsiteX2989" fmla="*/ 2011239 w 3386022"/>
              <a:gd name="connsiteY2989" fmla="*/ 4665462 h 5292726"/>
              <a:gd name="connsiteX2990" fmla="*/ 2014565 w 3386022"/>
              <a:gd name="connsiteY2990" fmla="*/ 4634958 h 5292726"/>
              <a:gd name="connsiteX2991" fmla="*/ 2001009 w 3386022"/>
              <a:gd name="connsiteY2991" fmla="*/ 4630891 h 5292726"/>
              <a:gd name="connsiteX2992" fmla="*/ 1979422 w 3386022"/>
              <a:gd name="connsiteY2992" fmla="*/ 4639847 h 5292726"/>
              <a:gd name="connsiteX2993" fmla="*/ 1958712 w 3386022"/>
              <a:gd name="connsiteY2993" fmla="*/ 4648414 h 5292726"/>
              <a:gd name="connsiteX2994" fmla="*/ 1967938 w 3386022"/>
              <a:gd name="connsiteY2994" fmla="*/ 4618472 h 5292726"/>
              <a:gd name="connsiteX2995" fmla="*/ 1973774 w 3386022"/>
              <a:gd name="connsiteY2995" fmla="*/ 4578708 h 5292726"/>
              <a:gd name="connsiteX2996" fmla="*/ 1968439 w 3386022"/>
              <a:gd name="connsiteY2996" fmla="*/ 4542795 h 5292726"/>
              <a:gd name="connsiteX2997" fmla="*/ 1944090 w 3386022"/>
              <a:gd name="connsiteY2997" fmla="*/ 4524363 h 5292726"/>
              <a:gd name="connsiteX2998" fmla="*/ 1931351 w 3386022"/>
              <a:gd name="connsiteY2998" fmla="*/ 4527132 h 5292726"/>
              <a:gd name="connsiteX2999" fmla="*/ 1920243 w 3386022"/>
              <a:gd name="connsiteY2999" fmla="*/ 4532152 h 5292726"/>
              <a:gd name="connsiteX3000" fmla="*/ 1907692 w 3386022"/>
              <a:gd name="connsiteY3000" fmla="*/ 4536478 h 5292726"/>
              <a:gd name="connsiteX3001" fmla="*/ 1890623 w 3386022"/>
              <a:gd name="connsiteY3001" fmla="*/ 4537084 h 5292726"/>
              <a:gd name="connsiteX3002" fmla="*/ 1883783 w 3386022"/>
              <a:gd name="connsiteY3002" fmla="*/ 4524795 h 5292726"/>
              <a:gd name="connsiteX3003" fmla="*/ 1879389 w 3386022"/>
              <a:gd name="connsiteY3003" fmla="*/ 4518263 h 5292726"/>
              <a:gd name="connsiteX3004" fmla="*/ 1869223 w 3386022"/>
              <a:gd name="connsiteY3004" fmla="*/ 4515103 h 5292726"/>
              <a:gd name="connsiteX3005" fmla="*/ 1845126 w 3386022"/>
              <a:gd name="connsiteY3005" fmla="*/ 4512897 h 5292726"/>
              <a:gd name="connsiteX3006" fmla="*/ 1842176 w 3386022"/>
              <a:gd name="connsiteY3006" fmla="*/ 4522286 h 5292726"/>
              <a:gd name="connsiteX3007" fmla="*/ 1839164 w 3386022"/>
              <a:gd name="connsiteY3007" fmla="*/ 4531891 h 5292726"/>
              <a:gd name="connsiteX3008" fmla="*/ 1836026 w 3386022"/>
              <a:gd name="connsiteY3008" fmla="*/ 4541887 h 5292726"/>
              <a:gd name="connsiteX3009" fmla="*/ 1832700 w 3386022"/>
              <a:gd name="connsiteY3009" fmla="*/ 4552444 h 5292726"/>
              <a:gd name="connsiteX3010" fmla="*/ 1840168 w 3386022"/>
              <a:gd name="connsiteY3010" fmla="*/ 4559411 h 5292726"/>
              <a:gd name="connsiteX3011" fmla="*/ 1848264 w 3386022"/>
              <a:gd name="connsiteY3011" fmla="*/ 4566982 h 5292726"/>
              <a:gd name="connsiteX3012" fmla="*/ 1856986 w 3386022"/>
              <a:gd name="connsiteY3012" fmla="*/ 4575117 h 5292726"/>
              <a:gd name="connsiteX3013" fmla="*/ 1866211 w 3386022"/>
              <a:gd name="connsiteY3013" fmla="*/ 4583771 h 5292726"/>
              <a:gd name="connsiteX3014" fmla="*/ 1872111 w 3386022"/>
              <a:gd name="connsiteY3014" fmla="*/ 4578232 h 5292726"/>
              <a:gd name="connsiteX3015" fmla="*/ 1877696 w 3386022"/>
              <a:gd name="connsiteY3015" fmla="*/ 4572953 h 5292726"/>
              <a:gd name="connsiteX3016" fmla="*/ 1883343 w 3386022"/>
              <a:gd name="connsiteY3016" fmla="*/ 4567632 h 5292726"/>
              <a:gd name="connsiteX3017" fmla="*/ 1889431 w 3386022"/>
              <a:gd name="connsiteY3017" fmla="*/ 4561920 h 5292726"/>
              <a:gd name="connsiteX3018" fmla="*/ 1906500 w 3386022"/>
              <a:gd name="connsiteY3018" fmla="*/ 4572953 h 5292726"/>
              <a:gd name="connsiteX3019" fmla="*/ 1921122 w 3386022"/>
              <a:gd name="connsiteY3019" fmla="*/ 4583944 h 5292726"/>
              <a:gd name="connsiteX3020" fmla="*/ 1929657 w 3386022"/>
              <a:gd name="connsiteY3020" fmla="*/ 4596232 h 5292726"/>
              <a:gd name="connsiteX3021" fmla="*/ 1928465 w 3386022"/>
              <a:gd name="connsiteY3021" fmla="*/ 4611159 h 5292726"/>
              <a:gd name="connsiteX3022" fmla="*/ 1860563 w 3386022"/>
              <a:gd name="connsiteY3022" fmla="*/ 4598655 h 5292726"/>
              <a:gd name="connsiteX3023" fmla="*/ 1833955 w 3386022"/>
              <a:gd name="connsiteY3023" fmla="*/ 4597270 h 5292726"/>
              <a:gd name="connsiteX3024" fmla="*/ 1820776 w 3386022"/>
              <a:gd name="connsiteY3024" fmla="*/ 4598266 h 5292726"/>
              <a:gd name="connsiteX3025" fmla="*/ 1793101 w 3386022"/>
              <a:gd name="connsiteY3025" fmla="*/ 4592900 h 5292726"/>
              <a:gd name="connsiteX3026" fmla="*/ 1794796 w 3386022"/>
              <a:gd name="connsiteY3026" fmla="*/ 4548551 h 5292726"/>
              <a:gd name="connsiteX3027" fmla="*/ 1780613 w 3386022"/>
              <a:gd name="connsiteY3027" fmla="*/ 4546862 h 5292726"/>
              <a:gd name="connsiteX3028" fmla="*/ 1756765 w 3386022"/>
              <a:gd name="connsiteY3028" fmla="*/ 4570574 h 5292726"/>
              <a:gd name="connsiteX3029" fmla="*/ 1729342 w 3386022"/>
              <a:gd name="connsiteY3029" fmla="*/ 4602463 h 5292726"/>
              <a:gd name="connsiteX3030" fmla="*/ 1715472 w 3386022"/>
              <a:gd name="connsiteY3030" fmla="*/ 4600213 h 5292726"/>
              <a:gd name="connsiteX3031" fmla="*/ 1701980 w 3386022"/>
              <a:gd name="connsiteY3031" fmla="*/ 4596838 h 5292726"/>
              <a:gd name="connsiteX3032" fmla="*/ 1687494 w 3386022"/>
              <a:gd name="connsiteY3032" fmla="*/ 4595064 h 5292726"/>
              <a:gd name="connsiteX3033" fmla="*/ 1670552 w 3386022"/>
              <a:gd name="connsiteY3033" fmla="*/ 4597574 h 5292726"/>
              <a:gd name="connsiteX3034" fmla="*/ 1671618 w 3386022"/>
              <a:gd name="connsiteY3034" fmla="*/ 4608434 h 5292726"/>
              <a:gd name="connsiteX3035" fmla="*/ 1679522 w 3386022"/>
              <a:gd name="connsiteY3035" fmla="*/ 4625569 h 5292726"/>
              <a:gd name="connsiteX3036" fmla="*/ 1696709 w 3386022"/>
              <a:gd name="connsiteY3036" fmla="*/ 4634784 h 5292726"/>
              <a:gd name="connsiteX3037" fmla="*/ 1725639 w 3386022"/>
              <a:gd name="connsiteY3037" fmla="*/ 4621977 h 5292726"/>
              <a:gd name="connsiteX3038" fmla="*/ 1736307 w 3386022"/>
              <a:gd name="connsiteY3038" fmla="*/ 4626780 h 5292726"/>
              <a:gd name="connsiteX3039" fmla="*/ 1746725 w 3386022"/>
              <a:gd name="connsiteY3039" fmla="*/ 4631453 h 5292726"/>
              <a:gd name="connsiteX3040" fmla="*/ 1757268 w 3386022"/>
              <a:gd name="connsiteY3040" fmla="*/ 4636212 h 5292726"/>
              <a:gd name="connsiteX3041" fmla="*/ 1768313 w 3386022"/>
              <a:gd name="connsiteY3041" fmla="*/ 4641188 h 5292726"/>
              <a:gd name="connsiteX3042" fmla="*/ 1754883 w 3386022"/>
              <a:gd name="connsiteY3042" fmla="*/ 4653866 h 5292726"/>
              <a:gd name="connsiteX3043" fmla="*/ 1748607 w 3386022"/>
              <a:gd name="connsiteY3043" fmla="*/ 4666804 h 5292726"/>
              <a:gd name="connsiteX3044" fmla="*/ 1749926 w 3386022"/>
              <a:gd name="connsiteY3044" fmla="*/ 4680043 h 5292726"/>
              <a:gd name="connsiteX3045" fmla="*/ 1759276 w 3386022"/>
              <a:gd name="connsiteY3045" fmla="*/ 4693630 h 5292726"/>
              <a:gd name="connsiteX3046" fmla="*/ 1724384 w 3386022"/>
              <a:gd name="connsiteY3046" fmla="*/ 4700163 h 5292726"/>
              <a:gd name="connsiteX3047" fmla="*/ 1721873 w 3386022"/>
              <a:gd name="connsiteY3047" fmla="*/ 4688567 h 5292726"/>
              <a:gd name="connsiteX3048" fmla="*/ 1721623 w 3386022"/>
              <a:gd name="connsiteY3048" fmla="*/ 4671822 h 5292726"/>
              <a:gd name="connsiteX3049" fmla="*/ 1693508 w 3386022"/>
              <a:gd name="connsiteY3049" fmla="*/ 4662866 h 5292726"/>
              <a:gd name="connsiteX3050" fmla="*/ 1675445 w 3386022"/>
              <a:gd name="connsiteY3050" fmla="*/ 4666500 h 5292726"/>
              <a:gd name="connsiteX3051" fmla="*/ 1671115 w 3386022"/>
              <a:gd name="connsiteY3051" fmla="*/ 4677317 h 5292726"/>
              <a:gd name="connsiteX3052" fmla="*/ 1671555 w 3386022"/>
              <a:gd name="connsiteY3052" fmla="*/ 4693976 h 5292726"/>
              <a:gd name="connsiteX3053" fmla="*/ 1667791 w 3386022"/>
              <a:gd name="connsiteY3053" fmla="*/ 4715091 h 5292726"/>
              <a:gd name="connsiteX3054" fmla="*/ 1662642 w 3386022"/>
              <a:gd name="connsiteY3054" fmla="*/ 4716043 h 5292726"/>
              <a:gd name="connsiteX3055" fmla="*/ 1657243 w 3386022"/>
              <a:gd name="connsiteY3055" fmla="*/ 4717038 h 5292726"/>
              <a:gd name="connsiteX3056" fmla="*/ 1651909 w 3386022"/>
              <a:gd name="connsiteY3056" fmla="*/ 4717990 h 5292726"/>
              <a:gd name="connsiteX3057" fmla="*/ 1646889 w 3386022"/>
              <a:gd name="connsiteY3057" fmla="*/ 4718899 h 5292726"/>
              <a:gd name="connsiteX3058" fmla="*/ 1638919 w 3386022"/>
              <a:gd name="connsiteY3058" fmla="*/ 4734476 h 5292726"/>
              <a:gd name="connsiteX3059" fmla="*/ 1630887 w 3386022"/>
              <a:gd name="connsiteY3059" fmla="*/ 4750139 h 5292726"/>
              <a:gd name="connsiteX3060" fmla="*/ 1622727 w 3386022"/>
              <a:gd name="connsiteY3060" fmla="*/ 4766148 h 5292726"/>
              <a:gd name="connsiteX3061" fmla="*/ 1614255 w 3386022"/>
              <a:gd name="connsiteY3061" fmla="*/ 4782763 h 5292726"/>
              <a:gd name="connsiteX3062" fmla="*/ 1617203 w 3386022"/>
              <a:gd name="connsiteY3062" fmla="*/ 4784753 h 5292726"/>
              <a:gd name="connsiteX3063" fmla="*/ 1621219 w 3386022"/>
              <a:gd name="connsiteY3063" fmla="*/ 4787436 h 5292726"/>
              <a:gd name="connsiteX3064" fmla="*/ 1626113 w 3386022"/>
              <a:gd name="connsiteY3064" fmla="*/ 4790724 h 5292726"/>
              <a:gd name="connsiteX3065" fmla="*/ 1631763 w 3386022"/>
              <a:gd name="connsiteY3065" fmla="*/ 4794532 h 5292726"/>
              <a:gd name="connsiteX3066" fmla="*/ 1629757 w 3386022"/>
              <a:gd name="connsiteY3066" fmla="*/ 4800590 h 5292726"/>
              <a:gd name="connsiteX3067" fmla="*/ 1627495 w 3386022"/>
              <a:gd name="connsiteY3067" fmla="*/ 4807383 h 5292726"/>
              <a:gd name="connsiteX3068" fmla="*/ 1624860 w 3386022"/>
              <a:gd name="connsiteY3068" fmla="*/ 4815258 h 5292726"/>
              <a:gd name="connsiteX3069" fmla="*/ 1621785 w 3386022"/>
              <a:gd name="connsiteY3069" fmla="*/ 4824561 h 5292726"/>
              <a:gd name="connsiteX3070" fmla="*/ 1610739 w 3386022"/>
              <a:gd name="connsiteY3070" fmla="*/ 4811667 h 5292726"/>
              <a:gd name="connsiteX3071" fmla="*/ 1601641 w 3386022"/>
              <a:gd name="connsiteY3071" fmla="*/ 4799638 h 5292726"/>
              <a:gd name="connsiteX3072" fmla="*/ 1590470 w 3386022"/>
              <a:gd name="connsiteY3072" fmla="*/ 4789253 h 5292726"/>
              <a:gd name="connsiteX3073" fmla="*/ 1573212 w 3386022"/>
              <a:gd name="connsiteY3073" fmla="*/ 4781379 h 5292726"/>
              <a:gd name="connsiteX3074" fmla="*/ 1579552 w 3386022"/>
              <a:gd name="connsiteY3074" fmla="*/ 4758403 h 5292726"/>
              <a:gd name="connsiteX3075" fmla="*/ 1569699 w 3386022"/>
              <a:gd name="connsiteY3075" fmla="*/ 4750528 h 5292726"/>
              <a:gd name="connsiteX3076" fmla="*/ 1554576 w 3386022"/>
              <a:gd name="connsiteY3076" fmla="*/ 4752086 h 5292726"/>
              <a:gd name="connsiteX3077" fmla="*/ 1545164 w 3386022"/>
              <a:gd name="connsiteY3077" fmla="*/ 4757494 h 5292726"/>
              <a:gd name="connsiteX3078" fmla="*/ 1537570 w 3386022"/>
              <a:gd name="connsiteY3078" fmla="*/ 4809201 h 5292726"/>
              <a:gd name="connsiteX3079" fmla="*/ 1562106 w 3386022"/>
              <a:gd name="connsiteY3079" fmla="*/ 4828369 h 5292726"/>
              <a:gd name="connsiteX3080" fmla="*/ 1572836 w 3386022"/>
              <a:gd name="connsiteY3080" fmla="*/ 4832003 h 5292726"/>
              <a:gd name="connsiteX3081" fmla="*/ 1523953 w 3386022"/>
              <a:gd name="connsiteY3081" fmla="*/ 4837152 h 5292726"/>
              <a:gd name="connsiteX3082" fmla="*/ 1526337 w 3386022"/>
              <a:gd name="connsiteY3082" fmla="*/ 4841652 h 5292726"/>
              <a:gd name="connsiteX3083" fmla="*/ 1528659 w 3386022"/>
              <a:gd name="connsiteY3083" fmla="*/ 4846022 h 5292726"/>
              <a:gd name="connsiteX3084" fmla="*/ 1530979 w 3386022"/>
              <a:gd name="connsiteY3084" fmla="*/ 4850478 h 5292726"/>
              <a:gd name="connsiteX3085" fmla="*/ 1533492 w 3386022"/>
              <a:gd name="connsiteY3085" fmla="*/ 4855282 h 5292726"/>
              <a:gd name="connsiteX3086" fmla="*/ 1528534 w 3386022"/>
              <a:gd name="connsiteY3086" fmla="*/ 4855411 h 5292726"/>
              <a:gd name="connsiteX3087" fmla="*/ 1523513 w 3386022"/>
              <a:gd name="connsiteY3087" fmla="*/ 4855541 h 5292726"/>
              <a:gd name="connsiteX3088" fmla="*/ 1518115 w 3386022"/>
              <a:gd name="connsiteY3088" fmla="*/ 4855671 h 5292726"/>
              <a:gd name="connsiteX3089" fmla="*/ 1512029 w 3386022"/>
              <a:gd name="connsiteY3089" fmla="*/ 4855844 h 5292726"/>
              <a:gd name="connsiteX3090" fmla="*/ 1511276 w 3386022"/>
              <a:gd name="connsiteY3090" fmla="*/ 4739148 h 5292726"/>
              <a:gd name="connsiteX3091" fmla="*/ 1516987 w 3386022"/>
              <a:gd name="connsiteY3091" fmla="*/ 4684543 h 5292726"/>
              <a:gd name="connsiteX3092" fmla="*/ 1513096 w 3386022"/>
              <a:gd name="connsiteY3092" fmla="*/ 4659058 h 5292726"/>
              <a:gd name="connsiteX3093" fmla="*/ 1483536 w 3386022"/>
              <a:gd name="connsiteY3093" fmla="*/ 4629766 h 5292726"/>
              <a:gd name="connsiteX3094" fmla="*/ 1464456 w 3386022"/>
              <a:gd name="connsiteY3094" fmla="*/ 4690168 h 5292726"/>
              <a:gd name="connsiteX3095" fmla="*/ 1431948 w 3386022"/>
              <a:gd name="connsiteY3095" fmla="*/ 4821704 h 5292726"/>
              <a:gd name="connsiteX3096" fmla="*/ 1420087 w 3386022"/>
              <a:gd name="connsiteY3096" fmla="*/ 4954021 h 5292726"/>
              <a:gd name="connsiteX3097" fmla="*/ 1462889 w 3386022"/>
              <a:gd name="connsiteY3097" fmla="*/ 5016847 h 5292726"/>
              <a:gd name="connsiteX3098" fmla="*/ 1446444 w 3386022"/>
              <a:gd name="connsiteY3098" fmla="*/ 5020222 h 5292726"/>
              <a:gd name="connsiteX3099" fmla="*/ 1433140 w 3386022"/>
              <a:gd name="connsiteY3099" fmla="*/ 5020870 h 5292726"/>
              <a:gd name="connsiteX3100" fmla="*/ 1415883 w 3386022"/>
              <a:gd name="connsiteY3100" fmla="*/ 5018405 h 5292726"/>
              <a:gd name="connsiteX3101" fmla="*/ 1387644 w 3386022"/>
              <a:gd name="connsiteY3101" fmla="*/ 5012347 h 5292726"/>
              <a:gd name="connsiteX3102" fmla="*/ 1383188 w 3386022"/>
              <a:gd name="connsiteY3102" fmla="*/ 4961635 h 5292726"/>
              <a:gd name="connsiteX3103" fmla="*/ 1386200 w 3386022"/>
              <a:gd name="connsiteY3103" fmla="*/ 4931737 h 5292726"/>
              <a:gd name="connsiteX3104" fmla="*/ 1391157 w 3386022"/>
              <a:gd name="connsiteY3104" fmla="*/ 4913824 h 5292726"/>
              <a:gd name="connsiteX3105" fmla="*/ 1392538 w 3386022"/>
              <a:gd name="connsiteY3105" fmla="*/ 4899026 h 5292726"/>
              <a:gd name="connsiteX3106" fmla="*/ 1372144 w 3386022"/>
              <a:gd name="connsiteY3106" fmla="*/ 4894050 h 5292726"/>
              <a:gd name="connsiteX3107" fmla="*/ 1351874 w 3386022"/>
              <a:gd name="connsiteY3107" fmla="*/ 4889724 h 5292726"/>
              <a:gd name="connsiteX3108" fmla="*/ 1331540 w 3386022"/>
              <a:gd name="connsiteY3108" fmla="*/ 4887041 h 5292726"/>
              <a:gd name="connsiteX3109" fmla="*/ 1310894 w 3386022"/>
              <a:gd name="connsiteY3109" fmla="*/ 4886867 h 5292726"/>
              <a:gd name="connsiteX3110" fmla="*/ 1305686 w 3386022"/>
              <a:gd name="connsiteY3110" fmla="*/ 4882065 h 5292726"/>
              <a:gd name="connsiteX3111" fmla="*/ 1306313 w 3386022"/>
              <a:gd name="connsiteY3111" fmla="*/ 4877738 h 5292726"/>
              <a:gd name="connsiteX3112" fmla="*/ 1311207 w 3386022"/>
              <a:gd name="connsiteY3112" fmla="*/ 4871204 h 5292726"/>
              <a:gd name="connsiteX3113" fmla="*/ 1318926 w 3386022"/>
              <a:gd name="connsiteY3113" fmla="*/ 4859695 h 5292726"/>
              <a:gd name="connsiteX3114" fmla="*/ 1332419 w 3386022"/>
              <a:gd name="connsiteY3114" fmla="*/ 4862378 h 5292726"/>
              <a:gd name="connsiteX3115" fmla="*/ 1336247 w 3386022"/>
              <a:gd name="connsiteY3115" fmla="*/ 4870382 h 5292726"/>
              <a:gd name="connsiteX3116" fmla="*/ 1341269 w 3386022"/>
              <a:gd name="connsiteY3116" fmla="*/ 4878387 h 5292726"/>
              <a:gd name="connsiteX3117" fmla="*/ 1358338 w 3386022"/>
              <a:gd name="connsiteY3117" fmla="*/ 4881070 h 5292726"/>
              <a:gd name="connsiteX3118" fmla="*/ 1391785 w 3386022"/>
              <a:gd name="connsiteY3118" fmla="*/ 4876959 h 5292726"/>
              <a:gd name="connsiteX3119" fmla="*/ 1407223 w 3386022"/>
              <a:gd name="connsiteY3119" fmla="*/ 4870599 h 5292726"/>
              <a:gd name="connsiteX3120" fmla="*/ 1412118 w 3386022"/>
              <a:gd name="connsiteY3120" fmla="*/ 4862334 h 5292726"/>
              <a:gd name="connsiteX3121" fmla="*/ 1413937 w 3386022"/>
              <a:gd name="connsiteY3121" fmla="*/ 4852512 h 5292726"/>
              <a:gd name="connsiteX3122" fmla="*/ 1410736 w 3386022"/>
              <a:gd name="connsiteY3122" fmla="*/ 4851690 h 5292726"/>
              <a:gd name="connsiteX3123" fmla="*/ 1407410 w 3386022"/>
              <a:gd name="connsiteY3123" fmla="*/ 4850825 h 5292726"/>
              <a:gd name="connsiteX3124" fmla="*/ 1403833 w 3386022"/>
              <a:gd name="connsiteY3124" fmla="*/ 4849873 h 5292726"/>
              <a:gd name="connsiteX3125" fmla="*/ 1399818 w 3386022"/>
              <a:gd name="connsiteY3125" fmla="*/ 4848791 h 5292726"/>
              <a:gd name="connsiteX3126" fmla="*/ 1403081 w 3386022"/>
              <a:gd name="connsiteY3126" fmla="*/ 4838579 h 5292726"/>
              <a:gd name="connsiteX3127" fmla="*/ 1404461 w 3386022"/>
              <a:gd name="connsiteY3127" fmla="*/ 4828541 h 5292726"/>
              <a:gd name="connsiteX3128" fmla="*/ 1399692 w 3386022"/>
              <a:gd name="connsiteY3128" fmla="*/ 4819152 h 5292726"/>
              <a:gd name="connsiteX3129" fmla="*/ 1384506 w 3386022"/>
              <a:gd name="connsiteY3129" fmla="*/ 4811018 h 5292726"/>
              <a:gd name="connsiteX3130" fmla="*/ 1388271 w 3386022"/>
              <a:gd name="connsiteY3130" fmla="*/ 4803705 h 5292726"/>
              <a:gd name="connsiteX3131" fmla="*/ 1396114 w 3386022"/>
              <a:gd name="connsiteY3131" fmla="*/ 4789384 h 5292726"/>
              <a:gd name="connsiteX3132" fmla="*/ 1404461 w 3386022"/>
              <a:gd name="connsiteY3132" fmla="*/ 4775278 h 5292726"/>
              <a:gd name="connsiteX3133" fmla="*/ 1409795 w 3386022"/>
              <a:gd name="connsiteY3133" fmla="*/ 4768701 h 5292726"/>
              <a:gd name="connsiteX3134" fmla="*/ 1424480 w 3386022"/>
              <a:gd name="connsiteY3134" fmla="*/ 4762860 h 5292726"/>
              <a:gd name="connsiteX3135" fmla="*/ 1426300 w 3386022"/>
              <a:gd name="connsiteY3135" fmla="*/ 4752302 h 5292726"/>
              <a:gd name="connsiteX3136" fmla="*/ 1419586 w 3386022"/>
              <a:gd name="connsiteY3136" fmla="*/ 4736596 h 5292726"/>
              <a:gd name="connsiteX3137" fmla="*/ 1408729 w 3386022"/>
              <a:gd name="connsiteY3137" fmla="*/ 4715394 h 5292726"/>
              <a:gd name="connsiteX3138" fmla="*/ 1415067 w 3386022"/>
              <a:gd name="connsiteY3138" fmla="*/ 4711846 h 5292726"/>
              <a:gd name="connsiteX3139" fmla="*/ 1421279 w 3386022"/>
              <a:gd name="connsiteY3139" fmla="*/ 4708384 h 5292726"/>
              <a:gd name="connsiteX3140" fmla="*/ 1427367 w 3386022"/>
              <a:gd name="connsiteY3140" fmla="*/ 4705009 h 5292726"/>
              <a:gd name="connsiteX3141" fmla="*/ 1433203 w 3386022"/>
              <a:gd name="connsiteY3141" fmla="*/ 4701764 h 5292726"/>
              <a:gd name="connsiteX3142" fmla="*/ 1432890 w 3386022"/>
              <a:gd name="connsiteY3142" fmla="*/ 4683246 h 5292726"/>
              <a:gd name="connsiteX3143" fmla="*/ 1437032 w 3386022"/>
              <a:gd name="connsiteY3143" fmla="*/ 4658236 h 5292726"/>
              <a:gd name="connsiteX3144" fmla="*/ 1442302 w 3386022"/>
              <a:gd name="connsiteY3144" fmla="*/ 4636083 h 5292726"/>
              <a:gd name="connsiteX3145" fmla="*/ 1445315 w 3386022"/>
              <a:gd name="connsiteY3145" fmla="*/ 4626044 h 5292726"/>
              <a:gd name="connsiteX3146" fmla="*/ 1416134 w 3386022"/>
              <a:gd name="connsiteY3146" fmla="*/ 4615054 h 5292726"/>
              <a:gd name="connsiteX3147" fmla="*/ 1402894 w 3386022"/>
              <a:gd name="connsiteY3147" fmla="*/ 4615573 h 5292726"/>
              <a:gd name="connsiteX3148" fmla="*/ 1391409 w 3386022"/>
              <a:gd name="connsiteY3148" fmla="*/ 4621587 h 5292726"/>
              <a:gd name="connsiteX3149" fmla="*/ 1367625 w 3386022"/>
              <a:gd name="connsiteY3149" fmla="*/ 4626996 h 5292726"/>
              <a:gd name="connsiteX3150" fmla="*/ 1372833 w 3386022"/>
              <a:gd name="connsiteY3150" fmla="*/ 4592728 h 5292726"/>
              <a:gd name="connsiteX3151" fmla="*/ 1372771 w 3386022"/>
              <a:gd name="connsiteY3151" fmla="*/ 4579054 h 5292726"/>
              <a:gd name="connsiteX3152" fmla="*/ 1369571 w 3386022"/>
              <a:gd name="connsiteY3152" fmla="*/ 4573083 h 5292726"/>
              <a:gd name="connsiteX3153" fmla="*/ 1365366 w 3386022"/>
              <a:gd name="connsiteY3153" fmla="*/ 4561877 h 5292726"/>
              <a:gd name="connsiteX3154" fmla="*/ 1352627 w 3386022"/>
              <a:gd name="connsiteY3154" fmla="*/ 4557118 h 5292726"/>
              <a:gd name="connsiteX3155" fmla="*/ 1337188 w 3386022"/>
              <a:gd name="connsiteY3155" fmla="*/ 4553699 h 5292726"/>
              <a:gd name="connsiteX3156" fmla="*/ 1323006 w 3386022"/>
              <a:gd name="connsiteY3156" fmla="*/ 4549026 h 5292726"/>
              <a:gd name="connsiteX3157" fmla="*/ 1314156 w 3386022"/>
              <a:gd name="connsiteY3157" fmla="*/ 4540458 h 5292726"/>
              <a:gd name="connsiteX3158" fmla="*/ 1316855 w 3386022"/>
              <a:gd name="connsiteY3158" fmla="*/ 4538425 h 5292726"/>
              <a:gd name="connsiteX3159" fmla="*/ 1319742 w 3386022"/>
              <a:gd name="connsiteY3159" fmla="*/ 4536219 h 5292726"/>
              <a:gd name="connsiteX3160" fmla="*/ 1322817 w 3386022"/>
              <a:gd name="connsiteY3160" fmla="*/ 4533882 h 5292726"/>
              <a:gd name="connsiteX3161" fmla="*/ 1326144 w 3386022"/>
              <a:gd name="connsiteY3161" fmla="*/ 4531373 h 5292726"/>
              <a:gd name="connsiteX3162" fmla="*/ 1323068 w 3386022"/>
              <a:gd name="connsiteY3162" fmla="*/ 4528647 h 5292726"/>
              <a:gd name="connsiteX3163" fmla="*/ 1319742 w 3386022"/>
              <a:gd name="connsiteY3163" fmla="*/ 4525748 h 5292726"/>
              <a:gd name="connsiteX3164" fmla="*/ 1316039 w 3386022"/>
              <a:gd name="connsiteY3164" fmla="*/ 4522502 h 5292726"/>
              <a:gd name="connsiteX3165" fmla="*/ 1311836 w 3386022"/>
              <a:gd name="connsiteY3165" fmla="*/ 4518781 h 5292726"/>
              <a:gd name="connsiteX3166" fmla="*/ 1317545 w 3386022"/>
              <a:gd name="connsiteY3166" fmla="*/ 4512551 h 5292726"/>
              <a:gd name="connsiteX3167" fmla="*/ 1323633 w 3386022"/>
              <a:gd name="connsiteY3167" fmla="*/ 4505974 h 5292726"/>
              <a:gd name="connsiteX3168" fmla="*/ 1330097 w 3386022"/>
              <a:gd name="connsiteY3168" fmla="*/ 4498964 h 5292726"/>
              <a:gd name="connsiteX3169" fmla="*/ 1336937 w 3386022"/>
              <a:gd name="connsiteY3169" fmla="*/ 4491522 h 5292726"/>
              <a:gd name="connsiteX3170" fmla="*/ 1331289 w 3386022"/>
              <a:gd name="connsiteY3170" fmla="*/ 4488320 h 5292726"/>
              <a:gd name="connsiteX3171" fmla="*/ 1325390 w 3386022"/>
              <a:gd name="connsiteY3171" fmla="*/ 4484946 h 5292726"/>
              <a:gd name="connsiteX3172" fmla="*/ 1319240 w 3386022"/>
              <a:gd name="connsiteY3172" fmla="*/ 4481440 h 5292726"/>
              <a:gd name="connsiteX3173" fmla="*/ 1312840 w 3386022"/>
              <a:gd name="connsiteY3173" fmla="*/ 4477806 h 5292726"/>
              <a:gd name="connsiteX3174" fmla="*/ 1297651 w 3386022"/>
              <a:gd name="connsiteY3174" fmla="*/ 4483474 h 5292726"/>
              <a:gd name="connsiteX3175" fmla="*/ 1279579 w 3386022"/>
              <a:gd name="connsiteY3175" fmla="*/ 4488536 h 5292726"/>
              <a:gd name="connsiteX3176" fmla="*/ 1258617 w 3386022"/>
              <a:gd name="connsiteY3176" fmla="*/ 4488407 h 5292726"/>
              <a:gd name="connsiteX3177" fmla="*/ 1234833 w 3386022"/>
              <a:gd name="connsiteY3177" fmla="*/ 4478498 h 5292726"/>
              <a:gd name="connsiteX3178" fmla="*/ 1242428 w 3386022"/>
              <a:gd name="connsiteY3178" fmla="*/ 4472917 h 5292726"/>
              <a:gd name="connsiteX3179" fmla="*/ 1253348 w 3386022"/>
              <a:gd name="connsiteY3179" fmla="*/ 4471489 h 5292726"/>
              <a:gd name="connsiteX3180" fmla="*/ 1265208 w 3386022"/>
              <a:gd name="connsiteY3180" fmla="*/ 4471186 h 5292726"/>
              <a:gd name="connsiteX3181" fmla="*/ 1275625 w 3386022"/>
              <a:gd name="connsiteY3181" fmla="*/ 4469065 h 5292726"/>
              <a:gd name="connsiteX3182" fmla="*/ 1285598 w 3386022"/>
              <a:gd name="connsiteY3182" fmla="*/ 4453661 h 5292726"/>
              <a:gd name="connsiteX3183" fmla="*/ 1285227 w 3386022"/>
              <a:gd name="connsiteY3183" fmla="*/ 4443840 h 5292726"/>
              <a:gd name="connsiteX3184" fmla="*/ 1272802 w 3386022"/>
              <a:gd name="connsiteY3184" fmla="*/ 4437566 h 5292726"/>
              <a:gd name="connsiteX3185" fmla="*/ 1246570 w 3386022"/>
              <a:gd name="connsiteY3185" fmla="*/ 4432763 h 5292726"/>
              <a:gd name="connsiteX3186" fmla="*/ 1237407 w 3386022"/>
              <a:gd name="connsiteY3186" fmla="*/ 4442196 h 5292726"/>
              <a:gd name="connsiteX3187" fmla="*/ 1232324 w 3386022"/>
              <a:gd name="connsiteY3187" fmla="*/ 4446783 h 5292726"/>
              <a:gd name="connsiteX3188" fmla="*/ 1225233 w 3386022"/>
              <a:gd name="connsiteY3188" fmla="*/ 4450980 h 5292726"/>
              <a:gd name="connsiteX3189" fmla="*/ 1209923 w 3386022"/>
              <a:gd name="connsiteY3189" fmla="*/ 4459243 h 5292726"/>
              <a:gd name="connsiteX3190" fmla="*/ 1215317 w 3386022"/>
              <a:gd name="connsiteY3190" fmla="*/ 4477243 h 5292726"/>
              <a:gd name="connsiteX3191" fmla="*/ 1207726 w 3386022"/>
              <a:gd name="connsiteY3191" fmla="*/ 4481960 h 5292726"/>
              <a:gd name="connsiteX3192" fmla="*/ 1196367 w 3386022"/>
              <a:gd name="connsiteY3192" fmla="*/ 4471143 h 5292726"/>
              <a:gd name="connsiteX3193" fmla="*/ 1190531 w 3386022"/>
              <a:gd name="connsiteY3193" fmla="*/ 4442542 h 5292726"/>
              <a:gd name="connsiteX3194" fmla="*/ 1199254 w 3386022"/>
              <a:gd name="connsiteY3194" fmla="*/ 4439297 h 5292726"/>
              <a:gd name="connsiteX3195" fmla="*/ 1208228 w 3386022"/>
              <a:gd name="connsiteY3195" fmla="*/ 4435922 h 5292726"/>
              <a:gd name="connsiteX3196" fmla="*/ 1217199 w 3386022"/>
              <a:gd name="connsiteY3196" fmla="*/ 4432547 h 5292726"/>
              <a:gd name="connsiteX3197" fmla="*/ 1225924 w 3386022"/>
              <a:gd name="connsiteY3197" fmla="*/ 4429302 h 5292726"/>
              <a:gd name="connsiteX3198" fmla="*/ 1225233 w 3386022"/>
              <a:gd name="connsiteY3198" fmla="*/ 4422811 h 5292726"/>
              <a:gd name="connsiteX3199" fmla="*/ 1217763 w 3386022"/>
              <a:gd name="connsiteY3199" fmla="*/ 4416192 h 5292726"/>
              <a:gd name="connsiteX3200" fmla="*/ 1210298 w 3386022"/>
              <a:gd name="connsiteY3200" fmla="*/ 4410480 h 5292726"/>
              <a:gd name="connsiteX3201" fmla="*/ 1209545 w 3386022"/>
              <a:gd name="connsiteY3201" fmla="*/ 4406759 h 5292726"/>
              <a:gd name="connsiteX3202" fmla="*/ 1217390 w 3386022"/>
              <a:gd name="connsiteY3202" fmla="*/ 4392610 h 5292726"/>
              <a:gd name="connsiteX3203" fmla="*/ 1226110 w 3386022"/>
              <a:gd name="connsiteY3203" fmla="*/ 4363707 h 5292726"/>
              <a:gd name="connsiteX3204" fmla="*/ 1224982 w 3386022"/>
              <a:gd name="connsiteY3204" fmla="*/ 4334803 h 5292726"/>
              <a:gd name="connsiteX3205" fmla="*/ 1203145 w 3386022"/>
              <a:gd name="connsiteY3205" fmla="*/ 4320654 h 5292726"/>
              <a:gd name="connsiteX3206" fmla="*/ 1191535 w 3386022"/>
              <a:gd name="connsiteY3206" fmla="*/ 4322861 h 5292726"/>
              <a:gd name="connsiteX3207" fmla="*/ 1184758 w 3386022"/>
              <a:gd name="connsiteY3207" fmla="*/ 4331212 h 5292726"/>
              <a:gd name="connsiteX3208" fmla="*/ 1179861 w 3386022"/>
              <a:gd name="connsiteY3208" fmla="*/ 4345966 h 5292726"/>
              <a:gd name="connsiteX3209" fmla="*/ 1173964 w 3386022"/>
              <a:gd name="connsiteY3209" fmla="*/ 4367384 h 5292726"/>
              <a:gd name="connsiteX3210" fmla="*/ 1169318 w 3386022"/>
              <a:gd name="connsiteY3210" fmla="*/ 4368769 h 5292726"/>
              <a:gd name="connsiteX3211" fmla="*/ 1164298 w 3386022"/>
              <a:gd name="connsiteY3211" fmla="*/ 4370240 h 5292726"/>
              <a:gd name="connsiteX3212" fmla="*/ 1159090 w 3386022"/>
              <a:gd name="connsiteY3212" fmla="*/ 4371797 h 5292726"/>
              <a:gd name="connsiteX3213" fmla="*/ 1153818 w 3386022"/>
              <a:gd name="connsiteY3213" fmla="*/ 4373355 h 5292726"/>
              <a:gd name="connsiteX3214" fmla="*/ 1153944 w 3386022"/>
              <a:gd name="connsiteY3214" fmla="*/ 4378894 h 5292726"/>
              <a:gd name="connsiteX3215" fmla="*/ 1159654 w 3386022"/>
              <a:gd name="connsiteY3215" fmla="*/ 4382096 h 5292726"/>
              <a:gd name="connsiteX3216" fmla="*/ 1167499 w 3386022"/>
              <a:gd name="connsiteY3216" fmla="*/ 4384389 h 5292726"/>
              <a:gd name="connsiteX3217" fmla="*/ 1173899 w 3386022"/>
              <a:gd name="connsiteY3217" fmla="*/ 4387245 h 5292726"/>
              <a:gd name="connsiteX3218" fmla="*/ 1170573 w 3386022"/>
              <a:gd name="connsiteY3218" fmla="*/ 4389711 h 5292726"/>
              <a:gd name="connsiteX3219" fmla="*/ 1165365 w 3386022"/>
              <a:gd name="connsiteY3219" fmla="*/ 4390879 h 5292726"/>
              <a:gd name="connsiteX3220" fmla="*/ 1151183 w 3386022"/>
              <a:gd name="connsiteY3220" fmla="*/ 4391485 h 5292726"/>
              <a:gd name="connsiteX3221" fmla="*/ 1120933 w 3386022"/>
              <a:gd name="connsiteY3221" fmla="*/ 4392393 h 5292726"/>
              <a:gd name="connsiteX3222" fmla="*/ 1116854 w 3386022"/>
              <a:gd name="connsiteY3222" fmla="*/ 4400788 h 5292726"/>
              <a:gd name="connsiteX3223" fmla="*/ 1116352 w 3386022"/>
              <a:gd name="connsiteY3223" fmla="*/ 4409442 h 5292726"/>
              <a:gd name="connsiteX3224" fmla="*/ 1114030 w 3386022"/>
              <a:gd name="connsiteY3224" fmla="*/ 4417879 h 5292726"/>
              <a:gd name="connsiteX3225" fmla="*/ 1104618 w 3386022"/>
              <a:gd name="connsiteY3225" fmla="*/ 4425710 h 5292726"/>
              <a:gd name="connsiteX3226" fmla="*/ 1096208 w 3386022"/>
              <a:gd name="connsiteY3226" fmla="*/ 4412384 h 5292726"/>
              <a:gd name="connsiteX3227" fmla="*/ 1092505 w 3386022"/>
              <a:gd name="connsiteY3227" fmla="*/ 4399533 h 5292726"/>
              <a:gd name="connsiteX3228" fmla="*/ 1082151 w 3386022"/>
              <a:gd name="connsiteY3228" fmla="*/ 4388932 h 5292726"/>
              <a:gd name="connsiteX3229" fmla="*/ 1053721 w 3386022"/>
              <a:gd name="connsiteY3229" fmla="*/ 4382399 h 5292726"/>
              <a:gd name="connsiteX3230" fmla="*/ 1073615 w 3386022"/>
              <a:gd name="connsiteY3230" fmla="*/ 4367384 h 5292726"/>
              <a:gd name="connsiteX3231" fmla="*/ 1079576 w 3386022"/>
              <a:gd name="connsiteY3231" fmla="*/ 4350553 h 5292726"/>
              <a:gd name="connsiteX3232" fmla="*/ 1075624 w 3386022"/>
              <a:gd name="connsiteY3232" fmla="*/ 4335279 h 5292726"/>
              <a:gd name="connsiteX3233" fmla="*/ 1065771 w 3386022"/>
              <a:gd name="connsiteY3233" fmla="*/ 4324981 h 5292726"/>
              <a:gd name="connsiteX3234" fmla="*/ 1077193 w 3386022"/>
              <a:gd name="connsiteY3234" fmla="*/ 4304688 h 5292726"/>
              <a:gd name="connsiteX3235" fmla="*/ 1074619 w 3386022"/>
              <a:gd name="connsiteY3235" fmla="*/ 4279463 h 5292726"/>
              <a:gd name="connsiteX3236" fmla="*/ 1058993 w 3386022"/>
              <a:gd name="connsiteY3236" fmla="*/ 4259430 h 5292726"/>
              <a:gd name="connsiteX3237" fmla="*/ 1031318 w 3386022"/>
              <a:gd name="connsiteY3237" fmla="*/ 4254584 h 5292726"/>
              <a:gd name="connsiteX3238" fmla="*/ 1021088 w 3386022"/>
              <a:gd name="connsiteY3238" fmla="*/ 4260035 h 5292726"/>
              <a:gd name="connsiteX3239" fmla="*/ 1017196 w 3386022"/>
              <a:gd name="connsiteY3239" fmla="*/ 4269640 h 5292726"/>
              <a:gd name="connsiteX3240" fmla="*/ 1021778 w 3386022"/>
              <a:gd name="connsiteY3240" fmla="*/ 4280198 h 5292726"/>
              <a:gd name="connsiteX3241" fmla="*/ 1036965 w 3386022"/>
              <a:gd name="connsiteY3241" fmla="*/ 4288549 h 5292726"/>
              <a:gd name="connsiteX3242" fmla="*/ 996174 w 3386022"/>
              <a:gd name="connsiteY3242" fmla="*/ 4312260 h 5292726"/>
              <a:gd name="connsiteX3243" fmla="*/ 985443 w 3386022"/>
              <a:gd name="connsiteY3243" fmla="*/ 4319227 h 5292726"/>
              <a:gd name="connsiteX3244" fmla="*/ 982492 w 3386022"/>
              <a:gd name="connsiteY3244" fmla="*/ 4324203 h 5292726"/>
              <a:gd name="connsiteX3245" fmla="*/ 964921 w 3386022"/>
              <a:gd name="connsiteY3245" fmla="*/ 4341942 h 5292726"/>
              <a:gd name="connsiteX3246" fmla="*/ 956763 w 3386022"/>
              <a:gd name="connsiteY3246" fmla="*/ 4337010 h 5292726"/>
              <a:gd name="connsiteX3247" fmla="*/ 955444 w 3386022"/>
              <a:gd name="connsiteY3247" fmla="*/ 4332986 h 5292726"/>
              <a:gd name="connsiteX3248" fmla="*/ 952684 w 3386022"/>
              <a:gd name="connsiteY3248" fmla="*/ 4323424 h 5292726"/>
              <a:gd name="connsiteX3249" fmla="*/ 940194 w 3386022"/>
              <a:gd name="connsiteY3249" fmla="*/ 4301919 h 5292726"/>
              <a:gd name="connsiteX3250" fmla="*/ 935426 w 3386022"/>
              <a:gd name="connsiteY3250" fmla="*/ 4302221 h 5292726"/>
              <a:gd name="connsiteX3251" fmla="*/ 930405 w 3386022"/>
              <a:gd name="connsiteY3251" fmla="*/ 4302568 h 5292726"/>
              <a:gd name="connsiteX3252" fmla="*/ 925070 w 3386022"/>
              <a:gd name="connsiteY3252" fmla="*/ 4302914 h 5292726"/>
              <a:gd name="connsiteX3253" fmla="*/ 919234 w 3386022"/>
              <a:gd name="connsiteY3253" fmla="*/ 4303303 h 5292726"/>
              <a:gd name="connsiteX3254" fmla="*/ 921179 w 3386022"/>
              <a:gd name="connsiteY3254" fmla="*/ 4293395 h 5292726"/>
              <a:gd name="connsiteX3255" fmla="*/ 917979 w 3386022"/>
              <a:gd name="connsiteY3255" fmla="*/ 4284785 h 5292726"/>
              <a:gd name="connsiteX3256" fmla="*/ 907938 w 3386022"/>
              <a:gd name="connsiteY3256" fmla="*/ 4277905 h 5292726"/>
              <a:gd name="connsiteX3257" fmla="*/ 889488 w 3386022"/>
              <a:gd name="connsiteY3257" fmla="*/ 4273102 h 5292726"/>
              <a:gd name="connsiteX3258" fmla="*/ 863506 w 3386022"/>
              <a:gd name="connsiteY3258" fmla="*/ 4288939 h 5292726"/>
              <a:gd name="connsiteX3259" fmla="*/ 848823 w 3386022"/>
              <a:gd name="connsiteY3259" fmla="*/ 4309794 h 5292726"/>
              <a:gd name="connsiteX3260" fmla="*/ 851396 w 3386022"/>
              <a:gd name="connsiteY3260" fmla="*/ 4334413 h 5292726"/>
              <a:gd name="connsiteX3261" fmla="*/ 877312 w 3386022"/>
              <a:gd name="connsiteY3261" fmla="*/ 4361543 h 5292726"/>
              <a:gd name="connsiteX3262" fmla="*/ 876057 w 3386022"/>
              <a:gd name="connsiteY3262" fmla="*/ 4364269 h 5292726"/>
              <a:gd name="connsiteX3263" fmla="*/ 874677 w 3386022"/>
              <a:gd name="connsiteY3263" fmla="*/ 4367254 h 5292726"/>
              <a:gd name="connsiteX3264" fmla="*/ 873170 w 3386022"/>
              <a:gd name="connsiteY3264" fmla="*/ 4370457 h 5292726"/>
              <a:gd name="connsiteX3265" fmla="*/ 871601 w 3386022"/>
              <a:gd name="connsiteY3265" fmla="*/ 4373788 h 5292726"/>
              <a:gd name="connsiteX3266" fmla="*/ 875869 w 3386022"/>
              <a:gd name="connsiteY3266" fmla="*/ 4376297 h 5292726"/>
              <a:gd name="connsiteX3267" fmla="*/ 880324 w 3386022"/>
              <a:gd name="connsiteY3267" fmla="*/ 4378937 h 5292726"/>
              <a:gd name="connsiteX3268" fmla="*/ 885158 w 3386022"/>
              <a:gd name="connsiteY3268" fmla="*/ 4381750 h 5292726"/>
              <a:gd name="connsiteX3269" fmla="*/ 890492 w 3386022"/>
              <a:gd name="connsiteY3269" fmla="*/ 4384908 h 5292726"/>
              <a:gd name="connsiteX3270" fmla="*/ 881455 w 3386022"/>
              <a:gd name="connsiteY3270" fmla="*/ 4386250 h 5292726"/>
              <a:gd name="connsiteX3271" fmla="*/ 872793 w 3386022"/>
              <a:gd name="connsiteY3271" fmla="*/ 4387547 h 5292726"/>
              <a:gd name="connsiteX3272" fmla="*/ 864321 w 3386022"/>
              <a:gd name="connsiteY3272" fmla="*/ 4388802 h 5292726"/>
              <a:gd name="connsiteX3273" fmla="*/ 855724 w 3386022"/>
              <a:gd name="connsiteY3273" fmla="*/ 4390100 h 5292726"/>
              <a:gd name="connsiteX3274" fmla="*/ 865387 w 3386022"/>
              <a:gd name="connsiteY3274" fmla="*/ 4392480 h 5292726"/>
              <a:gd name="connsiteX3275" fmla="*/ 873484 w 3386022"/>
              <a:gd name="connsiteY3275" fmla="*/ 4395250 h 5292726"/>
              <a:gd name="connsiteX3276" fmla="*/ 877939 w 3386022"/>
              <a:gd name="connsiteY3276" fmla="*/ 4399143 h 5292726"/>
              <a:gd name="connsiteX3277" fmla="*/ 876685 w 3386022"/>
              <a:gd name="connsiteY3277" fmla="*/ 4404942 h 5292726"/>
              <a:gd name="connsiteX3278" fmla="*/ 863065 w 3386022"/>
              <a:gd name="connsiteY3278" fmla="*/ 4403730 h 5292726"/>
              <a:gd name="connsiteX3279" fmla="*/ 849827 w 3386022"/>
              <a:gd name="connsiteY3279" fmla="*/ 4403989 h 5292726"/>
              <a:gd name="connsiteX3280" fmla="*/ 836962 w 3386022"/>
              <a:gd name="connsiteY3280" fmla="*/ 4405591 h 5292726"/>
              <a:gd name="connsiteX3281" fmla="*/ 824349 w 3386022"/>
              <a:gd name="connsiteY3281" fmla="*/ 4408317 h 5292726"/>
              <a:gd name="connsiteX3282" fmla="*/ 825918 w 3386022"/>
              <a:gd name="connsiteY3282" fmla="*/ 4403254 h 5292726"/>
              <a:gd name="connsiteX3283" fmla="*/ 827549 w 3386022"/>
              <a:gd name="connsiteY3283" fmla="*/ 4398018 h 5292726"/>
              <a:gd name="connsiteX3284" fmla="*/ 829306 w 3386022"/>
              <a:gd name="connsiteY3284" fmla="*/ 4392437 h 5292726"/>
              <a:gd name="connsiteX3285" fmla="*/ 831188 w 3386022"/>
              <a:gd name="connsiteY3285" fmla="*/ 4386293 h 5292726"/>
              <a:gd name="connsiteX3286" fmla="*/ 817634 w 3386022"/>
              <a:gd name="connsiteY3286" fmla="*/ 4383091 h 5292726"/>
              <a:gd name="connsiteX3287" fmla="*/ 803891 w 3386022"/>
              <a:gd name="connsiteY3287" fmla="*/ 4379846 h 5292726"/>
              <a:gd name="connsiteX3288" fmla="*/ 790148 w 3386022"/>
              <a:gd name="connsiteY3288" fmla="*/ 4376558 h 5292726"/>
              <a:gd name="connsiteX3289" fmla="*/ 776469 w 3386022"/>
              <a:gd name="connsiteY3289" fmla="*/ 4373312 h 5292726"/>
              <a:gd name="connsiteX3290" fmla="*/ 778288 w 3386022"/>
              <a:gd name="connsiteY3290" fmla="*/ 4366087 h 5292726"/>
              <a:gd name="connsiteX3291" fmla="*/ 785631 w 3386022"/>
              <a:gd name="connsiteY3291" fmla="*/ 4360158 h 5292726"/>
              <a:gd name="connsiteX3292" fmla="*/ 792219 w 3386022"/>
              <a:gd name="connsiteY3292" fmla="*/ 4354230 h 5292726"/>
              <a:gd name="connsiteX3293" fmla="*/ 791780 w 3386022"/>
              <a:gd name="connsiteY3293" fmla="*/ 4347091 h 5292726"/>
              <a:gd name="connsiteX3294" fmla="*/ 787513 w 3386022"/>
              <a:gd name="connsiteY3294" fmla="*/ 4336707 h 5292726"/>
              <a:gd name="connsiteX3295" fmla="*/ 781238 w 3386022"/>
              <a:gd name="connsiteY3295" fmla="*/ 4314597 h 5292726"/>
              <a:gd name="connsiteX3296" fmla="*/ 779731 w 3386022"/>
              <a:gd name="connsiteY3296" fmla="*/ 4290107 h 5292726"/>
              <a:gd name="connsiteX3297" fmla="*/ 789772 w 3386022"/>
              <a:gd name="connsiteY3297" fmla="*/ 4272669 h 5292726"/>
              <a:gd name="connsiteX3298" fmla="*/ 774022 w 3386022"/>
              <a:gd name="connsiteY3298" fmla="*/ 4251641 h 5292726"/>
              <a:gd name="connsiteX3299" fmla="*/ 771134 w 3386022"/>
              <a:gd name="connsiteY3299" fmla="*/ 4243031 h 5292726"/>
              <a:gd name="connsiteX3300" fmla="*/ 769691 w 3386022"/>
              <a:gd name="connsiteY3300" fmla="*/ 4239136 h 5292726"/>
              <a:gd name="connsiteX3301" fmla="*/ 758269 w 3386022"/>
              <a:gd name="connsiteY3301" fmla="*/ 4232213 h 5292726"/>
              <a:gd name="connsiteX3302" fmla="*/ 744212 w 3386022"/>
              <a:gd name="connsiteY3302" fmla="*/ 4247401 h 5292726"/>
              <a:gd name="connsiteX3303" fmla="*/ 737686 w 3386022"/>
              <a:gd name="connsiteY3303" fmla="*/ 4260165 h 5292726"/>
              <a:gd name="connsiteX3304" fmla="*/ 737059 w 3386022"/>
              <a:gd name="connsiteY3304" fmla="*/ 4277299 h 5292726"/>
              <a:gd name="connsiteX3305" fmla="*/ 740700 w 3386022"/>
              <a:gd name="connsiteY3305" fmla="*/ 4305553 h 5292726"/>
              <a:gd name="connsiteX3306" fmla="*/ 736181 w 3386022"/>
              <a:gd name="connsiteY3306" fmla="*/ 4306635 h 5292726"/>
              <a:gd name="connsiteX3307" fmla="*/ 731474 w 3386022"/>
              <a:gd name="connsiteY3307" fmla="*/ 4307760 h 5292726"/>
              <a:gd name="connsiteX3308" fmla="*/ 726516 w 3386022"/>
              <a:gd name="connsiteY3308" fmla="*/ 4308928 h 5292726"/>
              <a:gd name="connsiteX3309" fmla="*/ 721251 w 3386022"/>
              <a:gd name="connsiteY3309" fmla="*/ 4310183 h 5292726"/>
              <a:gd name="connsiteX3310" fmla="*/ 709390 w 3386022"/>
              <a:gd name="connsiteY3310" fmla="*/ 4344712 h 5292726"/>
              <a:gd name="connsiteX3311" fmla="*/ 706125 w 3386022"/>
              <a:gd name="connsiteY3311" fmla="*/ 4364832 h 5292726"/>
              <a:gd name="connsiteX3312" fmla="*/ 717610 w 3386022"/>
              <a:gd name="connsiteY3312" fmla="*/ 4377855 h 5292726"/>
              <a:gd name="connsiteX3313" fmla="*/ 750049 w 3386022"/>
              <a:gd name="connsiteY3313" fmla="*/ 4391182 h 5292726"/>
              <a:gd name="connsiteX3314" fmla="*/ 749672 w 3386022"/>
              <a:gd name="connsiteY3314" fmla="*/ 4394341 h 5292726"/>
              <a:gd name="connsiteX3315" fmla="*/ 749296 w 3386022"/>
              <a:gd name="connsiteY3315" fmla="*/ 4397629 h 5292726"/>
              <a:gd name="connsiteX3316" fmla="*/ 748920 w 3386022"/>
              <a:gd name="connsiteY3316" fmla="*/ 4401091 h 5292726"/>
              <a:gd name="connsiteX3317" fmla="*/ 748481 w 3386022"/>
              <a:gd name="connsiteY3317" fmla="*/ 4404638 h 5292726"/>
              <a:gd name="connsiteX3318" fmla="*/ 700415 w 3386022"/>
              <a:gd name="connsiteY3318" fmla="*/ 4407581 h 5292726"/>
              <a:gd name="connsiteX3319" fmla="*/ 675815 w 3386022"/>
              <a:gd name="connsiteY3319" fmla="*/ 4407928 h 5292726"/>
              <a:gd name="connsiteX3320" fmla="*/ 672112 w 3386022"/>
              <a:gd name="connsiteY3320" fmla="*/ 4402995 h 5292726"/>
              <a:gd name="connsiteX3321" fmla="*/ 686859 w 3386022"/>
              <a:gd name="connsiteY3321" fmla="*/ 4390057 h 5292726"/>
              <a:gd name="connsiteX3322" fmla="*/ 675375 w 3386022"/>
              <a:gd name="connsiteY3322" fmla="*/ 4376297 h 5292726"/>
              <a:gd name="connsiteX3323" fmla="*/ 667217 w 3386022"/>
              <a:gd name="connsiteY3323" fmla="*/ 4362582 h 5292726"/>
              <a:gd name="connsiteX3324" fmla="*/ 668597 w 3386022"/>
              <a:gd name="connsiteY3324" fmla="*/ 4348649 h 5292726"/>
              <a:gd name="connsiteX3325" fmla="*/ 685917 w 3386022"/>
              <a:gd name="connsiteY3325" fmla="*/ 4334284 h 5292726"/>
              <a:gd name="connsiteX3326" fmla="*/ 677258 w 3386022"/>
              <a:gd name="connsiteY3326" fmla="*/ 4331602 h 5292726"/>
              <a:gd name="connsiteX3327" fmla="*/ 669413 w 3386022"/>
              <a:gd name="connsiteY3327" fmla="*/ 4329178 h 5292726"/>
              <a:gd name="connsiteX3328" fmla="*/ 662322 w 3386022"/>
              <a:gd name="connsiteY3328" fmla="*/ 4326971 h 5292726"/>
              <a:gd name="connsiteX3329" fmla="*/ 655857 w 3386022"/>
              <a:gd name="connsiteY3329" fmla="*/ 4324938 h 5292726"/>
              <a:gd name="connsiteX3330" fmla="*/ 633518 w 3386022"/>
              <a:gd name="connsiteY3330" fmla="*/ 4340774 h 5292726"/>
              <a:gd name="connsiteX3331" fmla="*/ 626740 w 3386022"/>
              <a:gd name="connsiteY3331" fmla="*/ 4360375 h 5292726"/>
              <a:gd name="connsiteX3332" fmla="*/ 627933 w 3386022"/>
              <a:gd name="connsiteY3332" fmla="*/ 4378115 h 5292726"/>
              <a:gd name="connsiteX3333" fmla="*/ 629376 w 3386022"/>
              <a:gd name="connsiteY3333" fmla="*/ 4388370 h 5292726"/>
              <a:gd name="connsiteX3334" fmla="*/ 623414 w 3386022"/>
              <a:gd name="connsiteY3334" fmla="*/ 4389495 h 5292726"/>
              <a:gd name="connsiteX3335" fmla="*/ 617578 w 3386022"/>
              <a:gd name="connsiteY3335" fmla="*/ 4390576 h 5292726"/>
              <a:gd name="connsiteX3336" fmla="*/ 611366 w 3386022"/>
              <a:gd name="connsiteY3336" fmla="*/ 4391745 h 5292726"/>
              <a:gd name="connsiteX3337" fmla="*/ 604275 w 3386022"/>
              <a:gd name="connsiteY3337" fmla="*/ 4393085 h 5292726"/>
              <a:gd name="connsiteX3338" fmla="*/ 609546 w 3386022"/>
              <a:gd name="connsiteY3338" fmla="*/ 4396245 h 5292726"/>
              <a:gd name="connsiteX3339" fmla="*/ 614755 w 3386022"/>
              <a:gd name="connsiteY3339" fmla="*/ 4399403 h 5292726"/>
              <a:gd name="connsiteX3340" fmla="*/ 620340 w 3386022"/>
              <a:gd name="connsiteY3340" fmla="*/ 4402778 h 5292726"/>
              <a:gd name="connsiteX3341" fmla="*/ 626552 w 3386022"/>
              <a:gd name="connsiteY3341" fmla="*/ 4406542 h 5292726"/>
              <a:gd name="connsiteX3342" fmla="*/ 621783 w 3386022"/>
              <a:gd name="connsiteY3342" fmla="*/ 4412254 h 5292726"/>
              <a:gd name="connsiteX3343" fmla="*/ 616763 w 3386022"/>
              <a:gd name="connsiteY3343" fmla="*/ 4418225 h 5292726"/>
              <a:gd name="connsiteX3344" fmla="*/ 611554 w 3386022"/>
              <a:gd name="connsiteY3344" fmla="*/ 4424499 h 5292726"/>
              <a:gd name="connsiteX3345" fmla="*/ 606094 w 3386022"/>
              <a:gd name="connsiteY3345" fmla="*/ 4431033 h 5292726"/>
              <a:gd name="connsiteX3346" fmla="*/ 612558 w 3386022"/>
              <a:gd name="connsiteY3346" fmla="*/ 4436138 h 5292726"/>
              <a:gd name="connsiteX3347" fmla="*/ 619085 w 3386022"/>
              <a:gd name="connsiteY3347" fmla="*/ 4441330 h 5292726"/>
              <a:gd name="connsiteX3348" fmla="*/ 625799 w 3386022"/>
              <a:gd name="connsiteY3348" fmla="*/ 4446652 h 5292726"/>
              <a:gd name="connsiteX3349" fmla="*/ 632701 w 3386022"/>
              <a:gd name="connsiteY3349" fmla="*/ 4452147 h 5292726"/>
              <a:gd name="connsiteX3350" fmla="*/ 628435 w 3386022"/>
              <a:gd name="connsiteY3350" fmla="*/ 4457253 h 5292726"/>
              <a:gd name="connsiteX3351" fmla="*/ 624231 w 3386022"/>
              <a:gd name="connsiteY3351" fmla="*/ 4462315 h 5292726"/>
              <a:gd name="connsiteX3352" fmla="*/ 620089 w 3386022"/>
              <a:gd name="connsiteY3352" fmla="*/ 4467379 h 5292726"/>
              <a:gd name="connsiteX3353" fmla="*/ 615883 w 3386022"/>
              <a:gd name="connsiteY3353" fmla="*/ 4472440 h 5292726"/>
              <a:gd name="connsiteX3354" fmla="*/ 590909 w 3386022"/>
              <a:gd name="connsiteY3354" fmla="*/ 4451109 h 5292726"/>
              <a:gd name="connsiteX3355" fmla="*/ 588148 w 3386022"/>
              <a:gd name="connsiteY3355" fmla="*/ 4410826 h 5292726"/>
              <a:gd name="connsiteX3356" fmla="*/ 597184 w 3386022"/>
              <a:gd name="connsiteY3356" fmla="*/ 4368250 h 5292726"/>
              <a:gd name="connsiteX3357" fmla="*/ 607663 w 3386022"/>
              <a:gd name="connsiteY3357" fmla="*/ 4340039 h 5292726"/>
              <a:gd name="connsiteX3358" fmla="*/ 604149 w 3386022"/>
              <a:gd name="connsiteY3358" fmla="*/ 4336058 h 5292726"/>
              <a:gd name="connsiteX3359" fmla="*/ 600510 w 3386022"/>
              <a:gd name="connsiteY3359" fmla="*/ 4331904 h 5292726"/>
              <a:gd name="connsiteX3360" fmla="*/ 596807 w 3386022"/>
              <a:gd name="connsiteY3360" fmla="*/ 4327663 h 5292726"/>
              <a:gd name="connsiteX3361" fmla="*/ 593168 w 3386022"/>
              <a:gd name="connsiteY3361" fmla="*/ 4323467 h 5292726"/>
              <a:gd name="connsiteX3362" fmla="*/ 597875 w 3386022"/>
              <a:gd name="connsiteY3362" fmla="*/ 4317453 h 5292726"/>
              <a:gd name="connsiteX3363" fmla="*/ 602456 w 3386022"/>
              <a:gd name="connsiteY3363" fmla="*/ 4311568 h 5292726"/>
              <a:gd name="connsiteX3364" fmla="*/ 607036 w 3386022"/>
              <a:gd name="connsiteY3364" fmla="*/ 4305727 h 5292726"/>
              <a:gd name="connsiteX3365" fmla="*/ 611617 w 3386022"/>
              <a:gd name="connsiteY3365" fmla="*/ 4299842 h 5292726"/>
              <a:gd name="connsiteX3366" fmla="*/ 605844 w 3386022"/>
              <a:gd name="connsiteY3366" fmla="*/ 4294303 h 5292726"/>
              <a:gd name="connsiteX3367" fmla="*/ 600133 w 3386022"/>
              <a:gd name="connsiteY3367" fmla="*/ 4288852 h 5292726"/>
              <a:gd name="connsiteX3368" fmla="*/ 594486 w 3386022"/>
              <a:gd name="connsiteY3368" fmla="*/ 4283443 h 5292726"/>
              <a:gd name="connsiteX3369" fmla="*/ 588837 w 3386022"/>
              <a:gd name="connsiteY3369" fmla="*/ 4278035 h 5292726"/>
              <a:gd name="connsiteX3370" fmla="*/ 552063 w 3386022"/>
              <a:gd name="connsiteY3370" fmla="*/ 4297895 h 5292726"/>
              <a:gd name="connsiteX3371" fmla="*/ 554009 w 3386022"/>
              <a:gd name="connsiteY3371" fmla="*/ 4322472 h 5292726"/>
              <a:gd name="connsiteX3372" fmla="*/ 563610 w 3386022"/>
              <a:gd name="connsiteY3372" fmla="*/ 4348908 h 5292726"/>
              <a:gd name="connsiteX3373" fmla="*/ 549868 w 3386022"/>
              <a:gd name="connsiteY3373" fmla="*/ 4374394 h 5292726"/>
              <a:gd name="connsiteX3374" fmla="*/ 537943 w 3386022"/>
              <a:gd name="connsiteY3374" fmla="*/ 4385990 h 5292726"/>
              <a:gd name="connsiteX3375" fmla="*/ 534805 w 3386022"/>
              <a:gd name="connsiteY3375" fmla="*/ 4397802 h 5292726"/>
              <a:gd name="connsiteX3376" fmla="*/ 538131 w 3386022"/>
              <a:gd name="connsiteY3376" fmla="*/ 4409745 h 5292726"/>
              <a:gd name="connsiteX3377" fmla="*/ 545536 w 3386022"/>
              <a:gd name="connsiteY3377" fmla="*/ 4421817 h 5292726"/>
              <a:gd name="connsiteX3378" fmla="*/ 538256 w 3386022"/>
              <a:gd name="connsiteY3378" fmla="*/ 4429648 h 5292726"/>
              <a:gd name="connsiteX3379" fmla="*/ 530788 w 3386022"/>
              <a:gd name="connsiteY3379" fmla="*/ 4437739 h 5292726"/>
              <a:gd name="connsiteX3380" fmla="*/ 522818 w 3386022"/>
              <a:gd name="connsiteY3380" fmla="*/ 4446350 h 5292726"/>
              <a:gd name="connsiteX3381" fmla="*/ 514158 w 3386022"/>
              <a:gd name="connsiteY3381" fmla="*/ 4455696 h 5292726"/>
              <a:gd name="connsiteX3382" fmla="*/ 505184 w 3386022"/>
              <a:gd name="connsiteY3382" fmla="*/ 4458379 h 5292726"/>
              <a:gd name="connsiteX3383" fmla="*/ 498847 w 3386022"/>
              <a:gd name="connsiteY3383" fmla="*/ 4461536 h 5292726"/>
              <a:gd name="connsiteX3384" fmla="*/ 492194 w 3386022"/>
              <a:gd name="connsiteY3384" fmla="*/ 4467161 h 5292726"/>
              <a:gd name="connsiteX3385" fmla="*/ 482216 w 3386022"/>
              <a:gd name="connsiteY3385" fmla="*/ 4477286 h 5292726"/>
              <a:gd name="connsiteX3386" fmla="*/ 474748 w 3386022"/>
              <a:gd name="connsiteY3386" fmla="*/ 4474431 h 5292726"/>
              <a:gd name="connsiteX3387" fmla="*/ 476191 w 3386022"/>
              <a:gd name="connsiteY3387" fmla="*/ 4468589 h 5292726"/>
              <a:gd name="connsiteX3388" fmla="*/ 474245 w 3386022"/>
              <a:gd name="connsiteY3388" fmla="*/ 4461580 h 5292726"/>
              <a:gd name="connsiteX3389" fmla="*/ 456675 w 3386022"/>
              <a:gd name="connsiteY3389" fmla="*/ 4455176 h 5292726"/>
              <a:gd name="connsiteX3390" fmla="*/ 451529 w 3386022"/>
              <a:gd name="connsiteY3390" fmla="*/ 4459979 h 5292726"/>
              <a:gd name="connsiteX3391" fmla="*/ 453725 w 3386022"/>
              <a:gd name="connsiteY3391" fmla="*/ 4466600 h 5292726"/>
              <a:gd name="connsiteX3392" fmla="*/ 452972 w 3386022"/>
              <a:gd name="connsiteY3392" fmla="*/ 4472614 h 5292726"/>
              <a:gd name="connsiteX3393" fmla="*/ 439040 w 3386022"/>
              <a:gd name="connsiteY3393" fmla="*/ 4475556 h 5292726"/>
              <a:gd name="connsiteX3394" fmla="*/ 433706 w 3386022"/>
              <a:gd name="connsiteY3394" fmla="*/ 4457340 h 5292726"/>
              <a:gd name="connsiteX3395" fmla="*/ 432702 w 3386022"/>
              <a:gd name="connsiteY3395" fmla="*/ 4442672 h 5292726"/>
              <a:gd name="connsiteX3396" fmla="*/ 442491 w 3386022"/>
              <a:gd name="connsiteY3396" fmla="*/ 4431335 h 5292726"/>
              <a:gd name="connsiteX3397" fmla="*/ 469414 w 3386022"/>
              <a:gd name="connsiteY3397" fmla="*/ 4423071 h 5292726"/>
              <a:gd name="connsiteX3398" fmla="*/ 467594 w 3386022"/>
              <a:gd name="connsiteY3398" fmla="*/ 4418614 h 5292726"/>
              <a:gd name="connsiteX3399" fmla="*/ 462134 w 3386022"/>
              <a:gd name="connsiteY3399" fmla="*/ 4416581 h 5292726"/>
              <a:gd name="connsiteX3400" fmla="*/ 454980 w 3386022"/>
              <a:gd name="connsiteY3400" fmla="*/ 4415153 h 5292726"/>
              <a:gd name="connsiteX3401" fmla="*/ 448077 w 3386022"/>
              <a:gd name="connsiteY3401" fmla="*/ 4412643 h 5292726"/>
              <a:gd name="connsiteX3402" fmla="*/ 444249 w 3386022"/>
              <a:gd name="connsiteY3402" fmla="*/ 4377725 h 5292726"/>
              <a:gd name="connsiteX3403" fmla="*/ 436656 w 3386022"/>
              <a:gd name="connsiteY3403" fmla="*/ 4302611 h 5292726"/>
              <a:gd name="connsiteX3404" fmla="*/ 429313 w 3386022"/>
              <a:gd name="connsiteY3404" fmla="*/ 4227497 h 5292726"/>
              <a:gd name="connsiteX3405" fmla="*/ 426363 w 3386022"/>
              <a:gd name="connsiteY3405" fmla="*/ 4192579 h 5292726"/>
              <a:gd name="connsiteX3406" fmla="*/ 426050 w 3386022"/>
              <a:gd name="connsiteY3406" fmla="*/ 4172979 h 5292726"/>
              <a:gd name="connsiteX3407" fmla="*/ 412871 w 3386022"/>
              <a:gd name="connsiteY3407" fmla="*/ 4163157 h 5292726"/>
              <a:gd name="connsiteX3408" fmla="*/ 397308 w 3386022"/>
              <a:gd name="connsiteY3408" fmla="*/ 4168176 h 5292726"/>
              <a:gd name="connsiteX3409" fmla="*/ 389778 w 3386022"/>
              <a:gd name="connsiteY3409" fmla="*/ 4193055 h 5292726"/>
              <a:gd name="connsiteX3410" fmla="*/ 377917 w 3386022"/>
              <a:gd name="connsiteY3410" fmla="*/ 4194050 h 5292726"/>
              <a:gd name="connsiteX3411" fmla="*/ 369508 w 3386022"/>
              <a:gd name="connsiteY3411" fmla="*/ 4192060 h 5292726"/>
              <a:gd name="connsiteX3412" fmla="*/ 362729 w 3386022"/>
              <a:gd name="connsiteY3412" fmla="*/ 4188468 h 5292726"/>
              <a:gd name="connsiteX3413" fmla="*/ 355764 w 3386022"/>
              <a:gd name="connsiteY3413" fmla="*/ 4184704 h 5292726"/>
              <a:gd name="connsiteX3414" fmla="*/ 361286 w 3386022"/>
              <a:gd name="connsiteY3414" fmla="*/ 4175747 h 5292726"/>
              <a:gd name="connsiteX3415" fmla="*/ 364173 w 3386022"/>
              <a:gd name="connsiteY3415" fmla="*/ 4171075 h 5292726"/>
              <a:gd name="connsiteX3416" fmla="*/ 367436 w 3386022"/>
              <a:gd name="connsiteY3416" fmla="*/ 4165537 h 5292726"/>
              <a:gd name="connsiteX3417" fmla="*/ 374089 w 3386022"/>
              <a:gd name="connsiteY3417" fmla="*/ 4154070 h 5292726"/>
              <a:gd name="connsiteX3418" fmla="*/ 358086 w 3386022"/>
              <a:gd name="connsiteY3418" fmla="*/ 4121316 h 5292726"/>
              <a:gd name="connsiteX3419" fmla="*/ 353066 w 3386022"/>
              <a:gd name="connsiteY3419" fmla="*/ 4071211 h 5292726"/>
              <a:gd name="connsiteX3420" fmla="*/ 342648 w 3386022"/>
              <a:gd name="connsiteY3420" fmla="*/ 4018293 h 5292726"/>
              <a:gd name="connsiteX3421" fmla="*/ 310518 w 3386022"/>
              <a:gd name="connsiteY3421" fmla="*/ 3977102 h 5292726"/>
              <a:gd name="connsiteX3422" fmla="*/ 319867 w 3386022"/>
              <a:gd name="connsiteY3422" fmla="*/ 3965679 h 5292726"/>
              <a:gd name="connsiteX3423" fmla="*/ 320683 w 3386022"/>
              <a:gd name="connsiteY3423" fmla="*/ 3958323 h 5292726"/>
              <a:gd name="connsiteX3424" fmla="*/ 311083 w 3386022"/>
              <a:gd name="connsiteY3424" fmla="*/ 3952309 h 5292726"/>
              <a:gd name="connsiteX3425" fmla="*/ 289307 w 3386022"/>
              <a:gd name="connsiteY3425" fmla="*/ 3944867 h 5292726"/>
              <a:gd name="connsiteX3426" fmla="*/ 281651 w 3386022"/>
              <a:gd name="connsiteY3426" fmla="*/ 3950881 h 5292726"/>
              <a:gd name="connsiteX3427" fmla="*/ 273806 w 3386022"/>
              <a:gd name="connsiteY3427" fmla="*/ 3957068 h 5292726"/>
              <a:gd name="connsiteX3428" fmla="*/ 265586 w 3386022"/>
              <a:gd name="connsiteY3428" fmla="*/ 3963559 h 5292726"/>
              <a:gd name="connsiteX3429" fmla="*/ 256863 w 3386022"/>
              <a:gd name="connsiteY3429" fmla="*/ 3970481 h 5292726"/>
              <a:gd name="connsiteX3430" fmla="*/ 262322 w 3386022"/>
              <a:gd name="connsiteY3430" fmla="*/ 3974548 h 5292726"/>
              <a:gd name="connsiteX3431" fmla="*/ 267970 w 3386022"/>
              <a:gd name="connsiteY3431" fmla="*/ 3978789 h 5292726"/>
              <a:gd name="connsiteX3432" fmla="*/ 273806 w 3386022"/>
              <a:gd name="connsiteY3432" fmla="*/ 3983159 h 5292726"/>
              <a:gd name="connsiteX3433" fmla="*/ 279768 w 3386022"/>
              <a:gd name="connsiteY3433" fmla="*/ 3987659 h 5292726"/>
              <a:gd name="connsiteX3434" fmla="*/ 248140 w 3386022"/>
              <a:gd name="connsiteY3434" fmla="*/ 3988048 h 5292726"/>
              <a:gd name="connsiteX3435" fmla="*/ 240861 w 3386022"/>
              <a:gd name="connsiteY3435" fmla="*/ 3978573 h 5292726"/>
              <a:gd name="connsiteX3436" fmla="*/ 243872 w 3386022"/>
              <a:gd name="connsiteY3436" fmla="*/ 3965159 h 5292726"/>
              <a:gd name="connsiteX3437" fmla="*/ 243119 w 3386022"/>
              <a:gd name="connsiteY3437" fmla="*/ 3953780 h 5292726"/>
              <a:gd name="connsiteX3438" fmla="*/ 235965 w 3386022"/>
              <a:gd name="connsiteY3438" fmla="*/ 3946900 h 5292726"/>
              <a:gd name="connsiteX3439" fmla="*/ 227118 w 3386022"/>
              <a:gd name="connsiteY3439" fmla="*/ 3938809 h 5292726"/>
              <a:gd name="connsiteX3440" fmla="*/ 220465 w 3386022"/>
              <a:gd name="connsiteY3440" fmla="*/ 3931367 h 5292726"/>
              <a:gd name="connsiteX3441" fmla="*/ 219775 w 3386022"/>
              <a:gd name="connsiteY3441" fmla="*/ 3926391 h 5292726"/>
              <a:gd name="connsiteX3442" fmla="*/ 225423 w 3386022"/>
              <a:gd name="connsiteY3442" fmla="*/ 3911809 h 5292726"/>
              <a:gd name="connsiteX3443" fmla="*/ 214315 w 3386022"/>
              <a:gd name="connsiteY3443" fmla="*/ 3899867 h 5292726"/>
              <a:gd name="connsiteX3444" fmla="*/ 197935 w 3386022"/>
              <a:gd name="connsiteY3444" fmla="*/ 3891689 h 5292726"/>
              <a:gd name="connsiteX3445" fmla="*/ 187706 w 3386022"/>
              <a:gd name="connsiteY3445" fmla="*/ 3888401 h 5292726"/>
              <a:gd name="connsiteX3446" fmla="*/ 173335 w 3386022"/>
              <a:gd name="connsiteY3446" fmla="*/ 3881132 h 5292726"/>
              <a:gd name="connsiteX3447" fmla="*/ 170887 w 3386022"/>
              <a:gd name="connsiteY3447" fmla="*/ 3868887 h 5292726"/>
              <a:gd name="connsiteX3448" fmla="*/ 173900 w 3386022"/>
              <a:gd name="connsiteY3448" fmla="*/ 3857032 h 5292726"/>
              <a:gd name="connsiteX3449" fmla="*/ 175908 w 3386022"/>
              <a:gd name="connsiteY3449" fmla="*/ 3850930 h 5292726"/>
              <a:gd name="connsiteX3450" fmla="*/ 170699 w 3386022"/>
              <a:gd name="connsiteY3450" fmla="*/ 3847988 h 5292726"/>
              <a:gd name="connsiteX3451" fmla="*/ 164360 w 3386022"/>
              <a:gd name="connsiteY3451" fmla="*/ 3844396 h 5292726"/>
              <a:gd name="connsiteX3452" fmla="*/ 157015 w 3386022"/>
              <a:gd name="connsiteY3452" fmla="*/ 3840243 h 5292726"/>
              <a:gd name="connsiteX3453" fmla="*/ 148731 w 3386022"/>
              <a:gd name="connsiteY3453" fmla="*/ 3835527 h 5292726"/>
              <a:gd name="connsiteX3454" fmla="*/ 154755 w 3386022"/>
              <a:gd name="connsiteY3454" fmla="*/ 3833493 h 5292726"/>
              <a:gd name="connsiteX3455" fmla="*/ 161035 w 3386022"/>
              <a:gd name="connsiteY3455" fmla="*/ 3831373 h 5292726"/>
              <a:gd name="connsiteX3456" fmla="*/ 167624 w 3386022"/>
              <a:gd name="connsiteY3456" fmla="*/ 3829123 h 5292726"/>
              <a:gd name="connsiteX3457" fmla="*/ 174716 w 3386022"/>
              <a:gd name="connsiteY3457" fmla="*/ 3826700 h 5292726"/>
              <a:gd name="connsiteX3458" fmla="*/ 171766 w 3386022"/>
              <a:gd name="connsiteY3458" fmla="*/ 3799744 h 5292726"/>
              <a:gd name="connsiteX3459" fmla="*/ 167750 w 3386022"/>
              <a:gd name="connsiteY3459" fmla="*/ 3780186 h 5292726"/>
              <a:gd name="connsiteX3460" fmla="*/ 157516 w 3386022"/>
              <a:gd name="connsiteY3460" fmla="*/ 3767639 h 5292726"/>
              <a:gd name="connsiteX3461" fmla="*/ 135803 w 3386022"/>
              <a:gd name="connsiteY3461" fmla="*/ 3761667 h 5292726"/>
              <a:gd name="connsiteX3462" fmla="*/ 122750 w 3386022"/>
              <a:gd name="connsiteY3462" fmla="*/ 3775945 h 5292726"/>
              <a:gd name="connsiteX3463" fmla="*/ 125385 w 3386022"/>
              <a:gd name="connsiteY3463" fmla="*/ 3785508 h 5292726"/>
              <a:gd name="connsiteX3464" fmla="*/ 125261 w 3386022"/>
              <a:gd name="connsiteY3464" fmla="*/ 3793469 h 5292726"/>
              <a:gd name="connsiteX3465" fmla="*/ 103923 w 3386022"/>
              <a:gd name="connsiteY3465" fmla="*/ 3802945 h 5292726"/>
              <a:gd name="connsiteX3466" fmla="*/ 89740 w 3386022"/>
              <a:gd name="connsiteY3466" fmla="*/ 3787282 h 5292726"/>
              <a:gd name="connsiteX3467" fmla="*/ 65328 w 3386022"/>
              <a:gd name="connsiteY3467" fmla="*/ 3777460 h 5292726"/>
              <a:gd name="connsiteX3468" fmla="*/ 34265 w 3386022"/>
              <a:gd name="connsiteY3468" fmla="*/ 3772355 h 5292726"/>
              <a:gd name="connsiteX3469" fmla="*/ 0 w 3386022"/>
              <a:gd name="connsiteY3469" fmla="*/ 3770797 h 5292726"/>
              <a:gd name="connsiteX3470" fmla="*/ 0 w 3386022"/>
              <a:gd name="connsiteY3470" fmla="*/ 3755436 h 5292726"/>
              <a:gd name="connsiteX3471" fmla="*/ 15438 w 3386022"/>
              <a:gd name="connsiteY3471" fmla="*/ 3764220 h 5292726"/>
              <a:gd name="connsiteX3472" fmla="*/ 27926 w 3386022"/>
              <a:gd name="connsiteY3472" fmla="*/ 3765042 h 5292726"/>
              <a:gd name="connsiteX3473" fmla="*/ 35708 w 3386022"/>
              <a:gd name="connsiteY3473" fmla="*/ 3761667 h 5292726"/>
              <a:gd name="connsiteX3474" fmla="*/ 37026 w 3386022"/>
              <a:gd name="connsiteY3474" fmla="*/ 3757773 h 5292726"/>
              <a:gd name="connsiteX3475" fmla="*/ 30185 w 3386022"/>
              <a:gd name="connsiteY3475" fmla="*/ 3752407 h 5292726"/>
              <a:gd name="connsiteX3476" fmla="*/ 22027 w 3386022"/>
              <a:gd name="connsiteY3476" fmla="*/ 3750071 h 5292726"/>
              <a:gd name="connsiteX3477" fmla="*/ 12112 w 3386022"/>
              <a:gd name="connsiteY3477" fmla="*/ 3749639 h 5292726"/>
              <a:gd name="connsiteX3478" fmla="*/ 0 w 3386022"/>
              <a:gd name="connsiteY3478" fmla="*/ 3749985 h 5292726"/>
              <a:gd name="connsiteX3479" fmla="*/ 0 w 3386022"/>
              <a:gd name="connsiteY3479" fmla="*/ 3736139 h 5292726"/>
              <a:gd name="connsiteX3480" fmla="*/ 126 w 3386022"/>
              <a:gd name="connsiteY3480" fmla="*/ 3736139 h 5292726"/>
              <a:gd name="connsiteX3481" fmla="*/ 251 w 3386022"/>
              <a:gd name="connsiteY3481" fmla="*/ 3736139 h 5292726"/>
              <a:gd name="connsiteX3482" fmla="*/ 377 w 3386022"/>
              <a:gd name="connsiteY3482" fmla="*/ 3736139 h 5292726"/>
              <a:gd name="connsiteX3483" fmla="*/ 503 w 3386022"/>
              <a:gd name="connsiteY3483" fmla="*/ 3736139 h 5292726"/>
              <a:gd name="connsiteX3484" fmla="*/ 753 w 3386022"/>
              <a:gd name="connsiteY3484" fmla="*/ 3733369 h 5292726"/>
              <a:gd name="connsiteX3485" fmla="*/ 753 w 3386022"/>
              <a:gd name="connsiteY3485" fmla="*/ 3730773 h 5292726"/>
              <a:gd name="connsiteX3486" fmla="*/ 503 w 3386022"/>
              <a:gd name="connsiteY3486" fmla="*/ 3728351 h 5292726"/>
              <a:gd name="connsiteX3487" fmla="*/ 62 w 3386022"/>
              <a:gd name="connsiteY3487" fmla="*/ 3726057 h 5292726"/>
              <a:gd name="connsiteX3488" fmla="*/ 62 w 3386022"/>
              <a:gd name="connsiteY3488" fmla="*/ 3696677 h 5292726"/>
              <a:gd name="connsiteX3489" fmla="*/ 377 w 3386022"/>
              <a:gd name="connsiteY3489" fmla="*/ 3696677 h 5292726"/>
              <a:gd name="connsiteX3490" fmla="*/ 690 w 3386022"/>
              <a:gd name="connsiteY3490" fmla="*/ 3696677 h 5292726"/>
              <a:gd name="connsiteX3491" fmla="*/ 1004 w 3386022"/>
              <a:gd name="connsiteY3491" fmla="*/ 3696677 h 5292726"/>
              <a:gd name="connsiteX3492" fmla="*/ 1318 w 3386022"/>
              <a:gd name="connsiteY3492" fmla="*/ 3696677 h 5292726"/>
              <a:gd name="connsiteX3493" fmla="*/ 1004 w 3386022"/>
              <a:gd name="connsiteY3493" fmla="*/ 3696375 h 5292726"/>
              <a:gd name="connsiteX3494" fmla="*/ 690 w 3386022"/>
              <a:gd name="connsiteY3494" fmla="*/ 3696115 h 5292726"/>
              <a:gd name="connsiteX3495" fmla="*/ 377 w 3386022"/>
              <a:gd name="connsiteY3495" fmla="*/ 3695855 h 5292726"/>
              <a:gd name="connsiteX3496" fmla="*/ 62 w 3386022"/>
              <a:gd name="connsiteY3496" fmla="*/ 3695552 h 5292726"/>
              <a:gd name="connsiteX3497" fmla="*/ 62 w 3386022"/>
              <a:gd name="connsiteY3497" fmla="*/ 1801079 h 5292726"/>
              <a:gd name="connsiteX3498" fmla="*/ 10857 w 3386022"/>
              <a:gd name="connsiteY3498" fmla="*/ 1802983 h 5292726"/>
              <a:gd name="connsiteX3499" fmla="*/ 22090 w 3386022"/>
              <a:gd name="connsiteY3499" fmla="*/ 1802248 h 5292726"/>
              <a:gd name="connsiteX3500" fmla="*/ 32005 w 3386022"/>
              <a:gd name="connsiteY3500" fmla="*/ 1798829 h 5292726"/>
              <a:gd name="connsiteX3501" fmla="*/ 38908 w 3386022"/>
              <a:gd name="connsiteY3501" fmla="*/ 1792772 h 5292726"/>
              <a:gd name="connsiteX3502" fmla="*/ 38908 w 3386022"/>
              <a:gd name="connsiteY3502" fmla="*/ 1788662 h 5292726"/>
              <a:gd name="connsiteX3503" fmla="*/ 34390 w 3386022"/>
              <a:gd name="connsiteY3503" fmla="*/ 1783340 h 5292726"/>
              <a:gd name="connsiteX3504" fmla="*/ 22404 w 3386022"/>
              <a:gd name="connsiteY3504" fmla="*/ 1781566 h 5292726"/>
              <a:gd name="connsiteX3505" fmla="*/ 62 w 3386022"/>
              <a:gd name="connsiteY3505" fmla="*/ 1788099 h 5292726"/>
              <a:gd name="connsiteX3506" fmla="*/ 62 w 3386022"/>
              <a:gd name="connsiteY3506" fmla="*/ 1771830 h 5292726"/>
              <a:gd name="connsiteX3507" fmla="*/ 14182 w 3386022"/>
              <a:gd name="connsiteY3507" fmla="*/ 1774902 h 5292726"/>
              <a:gd name="connsiteX3508" fmla="*/ 29558 w 3386022"/>
              <a:gd name="connsiteY3508" fmla="*/ 1775811 h 5292726"/>
              <a:gd name="connsiteX3509" fmla="*/ 43113 w 3386022"/>
              <a:gd name="connsiteY3509" fmla="*/ 1773994 h 5292726"/>
              <a:gd name="connsiteX3510" fmla="*/ 51773 w 3386022"/>
              <a:gd name="connsiteY3510" fmla="*/ 1768974 h 5292726"/>
              <a:gd name="connsiteX3511" fmla="*/ 52651 w 3386022"/>
              <a:gd name="connsiteY3511" fmla="*/ 1763566 h 5292726"/>
              <a:gd name="connsiteX3512" fmla="*/ 46313 w 3386022"/>
              <a:gd name="connsiteY3512" fmla="*/ 1759066 h 5292726"/>
              <a:gd name="connsiteX3513" fmla="*/ 33637 w 3386022"/>
              <a:gd name="connsiteY3513" fmla="*/ 1754349 h 5292726"/>
              <a:gd name="connsiteX3514" fmla="*/ 15563 w 3386022"/>
              <a:gd name="connsiteY3514" fmla="*/ 1748249 h 5292726"/>
              <a:gd name="connsiteX3515" fmla="*/ 10919 w 3386022"/>
              <a:gd name="connsiteY3515" fmla="*/ 1749417 h 5292726"/>
              <a:gd name="connsiteX3516" fmla="*/ 6840 w 3386022"/>
              <a:gd name="connsiteY3516" fmla="*/ 1750585 h 5292726"/>
              <a:gd name="connsiteX3517" fmla="*/ 3263 w 3386022"/>
              <a:gd name="connsiteY3517" fmla="*/ 1751753 h 5292726"/>
              <a:gd name="connsiteX3518" fmla="*/ 62 w 3386022"/>
              <a:gd name="connsiteY3518" fmla="*/ 1752922 h 5292726"/>
              <a:gd name="connsiteX3519" fmla="*/ 62 w 3386022"/>
              <a:gd name="connsiteY3519" fmla="*/ 1718566 h 5292726"/>
              <a:gd name="connsiteX3520" fmla="*/ 26734 w 3386022"/>
              <a:gd name="connsiteY3520" fmla="*/ 1713201 h 5292726"/>
              <a:gd name="connsiteX3521" fmla="*/ 27299 w 3386022"/>
              <a:gd name="connsiteY3521" fmla="*/ 1705976 h 5292726"/>
              <a:gd name="connsiteX3522" fmla="*/ 14308 w 3386022"/>
              <a:gd name="connsiteY3522" fmla="*/ 1700567 h 5292726"/>
              <a:gd name="connsiteX3523" fmla="*/ 314 w 3386022"/>
              <a:gd name="connsiteY3523" fmla="*/ 1700697 h 5292726"/>
              <a:gd name="connsiteX3524" fmla="*/ 314 w 3386022"/>
              <a:gd name="connsiteY3524" fmla="*/ 1687889 h 5292726"/>
              <a:gd name="connsiteX3525" fmla="*/ 5146 w 3386022"/>
              <a:gd name="connsiteY3525" fmla="*/ 1686418 h 5292726"/>
              <a:gd name="connsiteX3526" fmla="*/ 8911 w 3386022"/>
              <a:gd name="connsiteY3526" fmla="*/ 1684124 h 5292726"/>
              <a:gd name="connsiteX3527" fmla="*/ 10982 w 3386022"/>
              <a:gd name="connsiteY3527" fmla="*/ 1681052 h 5292726"/>
              <a:gd name="connsiteX3528" fmla="*/ 10669 w 3386022"/>
              <a:gd name="connsiteY3528" fmla="*/ 1677244 h 5292726"/>
              <a:gd name="connsiteX3529" fmla="*/ 9350 w 3386022"/>
              <a:gd name="connsiteY3529" fmla="*/ 1675427 h 5292726"/>
              <a:gd name="connsiteX3530" fmla="*/ 6966 w 3386022"/>
              <a:gd name="connsiteY3530" fmla="*/ 1673567 h 5292726"/>
              <a:gd name="connsiteX3531" fmla="*/ 3891 w 3386022"/>
              <a:gd name="connsiteY3531" fmla="*/ 1671577 h 5292726"/>
              <a:gd name="connsiteX3532" fmla="*/ 314 w 3386022"/>
              <a:gd name="connsiteY3532" fmla="*/ 1669413 h 5292726"/>
              <a:gd name="connsiteX3533" fmla="*/ 314 w 3386022"/>
              <a:gd name="connsiteY3533" fmla="*/ 850265 h 5292726"/>
              <a:gd name="connsiteX3534" fmla="*/ 0 w 3386022"/>
              <a:gd name="connsiteY3534" fmla="*/ 850265 h 529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Lst>
            <a:rect l="l" t="t" r="r" b="b"/>
            <a:pathLst>
              <a:path w="3386022" h="5292726">
                <a:moveTo>
                  <a:pt x="1266773" y="5276414"/>
                </a:moveTo>
                <a:cubicBezTo>
                  <a:pt x="1268280" y="5277712"/>
                  <a:pt x="1269973" y="5279053"/>
                  <a:pt x="1271293" y="5280395"/>
                </a:cubicBezTo>
                <a:cubicBezTo>
                  <a:pt x="1272610" y="5281736"/>
                  <a:pt x="1273614" y="5283077"/>
                  <a:pt x="1273802" y="5284418"/>
                </a:cubicBezTo>
                <a:cubicBezTo>
                  <a:pt x="1273991" y="5285760"/>
                  <a:pt x="1273426" y="5287144"/>
                  <a:pt x="1271668" y="5288529"/>
                </a:cubicBezTo>
                <a:cubicBezTo>
                  <a:pt x="1269911" y="5289914"/>
                  <a:pt x="1266900" y="5291298"/>
                  <a:pt x="1262192" y="5292726"/>
                </a:cubicBezTo>
                <a:cubicBezTo>
                  <a:pt x="1262695" y="5291039"/>
                  <a:pt x="1263071" y="5289481"/>
                  <a:pt x="1263510" y="5288010"/>
                </a:cubicBezTo>
                <a:cubicBezTo>
                  <a:pt x="1263950" y="5286539"/>
                  <a:pt x="1264327" y="5285197"/>
                  <a:pt x="1264703" y="5283856"/>
                </a:cubicBezTo>
                <a:cubicBezTo>
                  <a:pt x="1265079" y="5282558"/>
                  <a:pt x="1265456" y="5281303"/>
                  <a:pt x="1265769" y="5280048"/>
                </a:cubicBezTo>
                <a:cubicBezTo>
                  <a:pt x="1266084" y="5278837"/>
                  <a:pt x="1266459" y="5277626"/>
                  <a:pt x="1266773" y="5276414"/>
                </a:cubicBezTo>
                <a:close/>
                <a:moveTo>
                  <a:pt x="1438158" y="5244957"/>
                </a:moveTo>
                <a:cubicBezTo>
                  <a:pt x="1438660" y="5245044"/>
                  <a:pt x="1438909" y="5245217"/>
                  <a:pt x="1439224" y="5245477"/>
                </a:cubicBezTo>
                <a:lnTo>
                  <a:pt x="1439224" y="5245520"/>
                </a:lnTo>
                <a:cubicBezTo>
                  <a:pt x="1439539" y="5245780"/>
                  <a:pt x="1439914" y="5246126"/>
                  <a:pt x="1440605" y="5246515"/>
                </a:cubicBezTo>
                <a:cubicBezTo>
                  <a:pt x="1437844" y="5247034"/>
                  <a:pt x="1435898" y="5247381"/>
                  <a:pt x="1434518" y="5247597"/>
                </a:cubicBezTo>
                <a:cubicBezTo>
                  <a:pt x="1433136" y="5247770"/>
                  <a:pt x="1432321" y="5247856"/>
                  <a:pt x="1431756" y="5247770"/>
                </a:cubicBezTo>
                <a:cubicBezTo>
                  <a:pt x="1431255" y="5247684"/>
                  <a:pt x="1430941" y="5247510"/>
                  <a:pt x="1430627" y="5247251"/>
                </a:cubicBezTo>
                <a:cubicBezTo>
                  <a:pt x="1430313" y="5246991"/>
                  <a:pt x="1429999" y="5246602"/>
                  <a:pt x="1429308" y="5246213"/>
                </a:cubicBezTo>
                <a:cubicBezTo>
                  <a:pt x="1432132" y="5245693"/>
                  <a:pt x="1434079" y="5245347"/>
                  <a:pt x="1435458" y="5245131"/>
                </a:cubicBezTo>
                <a:cubicBezTo>
                  <a:pt x="1436840" y="5244957"/>
                  <a:pt x="1437656" y="5244871"/>
                  <a:pt x="1438158" y="5244957"/>
                </a:cubicBezTo>
                <a:close/>
                <a:moveTo>
                  <a:pt x="1931100" y="5242621"/>
                </a:moveTo>
                <a:lnTo>
                  <a:pt x="1931978" y="5242751"/>
                </a:lnTo>
                <a:lnTo>
                  <a:pt x="1932794" y="5242838"/>
                </a:lnTo>
                <a:lnTo>
                  <a:pt x="1933673" y="5242967"/>
                </a:lnTo>
                <a:lnTo>
                  <a:pt x="1934489" y="5243054"/>
                </a:lnTo>
                <a:lnTo>
                  <a:pt x="1933924" y="5243574"/>
                </a:lnTo>
                <a:lnTo>
                  <a:pt x="1933297" y="5244049"/>
                </a:lnTo>
                <a:lnTo>
                  <a:pt x="1932732" y="5244569"/>
                </a:lnTo>
                <a:lnTo>
                  <a:pt x="1932104" y="5245045"/>
                </a:lnTo>
                <a:lnTo>
                  <a:pt x="1931854" y="5244438"/>
                </a:lnTo>
                <a:lnTo>
                  <a:pt x="1931602" y="5243833"/>
                </a:lnTo>
                <a:lnTo>
                  <a:pt x="1931351" y="5243227"/>
                </a:lnTo>
                <a:close/>
                <a:moveTo>
                  <a:pt x="1521750" y="5226828"/>
                </a:moveTo>
                <a:cubicBezTo>
                  <a:pt x="1523445" y="5226699"/>
                  <a:pt x="1525014" y="5226828"/>
                  <a:pt x="1526018" y="5227304"/>
                </a:cubicBezTo>
                <a:lnTo>
                  <a:pt x="1525955" y="5227304"/>
                </a:lnTo>
                <a:cubicBezTo>
                  <a:pt x="1527900" y="5228213"/>
                  <a:pt x="1528779" y="5229121"/>
                  <a:pt x="1528905" y="5229987"/>
                </a:cubicBezTo>
                <a:cubicBezTo>
                  <a:pt x="1529093" y="5230852"/>
                  <a:pt x="1528465" y="5231674"/>
                  <a:pt x="1527461" y="5232496"/>
                </a:cubicBezTo>
                <a:cubicBezTo>
                  <a:pt x="1526458" y="5233319"/>
                  <a:pt x="1525078" y="5234097"/>
                  <a:pt x="1523570" y="5234876"/>
                </a:cubicBezTo>
                <a:cubicBezTo>
                  <a:pt x="1522064" y="5235655"/>
                  <a:pt x="1520494" y="5236391"/>
                  <a:pt x="1519177" y="5237126"/>
                </a:cubicBezTo>
                <a:cubicBezTo>
                  <a:pt x="1516479" y="5234963"/>
                  <a:pt x="1515287" y="5233146"/>
                  <a:pt x="1515099" y="5231674"/>
                </a:cubicBezTo>
                <a:cubicBezTo>
                  <a:pt x="1514973" y="5230202"/>
                  <a:pt x="1515726" y="5229035"/>
                  <a:pt x="1517042" y="5228256"/>
                </a:cubicBezTo>
                <a:cubicBezTo>
                  <a:pt x="1518360" y="5227477"/>
                  <a:pt x="1520056" y="5227001"/>
                  <a:pt x="1521750" y="5226828"/>
                </a:cubicBezTo>
                <a:close/>
                <a:moveTo>
                  <a:pt x="1287543" y="5223323"/>
                </a:moveTo>
                <a:lnTo>
                  <a:pt x="1288799" y="5223323"/>
                </a:lnTo>
                <a:lnTo>
                  <a:pt x="1289175" y="5223713"/>
                </a:lnTo>
                <a:cubicBezTo>
                  <a:pt x="1289301" y="5224016"/>
                  <a:pt x="1289490" y="5224448"/>
                  <a:pt x="1289803" y="5225010"/>
                </a:cubicBezTo>
                <a:cubicBezTo>
                  <a:pt x="1289428" y="5225097"/>
                  <a:pt x="1289112" y="5225141"/>
                  <a:pt x="1288737" y="5225184"/>
                </a:cubicBezTo>
                <a:cubicBezTo>
                  <a:pt x="1288359" y="5225271"/>
                  <a:pt x="1288047" y="5225314"/>
                  <a:pt x="1287670" y="5225356"/>
                </a:cubicBezTo>
                <a:lnTo>
                  <a:pt x="1286602" y="5225530"/>
                </a:lnTo>
                <a:cubicBezTo>
                  <a:pt x="1286227" y="5225617"/>
                  <a:pt x="1285912" y="5225660"/>
                  <a:pt x="1285536" y="5225703"/>
                </a:cubicBezTo>
                <a:cubicBezTo>
                  <a:pt x="1285474" y="5225530"/>
                  <a:pt x="1285348" y="5225400"/>
                  <a:pt x="1285286" y="5225227"/>
                </a:cubicBezTo>
                <a:cubicBezTo>
                  <a:pt x="1285222" y="5225054"/>
                  <a:pt x="1285096" y="5224924"/>
                  <a:pt x="1285034" y="5224751"/>
                </a:cubicBezTo>
                <a:cubicBezTo>
                  <a:pt x="1284970" y="5224578"/>
                  <a:pt x="1284845" y="5224448"/>
                  <a:pt x="1284782" y="5224275"/>
                </a:cubicBezTo>
                <a:cubicBezTo>
                  <a:pt x="1284721" y="5224102"/>
                  <a:pt x="1284595" y="5223972"/>
                  <a:pt x="1284532" y="5223799"/>
                </a:cubicBezTo>
                <a:cubicBezTo>
                  <a:pt x="1285912" y="5223583"/>
                  <a:pt x="1286855" y="5223410"/>
                  <a:pt x="1287543" y="5223323"/>
                </a:cubicBezTo>
                <a:close/>
                <a:moveTo>
                  <a:pt x="1288674" y="5223193"/>
                </a:moveTo>
                <a:lnTo>
                  <a:pt x="1288800" y="5223323"/>
                </a:lnTo>
                <a:lnTo>
                  <a:pt x="1288799" y="5223323"/>
                </a:lnTo>
                <a:close/>
                <a:moveTo>
                  <a:pt x="1645943" y="5189704"/>
                </a:moveTo>
                <a:cubicBezTo>
                  <a:pt x="1647011" y="5190612"/>
                  <a:pt x="1648077" y="5191478"/>
                  <a:pt x="1649019" y="5192257"/>
                </a:cubicBezTo>
                <a:cubicBezTo>
                  <a:pt x="1650024" y="5193035"/>
                  <a:pt x="1650902" y="5193814"/>
                  <a:pt x="1651780" y="5194507"/>
                </a:cubicBezTo>
                <a:lnTo>
                  <a:pt x="1651842" y="5194507"/>
                </a:lnTo>
                <a:cubicBezTo>
                  <a:pt x="1652721" y="5195242"/>
                  <a:pt x="1653537" y="5195934"/>
                  <a:pt x="1654354" y="5196583"/>
                </a:cubicBezTo>
                <a:cubicBezTo>
                  <a:pt x="1655170" y="5197233"/>
                  <a:pt x="1655922" y="5197881"/>
                  <a:pt x="1656738" y="5198530"/>
                </a:cubicBezTo>
                <a:cubicBezTo>
                  <a:pt x="1652407" y="5199785"/>
                  <a:pt x="1648391" y="5200608"/>
                  <a:pt x="1645064" y="5200910"/>
                </a:cubicBezTo>
                <a:cubicBezTo>
                  <a:pt x="1641739" y="5201257"/>
                  <a:pt x="1639166" y="5201083"/>
                  <a:pt x="1637723" y="5200391"/>
                </a:cubicBezTo>
                <a:cubicBezTo>
                  <a:pt x="1636280" y="5199699"/>
                  <a:pt x="1635965" y="5198487"/>
                  <a:pt x="1637220" y="5196713"/>
                </a:cubicBezTo>
                <a:cubicBezTo>
                  <a:pt x="1638413" y="5194939"/>
                  <a:pt x="1641238" y="5192603"/>
                  <a:pt x="1645943" y="5189704"/>
                </a:cubicBezTo>
                <a:close/>
                <a:moveTo>
                  <a:pt x="1428868" y="5171661"/>
                </a:moveTo>
                <a:lnTo>
                  <a:pt x="1429559" y="5171748"/>
                </a:lnTo>
                <a:lnTo>
                  <a:pt x="1430250" y="5171791"/>
                </a:lnTo>
                <a:lnTo>
                  <a:pt x="1430938" y="5171834"/>
                </a:lnTo>
                <a:lnTo>
                  <a:pt x="1431630" y="5171920"/>
                </a:lnTo>
                <a:lnTo>
                  <a:pt x="1431192" y="5172353"/>
                </a:lnTo>
                <a:lnTo>
                  <a:pt x="1430689" y="5172743"/>
                </a:lnTo>
                <a:lnTo>
                  <a:pt x="1430250" y="5173176"/>
                </a:lnTo>
                <a:lnTo>
                  <a:pt x="1429746" y="5173608"/>
                </a:lnTo>
                <a:lnTo>
                  <a:pt x="1429497" y="5173089"/>
                </a:lnTo>
                <a:lnTo>
                  <a:pt x="1429308" y="5172613"/>
                </a:lnTo>
                <a:lnTo>
                  <a:pt x="1429057" y="5172137"/>
                </a:lnTo>
                <a:close/>
                <a:moveTo>
                  <a:pt x="1641864" y="5167334"/>
                </a:moveTo>
                <a:cubicBezTo>
                  <a:pt x="1645189" y="5166338"/>
                  <a:pt x="1649018" y="5166338"/>
                  <a:pt x="1650963" y="5167896"/>
                </a:cubicBezTo>
                <a:cubicBezTo>
                  <a:pt x="1652908" y="5169454"/>
                  <a:pt x="1653097" y="5172612"/>
                  <a:pt x="1649144" y="5177978"/>
                </a:cubicBezTo>
                <a:cubicBezTo>
                  <a:pt x="1649018" y="5178151"/>
                  <a:pt x="1648829" y="5178324"/>
                  <a:pt x="1648579" y="5178497"/>
                </a:cubicBezTo>
                <a:cubicBezTo>
                  <a:pt x="1648328" y="5178670"/>
                  <a:pt x="1648014" y="5178800"/>
                  <a:pt x="1647700" y="5178973"/>
                </a:cubicBezTo>
                <a:cubicBezTo>
                  <a:pt x="1647385" y="5179103"/>
                  <a:pt x="1647073" y="5179276"/>
                  <a:pt x="1646757" y="5179406"/>
                </a:cubicBezTo>
                <a:cubicBezTo>
                  <a:pt x="1646445" y="5179579"/>
                  <a:pt x="1645817" y="5179882"/>
                  <a:pt x="1645817" y="5179882"/>
                </a:cubicBezTo>
                <a:cubicBezTo>
                  <a:pt x="1638098" y="5177502"/>
                  <a:pt x="1635462" y="5174862"/>
                  <a:pt x="1635588" y="5172569"/>
                </a:cubicBezTo>
                <a:cubicBezTo>
                  <a:pt x="1635714" y="5170276"/>
                  <a:pt x="1638537" y="5168329"/>
                  <a:pt x="1641864" y="5167334"/>
                </a:cubicBezTo>
                <a:close/>
                <a:moveTo>
                  <a:pt x="884403" y="5151238"/>
                </a:moveTo>
                <a:cubicBezTo>
                  <a:pt x="886851" y="5151758"/>
                  <a:pt x="888607" y="5152147"/>
                  <a:pt x="889800" y="5152406"/>
                </a:cubicBezTo>
                <a:lnTo>
                  <a:pt x="889863" y="5152321"/>
                </a:lnTo>
                <a:cubicBezTo>
                  <a:pt x="891055" y="5152580"/>
                  <a:pt x="891682" y="5152752"/>
                  <a:pt x="891997" y="5152969"/>
                </a:cubicBezTo>
                <a:cubicBezTo>
                  <a:pt x="892310" y="5153185"/>
                  <a:pt x="892184" y="5153402"/>
                  <a:pt x="891934" y="5153748"/>
                </a:cubicBezTo>
                <a:cubicBezTo>
                  <a:pt x="891620" y="5154094"/>
                  <a:pt x="891181" y="5154571"/>
                  <a:pt x="890678" y="5155263"/>
                </a:cubicBezTo>
                <a:cubicBezTo>
                  <a:pt x="890051" y="5155132"/>
                  <a:pt x="889361" y="5154960"/>
                  <a:pt x="888732" y="5154830"/>
                </a:cubicBezTo>
                <a:cubicBezTo>
                  <a:pt x="888106" y="5154700"/>
                  <a:pt x="887416" y="5154571"/>
                  <a:pt x="886788" y="5154397"/>
                </a:cubicBezTo>
                <a:cubicBezTo>
                  <a:pt x="886159" y="5154267"/>
                  <a:pt x="885469" y="5154138"/>
                  <a:pt x="884843" y="5153964"/>
                </a:cubicBezTo>
                <a:cubicBezTo>
                  <a:pt x="884215" y="5153792"/>
                  <a:pt x="883524" y="5153662"/>
                  <a:pt x="882896" y="5153488"/>
                </a:cubicBezTo>
                <a:cubicBezTo>
                  <a:pt x="883023" y="5153315"/>
                  <a:pt x="883148" y="5153099"/>
                  <a:pt x="883274" y="5152926"/>
                </a:cubicBezTo>
                <a:cubicBezTo>
                  <a:pt x="883400" y="5152752"/>
                  <a:pt x="883524" y="5152536"/>
                  <a:pt x="883649" y="5152363"/>
                </a:cubicBezTo>
                <a:cubicBezTo>
                  <a:pt x="883775" y="5152190"/>
                  <a:pt x="883901" y="5151974"/>
                  <a:pt x="884027" y="5151801"/>
                </a:cubicBezTo>
                <a:cubicBezTo>
                  <a:pt x="884152" y="5151627"/>
                  <a:pt x="884278" y="5151411"/>
                  <a:pt x="884403" y="5151238"/>
                </a:cubicBezTo>
                <a:close/>
                <a:moveTo>
                  <a:pt x="1729907" y="5150978"/>
                </a:moveTo>
                <a:lnTo>
                  <a:pt x="1730660" y="5151238"/>
                </a:lnTo>
                <a:lnTo>
                  <a:pt x="1731413" y="5151498"/>
                </a:lnTo>
                <a:lnTo>
                  <a:pt x="1732165" y="5151757"/>
                </a:lnTo>
                <a:lnTo>
                  <a:pt x="1732919" y="5152016"/>
                </a:lnTo>
                <a:lnTo>
                  <a:pt x="1732103" y="5152190"/>
                </a:lnTo>
                <a:lnTo>
                  <a:pt x="1731225" y="5152363"/>
                </a:lnTo>
                <a:lnTo>
                  <a:pt x="1730346" y="5152536"/>
                </a:lnTo>
                <a:lnTo>
                  <a:pt x="1729530" y="5152709"/>
                </a:lnTo>
                <a:lnTo>
                  <a:pt x="1729592" y="5152276"/>
                </a:lnTo>
                <a:lnTo>
                  <a:pt x="1729718" y="5151844"/>
                </a:lnTo>
                <a:lnTo>
                  <a:pt x="1729781" y="5151411"/>
                </a:lnTo>
                <a:close/>
                <a:moveTo>
                  <a:pt x="1333043" y="5120214"/>
                </a:moveTo>
                <a:cubicBezTo>
                  <a:pt x="1337247" y="5120517"/>
                  <a:pt x="1340449" y="5120777"/>
                  <a:pt x="1343023" y="5121079"/>
                </a:cubicBezTo>
                <a:cubicBezTo>
                  <a:pt x="1345595" y="5121382"/>
                  <a:pt x="1347540" y="5121772"/>
                  <a:pt x="1349299" y="5122335"/>
                </a:cubicBezTo>
                <a:cubicBezTo>
                  <a:pt x="1351056" y="5122940"/>
                  <a:pt x="1352624" y="5123719"/>
                  <a:pt x="1354507" y="5124844"/>
                </a:cubicBezTo>
                <a:lnTo>
                  <a:pt x="1354507" y="5124801"/>
                </a:lnTo>
                <a:cubicBezTo>
                  <a:pt x="1356390" y="5125925"/>
                  <a:pt x="1358522" y="5127397"/>
                  <a:pt x="1361347" y="5129387"/>
                </a:cubicBezTo>
                <a:cubicBezTo>
                  <a:pt x="1355950" y="5129820"/>
                  <a:pt x="1351872" y="5130123"/>
                  <a:pt x="1348734" y="5130210"/>
                </a:cubicBezTo>
                <a:cubicBezTo>
                  <a:pt x="1345595" y="5130253"/>
                  <a:pt x="1343337" y="5130079"/>
                  <a:pt x="1341577" y="5129517"/>
                </a:cubicBezTo>
                <a:cubicBezTo>
                  <a:pt x="1339820" y="5128954"/>
                  <a:pt x="1338504" y="5128003"/>
                  <a:pt x="1337247" y="5126488"/>
                </a:cubicBezTo>
                <a:cubicBezTo>
                  <a:pt x="1335931" y="5124974"/>
                  <a:pt x="1334738" y="5122940"/>
                  <a:pt x="1333043" y="5120214"/>
                </a:cubicBezTo>
                <a:close/>
                <a:moveTo>
                  <a:pt x="1632076" y="5117013"/>
                </a:moveTo>
                <a:cubicBezTo>
                  <a:pt x="1644063" y="5115455"/>
                  <a:pt x="1651030" y="5117748"/>
                  <a:pt x="1654607" y="5121729"/>
                </a:cubicBezTo>
                <a:cubicBezTo>
                  <a:pt x="1658246" y="5125710"/>
                  <a:pt x="1658435" y="5131421"/>
                  <a:pt x="1656928" y="5136657"/>
                </a:cubicBezTo>
                <a:cubicBezTo>
                  <a:pt x="1655423" y="5141892"/>
                  <a:pt x="1652158" y="5146695"/>
                  <a:pt x="1648770" y="5148815"/>
                </a:cubicBezTo>
                <a:cubicBezTo>
                  <a:pt x="1645380" y="5150978"/>
                  <a:pt x="1641930" y="5150460"/>
                  <a:pt x="1639922" y="5145181"/>
                </a:cubicBezTo>
                <a:cubicBezTo>
                  <a:pt x="1639107" y="5142974"/>
                  <a:pt x="1638416" y="5140810"/>
                  <a:pt x="1637726" y="5138560"/>
                </a:cubicBezTo>
                <a:cubicBezTo>
                  <a:pt x="1637035" y="5136353"/>
                  <a:pt x="1636470" y="5134060"/>
                  <a:pt x="1635843" y="5131768"/>
                </a:cubicBezTo>
                <a:cubicBezTo>
                  <a:pt x="1635214" y="5129431"/>
                  <a:pt x="1634651" y="5127051"/>
                  <a:pt x="1634022" y="5124628"/>
                </a:cubicBezTo>
                <a:cubicBezTo>
                  <a:pt x="1633457" y="5122205"/>
                  <a:pt x="1632830" y="5119652"/>
                  <a:pt x="1632140" y="5117056"/>
                </a:cubicBezTo>
                <a:close/>
                <a:moveTo>
                  <a:pt x="1277820" y="5112989"/>
                </a:moveTo>
                <a:cubicBezTo>
                  <a:pt x="1281333" y="5116753"/>
                  <a:pt x="1283967" y="5119566"/>
                  <a:pt x="1285598" y="5121816"/>
                </a:cubicBezTo>
                <a:cubicBezTo>
                  <a:pt x="1287230" y="5124065"/>
                  <a:pt x="1287863" y="5125710"/>
                  <a:pt x="1287480" y="5127181"/>
                </a:cubicBezTo>
                <a:lnTo>
                  <a:pt x="1287543" y="5127181"/>
                </a:lnTo>
                <a:cubicBezTo>
                  <a:pt x="1287171" y="5128609"/>
                  <a:pt x="1285660" y="5129864"/>
                  <a:pt x="1283027" y="5131292"/>
                </a:cubicBezTo>
                <a:cubicBezTo>
                  <a:pt x="1280392" y="5132676"/>
                  <a:pt x="1276562" y="5134277"/>
                  <a:pt x="1271419" y="5136354"/>
                </a:cubicBezTo>
                <a:cubicBezTo>
                  <a:pt x="1270289" y="5133888"/>
                  <a:pt x="1268909" y="5131551"/>
                  <a:pt x="1267841" y="5129344"/>
                </a:cubicBezTo>
                <a:cubicBezTo>
                  <a:pt x="1266712" y="5127138"/>
                  <a:pt x="1265896" y="5125061"/>
                  <a:pt x="1265832" y="5123114"/>
                </a:cubicBezTo>
                <a:cubicBezTo>
                  <a:pt x="1265708" y="5121167"/>
                  <a:pt x="1266397" y="5119350"/>
                  <a:pt x="1268217" y="5117662"/>
                </a:cubicBezTo>
                <a:cubicBezTo>
                  <a:pt x="1270038" y="5115975"/>
                  <a:pt x="1273112" y="5114417"/>
                  <a:pt x="1277820" y="5112989"/>
                </a:cubicBezTo>
                <a:close/>
                <a:moveTo>
                  <a:pt x="1658932" y="5087071"/>
                </a:moveTo>
                <a:cubicBezTo>
                  <a:pt x="1659559" y="5087201"/>
                  <a:pt x="1660062" y="5087504"/>
                  <a:pt x="1660815" y="5088153"/>
                </a:cubicBezTo>
                <a:cubicBezTo>
                  <a:pt x="1661568" y="5088801"/>
                  <a:pt x="1662509" y="5089754"/>
                  <a:pt x="1664017" y="5091138"/>
                </a:cubicBezTo>
                <a:cubicBezTo>
                  <a:pt x="1661193" y="5091658"/>
                  <a:pt x="1659310" y="5092091"/>
                  <a:pt x="1657928" y="5092350"/>
                </a:cubicBezTo>
                <a:cubicBezTo>
                  <a:pt x="1656611" y="5092609"/>
                  <a:pt x="1655794" y="5092696"/>
                  <a:pt x="1655230" y="5092566"/>
                </a:cubicBezTo>
                <a:cubicBezTo>
                  <a:pt x="1654665" y="5092437"/>
                  <a:pt x="1654288" y="5092091"/>
                  <a:pt x="1653786" y="5091398"/>
                </a:cubicBezTo>
                <a:cubicBezTo>
                  <a:pt x="1653285" y="5090705"/>
                  <a:pt x="1652657" y="5089754"/>
                  <a:pt x="1651527" y="5088412"/>
                </a:cubicBezTo>
                <a:cubicBezTo>
                  <a:pt x="1653786" y="5088023"/>
                  <a:pt x="1655355" y="5087634"/>
                  <a:pt x="1656485" y="5087374"/>
                </a:cubicBezTo>
                <a:cubicBezTo>
                  <a:pt x="1657616" y="5087114"/>
                  <a:pt x="1658305" y="5087028"/>
                  <a:pt x="1658932" y="5087114"/>
                </a:cubicBezTo>
                <a:close/>
                <a:moveTo>
                  <a:pt x="1283026" y="5083219"/>
                </a:moveTo>
                <a:cubicBezTo>
                  <a:pt x="1283530" y="5083523"/>
                  <a:pt x="1284029" y="5083825"/>
                  <a:pt x="1284534" y="5084128"/>
                </a:cubicBezTo>
                <a:cubicBezTo>
                  <a:pt x="1285034" y="5084431"/>
                  <a:pt x="1285537" y="5084734"/>
                  <a:pt x="1286041" y="5085037"/>
                </a:cubicBezTo>
                <a:cubicBezTo>
                  <a:pt x="1286539" y="5085340"/>
                  <a:pt x="1287045" y="5085643"/>
                  <a:pt x="1287543" y="5085945"/>
                </a:cubicBezTo>
                <a:cubicBezTo>
                  <a:pt x="1288049" y="5086248"/>
                  <a:pt x="1288550" y="5086551"/>
                  <a:pt x="1289050" y="5086854"/>
                </a:cubicBezTo>
                <a:cubicBezTo>
                  <a:pt x="1288171" y="5087201"/>
                  <a:pt x="1287292" y="5087503"/>
                  <a:pt x="1286413" y="5087849"/>
                </a:cubicBezTo>
                <a:cubicBezTo>
                  <a:pt x="1285537" y="5088195"/>
                  <a:pt x="1284659" y="5088498"/>
                  <a:pt x="1283780" y="5088844"/>
                </a:cubicBezTo>
                <a:cubicBezTo>
                  <a:pt x="1282903" y="5089190"/>
                  <a:pt x="1282024" y="5089494"/>
                  <a:pt x="1281146" y="5089840"/>
                </a:cubicBezTo>
                <a:lnTo>
                  <a:pt x="1281208" y="5089926"/>
                </a:lnTo>
                <a:cubicBezTo>
                  <a:pt x="1280330" y="5090273"/>
                  <a:pt x="1279451" y="5090575"/>
                  <a:pt x="1278572" y="5090922"/>
                </a:cubicBezTo>
                <a:cubicBezTo>
                  <a:pt x="1277503" y="5089233"/>
                  <a:pt x="1276752" y="5088108"/>
                  <a:pt x="1276311" y="5087330"/>
                </a:cubicBezTo>
                <a:cubicBezTo>
                  <a:pt x="1275873" y="5086551"/>
                  <a:pt x="1275747" y="5086076"/>
                  <a:pt x="1275999" y="5085729"/>
                </a:cubicBezTo>
                <a:cubicBezTo>
                  <a:pt x="1276249" y="5085340"/>
                  <a:pt x="1276940" y="5085123"/>
                  <a:pt x="1278068" y="5084777"/>
                </a:cubicBezTo>
                <a:cubicBezTo>
                  <a:pt x="1279261" y="5084431"/>
                  <a:pt x="1280829" y="5083998"/>
                  <a:pt x="1283026" y="5083219"/>
                </a:cubicBezTo>
                <a:close/>
                <a:moveTo>
                  <a:pt x="934164" y="5055400"/>
                </a:moveTo>
                <a:lnTo>
                  <a:pt x="936741" y="5058210"/>
                </a:lnTo>
                <a:cubicBezTo>
                  <a:pt x="937369" y="5058860"/>
                  <a:pt x="937620" y="5059248"/>
                  <a:pt x="937432" y="5059595"/>
                </a:cubicBezTo>
                <a:cubicBezTo>
                  <a:pt x="937243" y="5059941"/>
                  <a:pt x="936615" y="5060201"/>
                  <a:pt x="935298" y="5060547"/>
                </a:cubicBezTo>
                <a:cubicBezTo>
                  <a:pt x="934043" y="5060893"/>
                  <a:pt x="932097" y="5061369"/>
                  <a:pt x="929398" y="5062148"/>
                </a:cubicBezTo>
                <a:cubicBezTo>
                  <a:pt x="928896" y="5061888"/>
                  <a:pt x="928394" y="5061585"/>
                  <a:pt x="927893" y="5061282"/>
                </a:cubicBezTo>
                <a:cubicBezTo>
                  <a:pt x="927390" y="5061023"/>
                  <a:pt x="926889" y="5060720"/>
                  <a:pt x="926386" y="5060417"/>
                </a:cubicBezTo>
                <a:cubicBezTo>
                  <a:pt x="925885" y="5060157"/>
                  <a:pt x="925382" y="5059855"/>
                  <a:pt x="924881" y="5059552"/>
                </a:cubicBezTo>
                <a:cubicBezTo>
                  <a:pt x="924378" y="5059292"/>
                  <a:pt x="923877" y="5058989"/>
                  <a:pt x="923374" y="5058686"/>
                </a:cubicBezTo>
                <a:cubicBezTo>
                  <a:pt x="924252" y="5058427"/>
                  <a:pt x="925194" y="5058124"/>
                  <a:pt x="926073" y="5057864"/>
                </a:cubicBezTo>
                <a:cubicBezTo>
                  <a:pt x="926951" y="5057605"/>
                  <a:pt x="927893" y="5057302"/>
                  <a:pt x="928771" y="5057042"/>
                </a:cubicBezTo>
                <a:cubicBezTo>
                  <a:pt x="929650" y="5056782"/>
                  <a:pt x="930591" y="5056480"/>
                  <a:pt x="931470" y="5056220"/>
                </a:cubicBezTo>
                <a:close/>
                <a:moveTo>
                  <a:pt x="934043" y="5055268"/>
                </a:moveTo>
                <a:lnTo>
                  <a:pt x="934168" y="5055398"/>
                </a:lnTo>
                <a:lnTo>
                  <a:pt x="934164" y="5055400"/>
                </a:lnTo>
                <a:close/>
                <a:moveTo>
                  <a:pt x="1676441" y="5054143"/>
                </a:moveTo>
                <a:cubicBezTo>
                  <a:pt x="1676944" y="5054360"/>
                  <a:pt x="1677382" y="5054619"/>
                  <a:pt x="1677885" y="5054835"/>
                </a:cubicBezTo>
                <a:cubicBezTo>
                  <a:pt x="1678387" y="5055052"/>
                  <a:pt x="1678826" y="5055311"/>
                  <a:pt x="1679329" y="5055527"/>
                </a:cubicBezTo>
                <a:lnTo>
                  <a:pt x="1679329" y="5055614"/>
                </a:lnTo>
                <a:cubicBezTo>
                  <a:pt x="1679830" y="5055831"/>
                  <a:pt x="1680270" y="5056090"/>
                  <a:pt x="1680772" y="5056306"/>
                </a:cubicBezTo>
                <a:cubicBezTo>
                  <a:pt x="1681274" y="5056523"/>
                  <a:pt x="1681713" y="5056782"/>
                  <a:pt x="1682216" y="5056999"/>
                </a:cubicBezTo>
                <a:cubicBezTo>
                  <a:pt x="1679454" y="5057994"/>
                  <a:pt x="1677320" y="5058643"/>
                  <a:pt x="1675814" y="5058989"/>
                </a:cubicBezTo>
                <a:cubicBezTo>
                  <a:pt x="1674245" y="5059292"/>
                  <a:pt x="1673305" y="5059292"/>
                  <a:pt x="1672928" y="5058989"/>
                </a:cubicBezTo>
                <a:cubicBezTo>
                  <a:pt x="1672487" y="5058686"/>
                  <a:pt x="1672614" y="5058124"/>
                  <a:pt x="1673241" y="5057302"/>
                </a:cubicBezTo>
                <a:cubicBezTo>
                  <a:pt x="1673869" y="5056480"/>
                  <a:pt x="1674936" y="5055398"/>
                  <a:pt x="1676441" y="5054143"/>
                </a:cubicBezTo>
                <a:close/>
                <a:moveTo>
                  <a:pt x="827799" y="5051763"/>
                </a:moveTo>
                <a:cubicBezTo>
                  <a:pt x="840349" y="5054360"/>
                  <a:pt x="847566" y="5056956"/>
                  <a:pt x="851143" y="5059206"/>
                </a:cubicBezTo>
                <a:cubicBezTo>
                  <a:pt x="854720" y="5061456"/>
                  <a:pt x="854657" y="5063402"/>
                  <a:pt x="852586" y="5064701"/>
                </a:cubicBezTo>
                <a:cubicBezTo>
                  <a:pt x="850515" y="5066042"/>
                  <a:pt x="846500" y="5066692"/>
                  <a:pt x="842106" y="5066431"/>
                </a:cubicBezTo>
                <a:cubicBezTo>
                  <a:pt x="837713" y="5066172"/>
                  <a:pt x="833007" y="5064960"/>
                  <a:pt x="829618" y="5062494"/>
                </a:cubicBezTo>
                <a:cubicBezTo>
                  <a:pt x="829054" y="5062061"/>
                  <a:pt x="828677" y="5061542"/>
                  <a:pt x="828426" y="5060893"/>
                </a:cubicBezTo>
                <a:cubicBezTo>
                  <a:pt x="828175" y="5060244"/>
                  <a:pt x="828050" y="5059509"/>
                  <a:pt x="828050" y="5058643"/>
                </a:cubicBezTo>
                <a:cubicBezTo>
                  <a:pt x="828050" y="5057777"/>
                  <a:pt x="828050" y="5056782"/>
                  <a:pt x="828050" y="5055657"/>
                </a:cubicBezTo>
                <a:cubicBezTo>
                  <a:pt x="827987" y="5054532"/>
                  <a:pt x="827923" y="5053235"/>
                  <a:pt x="827736" y="5051806"/>
                </a:cubicBezTo>
                <a:close/>
                <a:moveTo>
                  <a:pt x="1456420" y="5049860"/>
                </a:moveTo>
                <a:cubicBezTo>
                  <a:pt x="1456985" y="5049946"/>
                  <a:pt x="1457486" y="5050206"/>
                  <a:pt x="1458115" y="5050855"/>
                </a:cubicBezTo>
                <a:cubicBezTo>
                  <a:pt x="1458742" y="5051504"/>
                  <a:pt x="1459620" y="5052413"/>
                  <a:pt x="1460938" y="5053710"/>
                </a:cubicBezTo>
                <a:cubicBezTo>
                  <a:pt x="1460375" y="5053971"/>
                  <a:pt x="1459872" y="5054273"/>
                  <a:pt x="1459370" y="5054532"/>
                </a:cubicBezTo>
                <a:cubicBezTo>
                  <a:pt x="1458806" y="5054792"/>
                  <a:pt x="1458303" y="5055095"/>
                  <a:pt x="1457801" y="5055355"/>
                </a:cubicBezTo>
                <a:cubicBezTo>
                  <a:pt x="1457299" y="5055614"/>
                  <a:pt x="1456797" y="5055917"/>
                  <a:pt x="1456294" y="5056177"/>
                </a:cubicBezTo>
                <a:cubicBezTo>
                  <a:pt x="1455793" y="5056436"/>
                  <a:pt x="1455290" y="5056739"/>
                  <a:pt x="1454790" y="5056999"/>
                </a:cubicBezTo>
                <a:cubicBezTo>
                  <a:pt x="1454350" y="5056567"/>
                  <a:pt x="1453847" y="5056090"/>
                  <a:pt x="1453408" y="5055657"/>
                </a:cubicBezTo>
                <a:cubicBezTo>
                  <a:pt x="1452970" y="5055225"/>
                  <a:pt x="1452465" y="5054749"/>
                  <a:pt x="1452027" y="5054316"/>
                </a:cubicBezTo>
                <a:cubicBezTo>
                  <a:pt x="1451588" y="5053884"/>
                  <a:pt x="1451086" y="5053408"/>
                  <a:pt x="1450647" y="5052975"/>
                </a:cubicBezTo>
                <a:cubicBezTo>
                  <a:pt x="1450208" y="5052542"/>
                  <a:pt x="1449705" y="5052067"/>
                  <a:pt x="1449266" y="5051634"/>
                </a:cubicBezTo>
                <a:cubicBezTo>
                  <a:pt x="1451462" y="5051114"/>
                  <a:pt x="1452970" y="5050638"/>
                  <a:pt x="1454034" y="5050335"/>
                </a:cubicBezTo>
                <a:cubicBezTo>
                  <a:pt x="1455102" y="5050032"/>
                  <a:pt x="1455793" y="5049860"/>
                  <a:pt x="1456360" y="5049946"/>
                </a:cubicBezTo>
                <a:close/>
                <a:moveTo>
                  <a:pt x="1368624" y="5042158"/>
                </a:moveTo>
                <a:cubicBezTo>
                  <a:pt x="1368499" y="5042375"/>
                  <a:pt x="1368373" y="5042548"/>
                  <a:pt x="1368247" y="5042764"/>
                </a:cubicBezTo>
                <a:cubicBezTo>
                  <a:pt x="1368122" y="5042980"/>
                  <a:pt x="1367996" y="5043153"/>
                  <a:pt x="1367870" y="5043370"/>
                </a:cubicBezTo>
                <a:cubicBezTo>
                  <a:pt x="1367745" y="5043586"/>
                  <a:pt x="1367620" y="5043759"/>
                  <a:pt x="1367495" y="5043975"/>
                </a:cubicBezTo>
                <a:cubicBezTo>
                  <a:pt x="1367369" y="5044192"/>
                  <a:pt x="1367243" y="5044365"/>
                  <a:pt x="1367118" y="5044582"/>
                </a:cubicBezTo>
                <a:cubicBezTo>
                  <a:pt x="1366804" y="5044495"/>
                  <a:pt x="1366553" y="5044452"/>
                  <a:pt x="1366239" y="5044365"/>
                </a:cubicBezTo>
                <a:cubicBezTo>
                  <a:pt x="1365926" y="5044278"/>
                  <a:pt x="1365674" y="5044236"/>
                  <a:pt x="1365361" y="5044149"/>
                </a:cubicBezTo>
                <a:cubicBezTo>
                  <a:pt x="1365047" y="5044062"/>
                  <a:pt x="1364796" y="5044018"/>
                  <a:pt x="1364482" y="5043932"/>
                </a:cubicBezTo>
                <a:cubicBezTo>
                  <a:pt x="1364168" y="5043846"/>
                  <a:pt x="1363918" y="5043803"/>
                  <a:pt x="1363603" y="5043716"/>
                </a:cubicBezTo>
                <a:cubicBezTo>
                  <a:pt x="1364043" y="5043586"/>
                  <a:pt x="1364419" y="5043456"/>
                  <a:pt x="1364858" y="5043326"/>
                </a:cubicBezTo>
                <a:cubicBezTo>
                  <a:pt x="1365297" y="5043196"/>
                  <a:pt x="1365674" y="5043067"/>
                  <a:pt x="1366114" y="5042937"/>
                </a:cubicBezTo>
                <a:cubicBezTo>
                  <a:pt x="1366553" y="5042807"/>
                  <a:pt x="1366930" y="5042678"/>
                  <a:pt x="1367369" y="5042548"/>
                </a:cubicBezTo>
                <a:cubicBezTo>
                  <a:pt x="1367808" y="5042417"/>
                  <a:pt x="1368185" y="5042288"/>
                  <a:pt x="1368624" y="5042158"/>
                </a:cubicBezTo>
                <a:close/>
                <a:moveTo>
                  <a:pt x="929650" y="5032465"/>
                </a:moveTo>
                <a:cubicBezTo>
                  <a:pt x="931532" y="5032422"/>
                  <a:pt x="934546" y="5032725"/>
                  <a:pt x="938937" y="5033590"/>
                </a:cubicBezTo>
                <a:cubicBezTo>
                  <a:pt x="938688" y="5033936"/>
                  <a:pt x="938437" y="5034282"/>
                  <a:pt x="938123" y="5034629"/>
                </a:cubicBezTo>
                <a:cubicBezTo>
                  <a:pt x="937808" y="5034975"/>
                  <a:pt x="937558" y="5035321"/>
                  <a:pt x="937243" y="5035668"/>
                </a:cubicBezTo>
                <a:cubicBezTo>
                  <a:pt x="936930" y="5036014"/>
                  <a:pt x="936679" y="5036360"/>
                  <a:pt x="936364" y="5036706"/>
                </a:cubicBezTo>
                <a:cubicBezTo>
                  <a:pt x="936052" y="5037052"/>
                  <a:pt x="935800" y="5037398"/>
                  <a:pt x="935486" y="5037744"/>
                </a:cubicBezTo>
                <a:cubicBezTo>
                  <a:pt x="933101" y="5037139"/>
                  <a:pt x="931031" y="5036403"/>
                  <a:pt x="929525" y="5035624"/>
                </a:cubicBezTo>
                <a:cubicBezTo>
                  <a:pt x="928019" y="5034845"/>
                  <a:pt x="927077" y="5034110"/>
                  <a:pt x="927015" y="5033503"/>
                </a:cubicBezTo>
                <a:lnTo>
                  <a:pt x="927077" y="5033503"/>
                </a:lnTo>
                <a:cubicBezTo>
                  <a:pt x="927015" y="5032898"/>
                  <a:pt x="927768" y="5032509"/>
                  <a:pt x="929650" y="5032465"/>
                </a:cubicBezTo>
                <a:close/>
                <a:moveTo>
                  <a:pt x="1388018" y="5031254"/>
                </a:moveTo>
                <a:cubicBezTo>
                  <a:pt x="1388706" y="5031384"/>
                  <a:pt x="1389397" y="5031557"/>
                  <a:pt x="1390087" y="5031730"/>
                </a:cubicBezTo>
                <a:cubicBezTo>
                  <a:pt x="1390778" y="5031860"/>
                  <a:pt x="1391469" y="5032033"/>
                  <a:pt x="1392158" y="5032206"/>
                </a:cubicBezTo>
                <a:cubicBezTo>
                  <a:pt x="1392848" y="5032336"/>
                  <a:pt x="1393539" y="5032509"/>
                  <a:pt x="1394229" y="5032682"/>
                </a:cubicBezTo>
                <a:cubicBezTo>
                  <a:pt x="1394920" y="5032812"/>
                  <a:pt x="1395611" y="5032985"/>
                  <a:pt x="1396300" y="5033158"/>
                </a:cubicBezTo>
                <a:cubicBezTo>
                  <a:pt x="1395860" y="5033721"/>
                  <a:pt x="1395611" y="5034154"/>
                  <a:pt x="1395359" y="5034413"/>
                </a:cubicBezTo>
                <a:cubicBezTo>
                  <a:pt x="1395108" y="5034672"/>
                  <a:pt x="1394857" y="5034846"/>
                  <a:pt x="1394355" y="5034846"/>
                </a:cubicBezTo>
                <a:cubicBezTo>
                  <a:pt x="1393853" y="5034889"/>
                  <a:pt x="1393099" y="5034759"/>
                  <a:pt x="1391844" y="5034543"/>
                </a:cubicBezTo>
                <a:cubicBezTo>
                  <a:pt x="1390589" y="5034326"/>
                  <a:pt x="1388770" y="5033980"/>
                  <a:pt x="1386259" y="5033504"/>
                </a:cubicBezTo>
                <a:cubicBezTo>
                  <a:pt x="1386385" y="5033331"/>
                  <a:pt x="1386574" y="5033114"/>
                  <a:pt x="1386698" y="5032942"/>
                </a:cubicBezTo>
                <a:cubicBezTo>
                  <a:pt x="1386825" y="5032768"/>
                  <a:pt x="1387013" y="5032552"/>
                  <a:pt x="1387138" y="5032379"/>
                </a:cubicBezTo>
                <a:cubicBezTo>
                  <a:pt x="1387263" y="5032206"/>
                  <a:pt x="1387451" y="5031989"/>
                  <a:pt x="1387577" y="5031817"/>
                </a:cubicBezTo>
                <a:cubicBezTo>
                  <a:pt x="1387702" y="5031643"/>
                  <a:pt x="1387890" y="5031427"/>
                  <a:pt x="1388018" y="5031254"/>
                </a:cubicBezTo>
                <a:close/>
                <a:moveTo>
                  <a:pt x="1612933" y="5027663"/>
                </a:moveTo>
                <a:cubicBezTo>
                  <a:pt x="1616321" y="5027619"/>
                  <a:pt x="1619021" y="5028096"/>
                  <a:pt x="1620464" y="5028960"/>
                </a:cubicBezTo>
                <a:cubicBezTo>
                  <a:pt x="1621907" y="5029826"/>
                  <a:pt x="1622159" y="5031038"/>
                  <a:pt x="1620652" y="5032466"/>
                </a:cubicBezTo>
                <a:cubicBezTo>
                  <a:pt x="1619209" y="5033893"/>
                  <a:pt x="1616008" y="5035494"/>
                  <a:pt x="1610612" y="5037096"/>
                </a:cubicBezTo>
                <a:cubicBezTo>
                  <a:pt x="1609858" y="5036489"/>
                  <a:pt x="1609106" y="5035884"/>
                  <a:pt x="1608290" y="5035279"/>
                </a:cubicBezTo>
                <a:cubicBezTo>
                  <a:pt x="1607474" y="5034672"/>
                  <a:pt x="1606721" y="5034067"/>
                  <a:pt x="1605904" y="5033460"/>
                </a:cubicBezTo>
                <a:cubicBezTo>
                  <a:pt x="1605088" y="5032855"/>
                  <a:pt x="1604274" y="5032206"/>
                  <a:pt x="1603459" y="5031600"/>
                </a:cubicBezTo>
                <a:cubicBezTo>
                  <a:pt x="1602641" y="5030995"/>
                  <a:pt x="1601825" y="5030346"/>
                  <a:pt x="1601011" y="5029739"/>
                </a:cubicBezTo>
                <a:cubicBezTo>
                  <a:pt x="1605340" y="5028398"/>
                  <a:pt x="1609482" y="5027750"/>
                  <a:pt x="1612872" y="5027706"/>
                </a:cubicBezTo>
                <a:close/>
                <a:moveTo>
                  <a:pt x="1301353" y="5018879"/>
                </a:moveTo>
                <a:cubicBezTo>
                  <a:pt x="1303048" y="5031211"/>
                  <a:pt x="1301418" y="5039865"/>
                  <a:pt x="1298402" y="5045360"/>
                </a:cubicBezTo>
                <a:cubicBezTo>
                  <a:pt x="1295391" y="5050855"/>
                  <a:pt x="1290806" y="5053149"/>
                  <a:pt x="1286666" y="5052802"/>
                </a:cubicBezTo>
                <a:cubicBezTo>
                  <a:pt x="1282526" y="5052456"/>
                  <a:pt x="1278700" y="5049427"/>
                  <a:pt x="1277130" y="5044278"/>
                </a:cubicBezTo>
                <a:cubicBezTo>
                  <a:pt x="1275498" y="5039129"/>
                  <a:pt x="1276126" y="5031817"/>
                  <a:pt x="1280768" y="5022904"/>
                </a:cubicBezTo>
                <a:cubicBezTo>
                  <a:pt x="1281020" y="5022471"/>
                  <a:pt x="1281837" y="5022081"/>
                  <a:pt x="1283028" y="5021779"/>
                </a:cubicBezTo>
                <a:cubicBezTo>
                  <a:pt x="1284222" y="5021475"/>
                  <a:pt x="1285915" y="5021173"/>
                  <a:pt x="1287803" y="5020913"/>
                </a:cubicBezTo>
                <a:cubicBezTo>
                  <a:pt x="1289685" y="5020654"/>
                  <a:pt x="1291875" y="5020350"/>
                  <a:pt x="1294199" y="5020047"/>
                </a:cubicBezTo>
                <a:lnTo>
                  <a:pt x="1294199" y="5020004"/>
                </a:lnTo>
                <a:cubicBezTo>
                  <a:pt x="1296521" y="5019701"/>
                  <a:pt x="1298968" y="5019312"/>
                  <a:pt x="1301353" y="5018879"/>
                </a:cubicBezTo>
                <a:close/>
                <a:moveTo>
                  <a:pt x="1036839" y="5014466"/>
                </a:moveTo>
                <a:lnTo>
                  <a:pt x="1036964" y="5014553"/>
                </a:lnTo>
                <a:cubicBezTo>
                  <a:pt x="1038596" y="5024721"/>
                  <a:pt x="1039851" y="5031904"/>
                  <a:pt x="1040730" y="5037052"/>
                </a:cubicBezTo>
                <a:cubicBezTo>
                  <a:pt x="1041545" y="5042201"/>
                  <a:pt x="1041922" y="5045317"/>
                  <a:pt x="1041734" y="5047393"/>
                </a:cubicBezTo>
                <a:cubicBezTo>
                  <a:pt x="1041545" y="5049471"/>
                  <a:pt x="1040730" y="5050466"/>
                  <a:pt x="1039098" y="5051417"/>
                </a:cubicBezTo>
                <a:cubicBezTo>
                  <a:pt x="1037467" y="5052326"/>
                  <a:pt x="1035083" y="5053192"/>
                  <a:pt x="1031756" y="5054922"/>
                </a:cubicBezTo>
                <a:cubicBezTo>
                  <a:pt x="1028618" y="5053235"/>
                  <a:pt x="1026296" y="5052413"/>
                  <a:pt x="1024790" y="5051504"/>
                </a:cubicBezTo>
                <a:cubicBezTo>
                  <a:pt x="1023283" y="5050596"/>
                  <a:pt x="1022467" y="5049557"/>
                  <a:pt x="1022467" y="5047480"/>
                </a:cubicBezTo>
                <a:cubicBezTo>
                  <a:pt x="1022404" y="5045403"/>
                  <a:pt x="1023033" y="5042288"/>
                  <a:pt x="1024225" y="5037182"/>
                </a:cubicBezTo>
                <a:cubicBezTo>
                  <a:pt x="1025479" y="5032120"/>
                  <a:pt x="1027237" y="5025024"/>
                  <a:pt x="1029559" y="5014986"/>
                </a:cubicBezTo>
                <a:cubicBezTo>
                  <a:pt x="1030124" y="5014942"/>
                  <a:pt x="1030752" y="5014855"/>
                  <a:pt x="1031379" y="5014855"/>
                </a:cubicBezTo>
                <a:cubicBezTo>
                  <a:pt x="1031944" y="5014812"/>
                  <a:pt x="1032634" y="5014769"/>
                  <a:pt x="1033199" y="5014726"/>
                </a:cubicBezTo>
                <a:cubicBezTo>
                  <a:pt x="1033764" y="5014683"/>
                  <a:pt x="1034391" y="5014596"/>
                  <a:pt x="1035020" y="5014596"/>
                </a:cubicBezTo>
                <a:cubicBezTo>
                  <a:pt x="1035584" y="5014553"/>
                  <a:pt x="1036211" y="5014466"/>
                  <a:pt x="1036839" y="5014466"/>
                </a:cubicBezTo>
                <a:close/>
                <a:moveTo>
                  <a:pt x="854281" y="5009143"/>
                </a:moveTo>
                <a:lnTo>
                  <a:pt x="854281" y="5026840"/>
                </a:lnTo>
                <a:cubicBezTo>
                  <a:pt x="845559" y="5024590"/>
                  <a:pt x="840100" y="5022384"/>
                  <a:pt x="837149" y="5020307"/>
                </a:cubicBezTo>
                <a:cubicBezTo>
                  <a:pt x="834199" y="5018273"/>
                  <a:pt x="833761" y="5016369"/>
                  <a:pt x="834891" y="5014726"/>
                </a:cubicBezTo>
                <a:lnTo>
                  <a:pt x="834828" y="5014682"/>
                </a:lnTo>
                <a:cubicBezTo>
                  <a:pt x="836019" y="5013081"/>
                  <a:pt x="838780" y="5011697"/>
                  <a:pt x="842295" y="5010744"/>
                </a:cubicBezTo>
                <a:cubicBezTo>
                  <a:pt x="845809" y="5009793"/>
                  <a:pt x="850076" y="5009230"/>
                  <a:pt x="854281" y="5009143"/>
                </a:cubicBezTo>
                <a:close/>
                <a:moveTo>
                  <a:pt x="1982559" y="5005509"/>
                </a:moveTo>
                <a:lnTo>
                  <a:pt x="1983375" y="5005682"/>
                </a:lnTo>
                <a:lnTo>
                  <a:pt x="1984191" y="5005855"/>
                </a:lnTo>
                <a:lnTo>
                  <a:pt x="1984944" y="5006029"/>
                </a:lnTo>
                <a:lnTo>
                  <a:pt x="1985760" y="5006201"/>
                </a:lnTo>
                <a:lnTo>
                  <a:pt x="1984944" y="5006418"/>
                </a:lnTo>
                <a:lnTo>
                  <a:pt x="1984128" y="5006591"/>
                </a:lnTo>
                <a:lnTo>
                  <a:pt x="1983375" y="5006764"/>
                </a:lnTo>
                <a:lnTo>
                  <a:pt x="1982559" y="5006980"/>
                </a:lnTo>
                <a:lnTo>
                  <a:pt x="1982559" y="5006591"/>
                </a:lnTo>
                <a:lnTo>
                  <a:pt x="1982559" y="5006244"/>
                </a:lnTo>
                <a:lnTo>
                  <a:pt x="1982559" y="5005898"/>
                </a:lnTo>
                <a:close/>
                <a:moveTo>
                  <a:pt x="936114" y="4996640"/>
                </a:moveTo>
                <a:lnTo>
                  <a:pt x="936114" y="4996683"/>
                </a:lnTo>
                <a:cubicBezTo>
                  <a:pt x="937558" y="4998067"/>
                  <a:pt x="938812" y="4998890"/>
                  <a:pt x="939628" y="4999539"/>
                </a:cubicBezTo>
                <a:cubicBezTo>
                  <a:pt x="940444" y="5000187"/>
                  <a:pt x="940883" y="5000577"/>
                  <a:pt x="940632" y="5001140"/>
                </a:cubicBezTo>
                <a:cubicBezTo>
                  <a:pt x="940382" y="5001658"/>
                  <a:pt x="939567" y="5002308"/>
                  <a:pt x="937871" y="5003433"/>
                </a:cubicBezTo>
                <a:cubicBezTo>
                  <a:pt x="936178" y="5004558"/>
                  <a:pt x="933667" y="5006073"/>
                  <a:pt x="930089" y="5008408"/>
                </a:cubicBezTo>
                <a:cubicBezTo>
                  <a:pt x="928270" y="5006029"/>
                  <a:pt x="926701" y="5004385"/>
                  <a:pt x="925633" y="5003216"/>
                </a:cubicBezTo>
                <a:cubicBezTo>
                  <a:pt x="924567" y="5002048"/>
                  <a:pt x="923939" y="5001312"/>
                  <a:pt x="924128" y="5000750"/>
                </a:cubicBezTo>
                <a:cubicBezTo>
                  <a:pt x="924316" y="5000144"/>
                  <a:pt x="925257" y="4999712"/>
                  <a:pt x="927140" y="4999149"/>
                </a:cubicBezTo>
                <a:cubicBezTo>
                  <a:pt x="929023" y="4998544"/>
                  <a:pt x="931971" y="4997808"/>
                  <a:pt x="936114" y="4996640"/>
                </a:cubicBezTo>
                <a:close/>
                <a:moveTo>
                  <a:pt x="1987957" y="4990625"/>
                </a:moveTo>
                <a:cubicBezTo>
                  <a:pt x="1988082" y="4990798"/>
                  <a:pt x="1988145" y="4990971"/>
                  <a:pt x="1988270" y="4991145"/>
                </a:cubicBezTo>
                <a:cubicBezTo>
                  <a:pt x="1988396" y="4991317"/>
                  <a:pt x="1988584" y="4991663"/>
                  <a:pt x="1988584" y="4991663"/>
                </a:cubicBezTo>
                <a:lnTo>
                  <a:pt x="1988710" y="4991663"/>
                </a:lnTo>
                <a:cubicBezTo>
                  <a:pt x="1988835" y="4991837"/>
                  <a:pt x="1988898" y="4992009"/>
                  <a:pt x="1989024" y="4992183"/>
                </a:cubicBezTo>
                <a:cubicBezTo>
                  <a:pt x="1989149" y="4992355"/>
                  <a:pt x="1989212" y="4992529"/>
                  <a:pt x="1989338" y="4992701"/>
                </a:cubicBezTo>
                <a:cubicBezTo>
                  <a:pt x="1988898" y="4992745"/>
                  <a:pt x="1988459" y="4992788"/>
                  <a:pt x="1988020" y="4992832"/>
                </a:cubicBezTo>
                <a:cubicBezTo>
                  <a:pt x="1987580" y="4992875"/>
                  <a:pt x="1987141" y="4992918"/>
                  <a:pt x="1986701" y="4992962"/>
                </a:cubicBezTo>
                <a:cubicBezTo>
                  <a:pt x="1986262" y="4993005"/>
                  <a:pt x="1985823" y="4993048"/>
                  <a:pt x="1985384" y="4993091"/>
                </a:cubicBezTo>
                <a:cubicBezTo>
                  <a:pt x="1984945" y="4993134"/>
                  <a:pt x="1984505" y="4993178"/>
                  <a:pt x="1984066" y="4993221"/>
                </a:cubicBezTo>
                <a:cubicBezTo>
                  <a:pt x="1984380" y="4992485"/>
                  <a:pt x="1984505" y="4991966"/>
                  <a:pt x="1984693" y="4991620"/>
                </a:cubicBezTo>
                <a:cubicBezTo>
                  <a:pt x="1984819" y="4991274"/>
                  <a:pt x="1985007" y="4991101"/>
                  <a:pt x="1985196" y="4990971"/>
                </a:cubicBezTo>
                <a:cubicBezTo>
                  <a:pt x="1985447" y="4990884"/>
                  <a:pt x="1985697" y="4990798"/>
                  <a:pt x="1986137" y="4990798"/>
                </a:cubicBezTo>
                <a:cubicBezTo>
                  <a:pt x="1986576" y="4990798"/>
                  <a:pt x="1987141" y="4990755"/>
                  <a:pt x="1987957" y="4990625"/>
                </a:cubicBezTo>
                <a:close/>
                <a:moveTo>
                  <a:pt x="1669919" y="4990322"/>
                </a:moveTo>
                <a:cubicBezTo>
                  <a:pt x="1673182" y="4990322"/>
                  <a:pt x="1677071" y="4991404"/>
                  <a:pt x="1681026" y="4992961"/>
                </a:cubicBezTo>
                <a:lnTo>
                  <a:pt x="1680962" y="4993005"/>
                </a:lnTo>
                <a:cubicBezTo>
                  <a:pt x="1684979" y="4994562"/>
                  <a:pt x="1689060" y="4996596"/>
                  <a:pt x="1692700" y="4998543"/>
                </a:cubicBezTo>
                <a:cubicBezTo>
                  <a:pt x="1696333" y="5000490"/>
                  <a:pt x="1699595" y="5002308"/>
                  <a:pt x="1701854" y="5003476"/>
                </a:cubicBezTo>
                <a:cubicBezTo>
                  <a:pt x="1695579" y="5003476"/>
                  <a:pt x="1689625" y="5003648"/>
                  <a:pt x="1684226" y="5003778"/>
                </a:cubicBezTo>
                <a:cubicBezTo>
                  <a:pt x="1678830" y="5003865"/>
                  <a:pt x="1674122" y="5003908"/>
                  <a:pt x="1670357" y="5003519"/>
                </a:cubicBezTo>
                <a:cubicBezTo>
                  <a:pt x="1666655" y="5003130"/>
                  <a:pt x="1663893" y="5002351"/>
                  <a:pt x="1662451" y="5000880"/>
                </a:cubicBezTo>
                <a:cubicBezTo>
                  <a:pt x="1661070" y="4999408"/>
                  <a:pt x="1661006" y="4997244"/>
                  <a:pt x="1662639" y="4994086"/>
                </a:cubicBezTo>
                <a:cubicBezTo>
                  <a:pt x="1664082" y="4991360"/>
                  <a:pt x="1666655" y="4990322"/>
                  <a:pt x="1669919" y="4990322"/>
                </a:cubicBezTo>
                <a:close/>
                <a:moveTo>
                  <a:pt x="2055105" y="4984351"/>
                </a:moveTo>
                <a:lnTo>
                  <a:pt x="2055167" y="4984394"/>
                </a:lnTo>
                <a:cubicBezTo>
                  <a:pt x="2063576" y="4990884"/>
                  <a:pt x="2067718" y="4997418"/>
                  <a:pt x="2068910" y="5003389"/>
                </a:cubicBezTo>
                <a:cubicBezTo>
                  <a:pt x="2070103" y="5009317"/>
                  <a:pt x="2068471" y="5014682"/>
                  <a:pt x="2065333" y="5018706"/>
                </a:cubicBezTo>
                <a:cubicBezTo>
                  <a:pt x="2062195" y="5022773"/>
                  <a:pt x="2057614" y="5025500"/>
                  <a:pt x="2053033" y="5026235"/>
                </a:cubicBezTo>
                <a:cubicBezTo>
                  <a:pt x="2048390" y="5026970"/>
                  <a:pt x="2043745" y="5025715"/>
                  <a:pt x="2040545" y="5021779"/>
                </a:cubicBezTo>
                <a:cubicBezTo>
                  <a:pt x="2039729" y="5020739"/>
                  <a:pt x="2039353" y="5019614"/>
                  <a:pt x="2039479" y="5018057"/>
                </a:cubicBezTo>
                <a:cubicBezTo>
                  <a:pt x="2039604" y="5016500"/>
                  <a:pt x="2040232" y="5014509"/>
                  <a:pt x="2041424" y="5011826"/>
                </a:cubicBezTo>
                <a:cubicBezTo>
                  <a:pt x="2042553" y="5009101"/>
                  <a:pt x="2044310" y="5005682"/>
                  <a:pt x="2046570" y="5001226"/>
                </a:cubicBezTo>
                <a:cubicBezTo>
                  <a:pt x="2048829" y="4996726"/>
                  <a:pt x="2051716" y="4991230"/>
                  <a:pt x="2055105" y="4984351"/>
                </a:cubicBezTo>
                <a:close/>
                <a:moveTo>
                  <a:pt x="1283026" y="4978855"/>
                </a:moveTo>
                <a:cubicBezTo>
                  <a:pt x="1283656" y="4979591"/>
                  <a:pt x="1284219" y="4980284"/>
                  <a:pt x="1284844" y="4981019"/>
                </a:cubicBezTo>
                <a:cubicBezTo>
                  <a:pt x="1285475" y="4981755"/>
                  <a:pt x="1286041" y="4982447"/>
                  <a:pt x="1286664" y="4983182"/>
                </a:cubicBezTo>
                <a:cubicBezTo>
                  <a:pt x="1287291" y="4983918"/>
                  <a:pt x="1287861" y="4984610"/>
                  <a:pt x="1288486" y="4985346"/>
                </a:cubicBezTo>
                <a:cubicBezTo>
                  <a:pt x="1289112" y="4986081"/>
                  <a:pt x="1289680" y="4986773"/>
                  <a:pt x="1290309" y="4987509"/>
                </a:cubicBezTo>
                <a:cubicBezTo>
                  <a:pt x="1289556" y="4987639"/>
                  <a:pt x="1288865" y="4987769"/>
                  <a:pt x="1288108" y="4987898"/>
                </a:cubicBezTo>
                <a:cubicBezTo>
                  <a:pt x="1287355" y="4988028"/>
                  <a:pt x="1286664" y="4988159"/>
                  <a:pt x="1285913" y="4988288"/>
                </a:cubicBezTo>
                <a:cubicBezTo>
                  <a:pt x="1285162" y="4988418"/>
                  <a:pt x="1284472" y="4988548"/>
                  <a:pt x="1283718" y="4988677"/>
                </a:cubicBezTo>
                <a:cubicBezTo>
                  <a:pt x="1282964" y="4988808"/>
                  <a:pt x="1282271" y="4988937"/>
                  <a:pt x="1281519" y="4989067"/>
                </a:cubicBezTo>
                <a:cubicBezTo>
                  <a:pt x="1281082" y="4988331"/>
                  <a:pt x="1280703" y="4987552"/>
                  <a:pt x="1280266" y="4986817"/>
                </a:cubicBezTo>
                <a:cubicBezTo>
                  <a:pt x="1279826" y="4986081"/>
                  <a:pt x="1279451" y="4985302"/>
                  <a:pt x="1279011" y="4984567"/>
                </a:cubicBezTo>
                <a:cubicBezTo>
                  <a:pt x="1278571" y="4983831"/>
                  <a:pt x="1278195" y="4983052"/>
                  <a:pt x="1277755" y="4982317"/>
                </a:cubicBezTo>
                <a:cubicBezTo>
                  <a:pt x="1277316" y="4981581"/>
                  <a:pt x="1276939" y="4980802"/>
                  <a:pt x="1276500" y="4980067"/>
                </a:cubicBezTo>
                <a:cubicBezTo>
                  <a:pt x="1277065" y="4979980"/>
                  <a:pt x="1277567" y="4979851"/>
                  <a:pt x="1278131" y="4979764"/>
                </a:cubicBezTo>
                <a:cubicBezTo>
                  <a:pt x="1278696" y="4979677"/>
                  <a:pt x="1279199" y="4979548"/>
                  <a:pt x="1279762" y="4979461"/>
                </a:cubicBezTo>
                <a:cubicBezTo>
                  <a:pt x="1280329" y="4979375"/>
                  <a:pt x="1280830" y="4979245"/>
                  <a:pt x="1281394" y="4979159"/>
                </a:cubicBezTo>
                <a:cubicBezTo>
                  <a:pt x="1281961" y="4979072"/>
                  <a:pt x="1282462" y="4978942"/>
                  <a:pt x="1283026" y="4978855"/>
                </a:cubicBezTo>
                <a:close/>
                <a:moveTo>
                  <a:pt x="2265963" y="4978163"/>
                </a:moveTo>
                <a:lnTo>
                  <a:pt x="2266026" y="4978206"/>
                </a:lnTo>
                <a:cubicBezTo>
                  <a:pt x="2266967" y="4979634"/>
                  <a:pt x="2267595" y="4980630"/>
                  <a:pt x="2267971" y="4981322"/>
                </a:cubicBezTo>
                <a:cubicBezTo>
                  <a:pt x="2268285" y="4982057"/>
                  <a:pt x="2268410" y="4982447"/>
                  <a:pt x="2268285" y="4982750"/>
                </a:cubicBezTo>
                <a:cubicBezTo>
                  <a:pt x="2268160" y="4983052"/>
                  <a:pt x="2267845" y="4983182"/>
                  <a:pt x="2267344" y="4983355"/>
                </a:cubicBezTo>
                <a:cubicBezTo>
                  <a:pt x="2266841" y="4983529"/>
                  <a:pt x="2266152" y="4983701"/>
                  <a:pt x="2265398" y="4984048"/>
                </a:cubicBezTo>
                <a:cubicBezTo>
                  <a:pt x="2264457" y="4982576"/>
                  <a:pt x="2263829" y="4981581"/>
                  <a:pt x="2263453" y="4980889"/>
                </a:cubicBezTo>
                <a:cubicBezTo>
                  <a:pt x="2263139" y="4980154"/>
                  <a:pt x="2263014" y="4979764"/>
                  <a:pt x="2263139" y="4979461"/>
                </a:cubicBezTo>
                <a:cubicBezTo>
                  <a:pt x="2263264" y="4979159"/>
                  <a:pt x="2263579" y="4979029"/>
                  <a:pt x="2264081" y="4978855"/>
                </a:cubicBezTo>
                <a:cubicBezTo>
                  <a:pt x="2264583" y="4978683"/>
                  <a:pt x="2265210" y="4978509"/>
                  <a:pt x="2265963" y="4978163"/>
                </a:cubicBezTo>
                <a:close/>
                <a:moveTo>
                  <a:pt x="1759777" y="4968948"/>
                </a:moveTo>
                <a:cubicBezTo>
                  <a:pt x="1765488" y="4971024"/>
                  <a:pt x="1769316" y="4973577"/>
                  <a:pt x="1771639" y="4976952"/>
                </a:cubicBezTo>
                <a:cubicBezTo>
                  <a:pt x="1773961" y="4980371"/>
                  <a:pt x="1774839" y="4984568"/>
                  <a:pt x="1774839" y="4989933"/>
                </a:cubicBezTo>
                <a:cubicBezTo>
                  <a:pt x="1774776" y="4995298"/>
                  <a:pt x="1773772" y="5001789"/>
                  <a:pt x="1772328" y="5009750"/>
                </a:cubicBezTo>
                <a:cubicBezTo>
                  <a:pt x="1770885" y="5017669"/>
                  <a:pt x="1768940" y="5027101"/>
                  <a:pt x="1767057" y="5038265"/>
                </a:cubicBezTo>
                <a:cubicBezTo>
                  <a:pt x="1763606" y="5037009"/>
                  <a:pt x="1760593" y="5035884"/>
                  <a:pt x="1757895" y="5034890"/>
                </a:cubicBezTo>
                <a:cubicBezTo>
                  <a:pt x="1755196" y="5033894"/>
                  <a:pt x="1752812" y="5033029"/>
                  <a:pt x="1750615" y="5032207"/>
                </a:cubicBezTo>
                <a:cubicBezTo>
                  <a:pt x="1748419" y="5031385"/>
                  <a:pt x="1746473" y="5030649"/>
                  <a:pt x="1744591" y="5029957"/>
                </a:cubicBezTo>
                <a:cubicBezTo>
                  <a:pt x="1742708" y="5029221"/>
                  <a:pt x="1740888" y="5028571"/>
                  <a:pt x="1739131" y="5027923"/>
                </a:cubicBezTo>
                <a:cubicBezTo>
                  <a:pt x="1744339" y="5016198"/>
                  <a:pt x="1745595" y="5007890"/>
                  <a:pt x="1745155" y="5001702"/>
                </a:cubicBezTo>
                <a:cubicBezTo>
                  <a:pt x="1744780" y="4995558"/>
                  <a:pt x="1742708" y="4991534"/>
                  <a:pt x="1741327" y="4988332"/>
                </a:cubicBezTo>
                <a:cubicBezTo>
                  <a:pt x="1740010" y="4985173"/>
                  <a:pt x="1739257" y="4982837"/>
                  <a:pt x="1741578" y="4980024"/>
                </a:cubicBezTo>
                <a:cubicBezTo>
                  <a:pt x="1743900" y="4977256"/>
                  <a:pt x="1749172" y="4974010"/>
                  <a:pt x="1759777" y="4968991"/>
                </a:cubicBezTo>
                <a:close/>
                <a:moveTo>
                  <a:pt x="1482342" y="4962976"/>
                </a:moveTo>
                <a:cubicBezTo>
                  <a:pt x="1486233" y="4962587"/>
                  <a:pt x="1492446" y="4964230"/>
                  <a:pt x="1497904" y="4966611"/>
                </a:cubicBezTo>
                <a:cubicBezTo>
                  <a:pt x="1503360" y="4968947"/>
                  <a:pt x="1508137" y="4972063"/>
                  <a:pt x="1509140" y="4974572"/>
                </a:cubicBezTo>
                <a:cubicBezTo>
                  <a:pt x="1509830" y="4976216"/>
                  <a:pt x="1510206" y="4977860"/>
                  <a:pt x="1510396" y="4979634"/>
                </a:cubicBezTo>
                <a:cubicBezTo>
                  <a:pt x="1510583" y="4981409"/>
                  <a:pt x="1510583" y="4983312"/>
                  <a:pt x="1510520" y="4985346"/>
                </a:cubicBezTo>
                <a:cubicBezTo>
                  <a:pt x="1510458" y="4987380"/>
                  <a:pt x="1510269" y="4989630"/>
                  <a:pt x="1510143" y="4992096"/>
                </a:cubicBezTo>
                <a:cubicBezTo>
                  <a:pt x="1510019" y="4994562"/>
                  <a:pt x="1509894" y="4997288"/>
                  <a:pt x="1509894" y="5000360"/>
                </a:cubicBezTo>
                <a:cubicBezTo>
                  <a:pt x="1492762" y="4986514"/>
                  <a:pt x="1483911" y="4977384"/>
                  <a:pt x="1480334" y="4971587"/>
                </a:cubicBezTo>
                <a:cubicBezTo>
                  <a:pt x="1476757" y="4965788"/>
                  <a:pt x="1478387" y="4963366"/>
                  <a:pt x="1482342" y="4962976"/>
                </a:cubicBezTo>
                <a:close/>
                <a:moveTo>
                  <a:pt x="1819897" y="4960467"/>
                </a:moveTo>
                <a:cubicBezTo>
                  <a:pt x="1828558" y="4960381"/>
                  <a:pt x="1834644" y="4960770"/>
                  <a:pt x="1838661" y="4961592"/>
                </a:cubicBezTo>
                <a:lnTo>
                  <a:pt x="1838724" y="4961592"/>
                </a:lnTo>
                <a:cubicBezTo>
                  <a:pt x="1842740" y="4962414"/>
                  <a:pt x="1844623" y="4963669"/>
                  <a:pt x="1844874" y="4965356"/>
                </a:cubicBezTo>
                <a:cubicBezTo>
                  <a:pt x="1845125" y="4967044"/>
                  <a:pt x="1843682" y="4969121"/>
                  <a:pt x="1841046" y="4971544"/>
                </a:cubicBezTo>
                <a:cubicBezTo>
                  <a:pt x="1838347" y="4973967"/>
                  <a:pt x="1834519" y="4976780"/>
                  <a:pt x="1829813" y="4979895"/>
                </a:cubicBezTo>
                <a:cubicBezTo>
                  <a:pt x="1828055" y="4978553"/>
                  <a:pt x="1826925" y="4977905"/>
                  <a:pt x="1826110" y="4977342"/>
                </a:cubicBezTo>
                <a:cubicBezTo>
                  <a:pt x="1825231" y="4976780"/>
                  <a:pt x="1824729" y="4976347"/>
                  <a:pt x="1824290" y="4975481"/>
                </a:cubicBezTo>
                <a:cubicBezTo>
                  <a:pt x="1823851" y="4974616"/>
                  <a:pt x="1823412" y="4973318"/>
                  <a:pt x="1822784" y="4970981"/>
                </a:cubicBezTo>
                <a:cubicBezTo>
                  <a:pt x="1822094" y="4968645"/>
                  <a:pt x="1821278" y="4965356"/>
                  <a:pt x="1819897" y="4960467"/>
                </a:cubicBezTo>
                <a:close/>
                <a:moveTo>
                  <a:pt x="1674751" y="4960163"/>
                </a:moveTo>
                <a:cubicBezTo>
                  <a:pt x="1678328" y="4960899"/>
                  <a:pt x="1682721" y="4962413"/>
                  <a:pt x="1687490" y="4964880"/>
                </a:cubicBezTo>
                <a:cubicBezTo>
                  <a:pt x="1686235" y="4965399"/>
                  <a:pt x="1685043" y="4965962"/>
                  <a:pt x="1683789" y="4966481"/>
                </a:cubicBezTo>
                <a:cubicBezTo>
                  <a:pt x="1682532" y="4967000"/>
                  <a:pt x="1681215" y="4967563"/>
                  <a:pt x="1679897" y="4968125"/>
                </a:cubicBezTo>
                <a:cubicBezTo>
                  <a:pt x="1678578" y="4968688"/>
                  <a:pt x="1677197" y="4969293"/>
                  <a:pt x="1675693" y="4969942"/>
                </a:cubicBezTo>
                <a:cubicBezTo>
                  <a:pt x="1674185" y="4970592"/>
                  <a:pt x="1672617" y="4971240"/>
                  <a:pt x="1670923" y="4971976"/>
                </a:cubicBezTo>
                <a:cubicBezTo>
                  <a:pt x="1667158" y="4969034"/>
                  <a:pt x="1665150" y="4966524"/>
                  <a:pt x="1664520" y="4964534"/>
                </a:cubicBezTo>
                <a:lnTo>
                  <a:pt x="1664584" y="4964534"/>
                </a:lnTo>
                <a:cubicBezTo>
                  <a:pt x="1663957" y="4962543"/>
                  <a:pt x="1664647" y="4961116"/>
                  <a:pt x="1666467" y="4960337"/>
                </a:cubicBezTo>
                <a:cubicBezTo>
                  <a:pt x="1668286" y="4959558"/>
                  <a:pt x="1671112" y="4959428"/>
                  <a:pt x="1674751" y="4960163"/>
                </a:cubicBezTo>
                <a:close/>
                <a:moveTo>
                  <a:pt x="1047821" y="4959341"/>
                </a:moveTo>
                <a:cubicBezTo>
                  <a:pt x="1048572" y="4960424"/>
                  <a:pt x="1049388" y="4961462"/>
                  <a:pt x="1050205" y="4962500"/>
                </a:cubicBezTo>
                <a:cubicBezTo>
                  <a:pt x="1051084" y="4963538"/>
                  <a:pt x="1051899" y="4964534"/>
                  <a:pt x="1052653" y="4965529"/>
                </a:cubicBezTo>
                <a:cubicBezTo>
                  <a:pt x="1053406" y="4966524"/>
                  <a:pt x="1054158" y="4967520"/>
                  <a:pt x="1054722" y="4968515"/>
                </a:cubicBezTo>
                <a:lnTo>
                  <a:pt x="1054722" y="4968471"/>
                </a:lnTo>
                <a:cubicBezTo>
                  <a:pt x="1055288" y="4969467"/>
                  <a:pt x="1055791" y="4970462"/>
                  <a:pt x="1056042" y="4971500"/>
                </a:cubicBezTo>
                <a:cubicBezTo>
                  <a:pt x="1057297" y="4976044"/>
                  <a:pt x="1054849" y="4978424"/>
                  <a:pt x="1051084" y="4979245"/>
                </a:cubicBezTo>
                <a:cubicBezTo>
                  <a:pt x="1047319" y="4980067"/>
                  <a:pt x="1042299" y="4979245"/>
                  <a:pt x="1038407" y="4977471"/>
                </a:cubicBezTo>
                <a:cubicBezTo>
                  <a:pt x="1034516" y="4975697"/>
                  <a:pt x="1031756" y="4972884"/>
                  <a:pt x="1032508" y="4969683"/>
                </a:cubicBezTo>
                <a:cubicBezTo>
                  <a:pt x="1033261" y="4966481"/>
                  <a:pt x="1037592" y="4962846"/>
                  <a:pt x="1047821" y="4959341"/>
                </a:cubicBezTo>
                <a:close/>
                <a:moveTo>
                  <a:pt x="1585113" y="4956207"/>
                </a:moveTo>
                <a:lnTo>
                  <a:pt x="1587769" y="4957741"/>
                </a:lnTo>
                <a:cubicBezTo>
                  <a:pt x="1588336" y="4958563"/>
                  <a:pt x="1588463" y="4959991"/>
                  <a:pt x="1588336" y="4962803"/>
                </a:cubicBezTo>
                <a:cubicBezTo>
                  <a:pt x="1588210" y="4965659"/>
                  <a:pt x="1587708" y="4969899"/>
                  <a:pt x="1586953" y="4976389"/>
                </a:cubicBezTo>
                <a:cubicBezTo>
                  <a:pt x="1586201" y="4982880"/>
                  <a:pt x="1585199" y="4991620"/>
                  <a:pt x="1583880" y="5003433"/>
                </a:cubicBezTo>
                <a:cubicBezTo>
                  <a:pt x="1577227" y="4999105"/>
                  <a:pt x="1572270" y="4995817"/>
                  <a:pt x="1569007" y="4992832"/>
                </a:cubicBezTo>
                <a:cubicBezTo>
                  <a:pt x="1565744" y="4989846"/>
                  <a:pt x="1564175" y="4987206"/>
                  <a:pt x="1564239" y="4984178"/>
                </a:cubicBezTo>
                <a:cubicBezTo>
                  <a:pt x="1564301" y="4981149"/>
                  <a:pt x="1566121" y="4977774"/>
                  <a:pt x="1569572" y="4973361"/>
                </a:cubicBezTo>
                <a:close/>
                <a:moveTo>
                  <a:pt x="1585072" y="4956183"/>
                </a:moveTo>
                <a:lnTo>
                  <a:pt x="1585135" y="4956183"/>
                </a:lnTo>
                <a:lnTo>
                  <a:pt x="1585113" y="4956207"/>
                </a:lnTo>
                <a:close/>
                <a:moveTo>
                  <a:pt x="2007849" y="4952635"/>
                </a:moveTo>
                <a:cubicBezTo>
                  <a:pt x="2007222" y="4952939"/>
                  <a:pt x="2006532" y="4953285"/>
                  <a:pt x="2005653" y="4953674"/>
                </a:cubicBezTo>
                <a:cubicBezTo>
                  <a:pt x="2004963" y="4953803"/>
                  <a:pt x="2004210" y="4953933"/>
                  <a:pt x="2003456" y="4954064"/>
                </a:cubicBezTo>
                <a:cubicBezTo>
                  <a:pt x="2002767" y="4954193"/>
                  <a:pt x="2002013" y="4954323"/>
                  <a:pt x="2001260" y="4954453"/>
                </a:cubicBezTo>
                <a:cubicBezTo>
                  <a:pt x="2000570" y="4954582"/>
                  <a:pt x="1999817" y="4954713"/>
                  <a:pt x="1999064" y="4954842"/>
                </a:cubicBezTo>
                <a:cubicBezTo>
                  <a:pt x="1998374" y="4954972"/>
                  <a:pt x="1997621" y="4955102"/>
                  <a:pt x="1996867" y="4955231"/>
                </a:cubicBezTo>
                <a:cubicBezTo>
                  <a:pt x="1997495" y="4955059"/>
                  <a:pt x="1998122" y="4954885"/>
                  <a:pt x="1998751" y="4954713"/>
                </a:cubicBezTo>
                <a:cubicBezTo>
                  <a:pt x="1999378" y="4954539"/>
                  <a:pt x="2000005" y="4954366"/>
                  <a:pt x="2000633" y="4954193"/>
                </a:cubicBezTo>
                <a:cubicBezTo>
                  <a:pt x="2001260" y="4954020"/>
                  <a:pt x="2001887" y="4953847"/>
                  <a:pt x="2002515" y="4953674"/>
                </a:cubicBezTo>
                <a:cubicBezTo>
                  <a:pt x="2003143" y="4953501"/>
                  <a:pt x="2003771" y="4953328"/>
                  <a:pt x="2004398" y="4953155"/>
                </a:cubicBezTo>
                <a:lnTo>
                  <a:pt x="2004272" y="4953068"/>
                </a:lnTo>
                <a:cubicBezTo>
                  <a:pt x="2005214" y="4952939"/>
                  <a:pt x="2006155" y="4952852"/>
                  <a:pt x="2007097" y="4952722"/>
                </a:cubicBezTo>
                <a:close/>
                <a:moveTo>
                  <a:pt x="2012305" y="4950817"/>
                </a:moveTo>
                <a:cubicBezTo>
                  <a:pt x="2012744" y="4950731"/>
                  <a:pt x="2013059" y="4950817"/>
                  <a:pt x="2013560" y="4950991"/>
                </a:cubicBezTo>
                <a:cubicBezTo>
                  <a:pt x="2014063" y="4951164"/>
                  <a:pt x="2014690" y="4951467"/>
                  <a:pt x="2015694" y="4951770"/>
                </a:cubicBezTo>
                <a:cubicBezTo>
                  <a:pt x="2014753" y="4951899"/>
                  <a:pt x="2013811" y="4951986"/>
                  <a:pt x="2012870" y="4952116"/>
                </a:cubicBezTo>
                <a:cubicBezTo>
                  <a:pt x="2011929" y="4952245"/>
                  <a:pt x="2010987" y="4952332"/>
                  <a:pt x="2010046" y="4952462"/>
                </a:cubicBezTo>
                <a:cubicBezTo>
                  <a:pt x="2009356" y="4952549"/>
                  <a:pt x="2008665" y="4952634"/>
                  <a:pt x="2007975" y="4952721"/>
                </a:cubicBezTo>
                <a:cubicBezTo>
                  <a:pt x="2008853" y="4952289"/>
                  <a:pt x="2009669" y="4951899"/>
                  <a:pt x="2010234" y="4951640"/>
                </a:cubicBezTo>
                <a:cubicBezTo>
                  <a:pt x="2011238" y="4951207"/>
                  <a:pt x="2011866" y="4950948"/>
                  <a:pt x="2012305" y="4950861"/>
                </a:cubicBezTo>
                <a:close/>
                <a:moveTo>
                  <a:pt x="2058618" y="4944111"/>
                </a:moveTo>
                <a:cubicBezTo>
                  <a:pt x="2062133" y="4942770"/>
                  <a:pt x="2067341" y="4942683"/>
                  <a:pt x="2074810" y="4944241"/>
                </a:cubicBezTo>
                <a:cubicBezTo>
                  <a:pt x="2078073" y="4951380"/>
                  <a:pt x="2078888" y="4956875"/>
                  <a:pt x="2078073" y="4961116"/>
                </a:cubicBezTo>
                <a:cubicBezTo>
                  <a:pt x="2077257" y="4965356"/>
                  <a:pt x="2074872" y="4968384"/>
                  <a:pt x="2071734" y="4970592"/>
                </a:cubicBezTo>
                <a:cubicBezTo>
                  <a:pt x="2068596" y="4972799"/>
                  <a:pt x="2064832" y="4974226"/>
                  <a:pt x="2061255" y="4975265"/>
                </a:cubicBezTo>
                <a:cubicBezTo>
                  <a:pt x="2057677" y="4976303"/>
                  <a:pt x="2054352" y="4976995"/>
                  <a:pt x="2052218" y="4977730"/>
                </a:cubicBezTo>
                <a:cubicBezTo>
                  <a:pt x="2052218" y="4972928"/>
                  <a:pt x="2051779" y="4968038"/>
                  <a:pt x="2051527" y="4963495"/>
                </a:cubicBezTo>
                <a:cubicBezTo>
                  <a:pt x="2051338" y="4958995"/>
                  <a:pt x="2051338" y="4954799"/>
                  <a:pt x="2052280" y="4951424"/>
                </a:cubicBezTo>
                <a:cubicBezTo>
                  <a:pt x="2053222" y="4948049"/>
                  <a:pt x="2055104" y="4945453"/>
                  <a:pt x="2058618" y="4944111"/>
                </a:cubicBezTo>
                <a:close/>
                <a:moveTo>
                  <a:pt x="1679203" y="4936323"/>
                </a:moveTo>
                <a:cubicBezTo>
                  <a:pt x="1680083" y="4936712"/>
                  <a:pt x="1680899" y="4937058"/>
                  <a:pt x="1681651" y="4937361"/>
                </a:cubicBezTo>
                <a:cubicBezTo>
                  <a:pt x="1682404" y="4937664"/>
                  <a:pt x="1683095" y="4937968"/>
                  <a:pt x="1683721" y="4938227"/>
                </a:cubicBezTo>
                <a:cubicBezTo>
                  <a:pt x="1684349" y="4938486"/>
                  <a:pt x="1684915" y="4938746"/>
                  <a:pt x="1685480" y="4938962"/>
                </a:cubicBezTo>
                <a:cubicBezTo>
                  <a:pt x="1686044" y="4939222"/>
                  <a:pt x="1686609" y="4939439"/>
                  <a:pt x="1687110" y="4939654"/>
                </a:cubicBezTo>
                <a:cubicBezTo>
                  <a:pt x="1683283" y="4940564"/>
                  <a:pt x="1680710" y="4941169"/>
                  <a:pt x="1678827" y="4941602"/>
                </a:cubicBezTo>
                <a:cubicBezTo>
                  <a:pt x="1676946" y="4942034"/>
                  <a:pt x="1675878" y="4942251"/>
                  <a:pt x="1675126" y="4942294"/>
                </a:cubicBezTo>
                <a:cubicBezTo>
                  <a:pt x="1674372" y="4942337"/>
                  <a:pt x="1673932" y="4942207"/>
                  <a:pt x="1673431" y="4941948"/>
                </a:cubicBezTo>
                <a:lnTo>
                  <a:pt x="1673368" y="4941948"/>
                </a:lnTo>
                <a:cubicBezTo>
                  <a:pt x="1672866" y="4941689"/>
                  <a:pt x="1672238" y="4941256"/>
                  <a:pt x="1671046" y="4940736"/>
                </a:cubicBezTo>
                <a:cubicBezTo>
                  <a:pt x="1671737" y="4940347"/>
                  <a:pt x="1672425" y="4940001"/>
                  <a:pt x="1673115" y="4939611"/>
                </a:cubicBezTo>
                <a:cubicBezTo>
                  <a:pt x="1673807" y="4939222"/>
                  <a:pt x="1674497" y="4938876"/>
                  <a:pt x="1675188" y="4938486"/>
                </a:cubicBezTo>
                <a:cubicBezTo>
                  <a:pt x="1675878" y="4938140"/>
                  <a:pt x="1676504" y="4937750"/>
                  <a:pt x="1677195" y="4937405"/>
                </a:cubicBezTo>
                <a:cubicBezTo>
                  <a:pt x="1677886" y="4937058"/>
                  <a:pt x="1678576" y="4936669"/>
                  <a:pt x="1679203" y="4936323"/>
                </a:cubicBezTo>
                <a:close/>
                <a:moveTo>
                  <a:pt x="1054030" y="4927323"/>
                </a:moveTo>
                <a:lnTo>
                  <a:pt x="1054784" y="4927366"/>
                </a:lnTo>
                <a:lnTo>
                  <a:pt x="1055473" y="4927453"/>
                </a:lnTo>
                <a:lnTo>
                  <a:pt x="1056227" y="4927496"/>
                </a:lnTo>
                <a:lnTo>
                  <a:pt x="1056918" y="4927539"/>
                </a:lnTo>
                <a:lnTo>
                  <a:pt x="1056478" y="4927928"/>
                </a:lnTo>
                <a:lnTo>
                  <a:pt x="1055976" y="4928275"/>
                </a:lnTo>
                <a:lnTo>
                  <a:pt x="1055537" y="4928621"/>
                </a:lnTo>
                <a:lnTo>
                  <a:pt x="1055034" y="4928968"/>
                </a:lnTo>
                <a:lnTo>
                  <a:pt x="1054784" y="4928578"/>
                </a:lnTo>
                <a:lnTo>
                  <a:pt x="1054533" y="4928145"/>
                </a:lnTo>
                <a:lnTo>
                  <a:pt x="1054281" y="4927756"/>
                </a:lnTo>
                <a:close/>
                <a:moveTo>
                  <a:pt x="1924637" y="4925289"/>
                </a:moveTo>
                <a:lnTo>
                  <a:pt x="1932042" y="4943635"/>
                </a:lnTo>
                <a:lnTo>
                  <a:pt x="1931979" y="4963366"/>
                </a:lnTo>
                <a:cubicBezTo>
                  <a:pt x="1930912" y="4969770"/>
                  <a:pt x="1928904" y="4975698"/>
                  <a:pt x="1926268" y="4980544"/>
                </a:cubicBezTo>
                <a:cubicBezTo>
                  <a:pt x="1923633" y="4985390"/>
                  <a:pt x="1920369" y="4989154"/>
                  <a:pt x="1916792" y="4991102"/>
                </a:cubicBezTo>
                <a:cubicBezTo>
                  <a:pt x="1912462" y="4988332"/>
                  <a:pt x="1909701" y="4985693"/>
                  <a:pt x="1908320" y="4982535"/>
                </a:cubicBezTo>
                <a:cubicBezTo>
                  <a:pt x="1906939" y="4979419"/>
                  <a:pt x="1906877" y="4975785"/>
                  <a:pt x="1907881" y="4971068"/>
                </a:cubicBezTo>
                <a:cubicBezTo>
                  <a:pt x="1908885" y="4966352"/>
                  <a:pt x="1910956" y="4960597"/>
                  <a:pt x="1913842" y="4953154"/>
                </a:cubicBezTo>
                <a:cubicBezTo>
                  <a:pt x="1916730" y="4945713"/>
                  <a:pt x="1920432" y="4936626"/>
                  <a:pt x="1924637" y="4925289"/>
                </a:cubicBezTo>
                <a:close/>
                <a:moveTo>
                  <a:pt x="1838536" y="4922823"/>
                </a:moveTo>
                <a:lnTo>
                  <a:pt x="1838536" y="4925419"/>
                </a:lnTo>
                <a:cubicBezTo>
                  <a:pt x="1837971" y="4925506"/>
                  <a:pt x="1837406" y="4925592"/>
                  <a:pt x="1836842" y="4925678"/>
                </a:cubicBezTo>
                <a:cubicBezTo>
                  <a:pt x="1836277" y="4925808"/>
                  <a:pt x="1835649" y="4925895"/>
                  <a:pt x="1835084" y="4925982"/>
                </a:cubicBezTo>
                <a:cubicBezTo>
                  <a:pt x="1834519" y="4926111"/>
                  <a:pt x="1833892" y="4926198"/>
                  <a:pt x="1833327" y="4926285"/>
                </a:cubicBezTo>
                <a:cubicBezTo>
                  <a:pt x="1832700" y="4926371"/>
                  <a:pt x="1832135" y="4926501"/>
                  <a:pt x="1831507" y="4926587"/>
                </a:cubicBezTo>
                <a:cubicBezTo>
                  <a:pt x="1831507" y="4925852"/>
                  <a:pt x="1831382" y="4925332"/>
                  <a:pt x="1831319" y="4924986"/>
                </a:cubicBezTo>
                <a:cubicBezTo>
                  <a:pt x="1831256" y="4924597"/>
                  <a:pt x="1831570" y="4924207"/>
                  <a:pt x="1831570" y="4924207"/>
                </a:cubicBezTo>
                <a:cubicBezTo>
                  <a:pt x="1831821" y="4924035"/>
                  <a:pt x="1832449" y="4923905"/>
                  <a:pt x="1833515" y="4923688"/>
                </a:cubicBezTo>
                <a:cubicBezTo>
                  <a:pt x="1834644" y="4923472"/>
                  <a:pt x="1836213" y="4923212"/>
                  <a:pt x="1838536" y="4922823"/>
                </a:cubicBezTo>
                <a:close/>
                <a:moveTo>
                  <a:pt x="1761393" y="4919731"/>
                </a:moveTo>
                <a:lnTo>
                  <a:pt x="1772768" y="4925462"/>
                </a:lnTo>
                <a:cubicBezTo>
                  <a:pt x="1775341" y="4927150"/>
                  <a:pt x="1776659" y="4928794"/>
                  <a:pt x="1776722" y="4930914"/>
                </a:cubicBezTo>
                <a:cubicBezTo>
                  <a:pt x="1776847" y="4933034"/>
                  <a:pt x="1775655" y="4935630"/>
                  <a:pt x="1773333" y="4939265"/>
                </a:cubicBezTo>
                <a:cubicBezTo>
                  <a:pt x="1770949" y="4942899"/>
                  <a:pt x="1767434" y="4947529"/>
                  <a:pt x="1762665" y="4953717"/>
                </a:cubicBezTo>
                <a:cubicBezTo>
                  <a:pt x="1760406" y="4952808"/>
                  <a:pt x="1758397" y="4951986"/>
                  <a:pt x="1756577" y="4951207"/>
                </a:cubicBezTo>
                <a:cubicBezTo>
                  <a:pt x="1754695" y="4950428"/>
                  <a:pt x="1753000" y="4949736"/>
                  <a:pt x="1751431" y="4949087"/>
                </a:cubicBezTo>
                <a:cubicBezTo>
                  <a:pt x="1749800" y="4948395"/>
                  <a:pt x="1748294" y="4947788"/>
                  <a:pt x="1746850" y="4947183"/>
                </a:cubicBezTo>
                <a:cubicBezTo>
                  <a:pt x="1745407" y="4946578"/>
                  <a:pt x="1743964" y="4945971"/>
                  <a:pt x="1742457" y="4945366"/>
                </a:cubicBezTo>
                <a:cubicBezTo>
                  <a:pt x="1744089" y="4943159"/>
                  <a:pt x="1745658" y="4940996"/>
                  <a:pt x="1747227" y="4938875"/>
                </a:cubicBezTo>
                <a:cubicBezTo>
                  <a:pt x="1748796" y="4936755"/>
                  <a:pt x="1750365" y="4934635"/>
                  <a:pt x="1751934" y="4932515"/>
                </a:cubicBezTo>
                <a:cubicBezTo>
                  <a:pt x="1753503" y="4930395"/>
                  <a:pt x="1755072" y="4928275"/>
                  <a:pt x="1756641" y="4926154"/>
                </a:cubicBezTo>
                <a:close/>
                <a:moveTo>
                  <a:pt x="1761346" y="4919707"/>
                </a:moveTo>
                <a:lnTo>
                  <a:pt x="1761410" y="4919707"/>
                </a:lnTo>
                <a:lnTo>
                  <a:pt x="1761393" y="4919731"/>
                </a:lnTo>
                <a:close/>
                <a:moveTo>
                  <a:pt x="2275440" y="4919578"/>
                </a:moveTo>
                <a:lnTo>
                  <a:pt x="2275440" y="4946274"/>
                </a:lnTo>
                <a:cubicBezTo>
                  <a:pt x="2271548" y="4941038"/>
                  <a:pt x="2268661" y="4937102"/>
                  <a:pt x="2266716" y="4934073"/>
                </a:cubicBezTo>
                <a:cubicBezTo>
                  <a:pt x="2264771" y="4931044"/>
                  <a:pt x="2263829" y="4928924"/>
                  <a:pt x="2263829" y="4927236"/>
                </a:cubicBezTo>
                <a:lnTo>
                  <a:pt x="2263829" y="4927192"/>
                </a:lnTo>
                <a:cubicBezTo>
                  <a:pt x="2263829" y="4925549"/>
                  <a:pt x="2264771" y="4924337"/>
                  <a:pt x="2266716" y="4923212"/>
                </a:cubicBezTo>
                <a:cubicBezTo>
                  <a:pt x="2268661" y="4922087"/>
                  <a:pt x="2271548" y="4921005"/>
                  <a:pt x="2275440" y="4919578"/>
                </a:cubicBezTo>
                <a:close/>
                <a:moveTo>
                  <a:pt x="2073493" y="4918626"/>
                </a:moveTo>
                <a:cubicBezTo>
                  <a:pt x="2074120" y="4919232"/>
                  <a:pt x="2074685" y="4919622"/>
                  <a:pt x="2075062" y="4919881"/>
                </a:cubicBezTo>
                <a:cubicBezTo>
                  <a:pt x="2075438" y="4920140"/>
                  <a:pt x="2075563" y="4920314"/>
                  <a:pt x="2075563" y="4920617"/>
                </a:cubicBezTo>
                <a:cubicBezTo>
                  <a:pt x="2075563" y="4920920"/>
                  <a:pt x="2075312" y="4921265"/>
                  <a:pt x="2074747" y="4921915"/>
                </a:cubicBezTo>
                <a:cubicBezTo>
                  <a:pt x="2074182" y="4922564"/>
                  <a:pt x="2073367" y="4923472"/>
                  <a:pt x="2072237" y="4924814"/>
                </a:cubicBezTo>
                <a:cubicBezTo>
                  <a:pt x="2072049" y="4924640"/>
                  <a:pt x="2071673" y="4924294"/>
                  <a:pt x="2071673" y="4924294"/>
                </a:cubicBezTo>
                <a:lnTo>
                  <a:pt x="2071673" y="4924338"/>
                </a:lnTo>
                <a:cubicBezTo>
                  <a:pt x="2071485" y="4924164"/>
                  <a:pt x="2071296" y="4923992"/>
                  <a:pt x="2071108" y="4923818"/>
                </a:cubicBezTo>
                <a:cubicBezTo>
                  <a:pt x="2070920" y="4923645"/>
                  <a:pt x="2070731" y="4923472"/>
                  <a:pt x="2070543" y="4923300"/>
                </a:cubicBezTo>
                <a:cubicBezTo>
                  <a:pt x="2070355" y="4923126"/>
                  <a:pt x="2070166" y="4922953"/>
                  <a:pt x="2069978" y="4922780"/>
                </a:cubicBezTo>
                <a:cubicBezTo>
                  <a:pt x="2070292" y="4922434"/>
                  <a:pt x="2070543" y="4922088"/>
                  <a:pt x="2070857" y="4921742"/>
                </a:cubicBezTo>
                <a:cubicBezTo>
                  <a:pt x="2071170" y="4921396"/>
                  <a:pt x="2071421" y="4921050"/>
                  <a:pt x="2071735" y="4920703"/>
                </a:cubicBezTo>
                <a:cubicBezTo>
                  <a:pt x="2072049" y="4920357"/>
                  <a:pt x="2072300" y="4920011"/>
                  <a:pt x="2072613" y="4919665"/>
                </a:cubicBezTo>
                <a:cubicBezTo>
                  <a:pt x="2072928" y="4919318"/>
                  <a:pt x="2073178" y="4918972"/>
                  <a:pt x="2073493" y="4918626"/>
                </a:cubicBezTo>
                <a:close/>
                <a:moveTo>
                  <a:pt x="1597997" y="4915597"/>
                </a:moveTo>
                <a:cubicBezTo>
                  <a:pt x="1599128" y="4917112"/>
                  <a:pt x="1599942" y="4918151"/>
                  <a:pt x="1600507" y="4918886"/>
                </a:cubicBezTo>
                <a:lnTo>
                  <a:pt x="1600507" y="4918843"/>
                </a:lnTo>
                <a:cubicBezTo>
                  <a:pt x="1601009" y="4919579"/>
                  <a:pt x="1601260" y="4920011"/>
                  <a:pt x="1601009" y="4920357"/>
                </a:cubicBezTo>
                <a:cubicBezTo>
                  <a:pt x="1600758" y="4920703"/>
                  <a:pt x="1600067" y="4920963"/>
                  <a:pt x="1598813" y="4921352"/>
                </a:cubicBezTo>
                <a:cubicBezTo>
                  <a:pt x="1597559" y="4921742"/>
                  <a:pt x="1595737" y="4922218"/>
                  <a:pt x="1593228" y="4923039"/>
                </a:cubicBezTo>
                <a:cubicBezTo>
                  <a:pt x="1592788" y="4922737"/>
                  <a:pt x="1592286" y="4922434"/>
                  <a:pt x="1591847" y="4922131"/>
                </a:cubicBezTo>
                <a:cubicBezTo>
                  <a:pt x="1591344" y="4921828"/>
                  <a:pt x="1590905" y="4921526"/>
                  <a:pt x="1590467" y="4921222"/>
                </a:cubicBezTo>
                <a:cubicBezTo>
                  <a:pt x="1589963" y="4920919"/>
                  <a:pt x="1589525" y="4920617"/>
                  <a:pt x="1589086" y="4920314"/>
                </a:cubicBezTo>
                <a:cubicBezTo>
                  <a:pt x="1588583" y="4920011"/>
                  <a:pt x="1588144" y="4919708"/>
                  <a:pt x="1587705" y="4919405"/>
                </a:cubicBezTo>
                <a:cubicBezTo>
                  <a:pt x="1588583" y="4919059"/>
                  <a:pt x="1589401" y="4918756"/>
                  <a:pt x="1590279" y="4918454"/>
                </a:cubicBezTo>
                <a:cubicBezTo>
                  <a:pt x="1591157" y="4918107"/>
                  <a:pt x="1591973" y="4917804"/>
                  <a:pt x="1592852" y="4917501"/>
                </a:cubicBezTo>
                <a:cubicBezTo>
                  <a:pt x="1593729" y="4917155"/>
                  <a:pt x="1594545" y="4916852"/>
                  <a:pt x="1595424" y="4916550"/>
                </a:cubicBezTo>
                <a:cubicBezTo>
                  <a:pt x="1596302" y="4916203"/>
                  <a:pt x="1597120" y="4915901"/>
                  <a:pt x="1597997" y="4915597"/>
                </a:cubicBezTo>
                <a:close/>
                <a:moveTo>
                  <a:pt x="1540767" y="4914776"/>
                </a:moveTo>
                <a:lnTo>
                  <a:pt x="1540830" y="4914818"/>
                </a:lnTo>
                <a:cubicBezTo>
                  <a:pt x="1542335" y="4914949"/>
                  <a:pt x="1542963" y="4915468"/>
                  <a:pt x="1543778" y="4916419"/>
                </a:cubicBezTo>
                <a:cubicBezTo>
                  <a:pt x="1544596" y="4917372"/>
                  <a:pt x="1545473" y="4918756"/>
                  <a:pt x="1547481" y="4920617"/>
                </a:cubicBezTo>
                <a:cubicBezTo>
                  <a:pt x="1541520" y="4921785"/>
                  <a:pt x="1537629" y="4922651"/>
                  <a:pt x="1534805" y="4923169"/>
                </a:cubicBezTo>
                <a:cubicBezTo>
                  <a:pt x="1532043" y="4923689"/>
                  <a:pt x="1530348" y="4923862"/>
                  <a:pt x="1528843" y="4923689"/>
                </a:cubicBezTo>
                <a:cubicBezTo>
                  <a:pt x="1527337" y="4923516"/>
                  <a:pt x="1526019" y="4922954"/>
                  <a:pt x="1523948" y="4921958"/>
                </a:cubicBezTo>
                <a:cubicBezTo>
                  <a:pt x="1521877" y="4920963"/>
                  <a:pt x="1519055" y="4919579"/>
                  <a:pt x="1514534" y="4917718"/>
                </a:cubicBezTo>
                <a:cubicBezTo>
                  <a:pt x="1523007" y="4916636"/>
                  <a:pt x="1528843" y="4915857"/>
                  <a:pt x="1532924" y="4915338"/>
                </a:cubicBezTo>
                <a:cubicBezTo>
                  <a:pt x="1536939" y="4914818"/>
                  <a:pt x="1539262" y="4914602"/>
                  <a:pt x="1540767" y="4914776"/>
                </a:cubicBezTo>
                <a:close/>
                <a:moveTo>
                  <a:pt x="1836465" y="4905602"/>
                </a:moveTo>
                <a:cubicBezTo>
                  <a:pt x="1837030" y="4905819"/>
                  <a:pt x="1837657" y="4905992"/>
                  <a:pt x="1838222" y="4906208"/>
                </a:cubicBezTo>
                <a:cubicBezTo>
                  <a:pt x="1838787" y="4906424"/>
                  <a:pt x="1839415" y="4906597"/>
                  <a:pt x="1839980" y="4906814"/>
                </a:cubicBezTo>
                <a:cubicBezTo>
                  <a:pt x="1840544" y="4907030"/>
                  <a:pt x="1841172" y="4907203"/>
                  <a:pt x="1841736" y="4907419"/>
                </a:cubicBezTo>
                <a:cubicBezTo>
                  <a:pt x="1842301" y="4907593"/>
                  <a:pt x="1842929" y="4907809"/>
                  <a:pt x="1843493" y="4908026"/>
                </a:cubicBezTo>
                <a:cubicBezTo>
                  <a:pt x="1842992" y="4908328"/>
                  <a:pt x="1842553" y="4908674"/>
                  <a:pt x="1842050" y="4908977"/>
                </a:cubicBezTo>
                <a:cubicBezTo>
                  <a:pt x="1841549" y="4909280"/>
                  <a:pt x="1841109" y="4909626"/>
                  <a:pt x="1840607" y="4909929"/>
                </a:cubicBezTo>
                <a:cubicBezTo>
                  <a:pt x="1840105" y="4910232"/>
                  <a:pt x="1839665" y="4910578"/>
                  <a:pt x="1839164" y="4910881"/>
                </a:cubicBezTo>
                <a:lnTo>
                  <a:pt x="1839226" y="4910881"/>
                </a:lnTo>
                <a:cubicBezTo>
                  <a:pt x="1838724" y="4911184"/>
                  <a:pt x="1838285" y="4911530"/>
                  <a:pt x="1837783" y="4911832"/>
                </a:cubicBezTo>
                <a:cubicBezTo>
                  <a:pt x="1836528" y="4910578"/>
                  <a:pt x="1835649" y="4909713"/>
                  <a:pt x="1835022" y="4909107"/>
                </a:cubicBezTo>
                <a:cubicBezTo>
                  <a:pt x="1834395" y="4908501"/>
                  <a:pt x="1834080" y="4908155"/>
                  <a:pt x="1834080" y="4907852"/>
                </a:cubicBezTo>
                <a:cubicBezTo>
                  <a:pt x="1834018" y="4907549"/>
                  <a:pt x="1834206" y="4907333"/>
                  <a:pt x="1834645" y="4907030"/>
                </a:cubicBezTo>
                <a:cubicBezTo>
                  <a:pt x="1835022" y="4906727"/>
                  <a:pt x="1835649" y="4906294"/>
                  <a:pt x="1836465" y="4905602"/>
                </a:cubicBezTo>
                <a:close/>
                <a:moveTo>
                  <a:pt x="1284598" y="4903179"/>
                </a:moveTo>
                <a:cubicBezTo>
                  <a:pt x="1290933" y="4902184"/>
                  <a:pt x="1297087" y="4902357"/>
                  <a:pt x="1302358" y="4903265"/>
                </a:cubicBezTo>
                <a:cubicBezTo>
                  <a:pt x="1307630" y="4904218"/>
                  <a:pt x="1312023" y="4905861"/>
                  <a:pt x="1314846" y="4907809"/>
                </a:cubicBezTo>
                <a:cubicBezTo>
                  <a:pt x="1317669" y="4909756"/>
                  <a:pt x="1318926" y="4911963"/>
                  <a:pt x="1317859" y="4913997"/>
                </a:cubicBezTo>
                <a:cubicBezTo>
                  <a:pt x="1315788" y="4918020"/>
                  <a:pt x="1312023" y="4920011"/>
                  <a:pt x="1307377" y="4920703"/>
                </a:cubicBezTo>
                <a:cubicBezTo>
                  <a:pt x="1302735" y="4921395"/>
                  <a:pt x="1297274" y="4920746"/>
                  <a:pt x="1291812" y="4919491"/>
                </a:cubicBezTo>
                <a:cubicBezTo>
                  <a:pt x="1286353" y="4918236"/>
                  <a:pt x="1280895" y="4916376"/>
                  <a:pt x="1276253" y="4914602"/>
                </a:cubicBezTo>
                <a:cubicBezTo>
                  <a:pt x="1271669" y="4912828"/>
                  <a:pt x="1267905" y="4911184"/>
                  <a:pt x="1265834" y="4910361"/>
                </a:cubicBezTo>
                <a:cubicBezTo>
                  <a:pt x="1271795" y="4906468"/>
                  <a:pt x="1278258" y="4904218"/>
                  <a:pt x="1284598" y="4903179"/>
                </a:cubicBezTo>
                <a:close/>
                <a:moveTo>
                  <a:pt x="775400" y="4899890"/>
                </a:moveTo>
                <a:cubicBezTo>
                  <a:pt x="781488" y="4906554"/>
                  <a:pt x="784061" y="4915035"/>
                  <a:pt x="784312" y="4924035"/>
                </a:cubicBezTo>
                <a:cubicBezTo>
                  <a:pt x="784563" y="4933035"/>
                  <a:pt x="782492" y="4942553"/>
                  <a:pt x="779229" y="4951380"/>
                </a:cubicBezTo>
                <a:cubicBezTo>
                  <a:pt x="775966" y="4960207"/>
                  <a:pt x="771573" y="4968255"/>
                  <a:pt x="767117" y="4974355"/>
                </a:cubicBezTo>
                <a:cubicBezTo>
                  <a:pt x="762662" y="4980457"/>
                  <a:pt x="758269" y="4984524"/>
                  <a:pt x="754943" y="4985389"/>
                </a:cubicBezTo>
                <a:cubicBezTo>
                  <a:pt x="752622" y="4982837"/>
                  <a:pt x="751115" y="4981538"/>
                  <a:pt x="750613" y="4979678"/>
                </a:cubicBezTo>
                <a:cubicBezTo>
                  <a:pt x="750111" y="4977817"/>
                  <a:pt x="750549" y="4975438"/>
                  <a:pt x="752056" y="4970721"/>
                </a:cubicBezTo>
                <a:cubicBezTo>
                  <a:pt x="753626" y="4965962"/>
                  <a:pt x="756199" y="4958909"/>
                  <a:pt x="760088" y="4947703"/>
                </a:cubicBezTo>
                <a:lnTo>
                  <a:pt x="759964" y="4947745"/>
                </a:lnTo>
                <a:cubicBezTo>
                  <a:pt x="763854" y="4936539"/>
                  <a:pt x="768938" y="4921178"/>
                  <a:pt x="775400" y="4899890"/>
                </a:cubicBezTo>
                <a:close/>
                <a:moveTo>
                  <a:pt x="1997935" y="4899198"/>
                </a:moveTo>
                <a:lnTo>
                  <a:pt x="1997871" y="4899631"/>
                </a:lnTo>
                <a:lnTo>
                  <a:pt x="1997809" y="4900020"/>
                </a:lnTo>
                <a:lnTo>
                  <a:pt x="1997683" y="4900410"/>
                </a:lnTo>
                <a:lnTo>
                  <a:pt x="1997621" y="4900843"/>
                </a:lnTo>
                <a:lnTo>
                  <a:pt x="1996867" y="4900583"/>
                </a:lnTo>
                <a:lnTo>
                  <a:pt x="1996178" y="4900323"/>
                </a:lnTo>
                <a:lnTo>
                  <a:pt x="1995424" y="4900107"/>
                </a:lnTo>
                <a:lnTo>
                  <a:pt x="1994671" y="4899848"/>
                </a:lnTo>
                <a:lnTo>
                  <a:pt x="1995487" y="4899718"/>
                </a:lnTo>
                <a:lnTo>
                  <a:pt x="1996302" y="4899544"/>
                </a:lnTo>
                <a:lnTo>
                  <a:pt x="1997118" y="4899371"/>
                </a:lnTo>
                <a:close/>
                <a:moveTo>
                  <a:pt x="911237" y="4896323"/>
                </a:moveTo>
                <a:lnTo>
                  <a:pt x="917350" y="4903222"/>
                </a:lnTo>
                <a:cubicBezTo>
                  <a:pt x="918542" y="4906683"/>
                  <a:pt x="918920" y="4910924"/>
                  <a:pt x="918920" y="4914991"/>
                </a:cubicBezTo>
                <a:cubicBezTo>
                  <a:pt x="918920" y="4919058"/>
                  <a:pt x="918607" y="4922953"/>
                  <a:pt x="918418" y="4925635"/>
                </a:cubicBezTo>
                <a:cubicBezTo>
                  <a:pt x="917915" y="4925678"/>
                  <a:pt x="917289" y="4925721"/>
                  <a:pt x="916785" y="4925765"/>
                </a:cubicBezTo>
                <a:cubicBezTo>
                  <a:pt x="916285" y="4925808"/>
                  <a:pt x="915719" y="4925895"/>
                  <a:pt x="915154" y="4925895"/>
                </a:cubicBezTo>
                <a:cubicBezTo>
                  <a:pt x="914652" y="4925938"/>
                  <a:pt x="914088" y="4926025"/>
                  <a:pt x="913522" y="4926025"/>
                </a:cubicBezTo>
                <a:cubicBezTo>
                  <a:pt x="913022" y="4926067"/>
                  <a:pt x="912457" y="4926154"/>
                  <a:pt x="911891" y="4926154"/>
                </a:cubicBezTo>
                <a:cubicBezTo>
                  <a:pt x="910700" y="4923991"/>
                  <a:pt x="909570" y="4921784"/>
                  <a:pt x="908376" y="4919621"/>
                </a:cubicBezTo>
                <a:cubicBezTo>
                  <a:pt x="907185" y="4917415"/>
                  <a:pt x="906055" y="4915250"/>
                  <a:pt x="904862" y="4913044"/>
                </a:cubicBezTo>
                <a:cubicBezTo>
                  <a:pt x="903670" y="4910837"/>
                  <a:pt x="902541" y="4908674"/>
                  <a:pt x="901348" y="4906467"/>
                </a:cubicBezTo>
                <a:cubicBezTo>
                  <a:pt x="900218" y="4904304"/>
                  <a:pt x="899026" y="4902097"/>
                  <a:pt x="897834" y="4899890"/>
                </a:cubicBezTo>
                <a:close/>
                <a:moveTo>
                  <a:pt x="911138" y="4896212"/>
                </a:moveTo>
                <a:lnTo>
                  <a:pt x="911327" y="4896299"/>
                </a:lnTo>
                <a:lnTo>
                  <a:pt x="911237" y="4896323"/>
                </a:lnTo>
                <a:close/>
                <a:moveTo>
                  <a:pt x="1065205" y="4887169"/>
                </a:moveTo>
                <a:cubicBezTo>
                  <a:pt x="1072233" y="4888770"/>
                  <a:pt x="1082588" y="4893011"/>
                  <a:pt x="1097398" y="4901275"/>
                </a:cubicBezTo>
                <a:cubicBezTo>
                  <a:pt x="1094198" y="4901448"/>
                  <a:pt x="1090934" y="4901621"/>
                  <a:pt x="1087670" y="4901794"/>
                </a:cubicBezTo>
                <a:cubicBezTo>
                  <a:pt x="1084408" y="4902011"/>
                  <a:pt x="1081082" y="4902183"/>
                  <a:pt x="1077756" y="4902357"/>
                </a:cubicBezTo>
                <a:cubicBezTo>
                  <a:pt x="1074428" y="4902530"/>
                  <a:pt x="1071103" y="4902747"/>
                  <a:pt x="1067713" y="4902919"/>
                </a:cubicBezTo>
                <a:cubicBezTo>
                  <a:pt x="1064325" y="4903092"/>
                  <a:pt x="1060999" y="4903309"/>
                  <a:pt x="1057610" y="4903482"/>
                </a:cubicBezTo>
                <a:cubicBezTo>
                  <a:pt x="1055916" y="4902616"/>
                  <a:pt x="1053845" y="4899977"/>
                  <a:pt x="1052653" y="4897035"/>
                </a:cubicBezTo>
                <a:cubicBezTo>
                  <a:pt x="1051461" y="4894093"/>
                  <a:pt x="1051084" y="4890804"/>
                  <a:pt x="1052778" y="4888684"/>
                </a:cubicBezTo>
                <a:lnTo>
                  <a:pt x="1052715" y="4888640"/>
                </a:lnTo>
                <a:cubicBezTo>
                  <a:pt x="1054409" y="4886520"/>
                  <a:pt x="1058176" y="4885569"/>
                  <a:pt x="1065205" y="4887169"/>
                </a:cubicBezTo>
                <a:close/>
                <a:moveTo>
                  <a:pt x="1550307" y="4880376"/>
                </a:moveTo>
                <a:cubicBezTo>
                  <a:pt x="1557900" y="4879554"/>
                  <a:pt x="1567062" y="4879814"/>
                  <a:pt x="1577479" y="4881804"/>
                </a:cubicBezTo>
                <a:cubicBezTo>
                  <a:pt x="1575219" y="4884530"/>
                  <a:pt x="1572396" y="4886779"/>
                  <a:pt x="1569132" y="4888640"/>
                </a:cubicBezTo>
                <a:cubicBezTo>
                  <a:pt x="1565869" y="4890501"/>
                  <a:pt x="1562231" y="4892058"/>
                  <a:pt x="1558339" y="4893313"/>
                </a:cubicBezTo>
                <a:cubicBezTo>
                  <a:pt x="1554448" y="4894569"/>
                  <a:pt x="1550307" y="4895607"/>
                  <a:pt x="1545978" y="4896515"/>
                </a:cubicBezTo>
                <a:cubicBezTo>
                  <a:pt x="1541710" y="4897424"/>
                  <a:pt x="1537255" y="4898203"/>
                  <a:pt x="1532863" y="4898938"/>
                </a:cubicBezTo>
                <a:cubicBezTo>
                  <a:pt x="1528155" y="4897640"/>
                  <a:pt x="1526021" y="4895433"/>
                  <a:pt x="1526021" y="4892967"/>
                </a:cubicBezTo>
                <a:cubicBezTo>
                  <a:pt x="1526021" y="4890501"/>
                  <a:pt x="1528344" y="4887775"/>
                  <a:pt x="1532486" y="4885438"/>
                </a:cubicBezTo>
                <a:cubicBezTo>
                  <a:pt x="1536626" y="4883102"/>
                  <a:pt x="1542714" y="4881198"/>
                  <a:pt x="1550307" y="4880376"/>
                </a:cubicBezTo>
                <a:close/>
                <a:moveTo>
                  <a:pt x="996047" y="4877305"/>
                </a:moveTo>
                <a:cubicBezTo>
                  <a:pt x="997804" y="4877131"/>
                  <a:pt x="999498" y="4877348"/>
                  <a:pt x="1000377" y="4877823"/>
                </a:cubicBezTo>
                <a:lnTo>
                  <a:pt x="1000314" y="4877823"/>
                </a:lnTo>
                <a:cubicBezTo>
                  <a:pt x="1003452" y="4879511"/>
                  <a:pt x="1005083" y="4881026"/>
                  <a:pt x="1005586" y="4882453"/>
                </a:cubicBezTo>
                <a:cubicBezTo>
                  <a:pt x="1006151" y="4883881"/>
                  <a:pt x="1005586" y="4885136"/>
                  <a:pt x="1004519" y="4886305"/>
                </a:cubicBezTo>
                <a:cubicBezTo>
                  <a:pt x="1003452" y="4887473"/>
                  <a:pt x="1001820" y="4888511"/>
                  <a:pt x="1000251" y="4889419"/>
                </a:cubicBezTo>
                <a:cubicBezTo>
                  <a:pt x="998682" y="4890372"/>
                  <a:pt x="997113" y="4891151"/>
                  <a:pt x="996047" y="4891886"/>
                </a:cubicBezTo>
                <a:cubicBezTo>
                  <a:pt x="992219" y="4888468"/>
                  <a:pt x="990335" y="4885742"/>
                  <a:pt x="989771" y="4883621"/>
                </a:cubicBezTo>
                <a:cubicBezTo>
                  <a:pt x="989206" y="4881502"/>
                  <a:pt x="989897" y="4880030"/>
                  <a:pt x="991152" y="4878992"/>
                </a:cubicBezTo>
                <a:cubicBezTo>
                  <a:pt x="992406" y="4877997"/>
                  <a:pt x="994290" y="4877477"/>
                  <a:pt x="996047" y="4877305"/>
                </a:cubicBezTo>
                <a:close/>
                <a:moveTo>
                  <a:pt x="1801133" y="4873670"/>
                </a:moveTo>
                <a:lnTo>
                  <a:pt x="1800820" y="4874016"/>
                </a:lnTo>
                <a:lnTo>
                  <a:pt x="1800505" y="4874362"/>
                </a:lnTo>
                <a:lnTo>
                  <a:pt x="1800192" y="4874708"/>
                </a:lnTo>
                <a:lnTo>
                  <a:pt x="1799887" y="4875045"/>
                </a:lnTo>
                <a:lnTo>
                  <a:pt x="1799816" y="4875011"/>
                </a:lnTo>
                <a:lnTo>
                  <a:pt x="1799773" y="4874996"/>
                </a:lnTo>
                <a:lnTo>
                  <a:pt x="1799564" y="4874881"/>
                </a:lnTo>
                <a:lnTo>
                  <a:pt x="1799501" y="4874881"/>
                </a:lnTo>
                <a:cubicBezTo>
                  <a:pt x="1799564" y="4874881"/>
                  <a:pt x="1799690" y="4874967"/>
                  <a:pt x="1799690" y="4874967"/>
                </a:cubicBezTo>
                <a:lnTo>
                  <a:pt x="1799773" y="4874996"/>
                </a:lnTo>
                <a:lnTo>
                  <a:pt x="1799878" y="4875054"/>
                </a:lnTo>
                <a:lnTo>
                  <a:pt x="1799887" y="4875045"/>
                </a:lnTo>
                <a:lnTo>
                  <a:pt x="1800004" y="4875098"/>
                </a:lnTo>
                <a:cubicBezTo>
                  <a:pt x="1799627" y="4875011"/>
                  <a:pt x="1799251" y="4874881"/>
                  <a:pt x="1798874" y="4874752"/>
                </a:cubicBezTo>
                <a:cubicBezTo>
                  <a:pt x="1798874" y="4874708"/>
                  <a:pt x="1798874" y="4874535"/>
                  <a:pt x="1798874" y="4874535"/>
                </a:cubicBezTo>
                <a:lnTo>
                  <a:pt x="1799439" y="4874319"/>
                </a:lnTo>
                <a:lnTo>
                  <a:pt x="1800004" y="4874102"/>
                </a:lnTo>
                <a:lnTo>
                  <a:pt x="1800568" y="4873886"/>
                </a:lnTo>
                <a:close/>
                <a:moveTo>
                  <a:pt x="1773709" y="4866531"/>
                </a:moveTo>
                <a:cubicBezTo>
                  <a:pt x="1776031" y="4867309"/>
                  <a:pt x="1778290" y="4868045"/>
                  <a:pt x="1780550" y="4868781"/>
                </a:cubicBezTo>
                <a:cubicBezTo>
                  <a:pt x="1782809" y="4869517"/>
                  <a:pt x="1785005" y="4870252"/>
                  <a:pt x="1787139" y="4870944"/>
                </a:cubicBezTo>
                <a:cubicBezTo>
                  <a:pt x="1789273" y="4871636"/>
                  <a:pt x="1791406" y="4872328"/>
                  <a:pt x="1793540" y="4873021"/>
                </a:cubicBezTo>
                <a:cubicBezTo>
                  <a:pt x="1795297" y="4873584"/>
                  <a:pt x="1796991" y="4874146"/>
                  <a:pt x="1798748" y="4874708"/>
                </a:cubicBezTo>
                <a:cubicBezTo>
                  <a:pt x="1799062" y="4876180"/>
                  <a:pt x="1799376" y="4877651"/>
                  <a:pt x="1799690" y="4879078"/>
                </a:cubicBezTo>
                <a:cubicBezTo>
                  <a:pt x="1800004" y="4880593"/>
                  <a:pt x="1800317" y="4882107"/>
                  <a:pt x="1800631" y="4883578"/>
                </a:cubicBezTo>
                <a:lnTo>
                  <a:pt x="1800694" y="4883578"/>
                </a:lnTo>
                <a:cubicBezTo>
                  <a:pt x="1801008" y="4885049"/>
                  <a:pt x="1801321" y="4886521"/>
                  <a:pt x="1801635" y="4887905"/>
                </a:cubicBezTo>
                <a:cubicBezTo>
                  <a:pt x="1801949" y="4889333"/>
                  <a:pt x="1802263" y="4890674"/>
                  <a:pt x="1802513" y="4891973"/>
                </a:cubicBezTo>
                <a:cubicBezTo>
                  <a:pt x="1797054" y="4894179"/>
                  <a:pt x="1791532" y="4894612"/>
                  <a:pt x="1786512" y="4893790"/>
                </a:cubicBezTo>
                <a:cubicBezTo>
                  <a:pt x="1781490" y="4892968"/>
                  <a:pt x="1777098" y="4890890"/>
                  <a:pt x="1773835" y="4888078"/>
                </a:cubicBezTo>
                <a:cubicBezTo>
                  <a:pt x="1770571" y="4885266"/>
                  <a:pt x="1768563" y="4881718"/>
                  <a:pt x="1768312" y="4877953"/>
                </a:cubicBezTo>
                <a:cubicBezTo>
                  <a:pt x="1768061" y="4874189"/>
                  <a:pt x="1769630" y="4870209"/>
                  <a:pt x="1773709" y="4866531"/>
                </a:cubicBezTo>
                <a:close/>
                <a:moveTo>
                  <a:pt x="2056045" y="4865838"/>
                </a:moveTo>
                <a:cubicBezTo>
                  <a:pt x="2062760" y="4866141"/>
                  <a:pt x="2071483" y="4866834"/>
                  <a:pt x="2083094" y="4867742"/>
                </a:cubicBezTo>
                <a:lnTo>
                  <a:pt x="2083094" y="4867698"/>
                </a:lnTo>
                <a:cubicBezTo>
                  <a:pt x="2084851" y="4870035"/>
                  <a:pt x="2085980" y="4872198"/>
                  <a:pt x="2086482" y="4874232"/>
                </a:cubicBezTo>
                <a:cubicBezTo>
                  <a:pt x="2086984" y="4876266"/>
                  <a:pt x="2086984" y="4878169"/>
                  <a:pt x="2086357" y="4879944"/>
                </a:cubicBezTo>
                <a:cubicBezTo>
                  <a:pt x="2085792" y="4881718"/>
                  <a:pt x="2084663" y="4883405"/>
                  <a:pt x="2082968" y="4885006"/>
                </a:cubicBezTo>
                <a:cubicBezTo>
                  <a:pt x="2081336" y="4886607"/>
                  <a:pt x="2079140" y="4888122"/>
                  <a:pt x="2076441" y="4889593"/>
                </a:cubicBezTo>
                <a:cubicBezTo>
                  <a:pt x="2067906" y="4886651"/>
                  <a:pt x="2062259" y="4884617"/>
                  <a:pt x="2058179" y="4883232"/>
                </a:cubicBezTo>
                <a:cubicBezTo>
                  <a:pt x="2054100" y="4881848"/>
                  <a:pt x="2051590" y="4881069"/>
                  <a:pt x="2049206" y="4880549"/>
                </a:cubicBezTo>
                <a:cubicBezTo>
                  <a:pt x="2046821" y="4880030"/>
                  <a:pt x="2044687" y="4879771"/>
                  <a:pt x="2041236" y="4879468"/>
                </a:cubicBezTo>
                <a:cubicBezTo>
                  <a:pt x="2037784" y="4879165"/>
                  <a:pt x="2033203" y="4878776"/>
                  <a:pt x="2026049" y="4877997"/>
                </a:cubicBezTo>
                <a:cubicBezTo>
                  <a:pt x="2028684" y="4874492"/>
                  <a:pt x="2030693" y="4871896"/>
                  <a:pt x="2032889" y="4869992"/>
                </a:cubicBezTo>
                <a:cubicBezTo>
                  <a:pt x="2035086" y="4868088"/>
                  <a:pt x="2037533" y="4866920"/>
                  <a:pt x="2041110" y="4866271"/>
                </a:cubicBezTo>
                <a:cubicBezTo>
                  <a:pt x="2044625" y="4865622"/>
                  <a:pt x="2049330" y="4865535"/>
                  <a:pt x="2056045" y="4865838"/>
                </a:cubicBezTo>
                <a:close/>
                <a:moveTo>
                  <a:pt x="1146532" y="4865102"/>
                </a:moveTo>
                <a:cubicBezTo>
                  <a:pt x="1146847" y="4865145"/>
                  <a:pt x="1147159" y="4865232"/>
                  <a:pt x="1147473" y="4865275"/>
                </a:cubicBezTo>
                <a:cubicBezTo>
                  <a:pt x="1147787" y="4865319"/>
                  <a:pt x="1148102" y="4865406"/>
                  <a:pt x="1148415" y="4865449"/>
                </a:cubicBezTo>
                <a:cubicBezTo>
                  <a:pt x="1148729" y="4865492"/>
                  <a:pt x="1149043" y="4865578"/>
                  <a:pt x="1149356" y="4865622"/>
                </a:cubicBezTo>
                <a:cubicBezTo>
                  <a:pt x="1149671" y="4865665"/>
                  <a:pt x="1149983" y="4865752"/>
                  <a:pt x="1150297" y="4865795"/>
                </a:cubicBezTo>
                <a:cubicBezTo>
                  <a:pt x="1150236" y="4865924"/>
                  <a:pt x="1150047" y="4866054"/>
                  <a:pt x="1149983" y="4866185"/>
                </a:cubicBezTo>
                <a:cubicBezTo>
                  <a:pt x="1149920" y="4866314"/>
                  <a:pt x="1149796" y="4866444"/>
                  <a:pt x="1149671" y="4866573"/>
                </a:cubicBezTo>
                <a:cubicBezTo>
                  <a:pt x="1149608" y="4866703"/>
                  <a:pt x="1149481" y="4866833"/>
                  <a:pt x="1149356" y="4866962"/>
                </a:cubicBezTo>
                <a:cubicBezTo>
                  <a:pt x="1149294" y="4867093"/>
                  <a:pt x="1149168" y="4867223"/>
                  <a:pt x="1149043" y="4867352"/>
                </a:cubicBezTo>
                <a:cubicBezTo>
                  <a:pt x="1148854" y="4867179"/>
                  <a:pt x="1148602" y="4866962"/>
                  <a:pt x="1148415" y="4866790"/>
                </a:cubicBezTo>
                <a:cubicBezTo>
                  <a:pt x="1148228" y="4866616"/>
                  <a:pt x="1147975" y="4866400"/>
                  <a:pt x="1147787" y="4866227"/>
                </a:cubicBezTo>
                <a:cubicBezTo>
                  <a:pt x="1147598" y="4866054"/>
                  <a:pt x="1147348" y="4865837"/>
                  <a:pt x="1147159" y="4865665"/>
                </a:cubicBezTo>
                <a:cubicBezTo>
                  <a:pt x="1146971" y="4865492"/>
                  <a:pt x="1146721" y="4865275"/>
                  <a:pt x="1146532" y="4865102"/>
                </a:cubicBezTo>
                <a:close/>
                <a:moveTo>
                  <a:pt x="1233387" y="4860386"/>
                </a:moveTo>
                <a:cubicBezTo>
                  <a:pt x="1234078" y="4860602"/>
                  <a:pt x="1234706" y="4860906"/>
                  <a:pt x="1235396" y="4861122"/>
                </a:cubicBezTo>
                <a:cubicBezTo>
                  <a:pt x="1236086" y="4861338"/>
                  <a:pt x="1236714" y="4861598"/>
                  <a:pt x="1237404" y="4861857"/>
                </a:cubicBezTo>
                <a:lnTo>
                  <a:pt x="1237341" y="4862031"/>
                </a:lnTo>
                <a:cubicBezTo>
                  <a:pt x="1238032" y="4862247"/>
                  <a:pt x="1238659" y="4862506"/>
                  <a:pt x="1239349" y="4862766"/>
                </a:cubicBezTo>
                <a:cubicBezTo>
                  <a:pt x="1240040" y="4862982"/>
                  <a:pt x="1240668" y="4863242"/>
                  <a:pt x="1241357" y="4863502"/>
                </a:cubicBezTo>
                <a:cubicBezTo>
                  <a:pt x="1241295" y="4863674"/>
                  <a:pt x="1241169" y="4863891"/>
                  <a:pt x="1241169" y="4864064"/>
                </a:cubicBezTo>
                <a:cubicBezTo>
                  <a:pt x="1241106" y="4864237"/>
                  <a:pt x="1240981" y="4864453"/>
                  <a:pt x="1240981" y="4864627"/>
                </a:cubicBezTo>
                <a:cubicBezTo>
                  <a:pt x="1240918" y="4864799"/>
                  <a:pt x="1240792" y="4865016"/>
                  <a:pt x="1240792" y="4865189"/>
                </a:cubicBezTo>
                <a:cubicBezTo>
                  <a:pt x="1240730" y="4865362"/>
                  <a:pt x="1240605" y="4865578"/>
                  <a:pt x="1240605" y="4865752"/>
                </a:cubicBezTo>
                <a:cubicBezTo>
                  <a:pt x="1237718" y="4865102"/>
                  <a:pt x="1235710" y="4864670"/>
                  <a:pt x="1234329" y="4864367"/>
                </a:cubicBezTo>
                <a:cubicBezTo>
                  <a:pt x="1232949" y="4864064"/>
                  <a:pt x="1232258" y="4863848"/>
                  <a:pt x="1231944" y="4863588"/>
                </a:cubicBezTo>
                <a:cubicBezTo>
                  <a:pt x="1231630" y="4863328"/>
                  <a:pt x="1231756" y="4863026"/>
                  <a:pt x="1232071" y="4862549"/>
                </a:cubicBezTo>
                <a:cubicBezTo>
                  <a:pt x="1232383" y="4862074"/>
                  <a:pt x="1232886" y="4861381"/>
                  <a:pt x="1233387" y="4860386"/>
                </a:cubicBezTo>
                <a:close/>
                <a:moveTo>
                  <a:pt x="1473556" y="4858915"/>
                </a:moveTo>
                <a:cubicBezTo>
                  <a:pt x="1481527" y="4859045"/>
                  <a:pt x="1487238" y="4859866"/>
                  <a:pt x="1491315" y="4862160"/>
                </a:cubicBezTo>
                <a:cubicBezTo>
                  <a:pt x="1495397" y="4864453"/>
                  <a:pt x="1497782" y="4868174"/>
                  <a:pt x="1498911" y="4874016"/>
                </a:cubicBezTo>
                <a:cubicBezTo>
                  <a:pt x="1500037" y="4879857"/>
                  <a:pt x="1499981" y="4887862"/>
                  <a:pt x="1499099" y="4898765"/>
                </a:cubicBezTo>
                <a:cubicBezTo>
                  <a:pt x="1498221" y="4909669"/>
                  <a:pt x="1496589" y="4923428"/>
                  <a:pt x="1494706" y="4940779"/>
                </a:cubicBezTo>
                <a:lnTo>
                  <a:pt x="1483284" y="4940779"/>
                </a:lnTo>
                <a:lnTo>
                  <a:pt x="1483221" y="4940736"/>
                </a:lnTo>
                <a:lnTo>
                  <a:pt x="1479016" y="4940736"/>
                </a:lnTo>
                <a:cubicBezTo>
                  <a:pt x="1475000" y="4920400"/>
                  <a:pt x="1472051" y="4905991"/>
                  <a:pt x="1469980" y="4895650"/>
                </a:cubicBezTo>
                <a:cubicBezTo>
                  <a:pt x="1467972" y="4885308"/>
                  <a:pt x="1466779" y="4879035"/>
                  <a:pt x="1466466" y="4874795"/>
                </a:cubicBezTo>
                <a:cubicBezTo>
                  <a:pt x="1466149" y="4870554"/>
                  <a:pt x="1466653" y="4868434"/>
                  <a:pt x="1467845" y="4866444"/>
                </a:cubicBezTo>
                <a:cubicBezTo>
                  <a:pt x="1469039" y="4864453"/>
                  <a:pt x="1470984" y="4862593"/>
                  <a:pt x="1473556" y="4858915"/>
                </a:cubicBezTo>
                <a:close/>
                <a:moveTo>
                  <a:pt x="1800067" y="4853636"/>
                </a:moveTo>
                <a:cubicBezTo>
                  <a:pt x="1801196" y="4853766"/>
                  <a:pt x="1801761" y="4854069"/>
                  <a:pt x="1802515" y="4854631"/>
                </a:cubicBezTo>
                <a:cubicBezTo>
                  <a:pt x="1803268" y="4855194"/>
                  <a:pt x="1804146" y="4855973"/>
                  <a:pt x="1805841" y="4857098"/>
                </a:cubicBezTo>
                <a:cubicBezTo>
                  <a:pt x="1803080" y="4857531"/>
                  <a:pt x="1801448" y="4857920"/>
                  <a:pt x="1800192" y="4858179"/>
                </a:cubicBezTo>
                <a:cubicBezTo>
                  <a:pt x="1798938" y="4858439"/>
                  <a:pt x="1798122" y="4858569"/>
                  <a:pt x="1796929" y="4858439"/>
                </a:cubicBezTo>
                <a:cubicBezTo>
                  <a:pt x="1795800" y="4858352"/>
                  <a:pt x="1794293" y="4858006"/>
                  <a:pt x="1791783" y="4857314"/>
                </a:cubicBezTo>
                <a:cubicBezTo>
                  <a:pt x="1789273" y="4856621"/>
                  <a:pt x="1785759" y="4855627"/>
                  <a:pt x="1780487" y="4854241"/>
                </a:cubicBezTo>
                <a:cubicBezTo>
                  <a:pt x="1786826" y="4854025"/>
                  <a:pt x="1791156" y="4853810"/>
                  <a:pt x="1794168" y="4853679"/>
                </a:cubicBezTo>
                <a:cubicBezTo>
                  <a:pt x="1797180" y="4853549"/>
                  <a:pt x="1798938" y="4853549"/>
                  <a:pt x="1800067" y="4853679"/>
                </a:cubicBezTo>
                <a:close/>
                <a:moveTo>
                  <a:pt x="1061248" y="4850910"/>
                </a:moveTo>
                <a:cubicBezTo>
                  <a:pt x="1061688" y="4851084"/>
                  <a:pt x="1062065" y="4851300"/>
                  <a:pt x="1062504" y="4851516"/>
                </a:cubicBezTo>
                <a:lnTo>
                  <a:pt x="1062440" y="4851516"/>
                </a:lnTo>
                <a:cubicBezTo>
                  <a:pt x="1062880" y="4851689"/>
                  <a:pt x="1063257" y="4851906"/>
                  <a:pt x="1063696" y="4852122"/>
                </a:cubicBezTo>
                <a:cubicBezTo>
                  <a:pt x="1064135" y="4852295"/>
                  <a:pt x="1064512" y="4852511"/>
                  <a:pt x="1064951" y="4852728"/>
                </a:cubicBezTo>
                <a:cubicBezTo>
                  <a:pt x="1065390" y="4852901"/>
                  <a:pt x="1065768" y="4853117"/>
                  <a:pt x="1066206" y="4853334"/>
                </a:cubicBezTo>
                <a:cubicBezTo>
                  <a:pt x="1065829" y="4853464"/>
                  <a:pt x="1065517" y="4853550"/>
                  <a:pt x="1065139" y="4853680"/>
                </a:cubicBezTo>
                <a:cubicBezTo>
                  <a:pt x="1064764" y="4853810"/>
                  <a:pt x="1064449" y="4853896"/>
                  <a:pt x="1064074" y="4854026"/>
                </a:cubicBezTo>
                <a:cubicBezTo>
                  <a:pt x="1063696" y="4854156"/>
                  <a:pt x="1063382" y="4854242"/>
                  <a:pt x="1063005" y="4854372"/>
                </a:cubicBezTo>
                <a:cubicBezTo>
                  <a:pt x="1062629" y="4854502"/>
                  <a:pt x="1062317" y="4854589"/>
                  <a:pt x="1061939" y="4854718"/>
                </a:cubicBezTo>
                <a:cubicBezTo>
                  <a:pt x="1061060" y="4854285"/>
                  <a:pt x="1060370" y="4854026"/>
                  <a:pt x="1059867" y="4853810"/>
                </a:cubicBezTo>
                <a:cubicBezTo>
                  <a:pt x="1059366" y="4853593"/>
                  <a:pt x="1059052" y="4853464"/>
                  <a:pt x="1059052" y="4853290"/>
                </a:cubicBezTo>
                <a:cubicBezTo>
                  <a:pt x="1058990" y="4853117"/>
                  <a:pt x="1059115" y="4852901"/>
                  <a:pt x="1059492" y="4852555"/>
                </a:cubicBezTo>
                <a:cubicBezTo>
                  <a:pt x="1059867" y="4852209"/>
                  <a:pt x="1060432" y="4851689"/>
                  <a:pt x="1061248" y="4850910"/>
                </a:cubicBezTo>
                <a:close/>
                <a:moveTo>
                  <a:pt x="1861190" y="4850131"/>
                </a:moveTo>
                <a:cubicBezTo>
                  <a:pt x="1861504" y="4850174"/>
                  <a:pt x="1861755" y="4850261"/>
                  <a:pt x="1862069" y="4850305"/>
                </a:cubicBezTo>
                <a:cubicBezTo>
                  <a:pt x="1862382" y="4850348"/>
                  <a:pt x="1862947" y="4850478"/>
                  <a:pt x="1862947" y="4850478"/>
                </a:cubicBezTo>
                <a:lnTo>
                  <a:pt x="1862885" y="4850521"/>
                </a:lnTo>
                <a:cubicBezTo>
                  <a:pt x="1863198" y="4850564"/>
                  <a:pt x="1863450" y="4850651"/>
                  <a:pt x="1863763" y="4850694"/>
                </a:cubicBezTo>
                <a:cubicBezTo>
                  <a:pt x="1864077" y="4850737"/>
                  <a:pt x="1864328" y="4850824"/>
                  <a:pt x="1864641" y="4850867"/>
                </a:cubicBezTo>
                <a:cubicBezTo>
                  <a:pt x="1864014" y="4851516"/>
                  <a:pt x="1863575" y="4851949"/>
                  <a:pt x="1863262" y="4852252"/>
                </a:cubicBezTo>
                <a:cubicBezTo>
                  <a:pt x="1862947" y="4852555"/>
                  <a:pt x="1862697" y="4852728"/>
                  <a:pt x="1862446" y="4852728"/>
                </a:cubicBezTo>
                <a:cubicBezTo>
                  <a:pt x="1862194" y="4852728"/>
                  <a:pt x="1861881" y="4852685"/>
                  <a:pt x="1861378" y="4852555"/>
                </a:cubicBezTo>
                <a:cubicBezTo>
                  <a:pt x="1860877" y="4852425"/>
                  <a:pt x="1860186" y="4852252"/>
                  <a:pt x="1859182" y="4852035"/>
                </a:cubicBezTo>
                <a:cubicBezTo>
                  <a:pt x="1859370" y="4851862"/>
                  <a:pt x="1859496" y="4851732"/>
                  <a:pt x="1859685" y="4851560"/>
                </a:cubicBezTo>
                <a:cubicBezTo>
                  <a:pt x="1859873" y="4851386"/>
                  <a:pt x="1859998" y="4851256"/>
                  <a:pt x="1860186" y="4851084"/>
                </a:cubicBezTo>
                <a:cubicBezTo>
                  <a:pt x="1860374" y="4850910"/>
                  <a:pt x="1860500" y="4850781"/>
                  <a:pt x="1860689" y="4850607"/>
                </a:cubicBezTo>
                <a:cubicBezTo>
                  <a:pt x="1860877" y="4850435"/>
                  <a:pt x="1861002" y="4850305"/>
                  <a:pt x="1861190" y="4850131"/>
                </a:cubicBezTo>
                <a:close/>
                <a:moveTo>
                  <a:pt x="1939133" y="4846411"/>
                </a:moveTo>
                <a:cubicBezTo>
                  <a:pt x="1939949" y="4846325"/>
                  <a:pt x="1940953" y="4846584"/>
                  <a:pt x="1942711" y="4847103"/>
                </a:cubicBezTo>
                <a:cubicBezTo>
                  <a:pt x="1944468" y="4847623"/>
                  <a:pt x="1946853" y="4848445"/>
                  <a:pt x="1950554" y="4849526"/>
                </a:cubicBezTo>
                <a:cubicBezTo>
                  <a:pt x="1949488" y="4850089"/>
                  <a:pt x="1948923" y="4850521"/>
                  <a:pt x="1948484" y="4850825"/>
                </a:cubicBezTo>
                <a:cubicBezTo>
                  <a:pt x="1947981" y="4851084"/>
                  <a:pt x="1947605" y="4851300"/>
                  <a:pt x="1946727" y="4851300"/>
                </a:cubicBezTo>
                <a:cubicBezTo>
                  <a:pt x="1945911" y="4851343"/>
                  <a:pt x="1944593" y="4851257"/>
                  <a:pt x="1942334" y="4851084"/>
                </a:cubicBezTo>
                <a:cubicBezTo>
                  <a:pt x="1940075" y="4850910"/>
                  <a:pt x="1936874" y="4850651"/>
                  <a:pt x="1932230" y="4850305"/>
                </a:cubicBezTo>
                <a:cubicBezTo>
                  <a:pt x="1934427" y="4849050"/>
                  <a:pt x="1935681" y="4848099"/>
                  <a:pt x="1936685" y="4847450"/>
                </a:cubicBezTo>
                <a:cubicBezTo>
                  <a:pt x="1937689" y="4846800"/>
                  <a:pt x="1938318" y="4846454"/>
                  <a:pt x="1939133" y="4846411"/>
                </a:cubicBezTo>
                <a:close/>
                <a:moveTo>
                  <a:pt x="1620280" y="4841958"/>
                </a:moveTo>
                <a:lnTo>
                  <a:pt x="1621655" y="4843122"/>
                </a:lnTo>
                <a:cubicBezTo>
                  <a:pt x="1622094" y="4843771"/>
                  <a:pt x="1622659" y="4844680"/>
                  <a:pt x="1623727" y="4845935"/>
                </a:cubicBezTo>
                <a:cubicBezTo>
                  <a:pt x="1622973" y="4846064"/>
                  <a:pt x="1622220" y="4846238"/>
                  <a:pt x="1621466" y="4846367"/>
                </a:cubicBezTo>
                <a:cubicBezTo>
                  <a:pt x="1620715" y="4846497"/>
                  <a:pt x="1619961" y="4846671"/>
                  <a:pt x="1619208" y="4846800"/>
                </a:cubicBezTo>
                <a:cubicBezTo>
                  <a:pt x="1618455" y="4846930"/>
                  <a:pt x="1617701" y="4847103"/>
                  <a:pt x="1616949" y="4847233"/>
                </a:cubicBezTo>
                <a:cubicBezTo>
                  <a:pt x="1616195" y="4847363"/>
                  <a:pt x="1615442" y="4847536"/>
                  <a:pt x="1614689" y="4847666"/>
                </a:cubicBezTo>
                <a:cubicBezTo>
                  <a:pt x="1614376" y="4847320"/>
                  <a:pt x="1614000" y="4846930"/>
                  <a:pt x="1613685" y="4846584"/>
                </a:cubicBezTo>
                <a:cubicBezTo>
                  <a:pt x="1613372" y="4846238"/>
                  <a:pt x="1612996" y="4845848"/>
                  <a:pt x="1612681" y="4845502"/>
                </a:cubicBezTo>
                <a:cubicBezTo>
                  <a:pt x="1612368" y="4845156"/>
                  <a:pt x="1611990" y="4844767"/>
                  <a:pt x="1611677" y="4844421"/>
                </a:cubicBezTo>
                <a:cubicBezTo>
                  <a:pt x="1611363" y="4844075"/>
                  <a:pt x="1610988" y="4843685"/>
                  <a:pt x="1610673" y="4843339"/>
                </a:cubicBezTo>
                <a:cubicBezTo>
                  <a:pt x="1613811" y="4842820"/>
                  <a:pt x="1615882" y="4842387"/>
                  <a:pt x="1617388" y="4842128"/>
                </a:cubicBezTo>
                <a:close/>
                <a:moveTo>
                  <a:pt x="1620275" y="4841954"/>
                </a:moveTo>
                <a:lnTo>
                  <a:pt x="1620338" y="4841954"/>
                </a:lnTo>
                <a:lnTo>
                  <a:pt x="1620280" y="4841958"/>
                </a:lnTo>
                <a:close/>
                <a:moveTo>
                  <a:pt x="1698277" y="4835637"/>
                </a:moveTo>
                <a:cubicBezTo>
                  <a:pt x="1699155" y="4840137"/>
                  <a:pt x="1700850" y="4844594"/>
                  <a:pt x="1702670" y="4849007"/>
                </a:cubicBezTo>
                <a:cubicBezTo>
                  <a:pt x="1704490" y="4853421"/>
                  <a:pt x="1706373" y="4857791"/>
                  <a:pt x="1707565" y="4862117"/>
                </a:cubicBezTo>
                <a:cubicBezTo>
                  <a:pt x="1708757" y="4866445"/>
                  <a:pt x="1709322" y="4870771"/>
                  <a:pt x="1708443" y="4875098"/>
                </a:cubicBezTo>
                <a:cubicBezTo>
                  <a:pt x="1707565" y="4879381"/>
                  <a:pt x="1705305" y="4883709"/>
                  <a:pt x="1700850" y="4888079"/>
                </a:cubicBezTo>
                <a:cubicBezTo>
                  <a:pt x="1692703" y="4887603"/>
                  <a:pt x="1688059" y="4886824"/>
                  <a:pt x="1685422" y="4885483"/>
                </a:cubicBezTo>
                <a:cubicBezTo>
                  <a:pt x="1682785" y="4884141"/>
                  <a:pt x="1682095" y="4882367"/>
                  <a:pt x="1681845" y="4879944"/>
                </a:cubicBezTo>
                <a:cubicBezTo>
                  <a:pt x="1681594" y="4877521"/>
                  <a:pt x="1681719" y="4874492"/>
                  <a:pt x="1680652" y="4870728"/>
                </a:cubicBezTo>
                <a:cubicBezTo>
                  <a:pt x="1679585" y="4866921"/>
                  <a:pt x="1677325" y="4862421"/>
                  <a:pt x="1672306" y="4857012"/>
                </a:cubicBezTo>
                <a:cubicBezTo>
                  <a:pt x="1677578" y="4853377"/>
                  <a:pt x="1681029" y="4850997"/>
                  <a:pt x="1683539" y="4849267"/>
                </a:cubicBezTo>
                <a:cubicBezTo>
                  <a:pt x="1686049" y="4847536"/>
                  <a:pt x="1687493" y="4846454"/>
                  <a:pt x="1688687" y="4845459"/>
                </a:cubicBezTo>
                <a:cubicBezTo>
                  <a:pt x="1689879" y="4844464"/>
                  <a:pt x="1690757" y="4843512"/>
                  <a:pt x="1692136" y="4842084"/>
                </a:cubicBezTo>
                <a:cubicBezTo>
                  <a:pt x="1693445" y="4840656"/>
                  <a:pt x="1695265" y="4838709"/>
                  <a:pt x="1698277" y="4835637"/>
                </a:cubicBezTo>
                <a:close/>
                <a:moveTo>
                  <a:pt x="994290" y="4830661"/>
                </a:moveTo>
                <a:cubicBezTo>
                  <a:pt x="1004707" y="4832521"/>
                  <a:pt x="1012113" y="4834511"/>
                  <a:pt x="1016756" y="4836243"/>
                </a:cubicBezTo>
                <a:lnTo>
                  <a:pt x="1016756" y="4836199"/>
                </a:lnTo>
                <a:cubicBezTo>
                  <a:pt x="1021400" y="4837930"/>
                  <a:pt x="1023346" y="4839401"/>
                  <a:pt x="1022781" y="4840266"/>
                </a:cubicBezTo>
                <a:cubicBezTo>
                  <a:pt x="1022216" y="4841132"/>
                  <a:pt x="1019204" y="4841391"/>
                  <a:pt x="1014058" y="4840613"/>
                </a:cubicBezTo>
                <a:cubicBezTo>
                  <a:pt x="1008849" y="4839877"/>
                  <a:pt x="1001506" y="4838103"/>
                  <a:pt x="992282" y="4834987"/>
                </a:cubicBezTo>
                <a:cubicBezTo>
                  <a:pt x="992470" y="4834642"/>
                  <a:pt x="992596" y="4834252"/>
                  <a:pt x="992783" y="4833906"/>
                </a:cubicBezTo>
                <a:cubicBezTo>
                  <a:pt x="992971" y="4833560"/>
                  <a:pt x="993097" y="4833170"/>
                  <a:pt x="993286" y="4832824"/>
                </a:cubicBezTo>
                <a:cubicBezTo>
                  <a:pt x="993474" y="4832478"/>
                  <a:pt x="993600" y="4832089"/>
                  <a:pt x="993788" y="4831743"/>
                </a:cubicBezTo>
                <a:cubicBezTo>
                  <a:pt x="993975" y="4831397"/>
                  <a:pt x="994101" y="4831007"/>
                  <a:pt x="994290" y="4830661"/>
                </a:cubicBezTo>
                <a:close/>
                <a:moveTo>
                  <a:pt x="1153877" y="4827589"/>
                </a:moveTo>
                <a:cubicBezTo>
                  <a:pt x="1155949" y="4828453"/>
                  <a:pt x="1158458" y="4829493"/>
                  <a:pt x="1160906" y="4830531"/>
                </a:cubicBezTo>
                <a:cubicBezTo>
                  <a:pt x="1163353" y="4831613"/>
                  <a:pt x="1165676" y="4832694"/>
                  <a:pt x="1167370" y="4833732"/>
                </a:cubicBezTo>
                <a:lnTo>
                  <a:pt x="1167433" y="4833732"/>
                </a:lnTo>
                <a:cubicBezTo>
                  <a:pt x="1169127" y="4834771"/>
                  <a:pt x="1170131" y="4835766"/>
                  <a:pt x="1169880" y="4836632"/>
                </a:cubicBezTo>
                <a:cubicBezTo>
                  <a:pt x="1169629" y="4837497"/>
                  <a:pt x="1168186" y="4838189"/>
                  <a:pt x="1164860" y="4838709"/>
                </a:cubicBezTo>
                <a:cubicBezTo>
                  <a:pt x="1162349" y="4839098"/>
                  <a:pt x="1159902" y="4839228"/>
                  <a:pt x="1157706" y="4839098"/>
                </a:cubicBezTo>
                <a:cubicBezTo>
                  <a:pt x="1155510" y="4838968"/>
                  <a:pt x="1153689" y="4838535"/>
                  <a:pt x="1152372" y="4837714"/>
                </a:cubicBezTo>
                <a:cubicBezTo>
                  <a:pt x="1151116" y="4836891"/>
                  <a:pt x="1150426" y="4835680"/>
                  <a:pt x="1150552" y="4834035"/>
                </a:cubicBezTo>
                <a:cubicBezTo>
                  <a:pt x="1150677" y="4832392"/>
                  <a:pt x="1151681" y="4830272"/>
                  <a:pt x="1153877" y="4827589"/>
                </a:cubicBezTo>
                <a:close/>
                <a:moveTo>
                  <a:pt x="1668658" y="4825901"/>
                </a:moveTo>
                <a:lnTo>
                  <a:pt x="1669537" y="4826247"/>
                </a:lnTo>
                <a:lnTo>
                  <a:pt x="1670479" y="4826550"/>
                </a:lnTo>
                <a:lnTo>
                  <a:pt x="1671357" y="4826853"/>
                </a:lnTo>
                <a:lnTo>
                  <a:pt x="1672236" y="4827156"/>
                </a:lnTo>
                <a:lnTo>
                  <a:pt x="1671168" y="4827243"/>
                </a:lnTo>
                <a:lnTo>
                  <a:pt x="1670102" y="4827329"/>
                </a:lnTo>
                <a:lnTo>
                  <a:pt x="1669035" y="4827459"/>
                </a:lnTo>
                <a:lnTo>
                  <a:pt x="1667968" y="4827546"/>
                </a:lnTo>
                <a:lnTo>
                  <a:pt x="1668156" y="4827156"/>
                </a:lnTo>
                <a:lnTo>
                  <a:pt x="1668345" y="4826723"/>
                </a:lnTo>
                <a:lnTo>
                  <a:pt x="1668533" y="4826334"/>
                </a:lnTo>
                <a:close/>
                <a:moveTo>
                  <a:pt x="1321623" y="4825728"/>
                </a:moveTo>
                <a:cubicBezTo>
                  <a:pt x="1324132" y="4826074"/>
                  <a:pt x="1327081" y="4826853"/>
                  <a:pt x="1330407" y="4828108"/>
                </a:cubicBezTo>
                <a:cubicBezTo>
                  <a:pt x="1326831" y="4830401"/>
                  <a:pt x="1324384" y="4832089"/>
                  <a:pt x="1322627" y="4833214"/>
                </a:cubicBezTo>
                <a:cubicBezTo>
                  <a:pt x="1320870" y="4834339"/>
                  <a:pt x="1319739" y="4834901"/>
                  <a:pt x="1318736" y="4835074"/>
                </a:cubicBezTo>
                <a:cubicBezTo>
                  <a:pt x="1317732" y="4835247"/>
                  <a:pt x="1316854" y="4834987"/>
                  <a:pt x="1315535" y="4834382"/>
                </a:cubicBezTo>
                <a:cubicBezTo>
                  <a:pt x="1314281" y="4833776"/>
                  <a:pt x="1312586" y="4832910"/>
                  <a:pt x="1309950" y="4831786"/>
                </a:cubicBezTo>
                <a:cubicBezTo>
                  <a:pt x="1309950" y="4830314"/>
                  <a:pt x="1310389" y="4829060"/>
                  <a:pt x="1311269" y="4828022"/>
                </a:cubicBezTo>
                <a:cubicBezTo>
                  <a:pt x="1312147" y="4827026"/>
                  <a:pt x="1313465" y="4826247"/>
                  <a:pt x="1315222" y="4825857"/>
                </a:cubicBezTo>
                <a:cubicBezTo>
                  <a:pt x="1316916" y="4825425"/>
                  <a:pt x="1319112" y="4825382"/>
                  <a:pt x="1321623" y="4825728"/>
                </a:cubicBezTo>
                <a:close/>
                <a:moveTo>
                  <a:pt x="1969694" y="4824257"/>
                </a:moveTo>
                <a:cubicBezTo>
                  <a:pt x="1973271" y="4824257"/>
                  <a:pt x="1976409" y="4824473"/>
                  <a:pt x="1979045" y="4824949"/>
                </a:cubicBezTo>
                <a:cubicBezTo>
                  <a:pt x="1981680" y="4825425"/>
                  <a:pt x="1983876" y="4826074"/>
                  <a:pt x="1985509" y="4826939"/>
                </a:cubicBezTo>
                <a:lnTo>
                  <a:pt x="1985571" y="4826939"/>
                </a:lnTo>
                <a:cubicBezTo>
                  <a:pt x="1987203" y="4827805"/>
                  <a:pt x="1988333" y="4828886"/>
                  <a:pt x="1988960" y="4830185"/>
                </a:cubicBezTo>
                <a:cubicBezTo>
                  <a:pt x="1989525" y="4831482"/>
                  <a:pt x="1989587" y="4832953"/>
                  <a:pt x="1989086" y="4834684"/>
                </a:cubicBezTo>
                <a:cubicBezTo>
                  <a:pt x="1983124" y="4836156"/>
                  <a:pt x="1977664" y="4836243"/>
                  <a:pt x="1973083" y="4835549"/>
                </a:cubicBezTo>
                <a:cubicBezTo>
                  <a:pt x="1968502" y="4834814"/>
                  <a:pt x="1964862" y="4833343"/>
                  <a:pt x="1962603" y="4831656"/>
                </a:cubicBezTo>
                <a:cubicBezTo>
                  <a:pt x="1960344" y="4829968"/>
                  <a:pt x="1959528" y="4828107"/>
                  <a:pt x="1960532" y="4826680"/>
                </a:cubicBezTo>
                <a:cubicBezTo>
                  <a:pt x="1961536" y="4825252"/>
                  <a:pt x="1964422" y="4824257"/>
                  <a:pt x="1969694" y="4824257"/>
                </a:cubicBezTo>
                <a:close/>
                <a:moveTo>
                  <a:pt x="2034396" y="4819107"/>
                </a:moveTo>
                <a:cubicBezTo>
                  <a:pt x="2038224" y="4818935"/>
                  <a:pt x="2043181" y="4819843"/>
                  <a:pt x="2046947" y="4821488"/>
                </a:cubicBezTo>
                <a:cubicBezTo>
                  <a:pt x="2050712" y="4823132"/>
                  <a:pt x="2053411" y="4825555"/>
                  <a:pt x="2052720" y="4828411"/>
                </a:cubicBezTo>
                <a:cubicBezTo>
                  <a:pt x="2052595" y="4828930"/>
                  <a:pt x="2052219" y="4829406"/>
                  <a:pt x="2051590" y="4829882"/>
                </a:cubicBezTo>
                <a:cubicBezTo>
                  <a:pt x="2050963" y="4830401"/>
                  <a:pt x="2050147" y="4830877"/>
                  <a:pt x="2049143" y="4831439"/>
                </a:cubicBezTo>
                <a:cubicBezTo>
                  <a:pt x="2048139" y="4832002"/>
                  <a:pt x="2047009" y="4832564"/>
                  <a:pt x="2045754" y="4833257"/>
                </a:cubicBezTo>
                <a:cubicBezTo>
                  <a:pt x="2044500" y="4833949"/>
                  <a:pt x="2043119" y="4834685"/>
                  <a:pt x="2041738" y="4835549"/>
                </a:cubicBezTo>
                <a:lnTo>
                  <a:pt x="2041676" y="4835593"/>
                </a:lnTo>
                <a:cubicBezTo>
                  <a:pt x="2032450" y="4829839"/>
                  <a:pt x="2028747" y="4825814"/>
                  <a:pt x="2028246" y="4823175"/>
                </a:cubicBezTo>
                <a:cubicBezTo>
                  <a:pt x="2027743" y="4820536"/>
                  <a:pt x="2030567" y="4819281"/>
                  <a:pt x="2034396" y="4819107"/>
                </a:cubicBezTo>
                <a:close/>
                <a:moveTo>
                  <a:pt x="1835648" y="4816426"/>
                </a:moveTo>
                <a:cubicBezTo>
                  <a:pt x="1839101" y="4818070"/>
                  <a:pt x="1842301" y="4819584"/>
                  <a:pt x="1845376" y="4821055"/>
                </a:cubicBezTo>
                <a:cubicBezTo>
                  <a:pt x="1848451" y="4822526"/>
                  <a:pt x="1851337" y="4823868"/>
                  <a:pt x="1854098" y="4825209"/>
                </a:cubicBezTo>
                <a:lnTo>
                  <a:pt x="1854162" y="4825209"/>
                </a:lnTo>
                <a:cubicBezTo>
                  <a:pt x="1856986" y="4826550"/>
                  <a:pt x="1859621" y="4827805"/>
                  <a:pt x="1862258" y="4829060"/>
                </a:cubicBezTo>
                <a:cubicBezTo>
                  <a:pt x="1864893" y="4830314"/>
                  <a:pt x="1867403" y="4831526"/>
                  <a:pt x="1869976" y="4832738"/>
                </a:cubicBezTo>
                <a:cubicBezTo>
                  <a:pt x="1867967" y="4833906"/>
                  <a:pt x="1866963" y="4834728"/>
                  <a:pt x="1865270" y="4835247"/>
                </a:cubicBezTo>
                <a:cubicBezTo>
                  <a:pt x="1863575" y="4835767"/>
                  <a:pt x="1861190" y="4836026"/>
                  <a:pt x="1856421" y="4836069"/>
                </a:cubicBezTo>
                <a:cubicBezTo>
                  <a:pt x="1851651" y="4836113"/>
                  <a:pt x="1844435" y="4835939"/>
                  <a:pt x="1833075" y="4835680"/>
                </a:cubicBezTo>
                <a:cubicBezTo>
                  <a:pt x="1821717" y="4835377"/>
                  <a:pt x="1806279" y="4834988"/>
                  <a:pt x="1784943" y="4834555"/>
                </a:cubicBezTo>
                <a:cubicBezTo>
                  <a:pt x="1783374" y="4830877"/>
                  <a:pt x="1785131" y="4828843"/>
                  <a:pt x="1788770" y="4827589"/>
                </a:cubicBezTo>
                <a:cubicBezTo>
                  <a:pt x="1792411" y="4826334"/>
                  <a:pt x="1797932" y="4825901"/>
                  <a:pt x="1804020" y="4825468"/>
                </a:cubicBezTo>
                <a:cubicBezTo>
                  <a:pt x="1810108" y="4825036"/>
                  <a:pt x="1816697" y="4824604"/>
                  <a:pt x="1822408" y="4823348"/>
                </a:cubicBezTo>
                <a:cubicBezTo>
                  <a:pt x="1828181" y="4822093"/>
                  <a:pt x="1833013" y="4820060"/>
                  <a:pt x="1835648" y="4816426"/>
                </a:cubicBezTo>
                <a:close/>
                <a:moveTo>
                  <a:pt x="1224226" y="4814565"/>
                </a:moveTo>
                <a:cubicBezTo>
                  <a:pt x="1225041" y="4815300"/>
                  <a:pt x="1225796" y="4815993"/>
                  <a:pt x="1226610" y="4816685"/>
                </a:cubicBezTo>
                <a:cubicBezTo>
                  <a:pt x="1227426" y="4817420"/>
                  <a:pt x="1228179" y="4818113"/>
                  <a:pt x="1228995" y="4818805"/>
                </a:cubicBezTo>
                <a:cubicBezTo>
                  <a:pt x="1229811" y="4819540"/>
                  <a:pt x="1230564" y="4820232"/>
                  <a:pt x="1231379" y="4820925"/>
                </a:cubicBezTo>
                <a:lnTo>
                  <a:pt x="1231379" y="4820882"/>
                </a:lnTo>
                <a:cubicBezTo>
                  <a:pt x="1232196" y="4821618"/>
                  <a:pt x="1232949" y="4822310"/>
                  <a:pt x="1233765" y="4823002"/>
                </a:cubicBezTo>
                <a:cubicBezTo>
                  <a:pt x="1233073" y="4823175"/>
                  <a:pt x="1232321" y="4823391"/>
                  <a:pt x="1231568" y="4823607"/>
                </a:cubicBezTo>
                <a:cubicBezTo>
                  <a:pt x="1230752" y="4823824"/>
                  <a:pt x="1229936" y="4824040"/>
                  <a:pt x="1229057" y="4824300"/>
                </a:cubicBezTo>
                <a:cubicBezTo>
                  <a:pt x="1228179" y="4824516"/>
                  <a:pt x="1227175" y="4824819"/>
                  <a:pt x="1226046" y="4825122"/>
                </a:cubicBezTo>
                <a:cubicBezTo>
                  <a:pt x="1224915" y="4825468"/>
                  <a:pt x="1223661" y="4825814"/>
                  <a:pt x="1222218" y="4826203"/>
                </a:cubicBezTo>
                <a:cubicBezTo>
                  <a:pt x="1219331" y="4823651"/>
                  <a:pt x="1217134" y="4821920"/>
                  <a:pt x="1215754" y="4820708"/>
                </a:cubicBezTo>
                <a:cubicBezTo>
                  <a:pt x="1214374" y="4819497"/>
                  <a:pt x="1213745" y="4818761"/>
                  <a:pt x="1213873" y="4818199"/>
                </a:cubicBezTo>
                <a:cubicBezTo>
                  <a:pt x="1213997" y="4817636"/>
                  <a:pt x="1214876" y="4817290"/>
                  <a:pt x="1216633" y="4816772"/>
                </a:cubicBezTo>
                <a:cubicBezTo>
                  <a:pt x="1218327" y="4816252"/>
                  <a:pt x="1220838" y="4815647"/>
                  <a:pt x="1224226" y="4814565"/>
                </a:cubicBezTo>
                <a:close/>
                <a:moveTo>
                  <a:pt x="1701603" y="4810671"/>
                </a:moveTo>
                <a:cubicBezTo>
                  <a:pt x="1701918" y="4810887"/>
                  <a:pt x="1702293" y="4811104"/>
                  <a:pt x="1702607" y="4811320"/>
                </a:cubicBezTo>
                <a:cubicBezTo>
                  <a:pt x="1703046" y="4811623"/>
                  <a:pt x="1703549" y="4811883"/>
                  <a:pt x="1703988" y="4812186"/>
                </a:cubicBezTo>
                <a:lnTo>
                  <a:pt x="1704239" y="4812704"/>
                </a:lnTo>
                <a:lnTo>
                  <a:pt x="1704491" y="4813224"/>
                </a:lnTo>
                <a:lnTo>
                  <a:pt x="1704741" y="4813743"/>
                </a:lnTo>
                <a:lnTo>
                  <a:pt x="1704992" y="4814262"/>
                </a:lnTo>
                <a:lnTo>
                  <a:pt x="1704365" y="4813916"/>
                </a:lnTo>
                <a:lnTo>
                  <a:pt x="1703737" y="4813570"/>
                </a:lnTo>
                <a:lnTo>
                  <a:pt x="1703110" y="4813224"/>
                </a:lnTo>
                <a:lnTo>
                  <a:pt x="1702481" y="4812878"/>
                </a:lnTo>
                <a:lnTo>
                  <a:pt x="1702545" y="4812878"/>
                </a:lnTo>
                <a:cubicBezTo>
                  <a:pt x="1702168" y="4811968"/>
                  <a:pt x="1701918" y="4811407"/>
                  <a:pt x="1701729" y="4810974"/>
                </a:cubicBezTo>
                <a:cubicBezTo>
                  <a:pt x="1701729" y="4810844"/>
                  <a:pt x="1701603" y="4810758"/>
                  <a:pt x="1701603" y="4810671"/>
                </a:cubicBezTo>
                <a:close/>
                <a:moveTo>
                  <a:pt x="2269603" y="4809416"/>
                </a:moveTo>
                <a:cubicBezTo>
                  <a:pt x="2274937" y="4811493"/>
                  <a:pt x="2278137" y="4815560"/>
                  <a:pt x="2279769" y="4820753"/>
                </a:cubicBezTo>
                <a:cubicBezTo>
                  <a:pt x="2281400" y="4825945"/>
                  <a:pt x="2281526" y="4832219"/>
                  <a:pt x="2280710" y="4838666"/>
                </a:cubicBezTo>
                <a:cubicBezTo>
                  <a:pt x="2279895" y="4845113"/>
                  <a:pt x="2278137" y="4851690"/>
                  <a:pt x="2276067" y="4857488"/>
                </a:cubicBezTo>
                <a:cubicBezTo>
                  <a:pt x="2273995" y="4863286"/>
                  <a:pt x="2271548" y="4868262"/>
                  <a:pt x="2269414" y="4871550"/>
                </a:cubicBezTo>
                <a:cubicBezTo>
                  <a:pt x="2268535" y="4869602"/>
                  <a:pt x="2267469" y="4865276"/>
                  <a:pt x="2266465" y="4859738"/>
                </a:cubicBezTo>
                <a:cubicBezTo>
                  <a:pt x="2265461" y="4854200"/>
                  <a:pt x="2264519" y="4847492"/>
                  <a:pt x="2264080" y="4840743"/>
                </a:cubicBezTo>
                <a:cubicBezTo>
                  <a:pt x="2263641" y="4833993"/>
                  <a:pt x="2263577" y="4827243"/>
                  <a:pt x="2264394" y="4821618"/>
                </a:cubicBezTo>
                <a:cubicBezTo>
                  <a:pt x="2265210" y="4815994"/>
                  <a:pt x="2266779" y="4811579"/>
                  <a:pt x="2269540" y="4809459"/>
                </a:cubicBezTo>
                <a:close/>
                <a:moveTo>
                  <a:pt x="1698341" y="4808723"/>
                </a:moveTo>
                <a:cubicBezTo>
                  <a:pt x="1699220" y="4809156"/>
                  <a:pt x="1699784" y="4809415"/>
                  <a:pt x="1700224" y="4809589"/>
                </a:cubicBezTo>
                <a:cubicBezTo>
                  <a:pt x="1700663" y="4809805"/>
                  <a:pt x="1700914" y="4809935"/>
                  <a:pt x="1701102" y="4810107"/>
                </a:cubicBezTo>
                <a:cubicBezTo>
                  <a:pt x="1701228" y="4810238"/>
                  <a:pt x="1701353" y="4810454"/>
                  <a:pt x="1701479" y="4810670"/>
                </a:cubicBezTo>
                <a:lnTo>
                  <a:pt x="1701102" y="4810454"/>
                </a:lnTo>
                <a:cubicBezTo>
                  <a:pt x="1700663" y="4810151"/>
                  <a:pt x="1700160" y="4809891"/>
                  <a:pt x="1699721" y="4809589"/>
                </a:cubicBezTo>
                <a:cubicBezTo>
                  <a:pt x="1699282" y="4809286"/>
                  <a:pt x="1698780" y="4809026"/>
                  <a:pt x="1698341" y="4808723"/>
                </a:cubicBezTo>
                <a:close/>
                <a:moveTo>
                  <a:pt x="1664703" y="4803921"/>
                </a:moveTo>
                <a:lnTo>
                  <a:pt x="1665331" y="4804180"/>
                </a:lnTo>
                <a:lnTo>
                  <a:pt x="1665958" y="4804441"/>
                </a:lnTo>
                <a:lnTo>
                  <a:pt x="1666649" y="4804700"/>
                </a:lnTo>
                <a:lnTo>
                  <a:pt x="1667276" y="4804959"/>
                </a:lnTo>
                <a:lnTo>
                  <a:pt x="1666461" y="4805046"/>
                </a:lnTo>
                <a:lnTo>
                  <a:pt x="1665707" y="4805176"/>
                </a:lnTo>
                <a:lnTo>
                  <a:pt x="1664955" y="4805262"/>
                </a:lnTo>
                <a:lnTo>
                  <a:pt x="1664138" y="4805392"/>
                </a:lnTo>
                <a:lnTo>
                  <a:pt x="1664264" y="4805003"/>
                </a:lnTo>
                <a:lnTo>
                  <a:pt x="1664389" y="4804656"/>
                </a:lnTo>
                <a:lnTo>
                  <a:pt x="1664515" y="4804311"/>
                </a:lnTo>
                <a:close/>
                <a:moveTo>
                  <a:pt x="937932" y="4787998"/>
                </a:moveTo>
                <a:lnTo>
                  <a:pt x="938246" y="4788560"/>
                </a:lnTo>
                <a:lnTo>
                  <a:pt x="938562" y="4789123"/>
                </a:lnTo>
                <a:lnTo>
                  <a:pt x="938937" y="4789685"/>
                </a:lnTo>
                <a:lnTo>
                  <a:pt x="939251" y="4790248"/>
                </a:lnTo>
                <a:lnTo>
                  <a:pt x="938436" y="4790161"/>
                </a:lnTo>
                <a:lnTo>
                  <a:pt x="937556" y="4790118"/>
                </a:lnTo>
                <a:lnTo>
                  <a:pt x="936677" y="4790031"/>
                </a:lnTo>
                <a:lnTo>
                  <a:pt x="935862" y="4789988"/>
                </a:lnTo>
                <a:lnTo>
                  <a:pt x="936364" y="4789469"/>
                </a:lnTo>
                <a:lnTo>
                  <a:pt x="936867" y="4788993"/>
                </a:lnTo>
                <a:lnTo>
                  <a:pt x="937368" y="4788473"/>
                </a:lnTo>
                <a:close/>
                <a:moveTo>
                  <a:pt x="811359" y="4786310"/>
                </a:moveTo>
                <a:lnTo>
                  <a:pt x="811359" y="4786397"/>
                </a:lnTo>
                <a:cubicBezTo>
                  <a:pt x="813805" y="4789729"/>
                  <a:pt x="815062" y="4792801"/>
                  <a:pt x="815437" y="4795656"/>
                </a:cubicBezTo>
                <a:cubicBezTo>
                  <a:pt x="815813" y="4798511"/>
                  <a:pt x="815437" y="4801151"/>
                  <a:pt x="814621" y="4803618"/>
                </a:cubicBezTo>
                <a:cubicBezTo>
                  <a:pt x="813868" y="4806084"/>
                  <a:pt x="812677" y="4808421"/>
                  <a:pt x="811609" y="4810627"/>
                </a:cubicBezTo>
                <a:cubicBezTo>
                  <a:pt x="810481" y="4812834"/>
                  <a:pt x="809539" y="4814954"/>
                  <a:pt x="809036" y="4817074"/>
                </a:cubicBezTo>
                <a:cubicBezTo>
                  <a:pt x="802071" y="4818892"/>
                  <a:pt x="797678" y="4818286"/>
                  <a:pt x="795356" y="4816295"/>
                </a:cubicBezTo>
                <a:cubicBezTo>
                  <a:pt x="793034" y="4814261"/>
                  <a:pt x="792720" y="4810843"/>
                  <a:pt x="793724" y="4806993"/>
                </a:cubicBezTo>
                <a:cubicBezTo>
                  <a:pt x="794728" y="4803098"/>
                  <a:pt x="797176" y="4798815"/>
                  <a:pt x="800313" y="4795051"/>
                </a:cubicBezTo>
                <a:cubicBezTo>
                  <a:pt x="803451" y="4791286"/>
                  <a:pt x="807342" y="4788040"/>
                  <a:pt x="811359" y="4786310"/>
                </a:cubicBezTo>
                <a:close/>
                <a:moveTo>
                  <a:pt x="2094829" y="4778912"/>
                </a:moveTo>
                <a:cubicBezTo>
                  <a:pt x="2096461" y="4782070"/>
                  <a:pt x="2092256" y="4785705"/>
                  <a:pt x="2084537" y="4789296"/>
                </a:cubicBezTo>
                <a:cubicBezTo>
                  <a:pt x="2076819" y="4792930"/>
                  <a:pt x="2065585" y="4796522"/>
                  <a:pt x="2053223" y="4799551"/>
                </a:cubicBezTo>
                <a:cubicBezTo>
                  <a:pt x="2040859" y="4802580"/>
                  <a:pt x="2027367" y="4805089"/>
                  <a:pt x="2015130" y="4806517"/>
                </a:cubicBezTo>
                <a:cubicBezTo>
                  <a:pt x="2002893" y="4807945"/>
                  <a:pt x="1991973" y="4808334"/>
                  <a:pt x="1984631" y="4807122"/>
                </a:cubicBezTo>
                <a:cubicBezTo>
                  <a:pt x="1984819" y="4804311"/>
                  <a:pt x="1985196" y="4801584"/>
                  <a:pt x="1986011" y="4799032"/>
                </a:cubicBezTo>
                <a:cubicBezTo>
                  <a:pt x="1986827" y="4796479"/>
                  <a:pt x="1988208" y="4794099"/>
                  <a:pt x="1990342" y="4792022"/>
                </a:cubicBezTo>
                <a:cubicBezTo>
                  <a:pt x="1992538" y="4789902"/>
                  <a:pt x="1995488" y="4788084"/>
                  <a:pt x="1999566" y="4786657"/>
                </a:cubicBezTo>
                <a:cubicBezTo>
                  <a:pt x="2003646" y="4785229"/>
                  <a:pt x="2008917" y="4784147"/>
                  <a:pt x="2015569" y="4783541"/>
                </a:cubicBezTo>
                <a:cubicBezTo>
                  <a:pt x="2015632" y="4783584"/>
                  <a:pt x="2015632" y="4783628"/>
                  <a:pt x="2015632" y="4783671"/>
                </a:cubicBezTo>
                <a:cubicBezTo>
                  <a:pt x="2021405" y="4781032"/>
                  <a:pt x="2024605" y="4779647"/>
                  <a:pt x="2026928" y="4779041"/>
                </a:cubicBezTo>
                <a:cubicBezTo>
                  <a:pt x="2029438" y="4778392"/>
                  <a:pt x="2031132" y="4778609"/>
                  <a:pt x="2034521" y="4779041"/>
                </a:cubicBezTo>
                <a:cubicBezTo>
                  <a:pt x="2037911" y="4779517"/>
                  <a:pt x="2042931" y="4780166"/>
                  <a:pt x="2052155" y="4780339"/>
                </a:cubicBezTo>
                <a:cubicBezTo>
                  <a:pt x="2061381" y="4780556"/>
                  <a:pt x="2074811" y="4780296"/>
                  <a:pt x="2094829" y="4778912"/>
                </a:cubicBezTo>
                <a:close/>
                <a:moveTo>
                  <a:pt x="991024" y="4778479"/>
                </a:moveTo>
                <a:cubicBezTo>
                  <a:pt x="990961" y="4778782"/>
                  <a:pt x="990898" y="4779128"/>
                  <a:pt x="990898" y="4779474"/>
                </a:cubicBezTo>
                <a:cubicBezTo>
                  <a:pt x="990835" y="4779777"/>
                  <a:pt x="990773" y="4780124"/>
                  <a:pt x="990773" y="4780470"/>
                </a:cubicBezTo>
                <a:cubicBezTo>
                  <a:pt x="990709" y="4780773"/>
                  <a:pt x="990647" y="4781119"/>
                  <a:pt x="990647" y="4781465"/>
                </a:cubicBezTo>
                <a:cubicBezTo>
                  <a:pt x="990586" y="4781767"/>
                  <a:pt x="990522" y="4782113"/>
                  <a:pt x="990522" y="4782460"/>
                </a:cubicBezTo>
                <a:cubicBezTo>
                  <a:pt x="990334" y="4782287"/>
                  <a:pt x="990145" y="4782113"/>
                  <a:pt x="989957" y="4781941"/>
                </a:cubicBezTo>
                <a:cubicBezTo>
                  <a:pt x="989769" y="4781767"/>
                  <a:pt x="989582" y="4781595"/>
                  <a:pt x="989392" y="4781421"/>
                </a:cubicBezTo>
                <a:cubicBezTo>
                  <a:pt x="989204" y="4781249"/>
                  <a:pt x="989015" y="4781075"/>
                  <a:pt x="988827" y="4780902"/>
                </a:cubicBezTo>
                <a:cubicBezTo>
                  <a:pt x="988639" y="4780729"/>
                  <a:pt x="988451" y="4780556"/>
                  <a:pt x="988262" y="4780383"/>
                </a:cubicBezTo>
                <a:cubicBezTo>
                  <a:pt x="988513" y="4780209"/>
                  <a:pt x="988702" y="4780080"/>
                  <a:pt x="988952" y="4779907"/>
                </a:cubicBezTo>
                <a:cubicBezTo>
                  <a:pt x="989204" y="4779734"/>
                  <a:pt x="989392" y="4779604"/>
                  <a:pt x="989644" y="4779431"/>
                </a:cubicBezTo>
                <a:cubicBezTo>
                  <a:pt x="989894" y="4779258"/>
                  <a:pt x="990082" y="4779128"/>
                  <a:pt x="990334" y="4778955"/>
                </a:cubicBezTo>
                <a:cubicBezTo>
                  <a:pt x="990586" y="4778782"/>
                  <a:pt x="990773" y="4778653"/>
                  <a:pt x="991024" y="4778479"/>
                </a:cubicBezTo>
                <a:close/>
                <a:moveTo>
                  <a:pt x="439468" y="4776186"/>
                </a:moveTo>
                <a:lnTo>
                  <a:pt x="440347" y="4776403"/>
                </a:lnTo>
                <a:lnTo>
                  <a:pt x="441226" y="4776575"/>
                </a:lnTo>
                <a:lnTo>
                  <a:pt x="442167" y="4776792"/>
                </a:lnTo>
                <a:lnTo>
                  <a:pt x="443046" y="4776965"/>
                </a:lnTo>
                <a:lnTo>
                  <a:pt x="442167" y="4777181"/>
                </a:lnTo>
                <a:lnTo>
                  <a:pt x="441288" y="4777354"/>
                </a:lnTo>
                <a:lnTo>
                  <a:pt x="440410" y="4777570"/>
                </a:lnTo>
                <a:lnTo>
                  <a:pt x="439531" y="4777787"/>
                </a:lnTo>
                <a:lnTo>
                  <a:pt x="439531" y="4777398"/>
                </a:lnTo>
                <a:lnTo>
                  <a:pt x="439468" y="4777008"/>
                </a:lnTo>
                <a:lnTo>
                  <a:pt x="439468" y="4776619"/>
                </a:lnTo>
                <a:close/>
                <a:moveTo>
                  <a:pt x="2268850" y="4775969"/>
                </a:moveTo>
                <a:cubicBezTo>
                  <a:pt x="2271612" y="4775709"/>
                  <a:pt x="2274310" y="4775752"/>
                  <a:pt x="2276569" y="4776229"/>
                </a:cubicBezTo>
                <a:lnTo>
                  <a:pt x="2276506" y="4776229"/>
                </a:lnTo>
                <a:cubicBezTo>
                  <a:pt x="2278766" y="4776661"/>
                  <a:pt x="2280648" y="4777527"/>
                  <a:pt x="2281904" y="4778868"/>
                </a:cubicBezTo>
                <a:cubicBezTo>
                  <a:pt x="2283159" y="4780209"/>
                  <a:pt x="2283723" y="4782027"/>
                  <a:pt x="2283409" y="4784363"/>
                </a:cubicBezTo>
                <a:cubicBezTo>
                  <a:pt x="2283096" y="4786743"/>
                  <a:pt x="2281840" y="4789642"/>
                  <a:pt x="2279393" y="4793190"/>
                </a:cubicBezTo>
                <a:cubicBezTo>
                  <a:pt x="2271988" y="4793103"/>
                  <a:pt x="2267344" y="4791978"/>
                  <a:pt x="2264646" y="4790377"/>
                </a:cubicBezTo>
                <a:cubicBezTo>
                  <a:pt x="2261885" y="4788776"/>
                  <a:pt x="2261069" y="4786656"/>
                  <a:pt x="2261320" y="4784580"/>
                </a:cubicBezTo>
                <a:cubicBezTo>
                  <a:pt x="2261570" y="4782459"/>
                  <a:pt x="2262889" y="4780382"/>
                  <a:pt x="2264394" y="4778781"/>
                </a:cubicBezTo>
                <a:cubicBezTo>
                  <a:pt x="2265963" y="4777180"/>
                  <a:pt x="2267720" y="4776098"/>
                  <a:pt x="2268850" y="4775969"/>
                </a:cubicBezTo>
                <a:close/>
                <a:moveTo>
                  <a:pt x="1836465" y="4772767"/>
                </a:moveTo>
                <a:cubicBezTo>
                  <a:pt x="1842929" y="4772638"/>
                  <a:pt x="1846821" y="4773502"/>
                  <a:pt x="1848829" y="4775060"/>
                </a:cubicBezTo>
                <a:cubicBezTo>
                  <a:pt x="1850837" y="4776618"/>
                  <a:pt x="1850962" y="4778911"/>
                  <a:pt x="1850021" y="4781767"/>
                </a:cubicBezTo>
                <a:cubicBezTo>
                  <a:pt x="1849017" y="4784580"/>
                  <a:pt x="1846945" y="4787998"/>
                  <a:pt x="1844435" y="4791719"/>
                </a:cubicBezTo>
                <a:cubicBezTo>
                  <a:pt x="1841925" y="4795440"/>
                  <a:pt x="1838976" y="4799551"/>
                  <a:pt x="1836403" y="4803790"/>
                </a:cubicBezTo>
                <a:lnTo>
                  <a:pt x="1836403" y="4779993"/>
                </a:lnTo>
                <a:lnTo>
                  <a:pt x="1836465" y="4780036"/>
                </a:lnTo>
                <a:close/>
                <a:moveTo>
                  <a:pt x="1890246" y="4764763"/>
                </a:moveTo>
                <a:cubicBezTo>
                  <a:pt x="1891439" y="4764676"/>
                  <a:pt x="1892819" y="4764935"/>
                  <a:pt x="1895016" y="4765412"/>
                </a:cubicBezTo>
                <a:cubicBezTo>
                  <a:pt x="1897212" y="4765888"/>
                  <a:pt x="1900288" y="4766580"/>
                  <a:pt x="1904805" y="4767359"/>
                </a:cubicBezTo>
                <a:cubicBezTo>
                  <a:pt x="1901228" y="4768959"/>
                  <a:pt x="1898907" y="4770171"/>
                  <a:pt x="1897212" y="4771036"/>
                </a:cubicBezTo>
                <a:cubicBezTo>
                  <a:pt x="1895518" y="4771902"/>
                  <a:pt x="1894388" y="4772421"/>
                  <a:pt x="1893258" y="4772594"/>
                </a:cubicBezTo>
                <a:cubicBezTo>
                  <a:pt x="1892066" y="4772767"/>
                  <a:pt x="1890874" y="4772638"/>
                  <a:pt x="1888866" y="4772248"/>
                </a:cubicBezTo>
                <a:cubicBezTo>
                  <a:pt x="1886858" y="4771859"/>
                  <a:pt x="1884159" y="4771166"/>
                  <a:pt x="1879954" y="4770258"/>
                </a:cubicBezTo>
                <a:cubicBezTo>
                  <a:pt x="1883092" y="4768354"/>
                  <a:pt x="1885038" y="4767013"/>
                  <a:pt x="1886543" y="4766147"/>
                </a:cubicBezTo>
                <a:cubicBezTo>
                  <a:pt x="1888050" y="4765281"/>
                  <a:pt x="1889054" y="4764849"/>
                  <a:pt x="1890246" y="4764763"/>
                </a:cubicBezTo>
                <a:close/>
                <a:moveTo>
                  <a:pt x="687852" y="4764373"/>
                </a:moveTo>
                <a:cubicBezTo>
                  <a:pt x="688041" y="4764589"/>
                  <a:pt x="688292" y="4764806"/>
                  <a:pt x="688481" y="4765022"/>
                </a:cubicBezTo>
                <a:cubicBezTo>
                  <a:pt x="688669" y="4765238"/>
                  <a:pt x="689108" y="4765671"/>
                  <a:pt x="689108" y="4765671"/>
                </a:cubicBezTo>
                <a:lnTo>
                  <a:pt x="689108" y="4765627"/>
                </a:lnTo>
                <a:lnTo>
                  <a:pt x="689736" y="4766277"/>
                </a:lnTo>
                <a:cubicBezTo>
                  <a:pt x="689924" y="4766493"/>
                  <a:pt x="690175" y="4766709"/>
                  <a:pt x="690363" y="4766926"/>
                </a:cubicBezTo>
                <a:cubicBezTo>
                  <a:pt x="689045" y="4767056"/>
                  <a:pt x="688104" y="4767142"/>
                  <a:pt x="687477" y="4767185"/>
                </a:cubicBezTo>
                <a:cubicBezTo>
                  <a:pt x="686848" y="4767272"/>
                  <a:pt x="686472" y="4767272"/>
                  <a:pt x="686221" y="4767185"/>
                </a:cubicBezTo>
                <a:cubicBezTo>
                  <a:pt x="685970" y="4767098"/>
                  <a:pt x="685782" y="4766969"/>
                  <a:pt x="685594" y="4766709"/>
                </a:cubicBezTo>
                <a:cubicBezTo>
                  <a:pt x="685343" y="4766450"/>
                  <a:pt x="685092" y="4766060"/>
                  <a:pt x="684589" y="4765585"/>
                </a:cubicBezTo>
                <a:cubicBezTo>
                  <a:pt x="684840" y="4765498"/>
                  <a:pt x="685154" y="4765368"/>
                  <a:pt x="685405" y="4765281"/>
                </a:cubicBezTo>
                <a:cubicBezTo>
                  <a:pt x="685656" y="4765195"/>
                  <a:pt x="685970" y="4765065"/>
                  <a:pt x="686221" y="4764978"/>
                </a:cubicBezTo>
                <a:cubicBezTo>
                  <a:pt x="686472" y="4764892"/>
                  <a:pt x="686786" y="4764763"/>
                  <a:pt x="687037" y="4764676"/>
                </a:cubicBezTo>
                <a:cubicBezTo>
                  <a:pt x="687288" y="4764589"/>
                  <a:pt x="687602" y="4764460"/>
                  <a:pt x="687852" y="4764373"/>
                </a:cubicBezTo>
                <a:close/>
                <a:moveTo>
                  <a:pt x="1723881" y="4751825"/>
                </a:moveTo>
                <a:cubicBezTo>
                  <a:pt x="1724320" y="4752345"/>
                  <a:pt x="1724761" y="4752821"/>
                  <a:pt x="1725200" y="4753339"/>
                </a:cubicBezTo>
                <a:cubicBezTo>
                  <a:pt x="1725889" y="4754118"/>
                  <a:pt x="1726580" y="4754897"/>
                  <a:pt x="1727270" y="4755719"/>
                </a:cubicBezTo>
                <a:cubicBezTo>
                  <a:pt x="1727961" y="4756542"/>
                  <a:pt x="1728714" y="4757406"/>
                  <a:pt x="1729466" y="4758272"/>
                </a:cubicBezTo>
                <a:cubicBezTo>
                  <a:pt x="1730220" y="4759138"/>
                  <a:pt x="1731035" y="4760089"/>
                  <a:pt x="1731851" y="4761042"/>
                </a:cubicBezTo>
                <a:cubicBezTo>
                  <a:pt x="1722815" y="4761474"/>
                  <a:pt x="1716853" y="4761214"/>
                  <a:pt x="1713276" y="4760522"/>
                </a:cubicBezTo>
                <a:cubicBezTo>
                  <a:pt x="1709699" y="4759830"/>
                  <a:pt x="1708507" y="4758748"/>
                  <a:pt x="1708946" y="4757580"/>
                </a:cubicBezTo>
                <a:lnTo>
                  <a:pt x="1708883" y="4757580"/>
                </a:lnTo>
                <a:cubicBezTo>
                  <a:pt x="1709259" y="4756368"/>
                  <a:pt x="1711330" y="4755113"/>
                  <a:pt x="1714217" y="4754032"/>
                </a:cubicBezTo>
                <a:cubicBezTo>
                  <a:pt x="1716915" y="4753037"/>
                  <a:pt x="1720304" y="4752258"/>
                  <a:pt x="1723881" y="4751825"/>
                </a:cubicBezTo>
                <a:close/>
                <a:moveTo>
                  <a:pt x="1724001" y="4751818"/>
                </a:moveTo>
                <a:lnTo>
                  <a:pt x="1724008" y="4751826"/>
                </a:lnTo>
                <a:lnTo>
                  <a:pt x="1723945" y="4751826"/>
                </a:lnTo>
                <a:close/>
                <a:moveTo>
                  <a:pt x="1971389" y="4745249"/>
                </a:moveTo>
                <a:cubicBezTo>
                  <a:pt x="1971577" y="4745378"/>
                  <a:pt x="1971828" y="4745465"/>
                  <a:pt x="1972017" y="4745595"/>
                </a:cubicBezTo>
                <a:cubicBezTo>
                  <a:pt x="1971514" y="4745725"/>
                  <a:pt x="1971075" y="4745811"/>
                  <a:pt x="1970572" y="4745898"/>
                </a:cubicBezTo>
                <a:cubicBezTo>
                  <a:pt x="1970448" y="4745768"/>
                  <a:pt x="1970071" y="4745552"/>
                  <a:pt x="1970071" y="4745552"/>
                </a:cubicBezTo>
                <a:lnTo>
                  <a:pt x="1970071" y="4745508"/>
                </a:lnTo>
                <a:cubicBezTo>
                  <a:pt x="1970510" y="4745422"/>
                  <a:pt x="1970949" y="4745336"/>
                  <a:pt x="1971389" y="4745249"/>
                </a:cubicBezTo>
                <a:close/>
                <a:moveTo>
                  <a:pt x="1954696" y="4738152"/>
                </a:moveTo>
                <a:lnTo>
                  <a:pt x="1954634" y="4738196"/>
                </a:lnTo>
                <a:cubicBezTo>
                  <a:pt x="1959277" y="4739191"/>
                  <a:pt x="1964612" y="4741528"/>
                  <a:pt x="1969946" y="4745595"/>
                </a:cubicBezTo>
                <a:cubicBezTo>
                  <a:pt x="1968377" y="4745897"/>
                  <a:pt x="1966871" y="4746200"/>
                  <a:pt x="1965302" y="4746503"/>
                </a:cubicBezTo>
                <a:cubicBezTo>
                  <a:pt x="1963293" y="4746892"/>
                  <a:pt x="1961348" y="4747282"/>
                  <a:pt x="1959403" y="4747671"/>
                </a:cubicBezTo>
                <a:cubicBezTo>
                  <a:pt x="1957458" y="4748061"/>
                  <a:pt x="1955574" y="4748406"/>
                  <a:pt x="1953692" y="4748796"/>
                </a:cubicBezTo>
                <a:cubicBezTo>
                  <a:pt x="1951809" y="4749142"/>
                  <a:pt x="1949989" y="4749532"/>
                  <a:pt x="1948232" y="4749878"/>
                </a:cubicBezTo>
                <a:cubicBezTo>
                  <a:pt x="1942835" y="4748017"/>
                  <a:pt x="1940074" y="4745767"/>
                  <a:pt x="1939447" y="4743691"/>
                </a:cubicBezTo>
                <a:cubicBezTo>
                  <a:pt x="1938819" y="4741614"/>
                  <a:pt x="1940200" y="4739710"/>
                  <a:pt x="1942961" y="4738585"/>
                </a:cubicBezTo>
                <a:cubicBezTo>
                  <a:pt x="1945723" y="4737460"/>
                  <a:pt x="1949865" y="4737114"/>
                  <a:pt x="1954696" y="4738152"/>
                </a:cubicBezTo>
                <a:close/>
                <a:moveTo>
                  <a:pt x="2272176" y="4736422"/>
                </a:moveTo>
                <a:lnTo>
                  <a:pt x="2272300" y="4736422"/>
                </a:lnTo>
                <a:cubicBezTo>
                  <a:pt x="2272929" y="4736638"/>
                  <a:pt x="2273493" y="4737115"/>
                  <a:pt x="2274372" y="4738023"/>
                </a:cubicBezTo>
                <a:cubicBezTo>
                  <a:pt x="2275250" y="4738932"/>
                  <a:pt x="2276380" y="4740273"/>
                  <a:pt x="2278200" y="4742220"/>
                </a:cubicBezTo>
                <a:cubicBezTo>
                  <a:pt x="2277510" y="4742350"/>
                  <a:pt x="2276819" y="4742436"/>
                  <a:pt x="2276066" y="4742566"/>
                </a:cubicBezTo>
                <a:cubicBezTo>
                  <a:pt x="2275313" y="4742696"/>
                  <a:pt x="2274623" y="4742825"/>
                  <a:pt x="2273807" y="4742956"/>
                </a:cubicBezTo>
                <a:cubicBezTo>
                  <a:pt x="2273054" y="4743086"/>
                  <a:pt x="2272238" y="4743258"/>
                  <a:pt x="2271296" y="4743388"/>
                </a:cubicBezTo>
                <a:cubicBezTo>
                  <a:pt x="2270356" y="4743518"/>
                  <a:pt x="2269414" y="4743691"/>
                  <a:pt x="2268347" y="4743865"/>
                </a:cubicBezTo>
                <a:cubicBezTo>
                  <a:pt x="2267971" y="4743345"/>
                  <a:pt x="2267657" y="4742825"/>
                  <a:pt x="2267280" y="4742307"/>
                </a:cubicBezTo>
                <a:cubicBezTo>
                  <a:pt x="2266904" y="4741787"/>
                  <a:pt x="2266591" y="4741268"/>
                  <a:pt x="2266214" y="4740749"/>
                </a:cubicBezTo>
                <a:cubicBezTo>
                  <a:pt x="2265837" y="4740229"/>
                  <a:pt x="2265523" y="4739711"/>
                  <a:pt x="2265146" y="4739191"/>
                </a:cubicBezTo>
                <a:cubicBezTo>
                  <a:pt x="2264770" y="4738671"/>
                  <a:pt x="2264457" y="4738153"/>
                  <a:pt x="2264080" y="4737633"/>
                </a:cubicBezTo>
                <a:cubicBezTo>
                  <a:pt x="2266591" y="4737244"/>
                  <a:pt x="2268284" y="4736854"/>
                  <a:pt x="2269539" y="4736595"/>
                </a:cubicBezTo>
                <a:cubicBezTo>
                  <a:pt x="2270733" y="4736336"/>
                  <a:pt x="2271485" y="4736249"/>
                  <a:pt x="2272176" y="4736422"/>
                </a:cubicBezTo>
                <a:close/>
                <a:moveTo>
                  <a:pt x="947661" y="4731446"/>
                </a:moveTo>
                <a:lnTo>
                  <a:pt x="947725" y="4731446"/>
                </a:lnTo>
                <a:cubicBezTo>
                  <a:pt x="948603" y="4730840"/>
                  <a:pt x="950423" y="4731186"/>
                  <a:pt x="953435" y="4732658"/>
                </a:cubicBezTo>
                <a:cubicBezTo>
                  <a:pt x="956448" y="4734129"/>
                  <a:pt x="960715" y="4736768"/>
                  <a:pt x="966550" y="4740749"/>
                </a:cubicBezTo>
                <a:cubicBezTo>
                  <a:pt x="964730" y="4741182"/>
                  <a:pt x="963161" y="4741571"/>
                  <a:pt x="961719" y="4741917"/>
                </a:cubicBezTo>
                <a:cubicBezTo>
                  <a:pt x="960275" y="4742220"/>
                  <a:pt x="959021" y="4742566"/>
                  <a:pt x="957827" y="4742825"/>
                </a:cubicBezTo>
                <a:cubicBezTo>
                  <a:pt x="956636" y="4743086"/>
                  <a:pt x="955569" y="4743345"/>
                  <a:pt x="954563" y="4743604"/>
                </a:cubicBezTo>
                <a:cubicBezTo>
                  <a:pt x="953559" y="4743821"/>
                  <a:pt x="952555" y="4744080"/>
                  <a:pt x="951615" y="4744297"/>
                </a:cubicBezTo>
                <a:cubicBezTo>
                  <a:pt x="949857" y="4740921"/>
                  <a:pt x="948415" y="4737979"/>
                  <a:pt x="947661" y="4735773"/>
                </a:cubicBezTo>
                <a:cubicBezTo>
                  <a:pt x="946909" y="4733566"/>
                  <a:pt x="946783" y="4732052"/>
                  <a:pt x="947661" y="4731446"/>
                </a:cubicBezTo>
                <a:close/>
                <a:moveTo>
                  <a:pt x="1825107" y="4730104"/>
                </a:moveTo>
                <a:cubicBezTo>
                  <a:pt x="1834269" y="4731057"/>
                  <a:pt x="1844059" y="4733566"/>
                  <a:pt x="1853346" y="4738240"/>
                </a:cubicBezTo>
                <a:cubicBezTo>
                  <a:pt x="1844624" y="4740619"/>
                  <a:pt x="1837218" y="4742782"/>
                  <a:pt x="1830818" y="4744600"/>
                </a:cubicBezTo>
                <a:cubicBezTo>
                  <a:pt x="1824417" y="4746417"/>
                  <a:pt x="1819019" y="4747888"/>
                  <a:pt x="1814250" y="4748796"/>
                </a:cubicBezTo>
                <a:cubicBezTo>
                  <a:pt x="1809544" y="4749749"/>
                  <a:pt x="1805402" y="4750095"/>
                  <a:pt x="1801636" y="4749792"/>
                </a:cubicBezTo>
                <a:cubicBezTo>
                  <a:pt x="1797871" y="4749446"/>
                  <a:pt x="1794419" y="4748407"/>
                  <a:pt x="1790968" y="4746503"/>
                </a:cubicBezTo>
                <a:cubicBezTo>
                  <a:pt x="1785948" y="4743734"/>
                  <a:pt x="1785006" y="4740662"/>
                  <a:pt x="1787014" y="4737893"/>
                </a:cubicBezTo>
                <a:lnTo>
                  <a:pt x="1787014" y="4737850"/>
                </a:lnTo>
                <a:cubicBezTo>
                  <a:pt x="1789022" y="4735124"/>
                  <a:pt x="1793980" y="4732658"/>
                  <a:pt x="1800695" y="4731186"/>
                </a:cubicBezTo>
                <a:cubicBezTo>
                  <a:pt x="1807410" y="4729715"/>
                  <a:pt x="1815945" y="4729153"/>
                  <a:pt x="1825107" y="4730104"/>
                </a:cubicBezTo>
                <a:close/>
                <a:moveTo>
                  <a:pt x="1301037" y="4729758"/>
                </a:moveTo>
                <a:cubicBezTo>
                  <a:pt x="1301727" y="4729758"/>
                  <a:pt x="1302354" y="4730018"/>
                  <a:pt x="1303358" y="4730494"/>
                </a:cubicBezTo>
                <a:cubicBezTo>
                  <a:pt x="1304362" y="4730970"/>
                  <a:pt x="1305743" y="4731705"/>
                  <a:pt x="1307877" y="4732658"/>
                </a:cubicBezTo>
                <a:cubicBezTo>
                  <a:pt x="1307188" y="4732830"/>
                  <a:pt x="1306622" y="4733090"/>
                  <a:pt x="1305931" y="4733263"/>
                </a:cubicBezTo>
                <a:cubicBezTo>
                  <a:pt x="1305242" y="4733436"/>
                  <a:pt x="1304615" y="4733653"/>
                  <a:pt x="1303985" y="4733869"/>
                </a:cubicBezTo>
                <a:cubicBezTo>
                  <a:pt x="1303358" y="4734042"/>
                  <a:pt x="1302668" y="4734258"/>
                  <a:pt x="1302042" y="4734475"/>
                </a:cubicBezTo>
                <a:lnTo>
                  <a:pt x="1302167" y="4734518"/>
                </a:lnTo>
                <a:cubicBezTo>
                  <a:pt x="1301538" y="4734691"/>
                  <a:pt x="1300848" y="4734907"/>
                  <a:pt x="1300221" y="4735124"/>
                </a:cubicBezTo>
                <a:cubicBezTo>
                  <a:pt x="1299657" y="4734865"/>
                  <a:pt x="1299028" y="4734604"/>
                  <a:pt x="1298464" y="4734345"/>
                </a:cubicBezTo>
                <a:cubicBezTo>
                  <a:pt x="1297901" y="4734085"/>
                  <a:pt x="1297273" y="4733825"/>
                  <a:pt x="1296705" y="4733566"/>
                </a:cubicBezTo>
                <a:cubicBezTo>
                  <a:pt x="1296143" y="4733307"/>
                  <a:pt x="1295515" y="4733046"/>
                  <a:pt x="1294948" y="4732787"/>
                </a:cubicBezTo>
                <a:cubicBezTo>
                  <a:pt x="1294385" y="4732528"/>
                  <a:pt x="1293759" y="4732268"/>
                  <a:pt x="1293191" y="4732008"/>
                </a:cubicBezTo>
                <a:cubicBezTo>
                  <a:pt x="1295639" y="4731229"/>
                  <a:pt x="1297273" y="4730667"/>
                  <a:pt x="1298464" y="4730278"/>
                </a:cubicBezTo>
                <a:cubicBezTo>
                  <a:pt x="1299657" y="4729888"/>
                  <a:pt x="1300347" y="4729758"/>
                  <a:pt x="1301037" y="4729758"/>
                </a:cubicBezTo>
                <a:close/>
                <a:moveTo>
                  <a:pt x="2447640" y="4729153"/>
                </a:moveTo>
                <a:lnTo>
                  <a:pt x="2447765" y="4729586"/>
                </a:lnTo>
                <a:lnTo>
                  <a:pt x="2447891" y="4730018"/>
                </a:lnTo>
                <a:lnTo>
                  <a:pt x="2448017" y="4730450"/>
                </a:lnTo>
                <a:lnTo>
                  <a:pt x="2448205" y="4730927"/>
                </a:lnTo>
                <a:lnTo>
                  <a:pt x="2447577" y="4730797"/>
                </a:lnTo>
                <a:lnTo>
                  <a:pt x="2446950" y="4730711"/>
                </a:lnTo>
                <a:lnTo>
                  <a:pt x="2446322" y="4730580"/>
                </a:lnTo>
                <a:lnTo>
                  <a:pt x="2445695" y="4730494"/>
                </a:lnTo>
                <a:lnTo>
                  <a:pt x="2446134" y="4730148"/>
                </a:lnTo>
                <a:lnTo>
                  <a:pt x="2446636" y="4729802"/>
                </a:lnTo>
                <a:lnTo>
                  <a:pt x="2447138" y="4729456"/>
                </a:lnTo>
                <a:close/>
                <a:moveTo>
                  <a:pt x="998871" y="4728547"/>
                </a:moveTo>
                <a:cubicBezTo>
                  <a:pt x="1004079" y="4729801"/>
                  <a:pt x="1007783" y="4730970"/>
                  <a:pt x="1010294" y="4732181"/>
                </a:cubicBezTo>
                <a:cubicBezTo>
                  <a:pt x="1012803" y="4733393"/>
                  <a:pt x="1014183" y="4734647"/>
                  <a:pt x="1014748" y="4736118"/>
                </a:cubicBezTo>
                <a:cubicBezTo>
                  <a:pt x="1015313" y="4737546"/>
                  <a:pt x="1015124" y="4739234"/>
                  <a:pt x="1014498" y="4741268"/>
                </a:cubicBezTo>
                <a:cubicBezTo>
                  <a:pt x="1013870" y="4743301"/>
                  <a:pt x="1012803" y="4745724"/>
                  <a:pt x="1011736" y="4748623"/>
                </a:cubicBezTo>
                <a:cubicBezTo>
                  <a:pt x="1006087" y="4747152"/>
                  <a:pt x="1003452" y="4745724"/>
                  <a:pt x="1002385" y="4744210"/>
                </a:cubicBezTo>
                <a:lnTo>
                  <a:pt x="1002448" y="4744210"/>
                </a:lnTo>
                <a:cubicBezTo>
                  <a:pt x="1001381" y="4742739"/>
                  <a:pt x="1001946" y="4741181"/>
                  <a:pt x="1002698" y="4739580"/>
                </a:cubicBezTo>
                <a:cubicBezTo>
                  <a:pt x="1003452" y="4737935"/>
                  <a:pt x="1004457" y="4736248"/>
                  <a:pt x="1004267" y="4734431"/>
                </a:cubicBezTo>
                <a:cubicBezTo>
                  <a:pt x="1004079" y="4732614"/>
                  <a:pt x="1002762" y="4730667"/>
                  <a:pt x="998871" y="4728547"/>
                </a:cubicBezTo>
                <a:close/>
                <a:moveTo>
                  <a:pt x="1891439" y="4727379"/>
                </a:moveTo>
                <a:cubicBezTo>
                  <a:pt x="1896396" y="4729023"/>
                  <a:pt x="1899158" y="4731013"/>
                  <a:pt x="1900413" y="4732787"/>
                </a:cubicBezTo>
                <a:cubicBezTo>
                  <a:pt x="1901668" y="4734561"/>
                  <a:pt x="1901354" y="4736162"/>
                  <a:pt x="1900224" y="4737028"/>
                </a:cubicBezTo>
                <a:cubicBezTo>
                  <a:pt x="1899095" y="4737893"/>
                  <a:pt x="1897086" y="4737979"/>
                  <a:pt x="1894890" y="4736811"/>
                </a:cubicBezTo>
                <a:cubicBezTo>
                  <a:pt x="1892693" y="4735643"/>
                  <a:pt x="1890309" y="4733177"/>
                  <a:pt x="1888489" y="4728850"/>
                </a:cubicBezTo>
                <a:cubicBezTo>
                  <a:pt x="1888427" y="4728763"/>
                  <a:pt x="1888553" y="4728676"/>
                  <a:pt x="1888741" y="4728547"/>
                </a:cubicBezTo>
                <a:cubicBezTo>
                  <a:pt x="1888928" y="4728417"/>
                  <a:pt x="1889180" y="4728287"/>
                  <a:pt x="1889493" y="4728158"/>
                </a:cubicBezTo>
                <a:cubicBezTo>
                  <a:pt x="1889807" y="4728028"/>
                  <a:pt x="1890120" y="4727898"/>
                  <a:pt x="1890497" y="4727769"/>
                </a:cubicBezTo>
                <a:cubicBezTo>
                  <a:pt x="1890874" y="4727638"/>
                  <a:pt x="1891439" y="4727379"/>
                  <a:pt x="1891439" y="4727379"/>
                </a:cubicBezTo>
                <a:close/>
                <a:moveTo>
                  <a:pt x="699842" y="4726081"/>
                </a:moveTo>
                <a:cubicBezTo>
                  <a:pt x="702352" y="4727163"/>
                  <a:pt x="704048" y="4727855"/>
                  <a:pt x="705177" y="4728375"/>
                </a:cubicBezTo>
                <a:lnTo>
                  <a:pt x="705113" y="4728418"/>
                </a:lnTo>
                <a:cubicBezTo>
                  <a:pt x="706243" y="4728936"/>
                  <a:pt x="706808" y="4729283"/>
                  <a:pt x="706996" y="4729715"/>
                </a:cubicBezTo>
                <a:cubicBezTo>
                  <a:pt x="707185" y="4730148"/>
                  <a:pt x="706933" y="4730581"/>
                  <a:pt x="706495" y="4731360"/>
                </a:cubicBezTo>
                <a:cubicBezTo>
                  <a:pt x="706055" y="4732139"/>
                  <a:pt x="705364" y="4733177"/>
                  <a:pt x="704674" y="4734735"/>
                </a:cubicBezTo>
                <a:cubicBezTo>
                  <a:pt x="701600" y="4732961"/>
                  <a:pt x="699402" y="4731793"/>
                  <a:pt x="697897" y="4730970"/>
                </a:cubicBezTo>
                <a:cubicBezTo>
                  <a:pt x="696390" y="4730105"/>
                  <a:pt x="695575" y="4729586"/>
                  <a:pt x="695386" y="4729197"/>
                </a:cubicBezTo>
                <a:cubicBezTo>
                  <a:pt x="695198" y="4728764"/>
                  <a:pt x="695512" y="4728461"/>
                  <a:pt x="696328" y="4728028"/>
                </a:cubicBezTo>
                <a:cubicBezTo>
                  <a:pt x="697144" y="4727595"/>
                  <a:pt x="698336" y="4727033"/>
                  <a:pt x="699842" y="4726081"/>
                </a:cubicBezTo>
                <a:close/>
                <a:moveTo>
                  <a:pt x="1734864" y="4725475"/>
                </a:moveTo>
                <a:cubicBezTo>
                  <a:pt x="1737124" y="4727984"/>
                  <a:pt x="1738755" y="4730450"/>
                  <a:pt x="1739697" y="4732787"/>
                </a:cubicBezTo>
                <a:lnTo>
                  <a:pt x="1739634" y="4732787"/>
                </a:lnTo>
                <a:cubicBezTo>
                  <a:pt x="1740575" y="4735124"/>
                  <a:pt x="1740764" y="4737374"/>
                  <a:pt x="1740010" y="4739537"/>
                </a:cubicBezTo>
                <a:cubicBezTo>
                  <a:pt x="1739257" y="4741700"/>
                  <a:pt x="1737626" y="4743778"/>
                  <a:pt x="1734864" y="4745682"/>
                </a:cubicBezTo>
                <a:lnTo>
                  <a:pt x="1723767" y="4750882"/>
                </a:lnTo>
                <a:lnTo>
                  <a:pt x="1724824" y="4751696"/>
                </a:lnTo>
                <a:lnTo>
                  <a:pt x="1724001" y="4751818"/>
                </a:lnTo>
                <a:lnTo>
                  <a:pt x="1723317" y="4751047"/>
                </a:lnTo>
                <a:lnTo>
                  <a:pt x="1723679" y="4750905"/>
                </a:lnTo>
                <a:lnTo>
                  <a:pt x="1710452" y="4740662"/>
                </a:lnTo>
                <a:cubicBezTo>
                  <a:pt x="1706939" y="4737590"/>
                  <a:pt x="1704867" y="4735080"/>
                  <a:pt x="1704867" y="4733046"/>
                </a:cubicBezTo>
                <a:cubicBezTo>
                  <a:pt x="1704867" y="4731013"/>
                  <a:pt x="1707001" y="4729412"/>
                  <a:pt x="1711771" y="4728200"/>
                </a:cubicBezTo>
                <a:cubicBezTo>
                  <a:pt x="1716540" y="4726990"/>
                  <a:pt x="1724071" y="4726080"/>
                  <a:pt x="1734864" y="4725475"/>
                </a:cubicBezTo>
                <a:close/>
                <a:moveTo>
                  <a:pt x="2006470" y="4725086"/>
                </a:moveTo>
                <a:cubicBezTo>
                  <a:pt x="2014628" y="4727033"/>
                  <a:pt x="2022786" y="4728936"/>
                  <a:pt x="2031006" y="4730883"/>
                </a:cubicBezTo>
                <a:cubicBezTo>
                  <a:pt x="2039228" y="4732831"/>
                  <a:pt x="2047512" y="4734821"/>
                  <a:pt x="2055983" y="4736811"/>
                </a:cubicBezTo>
                <a:lnTo>
                  <a:pt x="2055921" y="4736811"/>
                </a:lnTo>
                <a:cubicBezTo>
                  <a:pt x="2064393" y="4738845"/>
                  <a:pt x="2072990" y="4740879"/>
                  <a:pt x="2081839" y="4742956"/>
                </a:cubicBezTo>
                <a:cubicBezTo>
                  <a:pt x="2090624" y="4745032"/>
                  <a:pt x="2099724" y="4747196"/>
                  <a:pt x="2109074" y="4749403"/>
                </a:cubicBezTo>
                <a:cubicBezTo>
                  <a:pt x="2095331" y="4754682"/>
                  <a:pt x="2084600" y="4756801"/>
                  <a:pt x="2075437" y="4757321"/>
                </a:cubicBezTo>
                <a:cubicBezTo>
                  <a:pt x="2066275" y="4757797"/>
                  <a:pt x="2058618" y="4756715"/>
                  <a:pt x="2051151" y="4755461"/>
                </a:cubicBezTo>
                <a:cubicBezTo>
                  <a:pt x="2043683" y="4754206"/>
                  <a:pt x="2036341" y="4752864"/>
                  <a:pt x="2027743" y="4752864"/>
                </a:cubicBezTo>
                <a:cubicBezTo>
                  <a:pt x="2019146" y="4752864"/>
                  <a:pt x="2009293" y="4754249"/>
                  <a:pt x="1996679" y="4758532"/>
                </a:cubicBezTo>
                <a:cubicBezTo>
                  <a:pt x="1994609" y="4757450"/>
                  <a:pt x="1992537" y="4756369"/>
                  <a:pt x="1990404" y="4755244"/>
                </a:cubicBezTo>
                <a:cubicBezTo>
                  <a:pt x="1988270" y="4754119"/>
                  <a:pt x="1986200" y="4753037"/>
                  <a:pt x="1984066" y="4751912"/>
                </a:cubicBezTo>
                <a:cubicBezTo>
                  <a:pt x="1981994" y="4750787"/>
                  <a:pt x="1979861" y="4749706"/>
                  <a:pt x="1977727" y="4748581"/>
                </a:cubicBezTo>
                <a:cubicBezTo>
                  <a:pt x="1975844" y="4747586"/>
                  <a:pt x="1973899" y="4746590"/>
                  <a:pt x="1972017" y="4745595"/>
                </a:cubicBezTo>
                <a:cubicBezTo>
                  <a:pt x="1976033" y="4744816"/>
                  <a:pt x="1979421" y="4743735"/>
                  <a:pt x="1982246" y="4742350"/>
                </a:cubicBezTo>
                <a:cubicBezTo>
                  <a:pt x="1985447" y="4740836"/>
                  <a:pt x="1988082" y="4738975"/>
                  <a:pt x="1990529" y="4737028"/>
                </a:cubicBezTo>
                <a:cubicBezTo>
                  <a:pt x="1992977" y="4735037"/>
                  <a:pt x="1995298" y="4732961"/>
                  <a:pt x="1997809" y="4730927"/>
                </a:cubicBezTo>
                <a:cubicBezTo>
                  <a:pt x="2000320" y="4728894"/>
                  <a:pt x="2003081" y="4726860"/>
                  <a:pt x="2006470" y="4725086"/>
                </a:cubicBezTo>
                <a:close/>
                <a:moveTo>
                  <a:pt x="330786" y="4724004"/>
                </a:moveTo>
                <a:cubicBezTo>
                  <a:pt x="332794" y="4726772"/>
                  <a:pt x="335241" y="4731619"/>
                  <a:pt x="337502" y="4737676"/>
                </a:cubicBezTo>
                <a:lnTo>
                  <a:pt x="337563" y="4737676"/>
                </a:lnTo>
                <a:cubicBezTo>
                  <a:pt x="339823" y="4743734"/>
                  <a:pt x="341832" y="4751003"/>
                  <a:pt x="342897" y="4758575"/>
                </a:cubicBezTo>
                <a:cubicBezTo>
                  <a:pt x="343964" y="4766147"/>
                  <a:pt x="344090" y="4774066"/>
                  <a:pt x="342583" y="4781464"/>
                </a:cubicBezTo>
                <a:cubicBezTo>
                  <a:pt x="341015" y="4788863"/>
                  <a:pt x="337878" y="4795743"/>
                  <a:pt x="332291" y="4801238"/>
                </a:cubicBezTo>
                <a:cubicBezTo>
                  <a:pt x="320933" y="4796133"/>
                  <a:pt x="315474" y="4791892"/>
                  <a:pt x="313340" y="4788214"/>
                </a:cubicBezTo>
                <a:cubicBezTo>
                  <a:pt x="311207" y="4784537"/>
                  <a:pt x="312461" y="4781421"/>
                  <a:pt x="314595" y="4778522"/>
                </a:cubicBezTo>
                <a:cubicBezTo>
                  <a:pt x="316728" y="4775623"/>
                  <a:pt x="319741" y="4772984"/>
                  <a:pt x="321247" y="4770171"/>
                </a:cubicBezTo>
                <a:cubicBezTo>
                  <a:pt x="322752" y="4767402"/>
                  <a:pt x="322690" y="4764503"/>
                  <a:pt x="318612" y="4761128"/>
                </a:cubicBezTo>
                <a:cubicBezTo>
                  <a:pt x="314720" y="4757926"/>
                  <a:pt x="312837" y="4754941"/>
                  <a:pt x="312398" y="4752042"/>
                </a:cubicBezTo>
                <a:cubicBezTo>
                  <a:pt x="311896" y="4749142"/>
                  <a:pt x="312902" y="4746330"/>
                  <a:pt x="314658" y="4743432"/>
                </a:cubicBezTo>
                <a:cubicBezTo>
                  <a:pt x="316415" y="4740532"/>
                  <a:pt x="319051" y="4737589"/>
                  <a:pt x="321937" y="4734388"/>
                </a:cubicBezTo>
                <a:cubicBezTo>
                  <a:pt x="324825" y="4731186"/>
                  <a:pt x="327962" y="4727811"/>
                  <a:pt x="330786" y="4724004"/>
                </a:cubicBezTo>
                <a:close/>
                <a:moveTo>
                  <a:pt x="891369" y="4719548"/>
                </a:moveTo>
                <a:cubicBezTo>
                  <a:pt x="902038" y="4719028"/>
                  <a:pt x="909130" y="4721451"/>
                  <a:pt x="912959" y="4725215"/>
                </a:cubicBezTo>
                <a:cubicBezTo>
                  <a:pt x="916785" y="4728980"/>
                  <a:pt x="917350" y="4734043"/>
                  <a:pt x="915092" y="4738715"/>
                </a:cubicBezTo>
                <a:cubicBezTo>
                  <a:pt x="912769" y="4743389"/>
                  <a:pt x="907623" y="4747715"/>
                  <a:pt x="899905" y="4749965"/>
                </a:cubicBezTo>
                <a:cubicBezTo>
                  <a:pt x="892185" y="4752215"/>
                  <a:pt x="881957" y="4752432"/>
                  <a:pt x="869531" y="4748927"/>
                </a:cubicBezTo>
                <a:cubicBezTo>
                  <a:pt x="875806" y="4744124"/>
                  <a:pt x="880073" y="4741009"/>
                  <a:pt x="883085" y="4738715"/>
                </a:cubicBezTo>
                <a:cubicBezTo>
                  <a:pt x="886099" y="4736465"/>
                  <a:pt x="887730" y="4734994"/>
                  <a:pt x="888734" y="4733653"/>
                </a:cubicBezTo>
                <a:cubicBezTo>
                  <a:pt x="889738" y="4732311"/>
                  <a:pt x="889989" y="4730970"/>
                  <a:pt x="890239" y="4728894"/>
                </a:cubicBezTo>
                <a:cubicBezTo>
                  <a:pt x="890491" y="4726816"/>
                  <a:pt x="890616" y="4724005"/>
                  <a:pt x="891369" y="4719590"/>
                </a:cubicBezTo>
                <a:close/>
                <a:moveTo>
                  <a:pt x="1356706" y="4718681"/>
                </a:moveTo>
                <a:cubicBezTo>
                  <a:pt x="1362981" y="4717903"/>
                  <a:pt x="1369946" y="4720542"/>
                  <a:pt x="1377665" y="4728028"/>
                </a:cubicBezTo>
                <a:cubicBezTo>
                  <a:pt x="1379171" y="4729499"/>
                  <a:pt x="1378355" y="4731272"/>
                  <a:pt x="1376034" y="4733999"/>
                </a:cubicBezTo>
                <a:cubicBezTo>
                  <a:pt x="1373711" y="4736725"/>
                  <a:pt x="1369820" y="4740359"/>
                  <a:pt x="1365052" y="4745551"/>
                </a:cubicBezTo>
                <a:cubicBezTo>
                  <a:pt x="1360283" y="4750743"/>
                  <a:pt x="1354698" y="4757450"/>
                  <a:pt x="1348987" y="4766321"/>
                </a:cubicBezTo>
                <a:lnTo>
                  <a:pt x="1348987" y="4766234"/>
                </a:lnTo>
                <a:cubicBezTo>
                  <a:pt x="1343276" y="4775104"/>
                  <a:pt x="1337439" y="4786094"/>
                  <a:pt x="1332166" y="4799853"/>
                </a:cubicBezTo>
                <a:cubicBezTo>
                  <a:pt x="1328778" y="4798598"/>
                  <a:pt x="1325641" y="4797387"/>
                  <a:pt x="1322628" y="4796262"/>
                </a:cubicBezTo>
                <a:cubicBezTo>
                  <a:pt x="1319616" y="4795094"/>
                  <a:pt x="1316730" y="4794012"/>
                  <a:pt x="1313967" y="4792974"/>
                </a:cubicBezTo>
                <a:cubicBezTo>
                  <a:pt x="1311207" y="4791935"/>
                  <a:pt x="1308508" y="4790897"/>
                  <a:pt x="1305873" y="4789901"/>
                </a:cubicBezTo>
                <a:cubicBezTo>
                  <a:pt x="1303236" y="4788906"/>
                  <a:pt x="1300600" y="4787911"/>
                  <a:pt x="1297967" y="4786916"/>
                </a:cubicBezTo>
                <a:cubicBezTo>
                  <a:pt x="1299534" y="4786310"/>
                  <a:pt x="1301166" y="4785662"/>
                  <a:pt x="1302797" y="4785013"/>
                </a:cubicBezTo>
                <a:cubicBezTo>
                  <a:pt x="1304430" y="4784363"/>
                  <a:pt x="1306124" y="4783714"/>
                  <a:pt x="1307818" y="4783022"/>
                </a:cubicBezTo>
                <a:cubicBezTo>
                  <a:pt x="1309513" y="4782373"/>
                  <a:pt x="1311207" y="4781680"/>
                  <a:pt x="1312963" y="4780988"/>
                </a:cubicBezTo>
                <a:cubicBezTo>
                  <a:pt x="1314345" y="4780469"/>
                  <a:pt x="1315788" y="4779906"/>
                  <a:pt x="1317169" y="4779344"/>
                </a:cubicBezTo>
                <a:cubicBezTo>
                  <a:pt x="1319867" y="4770993"/>
                  <a:pt x="1323068" y="4761734"/>
                  <a:pt x="1326833" y="4753037"/>
                </a:cubicBezTo>
                <a:cubicBezTo>
                  <a:pt x="1330597" y="4744296"/>
                  <a:pt x="1334927" y="4736118"/>
                  <a:pt x="1339885" y="4729888"/>
                </a:cubicBezTo>
                <a:cubicBezTo>
                  <a:pt x="1344845" y="4723700"/>
                  <a:pt x="1350430" y="4719461"/>
                  <a:pt x="1356706" y="4718681"/>
                </a:cubicBezTo>
                <a:close/>
                <a:moveTo>
                  <a:pt x="1158083" y="4708989"/>
                </a:moveTo>
                <a:lnTo>
                  <a:pt x="1158083" y="4709033"/>
                </a:lnTo>
                <a:cubicBezTo>
                  <a:pt x="1160341" y="4709292"/>
                  <a:pt x="1163103" y="4709812"/>
                  <a:pt x="1166115" y="4710504"/>
                </a:cubicBezTo>
                <a:cubicBezTo>
                  <a:pt x="1169127" y="4711153"/>
                  <a:pt x="1172453" y="4711975"/>
                  <a:pt x="1175968" y="4712754"/>
                </a:cubicBezTo>
                <a:cubicBezTo>
                  <a:pt x="1172956" y="4715653"/>
                  <a:pt x="1169943" y="4717254"/>
                  <a:pt x="1167119" y="4717989"/>
                </a:cubicBezTo>
                <a:cubicBezTo>
                  <a:pt x="1164295" y="4718725"/>
                  <a:pt x="1161596" y="4718595"/>
                  <a:pt x="1159275" y="4718033"/>
                </a:cubicBezTo>
                <a:cubicBezTo>
                  <a:pt x="1156953" y="4717470"/>
                  <a:pt x="1154945" y="4716432"/>
                  <a:pt x="1153564" y="4715350"/>
                </a:cubicBezTo>
                <a:cubicBezTo>
                  <a:pt x="1152183" y="4714268"/>
                  <a:pt x="1151304" y="4713143"/>
                  <a:pt x="1151242" y="4712408"/>
                </a:cubicBezTo>
                <a:cubicBezTo>
                  <a:pt x="1151053" y="4710763"/>
                  <a:pt x="1151618" y="4709812"/>
                  <a:pt x="1152811" y="4709292"/>
                </a:cubicBezTo>
                <a:cubicBezTo>
                  <a:pt x="1154003" y="4708773"/>
                  <a:pt x="1155823" y="4708730"/>
                  <a:pt x="1158083" y="4708989"/>
                </a:cubicBezTo>
                <a:close/>
                <a:moveTo>
                  <a:pt x="1011923" y="4708383"/>
                </a:moveTo>
                <a:cubicBezTo>
                  <a:pt x="1013428" y="4708211"/>
                  <a:pt x="1014309" y="4708211"/>
                  <a:pt x="1014871" y="4708383"/>
                </a:cubicBezTo>
                <a:cubicBezTo>
                  <a:pt x="1015500" y="4708557"/>
                  <a:pt x="1015813" y="4708903"/>
                  <a:pt x="1016253" y="4709508"/>
                </a:cubicBezTo>
                <a:cubicBezTo>
                  <a:pt x="1016629" y="4710115"/>
                  <a:pt x="1017195" y="4710937"/>
                  <a:pt x="1018260" y="4712062"/>
                </a:cubicBezTo>
                <a:cubicBezTo>
                  <a:pt x="1015500" y="4712408"/>
                  <a:pt x="1013554" y="4712711"/>
                  <a:pt x="1012236" y="4712883"/>
                </a:cubicBezTo>
                <a:cubicBezTo>
                  <a:pt x="1010855" y="4713057"/>
                  <a:pt x="1010102" y="4713100"/>
                  <a:pt x="1009476" y="4712970"/>
                </a:cubicBezTo>
                <a:cubicBezTo>
                  <a:pt x="1008910" y="4712840"/>
                  <a:pt x="1008472" y="4712494"/>
                  <a:pt x="1007844" y="4711888"/>
                </a:cubicBezTo>
                <a:cubicBezTo>
                  <a:pt x="1007216" y="4711283"/>
                  <a:pt x="1006463" y="4710374"/>
                  <a:pt x="1005083" y="4709119"/>
                </a:cubicBezTo>
                <a:cubicBezTo>
                  <a:pt x="1008220" y="4708773"/>
                  <a:pt x="1010417" y="4708513"/>
                  <a:pt x="1011923" y="4708383"/>
                </a:cubicBezTo>
                <a:close/>
                <a:moveTo>
                  <a:pt x="1960720" y="4699990"/>
                </a:moveTo>
                <a:cubicBezTo>
                  <a:pt x="1963231" y="4699816"/>
                  <a:pt x="1965616" y="4700119"/>
                  <a:pt x="1969067" y="4700768"/>
                </a:cubicBezTo>
                <a:cubicBezTo>
                  <a:pt x="1972519" y="4701417"/>
                  <a:pt x="1976974" y="4702412"/>
                  <a:pt x="1983501" y="4703494"/>
                </a:cubicBezTo>
                <a:cubicBezTo>
                  <a:pt x="1990090" y="4704576"/>
                  <a:pt x="1998688" y="4705787"/>
                  <a:pt x="2010486" y="4706912"/>
                </a:cubicBezTo>
                <a:cubicBezTo>
                  <a:pt x="2010361" y="4707432"/>
                  <a:pt x="2010235" y="4707908"/>
                  <a:pt x="2010109" y="4708426"/>
                </a:cubicBezTo>
                <a:cubicBezTo>
                  <a:pt x="2009984" y="4708946"/>
                  <a:pt x="2009858" y="4709422"/>
                  <a:pt x="2009733" y="4709941"/>
                </a:cubicBezTo>
                <a:cubicBezTo>
                  <a:pt x="2009608" y="4710460"/>
                  <a:pt x="2009482" y="4710979"/>
                  <a:pt x="2009357" y="4711455"/>
                </a:cubicBezTo>
                <a:cubicBezTo>
                  <a:pt x="2009231" y="4711975"/>
                  <a:pt x="2009105" y="4712451"/>
                  <a:pt x="2008980" y="4712970"/>
                </a:cubicBezTo>
                <a:cubicBezTo>
                  <a:pt x="2004023" y="4712493"/>
                  <a:pt x="1999001" y="4711975"/>
                  <a:pt x="1994044" y="4711715"/>
                </a:cubicBezTo>
                <a:cubicBezTo>
                  <a:pt x="1989086" y="4711455"/>
                  <a:pt x="1984192" y="4711412"/>
                  <a:pt x="1979359" y="4711888"/>
                </a:cubicBezTo>
                <a:cubicBezTo>
                  <a:pt x="1974590" y="4712364"/>
                  <a:pt x="1969820" y="4713359"/>
                  <a:pt x="1965302" y="4715220"/>
                </a:cubicBezTo>
                <a:cubicBezTo>
                  <a:pt x="1960784" y="4717037"/>
                  <a:pt x="1956391" y="4719720"/>
                  <a:pt x="1952249" y="4723484"/>
                </a:cubicBezTo>
                <a:lnTo>
                  <a:pt x="1952249" y="4706263"/>
                </a:lnTo>
                <a:lnTo>
                  <a:pt x="1952123" y="4706220"/>
                </a:lnTo>
                <a:lnTo>
                  <a:pt x="1952123" y="4702369"/>
                </a:lnTo>
                <a:cubicBezTo>
                  <a:pt x="1955763" y="4700897"/>
                  <a:pt x="1958273" y="4700205"/>
                  <a:pt x="1960720" y="4699990"/>
                </a:cubicBezTo>
                <a:close/>
                <a:moveTo>
                  <a:pt x="807340" y="4697827"/>
                </a:moveTo>
                <a:cubicBezTo>
                  <a:pt x="807654" y="4697913"/>
                  <a:pt x="808030" y="4697956"/>
                  <a:pt x="808344" y="4698043"/>
                </a:cubicBezTo>
                <a:cubicBezTo>
                  <a:pt x="808658" y="4698129"/>
                  <a:pt x="809034" y="4698173"/>
                  <a:pt x="809348" y="4698259"/>
                </a:cubicBezTo>
                <a:cubicBezTo>
                  <a:pt x="809662" y="4698346"/>
                  <a:pt x="810038" y="4698389"/>
                  <a:pt x="810351" y="4698476"/>
                </a:cubicBezTo>
                <a:cubicBezTo>
                  <a:pt x="810666" y="4698562"/>
                  <a:pt x="811042" y="4698606"/>
                  <a:pt x="811357" y="4698691"/>
                </a:cubicBezTo>
                <a:cubicBezTo>
                  <a:pt x="810917" y="4698778"/>
                  <a:pt x="810415" y="4698909"/>
                  <a:pt x="809976" y="4699038"/>
                </a:cubicBezTo>
                <a:cubicBezTo>
                  <a:pt x="809537" y="4699124"/>
                  <a:pt x="809034" y="4699254"/>
                  <a:pt x="808595" y="4699384"/>
                </a:cubicBezTo>
                <a:cubicBezTo>
                  <a:pt x="808155" y="4699470"/>
                  <a:pt x="807654" y="4699601"/>
                  <a:pt x="807215" y="4699731"/>
                </a:cubicBezTo>
                <a:cubicBezTo>
                  <a:pt x="806775" y="4699816"/>
                  <a:pt x="806273" y="4699947"/>
                  <a:pt x="805834" y="4700077"/>
                </a:cubicBezTo>
                <a:cubicBezTo>
                  <a:pt x="805960" y="4699903"/>
                  <a:pt x="806085" y="4699687"/>
                  <a:pt x="806211" y="4699514"/>
                </a:cubicBezTo>
                <a:cubicBezTo>
                  <a:pt x="806336" y="4699341"/>
                  <a:pt x="806460" y="4699124"/>
                  <a:pt x="806587" y="4698952"/>
                </a:cubicBezTo>
                <a:cubicBezTo>
                  <a:pt x="806712" y="4698778"/>
                  <a:pt x="806838" y="4698562"/>
                  <a:pt x="806964" y="4698389"/>
                </a:cubicBezTo>
                <a:cubicBezTo>
                  <a:pt x="807089" y="4698216"/>
                  <a:pt x="807215" y="4697999"/>
                  <a:pt x="807340" y="4697827"/>
                </a:cubicBezTo>
                <a:close/>
                <a:moveTo>
                  <a:pt x="1849707" y="4697091"/>
                </a:moveTo>
                <a:cubicBezTo>
                  <a:pt x="1854978" y="4696528"/>
                  <a:pt x="1863199" y="4696961"/>
                  <a:pt x="1873616" y="4698086"/>
                </a:cubicBezTo>
                <a:cubicBezTo>
                  <a:pt x="1883970" y="4699211"/>
                  <a:pt x="1896522" y="4701029"/>
                  <a:pt x="1910390" y="4703235"/>
                </a:cubicBezTo>
                <a:cubicBezTo>
                  <a:pt x="1904554" y="4704534"/>
                  <a:pt x="1899408" y="4705659"/>
                  <a:pt x="1894702" y="4706697"/>
                </a:cubicBezTo>
                <a:lnTo>
                  <a:pt x="1894702" y="4706740"/>
                </a:lnTo>
                <a:cubicBezTo>
                  <a:pt x="1889996" y="4707779"/>
                  <a:pt x="1885728" y="4708730"/>
                  <a:pt x="1881774" y="4709596"/>
                </a:cubicBezTo>
                <a:cubicBezTo>
                  <a:pt x="1877820" y="4710505"/>
                  <a:pt x="1874119" y="4711284"/>
                  <a:pt x="1870478" y="4712105"/>
                </a:cubicBezTo>
                <a:cubicBezTo>
                  <a:pt x="1866839" y="4712884"/>
                  <a:pt x="1863262" y="4713663"/>
                  <a:pt x="1859622" y="4714485"/>
                </a:cubicBezTo>
                <a:cubicBezTo>
                  <a:pt x="1849958" y="4708860"/>
                  <a:pt x="1844811" y="4704793"/>
                  <a:pt x="1843431" y="4701980"/>
                </a:cubicBezTo>
                <a:cubicBezTo>
                  <a:pt x="1842050" y="4699168"/>
                  <a:pt x="1844372" y="4697653"/>
                  <a:pt x="1849707" y="4697091"/>
                </a:cubicBezTo>
                <a:close/>
                <a:moveTo>
                  <a:pt x="1803832" y="4692677"/>
                </a:moveTo>
                <a:lnTo>
                  <a:pt x="1803894" y="4692677"/>
                </a:lnTo>
                <a:cubicBezTo>
                  <a:pt x="1805401" y="4692591"/>
                  <a:pt x="1807220" y="4693066"/>
                  <a:pt x="1810233" y="4693932"/>
                </a:cubicBezTo>
                <a:cubicBezTo>
                  <a:pt x="1813246" y="4694798"/>
                  <a:pt x="1817450" y="4696138"/>
                  <a:pt x="1823725" y="4697783"/>
                </a:cubicBezTo>
                <a:cubicBezTo>
                  <a:pt x="1818831" y="4700119"/>
                  <a:pt x="1815630" y="4701937"/>
                  <a:pt x="1813308" y="4703235"/>
                </a:cubicBezTo>
                <a:cubicBezTo>
                  <a:pt x="1810986" y="4704533"/>
                  <a:pt x="1809543" y="4705269"/>
                  <a:pt x="1808036" y="4705441"/>
                </a:cubicBezTo>
                <a:cubicBezTo>
                  <a:pt x="1806531" y="4705658"/>
                  <a:pt x="1805024" y="4705269"/>
                  <a:pt x="1802577" y="4704359"/>
                </a:cubicBezTo>
                <a:cubicBezTo>
                  <a:pt x="1800129" y="4703408"/>
                  <a:pt x="1796804" y="4701937"/>
                  <a:pt x="1791720" y="4699903"/>
                </a:cubicBezTo>
                <a:cubicBezTo>
                  <a:pt x="1795423" y="4697437"/>
                  <a:pt x="1797682" y="4695662"/>
                  <a:pt x="1799439" y="4694495"/>
                </a:cubicBezTo>
                <a:cubicBezTo>
                  <a:pt x="1801133" y="4693326"/>
                  <a:pt x="1802325" y="4692763"/>
                  <a:pt x="1803832" y="4692677"/>
                </a:cubicBezTo>
                <a:close/>
                <a:moveTo>
                  <a:pt x="1120682" y="4687095"/>
                </a:moveTo>
                <a:cubicBezTo>
                  <a:pt x="1123255" y="4714052"/>
                  <a:pt x="1120494" y="4737979"/>
                  <a:pt x="1115160" y="4758316"/>
                </a:cubicBezTo>
                <a:cubicBezTo>
                  <a:pt x="1109825" y="4778609"/>
                  <a:pt x="1101855" y="4795310"/>
                  <a:pt x="1093886" y="4807772"/>
                </a:cubicBezTo>
                <a:cubicBezTo>
                  <a:pt x="1085977" y="4820233"/>
                  <a:pt x="1078071" y="4828411"/>
                  <a:pt x="1072799" y="4831743"/>
                </a:cubicBezTo>
                <a:cubicBezTo>
                  <a:pt x="1067527" y="4835031"/>
                  <a:pt x="1065018" y="4833473"/>
                  <a:pt x="1067778" y="4826421"/>
                </a:cubicBezTo>
                <a:cubicBezTo>
                  <a:pt x="1078510" y="4799291"/>
                  <a:pt x="1084159" y="4776965"/>
                  <a:pt x="1087295" y="4758705"/>
                </a:cubicBezTo>
                <a:cubicBezTo>
                  <a:pt x="1090434" y="4740446"/>
                  <a:pt x="1091124" y="4726340"/>
                  <a:pt x="1092003" y="4715610"/>
                </a:cubicBezTo>
                <a:cubicBezTo>
                  <a:pt x="1092882" y="4704923"/>
                  <a:pt x="1093948" y="4697653"/>
                  <a:pt x="1097839" y="4693110"/>
                </a:cubicBezTo>
                <a:lnTo>
                  <a:pt x="1097839" y="4693066"/>
                </a:lnTo>
                <a:cubicBezTo>
                  <a:pt x="1101731" y="4688566"/>
                  <a:pt x="1108444" y="4686793"/>
                  <a:pt x="1120682" y="4687095"/>
                </a:cubicBezTo>
                <a:close/>
                <a:moveTo>
                  <a:pt x="2275000" y="4686620"/>
                </a:moveTo>
                <a:cubicBezTo>
                  <a:pt x="2276694" y="4687138"/>
                  <a:pt x="2277824" y="4688134"/>
                  <a:pt x="2278452" y="4689129"/>
                </a:cubicBezTo>
                <a:cubicBezTo>
                  <a:pt x="2279079" y="4690167"/>
                  <a:pt x="2279205" y="4691205"/>
                  <a:pt x="2278828" y="4691812"/>
                </a:cubicBezTo>
                <a:cubicBezTo>
                  <a:pt x="2277385" y="4694191"/>
                  <a:pt x="2275628" y="4695489"/>
                  <a:pt x="2273682" y="4696138"/>
                </a:cubicBezTo>
                <a:cubicBezTo>
                  <a:pt x="2271799" y="4696745"/>
                  <a:pt x="2269729" y="4696701"/>
                  <a:pt x="2267720" y="4696268"/>
                </a:cubicBezTo>
                <a:lnTo>
                  <a:pt x="2267595" y="4696312"/>
                </a:lnTo>
                <a:cubicBezTo>
                  <a:pt x="2265587" y="4695922"/>
                  <a:pt x="2263704" y="4695143"/>
                  <a:pt x="2262010" y="4694408"/>
                </a:cubicBezTo>
                <a:cubicBezTo>
                  <a:pt x="2260316" y="4693672"/>
                  <a:pt x="2258935" y="4692937"/>
                  <a:pt x="2257993" y="4692547"/>
                </a:cubicBezTo>
                <a:cubicBezTo>
                  <a:pt x="2262010" y="4689432"/>
                  <a:pt x="2265398" y="4687701"/>
                  <a:pt x="2268223" y="4686879"/>
                </a:cubicBezTo>
                <a:cubicBezTo>
                  <a:pt x="2271047" y="4686013"/>
                  <a:pt x="2273306" y="4686100"/>
                  <a:pt x="2275000" y="4686620"/>
                </a:cubicBezTo>
                <a:close/>
                <a:moveTo>
                  <a:pt x="954250" y="4684586"/>
                </a:moveTo>
                <a:cubicBezTo>
                  <a:pt x="958267" y="4686793"/>
                  <a:pt x="961278" y="4688481"/>
                  <a:pt x="963289" y="4689908"/>
                </a:cubicBezTo>
                <a:cubicBezTo>
                  <a:pt x="965359" y="4691336"/>
                  <a:pt x="966426" y="4692461"/>
                  <a:pt x="966550" y="4693629"/>
                </a:cubicBezTo>
                <a:cubicBezTo>
                  <a:pt x="966677" y="4694798"/>
                  <a:pt x="965862" y="4695966"/>
                  <a:pt x="964167" y="4697481"/>
                </a:cubicBezTo>
                <a:cubicBezTo>
                  <a:pt x="962473" y="4698995"/>
                  <a:pt x="959837" y="4700812"/>
                  <a:pt x="956385" y="4703191"/>
                </a:cubicBezTo>
                <a:cubicBezTo>
                  <a:pt x="956196" y="4701504"/>
                  <a:pt x="956008" y="4699947"/>
                  <a:pt x="955820" y="4698432"/>
                </a:cubicBezTo>
                <a:cubicBezTo>
                  <a:pt x="955632" y="4696918"/>
                  <a:pt x="955506" y="4695447"/>
                  <a:pt x="955317" y="4693976"/>
                </a:cubicBezTo>
                <a:cubicBezTo>
                  <a:pt x="955192" y="4692504"/>
                  <a:pt x="955005" y="4691033"/>
                  <a:pt x="954816" y="4689475"/>
                </a:cubicBezTo>
                <a:cubicBezTo>
                  <a:pt x="954627" y="4687918"/>
                  <a:pt x="954439" y="4686316"/>
                  <a:pt x="954250" y="4684629"/>
                </a:cubicBezTo>
                <a:close/>
                <a:moveTo>
                  <a:pt x="862375" y="4683331"/>
                </a:moveTo>
                <a:cubicBezTo>
                  <a:pt x="863254" y="4683548"/>
                  <a:pt x="863882" y="4683635"/>
                  <a:pt x="864321" y="4683721"/>
                </a:cubicBezTo>
                <a:cubicBezTo>
                  <a:pt x="864760" y="4683807"/>
                  <a:pt x="865011" y="4683851"/>
                  <a:pt x="865137" y="4683981"/>
                </a:cubicBezTo>
                <a:cubicBezTo>
                  <a:pt x="865263" y="4684110"/>
                  <a:pt x="865199" y="4684284"/>
                  <a:pt x="865011" y="4684586"/>
                </a:cubicBezTo>
                <a:cubicBezTo>
                  <a:pt x="864886" y="4684889"/>
                  <a:pt x="864572" y="4685322"/>
                  <a:pt x="864133" y="4685970"/>
                </a:cubicBezTo>
                <a:cubicBezTo>
                  <a:pt x="863317" y="4685798"/>
                  <a:pt x="862752" y="4685711"/>
                  <a:pt x="862314" y="4685625"/>
                </a:cubicBezTo>
                <a:cubicBezTo>
                  <a:pt x="861873" y="4685538"/>
                  <a:pt x="861622" y="4685495"/>
                  <a:pt x="861497" y="4685365"/>
                </a:cubicBezTo>
                <a:cubicBezTo>
                  <a:pt x="861371" y="4685235"/>
                  <a:pt x="861434" y="4685062"/>
                  <a:pt x="861560" y="4684760"/>
                </a:cubicBezTo>
                <a:cubicBezTo>
                  <a:pt x="861748" y="4684456"/>
                  <a:pt x="861999" y="4684024"/>
                  <a:pt x="862375" y="4683374"/>
                </a:cubicBezTo>
                <a:close/>
                <a:moveTo>
                  <a:pt x="911386" y="4674850"/>
                </a:moveTo>
                <a:cubicBezTo>
                  <a:pt x="911763" y="4674893"/>
                  <a:pt x="912078" y="4674980"/>
                  <a:pt x="912391" y="4675024"/>
                </a:cubicBezTo>
                <a:cubicBezTo>
                  <a:pt x="912767" y="4675067"/>
                  <a:pt x="913082" y="4675153"/>
                  <a:pt x="913395" y="4675196"/>
                </a:cubicBezTo>
                <a:cubicBezTo>
                  <a:pt x="913773" y="4675240"/>
                  <a:pt x="914085" y="4675326"/>
                  <a:pt x="914400" y="4675370"/>
                </a:cubicBezTo>
                <a:cubicBezTo>
                  <a:pt x="914777" y="4675413"/>
                  <a:pt x="915089" y="4675499"/>
                  <a:pt x="915405" y="4675542"/>
                </a:cubicBezTo>
                <a:cubicBezTo>
                  <a:pt x="915341" y="4676018"/>
                  <a:pt x="915341" y="4676321"/>
                  <a:pt x="915341" y="4676580"/>
                </a:cubicBezTo>
                <a:cubicBezTo>
                  <a:pt x="915341" y="4676797"/>
                  <a:pt x="915152" y="4677057"/>
                  <a:pt x="915152" y="4677057"/>
                </a:cubicBezTo>
                <a:lnTo>
                  <a:pt x="915089" y="4677187"/>
                </a:lnTo>
                <a:cubicBezTo>
                  <a:pt x="914901" y="4677274"/>
                  <a:pt x="914525" y="4677359"/>
                  <a:pt x="913898" y="4677403"/>
                </a:cubicBezTo>
                <a:cubicBezTo>
                  <a:pt x="913269" y="4677490"/>
                  <a:pt x="912267" y="4677533"/>
                  <a:pt x="910885" y="4677620"/>
                </a:cubicBezTo>
                <a:cubicBezTo>
                  <a:pt x="910885" y="4677359"/>
                  <a:pt x="911011" y="4677144"/>
                  <a:pt x="911011" y="4676928"/>
                </a:cubicBezTo>
                <a:cubicBezTo>
                  <a:pt x="911011" y="4676667"/>
                  <a:pt x="911137" y="4676451"/>
                  <a:pt x="911137" y="4676234"/>
                </a:cubicBezTo>
                <a:cubicBezTo>
                  <a:pt x="911137" y="4675975"/>
                  <a:pt x="911261" y="4675759"/>
                  <a:pt x="911261" y="4675542"/>
                </a:cubicBezTo>
                <a:cubicBezTo>
                  <a:pt x="911261" y="4675283"/>
                  <a:pt x="911386" y="4675067"/>
                  <a:pt x="911386" y="4674850"/>
                </a:cubicBezTo>
                <a:close/>
                <a:moveTo>
                  <a:pt x="1324888" y="4665635"/>
                </a:moveTo>
                <a:cubicBezTo>
                  <a:pt x="1326644" y="4665504"/>
                  <a:pt x="1328277" y="4665937"/>
                  <a:pt x="1329657" y="4667192"/>
                </a:cubicBezTo>
                <a:cubicBezTo>
                  <a:pt x="1332669" y="4669961"/>
                  <a:pt x="1339134" y="4672168"/>
                  <a:pt x="1346476" y="4674245"/>
                </a:cubicBezTo>
                <a:cubicBezTo>
                  <a:pt x="1353819" y="4676322"/>
                  <a:pt x="1362165" y="4678225"/>
                  <a:pt x="1368880" y="4680345"/>
                </a:cubicBezTo>
                <a:cubicBezTo>
                  <a:pt x="1375595" y="4682466"/>
                  <a:pt x="1380802" y="4684759"/>
                  <a:pt x="1381932" y="4687571"/>
                </a:cubicBezTo>
                <a:cubicBezTo>
                  <a:pt x="1383062" y="4690384"/>
                  <a:pt x="1380113" y="4693759"/>
                  <a:pt x="1370699" y="4697999"/>
                </a:cubicBezTo>
                <a:cubicBezTo>
                  <a:pt x="1367938" y="4699211"/>
                  <a:pt x="1363106" y="4698735"/>
                  <a:pt x="1357395" y="4697134"/>
                </a:cubicBezTo>
                <a:cubicBezTo>
                  <a:pt x="1351687" y="4695533"/>
                  <a:pt x="1345033" y="4692894"/>
                  <a:pt x="1338632" y="4689865"/>
                </a:cubicBezTo>
                <a:cubicBezTo>
                  <a:pt x="1332230" y="4686836"/>
                  <a:pt x="1326081" y="4683461"/>
                  <a:pt x="1321248" y="4680345"/>
                </a:cubicBezTo>
                <a:cubicBezTo>
                  <a:pt x="1316416" y="4677274"/>
                  <a:pt x="1313027" y="4674461"/>
                  <a:pt x="1312086" y="4672687"/>
                </a:cubicBezTo>
                <a:cubicBezTo>
                  <a:pt x="1312713" y="4672211"/>
                  <a:pt x="1313780" y="4671303"/>
                  <a:pt x="1315097" y="4670307"/>
                </a:cubicBezTo>
                <a:lnTo>
                  <a:pt x="1315035" y="4670307"/>
                </a:lnTo>
                <a:cubicBezTo>
                  <a:pt x="1316416" y="4669312"/>
                  <a:pt x="1317985" y="4668187"/>
                  <a:pt x="1319680" y="4667321"/>
                </a:cubicBezTo>
                <a:cubicBezTo>
                  <a:pt x="1321374" y="4666414"/>
                  <a:pt x="1323131" y="4665764"/>
                  <a:pt x="1324888" y="4665635"/>
                </a:cubicBezTo>
                <a:close/>
                <a:moveTo>
                  <a:pt x="2265587" y="4665115"/>
                </a:moveTo>
                <a:cubicBezTo>
                  <a:pt x="2266089" y="4665764"/>
                  <a:pt x="2266528" y="4666197"/>
                  <a:pt x="2266779" y="4666499"/>
                </a:cubicBezTo>
                <a:cubicBezTo>
                  <a:pt x="2267093" y="4666803"/>
                  <a:pt x="2267156" y="4667019"/>
                  <a:pt x="2267156" y="4667193"/>
                </a:cubicBezTo>
                <a:cubicBezTo>
                  <a:pt x="2267156" y="4667365"/>
                  <a:pt x="2266905" y="4667539"/>
                  <a:pt x="2266528" y="4667798"/>
                </a:cubicBezTo>
                <a:cubicBezTo>
                  <a:pt x="2266152" y="4668057"/>
                  <a:pt x="2265587" y="4668447"/>
                  <a:pt x="2264771" y="4669010"/>
                </a:cubicBezTo>
                <a:cubicBezTo>
                  <a:pt x="2264206" y="4668360"/>
                  <a:pt x="2263767" y="4667928"/>
                  <a:pt x="2263516" y="4667624"/>
                </a:cubicBezTo>
                <a:cubicBezTo>
                  <a:pt x="2263202" y="4667322"/>
                  <a:pt x="2263139" y="4667106"/>
                  <a:pt x="2263139" y="4666932"/>
                </a:cubicBezTo>
                <a:cubicBezTo>
                  <a:pt x="2263139" y="4666760"/>
                  <a:pt x="2263390" y="4666586"/>
                  <a:pt x="2263767" y="4666327"/>
                </a:cubicBezTo>
                <a:lnTo>
                  <a:pt x="2263830" y="4666327"/>
                </a:lnTo>
                <a:cubicBezTo>
                  <a:pt x="2264206" y="4666068"/>
                  <a:pt x="2264771" y="4665678"/>
                  <a:pt x="2265587" y="4665115"/>
                </a:cubicBezTo>
                <a:close/>
                <a:moveTo>
                  <a:pt x="843989" y="4661350"/>
                </a:moveTo>
                <a:cubicBezTo>
                  <a:pt x="844616" y="4663038"/>
                  <a:pt x="845559" y="4664769"/>
                  <a:pt x="846311" y="4666457"/>
                </a:cubicBezTo>
                <a:cubicBezTo>
                  <a:pt x="847127" y="4668143"/>
                  <a:pt x="847754" y="4669831"/>
                  <a:pt x="848006" y="4671562"/>
                </a:cubicBezTo>
                <a:cubicBezTo>
                  <a:pt x="848257" y="4673292"/>
                  <a:pt x="848006" y="4675024"/>
                  <a:pt x="847001" y="4676754"/>
                </a:cubicBezTo>
                <a:cubicBezTo>
                  <a:pt x="845997" y="4678528"/>
                  <a:pt x="844177" y="4680302"/>
                  <a:pt x="841228" y="4682076"/>
                </a:cubicBezTo>
                <a:cubicBezTo>
                  <a:pt x="839408" y="4683201"/>
                  <a:pt x="837023" y="4682768"/>
                  <a:pt x="834954" y="4681427"/>
                </a:cubicBezTo>
                <a:cubicBezTo>
                  <a:pt x="832820" y="4680085"/>
                  <a:pt x="831000" y="4677792"/>
                  <a:pt x="830247" y="4675239"/>
                </a:cubicBezTo>
                <a:cubicBezTo>
                  <a:pt x="829431" y="4672687"/>
                  <a:pt x="829682" y="4669788"/>
                  <a:pt x="831752" y="4667278"/>
                </a:cubicBezTo>
                <a:lnTo>
                  <a:pt x="831690" y="4667278"/>
                </a:lnTo>
                <a:cubicBezTo>
                  <a:pt x="833761" y="4664769"/>
                  <a:pt x="837588" y="4662562"/>
                  <a:pt x="843989" y="4661350"/>
                </a:cubicBezTo>
                <a:close/>
                <a:moveTo>
                  <a:pt x="692942" y="4654168"/>
                </a:moveTo>
                <a:cubicBezTo>
                  <a:pt x="695768" y="4655682"/>
                  <a:pt x="697838" y="4656851"/>
                  <a:pt x="699470" y="4658019"/>
                </a:cubicBezTo>
                <a:cubicBezTo>
                  <a:pt x="701103" y="4659187"/>
                  <a:pt x="702295" y="4660399"/>
                  <a:pt x="703234" y="4662000"/>
                </a:cubicBezTo>
                <a:lnTo>
                  <a:pt x="703172" y="4661957"/>
                </a:lnTo>
                <a:cubicBezTo>
                  <a:pt x="704114" y="4663601"/>
                  <a:pt x="704804" y="4665635"/>
                  <a:pt x="705558" y="4668490"/>
                </a:cubicBezTo>
                <a:cubicBezTo>
                  <a:pt x="706310" y="4671345"/>
                  <a:pt x="707001" y="4675024"/>
                  <a:pt x="708005" y="4679956"/>
                </a:cubicBezTo>
                <a:cubicBezTo>
                  <a:pt x="702670" y="4681168"/>
                  <a:pt x="698215" y="4680649"/>
                  <a:pt x="694700" y="4679005"/>
                </a:cubicBezTo>
                <a:cubicBezTo>
                  <a:pt x="691249" y="4677403"/>
                  <a:pt x="688738" y="4674678"/>
                  <a:pt x="687357" y="4671606"/>
                </a:cubicBezTo>
                <a:cubicBezTo>
                  <a:pt x="685977" y="4668534"/>
                  <a:pt x="685663" y="4665072"/>
                  <a:pt x="686542" y="4661914"/>
                </a:cubicBezTo>
                <a:cubicBezTo>
                  <a:pt x="687421" y="4658798"/>
                  <a:pt x="689554" y="4655985"/>
                  <a:pt x="692942" y="4654168"/>
                </a:cubicBezTo>
                <a:close/>
                <a:moveTo>
                  <a:pt x="1024286" y="4653519"/>
                </a:moveTo>
                <a:cubicBezTo>
                  <a:pt x="1025289" y="4655856"/>
                  <a:pt x="1026167" y="4657414"/>
                  <a:pt x="1026670" y="4658539"/>
                </a:cubicBezTo>
                <a:cubicBezTo>
                  <a:pt x="1027172" y="4659664"/>
                  <a:pt x="1027361" y="4660269"/>
                  <a:pt x="1026921" y="4660702"/>
                </a:cubicBezTo>
                <a:lnTo>
                  <a:pt x="1026983" y="4660745"/>
                </a:lnTo>
                <a:cubicBezTo>
                  <a:pt x="1026544" y="4661178"/>
                  <a:pt x="1025603" y="4661394"/>
                  <a:pt x="1023847" y="4661653"/>
                </a:cubicBezTo>
                <a:cubicBezTo>
                  <a:pt x="1022089" y="4661914"/>
                  <a:pt x="1019579" y="4662216"/>
                  <a:pt x="1016128" y="4662822"/>
                </a:cubicBezTo>
                <a:cubicBezTo>
                  <a:pt x="1015813" y="4660485"/>
                  <a:pt x="1015562" y="4658885"/>
                  <a:pt x="1015436" y="4657760"/>
                </a:cubicBezTo>
                <a:cubicBezTo>
                  <a:pt x="1015374" y="4656635"/>
                  <a:pt x="1015436" y="4656028"/>
                  <a:pt x="1015875" y="4655597"/>
                </a:cubicBezTo>
                <a:cubicBezTo>
                  <a:pt x="1016316" y="4655164"/>
                  <a:pt x="1017132" y="4654990"/>
                  <a:pt x="1018448" y="4654731"/>
                </a:cubicBezTo>
                <a:cubicBezTo>
                  <a:pt x="1019767" y="4654472"/>
                  <a:pt x="1021649" y="4654168"/>
                  <a:pt x="1024286" y="4653519"/>
                </a:cubicBezTo>
                <a:close/>
                <a:moveTo>
                  <a:pt x="1958023" y="4650447"/>
                </a:moveTo>
                <a:cubicBezTo>
                  <a:pt x="1964548" y="4661653"/>
                  <a:pt x="1967185" y="4670740"/>
                  <a:pt x="1967624" y="4677274"/>
                </a:cubicBezTo>
                <a:cubicBezTo>
                  <a:pt x="1968063" y="4684153"/>
                  <a:pt x="1966055" y="4688177"/>
                  <a:pt x="1963544" y="4688912"/>
                </a:cubicBezTo>
                <a:cubicBezTo>
                  <a:pt x="1961035" y="4689648"/>
                  <a:pt x="1958023" y="4687052"/>
                  <a:pt x="1956516" y="4680649"/>
                </a:cubicBezTo>
                <a:lnTo>
                  <a:pt x="1956516" y="4680606"/>
                </a:lnTo>
                <a:cubicBezTo>
                  <a:pt x="1955010" y="4674374"/>
                  <a:pt x="1954885" y="4664423"/>
                  <a:pt x="1958023" y="4650447"/>
                </a:cubicBezTo>
                <a:close/>
                <a:moveTo>
                  <a:pt x="1957018" y="4648760"/>
                </a:moveTo>
                <a:lnTo>
                  <a:pt x="1957332" y="4648932"/>
                </a:lnTo>
                <a:lnTo>
                  <a:pt x="1957645" y="4649106"/>
                </a:lnTo>
                <a:lnTo>
                  <a:pt x="1957959" y="4649279"/>
                </a:lnTo>
                <a:lnTo>
                  <a:pt x="1957897" y="4649279"/>
                </a:lnTo>
                <a:lnTo>
                  <a:pt x="1958210" y="4649452"/>
                </a:lnTo>
                <a:cubicBezTo>
                  <a:pt x="1958147" y="4649798"/>
                  <a:pt x="1958084" y="4650101"/>
                  <a:pt x="1958022" y="4650447"/>
                </a:cubicBezTo>
                <a:cubicBezTo>
                  <a:pt x="1957645" y="4649885"/>
                  <a:pt x="1957394" y="4649322"/>
                  <a:pt x="1957018" y="4648760"/>
                </a:cubicBezTo>
                <a:close/>
                <a:moveTo>
                  <a:pt x="920362" y="4647332"/>
                </a:moveTo>
                <a:lnTo>
                  <a:pt x="921240" y="4647505"/>
                </a:lnTo>
                <a:lnTo>
                  <a:pt x="922057" y="4647678"/>
                </a:lnTo>
                <a:lnTo>
                  <a:pt x="922935" y="4647851"/>
                </a:lnTo>
                <a:lnTo>
                  <a:pt x="923813" y="4648024"/>
                </a:lnTo>
                <a:lnTo>
                  <a:pt x="922998" y="4648197"/>
                </a:lnTo>
                <a:lnTo>
                  <a:pt x="922119" y="4648370"/>
                </a:lnTo>
                <a:lnTo>
                  <a:pt x="921240" y="4648543"/>
                </a:lnTo>
                <a:lnTo>
                  <a:pt x="920362" y="4648673"/>
                </a:lnTo>
                <a:lnTo>
                  <a:pt x="920362" y="4648370"/>
                </a:lnTo>
                <a:lnTo>
                  <a:pt x="920362" y="4648024"/>
                </a:lnTo>
                <a:lnTo>
                  <a:pt x="920362" y="4647678"/>
                </a:lnTo>
                <a:close/>
                <a:moveTo>
                  <a:pt x="2258683" y="4643091"/>
                </a:moveTo>
                <a:cubicBezTo>
                  <a:pt x="2262260" y="4644432"/>
                  <a:pt x="2264833" y="4645298"/>
                  <a:pt x="2266527" y="4645903"/>
                </a:cubicBezTo>
                <a:cubicBezTo>
                  <a:pt x="2268222" y="4646509"/>
                  <a:pt x="2269100" y="4646899"/>
                  <a:pt x="2269352" y="4647332"/>
                </a:cubicBezTo>
                <a:cubicBezTo>
                  <a:pt x="2269665" y="4647764"/>
                  <a:pt x="2269288" y="4648196"/>
                  <a:pt x="2268473" y="4648889"/>
                </a:cubicBezTo>
                <a:lnTo>
                  <a:pt x="2268410" y="4648846"/>
                </a:lnTo>
                <a:cubicBezTo>
                  <a:pt x="2267657" y="4649538"/>
                  <a:pt x="2266465" y="4650533"/>
                  <a:pt x="2265022" y="4652004"/>
                </a:cubicBezTo>
                <a:cubicBezTo>
                  <a:pt x="2261507" y="4650403"/>
                  <a:pt x="2258934" y="4649365"/>
                  <a:pt x="2257240" y="4648629"/>
                </a:cubicBezTo>
                <a:cubicBezTo>
                  <a:pt x="2255545" y="4647894"/>
                  <a:pt x="2254667" y="4647461"/>
                  <a:pt x="2254415" y="4647028"/>
                </a:cubicBezTo>
                <a:cubicBezTo>
                  <a:pt x="2254165" y="4646639"/>
                  <a:pt x="2254479" y="4646250"/>
                  <a:pt x="2255295" y="4645687"/>
                </a:cubicBezTo>
                <a:cubicBezTo>
                  <a:pt x="2256048" y="4645082"/>
                  <a:pt x="2257240" y="4644303"/>
                  <a:pt x="2258683" y="4643091"/>
                </a:cubicBezTo>
                <a:close/>
                <a:moveTo>
                  <a:pt x="1360533" y="4638678"/>
                </a:moveTo>
                <a:cubicBezTo>
                  <a:pt x="1368629" y="4638461"/>
                  <a:pt x="1374276" y="4639111"/>
                  <a:pt x="1378355" y="4640365"/>
                </a:cubicBezTo>
                <a:cubicBezTo>
                  <a:pt x="1382434" y="4641620"/>
                  <a:pt x="1384819" y="4643437"/>
                  <a:pt x="1386451" y="4645601"/>
                </a:cubicBezTo>
                <a:cubicBezTo>
                  <a:pt x="1388082" y="4647764"/>
                  <a:pt x="1388835" y="4650274"/>
                  <a:pt x="1389525" y="4652827"/>
                </a:cubicBezTo>
                <a:cubicBezTo>
                  <a:pt x="1390216" y="4655379"/>
                  <a:pt x="1390906" y="4658019"/>
                  <a:pt x="1392286" y="4660485"/>
                </a:cubicBezTo>
                <a:cubicBezTo>
                  <a:pt x="1389777" y="4660832"/>
                  <a:pt x="1387266" y="4661178"/>
                  <a:pt x="1384757" y="4661524"/>
                </a:cubicBezTo>
                <a:cubicBezTo>
                  <a:pt x="1382246" y="4661870"/>
                  <a:pt x="1379736" y="4662216"/>
                  <a:pt x="1377225" y="4662562"/>
                </a:cubicBezTo>
                <a:cubicBezTo>
                  <a:pt x="1374653" y="4662908"/>
                  <a:pt x="1372079" y="4663254"/>
                  <a:pt x="1369445" y="4663644"/>
                </a:cubicBezTo>
                <a:lnTo>
                  <a:pt x="1369382" y="4663644"/>
                </a:lnTo>
                <a:cubicBezTo>
                  <a:pt x="1366747" y="4664033"/>
                  <a:pt x="1364048" y="4664423"/>
                  <a:pt x="1361224" y="4664812"/>
                </a:cubicBezTo>
                <a:cubicBezTo>
                  <a:pt x="1358714" y="4662346"/>
                  <a:pt x="1357020" y="4660009"/>
                  <a:pt x="1356015" y="4657716"/>
                </a:cubicBezTo>
                <a:cubicBezTo>
                  <a:pt x="1355011" y="4655423"/>
                  <a:pt x="1354635" y="4653260"/>
                  <a:pt x="1354822" y="4651096"/>
                </a:cubicBezTo>
                <a:cubicBezTo>
                  <a:pt x="1355011" y="4648932"/>
                  <a:pt x="1355639" y="4646856"/>
                  <a:pt x="1356643" y="4644778"/>
                </a:cubicBezTo>
                <a:cubicBezTo>
                  <a:pt x="1357647" y="4642745"/>
                  <a:pt x="1359028" y="4640711"/>
                  <a:pt x="1360533" y="4638678"/>
                </a:cubicBezTo>
                <a:close/>
                <a:moveTo>
                  <a:pt x="568434" y="4637121"/>
                </a:moveTo>
                <a:cubicBezTo>
                  <a:pt x="570883" y="4637424"/>
                  <a:pt x="574836" y="4638202"/>
                  <a:pt x="580799" y="4639587"/>
                </a:cubicBezTo>
                <a:cubicBezTo>
                  <a:pt x="580108" y="4640063"/>
                  <a:pt x="579543" y="4640496"/>
                  <a:pt x="578979" y="4640885"/>
                </a:cubicBezTo>
                <a:cubicBezTo>
                  <a:pt x="578413" y="4641275"/>
                  <a:pt x="577911" y="4641621"/>
                  <a:pt x="577472" y="4641967"/>
                </a:cubicBezTo>
                <a:cubicBezTo>
                  <a:pt x="576970" y="4642313"/>
                  <a:pt x="576594" y="4642616"/>
                  <a:pt x="576154" y="4642918"/>
                </a:cubicBezTo>
                <a:cubicBezTo>
                  <a:pt x="575778" y="4643222"/>
                  <a:pt x="575337" y="4643481"/>
                  <a:pt x="574962" y="4643784"/>
                </a:cubicBezTo>
                <a:cubicBezTo>
                  <a:pt x="572452" y="4642400"/>
                  <a:pt x="570067" y="4641101"/>
                  <a:pt x="568310" y="4640019"/>
                </a:cubicBezTo>
                <a:cubicBezTo>
                  <a:pt x="566491" y="4638938"/>
                  <a:pt x="565298" y="4638072"/>
                  <a:pt x="565172" y="4637554"/>
                </a:cubicBezTo>
                <a:lnTo>
                  <a:pt x="565235" y="4637510"/>
                </a:lnTo>
                <a:cubicBezTo>
                  <a:pt x="565046" y="4636991"/>
                  <a:pt x="565988" y="4636818"/>
                  <a:pt x="568434" y="4637121"/>
                </a:cubicBezTo>
                <a:close/>
                <a:moveTo>
                  <a:pt x="1904178" y="4636515"/>
                </a:moveTo>
                <a:cubicBezTo>
                  <a:pt x="1909763" y="4635736"/>
                  <a:pt x="1913214" y="4637121"/>
                  <a:pt x="1914470" y="4639371"/>
                </a:cubicBezTo>
                <a:cubicBezTo>
                  <a:pt x="1915725" y="4641577"/>
                  <a:pt x="1914721" y="4644650"/>
                  <a:pt x="1911394" y="4647202"/>
                </a:cubicBezTo>
                <a:cubicBezTo>
                  <a:pt x="1908006" y="4649755"/>
                  <a:pt x="1902295" y="4651789"/>
                  <a:pt x="1894074" y="4651961"/>
                </a:cubicBezTo>
                <a:cubicBezTo>
                  <a:pt x="1893258" y="4652005"/>
                  <a:pt x="1892379" y="4651832"/>
                  <a:pt x="1891501" y="4651529"/>
                </a:cubicBezTo>
                <a:lnTo>
                  <a:pt x="1891439" y="4651529"/>
                </a:lnTo>
                <a:cubicBezTo>
                  <a:pt x="1890560" y="4651226"/>
                  <a:pt x="1889618" y="4650793"/>
                  <a:pt x="1888614" y="4650274"/>
                </a:cubicBezTo>
                <a:cubicBezTo>
                  <a:pt x="1887547" y="4649755"/>
                  <a:pt x="1886481" y="4649150"/>
                  <a:pt x="1885289" y="4648543"/>
                </a:cubicBezTo>
                <a:cubicBezTo>
                  <a:pt x="1884096" y="4647938"/>
                  <a:pt x="1882841" y="4647289"/>
                  <a:pt x="1881397" y="4646639"/>
                </a:cubicBezTo>
                <a:cubicBezTo>
                  <a:pt x="1890999" y="4640236"/>
                  <a:pt x="1898593" y="4637293"/>
                  <a:pt x="1904178" y="4636515"/>
                </a:cubicBezTo>
                <a:close/>
                <a:moveTo>
                  <a:pt x="1336234" y="4633479"/>
                </a:moveTo>
                <a:lnTo>
                  <a:pt x="1336308" y="4633530"/>
                </a:lnTo>
                <a:lnTo>
                  <a:pt x="1336182" y="4633530"/>
                </a:lnTo>
                <a:close/>
                <a:moveTo>
                  <a:pt x="1163231" y="4631842"/>
                </a:moveTo>
                <a:cubicBezTo>
                  <a:pt x="1166997" y="4634697"/>
                  <a:pt x="1170198" y="4637597"/>
                  <a:pt x="1172707" y="4640626"/>
                </a:cubicBezTo>
                <a:lnTo>
                  <a:pt x="1172707" y="4640755"/>
                </a:lnTo>
                <a:cubicBezTo>
                  <a:pt x="1175280" y="4643741"/>
                  <a:pt x="1177100" y="4646856"/>
                  <a:pt x="1178292" y="4650058"/>
                </a:cubicBezTo>
                <a:cubicBezTo>
                  <a:pt x="1179422" y="4653260"/>
                  <a:pt x="1179861" y="4656548"/>
                  <a:pt x="1179548" y="4659967"/>
                </a:cubicBezTo>
                <a:cubicBezTo>
                  <a:pt x="1179234" y="4663342"/>
                  <a:pt x="1178167" y="4666889"/>
                  <a:pt x="1176222" y="4670524"/>
                </a:cubicBezTo>
                <a:cubicBezTo>
                  <a:pt x="1174151" y="4670394"/>
                  <a:pt x="1172142" y="4670307"/>
                  <a:pt x="1170198" y="4670178"/>
                </a:cubicBezTo>
                <a:cubicBezTo>
                  <a:pt x="1168252" y="4670048"/>
                  <a:pt x="1166306" y="4669962"/>
                  <a:pt x="1164424" y="4669831"/>
                </a:cubicBezTo>
                <a:cubicBezTo>
                  <a:pt x="1162479" y="4669702"/>
                  <a:pt x="1160533" y="4669615"/>
                  <a:pt x="1158587" y="4669485"/>
                </a:cubicBezTo>
                <a:cubicBezTo>
                  <a:pt x="1156579" y="4669400"/>
                  <a:pt x="1154571" y="4669269"/>
                  <a:pt x="1152436" y="4669139"/>
                </a:cubicBezTo>
                <a:cubicBezTo>
                  <a:pt x="1151748" y="4667581"/>
                  <a:pt x="1151056" y="4666068"/>
                  <a:pt x="1150367" y="4664467"/>
                </a:cubicBezTo>
                <a:cubicBezTo>
                  <a:pt x="1149675" y="4662865"/>
                  <a:pt x="1148923" y="4661221"/>
                  <a:pt x="1148171" y="4659490"/>
                </a:cubicBezTo>
                <a:cubicBezTo>
                  <a:pt x="1147354" y="4657717"/>
                  <a:pt x="1146538" y="4655900"/>
                  <a:pt x="1145659" y="4653865"/>
                </a:cubicBezTo>
                <a:cubicBezTo>
                  <a:pt x="1144780" y="4651833"/>
                  <a:pt x="1143776" y="4649668"/>
                  <a:pt x="1142709" y="4647246"/>
                </a:cubicBezTo>
                <a:cubicBezTo>
                  <a:pt x="1140889" y="4649106"/>
                  <a:pt x="1139258" y="4650836"/>
                  <a:pt x="1137752" y="4652438"/>
                </a:cubicBezTo>
                <a:cubicBezTo>
                  <a:pt x="1136245" y="4654039"/>
                  <a:pt x="1134802" y="4655510"/>
                  <a:pt x="1133485" y="4656894"/>
                </a:cubicBezTo>
                <a:cubicBezTo>
                  <a:pt x="1132167" y="4658279"/>
                  <a:pt x="1130912" y="4659621"/>
                  <a:pt x="1129656" y="4660918"/>
                </a:cubicBezTo>
                <a:cubicBezTo>
                  <a:pt x="1128401" y="4662217"/>
                  <a:pt x="1127209" y="4663471"/>
                  <a:pt x="1125954" y="4664769"/>
                </a:cubicBezTo>
                <a:cubicBezTo>
                  <a:pt x="1119678" y="4662822"/>
                  <a:pt x="1116540" y="4660572"/>
                  <a:pt x="1115035" y="4658235"/>
                </a:cubicBezTo>
                <a:cubicBezTo>
                  <a:pt x="1113590" y="4655856"/>
                  <a:pt x="1113779" y="4653389"/>
                  <a:pt x="1114406" y="4650880"/>
                </a:cubicBezTo>
                <a:cubicBezTo>
                  <a:pt x="1115035" y="4648371"/>
                  <a:pt x="1116039" y="4645861"/>
                  <a:pt x="1116101" y="4643481"/>
                </a:cubicBezTo>
                <a:cubicBezTo>
                  <a:pt x="1116163" y="4641101"/>
                  <a:pt x="1115285" y="4638851"/>
                  <a:pt x="1112147" y="4636861"/>
                </a:cubicBezTo>
                <a:cubicBezTo>
                  <a:pt x="1116415" y="4636429"/>
                  <a:pt x="1120682" y="4636039"/>
                  <a:pt x="1124950" y="4635606"/>
                </a:cubicBezTo>
                <a:cubicBezTo>
                  <a:pt x="1129217" y="4635173"/>
                  <a:pt x="1133421" y="4634784"/>
                  <a:pt x="1137689" y="4634351"/>
                </a:cubicBezTo>
                <a:cubicBezTo>
                  <a:pt x="1141956" y="4633918"/>
                  <a:pt x="1146160" y="4633530"/>
                  <a:pt x="1150428" y="4633097"/>
                </a:cubicBezTo>
                <a:cubicBezTo>
                  <a:pt x="1154696" y="4632664"/>
                  <a:pt x="1158964" y="4632275"/>
                  <a:pt x="1163231" y="4631842"/>
                </a:cubicBezTo>
                <a:close/>
                <a:moveTo>
                  <a:pt x="1874494" y="4629938"/>
                </a:moveTo>
                <a:cubicBezTo>
                  <a:pt x="1874745" y="4632275"/>
                  <a:pt x="1874997" y="4634654"/>
                  <a:pt x="1875247" y="4636990"/>
                </a:cubicBezTo>
                <a:cubicBezTo>
                  <a:pt x="1875562" y="4639673"/>
                  <a:pt x="1875812" y="4642399"/>
                  <a:pt x="1876126" y="4645126"/>
                </a:cubicBezTo>
                <a:cubicBezTo>
                  <a:pt x="1876440" y="4647851"/>
                  <a:pt x="1876691" y="4650534"/>
                  <a:pt x="1877005" y="4653260"/>
                </a:cubicBezTo>
                <a:cubicBezTo>
                  <a:pt x="1877318" y="4655985"/>
                  <a:pt x="1877570" y="4658668"/>
                  <a:pt x="1877883" y="4661394"/>
                </a:cubicBezTo>
                <a:cubicBezTo>
                  <a:pt x="1881648" y="4662563"/>
                  <a:pt x="1885916" y="4662995"/>
                  <a:pt x="1890497" y="4663168"/>
                </a:cubicBezTo>
                <a:cubicBezTo>
                  <a:pt x="1895078" y="4663342"/>
                  <a:pt x="1899910" y="4663298"/>
                  <a:pt x="1904617" y="4663514"/>
                </a:cubicBezTo>
                <a:cubicBezTo>
                  <a:pt x="1909386" y="4663731"/>
                  <a:pt x="1914031" y="4664250"/>
                  <a:pt x="1918235" y="4665592"/>
                </a:cubicBezTo>
                <a:cubicBezTo>
                  <a:pt x="1922440" y="4666933"/>
                  <a:pt x="1926267" y="4669096"/>
                  <a:pt x="1929343" y="4672557"/>
                </a:cubicBezTo>
                <a:cubicBezTo>
                  <a:pt x="1911206" y="4674764"/>
                  <a:pt x="1899408" y="4676452"/>
                  <a:pt x="1890874" y="4677577"/>
                </a:cubicBezTo>
                <a:cubicBezTo>
                  <a:pt x="1882339" y="4678702"/>
                  <a:pt x="1877005" y="4679264"/>
                  <a:pt x="1871733" y="4679177"/>
                </a:cubicBezTo>
                <a:cubicBezTo>
                  <a:pt x="1866462" y="4679135"/>
                  <a:pt x="1861252" y="4678399"/>
                  <a:pt x="1852844" y="4677014"/>
                </a:cubicBezTo>
                <a:cubicBezTo>
                  <a:pt x="1844435" y="4675586"/>
                  <a:pt x="1832950" y="4673510"/>
                  <a:pt x="1815065" y="4670697"/>
                </a:cubicBezTo>
                <a:lnTo>
                  <a:pt x="1815065" y="4655900"/>
                </a:lnTo>
                <a:lnTo>
                  <a:pt x="1814939" y="4655900"/>
                </a:lnTo>
                <a:lnTo>
                  <a:pt x="1814939" y="4651226"/>
                </a:lnTo>
                <a:cubicBezTo>
                  <a:pt x="1820462" y="4649193"/>
                  <a:pt x="1824917" y="4648543"/>
                  <a:pt x="1828809" y="4648760"/>
                </a:cubicBezTo>
                <a:cubicBezTo>
                  <a:pt x="1832699" y="4648932"/>
                  <a:pt x="1835963" y="4649972"/>
                  <a:pt x="1838975" y="4651226"/>
                </a:cubicBezTo>
                <a:cubicBezTo>
                  <a:pt x="1841987" y="4652524"/>
                  <a:pt x="1844811" y="4654039"/>
                  <a:pt x="1847824" y="4655207"/>
                </a:cubicBezTo>
                <a:cubicBezTo>
                  <a:pt x="1850836" y="4656375"/>
                  <a:pt x="1853974" y="4657240"/>
                  <a:pt x="1857739" y="4657197"/>
                </a:cubicBezTo>
                <a:cubicBezTo>
                  <a:pt x="1859685" y="4654947"/>
                  <a:pt x="1860500" y="4652524"/>
                  <a:pt x="1861002" y="4650014"/>
                </a:cubicBezTo>
                <a:cubicBezTo>
                  <a:pt x="1861504" y="4647505"/>
                  <a:pt x="1861629" y="4644952"/>
                  <a:pt x="1862132" y="4642486"/>
                </a:cubicBezTo>
                <a:cubicBezTo>
                  <a:pt x="1862697" y="4640019"/>
                  <a:pt x="1863575" y="4637597"/>
                  <a:pt x="1865583" y="4635390"/>
                </a:cubicBezTo>
                <a:cubicBezTo>
                  <a:pt x="1867466" y="4633356"/>
                  <a:pt x="1870290" y="4631539"/>
                  <a:pt x="1874494" y="4629938"/>
                </a:cubicBezTo>
                <a:close/>
                <a:moveTo>
                  <a:pt x="1876629" y="4627212"/>
                </a:moveTo>
                <a:cubicBezTo>
                  <a:pt x="1876567" y="4627429"/>
                  <a:pt x="1876441" y="4627775"/>
                  <a:pt x="1876441" y="4627775"/>
                </a:cubicBezTo>
                <a:cubicBezTo>
                  <a:pt x="1876253" y="4628337"/>
                  <a:pt x="1876002" y="4628900"/>
                  <a:pt x="1875813" y="4629462"/>
                </a:cubicBezTo>
                <a:cubicBezTo>
                  <a:pt x="1875374" y="4629636"/>
                  <a:pt x="1875060" y="4629766"/>
                  <a:pt x="1874621" y="4629938"/>
                </a:cubicBezTo>
                <a:cubicBezTo>
                  <a:pt x="1874558" y="4629592"/>
                  <a:pt x="1874495" y="4629202"/>
                  <a:pt x="1874495" y="4628857"/>
                </a:cubicBezTo>
                <a:cubicBezTo>
                  <a:pt x="1875311" y="4628208"/>
                  <a:pt x="1876002" y="4627688"/>
                  <a:pt x="1876629" y="4627212"/>
                </a:cubicBezTo>
                <a:close/>
                <a:moveTo>
                  <a:pt x="1878259" y="4622669"/>
                </a:moveTo>
                <a:cubicBezTo>
                  <a:pt x="1878824" y="4623231"/>
                  <a:pt x="1879327" y="4623534"/>
                  <a:pt x="1879640" y="4623794"/>
                </a:cubicBezTo>
                <a:cubicBezTo>
                  <a:pt x="1879954" y="4624053"/>
                  <a:pt x="1880143" y="4624226"/>
                  <a:pt x="1879954" y="4624530"/>
                </a:cubicBezTo>
                <a:lnTo>
                  <a:pt x="1879892" y="4624530"/>
                </a:lnTo>
                <a:cubicBezTo>
                  <a:pt x="1879704" y="4624832"/>
                  <a:pt x="1879265" y="4625222"/>
                  <a:pt x="1878385" y="4625871"/>
                </a:cubicBezTo>
                <a:cubicBezTo>
                  <a:pt x="1877946" y="4626217"/>
                  <a:pt x="1877319" y="4626650"/>
                  <a:pt x="1876566" y="4627212"/>
                </a:cubicBezTo>
                <a:cubicBezTo>
                  <a:pt x="1876692" y="4626822"/>
                  <a:pt x="1876880" y="4626433"/>
                  <a:pt x="1877005" y="4626044"/>
                </a:cubicBezTo>
                <a:cubicBezTo>
                  <a:pt x="1877193" y="4625481"/>
                  <a:pt x="1877444" y="4624919"/>
                  <a:pt x="1877632" y="4624356"/>
                </a:cubicBezTo>
                <a:cubicBezTo>
                  <a:pt x="1877820" y="4623794"/>
                  <a:pt x="1878072" y="4623231"/>
                  <a:pt x="1878259" y="4622669"/>
                </a:cubicBezTo>
                <a:close/>
                <a:moveTo>
                  <a:pt x="872919" y="4622669"/>
                </a:moveTo>
                <a:cubicBezTo>
                  <a:pt x="876057" y="4623144"/>
                  <a:pt x="879195" y="4623490"/>
                  <a:pt x="882396" y="4623664"/>
                </a:cubicBezTo>
                <a:lnTo>
                  <a:pt x="894862" y="4623836"/>
                </a:lnTo>
                <a:lnTo>
                  <a:pt x="907309" y="4623751"/>
                </a:lnTo>
                <a:cubicBezTo>
                  <a:pt x="911452" y="4623794"/>
                  <a:pt x="915594" y="4623923"/>
                  <a:pt x="919736" y="4624356"/>
                </a:cubicBezTo>
                <a:cubicBezTo>
                  <a:pt x="915091" y="4627601"/>
                  <a:pt x="910949" y="4629981"/>
                  <a:pt x="907059" y="4631496"/>
                </a:cubicBezTo>
                <a:cubicBezTo>
                  <a:pt x="903167" y="4633010"/>
                  <a:pt x="899527" y="4633702"/>
                  <a:pt x="895888" y="4633486"/>
                </a:cubicBezTo>
                <a:cubicBezTo>
                  <a:pt x="892247" y="4633269"/>
                  <a:pt x="888546" y="4632188"/>
                  <a:pt x="884591" y="4630240"/>
                </a:cubicBezTo>
                <a:cubicBezTo>
                  <a:pt x="881014" y="4628467"/>
                  <a:pt x="877186" y="4625914"/>
                  <a:pt x="872919" y="4622669"/>
                </a:cubicBezTo>
                <a:close/>
                <a:moveTo>
                  <a:pt x="507810" y="4622366"/>
                </a:moveTo>
                <a:lnTo>
                  <a:pt x="511262" y="4624789"/>
                </a:lnTo>
                <a:cubicBezTo>
                  <a:pt x="512015" y="4625351"/>
                  <a:pt x="512454" y="4625697"/>
                  <a:pt x="512454" y="4626044"/>
                </a:cubicBezTo>
                <a:cubicBezTo>
                  <a:pt x="512518" y="4626433"/>
                  <a:pt x="512079" y="4626779"/>
                  <a:pt x="511325" y="4627341"/>
                </a:cubicBezTo>
                <a:cubicBezTo>
                  <a:pt x="510572" y="4627904"/>
                  <a:pt x="509380" y="4628683"/>
                  <a:pt x="507811" y="4629894"/>
                </a:cubicBezTo>
                <a:cubicBezTo>
                  <a:pt x="506242" y="4628726"/>
                  <a:pt x="505049" y="4627947"/>
                  <a:pt x="504234" y="4627385"/>
                </a:cubicBezTo>
                <a:cubicBezTo>
                  <a:pt x="503418" y="4626822"/>
                  <a:pt x="503041" y="4626476"/>
                  <a:pt x="503041" y="4626130"/>
                </a:cubicBezTo>
                <a:cubicBezTo>
                  <a:pt x="503041" y="4625784"/>
                  <a:pt x="503418" y="4625438"/>
                  <a:pt x="504234" y="4624876"/>
                </a:cubicBezTo>
                <a:close/>
                <a:moveTo>
                  <a:pt x="507748" y="4622322"/>
                </a:moveTo>
                <a:lnTo>
                  <a:pt x="507811" y="4622365"/>
                </a:lnTo>
                <a:lnTo>
                  <a:pt x="507810" y="4622366"/>
                </a:lnTo>
                <a:close/>
                <a:moveTo>
                  <a:pt x="866580" y="4621501"/>
                </a:moveTo>
                <a:lnTo>
                  <a:pt x="866768" y="4621501"/>
                </a:lnTo>
                <a:cubicBezTo>
                  <a:pt x="867584" y="4621544"/>
                  <a:pt x="868400" y="4621587"/>
                  <a:pt x="869215" y="4621587"/>
                </a:cubicBezTo>
                <a:lnTo>
                  <a:pt x="869090" y="4621544"/>
                </a:lnTo>
                <a:cubicBezTo>
                  <a:pt x="869906" y="4621587"/>
                  <a:pt x="870722" y="4621630"/>
                  <a:pt x="871538" y="4621630"/>
                </a:cubicBezTo>
                <a:cubicBezTo>
                  <a:pt x="871977" y="4621976"/>
                  <a:pt x="872416" y="4622280"/>
                  <a:pt x="872856" y="4622626"/>
                </a:cubicBezTo>
                <a:cubicBezTo>
                  <a:pt x="871977" y="4622496"/>
                  <a:pt x="871035" y="4622366"/>
                  <a:pt x="870094" y="4622193"/>
                </a:cubicBezTo>
                <a:cubicBezTo>
                  <a:pt x="868588" y="4621890"/>
                  <a:pt x="867584" y="4621673"/>
                  <a:pt x="866894" y="4621544"/>
                </a:cubicBezTo>
                <a:cubicBezTo>
                  <a:pt x="866768" y="4621501"/>
                  <a:pt x="866580" y="4621501"/>
                  <a:pt x="866580" y="4621501"/>
                </a:cubicBezTo>
                <a:close/>
                <a:moveTo>
                  <a:pt x="864195" y="4621327"/>
                </a:moveTo>
                <a:lnTo>
                  <a:pt x="864259" y="4621370"/>
                </a:lnTo>
                <a:cubicBezTo>
                  <a:pt x="864760" y="4621370"/>
                  <a:pt x="865074" y="4621370"/>
                  <a:pt x="865451" y="4621370"/>
                </a:cubicBezTo>
                <a:cubicBezTo>
                  <a:pt x="865764" y="4621370"/>
                  <a:pt x="866141" y="4621457"/>
                  <a:pt x="866643" y="4621544"/>
                </a:cubicBezTo>
                <a:cubicBezTo>
                  <a:pt x="865890" y="4621501"/>
                  <a:pt x="865137" y="4621501"/>
                  <a:pt x="864383" y="4621501"/>
                </a:cubicBezTo>
                <a:cubicBezTo>
                  <a:pt x="863568" y="4621457"/>
                  <a:pt x="862752" y="4621414"/>
                  <a:pt x="861936" y="4621414"/>
                </a:cubicBezTo>
                <a:cubicBezTo>
                  <a:pt x="863003" y="4621370"/>
                  <a:pt x="863694" y="4621327"/>
                  <a:pt x="864195" y="4621327"/>
                </a:cubicBezTo>
                <a:close/>
                <a:moveTo>
                  <a:pt x="445750" y="4617347"/>
                </a:moveTo>
                <a:lnTo>
                  <a:pt x="445687" y="4617390"/>
                </a:lnTo>
                <a:cubicBezTo>
                  <a:pt x="447884" y="4619294"/>
                  <a:pt x="449264" y="4621068"/>
                  <a:pt x="449892" y="4622798"/>
                </a:cubicBezTo>
                <a:cubicBezTo>
                  <a:pt x="450583" y="4624530"/>
                  <a:pt x="450457" y="4626217"/>
                  <a:pt x="449829" y="4627991"/>
                </a:cubicBezTo>
                <a:cubicBezTo>
                  <a:pt x="449202" y="4629765"/>
                  <a:pt x="447947" y="4631539"/>
                  <a:pt x="446252" y="4633486"/>
                </a:cubicBezTo>
                <a:cubicBezTo>
                  <a:pt x="444557" y="4635390"/>
                  <a:pt x="442425" y="4637467"/>
                  <a:pt x="439914" y="4639717"/>
                </a:cubicBezTo>
                <a:cubicBezTo>
                  <a:pt x="437718" y="4637121"/>
                  <a:pt x="436211" y="4634827"/>
                  <a:pt x="435271" y="4632707"/>
                </a:cubicBezTo>
                <a:cubicBezTo>
                  <a:pt x="434329" y="4630587"/>
                  <a:pt x="434078" y="4628683"/>
                  <a:pt x="434517" y="4626909"/>
                </a:cubicBezTo>
                <a:cubicBezTo>
                  <a:pt x="434894" y="4625135"/>
                  <a:pt x="436023" y="4623490"/>
                  <a:pt x="437906" y="4621934"/>
                </a:cubicBezTo>
                <a:cubicBezTo>
                  <a:pt x="439788" y="4620333"/>
                  <a:pt x="442361" y="4618862"/>
                  <a:pt x="445750" y="4617347"/>
                </a:cubicBezTo>
                <a:close/>
                <a:moveTo>
                  <a:pt x="1323819" y="4617217"/>
                </a:moveTo>
                <a:cubicBezTo>
                  <a:pt x="1326330" y="4616048"/>
                  <a:pt x="1330159" y="4615962"/>
                  <a:pt x="1333797" y="4617347"/>
                </a:cubicBezTo>
                <a:cubicBezTo>
                  <a:pt x="1337438" y="4618688"/>
                  <a:pt x="1340952" y="4621544"/>
                  <a:pt x="1342898" y="4626217"/>
                </a:cubicBezTo>
                <a:cubicBezTo>
                  <a:pt x="1343024" y="4626563"/>
                  <a:pt x="1342960" y="4626909"/>
                  <a:pt x="1342646" y="4627342"/>
                </a:cubicBezTo>
                <a:cubicBezTo>
                  <a:pt x="1342331" y="4627775"/>
                  <a:pt x="1341894" y="4628251"/>
                  <a:pt x="1341267" y="4628813"/>
                </a:cubicBezTo>
                <a:cubicBezTo>
                  <a:pt x="1340638" y="4629376"/>
                  <a:pt x="1339885" y="4630024"/>
                  <a:pt x="1339005" y="4630803"/>
                </a:cubicBezTo>
                <a:lnTo>
                  <a:pt x="1336234" y="4633479"/>
                </a:lnTo>
                <a:lnTo>
                  <a:pt x="1321749" y="4623405"/>
                </a:lnTo>
                <a:cubicBezTo>
                  <a:pt x="1320116" y="4620548"/>
                  <a:pt x="1321309" y="4618342"/>
                  <a:pt x="1323819" y="4617217"/>
                </a:cubicBezTo>
                <a:close/>
                <a:moveTo>
                  <a:pt x="645560" y="4615269"/>
                </a:moveTo>
                <a:lnTo>
                  <a:pt x="645497" y="4615312"/>
                </a:lnTo>
                <a:cubicBezTo>
                  <a:pt x="647756" y="4615226"/>
                  <a:pt x="649325" y="4615442"/>
                  <a:pt x="650142" y="4616004"/>
                </a:cubicBezTo>
                <a:cubicBezTo>
                  <a:pt x="650957" y="4616567"/>
                  <a:pt x="650894" y="4617433"/>
                  <a:pt x="649828" y="4618644"/>
                </a:cubicBezTo>
                <a:cubicBezTo>
                  <a:pt x="648761" y="4619856"/>
                  <a:pt x="646627" y="4621413"/>
                  <a:pt x="643238" y="4623274"/>
                </a:cubicBezTo>
                <a:cubicBezTo>
                  <a:pt x="642737" y="4622669"/>
                  <a:pt x="642171" y="4622062"/>
                  <a:pt x="641671" y="4621457"/>
                </a:cubicBezTo>
                <a:cubicBezTo>
                  <a:pt x="641168" y="4620850"/>
                  <a:pt x="640665" y="4620288"/>
                  <a:pt x="640163" y="4619726"/>
                </a:cubicBezTo>
                <a:cubicBezTo>
                  <a:pt x="639663" y="4619163"/>
                  <a:pt x="639160" y="4618601"/>
                  <a:pt x="638721" y="4618082"/>
                </a:cubicBezTo>
                <a:cubicBezTo>
                  <a:pt x="638282" y="4617562"/>
                  <a:pt x="637779" y="4617000"/>
                  <a:pt x="637340" y="4616481"/>
                </a:cubicBezTo>
                <a:cubicBezTo>
                  <a:pt x="640541" y="4615745"/>
                  <a:pt x="643363" y="4615356"/>
                  <a:pt x="645560" y="4615269"/>
                </a:cubicBezTo>
                <a:close/>
                <a:moveTo>
                  <a:pt x="1121056" y="4612890"/>
                </a:moveTo>
                <a:cubicBezTo>
                  <a:pt x="1121558" y="4612847"/>
                  <a:pt x="1122060" y="4613019"/>
                  <a:pt x="1122874" y="4613409"/>
                </a:cubicBezTo>
                <a:cubicBezTo>
                  <a:pt x="1123691" y="4613798"/>
                  <a:pt x="1124820" y="4614404"/>
                  <a:pt x="1126516" y="4615269"/>
                </a:cubicBezTo>
                <a:cubicBezTo>
                  <a:pt x="1126076" y="4615312"/>
                  <a:pt x="1125699" y="4615399"/>
                  <a:pt x="1125260" y="4615442"/>
                </a:cubicBezTo>
                <a:cubicBezTo>
                  <a:pt x="1124820" y="4615486"/>
                  <a:pt x="1124444" y="4615573"/>
                  <a:pt x="1124005" y="4615615"/>
                </a:cubicBezTo>
                <a:cubicBezTo>
                  <a:pt x="1123566" y="4615658"/>
                  <a:pt x="1123189" y="4615745"/>
                  <a:pt x="1122750" y="4615789"/>
                </a:cubicBezTo>
                <a:cubicBezTo>
                  <a:pt x="1122310" y="4615832"/>
                  <a:pt x="1121933" y="4615919"/>
                  <a:pt x="1121493" y="4615962"/>
                </a:cubicBezTo>
                <a:cubicBezTo>
                  <a:pt x="1121056" y="4615919"/>
                  <a:pt x="1120679" y="4615832"/>
                  <a:pt x="1120240" y="4615789"/>
                </a:cubicBezTo>
                <a:cubicBezTo>
                  <a:pt x="1119801" y="4615745"/>
                  <a:pt x="1119423" y="4615658"/>
                  <a:pt x="1118984" y="4615615"/>
                </a:cubicBezTo>
                <a:cubicBezTo>
                  <a:pt x="1118544" y="4615573"/>
                  <a:pt x="1118169" y="4615486"/>
                  <a:pt x="1117729" y="4615442"/>
                </a:cubicBezTo>
                <a:cubicBezTo>
                  <a:pt x="1117289" y="4615399"/>
                  <a:pt x="1116914" y="4615312"/>
                  <a:pt x="1116474" y="4615269"/>
                </a:cubicBezTo>
                <a:cubicBezTo>
                  <a:pt x="1117855" y="4614534"/>
                  <a:pt x="1118797" y="4613928"/>
                  <a:pt x="1119423" y="4613539"/>
                </a:cubicBezTo>
                <a:lnTo>
                  <a:pt x="1119485" y="4613539"/>
                </a:lnTo>
                <a:cubicBezTo>
                  <a:pt x="1120177" y="4613149"/>
                  <a:pt x="1120553" y="4612933"/>
                  <a:pt x="1121056" y="4612890"/>
                </a:cubicBezTo>
                <a:close/>
                <a:moveTo>
                  <a:pt x="1830754" y="4608563"/>
                </a:moveTo>
                <a:cubicBezTo>
                  <a:pt x="1833139" y="4608130"/>
                  <a:pt x="1834457" y="4608434"/>
                  <a:pt x="1834896" y="4609255"/>
                </a:cubicBezTo>
                <a:cubicBezTo>
                  <a:pt x="1835399" y="4610077"/>
                  <a:pt x="1834959" y="4611419"/>
                  <a:pt x="1834018" y="4612976"/>
                </a:cubicBezTo>
                <a:cubicBezTo>
                  <a:pt x="1833076" y="4614534"/>
                  <a:pt x="1831507" y="4616351"/>
                  <a:pt x="1829624" y="4618169"/>
                </a:cubicBezTo>
                <a:cubicBezTo>
                  <a:pt x="1828495" y="4617476"/>
                  <a:pt x="1827491" y="4616914"/>
                  <a:pt x="1826612" y="4616351"/>
                </a:cubicBezTo>
                <a:cubicBezTo>
                  <a:pt x="1825671" y="4615789"/>
                  <a:pt x="1824855" y="4615313"/>
                  <a:pt x="1824103" y="4614837"/>
                </a:cubicBezTo>
                <a:cubicBezTo>
                  <a:pt x="1823349" y="4614361"/>
                  <a:pt x="1822658" y="4613929"/>
                  <a:pt x="1821969" y="4613539"/>
                </a:cubicBezTo>
                <a:cubicBezTo>
                  <a:pt x="1821278" y="4613150"/>
                  <a:pt x="1820650" y="4612760"/>
                  <a:pt x="1820023" y="4612371"/>
                </a:cubicBezTo>
                <a:cubicBezTo>
                  <a:pt x="1824855" y="4610208"/>
                  <a:pt x="1828369" y="4608996"/>
                  <a:pt x="1830754" y="4608563"/>
                </a:cubicBezTo>
                <a:close/>
                <a:moveTo>
                  <a:pt x="707317" y="4607309"/>
                </a:moveTo>
                <a:cubicBezTo>
                  <a:pt x="712902" y="4606400"/>
                  <a:pt x="719429" y="4606789"/>
                  <a:pt x="725511" y="4608001"/>
                </a:cubicBezTo>
                <a:cubicBezTo>
                  <a:pt x="731599" y="4609213"/>
                  <a:pt x="737310" y="4611159"/>
                  <a:pt x="741200" y="4613280"/>
                </a:cubicBezTo>
                <a:cubicBezTo>
                  <a:pt x="738063" y="4614751"/>
                  <a:pt x="734987" y="4616178"/>
                  <a:pt x="731787" y="4617650"/>
                </a:cubicBezTo>
                <a:cubicBezTo>
                  <a:pt x="728523" y="4619164"/>
                  <a:pt x="725259" y="4620678"/>
                  <a:pt x="721688" y="4622322"/>
                </a:cubicBezTo>
                <a:cubicBezTo>
                  <a:pt x="718111" y="4623967"/>
                  <a:pt x="714345" y="4625740"/>
                  <a:pt x="710203" y="4627644"/>
                </a:cubicBezTo>
                <a:cubicBezTo>
                  <a:pt x="706061" y="4629548"/>
                  <a:pt x="701543" y="4631626"/>
                  <a:pt x="696585" y="4633918"/>
                </a:cubicBezTo>
                <a:cubicBezTo>
                  <a:pt x="692757" y="4625222"/>
                  <a:pt x="692632" y="4619034"/>
                  <a:pt x="694891" y="4614794"/>
                </a:cubicBezTo>
                <a:cubicBezTo>
                  <a:pt x="697150" y="4610553"/>
                  <a:pt x="701731" y="4608260"/>
                  <a:pt x="707254" y="4607352"/>
                </a:cubicBezTo>
                <a:close/>
                <a:moveTo>
                  <a:pt x="860869" y="4596838"/>
                </a:moveTo>
                <a:cubicBezTo>
                  <a:pt x="861245" y="4597141"/>
                  <a:pt x="861559" y="4597443"/>
                  <a:pt x="861873" y="4597746"/>
                </a:cubicBezTo>
                <a:cubicBezTo>
                  <a:pt x="862250" y="4598049"/>
                  <a:pt x="862563" y="4598352"/>
                  <a:pt x="862877" y="4598655"/>
                </a:cubicBezTo>
                <a:cubicBezTo>
                  <a:pt x="863254" y="4598958"/>
                  <a:pt x="863568" y="4599261"/>
                  <a:pt x="863881" y="4599563"/>
                </a:cubicBezTo>
                <a:cubicBezTo>
                  <a:pt x="864258" y="4599867"/>
                  <a:pt x="864572" y="4600170"/>
                  <a:pt x="864885" y="4600472"/>
                </a:cubicBezTo>
                <a:cubicBezTo>
                  <a:pt x="864634" y="4600602"/>
                  <a:pt x="864383" y="4600688"/>
                  <a:pt x="864132" y="4600818"/>
                </a:cubicBezTo>
                <a:cubicBezTo>
                  <a:pt x="863881" y="4600949"/>
                  <a:pt x="863630" y="4601034"/>
                  <a:pt x="863379" y="4601164"/>
                </a:cubicBezTo>
                <a:cubicBezTo>
                  <a:pt x="863128" y="4601294"/>
                  <a:pt x="862626" y="4601511"/>
                  <a:pt x="862626" y="4601511"/>
                </a:cubicBezTo>
                <a:cubicBezTo>
                  <a:pt x="862375" y="4601641"/>
                  <a:pt x="862124" y="4601727"/>
                  <a:pt x="861873" y="4601856"/>
                </a:cubicBezTo>
                <a:cubicBezTo>
                  <a:pt x="861497" y="4601554"/>
                  <a:pt x="861057" y="4601208"/>
                  <a:pt x="860681" y="4600905"/>
                </a:cubicBezTo>
                <a:cubicBezTo>
                  <a:pt x="860304" y="4600602"/>
                  <a:pt x="859866" y="4600255"/>
                  <a:pt x="859488" y="4599953"/>
                </a:cubicBezTo>
                <a:cubicBezTo>
                  <a:pt x="859112" y="4599650"/>
                  <a:pt x="858674" y="4599304"/>
                  <a:pt x="858296" y="4599001"/>
                </a:cubicBezTo>
                <a:cubicBezTo>
                  <a:pt x="857920" y="4598698"/>
                  <a:pt x="857481" y="4598352"/>
                  <a:pt x="857105" y="4598049"/>
                </a:cubicBezTo>
                <a:cubicBezTo>
                  <a:pt x="857419" y="4597963"/>
                  <a:pt x="857731" y="4597833"/>
                  <a:pt x="858046" y="4597746"/>
                </a:cubicBezTo>
                <a:cubicBezTo>
                  <a:pt x="858358" y="4597659"/>
                  <a:pt x="858674" y="4597530"/>
                  <a:pt x="858988" y="4597443"/>
                </a:cubicBezTo>
                <a:cubicBezTo>
                  <a:pt x="859301" y="4597357"/>
                  <a:pt x="859615" y="4597228"/>
                  <a:pt x="859928" y="4597141"/>
                </a:cubicBezTo>
                <a:cubicBezTo>
                  <a:pt x="860243" y="4597054"/>
                  <a:pt x="860556" y="4596924"/>
                  <a:pt x="860869" y="4596838"/>
                </a:cubicBezTo>
                <a:close/>
                <a:moveTo>
                  <a:pt x="928332" y="4592986"/>
                </a:moveTo>
                <a:cubicBezTo>
                  <a:pt x="928395" y="4593159"/>
                  <a:pt x="928584" y="4593506"/>
                  <a:pt x="928584" y="4593506"/>
                </a:cubicBezTo>
                <a:lnTo>
                  <a:pt x="928520" y="4593591"/>
                </a:lnTo>
                <a:cubicBezTo>
                  <a:pt x="928584" y="4593765"/>
                  <a:pt x="928709" y="4593938"/>
                  <a:pt x="928772" y="4594111"/>
                </a:cubicBezTo>
                <a:cubicBezTo>
                  <a:pt x="928834" y="4594284"/>
                  <a:pt x="928959" y="4594457"/>
                  <a:pt x="929022" y="4594631"/>
                </a:cubicBezTo>
                <a:cubicBezTo>
                  <a:pt x="929084" y="4594803"/>
                  <a:pt x="929210" y="4594977"/>
                  <a:pt x="929274" y="4595149"/>
                </a:cubicBezTo>
                <a:cubicBezTo>
                  <a:pt x="929022" y="4595193"/>
                  <a:pt x="928772" y="4595236"/>
                  <a:pt x="928520" y="4595280"/>
                </a:cubicBezTo>
                <a:cubicBezTo>
                  <a:pt x="928268" y="4595323"/>
                  <a:pt x="928019" y="4595366"/>
                  <a:pt x="927768" y="4595409"/>
                </a:cubicBezTo>
                <a:cubicBezTo>
                  <a:pt x="927515" y="4595452"/>
                  <a:pt x="927264" y="4595495"/>
                  <a:pt x="927015" y="4595539"/>
                </a:cubicBezTo>
                <a:cubicBezTo>
                  <a:pt x="926764" y="4595582"/>
                  <a:pt x="926511" y="4595625"/>
                  <a:pt x="926261" y="4595669"/>
                </a:cubicBezTo>
                <a:cubicBezTo>
                  <a:pt x="925884" y="4594977"/>
                  <a:pt x="925633" y="4594501"/>
                  <a:pt x="925446" y="4594154"/>
                </a:cubicBezTo>
                <a:cubicBezTo>
                  <a:pt x="925320" y="4593808"/>
                  <a:pt x="925194" y="4593635"/>
                  <a:pt x="925320" y="4593506"/>
                </a:cubicBezTo>
                <a:cubicBezTo>
                  <a:pt x="925446" y="4593419"/>
                  <a:pt x="925695" y="4593332"/>
                  <a:pt x="926199" y="4593289"/>
                </a:cubicBezTo>
                <a:cubicBezTo>
                  <a:pt x="926699" y="4593202"/>
                  <a:pt x="927390" y="4593159"/>
                  <a:pt x="928332" y="4592986"/>
                </a:cubicBezTo>
                <a:close/>
                <a:moveTo>
                  <a:pt x="328716" y="4582299"/>
                </a:moveTo>
                <a:cubicBezTo>
                  <a:pt x="334174" y="4584246"/>
                  <a:pt x="338193" y="4589136"/>
                  <a:pt x="340828" y="4595670"/>
                </a:cubicBezTo>
                <a:lnTo>
                  <a:pt x="340766" y="4595670"/>
                </a:lnTo>
                <a:cubicBezTo>
                  <a:pt x="343401" y="4602203"/>
                  <a:pt x="344782" y="4610338"/>
                  <a:pt x="345032" y="4618775"/>
                </a:cubicBezTo>
                <a:cubicBezTo>
                  <a:pt x="345283" y="4627212"/>
                  <a:pt x="344530" y="4635952"/>
                  <a:pt x="342835" y="4643654"/>
                </a:cubicBezTo>
                <a:cubicBezTo>
                  <a:pt x="341205" y="4651356"/>
                  <a:pt x="338632" y="4658020"/>
                  <a:pt x="335494" y="4662304"/>
                </a:cubicBezTo>
                <a:cubicBezTo>
                  <a:pt x="326393" y="4663082"/>
                  <a:pt x="322565" y="4660529"/>
                  <a:pt x="321310" y="4655769"/>
                </a:cubicBezTo>
                <a:cubicBezTo>
                  <a:pt x="320056" y="4651010"/>
                  <a:pt x="321310" y="4644001"/>
                  <a:pt x="322378" y="4635909"/>
                </a:cubicBezTo>
                <a:cubicBezTo>
                  <a:pt x="323444" y="4627818"/>
                  <a:pt x="324260" y="4618645"/>
                  <a:pt x="322063" y="4609516"/>
                </a:cubicBezTo>
                <a:cubicBezTo>
                  <a:pt x="319866" y="4600342"/>
                  <a:pt x="314721" y="4591256"/>
                  <a:pt x="303740" y="4583338"/>
                </a:cubicBezTo>
                <a:cubicBezTo>
                  <a:pt x="305748" y="4583251"/>
                  <a:pt x="307819" y="4583165"/>
                  <a:pt x="309827" y="4583078"/>
                </a:cubicBezTo>
                <a:cubicBezTo>
                  <a:pt x="311898" y="4582992"/>
                  <a:pt x="313906" y="4582905"/>
                  <a:pt x="315977" y="4582819"/>
                </a:cubicBezTo>
                <a:cubicBezTo>
                  <a:pt x="318047" y="4582732"/>
                  <a:pt x="320119" y="4582646"/>
                  <a:pt x="322252" y="4582559"/>
                </a:cubicBezTo>
                <a:cubicBezTo>
                  <a:pt x="324385" y="4582472"/>
                  <a:pt x="326520" y="4582386"/>
                  <a:pt x="328716" y="4582299"/>
                </a:cubicBezTo>
                <a:close/>
                <a:moveTo>
                  <a:pt x="656917" y="4578318"/>
                </a:moveTo>
                <a:cubicBezTo>
                  <a:pt x="657482" y="4578535"/>
                  <a:pt x="658047" y="4578751"/>
                  <a:pt x="658611" y="4579010"/>
                </a:cubicBezTo>
                <a:cubicBezTo>
                  <a:pt x="659176" y="4579271"/>
                  <a:pt x="659804" y="4579530"/>
                  <a:pt x="660432" y="4579789"/>
                </a:cubicBezTo>
                <a:lnTo>
                  <a:pt x="660368" y="4579789"/>
                </a:lnTo>
                <a:cubicBezTo>
                  <a:pt x="661059" y="4580049"/>
                  <a:pt x="661749" y="4580352"/>
                  <a:pt x="662502" y="4580655"/>
                </a:cubicBezTo>
                <a:cubicBezTo>
                  <a:pt x="663255" y="4580958"/>
                  <a:pt x="664072" y="4581304"/>
                  <a:pt x="665013" y="4581693"/>
                </a:cubicBezTo>
                <a:cubicBezTo>
                  <a:pt x="664259" y="4582126"/>
                  <a:pt x="663506" y="4582559"/>
                  <a:pt x="662753" y="4582992"/>
                </a:cubicBezTo>
                <a:cubicBezTo>
                  <a:pt x="662000" y="4583424"/>
                  <a:pt x="661247" y="4583856"/>
                  <a:pt x="660494" y="4584289"/>
                </a:cubicBezTo>
                <a:cubicBezTo>
                  <a:pt x="659741" y="4584679"/>
                  <a:pt x="659051" y="4585111"/>
                  <a:pt x="658298" y="4585544"/>
                </a:cubicBezTo>
                <a:cubicBezTo>
                  <a:pt x="657544" y="4585977"/>
                  <a:pt x="656856" y="4586367"/>
                  <a:pt x="656101" y="4586799"/>
                </a:cubicBezTo>
                <a:cubicBezTo>
                  <a:pt x="654657" y="4585588"/>
                  <a:pt x="653465" y="4584809"/>
                  <a:pt x="652649" y="4584202"/>
                </a:cubicBezTo>
                <a:cubicBezTo>
                  <a:pt x="651833" y="4583640"/>
                  <a:pt x="651394" y="4583251"/>
                  <a:pt x="651394" y="4582862"/>
                </a:cubicBezTo>
                <a:cubicBezTo>
                  <a:pt x="651394" y="4582429"/>
                  <a:pt x="651833" y="4582039"/>
                  <a:pt x="652713" y="4581347"/>
                </a:cubicBezTo>
                <a:cubicBezTo>
                  <a:pt x="653591" y="4580655"/>
                  <a:pt x="654971" y="4579746"/>
                  <a:pt x="656917" y="4578318"/>
                </a:cubicBezTo>
                <a:close/>
                <a:moveTo>
                  <a:pt x="852083" y="4575592"/>
                </a:moveTo>
                <a:lnTo>
                  <a:pt x="852146" y="4575592"/>
                </a:lnTo>
                <a:cubicBezTo>
                  <a:pt x="853277" y="4575809"/>
                  <a:pt x="854091" y="4575895"/>
                  <a:pt x="854656" y="4575981"/>
                </a:cubicBezTo>
                <a:cubicBezTo>
                  <a:pt x="855220" y="4576068"/>
                  <a:pt x="855597" y="4576155"/>
                  <a:pt x="855724" y="4576285"/>
                </a:cubicBezTo>
                <a:cubicBezTo>
                  <a:pt x="855849" y="4576414"/>
                  <a:pt x="855785" y="4576631"/>
                  <a:pt x="855597" y="4576977"/>
                </a:cubicBezTo>
                <a:cubicBezTo>
                  <a:pt x="855346" y="4577367"/>
                  <a:pt x="855033" y="4577842"/>
                  <a:pt x="854530" y="4578621"/>
                </a:cubicBezTo>
                <a:cubicBezTo>
                  <a:pt x="853401" y="4578405"/>
                  <a:pt x="852522" y="4578275"/>
                  <a:pt x="851958" y="4578188"/>
                </a:cubicBezTo>
                <a:cubicBezTo>
                  <a:pt x="851393" y="4578102"/>
                  <a:pt x="851016" y="4578016"/>
                  <a:pt x="850891" y="4577885"/>
                </a:cubicBezTo>
                <a:cubicBezTo>
                  <a:pt x="850765" y="4577756"/>
                  <a:pt x="850828" y="4577539"/>
                  <a:pt x="851016" y="4577193"/>
                </a:cubicBezTo>
                <a:cubicBezTo>
                  <a:pt x="851204" y="4576847"/>
                  <a:pt x="851581" y="4576328"/>
                  <a:pt x="852083" y="4575592"/>
                </a:cubicBezTo>
                <a:close/>
                <a:moveTo>
                  <a:pt x="706560" y="4574035"/>
                </a:moveTo>
                <a:cubicBezTo>
                  <a:pt x="708003" y="4574294"/>
                  <a:pt x="709572" y="4574987"/>
                  <a:pt x="712207" y="4576242"/>
                </a:cubicBezTo>
                <a:cubicBezTo>
                  <a:pt x="714780" y="4577496"/>
                  <a:pt x="718421" y="4579357"/>
                  <a:pt x="723941" y="4582039"/>
                </a:cubicBezTo>
                <a:cubicBezTo>
                  <a:pt x="718169" y="4582516"/>
                  <a:pt x="714279" y="4583078"/>
                  <a:pt x="711517" y="4583424"/>
                </a:cubicBezTo>
                <a:cubicBezTo>
                  <a:pt x="708756" y="4583813"/>
                  <a:pt x="706999" y="4583986"/>
                  <a:pt x="705556" y="4583727"/>
                </a:cubicBezTo>
                <a:cubicBezTo>
                  <a:pt x="704049" y="4583467"/>
                  <a:pt x="702857" y="4582818"/>
                  <a:pt x="701099" y="4581521"/>
                </a:cubicBezTo>
                <a:cubicBezTo>
                  <a:pt x="699342" y="4580222"/>
                  <a:pt x="697021" y="4578318"/>
                  <a:pt x="693318" y="4575506"/>
                </a:cubicBezTo>
                <a:cubicBezTo>
                  <a:pt x="697460" y="4575030"/>
                  <a:pt x="700033" y="4574511"/>
                  <a:pt x="701979" y="4574208"/>
                </a:cubicBezTo>
                <a:cubicBezTo>
                  <a:pt x="703923" y="4573905"/>
                  <a:pt x="705115" y="4573775"/>
                  <a:pt x="706560" y="4574035"/>
                </a:cubicBezTo>
                <a:close/>
                <a:moveTo>
                  <a:pt x="539694" y="4572521"/>
                </a:moveTo>
                <a:cubicBezTo>
                  <a:pt x="548605" y="4573040"/>
                  <a:pt x="554881" y="4573342"/>
                  <a:pt x="559337" y="4573603"/>
                </a:cubicBezTo>
                <a:cubicBezTo>
                  <a:pt x="564232" y="4573905"/>
                  <a:pt x="567118" y="4574208"/>
                  <a:pt x="569191" y="4574857"/>
                </a:cubicBezTo>
                <a:cubicBezTo>
                  <a:pt x="571322" y="4575463"/>
                  <a:pt x="572641" y="4576458"/>
                  <a:pt x="574712" y="4578059"/>
                </a:cubicBezTo>
                <a:cubicBezTo>
                  <a:pt x="576783" y="4579660"/>
                  <a:pt x="579482" y="4581953"/>
                  <a:pt x="584251" y="4585199"/>
                </a:cubicBezTo>
                <a:cubicBezTo>
                  <a:pt x="578037" y="4584592"/>
                  <a:pt x="572641" y="4583813"/>
                  <a:pt x="567997" y="4582862"/>
                </a:cubicBezTo>
                <a:cubicBezTo>
                  <a:pt x="563353" y="4581910"/>
                  <a:pt x="559337" y="4580828"/>
                  <a:pt x="555759" y="4579617"/>
                </a:cubicBezTo>
                <a:cubicBezTo>
                  <a:pt x="552182" y="4578405"/>
                  <a:pt x="549045" y="4577107"/>
                  <a:pt x="546158" y="4575766"/>
                </a:cubicBezTo>
                <a:cubicBezTo>
                  <a:pt x="543900" y="4574684"/>
                  <a:pt x="541828" y="4573603"/>
                  <a:pt x="539694" y="4572521"/>
                </a:cubicBezTo>
                <a:close/>
                <a:moveTo>
                  <a:pt x="1271922" y="4571655"/>
                </a:moveTo>
                <a:cubicBezTo>
                  <a:pt x="1277131" y="4571871"/>
                  <a:pt x="1282152" y="4572650"/>
                  <a:pt x="1286925" y="4573992"/>
                </a:cubicBezTo>
                <a:cubicBezTo>
                  <a:pt x="1291688" y="4575333"/>
                  <a:pt x="1296335" y="4577150"/>
                  <a:pt x="1300664" y="4579443"/>
                </a:cubicBezTo>
                <a:cubicBezTo>
                  <a:pt x="1305056" y="4581737"/>
                  <a:pt x="1309137" y="4584463"/>
                  <a:pt x="1312963" y="4587535"/>
                </a:cubicBezTo>
                <a:cubicBezTo>
                  <a:pt x="1309826" y="4588356"/>
                  <a:pt x="1306752" y="4589135"/>
                  <a:pt x="1303676" y="4589957"/>
                </a:cubicBezTo>
                <a:cubicBezTo>
                  <a:pt x="1300602" y="4590737"/>
                  <a:pt x="1297587" y="4591559"/>
                  <a:pt x="1294577" y="4592338"/>
                </a:cubicBezTo>
                <a:cubicBezTo>
                  <a:pt x="1291567" y="4593117"/>
                  <a:pt x="1288554" y="4593895"/>
                  <a:pt x="1285661" y="4594673"/>
                </a:cubicBezTo>
                <a:lnTo>
                  <a:pt x="1285726" y="4594760"/>
                </a:lnTo>
                <a:cubicBezTo>
                  <a:pt x="1282779" y="4595539"/>
                  <a:pt x="1279955" y="4596275"/>
                  <a:pt x="1277131" y="4597010"/>
                </a:cubicBezTo>
                <a:cubicBezTo>
                  <a:pt x="1272864" y="4680345"/>
                  <a:pt x="1266210" y="4730365"/>
                  <a:pt x="1258680" y="4758488"/>
                </a:cubicBezTo>
                <a:cubicBezTo>
                  <a:pt x="1251150" y="4786613"/>
                  <a:pt x="1242679" y="4792844"/>
                  <a:pt x="1234645" y="4788560"/>
                </a:cubicBezTo>
                <a:cubicBezTo>
                  <a:pt x="1226676" y="4784320"/>
                  <a:pt x="1219084" y="4769566"/>
                  <a:pt x="1213435" y="4755763"/>
                </a:cubicBezTo>
                <a:cubicBezTo>
                  <a:pt x="1207788" y="4741960"/>
                  <a:pt x="1203961" y="4729109"/>
                  <a:pt x="1203458" y="4728633"/>
                </a:cubicBezTo>
                <a:cubicBezTo>
                  <a:pt x="1205969" y="4726990"/>
                  <a:pt x="1208353" y="4725432"/>
                  <a:pt x="1210737" y="4723874"/>
                </a:cubicBezTo>
                <a:cubicBezTo>
                  <a:pt x="1213122" y="4722316"/>
                  <a:pt x="1215443" y="4720802"/>
                  <a:pt x="1217704" y="4719331"/>
                </a:cubicBezTo>
                <a:cubicBezTo>
                  <a:pt x="1219961" y="4717816"/>
                  <a:pt x="1222222" y="4716389"/>
                  <a:pt x="1224417" y="4714917"/>
                </a:cubicBezTo>
                <a:cubicBezTo>
                  <a:pt x="1226613" y="4713446"/>
                  <a:pt x="1228871" y="4712019"/>
                  <a:pt x="1231067" y="4710547"/>
                </a:cubicBezTo>
                <a:cubicBezTo>
                  <a:pt x="1229813" y="4708383"/>
                  <a:pt x="1228620" y="4706263"/>
                  <a:pt x="1227429" y="4704144"/>
                </a:cubicBezTo>
                <a:cubicBezTo>
                  <a:pt x="1226237" y="4702023"/>
                  <a:pt x="1225044" y="4699947"/>
                  <a:pt x="1223852" y="4697827"/>
                </a:cubicBezTo>
                <a:cubicBezTo>
                  <a:pt x="1222661" y="4695706"/>
                  <a:pt x="1221405" y="4693586"/>
                  <a:pt x="1220211" y="4691423"/>
                </a:cubicBezTo>
                <a:cubicBezTo>
                  <a:pt x="1219020" y="4689259"/>
                  <a:pt x="1217763" y="4687052"/>
                  <a:pt x="1216446" y="4684760"/>
                </a:cubicBezTo>
                <a:cubicBezTo>
                  <a:pt x="1231570" y="4670264"/>
                  <a:pt x="1238474" y="4658885"/>
                  <a:pt x="1241172" y="4649495"/>
                </a:cubicBezTo>
                <a:cubicBezTo>
                  <a:pt x="1243871" y="4640106"/>
                  <a:pt x="1242364" y="4632751"/>
                  <a:pt x="1240795" y="4626303"/>
                </a:cubicBezTo>
                <a:cubicBezTo>
                  <a:pt x="1239226" y="4619856"/>
                  <a:pt x="1237532" y="4614318"/>
                  <a:pt x="1239854" y="4608606"/>
                </a:cubicBezTo>
                <a:cubicBezTo>
                  <a:pt x="1242176" y="4602895"/>
                  <a:pt x="1248453" y="4597010"/>
                  <a:pt x="1262886" y="4589871"/>
                </a:cubicBezTo>
                <a:cubicBezTo>
                  <a:pt x="1262195" y="4588184"/>
                  <a:pt x="1261568" y="4586626"/>
                  <a:pt x="1260940" y="4585111"/>
                </a:cubicBezTo>
                <a:cubicBezTo>
                  <a:pt x="1260313" y="4583597"/>
                  <a:pt x="1259748" y="4582169"/>
                  <a:pt x="1259183" y="4580785"/>
                </a:cubicBezTo>
                <a:cubicBezTo>
                  <a:pt x="1258617" y="4579400"/>
                  <a:pt x="1258053" y="4578059"/>
                  <a:pt x="1257551" y="4576760"/>
                </a:cubicBezTo>
                <a:cubicBezTo>
                  <a:pt x="1256987" y="4575463"/>
                  <a:pt x="1256484" y="4574208"/>
                  <a:pt x="1255983" y="4572953"/>
                </a:cubicBezTo>
                <a:cubicBezTo>
                  <a:pt x="1261442" y="4571871"/>
                  <a:pt x="1266776" y="4571439"/>
                  <a:pt x="1271922" y="4571655"/>
                </a:cubicBezTo>
                <a:close/>
                <a:moveTo>
                  <a:pt x="537872" y="4571612"/>
                </a:moveTo>
                <a:cubicBezTo>
                  <a:pt x="538500" y="4571915"/>
                  <a:pt x="539127" y="4572217"/>
                  <a:pt x="539691" y="4572521"/>
                </a:cubicBezTo>
                <a:cubicBezTo>
                  <a:pt x="538688" y="4572478"/>
                  <a:pt x="537747" y="4572434"/>
                  <a:pt x="536679" y="4572348"/>
                </a:cubicBezTo>
                <a:cubicBezTo>
                  <a:pt x="536429" y="4572088"/>
                  <a:pt x="536114" y="4571915"/>
                  <a:pt x="535864" y="4571699"/>
                </a:cubicBezTo>
                <a:cubicBezTo>
                  <a:pt x="536553" y="4571655"/>
                  <a:pt x="537118" y="4571655"/>
                  <a:pt x="537872" y="4571612"/>
                </a:cubicBezTo>
                <a:close/>
                <a:moveTo>
                  <a:pt x="897770" y="4567025"/>
                </a:moveTo>
                <a:cubicBezTo>
                  <a:pt x="892750" y="4568756"/>
                  <a:pt x="888420" y="4569664"/>
                  <a:pt x="885094" y="4570010"/>
                </a:cubicBezTo>
                <a:cubicBezTo>
                  <a:pt x="881454" y="4570400"/>
                  <a:pt x="879069" y="4570097"/>
                  <a:pt x="878503" y="4569578"/>
                </a:cubicBezTo>
                <a:cubicBezTo>
                  <a:pt x="877939" y="4569059"/>
                  <a:pt x="879069" y="4568323"/>
                  <a:pt x="882584" y="4567760"/>
                </a:cubicBezTo>
                <a:lnTo>
                  <a:pt x="882521" y="4567717"/>
                </a:lnTo>
                <a:cubicBezTo>
                  <a:pt x="885658" y="4567242"/>
                  <a:pt x="890680" y="4566939"/>
                  <a:pt x="897770" y="4567025"/>
                </a:cubicBezTo>
                <a:close/>
                <a:moveTo>
                  <a:pt x="1055226" y="4566636"/>
                </a:moveTo>
                <a:cubicBezTo>
                  <a:pt x="1058362" y="4566333"/>
                  <a:pt x="1061375" y="4566463"/>
                  <a:pt x="1062630" y="4566981"/>
                </a:cubicBezTo>
                <a:cubicBezTo>
                  <a:pt x="1065956" y="4568367"/>
                  <a:pt x="1067525" y="4569578"/>
                  <a:pt x="1068027" y="4570746"/>
                </a:cubicBezTo>
                <a:cubicBezTo>
                  <a:pt x="1068530" y="4571914"/>
                  <a:pt x="1067964" y="4572996"/>
                  <a:pt x="1066898" y="4574035"/>
                </a:cubicBezTo>
                <a:cubicBezTo>
                  <a:pt x="1065894" y="4575073"/>
                  <a:pt x="1064387" y="4576112"/>
                  <a:pt x="1063132" y="4577237"/>
                </a:cubicBezTo>
                <a:cubicBezTo>
                  <a:pt x="1061876" y="4578318"/>
                  <a:pt x="1060810" y="4579530"/>
                  <a:pt x="1060685" y="4580827"/>
                </a:cubicBezTo>
                <a:cubicBezTo>
                  <a:pt x="1051836" y="4577929"/>
                  <a:pt x="1047192" y="4575463"/>
                  <a:pt x="1045311" y="4573472"/>
                </a:cubicBezTo>
                <a:cubicBezTo>
                  <a:pt x="1043426" y="4571439"/>
                  <a:pt x="1044305" y="4569881"/>
                  <a:pt x="1046438" y="4568756"/>
                </a:cubicBezTo>
                <a:cubicBezTo>
                  <a:pt x="1048636" y="4567631"/>
                  <a:pt x="1052024" y="4566939"/>
                  <a:pt x="1055226" y="4566636"/>
                </a:cubicBezTo>
                <a:close/>
                <a:moveTo>
                  <a:pt x="902163" y="4564948"/>
                </a:moveTo>
                <a:cubicBezTo>
                  <a:pt x="901975" y="4565120"/>
                  <a:pt x="901849" y="4565294"/>
                  <a:pt x="901724" y="4565468"/>
                </a:cubicBezTo>
                <a:cubicBezTo>
                  <a:pt x="901535" y="4565640"/>
                  <a:pt x="901410" y="4565814"/>
                  <a:pt x="901284" y="4565986"/>
                </a:cubicBezTo>
                <a:cubicBezTo>
                  <a:pt x="901095" y="4566160"/>
                  <a:pt x="901033" y="4566332"/>
                  <a:pt x="900845" y="4566506"/>
                </a:cubicBezTo>
                <a:cubicBezTo>
                  <a:pt x="900656" y="4566678"/>
                  <a:pt x="900531" y="4566852"/>
                  <a:pt x="900406" y="4567024"/>
                </a:cubicBezTo>
                <a:cubicBezTo>
                  <a:pt x="899464" y="4567024"/>
                  <a:pt x="898711" y="4567024"/>
                  <a:pt x="897833" y="4567024"/>
                </a:cubicBezTo>
                <a:cubicBezTo>
                  <a:pt x="898335" y="4566852"/>
                  <a:pt x="898837" y="4566722"/>
                  <a:pt x="899402" y="4566506"/>
                </a:cubicBezTo>
                <a:cubicBezTo>
                  <a:pt x="899652" y="4566376"/>
                  <a:pt x="900091" y="4566116"/>
                  <a:pt x="900091" y="4566116"/>
                </a:cubicBezTo>
                <a:cubicBezTo>
                  <a:pt x="900343" y="4565986"/>
                  <a:pt x="900531" y="4565856"/>
                  <a:pt x="900782" y="4565727"/>
                </a:cubicBezTo>
                <a:cubicBezTo>
                  <a:pt x="901033" y="4565597"/>
                  <a:pt x="901221" y="4565468"/>
                  <a:pt x="901472" y="4565337"/>
                </a:cubicBezTo>
                <a:cubicBezTo>
                  <a:pt x="901724" y="4565207"/>
                  <a:pt x="901912" y="4565078"/>
                  <a:pt x="902163" y="4564948"/>
                </a:cubicBezTo>
                <a:close/>
                <a:moveTo>
                  <a:pt x="522073" y="4564438"/>
                </a:moveTo>
                <a:lnTo>
                  <a:pt x="535802" y="4571698"/>
                </a:lnTo>
                <a:cubicBezTo>
                  <a:pt x="527517" y="4572174"/>
                  <a:pt x="521806" y="4571439"/>
                  <a:pt x="518479" y="4570227"/>
                </a:cubicBezTo>
                <a:cubicBezTo>
                  <a:pt x="514840" y="4568885"/>
                  <a:pt x="513836" y="4567068"/>
                  <a:pt x="514652" y="4565771"/>
                </a:cubicBezTo>
                <a:close/>
                <a:moveTo>
                  <a:pt x="522056" y="4564429"/>
                </a:moveTo>
                <a:lnTo>
                  <a:pt x="522120" y="4564429"/>
                </a:lnTo>
                <a:lnTo>
                  <a:pt x="522073" y="4564438"/>
                </a:lnTo>
                <a:close/>
                <a:moveTo>
                  <a:pt x="927830" y="4563304"/>
                </a:moveTo>
                <a:cubicBezTo>
                  <a:pt x="928333" y="4563607"/>
                  <a:pt x="928834" y="4563910"/>
                  <a:pt x="929337" y="4564213"/>
                </a:cubicBezTo>
                <a:cubicBezTo>
                  <a:pt x="929837" y="4564516"/>
                  <a:pt x="930341" y="4564818"/>
                  <a:pt x="930843" y="4565121"/>
                </a:cubicBezTo>
                <a:cubicBezTo>
                  <a:pt x="931345" y="4565425"/>
                  <a:pt x="931847" y="4565728"/>
                  <a:pt x="932349" y="4566030"/>
                </a:cubicBezTo>
                <a:cubicBezTo>
                  <a:pt x="932851" y="4566333"/>
                  <a:pt x="933353" y="4566636"/>
                  <a:pt x="933855" y="4566939"/>
                </a:cubicBezTo>
                <a:cubicBezTo>
                  <a:pt x="933291" y="4567199"/>
                  <a:pt x="932726" y="4567415"/>
                  <a:pt x="932160" y="4567675"/>
                </a:cubicBezTo>
                <a:lnTo>
                  <a:pt x="932222" y="4567631"/>
                </a:lnTo>
                <a:cubicBezTo>
                  <a:pt x="931658" y="4567891"/>
                  <a:pt x="931094" y="4568107"/>
                  <a:pt x="930528" y="4568367"/>
                </a:cubicBezTo>
                <a:cubicBezTo>
                  <a:pt x="929964" y="4568626"/>
                  <a:pt x="929399" y="4568842"/>
                  <a:pt x="928834" y="4569103"/>
                </a:cubicBezTo>
                <a:cubicBezTo>
                  <a:pt x="928270" y="4569362"/>
                  <a:pt x="927705" y="4569578"/>
                  <a:pt x="927141" y="4569838"/>
                </a:cubicBezTo>
                <a:cubicBezTo>
                  <a:pt x="926261" y="4569232"/>
                  <a:pt x="925572" y="4568842"/>
                  <a:pt x="925132" y="4568583"/>
                </a:cubicBezTo>
                <a:cubicBezTo>
                  <a:pt x="924693" y="4568280"/>
                  <a:pt x="924442" y="4568107"/>
                  <a:pt x="924442" y="4567804"/>
                </a:cubicBezTo>
                <a:cubicBezTo>
                  <a:pt x="924442" y="4567501"/>
                  <a:pt x="924693" y="4567112"/>
                  <a:pt x="925257" y="4566420"/>
                </a:cubicBezTo>
                <a:cubicBezTo>
                  <a:pt x="925822" y="4565728"/>
                  <a:pt x="926638" y="4564732"/>
                  <a:pt x="927830" y="4563304"/>
                </a:cubicBezTo>
                <a:close/>
                <a:moveTo>
                  <a:pt x="1695203" y="4552444"/>
                </a:moveTo>
                <a:cubicBezTo>
                  <a:pt x="1690006" y="4552358"/>
                  <a:pt x="1685298" y="4553266"/>
                  <a:pt x="1682912" y="4555516"/>
                </a:cubicBezTo>
                <a:cubicBezTo>
                  <a:pt x="1680779" y="4557594"/>
                  <a:pt x="1679773" y="4559670"/>
                  <a:pt x="1679836" y="4561661"/>
                </a:cubicBezTo>
                <a:cubicBezTo>
                  <a:pt x="1679898" y="4563651"/>
                  <a:pt x="1681030" y="4565511"/>
                  <a:pt x="1683165" y="4567156"/>
                </a:cubicBezTo>
                <a:cubicBezTo>
                  <a:pt x="1685298" y="4568800"/>
                  <a:pt x="1688371" y="4570185"/>
                  <a:pt x="1692264" y="4571179"/>
                </a:cubicBezTo>
                <a:cubicBezTo>
                  <a:pt x="1696144" y="4572175"/>
                  <a:pt x="1700914" y="4572737"/>
                  <a:pt x="1706436" y="4572824"/>
                </a:cubicBezTo>
                <a:lnTo>
                  <a:pt x="1706499" y="4572824"/>
                </a:lnTo>
                <a:cubicBezTo>
                  <a:pt x="1714657" y="4569405"/>
                  <a:pt x="1717857" y="4566031"/>
                  <a:pt x="1717921" y="4563045"/>
                </a:cubicBezTo>
                <a:cubicBezTo>
                  <a:pt x="1717983" y="4560060"/>
                  <a:pt x="1714907" y="4557464"/>
                  <a:pt x="1710515" y="4555603"/>
                </a:cubicBezTo>
                <a:cubicBezTo>
                  <a:pt x="1706122" y="4553699"/>
                  <a:pt x="1700411" y="4552574"/>
                  <a:pt x="1695203" y="4552444"/>
                </a:cubicBezTo>
                <a:close/>
                <a:moveTo>
                  <a:pt x="729213" y="4536347"/>
                </a:moveTo>
                <a:cubicBezTo>
                  <a:pt x="731535" y="4536347"/>
                  <a:pt x="733228" y="4536910"/>
                  <a:pt x="734610" y="4537732"/>
                </a:cubicBezTo>
                <a:cubicBezTo>
                  <a:pt x="735990" y="4538554"/>
                  <a:pt x="736932" y="4539593"/>
                  <a:pt x="737685" y="4540588"/>
                </a:cubicBezTo>
                <a:cubicBezTo>
                  <a:pt x="738375" y="4541540"/>
                  <a:pt x="738878" y="4542448"/>
                  <a:pt x="739317" y="4542924"/>
                </a:cubicBezTo>
                <a:lnTo>
                  <a:pt x="739254" y="4542968"/>
                </a:lnTo>
                <a:cubicBezTo>
                  <a:pt x="734736" y="4548895"/>
                  <a:pt x="729904" y="4552227"/>
                  <a:pt x="725574" y="4553655"/>
                </a:cubicBezTo>
                <a:cubicBezTo>
                  <a:pt x="721246" y="4555126"/>
                  <a:pt x="717355" y="4554693"/>
                  <a:pt x="714782" y="4553265"/>
                </a:cubicBezTo>
                <a:cubicBezTo>
                  <a:pt x="712209" y="4551837"/>
                  <a:pt x="710892" y="4549328"/>
                  <a:pt x="711582" y="4546602"/>
                </a:cubicBezTo>
                <a:cubicBezTo>
                  <a:pt x="712273" y="4543876"/>
                  <a:pt x="715034" y="4540890"/>
                  <a:pt x="720556" y="4538511"/>
                </a:cubicBezTo>
                <a:cubicBezTo>
                  <a:pt x="724067" y="4536953"/>
                  <a:pt x="726891" y="4536347"/>
                  <a:pt x="729213" y="4536347"/>
                </a:cubicBezTo>
                <a:close/>
                <a:moveTo>
                  <a:pt x="862314" y="4535655"/>
                </a:moveTo>
                <a:lnTo>
                  <a:pt x="862250" y="4535698"/>
                </a:lnTo>
                <a:cubicBezTo>
                  <a:pt x="856352" y="4543789"/>
                  <a:pt x="850453" y="4548722"/>
                  <a:pt x="845245" y="4551405"/>
                </a:cubicBezTo>
                <a:cubicBezTo>
                  <a:pt x="840035" y="4554088"/>
                  <a:pt x="835581" y="4554564"/>
                  <a:pt x="832443" y="4553742"/>
                </a:cubicBezTo>
                <a:cubicBezTo>
                  <a:pt x="829305" y="4552919"/>
                  <a:pt x="827611" y="4550800"/>
                  <a:pt x="827924" y="4548289"/>
                </a:cubicBezTo>
                <a:cubicBezTo>
                  <a:pt x="828239" y="4545780"/>
                  <a:pt x="830622" y="4542925"/>
                  <a:pt x="835707" y="4540588"/>
                </a:cubicBezTo>
                <a:cubicBezTo>
                  <a:pt x="836836" y="4540068"/>
                  <a:pt x="838154" y="4539636"/>
                  <a:pt x="839723" y="4539290"/>
                </a:cubicBezTo>
                <a:cubicBezTo>
                  <a:pt x="841291" y="4538943"/>
                  <a:pt x="843112" y="4538597"/>
                  <a:pt x="845245" y="4538294"/>
                </a:cubicBezTo>
                <a:cubicBezTo>
                  <a:pt x="847378" y="4537949"/>
                  <a:pt x="849826" y="4537646"/>
                  <a:pt x="852649" y="4537213"/>
                </a:cubicBezTo>
                <a:cubicBezTo>
                  <a:pt x="855473" y="4536780"/>
                  <a:pt x="858674" y="4536304"/>
                  <a:pt x="862314" y="4535655"/>
                </a:cubicBezTo>
                <a:close/>
                <a:moveTo>
                  <a:pt x="455039" y="4529901"/>
                </a:moveTo>
                <a:cubicBezTo>
                  <a:pt x="456295" y="4530896"/>
                  <a:pt x="457549" y="4531934"/>
                  <a:pt x="458804" y="4532972"/>
                </a:cubicBezTo>
                <a:cubicBezTo>
                  <a:pt x="460060" y="4534012"/>
                  <a:pt x="461315" y="4535093"/>
                  <a:pt x="462632" y="4536131"/>
                </a:cubicBezTo>
                <a:lnTo>
                  <a:pt x="462570" y="4536131"/>
                </a:lnTo>
                <a:cubicBezTo>
                  <a:pt x="463888" y="4537213"/>
                  <a:pt x="465143" y="4538251"/>
                  <a:pt x="466461" y="4539333"/>
                </a:cubicBezTo>
                <a:cubicBezTo>
                  <a:pt x="467778" y="4540372"/>
                  <a:pt x="469096" y="4541454"/>
                  <a:pt x="470414" y="4542535"/>
                </a:cubicBezTo>
                <a:cubicBezTo>
                  <a:pt x="466649" y="4544568"/>
                  <a:pt x="462884" y="4545824"/>
                  <a:pt x="459118" y="4546559"/>
                </a:cubicBezTo>
                <a:cubicBezTo>
                  <a:pt x="455416" y="4547295"/>
                  <a:pt x="451650" y="4547554"/>
                  <a:pt x="447885" y="4547597"/>
                </a:cubicBezTo>
                <a:cubicBezTo>
                  <a:pt x="444119" y="4547641"/>
                  <a:pt x="440354" y="4547511"/>
                  <a:pt x="436526" y="4547425"/>
                </a:cubicBezTo>
                <a:cubicBezTo>
                  <a:pt x="432761" y="4547338"/>
                  <a:pt x="428933" y="4547338"/>
                  <a:pt x="425042" y="4547728"/>
                </a:cubicBezTo>
                <a:cubicBezTo>
                  <a:pt x="425168" y="4544785"/>
                  <a:pt x="425920" y="4542276"/>
                  <a:pt x="427176" y="4540155"/>
                </a:cubicBezTo>
                <a:cubicBezTo>
                  <a:pt x="428493" y="4538035"/>
                  <a:pt x="430376" y="4536304"/>
                  <a:pt x="432823" y="4534876"/>
                </a:cubicBezTo>
                <a:cubicBezTo>
                  <a:pt x="435272" y="4533492"/>
                  <a:pt x="438346" y="4532410"/>
                  <a:pt x="442049" y="4531588"/>
                </a:cubicBezTo>
                <a:cubicBezTo>
                  <a:pt x="445751" y="4530766"/>
                  <a:pt x="450081" y="4530204"/>
                  <a:pt x="455039" y="4529901"/>
                </a:cubicBezTo>
                <a:close/>
                <a:moveTo>
                  <a:pt x="993537" y="4514887"/>
                </a:moveTo>
                <a:cubicBezTo>
                  <a:pt x="994605" y="4517656"/>
                  <a:pt x="995610" y="4520295"/>
                  <a:pt x="996549" y="4522934"/>
                </a:cubicBezTo>
                <a:cubicBezTo>
                  <a:pt x="997553" y="4525574"/>
                  <a:pt x="998495" y="4528127"/>
                  <a:pt x="999437" y="4530680"/>
                </a:cubicBezTo>
                <a:cubicBezTo>
                  <a:pt x="1000379" y="4533189"/>
                  <a:pt x="1001320" y="4535742"/>
                  <a:pt x="1002260" y="4538252"/>
                </a:cubicBezTo>
                <a:cubicBezTo>
                  <a:pt x="1003202" y="4540762"/>
                  <a:pt x="1004144" y="4543315"/>
                  <a:pt x="1005085" y="4545867"/>
                </a:cubicBezTo>
                <a:cubicBezTo>
                  <a:pt x="995672" y="4551146"/>
                  <a:pt x="990902" y="4557463"/>
                  <a:pt x="988579" y="4564126"/>
                </a:cubicBezTo>
                <a:lnTo>
                  <a:pt x="988516" y="4564170"/>
                </a:lnTo>
                <a:cubicBezTo>
                  <a:pt x="986194" y="4570789"/>
                  <a:pt x="986257" y="4577757"/>
                  <a:pt x="986447" y="4584333"/>
                </a:cubicBezTo>
                <a:cubicBezTo>
                  <a:pt x="986634" y="4590909"/>
                  <a:pt x="986947" y="4597097"/>
                  <a:pt x="985128" y="4602159"/>
                </a:cubicBezTo>
                <a:cubicBezTo>
                  <a:pt x="983309" y="4607222"/>
                  <a:pt x="979292" y="4611159"/>
                  <a:pt x="970883" y="4613280"/>
                </a:cubicBezTo>
                <a:cubicBezTo>
                  <a:pt x="968810" y="4611376"/>
                  <a:pt x="966615" y="4605188"/>
                  <a:pt x="965172" y="4596708"/>
                </a:cubicBezTo>
                <a:cubicBezTo>
                  <a:pt x="963729" y="4588227"/>
                  <a:pt x="962912" y="4577539"/>
                  <a:pt x="963729" y="4566593"/>
                </a:cubicBezTo>
                <a:cubicBezTo>
                  <a:pt x="964482" y="4555646"/>
                  <a:pt x="966802" y="4544526"/>
                  <a:pt x="971510" y="4535223"/>
                </a:cubicBezTo>
                <a:cubicBezTo>
                  <a:pt x="976216" y="4525920"/>
                  <a:pt x="983309" y="4518435"/>
                  <a:pt x="993537" y="4514887"/>
                </a:cubicBezTo>
                <a:close/>
                <a:moveTo>
                  <a:pt x="1060434" y="4513501"/>
                </a:moveTo>
                <a:cubicBezTo>
                  <a:pt x="1064766" y="4517006"/>
                  <a:pt x="1068092" y="4519645"/>
                  <a:pt x="1070225" y="4522026"/>
                </a:cubicBezTo>
                <a:cubicBezTo>
                  <a:pt x="1072358" y="4524405"/>
                  <a:pt x="1073363" y="4526526"/>
                  <a:pt x="1073237" y="4528992"/>
                </a:cubicBezTo>
                <a:lnTo>
                  <a:pt x="1073300" y="4528992"/>
                </a:lnTo>
                <a:cubicBezTo>
                  <a:pt x="1073175" y="4531501"/>
                  <a:pt x="1071793" y="4534314"/>
                  <a:pt x="1069283" y="4538165"/>
                </a:cubicBezTo>
                <a:cubicBezTo>
                  <a:pt x="1066711" y="4542015"/>
                  <a:pt x="1063007" y="4546818"/>
                  <a:pt x="1057988" y="4553265"/>
                </a:cubicBezTo>
                <a:cubicBezTo>
                  <a:pt x="1056984" y="4549457"/>
                  <a:pt x="1055853" y="4545910"/>
                  <a:pt x="1054913" y="4542492"/>
                </a:cubicBezTo>
                <a:cubicBezTo>
                  <a:pt x="1053971" y="4539073"/>
                  <a:pt x="1053219" y="4535785"/>
                  <a:pt x="1052967" y="4532583"/>
                </a:cubicBezTo>
                <a:cubicBezTo>
                  <a:pt x="1052715" y="4529381"/>
                  <a:pt x="1053030" y="4526222"/>
                  <a:pt x="1054158" y="4523064"/>
                </a:cubicBezTo>
                <a:cubicBezTo>
                  <a:pt x="1055289" y="4519905"/>
                  <a:pt x="1057297" y="4516747"/>
                  <a:pt x="1060434" y="4513501"/>
                </a:cubicBezTo>
                <a:close/>
                <a:moveTo>
                  <a:pt x="838780" y="4512074"/>
                </a:moveTo>
                <a:cubicBezTo>
                  <a:pt x="839910" y="4512031"/>
                  <a:pt x="841228" y="4512377"/>
                  <a:pt x="843237" y="4513026"/>
                </a:cubicBezTo>
                <a:cubicBezTo>
                  <a:pt x="845245" y="4513632"/>
                  <a:pt x="848006" y="4514541"/>
                  <a:pt x="852210" y="4515666"/>
                </a:cubicBezTo>
                <a:cubicBezTo>
                  <a:pt x="848006" y="4517483"/>
                  <a:pt x="845307" y="4518824"/>
                  <a:pt x="843299" y="4519733"/>
                </a:cubicBezTo>
                <a:cubicBezTo>
                  <a:pt x="841291" y="4520598"/>
                  <a:pt x="840099" y="4521074"/>
                  <a:pt x="838969" y="4521161"/>
                </a:cubicBezTo>
                <a:lnTo>
                  <a:pt x="838969" y="4521247"/>
                </a:lnTo>
                <a:cubicBezTo>
                  <a:pt x="837839" y="4521334"/>
                  <a:pt x="836772" y="4520987"/>
                  <a:pt x="835141" y="4520338"/>
                </a:cubicBezTo>
                <a:cubicBezTo>
                  <a:pt x="833509" y="4519646"/>
                  <a:pt x="831250" y="4518651"/>
                  <a:pt x="827673" y="4517309"/>
                </a:cubicBezTo>
                <a:cubicBezTo>
                  <a:pt x="831061" y="4515449"/>
                  <a:pt x="833258" y="4514151"/>
                  <a:pt x="834889" y="4513329"/>
                </a:cubicBezTo>
                <a:cubicBezTo>
                  <a:pt x="836522" y="4512463"/>
                  <a:pt x="837588" y="4512074"/>
                  <a:pt x="838780" y="4512074"/>
                </a:cubicBezTo>
                <a:close/>
                <a:moveTo>
                  <a:pt x="1162289" y="4506016"/>
                </a:moveTo>
                <a:cubicBezTo>
                  <a:pt x="1165365" y="4507358"/>
                  <a:pt x="1168439" y="4508699"/>
                  <a:pt x="1171451" y="4509997"/>
                </a:cubicBezTo>
                <a:cubicBezTo>
                  <a:pt x="1174466" y="4511295"/>
                  <a:pt x="1177478" y="4512593"/>
                  <a:pt x="1180427" y="4513891"/>
                </a:cubicBezTo>
                <a:lnTo>
                  <a:pt x="1180427" y="4513848"/>
                </a:lnTo>
                <a:cubicBezTo>
                  <a:pt x="1183377" y="4515146"/>
                  <a:pt x="1186389" y="4516401"/>
                  <a:pt x="1189339" y="4517699"/>
                </a:cubicBezTo>
                <a:cubicBezTo>
                  <a:pt x="1192288" y="4518997"/>
                  <a:pt x="1195300" y="4520251"/>
                  <a:pt x="1198250" y="4521550"/>
                </a:cubicBezTo>
                <a:cubicBezTo>
                  <a:pt x="1195739" y="4522718"/>
                  <a:pt x="1194609" y="4523497"/>
                  <a:pt x="1193481" y="4524059"/>
                </a:cubicBezTo>
                <a:cubicBezTo>
                  <a:pt x="1192351" y="4524622"/>
                  <a:pt x="1191283" y="4524968"/>
                  <a:pt x="1188898" y="4525271"/>
                </a:cubicBezTo>
                <a:cubicBezTo>
                  <a:pt x="1186513" y="4525530"/>
                  <a:pt x="1182874" y="4525747"/>
                  <a:pt x="1176723" y="4526093"/>
                </a:cubicBezTo>
                <a:cubicBezTo>
                  <a:pt x="1170573" y="4526396"/>
                  <a:pt x="1161788" y="4526829"/>
                  <a:pt x="1149237" y="4527521"/>
                </a:cubicBezTo>
                <a:cubicBezTo>
                  <a:pt x="1149237" y="4530809"/>
                  <a:pt x="1150429" y="4533362"/>
                  <a:pt x="1152562" y="4535526"/>
                </a:cubicBezTo>
                <a:cubicBezTo>
                  <a:pt x="1154696" y="4537689"/>
                  <a:pt x="1157646" y="4539376"/>
                  <a:pt x="1161097" y="4540891"/>
                </a:cubicBezTo>
                <a:cubicBezTo>
                  <a:pt x="1164486" y="4542405"/>
                  <a:pt x="1168377" y="4543747"/>
                  <a:pt x="1172268" y="4545088"/>
                </a:cubicBezTo>
                <a:cubicBezTo>
                  <a:pt x="1176158" y="4546429"/>
                  <a:pt x="1180113" y="4547858"/>
                  <a:pt x="1183628" y="4549545"/>
                </a:cubicBezTo>
                <a:cubicBezTo>
                  <a:pt x="1184067" y="4551795"/>
                  <a:pt x="1184758" y="4557679"/>
                  <a:pt x="1185133" y="4565164"/>
                </a:cubicBezTo>
                <a:cubicBezTo>
                  <a:pt x="1185510" y="4572650"/>
                  <a:pt x="1185635" y="4581693"/>
                  <a:pt x="1184758" y="4590390"/>
                </a:cubicBezTo>
                <a:cubicBezTo>
                  <a:pt x="1183877" y="4599044"/>
                  <a:pt x="1182121" y="4607352"/>
                  <a:pt x="1178858" y="4613236"/>
                </a:cubicBezTo>
                <a:cubicBezTo>
                  <a:pt x="1175594" y="4619164"/>
                  <a:pt x="1170824" y="4622669"/>
                  <a:pt x="1163922" y="4621760"/>
                </a:cubicBezTo>
                <a:cubicBezTo>
                  <a:pt x="1162165" y="4616568"/>
                  <a:pt x="1160784" y="4612673"/>
                  <a:pt x="1159403" y="4609472"/>
                </a:cubicBezTo>
                <a:cubicBezTo>
                  <a:pt x="1158023" y="4606269"/>
                  <a:pt x="1156642" y="4603760"/>
                  <a:pt x="1154759" y="4601380"/>
                </a:cubicBezTo>
                <a:cubicBezTo>
                  <a:pt x="1152813" y="4598957"/>
                  <a:pt x="1150429" y="4596664"/>
                  <a:pt x="1147103" y="4593895"/>
                </a:cubicBezTo>
                <a:cubicBezTo>
                  <a:pt x="1143777" y="4591126"/>
                  <a:pt x="1139446" y="4587838"/>
                  <a:pt x="1133673" y="4583467"/>
                </a:cubicBezTo>
                <a:cubicBezTo>
                  <a:pt x="1134050" y="4581434"/>
                  <a:pt x="1135242" y="4580092"/>
                  <a:pt x="1136999" y="4579184"/>
                </a:cubicBezTo>
                <a:cubicBezTo>
                  <a:pt x="1138757" y="4578318"/>
                  <a:pt x="1141015" y="4577799"/>
                  <a:pt x="1143526" y="4577496"/>
                </a:cubicBezTo>
                <a:cubicBezTo>
                  <a:pt x="1146035" y="4577193"/>
                  <a:pt x="1148672" y="4577021"/>
                  <a:pt x="1151245" y="4576760"/>
                </a:cubicBezTo>
                <a:cubicBezTo>
                  <a:pt x="1153818" y="4576501"/>
                  <a:pt x="1156265" y="4576112"/>
                  <a:pt x="1158211" y="4575376"/>
                </a:cubicBezTo>
                <a:cubicBezTo>
                  <a:pt x="1168942" y="4571266"/>
                  <a:pt x="1172205" y="4568496"/>
                  <a:pt x="1171139" y="4565814"/>
                </a:cubicBezTo>
                <a:cubicBezTo>
                  <a:pt x="1170071" y="4563174"/>
                  <a:pt x="1164612" y="4560621"/>
                  <a:pt x="1157834" y="4556943"/>
                </a:cubicBezTo>
                <a:cubicBezTo>
                  <a:pt x="1151057" y="4553266"/>
                  <a:pt x="1142899" y="4548506"/>
                  <a:pt x="1136497" y="4541454"/>
                </a:cubicBezTo>
                <a:cubicBezTo>
                  <a:pt x="1130034" y="4534401"/>
                  <a:pt x="1125327" y="4525012"/>
                  <a:pt x="1125327" y="4512074"/>
                </a:cubicBezTo>
                <a:cubicBezTo>
                  <a:pt x="1128526" y="4511555"/>
                  <a:pt x="1131665" y="4511035"/>
                  <a:pt x="1134739" y="4510516"/>
                </a:cubicBezTo>
                <a:cubicBezTo>
                  <a:pt x="1137814" y="4509997"/>
                  <a:pt x="1140889" y="4509478"/>
                  <a:pt x="1143903" y="4509002"/>
                </a:cubicBezTo>
                <a:cubicBezTo>
                  <a:pt x="1146915" y="4508526"/>
                  <a:pt x="1149927" y="4508050"/>
                  <a:pt x="1153001" y="4507530"/>
                </a:cubicBezTo>
                <a:cubicBezTo>
                  <a:pt x="1156077" y="4507055"/>
                  <a:pt x="1159151" y="4506536"/>
                  <a:pt x="1162289" y="4506016"/>
                </a:cubicBezTo>
                <a:close/>
                <a:moveTo>
                  <a:pt x="1272611" y="4503420"/>
                </a:moveTo>
                <a:cubicBezTo>
                  <a:pt x="1272800" y="4504113"/>
                  <a:pt x="1273114" y="4507141"/>
                  <a:pt x="1273238" y="4511469"/>
                </a:cubicBezTo>
                <a:cubicBezTo>
                  <a:pt x="1273302" y="4515795"/>
                  <a:pt x="1273238" y="4521507"/>
                  <a:pt x="1272549" y="4527565"/>
                </a:cubicBezTo>
                <a:cubicBezTo>
                  <a:pt x="1271922" y="4533622"/>
                  <a:pt x="1270665" y="4540069"/>
                  <a:pt x="1268533" y="4545910"/>
                </a:cubicBezTo>
                <a:cubicBezTo>
                  <a:pt x="1266400" y="4551751"/>
                  <a:pt x="1263324" y="4557030"/>
                  <a:pt x="1259056" y="4560708"/>
                </a:cubicBezTo>
                <a:cubicBezTo>
                  <a:pt x="1256483" y="4558891"/>
                  <a:pt x="1254037" y="4557204"/>
                  <a:pt x="1251715" y="4555559"/>
                </a:cubicBezTo>
                <a:cubicBezTo>
                  <a:pt x="1249393" y="4553958"/>
                  <a:pt x="1247259" y="4552400"/>
                  <a:pt x="1245188" y="4550973"/>
                </a:cubicBezTo>
                <a:cubicBezTo>
                  <a:pt x="1243180" y="4549545"/>
                  <a:pt x="1241233" y="4548204"/>
                  <a:pt x="1239414" y="4546905"/>
                </a:cubicBezTo>
                <a:cubicBezTo>
                  <a:pt x="1237594" y="4545608"/>
                  <a:pt x="1235899" y="4544396"/>
                  <a:pt x="1234269" y="4543271"/>
                </a:cubicBezTo>
                <a:cubicBezTo>
                  <a:pt x="1234582" y="4539939"/>
                  <a:pt x="1236778" y="4536911"/>
                  <a:pt x="1239414" y="4534012"/>
                </a:cubicBezTo>
                <a:lnTo>
                  <a:pt x="1239414" y="4533968"/>
                </a:lnTo>
                <a:cubicBezTo>
                  <a:pt x="1242049" y="4531069"/>
                  <a:pt x="1245251" y="4528343"/>
                  <a:pt x="1247573" y="4525617"/>
                </a:cubicBezTo>
                <a:cubicBezTo>
                  <a:pt x="1249958" y="4522848"/>
                  <a:pt x="1251464" y="4520079"/>
                  <a:pt x="1250899" y="4517137"/>
                </a:cubicBezTo>
                <a:cubicBezTo>
                  <a:pt x="1250334" y="4514195"/>
                  <a:pt x="1247635" y="4511036"/>
                  <a:pt x="1241485" y="4507531"/>
                </a:cubicBezTo>
                <a:cubicBezTo>
                  <a:pt x="1245188" y="4507055"/>
                  <a:pt x="1248389" y="4506623"/>
                  <a:pt x="1251276" y="4506233"/>
                </a:cubicBezTo>
                <a:cubicBezTo>
                  <a:pt x="1254162" y="4505844"/>
                  <a:pt x="1256734" y="4505498"/>
                  <a:pt x="1259182" y="4505195"/>
                </a:cubicBezTo>
                <a:cubicBezTo>
                  <a:pt x="1261568" y="4504891"/>
                  <a:pt x="1263827" y="4504588"/>
                  <a:pt x="1266023" y="4504286"/>
                </a:cubicBezTo>
                <a:cubicBezTo>
                  <a:pt x="1268218" y="4503983"/>
                  <a:pt x="1270415" y="4503724"/>
                  <a:pt x="1272611" y="4503420"/>
                </a:cubicBezTo>
                <a:close/>
                <a:moveTo>
                  <a:pt x="924129" y="4500780"/>
                </a:moveTo>
                <a:cubicBezTo>
                  <a:pt x="923501" y="4503247"/>
                  <a:pt x="922936" y="4505584"/>
                  <a:pt x="922371" y="4507920"/>
                </a:cubicBezTo>
                <a:cubicBezTo>
                  <a:pt x="921806" y="4510213"/>
                  <a:pt x="921240" y="4512506"/>
                  <a:pt x="920614" y="4514930"/>
                </a:cubicBezTo>
                <a:cubicBezTo>
                  <a:pt x="920049" y="4517309"/>
                  <a:pt x="919421" y="4519819"/>
                  <a:pt x="918732" y="4522544"/>
                </a:cubicBezTo>
                <a:cubicBezTo>
                  <a:pt x="918104" y="4525271"/>
                  <a:pt x="917350" y="4528213"/>
                  <a:pt x="916536" y="4531458"/>
                </a:cubicBezTo>
                <a:lnTo>
                  <a:pt x="916410" y="4531415"/>
                </a:lnTo>
                <a:cubicBezTo>
                  <a:pt x="912706" y="4530030"/>
                  <a:pt x="909444" y="4528776"/>
                  <a:pt x="906493" y="4527651"/>
                </a:cubicBezTo>
                <a:cubicBezTo>
                  <a:pt x="903545" y="4526526"/>
                  <a:pt x="900908" y="4525530"/>
                  <a:pt x="898398" y="4524578"/>
                </a:cubicBezTo>
                <a:cubicBezTo>
                  <a:pt x="895950" y="4523626"/>
                  <a:pt x="893628" y="4522761"/>
                  <a:pt x="891369" y="4521896"/>
                </a:cubicBezTo>
                <a:cubicBezTo>
                  <a:pt x="889109" y="4521030"/>
                  <a:pt x="886913" y="4520209"/>
                  <a:pt x="884654" y="4519343"/>
                </a:cubicBezTo>
                <a:cubicBezTo>
                  <a:pt x="885785" y="4516530"/>
                  <a:pt x="887353" y="4514021"/>
                  <a:pt x="889361" y="4511857"/>
                </a:cubicBezTo>
                <a:cubicBezTo>
                  <a:pt x="891432" y="4509694"/>
                  <a:pt x="893942" y="4507834"/>
                  <a:pt x="897081" y="4506276"/>
                </a:cubicBezTo>
                <a:cubicBezTo>
                  <a:pt x="900217" y="4504761"/>
                  <a:pt x="903983" y="4503506"/>
                  <a:pt x="908439" y="4502598"/>
                </a:cubicBezTo>
                <a:cubicBezTo>
                  <a:pt x="912894" y="4501689"/>
                  <a:pt x="918104" y="4501084"/>
                  <a:pt x="924129" y="4500780"/>
                </a:cubicBezTo>
                <a:close/>
                <a:moveTo>
                  <a:pt x="701670" y="4500262"/>
                </a:moveTo>
                <a:lnTo>
                  <a:pt x="701606" y="4500348"/>
                </a:lnTo>
                <a:lnTo>
                  <a:pt x="701632" y="4500291"/>
                </a:lnTo>
                <a:close/>
                <a:moveTo>
                  <a:pt x="750549" y="4497795"/>
                </a:moveTo>
                <a:lnTo>
                  <a:pt x="750613" y="4497795"/>
                </a:lnTo>
                <a:cubicBezTo>
                  <a:pt x="755695" y="4498142"/>
                  <a:pt x="759523" y="4499785"/>
                  <a:pt x="759210" y="4503117"/>
                </a:cubicBezTo>
                <a:cubicBezTo>
                  <a:pt x="758896" y="4506448"/>
                  <a:pt x="754440" y="4511425"/>
                  <a:pt x="742956" y="4518434"/>
                </a:cubicBezTo>
                <a:cubicBezTo>
                  <a:pt x="741325" y="4517396"/>
                  <a:pt x="739818" y="4516444"/>
                  <a:pt x="738375" y="4515622"/>
                </a:cubicBezTo>
                <a:cubicBezTo>
                  <a:pt x="736932" y="4514800"/>
                  <a:pt x="735551" y="4514064"/>
                  <a:pt x="734359" y="4513329"/>
                </a:cubicBezTo>
                <a:cubicBezTo>
                  <a:pt x="733166" y="4512593"/>
                  <a:pt x="732100" y="4511944"/>
                  <a:pt x="731285" y="4511251"/>
                </a:cubicBezTo>
                <a:cubicBezTo>
                  <a:pt x="730468" y="4510602"/>
                  <a:pt x="729840" y="4509910"/>
                  <a:pt x="729464" y="4509218"/>
                </a:cubicBezTo>
                <a:cubicBezTo>
                  <a:pt x="727519" y="4505497"/>
                  <a:pt x="730279" y="4502512"/>
                  <a:pt x="734798" y="4500477"/>
                </a:cubicBezTo>
                <a:cubicBezTo>
                  <a:pt x="739254" y="4498488"/>
                  <a:pt x="745529" y="4497448"/>
                  <a:pt x="750549" y="4497795"/>
                </a:cubicBezTo>
                <a:close/>
                <a:moveTo>
                  <a:pt x="131032" y="4496281"/>
                </a:moveTo>
                <a:cubicBezTo>
                  <a:pt x="137811" y="4499570"/>
                  <a:pt x="140947" y="4504199"/>
                  <a:pt x="142203" y="4509781"/>
                </a:cubicBezTo>
                <a:cubicBezTo>
                  <a:pt x="143458" y="4515362"/>
                  <a:pt x="142893" y="4521853"/>
                  <a:pt x="142328" y="4528862"/>
                </a:cubicBezTo>
                <a:lnTo>
                  <a:pt x="142391" y="4528862"/>
                </a:lnTo>
                <a:cubicBezTo>
                  <a:pt x="141764" y="4535872"/>
                  <a:pt x="141135" y="4543401"/>
                  <a:pt x="142391" y="4551059"/>
                </a:cubicBezTo>
                <a:cubicBezTo>
                  <a:pt x="143646" y="4558718"/>
                  <a:pt x="146658" y="4566507"/>
                  <a:pt x="153374" y="4573992"/>
                </a:cubicBezTo>
                <a:cubicBezTo>
                  <a:pt x="141951" y="4579920"/>
                  <a:pt x="134609" y="4578188"/>
                  <a:pt x="130154" y="4572217"/>
                </a:cubicBezTo>
                <a:cubicBezTo>
                  <a:pt x="125698" y="4566204"/>
                  <a:pt x="124004" y="4555992"/>
                  <a:pt x="123878" y="4544958"/>
                </a:cubicBezTo>
                <a:cubicBezTo>
                  <a:pt x="123753" y="4533925"/>
                  <a:pt x="125135" y="4522070"/>
                  <a:pt x="126766" y="4512810"/>
                </a:cubicBezTo>
                <a:cubicBezTo>
                  <a:pt x="128396" y="4503551"/>
                  <a:pt x="130217" y="4496887"/>
                  <a:pt x="131032" y="4496281"/>
                </a:cubicBezTo>
                <a:close/>
                <a:moveTo>
                  <a:pt x="450582" y="4493945"/>
                </a:moveTo>
                <a:cubicBezTo>
                  <a:pt x="461753" y="4495762"/>
                  <a:pt x="469598" y="4497710"/>
                  <a:pt x="474430" y="4499440"/>
                </a:cubicBezTo>
                <a:lnTo>
                  <a:pt x="474366" y="4499440"/>
                </a:lnTo>
                <a:cubicBezTo>
                  <a:pt x="479200" y="4501170"/>
                  <a:pt x="481020" y="4502685"/>
                  <a:pt x="480204" y="4503637"/>
                </a:cubicBezTo>
                <a:cubicBezTo>
                  <a:pt x="479387" y="4504545"/>
                  <a:pt x="475874" y="4504935"/>
                  <a:pt x="469974" y="4504329"/>
                </a:cubicBezTo>
                <a:cubicBezTo>
                  <a:pt x="464075" y="4503724"/>
                  <a:pt x="455854" y="4502166"/>
                  <a:pt x="445561" y="4499310"/>
                </a:cubicBezTo>
                <a:cubicBezTo>
                  <a:pt x="446001" y="4498878"/>
                  <a:pt x="446377" y="4498402"/>
                  <a:pt x="446817" y="4497969"/>
                </a:cubicBezTo>
                <a:cubicBezTo>
                  <a:pt x="447256" y="4497536"/>
                  <a:pt x="447632" y="4497060"/>
                  <a:pt x="448072" y="4496628"/>
                </a:cubicBezTo>
                <a:cubicBezTo>
                  <a:pt x="448511" y="4496195"/>
                  <a:pt x="448888" y="4495719"/>
                  <a:pt x="449327" y="4495286"/>
                </a:cubicBezTo>
                <a:cubicBezTo>
                  <a:pt x="449766" y="4494853"/>
                  <a:pt x="450144" y="4494378"/>
                  <a:pt x="450582" y="4493945"/>
                </a:cubicBezTo>
                <a:close/>
                <a:moveTo>
                  <a:pt x="1074804" y="4493122"/>
                </a:moveTo>
                <a:cubicBezTo>
                  <a:pt x="1076687" y="4494074"/>
                  <a:pt x="1078130" y="4494593"/>
                  <a:pt x="1079072" y="4494983"/>
                </a:cubicBezTo>
                <a:cubicBezTo>
                  <a:pt x="1080076" y="4495372"/>
                  <a:pt x="1080577" y="4495675"/>
                  <a:pt x="1080577" y="4496238"/>
                </a:cubicBezTo>
                <a:cubicBezTo>
                  <a:pt x="1080577" y="4496756"/>
                  <a:pt x="1080138" y="4497579"/>
                  <a:pt x="1079197" y="4498963"/>
                </a:cubicBezTo>
                <a:lnTo>
                  <a:pt x="1079134" y="4498920"/>
                </a:lnTo>
                <a:cubicBezTo>
                  <a:pt x="1078193" y="4500305"/>
                  <a:pt x="1076749" y="4502295"/>
                  <a:pt x="1074866" y="4505194"/>
                </a:cubicBezTo>
                <a:cubicBezTo>
                  <a:pt x="1071792" y="4503939"/>
                  <a:pt x="1069469" y="4503204"/>
                  <a:pt x="1067900" y="4502598"/>
                </a:cubicBezTo>
                <a:cubicBezTo>
                  <a:pt x="1066332" y="4502035"/>
                  <a:pt x="1065453" y="4501602"/>
                  <a:pt x="1065453" y="4501040"/>
                </a:cubicBezTo>
                <a:cubicBezTo>
                  <a:pt x="1065453" y="4500477"/>
                  <a:pt x="1066143" y="4499742"/>
                  <a:pt x="1067712" y="4498531"/>
                </a:cubicBezTo>
                <a:cubicBezTo>
                  <a:pt x="1069219" y="4497319"/>
                  <a:pt x="1071604" y="4495631"/>
                  <a:pt x="1074804" y="4493122"/>
                </a:cubicBezTo>
                <a:close/>
                <a:moveTo>
                  <a:pt x="850579" y="4490786"/>
                </a:moveTo>
                <a:cubicBezTo>
                  <a:pt x="850830" y="4491089"/>
                  <a:pt x="851143" y="4491392"/>
                  <a:pt x="851395" y="4491695"/>
                </a:cubicBezTo>
                <a:cubicBezTo>
                  <a:pt x="851645" y="4491998"/>
                  <a:pt x="851960" y="4492301"/>
                  <a:pt x="852210" y="4492603"/>
                </a:cubicBezTo>
                <a:lnTo>
                  <a:pt x="852210" y="4492560"/>
                </a:lnTo>
                <a:cubicBezTo>
                  <a:pt x="852461" y="4492863"/>
                  <a:pt x="852774" y="4493166"/>
                  <a:pt x="853026" y="4493469"/>
                </a:cubicBezTo>
                <a:cubicBezTo>
                  <a:pt x="853277" y="4493772"/>
                  <a:pt x="853591" y="4494074"/>
                  <a:pt x="853842" y="4494378"/>
                </a:cubicBezTo>
                <a:cubicBezTo>
                  <a:pt x="852711" y="4494594"/>
                  <a:pt x="852022" y="4494810"/>
                  <a:pt x="851457" y="4494940"/>
                </a:cubicBezTo>
                <a:cubicBezTo>
                  <a:pt x="850891" y="4495027"/>
                  <a:pt x="850515" y="4495070"/>
                  <a:pt x="850202" y="4494940"/>
                </a:cubicBezTo>
                <a:cubicBezTo>
                  <a:pt x="849888" y="4494810"/>
                  <a:pt x="849511" y="4494507"/>
                  <a:pt x="848947" y="4493945"/>
                </a:cubicBezTo>
                <a:cubicBezTo>
                  <a:pt x="848382" y="4493425"/>
                  <a:pt x="847628" y="4492603"/>
                  <a:pt x="846499" y="4491478"/>
                </a:cubicBezTo>
                <a:cubicBezTo>
                  <a:pt x="846814" y="4491435"/>
                  <a:pt x="847189" y="4491349"/>
                  <a:pt x="847503" y="4491306"/>
                </a:cubicBezTo>
                <a:cubicBezTo>
                  <a:pt x="847818" y="4491262"/>
                  <a:pt x="848193" y="4491176"/>
                  <a:pt x="848506" y="4491132"/>
                </a:cubicBezTo>
                <a:cubicBezTo>
                  <a:pt x="848822" y="4491089"/>
                  <a:pt x="849135" y="4491003"/>
                  <a:pt x="849511" y="4490959"/>
                </a:cubicBezTo>
                <a:cubicBezTo>
                  <a:pt x="849888" y="4490916"/>
                  <a:pt x="850202" y="4490829"/>
                  <a:pt x="850579" y="4490786"/>
                </a:cubicBezTo>
                <a:close/>
                <a:moveTo>
                  <a:pt x="796734" y="4490526"/>
                </a:moveTo>
                <a:lnTo>
                  <a:pt x="796546" y="4490872"/>
                </a:lnTo>
                <a:lnTo>
                  <a:pt x="796358" y="4491175"/>
                </a:lnTo>
                <a:lnTo>
                  <a:pt x="796107" y="4491521"/>
                </a:lnTo>
                <a:lnTo>
                  <a:pt x="795918" y="4491867"/>
                </a:lnTo>
                <a:lnTo>
                  <a:pt x="795229" y="4491608"/>
                </a:lnTo>
                <a:lnTo>
                  <a:pt x="794601" y="4491348"/>
                </a:lnTo>
                <a:lnTo>
                  <a:pt x="793973" y="4491088"/>
                </a:lnTo>
                <a:lnTo>
                  <a:pt x="793283" y="4490829"/>
                </a:lnTo>
                <a:lnTo>
                  <a:pt x="794161" y="4490742"/>
                </a:lnTo>
                <a:lnTo>
                  <a:pt x="795040" y="4490656"/>
                </a:lnTo>
                <a:lnTo>
                  <a:pt x="795918" y="4490613"/>
                </a:lnTo>
                <a:close/>
                <a:moveTo>
                  <a:pt x="575784" y="4489661"/>
                </a:moveTo>
                <a:cubicBezTo>
                  <a:pt x="591785" y="4493945"/>
                  <a:pt x="602704" y="4499094"/>
                  <a:pt x="609670" y="4504545"/>
                </a:cubicBezTo>
                <a:cubicBezTo>
                  <a:pt x="616636" y="4509998"/>
                  <a:pt x="619710" y="4515709"/>
                  <a:pt x="620087" y="4521117"/>
                </a:cubicBezTo>
                <a:cubicBezTo>
                  <a:pt x="620463" y="4526483"/>
                  <a:pt x="618141" y="4531588"/>
                  <a:pt x="614313" y="4535699"/>
                </a:cubicBezTo>
                <a:cubicBezTo>
                  <a:pt x="610799" y="4539507"/>
                  <a:pt x="606029" y="4542449"/>
                  <a:pt x="600948" y="4544179"/>
                </a:cubicBezTo>
                <a:lnTo>
                  <a:pt x="601387" y="4544396"/>
                </a:lnTo>
                <a:lnTo>
                  <a:pt x="602014" y="4544742"/>
                </a:lnTo>
                <a:lnTo>
                  <a:pt x="602642" y="4545088"/>
                </a:lnTo>
                <a:lnTo>
                  <a:pt x="603269" y="4545434"/>
                </a:lnTo>
                <a:lnTo>
                  <a:pt x="602329" y="4545262"/>
                </a:lnTo>
                <a:lnTo>
                  <a:pt x="601387" y="4545088"/>
                </a:lnTo>
                <a:lnTo>
                  <a:pt x="600445" y="4544915"/>
                </a:lnTo>
                <a:lnTo>
                  <a:pt x="599504" y="4544742"/>
                </a:lnTo>
                <a:lnTo>
                  <a:pt x="599756" y="4544612"/>
                </a:lnTo>
                <a:lnTo>
                  <a:pt x="600006" y="4544483"/>
                </a:lnTo>
                <a:lnTo>
                  <a:pt x="600257" y="4544353"/>
                </a:lnTo>
                <a:lnTo>
                  <a:pt x="600508" y="4544223"/>
                </a:lnTo>
                <a:cubicBezTo>
                  <a:pt x="598311" y="4543574"/>
                  <a:pt x="596115" y="4542925"/>
                  <a:pt x="593856" y="4542233"/>
                </a:cubicBezTo>
                <a:cubicBezTo>
                  <a:pt x="591660" y="4541583"/>
                  <a:pt x="589400" y="4540891"/>
                  <a:pt x="587079" y="4540199"/>
                </a:cubicBezTo>
                <a:cubicBezTo>
                  <a:pt x="584757" y="4539507"/>
                  <a:pt x="582434" y="4538815"/>
                  <a:pt x="579987" y="4538079"/>
                </a:cubicBezTo>
                <a:cubicBezTo>
                  <a:pt x="577540" y="4537344"/>
                  <a:pt x="575030" y="4536608"/>
                  <a:pt x="572458" y="4535829"/>
                </a:cubicBezTo>
                <a:cubicBezTo>
                  <a:pt x="574527" y="4534012"/>
                  <a:pt x="576536" y="4532237"/>
                  <a:pt x="578481" y="4530594"/>
                </a:cubicBezTo>
                <a:cubicBezTo>
                  <a:pt x="580426" y="4528906"/>
                  <a:pt x="582246" y="4527305"/>
                  <a:pt x="583941" y="4525833"/>
                </a:cubicBezTo>
                <a:cubicBezTo>
                  <a:pt x="585698" y="4524319"/>
                  <a:pt x="587267" y="4522935"/>
                  <a:pt x="588773" y="4521637"/>
                </a:cubicBezTo>
                <a:cubicBezTo>
                  <a:pt x="590279" y="4520339"/>
                  <a:pt x="591596" y="4519170"/>
                  <a:pt x="592852" y="4518089"/>
                </a:cubicBezTo>
                <a:cubicBezTo>
                  <a:pt x="593794" y="4514973"/>
                  <a:pt x="592350" y="4512377"/>
                  <a:pt x="589840" y="4510127"/>
                </a:cubicBezTo>
                <a:cubicBezTo>
                  <a:pt x="587267" y="4507834"/>
                  <a:pt x="583690" y="4505887"/>
                  <a:pt x="580426" y="4503897"/>
                </a:cubicBezTo>
                <a:cubicBezTo>
                  <a:pt x="577163" y="4501949"/>
                  <a:pt x="574151" y="4499959"/>
                  <a:pt x="572896" y="4497710"/>
                </a:cubicBezTo>
                <a:cubicBezTo>
                  <a:pt x="571580" y="4495416"/>
                  <a:pt x="572018" y="4492863"/>
                  <a:pt x="575469" y="4489748"/>
                </a:cubicBezTo>
                <a:close/>
                <a:moveTo>
                  <a:pt x="987010" y="4481570"/>
                </a:moveTo>
                <a:lnTo>
                  <a:pt x="987072" y="4481570"/>
                </a:lnTo>
                <a:cubicBezTo>
                  <a:pt x="990148" y="4481396"/>
                  <a:pt x="994730" y="4481526"/>
                  <a:pt x="1002824" y="4481873"/>
                </a:cubicBezTo>
                <a:cubicBezTo>
                  <a:pt x="1010542" y="4482219"/>
                  <a:pt x="1021463" y="4482738"/>
                  <a:pt x="1037151" y="4483387"/>
                </a:cubicBezTo>
                <a:cubicBezTo>
                  <a:pt x="1034391" y="4485767"/>
                  <a:pt x="1032696" y="4487454"/>
                  <a:pt x="1031379" y="4488666"/>
                </a:cubicBezTo>
                <a:cubicBezTo>
                  <a:pt x="1029935" y="4490007"/>
                  <a:pt x="1028931" y="4490829"/>
                  <a:pt x="1027362" y="4491651"/>
                </a:cubicBezTo>
                <a:cubicBezTo>
                  <a:pt x="1025793" y="4492474"/>
                  <a:pt x="1023659" y="4493253"/>
                  <a:pt x="1019894" y="4494464"/>
                </a:cubicBezTo>
                <a:cubicBezTo>
                  <a:pt x="1016128" y="4495632"/>
                  <a:pt x="1010858" y="4497276"/>
                  <a:pt x="1002950" y="4499786"/>
                </a:cubicBezTo>
                <a:cubicBezTo>
                  <a:pt x="1000315" y="4498661"/>
                  <a:pt x="997804" y="4497622"/>
                  <a:pt x="995293" y="4496584"/>
                </a:cubicBezTo>
                <a:cubicBezTo>
                  <a:pt x="992721" y="4495545"/>
                  <a:pt x="990273" y="4494507"/>
                  <a:pt x="987763" y="4493468"/>
                </a:cubicBezTo>
                <a:cubicBezTo>
                  <a:pt x="985252" y="4492430"/>
                  <a:pt x="982742" y="4491392"/>
                  <a:pt x="980170" y="4490310"/>
                </a:cubicBezTo>
                <a:cubicBezTo>
                  <a:pt x="977596" y="4489228"/>
                  <a:pt x="974961" y="4488103"/>
                  <a:pt x="972199" y="4486978"/>
                </a:cubicBezTo>
                <a:cubicBezTo>
                  <a:pt x="976593" y="4485248"/>
                  <a:pt x="978789" y="4483949"/>
                  <a:pt x="980609" y="4483084"/>
                </a:cubicBezTo>
                <a:cubicBezTo>
                  <a:pt x="982429" y="4482219"/>
                  <a:pt x="983935" y="4481743"/>
                  <a:pt x="987010" y="4481570"/>
                </a:cubicBezTo>
                <a:close/>
                <a:moveTo>
                  <a:pt x="1119676" y="4477936"/>
                </a:moveTo>
                <a:cubicBezTo>
                  <a:pt x="1121810" y="4481699"/>
                  <a:pt x="1122375" y="4484815"/>
                  <a:pt x="1122061" y="4487368"/>
                </a:cubicBezTo>
                <a:cubicBezTo>
                  <a:pt x="1121748" y="4489920"/>
                  <a:pt x="1120429" y="4491911"/>
                  <a:pt x="1118798" y="4493339"/>
                </a:cubicBezTo>
                <a:cubicBezTo>
                  <a:pt x="1117166" y="4494767"/>
                  <a:pt x="1115095" y="4495675"/>
                  <a:pt x="1113275" y="4496065"/>
                </a:cubicBezTo>
                <a:cubicBezTo>
                  <a:pt x="1111456" y="4496498"/>
                  <a:pt x="1109824" y="4496367"/>
                  <a:pt x="1108882" y="4495806"/>
                </a:cubicBezTo>
                <a:cubicBezTo>
                  <a:pt x="1106999" y="4494594"/>
                  <a:pt x="1106309" y="4493166"/>
                  <a:pt x="1106498" y="4491652"/>
                </a:cubicBezTo>
                <a:cubicBezTo>
                  <a:pt x="1106623" y="4490094"/>
                  <a:pt x="1107627" y="4488449"/>
                  <a:pt x="1109071" y="4486806"/>
                </a:cubicBezTo>
                <a:cubicBezTo>
                  <a:pt x="1110514" y="4485161"/>
                  <a:pt x="1112397" y="4483517"/>
                  <a:pt x="1114279" y="4482003"/>
                </a:cubicBezTo>
                <a:lnTo>
                  <a:pt x="1114217" y="4482046"/>
                </a:lnTo>
                <a:cubicBezTo>
                  <a:pt x="1116099" y="4480489"/>
                  <a:pt x="1118107" y="4479103"/>
                  <a:pt x="1119676" y="4477936"/>
                </a:cubicBezTo>
                <a:close/>
                <a:moveTo>
                  <a:pt x="382802" y="4470146"/>
                </a:moveTo>
                <a:cubicBezTo>
                  <a:pt x="384182" y="4470233"/>
                  <a:pt x="385625" y="4470363"/>
                  <a:pt x="387069" y="4470450"/>
                </a:cubicBezTo>
                <a:cubicBezTo>
                  <a:pt x="386127" y="4470622"/>
                  <a:pt x="385123" y="4470752"/>
                  <a:pt x="384120" y="4470752"/>
                </a:cubicBezTo>
                <a:lnTo>
                  <a:pt x="383805" y="4470579"/>
                </a:lnTo>
                <a:lnTo>
                  <a:pt x="383491" y="4470406"/>
                </a:lnTo>
                <a:lnTo>
                  <a:pt x="383179" y="4470233"/>
                </a:lnTo>
                <a:lnTo>
                  <a:pt x="383115" y="4470320"/>
                </a:lnTo>
                <a:close/>
                <a:moveTo>
                  <a:pt x="395038" y="4468416"/>
                </a:moveTo>
                <a:cubicBezTo>
                  <a:pt x="397046" y="4468069"/>
                  <a:pt x="399181" y="4467983"/>
                  <a:pt x="401565" y="4468459"/>
                </a:cubicBezTo>
                <a:cubicBezTo>
                  <a:pt x="403949" y="4468935"/>
                  <a:pt x="406648" y="4469973"/>
                  <a:pt x="409722" y="4471921"/>
                </a:cubicBezTo>
                <a:cubicBezTo>
                  <a:pt x="406710" y="4471704"/>
                  <a:pt x="404012" y="4471531"/>
                  <a:pt x="401503" y="4471358"/>
                </a:cubicBezTo>
                <a:cubicBezTo>
                  <a:pt x="398991" y="4471185"/>
                  <a:pt x="396669" y="4471012"/>
                  <a:pt x="394536" y="4470882"/>
                </a:cubicBezTo>
                <a:cubicBezTo>
                  <a:pt x="392402" y="4470709"/>
                  <a:pt x="390394" y="4470579"/>
                  <a:pt x="388449" y="4470450"/>
                </a:cubicBezTo>
                <a:cubicBezTo>
                  <a:pt x="388009" y="4470406"/>
                  <a:pt x="387507" y="4470363"/>
                  <a:pt x="387068" y="4470363"/>
                </a:cubicBezTo>
                <a:cubicBezTo>
                  <a:pt x="387885" y="4470189"/>
                  <a:pt x="388637" y="4470017"/>
                  <a:pt x="389453" y="4469800"/>
                </a:cubicBezTo>
                <a:cubicBezTo>
                  <a:pt x="391211" y="4469325"/>
                  <a:pt x="393030" y="4468762"/>
                  <a:pt x="395038" y="4468416"/>
                </a:cubicBezTo>
                <a:close/>
                <a:moveTo>
                  <a:pt x="1069407" y="4468200"/>
                </a:moveTo>
                <a:cubicBezTo>
                  <a:pt x="1073298" y="4468285"/>
                  <a:pt x="1078068" y="4468848"/>
                  <a:pt x="1083967" y="4470103"/>
                </a:cubicBezTo>
                <a:cubicBezTo>
                  <a:pt x="1079951" y="4470796"/>
                  <a:pt x="1076374" y="4471445"/>
                  <a:pt x="1073110" y="4472007"/>
                </a:cubicBezTo>
                <a:cubicBezTo>
                  <a:pt x="1069784" y="4472569"/>
                  <a:pt x="1066834" y="4473089"/>
                  <a:pt x="1064074" y="4473564"/>
                </a:cubicBezTo>
                <a:cubicBezTo>
                  <a:pt x="1061312" y="4474040"/>
                  <a:pt x="1058739" y="4474473"/>
                  <a:pt x="1056291" y="4474906"/>
                </a:cubicBezTo>
                <a:lnTo>
                  <a:pt x="1056291" y="4474950"/>
                </a:lnTo>
                <a:lnTo>
                  <a:pt x="1051448" y="4475784"/>
                </a:lnTo>
                <a:lnTo>
                  <a:pt x="1050579" y="4476896"/>
                </a:lnTo>
                <a:cubicBezTo>
                  <a:pt x="1049638" y="4477459"/>
                  <a:pt x="1048696" y="4477977"/>
                  <a:pt x="1047754" y="4478540"/>
                </a:cubicBezTo>
                <a:cubicBezTo>
                  <a:pt x="1046814" y="4479102"/>
                  <a:pt x="1045872" y="4479622"/>
                  <a:pt x="1044931" y="4480185"/>
                </a:cubicBezTo>
                <a:cubicBezTo>
                  <a:pt x="1043989" y="4480747"/>
                  <a:pt x="1043049" y="4481267"/>
                  <a:pt x="1042107" y="4481829"/>
                </a:cubicBezTo>
                <a:cubicBezTo>
                  <a:pt x="1041165" y="4482392"/>
                  <a:pt x="1040225" y="4482910"/>
                  <a:pt x="1039283" y="4483473"/>
                </a:cubicBezTo>
                <a:cubicBezTo>
                  <a:pt x="1038530" y="4483430"/>
                  <a:pt x="1037839" y="4483386"/>
                  <a:pt x="1037149" y="4483386"/>
                </a:cubicBezTo>
                <a:cubicBezTo>
                  <a:pt x="1037400" y="4483171"/>
                  <a:pt x="1037588" y="4482997"/>
                  <a:pt x="1037903" y="4482738"/>
                </a:cubicBezTo>
                <a:cubicBezTo>
                  <a:pt x="1038844" y="4482175"/>
                  <a:pt x="1039785" y="4481656"/>
                  <a:pt x="1040726" y="4481093"/>
                </a:cubicBezTo>
                <a:cubicBezTo>
                  <a:pt x="1041668" y="4480531"/>
                  <a:pt x="1042609" y="4480012"/>
                  <a:pt x="1043550" y="4479449"/>
                </a:cubicBezTo>
                <a:cubicBezTo>
                  <a:pt x="1044492" y="4478887"/>
                  <a:pt x="1045433" y="4478367"/>
                  <a:pt x="1046375" y="4477805"/>
                </a:cubicBezTo>
                <a:lnTo>
                  <a:pt x="1046500" y="4477805"/>
                </a:lnTo>
                <a:cubicBezTo>
                  <a:pt x="1047441" y="4477242"/>
                  <a:pt x="1048383" y="4476723"/>
                  <a:pt x="1049324" y="4476160"/>
                </a:cubicBezTo>
                <a:lnTo>
                  <a:pt x="1051282" y="4475804"/>
                </a:lnTo>
                <a:lnTo>
                  <a:pt x="1054283" y="4472526"/>
                </a:lnTo>
                <a:cubicBezTo>
                  <a:pt x="1055790" y="4471228"/>
                  <a:pt x="1057610" y="4470103"/>
                  <a:pt x="1060057" y="4469324"/>
                </a:cubicBezTo>
                <a:cubicBezTo>
                  <a:pt x="1062505" y="4468546"/>
                  <a:pt x="1065517" y="4468113"/>
                  <a:pt x="1069407" y="4468200"/>
                </a:cubicBezTo>
                <a:close/>
                <a:moveTo>
                  <a:pt x="1309952" y="4450850"/>
                </a:moveTo>
                <a:cubicBezTo>
                  <a:pt x="1306501" y="4451152"/>
                  <a:pt x="1302296" y="4451975"/>
                  <a:pt x="1297589" y="4453186"/>
                </a:cubicBezTo>
                <a:cubicBezTo>
                  <a:pt x="1298405" y="4453792"/>
                  <a:pt x="1299283" y="4454397"/>
                  <a:pt x="1300163" y="4455047"/>
                </a:cubicBezTo>
                <a:cubicBezTo>
                  <a:pt x="1301041" y="4455696"/>
                  <a:pt x="1301983" y="4456344"/>
                  <a:pt x="1302924" y="4457037"/>
                </a:cubicBezTo>
                <a:cubicBezTo>
                  <a:pt x="1303928" y="4457730"/>
                  <a:pt x="1304932" y="4458465"/>
                  <a:pt x="1305999" y="4459243"/>
                </a:cubicBezTo>
                <a:cubicBezTo>
                  <a:pt x="1307065" y="4460022"/>
                  <a:pt x="1308258" y="4460888"/>
                  <a:pt x="1309515" y="4461797"/>
                </a:cubicBezTo>
                <a:lnTo>
                  <a:pt x="1318042" y="4454922"/>
                </a:lnTo>
                <a:lnTo>
                  <a:pt x="1318047" y="4454960"/>
                </a:lnTo>
                <a:lnTo>
                  <a:pt x="1318047" y="4454917"/>
                </a:lnTo>
                <a:lnTo>
                  <a:pt x="1318042" y="4454922"/>
                </a:lnTo>
                <a:lnTo>
                  <a:pt x="1317484" y="4451369"/>
                </a:lnTo>
                <a:cubicBezTo>
                  <a:pt x="1316039" y="4450676"/>
                  <a:pt x="1313403" y="4450547"/>
                  <a:pt x="1309952" y="4450850"/>
                </a:cubicBezTo>
                <a:close/>
                <a:moveTo>
                  <a:pt x="1056793" y="4442758"/>
                </a:moveTo>
                <a:cubicBezTo>
                  <a:pt x="1056981" y="4442930"/>
                  <a:pt x="1057232" y="4443061"/>
                  <a:pt x="1057420" y="4443233"/>
                </a:cubicBezTo>
                <a:cubicBezTo>
                  <a:pt x="1057608" y="4443363"/>
                  <a:pt x="1057860" y="4443537"/>
                  <a:pt x="1058049" y="4443709"/>
                </a:cubicBezTo>
                <a:cubicBezTo>
                  <a:pt x="1058236" y="4443840"/>
                  <a:pt x="1058488" y="4444012"/>
                  <a:pt x="1058676" y="4444185"/>
                </a:cubicBezTo>
                <a:cubicBezTo>
                  <a:pt x="1058865" y="4444315"/>
                  <a:pt x="1059115" y="4444488"/>
                  <a:pt x="1059303" y="4444662"/>
                </a:cubicBezTo>
                <a:cubicBezTo>
                  <a:pt x="1059053" y="4445050"/>
                  <a:pt x="1058865" y="4445397"/>
                  <a:pt x="1058612" y="4445744"/>
                </a:cubicBezTo>
                <a:cubicBezTo>
                  <a:pt x="1058362" y="4446133"/>
                  <a:pt x="1058173" y="4446479"/>
                  <a:pt x="1057923" y="4446825"/>
                </a:cubicBezTo>
                <a:cubicBezTo>
                  <a:pt x="1057672" y="4447214"/>
                  <a:pt x="1057484" y="4447561"/>
                  <a:pt x="1057232" y="4447907"/>
                </a:cubicBezTo>
                <a:cubicBezTo>
                  <a:pt x="1056981" y="4448296"/>
                  <a:pt x="1056793" y="4448642"/>
                  <a:pt x="1056543" y="4448988"/>
                </a:cubicBezTo>
                <a:cubicBezTo>
                  <a:pt x="1055161" y="4448036"/>
                  <a:pt x="1054096" y="4447430"/>
                  <a:pt x="1053342" y="4446998"/>
                </a:cubicBezTo>
                <a:cubicBezTo>
                  <a:pt x="1052588" y="4446522"/>
                  <a:pt x="1052212" y="4446262"/>
                  <a:pt x="1052212" y="4445959"/>
                </a:cubicBezTo>
                <a:cubicBezTo>
                  <a:pt x="1052212" y="4445657"/>
                  <a:pt x="1052588" y="4445354"/>
                  <a:pt x="1053342" y="4444878"/>
                </a:cubicBezTo>
                <a:cubicBezTo>
                  <a:pt x="1054096" y="4444402"/>
                  <a:pt x="1055224" y="4443753"/>
                  <a:pt x="1056793" y="4442758"/>
                </a:cubicBezTo>
                <a:close/>
                <a:moveTo>
                  <a:pt x="826230" y="4433974"/>
                </a:moveTo>
                <a:cubicBezTo>
                  <a:pt x="826606" y="4433974"/>
                  <a:pt x="826857" y="4434104"/>
                  <a:pt x="827234" y="4434364"/>
                </a:cubicBezTo>
                <a:cubicBezTo>
                  <a:pt x="827609" y="4434623"/>
                  <a:pt x="828112" y="4434969"/>
                  <a:pt x="828864" y="4435358"/>
                </a:cubicBezTo>
                <a:cubicBezTo>
                  <a:pt x="828550" y="4435489"/>
                  <a:pt x="828238" y="4435575"/>
                  <a:pt x="827922" y="4435662"/>
                </a:cubicBezTo>
                <a:cubicBezTo>
                  <a:pt x="827609" y="4435791"/>
                  <a:pt x="827296" y="4435878"/>
                  <a:pt x="826982" y="4435965"/>
                </a:cubicBezTo>
                <a:cubicBezTo>
                  <a:pt x="826669" y="4436094"/>
                  <a:pt x="826354" y="4436181"/>
                  <a:pt x="826040" y="4436268"/>
                </a:cubicBezTo>
                <a:cubicBezTo>
                  <a:pt x="825727" y="4436398"/>
                  <a:pt x="825413" y="4436483"/>
                  <a:pt x="825100" y="4436570"/>
                </a:cubicBezTo>
                <a:cubicBezTo>
                  <a:pt x="824785" y="4436527"/>
                  <a:pt x="824472" y="4436440"/>
                  <a:pt x="824158" y="4436398"/>
                </a:cubicBezTo>
                <a:cubicBezTo>
                  <a:pt x="823845" y="4436311"/>
                  <a:pt x="823531" y="4436268"/>
                  <a:pt x="823218" y="4436224"/>
                </a:cubicBezTo>
                <a:cubicBezTo>
                  <a:pt x="822903" y="4436137"/>
                  <a:pt x="822589" y="4436094"/>
                  <a:pt x="822276" y="4436051"/>
                </a:cubicBezTo>
                <a:cubicBezTo>
                  <a:pt x="821962" y="4435965"/>
                  <a:pt x="821649" y="4435921"/>
                  <a:pt x="821333" y="4435878"/>
                </a:cubicBezTo>
                <a:cubicBezTo>
                  <a:pt x="822841" y="4435229"/>
                  <a:pt x="823845" y="4434753"/>
                  <a:pt x="824596" y="4434450"/>
                </a:cubicBezTo>
                <a:cubicBezTo>
                  <a:pt x="825350" y="4434148"/>
                  <a:pt x="825789" y="4434017"/>
                  <a:pt x="826165" y="4434017"/>
                </a:cubicBezTo>
                <a:close/>
                <a:moveTo>
                  <a:pt x="496588" y="4433845"/>
                </a:moveTo>
                <a:cubicBezTo>
                  <a:pt x="493701" y="4433802"/>
                  <a:pt x="492257" y="4434191"/>
                  <a:pt x="492005" y="4434970"/>
                </a:cubicBezTo>
                <a:cubicBezTo>
                  <a:pt x="491817" y="4435705"/>
                  <a:pt x="492821" y="4436873"/>
                  <a:pt x="494893" y="4438301"/>
                </a:cubicBezTo>
                <a:cubicBezTo>
                  <a:pt x="496963" y="4439773"/>
                  <a:pt x="500101" y="4441504"/>
                  <a:pt x="504180" y="4443494"/>
                </a:cubicBezTo>
                <a:cubicBezTo>
                  <a:pt x="504808" y="4442585"/>
                  <a:pt x="505372" y="4441720"/>
                  <a:pt x="505875" y="4440984"/>
                </a:cubicBezTo>
                <a:cubicBezTo>
                  <a:pt x="506376" y="4440248"/>
                  <a:pt x="506816" y="4439556"/>
                  <a:pt x="507255" y="4438908"/>
                </a:cubicBezTo>
                <a:cubicBezTo>
                  <a:pt x="507695" y="4438259"/>
                  <a:pt x="508133" y="4437653"/>
                  <a:pt x="508510" y="4437091"/>
                </a:cubicBezTo>
                <a:cubicBezTo>
                  <a:pt x="508886" y="4436527"/>
                  <a:pt x="509262" y="4435965"/>
                  <a:pt x="509639" y="4435402"/>
                </a:cubicBezTo>
                <a:cubicBezTo>
                  <a:pt x="503741" y="4434408"/>
                  <a:pt x="499474" y="4433888"/>
                  <a:pt x="496588" y="4433845"/>
                </a:cubicBezTo>
                <a:close/>
                <a:moveTo>
                  <a:pt x="2825803" y="4431508"/>
                </a:moveTo>
                <a:cubicBezTo>
                  <a:pt x="2830699" y="4430427"/>
                  <a:pt x="2836974" y="4430729"/>
                  <a:pt x="2843187" y="4433671"/>
                </a:cubicBezTo>
                <a:cubicBezTo>
                  <a:pt x="2844065" y="4434104"/>
                  <a:pt x="2844944" y="4434580"/>
                  <a:pt x="2845822" y="4435099"/>
                </a:cubicBezTo>
                <a:cubicBezTo>
                  <a:pt x="2846638" y="4435619"/>
                  <a:pt x="2847517" y="4436181"/>
                  <a:pt x="2848459" y="4436830"/>
                </a:cubicBezTo>
                <a:lnTo>
                  <a:pt x="2848584" y="4436873"/>
                </a:lnTo>
                <a:cubicBezTo>
                  <a:pt x="2849525" y="4437523"/>
                  <a:pt x="2850467" y="4438215"/>
                  <a:pt x="2851596" y="4438994"/>
                </a:cubicBezTo>
                <a:cubicBezTo>
                  <a:pt x="2852726" y="4439773"/>
                  <a:pt x="2853918" y="4440637"/>
                  <a:pt x="2855361" y="4441590"/>
                </a:cubicBezTo>
                <a:cubicBezTo>
                  <a:pt x="2839735" y="4444358"/>
                  <a:pt x="2829632" y="4444532"/>
                  <a:pt x="2823607" y="4443407"/>
                </a:cubicBezTo>
                <a:cubicBezTo>
                  <a:pt x="2817583" y="4442282"/>
                  <a:pt x="2815700" y="4439815"/>
                  <a:pt x="2816516" y="4437393"/>
                </a:cubicBezTo>
                <a:cubicBezTo>
                  <a:pt x="2817332" y="4434969"/>
                  <a:pt x="2820909" y="4432590"/>
                  <a:pt x="2825803" y="4431508"/>
                </a:cubicBezTo>
                <a:close/>
                <a:moveTo>
                  <a:pt x="721814" y="4422508"/>
                </a:moveTo>
                <a:cubicBezTo>
                  <a:pt x="730971" y="4422897"/>
                  <a:pt x="739506" y="4424584"/>
                  <a:pt x="745405" y="4428046"/>
                </a:cubicBezTo>
                <a:cubicBezTo>
                  <a:pt x="732916" y="4435791"/>
                  <a:pt x="725637" y="4444358"/>
                  <a:pt x="720872" y="4453055"/>
                </a:cubicBezTo>
                <a:cubicBezTo>
                  <a:pt x="716103" y="4461752"/>
                  <a:pt x="713906" y="4470536"/>
                  <a:pt x="711584" y="4478671"/>
                </a:cubicBezTo>
                <a:lnTo>
                  <a:pt x="701632" y="4500291"/>
                </a:lnTo>
                <a:lnTo>
                  <a:pt x="691416" y="4508207"/>
                </a:lnTo>
                <a:cubicBezTo>
                  <a:pt x="687079" y="4510441"/>
                  <a:pt x="681713" y="4512225"/>
                  <a:pt x="674998" y="4513459"/>
                </a:cubicBezTo>
                <a:cubicBezTo>
                  <a:pt x="668722" y="4512290"/>
                  <a:pt x="666024" y="4510819"/>
                  <a:pt x="665772" y="4509175"/>
                </a:cubicBezTo>
                <a:cubicBezTo>
                  <a:pt x="665521" y="4507530"/>
                  <a:pt x="667655" y="4505713"/>
                  <a:pt x="670982" y="4503939"/>
                </a:cubicBezTo>
                <a:cubicBezTo>
                  <a:pt x="674308" y="4502165"/>
                  <a:pt x="678826" y="4500391"/>
                  <a:pt x="683344" y="4498791"/>
                </a:cubicBezTo>
                <a:cubicBezTo>
                  <a:pt x="687863" y="4497189"/>
                  <a:pt x="692318" y="4495762"/>
                  <a:pt x="695520" y="4494680"/>
                </a:cubicBezTo>
                <a:cubicBezTo>
                  <a:pt x="694515" y="4493252"/>
                  <a:pt x="693511" y="4491781"/>
                  <a:pt x="692507" y="4490309"/>
                </a:cubicBezTo>
                <a:cubicBezTo>
                  <a:pt x="691503" y="4488838"/>
                  <a:pt x="690498" y="4487324"/>
                  <a:pt x="689432" y="4485810"/>
                </a:cubicBezTo>
                <a:cubicBezTo>
                  <a:pt x="688365" y="4484296"/>
                  <a:pt x="687298" y="4482738"/>
                  <a:pt x="686168" y="4481093"/>
                </a:cubicBezTo>
                <a:cubicBezTo>
                  <a:pt x="685039" y="4479492"/>
                  <a:pt x="683909" y="4477762"/>
                  <a:pt x="682655" y="4475988"/>
                </a:cubicBezTo>
                <a:cubicBezTo>
                  <a:pt x="686232" y="4473478"/>
                  <a:pt x="689244" y="4470839"/>
                  <a:pt x="691566" y="4468026"/>
                </a:cubicBezTo>
                <a:cubicBezTo>
                  <a:pt x="693887" y="4465214"/>
                  <a:pt x="695582" y="4462314"/>
                  <a:pt x="696586" y="4459243"/>
                </a:cubicBezTo>
                <a:cubicBezTo>
                  <a:pt x="697528" y="4456171"/>
                  <a:pt x="697904" y="4453012"/>
                  <a:pt x="697528" y="4449680"/>
                </a:cubicBezTo>
                <a:cubicBezTo>
                  <a:pt x="697151" y="4446392"/>
                  <a:pt x="696147" y="4442930"/>
                  <a:pt x="694390" y="4439383"/>
                </a:cubicBezTo>
                <a:cubicBezTo>
                  <a:pt x="692507" y="4439512"/>
                  <a:pt x="690687" y="4439599"/>
                  <a:pt x="688805" y="4439729"/>
                </a:cubicBezTo>
                <a:cubicBezTo>
                  <a:pt x="686921" y="4439858"/>
                  <a:pt x="685039" y="4439945"/>
                  <a:pt x="683156" y="4440075"/>
                </a:cubicBezTo>
                <a:cubicBezTo>
                  <a:pt x="681274" y="4440162"/>
                  <a:pt x="679390" y="4440291"/>
                  <a:pt x="677445" y="4440421"/>
                </a:cubicBezTo>
                <a:cubicBezTo>
                  <a:pt x="675563" y="4440508"/>
                  <a:pt x="673617" y="4440637"/>
                  <a:pt x="671671" y="4440767"/>
                </a:cubicBezTo>
                <a:cubicBezTo>
                  <a:pt x="667906" y="4437868"/>
                  <a:pt x="669162" y="4434709"/>
                  <a:pt x="673492" y="4431897"/>
                </a:cubicBezTo>
                <a:cubicBezTo>
                  <a:pt x="677822" y="4429084"/>
                  <a:pt x="685352" y="4426532"/>
                  <a:pt x="694013" y="4424801"/>
                </a:cubicBezTo>
                <a:cubicBezTo>
                  <a:pt x="702736" y="4423070"/>
                  <a:pt x="712589" y="4422162"/>
                  <a:pt x="721814" y="4422508"/>
                </a:cubicBezTo>
                <a:close/>
                <a:moveTo>
                  <a:pt x="823531" y="4410090"/>
                </a:moveTo>
                <a:cubicBezTo>
                  <a:pt x="825476" y="4411777"/>
                  <a:pt x="826919" y="4412989"/>
                  <a:pt x="827923" y="4413898"/>
                </a:cubicBezTo>
                <a:cubicBezTo>
                  <a:pt x="829053" y="4414979"/>
                  <a:pt x="829555" y="4415628"/>
                  <a:pt x="829555" y="4416234"/>
                </a:cubicBezTo>
                <a:cubicBezTo>
                  <a:pt x="829555" y="4416840"/>
                  <a:pt x="828990" y="4417359"/>
                  <a:pt x="827923" y="4418137"/>
                </a:cubicBezTo>
                <a:cubicBezTo>
                  <a:pt x="826857" y="4418916"/>
                  <a:pt x="825413" y="4419998"/>
                  <a:pt x="823531" y="4421686"/>
                </a:cubicBezTo>
                <a:cubicBezTo>
                  <a:pt x="821649" y="4420085"/>
                  <a:pt x="820204" y="4419090"/>
                  <a:pt x="819139" y="4418354"/>
                </a:cubicBezTo>
                <a:cubicBezTo>
                  <a:pt x="818070" y="4417619"/>
                  <a:pt x="817443" y="4417142"/>
                  <a:pt x="817443" y="4416581"/>
                </a:cubicBezTo>
                <a:lnTo>
                  <a:pt x="817381" y="4416581"/>
                </a:lnTo>
                <a:cubicBezTo>
                  <a:pt x="817318" y="4416018"/>
                  <a:pt x="817820" y="4415369"/>
                  <a:pt x="818886" y="4414331"/>
                </a:cubicBezTo>
                <a:cubicBezTo>
                  <a:pt x="819891" y="4413335"/>
                  <a:pt x="821459" y="4411994"/>
                  <a:pt x="823531" y="4410090"/>
                </a:cubicBezTo>
                <a:close/>
                <a:moveTo>
                  <a:pt x="822338" y="4409138"/>
                </a:moveTo>
                <a:lnTo>
                  <a:pt x="822777" y="4409268"/>
                </a:lnTo>
                <a:lnTo>
                  <a:pt x="823217" y="4409398"/>
                </a:lnTo>
                <a:lnTo>
                  <a:pt x="823657" y="4409528"/>
                </a:lnTo>
                <a:lnTo>
                  <a:pt x="823531" y="4409528"/>
                </a:lnTo>
                <a:lnTo>
                  <a:pt x="823970" y="4409658"/>
                </a:lnTo>
                <a:cubicBezTo>
                  <a:pt x="823781" y="4409831"/>
                  <a:pt x="823657" y="4409960"/>
                  <a:pt x="823469" y="4410134"/>
                </a:cubicBezTo>
                <a:cubicBezTo>
                  <a:pt x="823092" y="4409788"/>
                  <a:pt x="822715" y="4409485"/>
                  <a:pt x="822338" y="4409138"/>
                </a:cubicBezTo>
                <a:close/>
                <a:moveTo>
                  <a:pt x="1172519" y="4406628"/>
                </a:moveTo>
                <a:cubicBezTo>
                  <a:pt x="1175217" y="4409916"/>
                  <a:pt x="1176913" y="4417099"/>
                  <a:pt x="1177790" y="4426056"/>
                </a:cubicBezTo>
                <a:cubicBezTo>
                  <a:pt x="1178669" y="4435012"/>
                  <a:pt x="1178794" y="4445744"/>
                  <a:pt x="1178418" y="4456215"/>
                </a:cubicBezTo>
                <a:cubicBezTo>
                  <a:pt x="1178041" y="4466642"/>
                  <a:pt x="1177037" y="4476811"/>
                  <a:pt x="1175845" y="4484599"/>
                </a:cubicBezTo>
                <a:cubicBezTo>
                  <a:pt x="1174653" y="4492387"/>
                  <a:pt x="1173084" y="4497795"/>
                  <a:pt x="1171451" y="4498704"/>
                </a:cubicBezTo>
                <a:cubicBezTo>
                  <a:pt x="1168439" y="4498920"/>
                  <a:pt x="1166620" y="4499180"/>
                  <a:pt x="1165301" y="4499353"/>
                </a:cubicBezTo>
                <a:cubicBezTo>
                  <a:pt x="1163984" y="4499526"/>
                  <a:pt x="1163042" y="4499613"/>
                  <a:pt x="1161788" y="4499526"/>
                </a:cubicBezTo>
                <a:cubicBezTo>
                  <a:pt x="1160532" y="4499439"/>
                  <a:pt x="1158901" y="4499224"/>
                  <a:pt x="1156139" y="4498747"/>
                </a:cubicBezTo>
                <a:cubicBezTo>
                  <a:pt x="1153378" y="4498314"/>
                  <a:pt x="1149488" y="4497579"/>
                  <a:pt x="1143650" y="4496584"/>
                </a:cubicBezTo>
                <a:cubicBezTo>
                  <a:pt x="1138567" y="4493512"/>
                  <a:pt x="1136559" y="4490309"/>
                  <a:pt x="1136119" y="4487065"/>
                </a:cubicBezTo>
                <a:cubicBezTo>
                  <a:pt x="1135680" y="4483776"/>
                  <a:pt x="1136747" y="4480488"/>
                  <a:pt x="1137814" y="4477200"/>
                </a:cubicBezTo>
                <a:cubicBezTo>
                  <a:pt x="1138881" y="4473911"/>
                  <a:pt x="1139886" y="4470666"/>
                  <a:pt x="1139321" y="4467550"/>
                </a:cubicBezTo>
                <a:cubicBezTo>
                  <a:pt x="1138757" y="4464436"/>
                  <a:pt x="1136559" y="4461493"/>
                  <a:pt x="1131287" y="4458724"/>
                </a:cubicBezTo>
                <a:cubicBezTo>
                  <a:pt x="1134050" y="4456777"/>
                  <a:pt x="1136874" y="4454829"/>
                  <a:pt x="1139696" y="4452883"/>
                </a:cubicBezTo>
                <a:cubicBezTo>
                  <a:pt x="1142522" y="4450936"/>
                  <a:pt x="1145408" y="4448988"/>
                  <a:pt x="1148295" y="4446954"/>
                </a:cubicBezTo>
                <a:lnTo>
                  <a:pt x="1148295" y="4447041"/>
                </a:lnTo>
                <a:cubicBezTo>
                  <a:pt x="1151181" y="4445008"/>
                  <a:pt x="1154131" y="4442974"/>
                  <a:pt x="1157207" y="4440854"/>
                </a:cubicBezTo>
                <a:cubicBezTo>
                  <a:pt x="1160281" y="4438777"/>
                  <a:pt x="1163419" y="4436613"/>
                  <a:pt x="1166620" y="4434364"/>
                </a:cubicBezTo>
                <a:cubicBezTo>
                  <a:pt x="1164172" y="4430512"/>
                  <a:pt x="1161411" y="4426748"/>
                  <a:pt x="1159089" y="4423244"/>
                </a:cubicBezTo>
                <a:cubicBezTo>
                  <a:pt x="1156767" y="4419739"/>
                  <a:pt x="1154947" y="4416494"/>
                  <a:pt x="1154320" y="4413854"/>
                </a:cubicBezTo>
                <a:cubicBezTo>
                  <a:pt x="1153692" y="4411215"/>
                  <a:pt x="1154382" y="4409095"/>
                  <a:pt x="1157143" y="4407797"/>
                </a:cubicBezTo>
                <a:cubicBezTo>
                  <a:pt x="1159905" y="4406499"/>
                  <a:pt x="1164737" y="4406023"/>
                  <a:pt x="1172519" y="4406628"/>
                </a:cubicBezTo>
                <a:close/>
                <a:moveTo>
                  <a:pt x="398615" y="4403989"/>
                </a:moveTo>
                <a:cubicBezTo>
                  <a:pt x="399180" y="4404119"/>
                  <a:pt x="399681" y="4404465"/>
                  <a:pt x="400372" y="4405071"/>
                </a:cubicBezTo>
                <a:cubicBezTo>
                  <a:pt x="401062" y="4405677"/>
                  <a:pt x="401941" y="4406542"/>
                  <a:pt x="403446" y="4407797"/>
                </a:cubicBezTo>
                <a:cubicBezTo>
                  <a:pt x="400434" y="4408186"/>
                  <a:pt x="398426" y="4408446"/>
                  <a:pt x="397046" y="4408619"/>
                </a:cubicBezTo>
                <a:cubicBezTo>
                  <a:pt x="395665" y="4408749"/>
                  <a:pt x="394849" y="4408792"/>
                  <a:pt x="394222" y="4408619"/>
                </a:cubicBezTo>
                <a:lnTo>
                  <a:pt x="394222" y="4408576"/>
                </a:lnTo>
                <a:cubicBezTo>
                  <a:pt x="393657" y="4408402"/>
                  <a:pt x="393280" y="4408056"/>
                  <a:pt x="392715" y="4407494"/>
                </a:cubicBezTo>
                <a:cubicBezTo>
                  <a:pt x="392150" y="4406931"/>
                  <a:pt x="391461" y="4406110"/>
                  <a:pt x="390268" y="4404985"/>
                </a:cubicBezTo>
                <a:cubicBezTo>
                  <a:pt x="392967" y="4404638"/>
                  <a:pt x="394723" y="4404292"/>
                  <a:pt x="395979" y="4404119"/>
                </a:cubicBezTo>
                <a:cubicBezTo>
                  <a:pt x="397234" y="4403946"/>
                  <a:pt x="397987" y="4403860"/>
                  <a:pt x="398615" y="4403989"/>
                </a:cubicBezTo>
                <a:close/>
                <a:moveTo>
                  <a:pt x="892875" y="4402431"/>
                </a:moveTo>
                <a:cubicBezTo>
                  <a:pt x="895889" y="4405027"/>
                  <a:pt x="898838" y="4407624"/>
                  <a:pt x="901787" y="4410177"/>
                </a:cubicBezTo>
                <a:cubicBezTo>
                  <a:pt x="904737" y="4412729"/>
                  <a:pt x="907687" y="4415282"/>
                  <a:pt x="910575" y="4417791"/>
                </a:cubicBezTo>
                <a:cubicBezTo>
                  <a:pt x="913460" y="4420345"/>
                  <a:pt x="916347" y="4422854"/>
                  <a:pt x="919233" y="4425320"/>
                </a:cubicBezTo>
                <a:cubicBezTo>
                  <a:pt x="922121" y="4427830"/>
                  <a:pt x="924944" y="4430296"/>
                  <a:pt x="927768" y="4432719"/>
                </a:cubicBezTo>
                <a:cubicBezTo>
                  <a:pt x="925948" y="4442584"/>
                  <a:pt x="925070" y="4450157"/>
                  <a:pt x="924003" y="4456041"/>
                </a:cubicBezTo>
                <a:cubicBezTo>
                  <a:pt x="922936" y="4461925"/>
                  <a:pt x="921618" y="4466123"/>
                  <a:pt x="918920" y="4469282"/>
                </a:cubicBezTo>
                <a:cubicBezTo>
                  <a:pt x="916221" y="4472440"/>
                  <a:pt x="912079" y="4474517"/>
                  <a:pt x="905302" y="4476117"/>
                </a:cubicBezTo>
                <a:cubicBezTo>
                  <a:pt x="898523" y="4477719"/>
                  <a:pt x="889111" y="4478887"/>
                  <a:pt x="875869" y="4480142"/>
                </a:cubicBezTo>
                <a:cubicBezTo>
                  <a:pt x="869342" y="4478282"/>
                  <a:pt x="862565" y="4476550"/>
                  <a:pt x="855912" y="4474690"/>
                </a:cubicBezTo>
                <a:lnTo>
                  <a:pt x="855912" y="4474646"/>
                </a:lnTo>
                <a:cubicBezTo>
                  <a:pt x="849323" y="4472786"/>
                  <a:pt x="842860" y="4470796"/>
                  <a:pt x="837024" y="4468373"/>
                </a:cubicBezTo>
                <a:cubicBezTo>
                  <a:pt x="831251" y="4465950"/>
                  <a:pt x="826043" y="4463094"/>
                  <a:pt x="821901" y="4459546"/>
                </a:cubicBezTo>
                <a:cubicBezTo>
                  <a:pt x="817822" y="4455998"/>
                  <a:pt x="814747" y="4451715"/>
                  <a:pt x="813241" y="4446436"/>
                </a:cubicBezTo>
                <a:cubicBezTo>
                  <a:pt x="819265" y="4449119"/>
                  <a:pt x="825478" y="4451282"/>
                  <a:pt x="831942" y="4453056"/>
                </a:cubicBezTo>
                <a:cubicBezTo>
                  <a:pt x="838342" y="4454829"/>
                  <a:pt x="844994" y="4456215"/>
                  <a:pt x="851834" y="4457382"/>
                </a:cubicBezTo>
                <a:cubicBezTo>
                  <a:pt x="858674" y="4458550"/>
                  <a:pt x="865701" y="4459503"/>
                  <a:pt x="872919" y="4460368"/>
                </a:cubicBezTo>
                <a:cubicBezTo>
                  <a:pt x="880136" y="4461233"/>
                  <a:pt x="887543" y="4462055"/>
                  <a:pt x="895197" y="4463007"/>
                </a:cubicBezTo>
                <a:cubicBezTo>
                  <a:pt x="896013" y="4459806"/>
                  <a:pt x="897081" y="4456646"/>
                  <a:pt x="897770" y="4453229"/>
                </a:cubicBezTo>
                <a:cubicBezTo>
                  <a:pt x="898462" y="4449811"/>
                  <a:pt x="898774" y="4446090"/>
                  <a:pt x="898147" y="4441762"/>
                </a:cubicBezTo>
                <a:cubicBezTo>
                  <a:pt x="897520" y="4437436"/>
                  <a:pt x="895889" y="4432460"/>
                  <a:pt x="892624" y="4426489"/>
                </a:cubicBezTo>
                <a:lnTo>
                  <a:pt x="877948" y="4405906"/>
                </a:lnTo>
                <a:lnTo>
                  <a:pt x="876496" y="4406239"/>
                </a:lnTo>
                <a:lnTo>
                  <a:pt x="876747" y="4406023"/>
                </a:lnTo>
                <a:lnTo>
                  <a:pt x="876999" y="4405806"/>
                </a:lnTo>
                <a:lnTo>
                  <a:pt x="877250" y="4405590"/>
                </a:lnTo>
                <a:lnTo>
                  <a:pt x="877374" y="4405634"/>
                </a:lnTo>
                <a:lnTo>
                  <a:pt x="877626" y="4405417"/>
                </a:lnTo>
                <a:lnTo>
                  <a:pt x="877925" y="4405795"/>
                </a:lnTo>
                <a:lnTo>
                  <a:pt x="879947" y="4405331"/>
                </a:lnTo>
                <a:cubicBezTo>
                  <a:pt x="881203" y="4405027"/>
                  <a:pt x="882458" y="4404768"/>
                  <a:pt x="883776" y="4404465"/>
                </a:cubicBezTo>
                <a:cubicBezTo>
                  <a:pt x="885094" y="4404162"/>
                  <a:pt x="886474" y="4403860"/>
                  <a:pt x="887981" y="4403513"/>
                </a:cubicBezTo>
                <a:cubicBezTo>
                  <a:pt x="889487" y="4403166"/>
                  <a:pt x="891119" y="4402820"/>
                  <a:pt x="892875" y="4402431"/>
                </a:cubicBezTo>
                <a:close/>
                <a:moveTo>
                  <a:pt x="517671" y="4400917"/>
                </a:moveTo>
                <a:cubicBezTo>
                  <a:pt x="512651" y="4400701"/>
                  <a:pt x="509703" y="4401221"/>
                  <a:pt x="508133" y="4402216"/>
                </a:cubicBezTo>
                <a:cubicBezTo>
                  <a:pt x="506565" y="4403211"/>
                  <a:pt x="506440" y="4404638"/>
                  <a:pt x="506941" y="4406153"/>
                </a:cubicBezTo>
                <a:cubicBezTo>
                  <a:pt x="507444" y="4407667"/>
                  <a:pt x="508698" y="4409268"/>
                  <a:pt x="509827" y="4410610"/>
                </a:cubicBezTo>
                <a:cubicBezTo>
                  <a:pt x="510957" y="4411951"/>
                  <a:pt x="512086" y="4413033"/>
                  <a:pt x="512463" y="4413509"/>
                </a:cubicBezTo>
                <a:cubicBezTo>
                  <a:pt x="518613" y="4412600"/>
                  <a:pt x="522568" y="4411388"/>
                  <a:pt x="524826" y="4410091"/>
                </a:cubicBezTo>
                <a:lnTo>
                  <a:pt x="524826" y="4410047"/>
                </a:lnTo>
                <a:cubicBezTo>
                  <a:pt x="527086" y="4408706"/>
                  <a:pt x="527714" y="4407321"/>
                  <a:pt x="527337" y="4405980"/>
                </a:cubicBezTo>
                <a:cubicBezTo>
                  <a:pt x="526960" y="4404638"/>
                  <a:pt x="525580" y="4403427"/>
                  <a:pt x="523760" y="4402519"/>
                </a:cubicBezTo>
                <a:cubicBezTo>
                  <a:pt x="521939" y="4401610"/>
                  <a:pt x="519680" y="4401004"/>
                  <a:pt x="517671" y="4400917"/>
                </a:cubicBezTo>
                <a:close/>
                <a:moveTo>
                  <a:pt x="947662" y="4399360"/>
                </a:moveTo>
                <a:cubicBezTo>
                  <a:pt x="950299" y="4396893"/>
                  <a:pt x="955820" y="4396721"/>
                  <a:pt x="964920" y="4400614"/>
                </a:cubicBezTo>
                <a:cubicBezTo>
                  <a:pt x="970632" y="4403038"/>
                  <a:pt x="973708" y="4404768"/>
                  <a:pt x="975716" y="4406110"/>
                </a:cubicBezTo>
                <a:cubicBezTo>
                  <a:pt x="977786" y="4407451"/>
                  <a:pt x="978789" y="4408446"/>
                  <a:pt x="980359" y="4409355"/>
                </a:cubicBezTo>
                <a:cubicBezTo>
                  <a:pt x="981928" y="4410306"/>
                  <a:pt x="984123" y="4411172"/>
                  <a:pt x="988454" y="4412384"/>
                </a:cubicBezTo>
                <a:cubicBezTo>
                  <a:pt x="992848" y="4413595"/>
                  <a:pt x="999374" y="4415066"/>
                  <a:pt x="1009666" y="4417230"/>
                </a:cubicBezTo>
                <a:cubicBezTo>
                  <a:pt x="1007406" y="4417706"/>
                  <a:pt x="1005274" y="4418181"/>
                  <a:pt x="1003140" y="4418657"/>
                </a:cubicBezTo>
                <a:cubicBezTo>
                  <a:pt x="1001006" y="4419134"/>
                  <a:pt x="998935" y="4419609"/>
                  <a:pt x="996927" y="4420042"/>
                </a:cubicBezTo>
                <a:cubicBezTo>
                  <a:pt x="994856" y="4420518"/>
                  <a:pt x="992910" y="4420951"/>
                  <a:pt x="990902" y="4421384"/>
                </a:cubicBezTo>
                <a:cubicBezTo>
                  <a:pt x="988894" y="4421816"/>
                  <a:pt x="986947" y="4422248"/>
                  <a:pt x="984939" y="4422681"/>
                </a:cubicBezTo>
                <a:cubicBezTo>
                  <a:pt x="984500" y="4423719"/>
                  <a:pt x="983999" y="4424715"/>
                  <a:pt x="983558" y="4425754"/>
                </a:cubicBezTo>
                <a:cubicBezTo>
                  <a:pt x="983120" y="4426748"/>
                  <a:pt x="982617" y="4427787"/>
                  <a:pt x="982179" y="4428782"/>
                </a:cubicBezTo>
                <a:cubicBezTo>
                  <a:pt x="981676" y="4429777"/>
                  <a:pt x="981237" y="4430773"/>
                  <a:pt x="980797" y="4431768"/>
                </a:cubicBezTo>
                <a:cubicBezTo>
                  <a:pt x="980359" y="4432763"/>
                  <a:pt x="979920" y="4433759"/>
                  <a:pt x="979481" y="4434710"/>
                </a:cubicBezTo>
                <a:cubicBezTo>
                  <a:pt x="972138" y="4434710"/>
                  <a:pt x="965234" y="4431594"/>
                  <a:pt x="959649" y="4427181"/>
                </a:cubicBezTo>
                <a:cubicBezTo>
                  <a:pt x="954063" y="4422768"/>
                  <a:pt x="949734" y="4417056"/>
                  <a:pt x="947474" y="4411821"/>
                </a:cubicBezTo>
                <a:cubicBezTo>
                  <a:pt x="945215" y="4406585"/>
                  <a:pt x="945027" y="4401826"/>
                  <a:pt x="947662" y="4399360"/>
                </a:cubicBezTo>
                <a:close/>
                <a:moveTo>
                  <a:pt x="1017885" y="4388369"/>
                </a:moveTo>
                <a:lnTo>
                  <a:pt x="1014810" y="4394427"/>
                </a:lnTo>
                <a:cubicBezTo>
                  <a:pt x="1012424" y="4394946"/>
                  <a:pt x="1009224" y="4394081"/>
                  <a:pt x="1006966" y="4392869"/>
                </a:cubicBezTo>
                <a:cubicBezTo>
                  <a:pt x="1004706" y="4391614"/>
                  <a:pt x="1003451" y="4390014"/>
                  <a:pt x="1004831" y="4388974"/>
                </a:cubicBezTo>
                <a:close/>
                <a:moveTo>
                  <a:pt x="1020081" y="4386811"/>
                </a:moveTo>
                <a:cubicBezTo>
                  <a:pt x="1019954" y="4386984"/>
                  <a:pt x="1019704" y="4387374"/>
                  <a:pt x="1019704" y="4387374"/>
                </a:cubicBezTo>
                <a:lnTo>
                  <a:pt x="1019642" y="4387374"/>
                </a:lnTo>
                <a:cubicBezTo>
                  <a:pt x="1019391" y="4387720"/>
                  <a:pt x="1019139" y="4388109"/>
                  <a:pt x="1018888" y="4388456"/>
                </a:cubicBezTo>
                <a:lnTo>
                  <a:pt x="1017885" y="4388369"/>
                </a:lnTo>
                <a:lnTo>
                  <a:pt x="1017883" y="4388369"/>
                </a:lnTo>
                <a:cubicBezTo>
                  <a:pt x="1017883" y="4388238"/>
                  <a:pt x="1017883" y="4388109"/>
                  <a:pt x="1017883" y="4387979"/>
                </a:cubicBezTo>
                <a:cubicBezTo>
                  <a:pt x="1018888" y="4387460"/>
                  <a:pt x="1019515" y="4387113"/>
                  <a:pt x="1020081" y="4386811"/>
                </a:cubicBezTo>
                <a:close/>
                <a:moveTo>
                  <a:pt x="1021964" y="4384043"/>
                </a:moveTo>
                <a:cubicBezTo>
                  <a:pt x="1021838" y="4384605"/>
                  <a:pt x="1021776" y="4384994"/>
                  <a:pt x="1021776" y="4385254"/>
                </a:cubicBezTo>
                <a:cubicBezTo>
                  <a:pt x="1021712" y="4385557"/>
                  <a:pt x="1021524" y="4385903"/>
                  <a:pt x="1021524" y="4385903"/>
                </a:cubicBezTo>
                <a:lnTo>
                  <a:pt x="1021524" y="4385860"/>
                </a:lnTo>
                <a:cubicBezTo>
                  <a:pt x="1021335" y="4386032"/>
                  <a:pt x="1021023" y="4386250"/>
                  <a:pt x="1020457" y="4386552"/>
                </a:cubicBezTo>
                <a:cubicBezTo>
                  <a:pt x="1020394" y="4386639"/>
                  <a:pt x="1020207" y="4386682"/>
                  <a:pt x="1020081" y="4386768"/>
                </a:cubicBezTo>
                <a:cubicBezTo>
                  <a:pt x="1020207" y="4386552"/>
                  <a:pt x="1020331" y="4386379"/>
                  <a:pt x="1020457" y="4386206"/>
                </a:cubicBezTo>
                <a:cubicBezTo>
                  <a:pt x="1020707" y="4385860"/>
                  <a:pt x="1020959" y="4385471"/>
                  <a:pt x="1021210" y="4385125"/>
                </a:cubicBezTo>
                <a:cubicBezTo>
                  <a:pt x="1021461" y="4384778"/>
                  <a:pt x="1021712" y="4384389"/>
                  <a:pt x="1021964" y="4384043"/>
                </a:cubicBezTo>
                <a:close/>
                <a:moveTo>
                  <a:pt x="746155" y="4373572"/>
                </a:moveTo>
                <a:cubicBezTo>
                  <a:pt x="746782" y="4373355"/>
                  <a:pt x="747974" y="4373485"/>
                  <a:pt x="749607" y="4373874"/>
                </a:cubicBezTo>
                <a:cubicBezTo>
                  <a:pt x="751238" y="4374307"/>
                  <a:pt x="753372" y="4374999"/>
                  <a:pt x="755944" y="4375951"/>
                </a:cubicBezTo>
                <a:cubicBezTo>
                  <a:pt x="755380" y="4376211"/>
                  <a:pt x="754877" y="4376427"/>
                  <a:pt x="754312" y="4376686"/>
                </a:cubicBezTo>
                <a:lnTo>
                  <a:pt x="754312" y="4376643"/>
                </a:lnTo>
                <a:cubicBezTo>
                  <a:pt x="753747" y="4376903"/>
                  <a:pt x="753246" y="4377119"/>
                  <a:pt x="752681" y="4377378"/>
                </a:cubicBezTo>
                <a:cubicBezTo>
                  <a:pt x="752116" y="4377639"/>
                  <a:pt x="751615" y="4377855"/>
                  <a:pt x="751050" y="4378114"/>
                </a:cubicBezTo>
                <a:cubicBezTo>
                  <a:pt x="750547" y="4378374"/>
                  <a:pt x="749982" y="4378590"/>
                  <a:pt x="749418" y="4378850"/>
                </a:cubicBezTo>
                <a:cubicBezTo>
                  <a:pt x="747597" y="4377249"/>
                  <a:pt x="746469" y="4376038"/>
                  <a:pt x="745966" y="4375172"/>
                </a:cubicBezTo>
                <a:cubicBezTo>
                  <a:pt x="745401" y="4374307"/>
                  <a:pt x="745528" y="4373788"/>
                  <a:pt x="746155" y="4373572"/>
                </a:cubicBezTo>
                <a:close/>
                <a:moveTo>
                  <a:pt x="2664146" y="4373398"/>
                </a:moveTo>
                <a:cubicBezTo>
                  <a:pt x="2664585" y="4373572"/>
                  <a:pt x="2664962" y="4373788"/>
                  <a:pt x="2665401" y="4373961"/>
                </a:cubicBezTo>
                <a:cubicBezTo>
                  <a:pt x="2665841" y="4374133"/>
                  <a:pt x="2666217" y="4374350"/>
                  <a:pt x="2666657" y="4374523"/>
                </a:cubicBezTo>
                <a:lnTo>
                  <a:pt x="2666657" y="4374566"/>
                </a:lnTo>
                <a:cubicBezTo>
                  <a:pt x="2667096" y="4374739"/>
                  <a:pt x="2667473" y="4374956"/>
                  <a:pt x="2667912" y="4375128"/>
                </a:cubicBezTo>
                <a:cubicBezTo>
                  <a:pt x="2668351" y="4375302"/>
                  <a:pt x="2668727" y="4375518"/>
                  <a:pt x="2669166" y="4375692"/>
                </a:cubicBezTo>
                <a:cubicBezTo>
                  <a:pt x="2668790" y="4375778"/>
                  <a:pt x="2668414" y="4375864"/>
                  <a:pt x="2668037" y="4375951"/>
                </a:cubicBezTo>
                <a:cubicBezTo>
                  <a:pt x="2667661" y="4376037"/>
                  <a:pt x="2667284" y="4376124"/>
                  <a:pt x="2666908" y="4376211"/>
                </a:cubicBezTo>
                <a:cubicBezTo>
                  <a:pt x="2666531" y="4376297"/>
                  <a:pt x="2666154" y="4376384"/>
                  <a:pt x="2665778" y="4376470"/>
                </a:cubicBezTo>
                <a:cubicBezTo>
                  <a:pt x="2665401" y="4376557"/>
                  <a:pt x="2665024" y="4376643"/>
                  <a:pt x="2664649" y="4376730"/>
                </a:cubicBezTo>
                <a:cubicBezTo>
                  <a:pt x="2663770" y="4376340"/>
                  <a:pt x="2663080" y="4376081"/>
                  <a:pt x="2662577" y="4375907"/>
                </a:cubicBezTo>
                <a:cubicBezTo>
                  <a:pt x="2662076" y="4375692"/>
                  <a:pt x="2661762" y="4375605"/>
                  <a:pt x="2661762" y="4375432"/>
                </a:cubicBezTo>
                <a:cubicBezTo>
                  <a:pt x="2661699" y="4375258"/>
                  <a:pt x="2661887" y="4375086"/>
                  <a:pt x="2662264" y="4374782"/>
                </a:cubicBezTo>
                <a:cubicBezTo>
                  <a:pt x="2662640" y="4374480"/>
                  <a:pt x="2663268" y="4374047"/>
                  <a:pt x="2664146" y="4373398"/>
                </a:cubicBezTo>
                <a:close/>
                <a:moveTo>
                  <a:pt x="959245" y="4368747"/>
                </a:moveTo>
                <a:lnTo>
                  <a:pt x="959274" y="4368768"/>
                </a:lnTo>
                <a:lnTo>
                  <a:pt x="959210" y="4368768"/>
                </a:lnTo>
                <a:close/>
                <a:moveTo>
                  <a:pt x="2818650" y="4350119"/>
                </a:moveTo>
                <a:cubicBezTo>
                  <a:pt x="2819089" y="4350075"/>
                  <a:pt x="2819717" y="4350206"/>
                  <a:pt x="2820721" y="4350465"/>
                </a:cubicBezTo>
                <a:cubicBezTo>
                  <a:pt x="2821725" y="4350769"/>
                  <a:pt x="2823169" y="4351200"/>
                  <a:pt x="2825239" y="4351894"/>
                </a:cubicBezTo>
                <a:cubicBezTo>
                  <a:pt x="2824863" y="4351979"/>
                  <a:pt x="2824486" y="4352023"/>
                  <a:pt x="2824111" y="4352110"/>
                </a:cubicBezTo>
                <a:cubicBezTo>
                  <a:pt x="2823734" y="4352196"/>
                  <a:pt x="2823357" y="4352240"/>
                  <a:pt x="2822981" y="4352325"/>
                </a:cubicBezTo>
                <a:cubicBezTo>
                  <a:pt x="2822604" y="4352412"/>
                  <a:pt x="2822227" y="4352456"/>
                  <a:pt x="2821851" y="4352542"/>
                </a:cubicBezTo>
                <a:cubicBezTo>
                  <a:pt x="2821474" y="4352629"/>
                  <a:pt x="2821097" y="4352672"/>
                  <a:pt x="2820721" y="4352758"/>
                </a:cubicBezTo>
                <a:cubicBezTo>
                  <a:pt x="2820345" y="4352672"/>
                  <a:pt x="2819969" y="4352542"/>
                  <a:pt x="2819592" y="4352456"/>
                </a:cubicBezTo>
                <a:cubicBezTo>
                  <a:pt x="2819215" y="4352369"/>
                  <a:pt x="2818839" y="4352240"/>
                  <a:pt x="2818462" y="4352153"/>
                </a:cubicBezTo>
                <a:lnTo>
                  <a:pt x="2818524" y="4352110"/>
                </a:lnTo>
                <a:cubicBezTo>
                  <a:pt x="2818148" y="4352023"/>
                  <a:pt x="2817772" y="4351894"/>
                  <a:pt x="2817396" y="4351807"/>
                </a:cubicBezTo>
                <a:cubicBezTo>
                  <a:pt x="2817019" y="4351720"/>
                  <a:pt x="2816642" y="4351590"/>
                  <a:pt x="2816266" y="4351504"/>
                </a:cubicBezTo>
                <a:cubicBezTo>
                  <a:pt x="2816955" y="4351158"/>
                  <a:pt x="2817332" y="4350811"/>
                  <a:pt x="2817646" y="4350552"/>
                </a:cubicBezTo>
                <a:cubicBezTo>
                  <a:pt x="2817959" y="4350336"/>
                  <a:pt x="2818211" y="4350119"/>
                  <a:pt x="2818650" y="4350119"/>
                </a:cubicBezTo>
                <a:close/>
                <a:moveTo>
                  <a:pt x="1012488" y="4349644"/>
                </a:moveTo>
                <a:cubicBezTo>
                  <a:pt x="1016128" y="4349514"/>
                  <a:pt x="1020019" y="4349557"/>
                  <a:pt x="1023972" y="4349644"/>
                </a:cubicBezTo>
                <a:cubicBezTo>
                  <a:pt x="1021714" y="4351287"/>
                  <a:pt x="1019391" y="4352759"/>
                  <a:pt x="1016881" y="4353970"/>
                </a:cubicBezTo>
                <a:cubicBezTo>
                  <a:pt x="1014371" y="4355182"/>
                  <a:pt x="1011672" y="4356220"/>
                  <a:pt x="1008786" y="4357086"/>
                </a:cubicBezTo>
                <a:cubicBezTo>
                  <a:pt x="1005836" y="4357951"/>
                  <a:pt x="1002698" y="4358643"/>
                  <a:pt x="999247" y="4359206"/>
                </a:cubicBezTo>
                <a:cubicBezTo>
                  <a:pt x="995795" y="4359725"/>
                  <a:pt x="991967" y="4360157"/>
                  <a:pt x="987824" y="4360461"/>
                </a:cubicBezTo>
                <a:cubicBezTo>
                  <a:pt x="989394" y="4357561"/>
                  <a:pt x="991465" y="4355441"/>
                  <a:pt x="993913" y="4353883"/>
                </a:cubicBezTo>
                <a:lnTo>
                  <a:pt x="993913" y="4353927"/>
                </a:lnTo>
                <a:cubicBezTo>
                  <a:pt x="996360" y="4352369"/>
                  <a:pt x="999184" y="4351331"/>
                  <a:pt x="1002322" y="4350682"/>
                </a:cubicBezTo>
                <a:cubicBezTo>
                  <a:pt x="1005460" y="4350033"/>
                  <a:pt x="1008848" y="4349773"/>
                  <a:pt x="1012488" y="4349644"/>
                </a:cubicBezTo>
                <a:close/>
                <a:moveTo>
                  <a:pt x="964419" y="4343543"/>
                </a:moveTo>
                <a:cubicBezTo>
                  <a:pt x="971070" y="4351851"/>
                  <a:pt x="972012" y="4358124"/>
                  <a:pt x="970129" y="4362322"/>
                </a:cubicBezTo>
                <a:lnTo>
                  <a:pt x="959245" y="4368747"/>
                </a:lnTo>
                <a:lnTo>
                  <a:pt x="951176" y="4362235"/>
                </a:lnTo>
                <a:cubicBezTo>
                  <a:pt x="951113" y="4358038"/>
                  <a:pt x="954566" y="4351807"/>
                  <a:pt x="964419" y="4343543"/>
                </a:cubicBezTo>
                <a:close/>
                <a:moveTo>
                  <a:pt x="965422" y="4342548"/>
                </a:moveTo>
                <a:cubicBezTo>
                  <a:pt x="964982" y="4342851"/>
                  <a:pt x="964668" y="4343153"/>
                  <a:pt x="964294" y="4343500"/>
                </a:cubicBezTo>
                <a:cubicBezTo>
                  <a:pt x="964167" y="4343369"/>
                  <a:pt x="963979" y="4343067"/>
                  <a:pt x="963979" y="4343067"/>
                </a:cubicBezTo>
                <a:lnTo>
                  <a:pt x="964355" y="4342937"/>
                </a:lnTo>
                <a:lnTo>
                  <a:pt x="964731" y="4342807"/>
                </a:lnTo>
                <a:lnTo>
                  <a:pt x="965109" y="4342677"/>
                </a:lnTo>
                <a:lnTo>
                  <a:pt x="965045" y="4342677"/>
                </a:lnTo>
                <a:close/>
                <a:moveTo>
                  <a:pt x="374960" y="4338437"/>
                </a:moveTo>
                <a:cubicBezTo>
                  <a:pt x="379291" y="4338437"/>
                  <a:pt x="381738" y="4339129"/>
                  <a:pt x="382930" y="4340254"/>
                </a:cubicBezTo>
                <a:lnTo>
                  <a:pt x="382930" y="4340211"/>
                </a:lnTo>
                <a:cubicBezTo>
                  <a:pt x="384123" y="4341336"/>
                  <a:pt x="384060" y="4342850"/>
                  <a:pt x="383369" y="4344450"/>
                </a:cubicBezTo>
                <a:cubicBezTo>
                  <a:pt x="382742" y="4346008"/>
                  <a:pt x="381487" y="4347653"/>
                  <a:pt x="380295" y="4349037"/>
                </a:cubicBezTo>
                <a:cubicBezTo>
                  <a:pt x="379102" y="4350422"/>
                  <a:pt x="377972" y="4351504"/>
                  <a:pt x="377596" y="4351979"/>
                </a:cubicBezTo>
                <a:cubicBezTo>
                  <a:pt x="376279" y="4351071"/>
                  <a:pt x="374145" y="4349773"/>
                  <a:pt x="371948" y="4348345"/>
                </a:cubicBezTo>
                <a:cubicBezTo>
                  <a:pt x="369814" y="4346917"/>
                  <a:pt x="367618" y="4345360"/>
                  <a:pt x="366300" y="4343888"/>
                </a:cubicBezTo>
                <a:cubicBezTo>
                  <a:pt x="364919" y="4342418"/>
                  <a:pt x="364418" y="4341076"/>
                  <a:pt x="365610" y="4340081"/>
                </a:cubicBezTo>
                <a:cubicBezTo>
                  <a:pt x="366802" y="4339086"/>
                  <a:pt x="369626" y="4338437"/>
                  <a:pt x="374960" y="4338437"/>
                </a:cubicBezTo>
                <a:close/>
                <a:moveTo>
                  <a:pt x="2910583" y="4335842"/>
                </a:moveTo>
                <a:lnTo>
                  <a:pt x="2933430" y="4336187"/>
                </a:lnTo>
                <a:cubicBezTo>
                  <a:pt x="2941713" y="4336923"/>
                  <a:pt x="2950374" y="4338264"/>
                  <a:pt x="2958532" y="4340168"/>
                </a:cubicBezTo>
                <a:cubicBezTo>
                  <a:pt x="2952131" y="4340861"/>
                  <a:pt x="2945981" y="4341553"/>
                  <a:pt x="2940144" y="4342202"/>
                </a:cubicBezTo>
                <a:cubicBezTo>
                  <a:pt x="2934309" y="4342895"/>
                  <a:pt x="2928661" y="4343500"/>
                  <a:pt x="2923201" y="4344105"/>
                </a:cubicBezTo>
                <a:cubicBezTo>
                  <a:pt x="2917742" y="4344712"/>
                  <a:pt x="2912407" y="4345317"/>
                  <a:pt x="2907198" y="4345880"/>
                </a:cubicBezTo>
                <a:cubicBezTo>
                  <a:pt x="2901989" y="4346442"/>
                  <a:pt x="2896843" y="4347048"/>
                  <a:pt x="2891635" y="4347611"/>
                </a:cubicBezTo>
                <a:cubicBezTo>
                  <a:pt x="2890066" y="4344149"/>
                  <a:pt x="2891447" y="4341466"/>
                  <a:pt x="2894898" y="4339519"/>
                </a:cubicBezTo>
                <a:close/>
                <a:moveTo>
                  <a:pt x="2910524" y="4335841"/>
                </a:moveTo>
                <a:lnTo>
                  <a:pt x="2910587" y="4335841"/>
                </a:lnTo>
                <a:lnTo>
                  <a:pt x="2910583" y="4335842"/>
                </a:lnTo>
                <a:close/>
                <a:moveTo>
                  <a:pt x="2997314" y="4334023"/>
                </a:moveTo>
                <a:cubicBezTo>
                  <a:pt x="2997879" y="4334066"/>
                  <a:pt x="2998507" y="4334153"/>
                  <a:pt x="2999072" y="4334196"/>
                </a:cubicBezTo>
                <a:cubicBezTo>
                  <a:pt x="2999637" y="4334240"/>
                  <a:pt x="3000264" y="4334326"/>
                  <a:pt x="3000829" y="4334369"/>
                </a:cubicBezTo>
                <a:lnTo>
                  <a:pt x="3000891" y="4334369"/>
                </a:lnTo>
                <a:cubicBezTo>
                  <a:pt x="3001456" y="4334412"/>
                  <a:pt x="3002084" y="4334499"/>
                  <a:pt x="3002649" y="4334543"/>
                </a:cubicBezTo>
                <a:cubicBezTo>
                  <a:pt x="3003214" y="4334586"/>
                  <a:pt x="3003841" y="4334673"/>
                  <a:pt x="3004406" y="4334715"/>
                </a:cubicBezTo>
                <a:cubicBezTo>
                  <a:pt x="3003150" y="4334975"/>
                  <a:pt x="3002334" y="4335191"/>
                  <a:pt x="3001707" y="4335321"/>
                </a:cubicBezTo>
                <a:cubicBezTo>
                  <a:pt x="3001080" y="4335451"/>
                  <a:pt x="3000703" y="4335451"/>
                  <a:pt x="3000389" y="4335451"/>
                </a:cubicBezTo>
                <a:cubicBezTo>
                  <a:pt x="3000076" y="4335408"/>
                  <a:pt x="2999761" y="4335278"/>
                  <a:pt x="2999322" y="4335062"/>
                </a:cubicBezTo>
                <a:cubicBezTo>
                  <a:pt x="2998883" y="4334802"/>
                  <a:pt x="2998256" y="4334499"/>
                  <a:pt x="2997314" y="4334023"/>
                </a:cubicBezTo>
                <a:close/>
                <a:moveTo>
                  <a:pt x="904361" y="4327144"/>
                </a:moveTo>
                <a:cubicBezTo>
                  <a:pt x="909884" y="4327058"/>
                  <a:pt x="914842" y="4327490"/>
                  <a:pt x="918167" y="4328918"/>
                </a:cubicBezTo>
                <a:cubicBezTo>
                  <a:pt x="921492" y="4330303"/>
                  <a:pt x="923188" y="4332683"/>
                  <a:pt x="922246" y="4336490"/>
                </a:cubicBezTo>
                <a:cubicBezTo>
                  <a:pt x="921618" y="4339043"/>
                  <a:pt x="919234" y="4340211"/>
                  <a:pt x="915719" y="4340514"/>
                </a:cubicBezTo>
                <a:cubicBezTo>
                  <a:pt x="912269" y="4340773"/>
                  <a:pt x="907623" y="4340168"/>
                  <a:pt x="902603" y="4339086"/>
                </a:cubicBezTo>
                <a:cubicBezTo>
                  <a:pt x="897584" y="4338005"/>
                  <a:pt x="892060" y="4336447"/>
                  <a:pt x="886789" y="4334846"/>
                </a:cubicBezTo>
                <a:cubicBezTo>
                  <a:pt x="881517" y="4333245"/>
                  <a:pt x="876434" y="4331601"/>
                  <a:pt x="872228" y="4330346"/>
                </a:cubicBezTo>
                <a:cubicBezTo>
                  <a:pt x="875995" y="4329956"/>
                  <a:pt x="881267" y="4329221"/>
                  <a:pt x="886977" y="4328529"/>
                </a:cubicBezTo>
                <a:cubicBezTo>
                  <a:pt x="892688" y="4327837"/>
                  <a:pt x="898839" y="4327230"/>
                  <a:pt x="904361" y="4327144"/>
                </a:cubicBezTo>
                <a:close/>
                <a:moveTo>
                  <a:pt x="1012863" y="4325413"/>
                </a:moveTo>
                <a:lnTo>
                  <a:pt x="1013177" y="4326019"/>
                </a:lnTo>
                <a:lnTo>
                  <a:pt x="1013491" y="4326625"/>
                </a:lnTo>
                <a:lnTo>
                  <a:pt x="1013804" y="4327230"/>
                </a:lnTo>
                <a:lnTo>
                  <a:pt x="1014118" y="4327837"/>
                </a:lnTo>
                <a:lnTo>
                  <a:pt x="1013177" y="4327706"/>
                </a:lnTo>
                <a:lnTo>
                  <a:pt x="1012297" y="4327619"/>
                </a:lnTo>
                <a:lnTo>
                  <a:pt x="1011357" y="4327534"/>
                </a:lnTo>
                <a:lnTo>
                  <a:pt x="1010416" y="4327447"/>
                </a:lnTo>
                <a:lnTo>
                  <a:pt x="1011044" y="4326927"/>
                </a:lnTo>
                <a:lnTo>
                  <a:pt x="1011609" y="4326409"/>
                </a:lnTo>
                <a:lnTo>
                  <a:pt x="1012235" y="4325933"/>
                </a:lnTo>
                <a:close/>
                <a:moveTo>
                  <a:pt x="519178" y="4322472"/>
                </a:moveTo>
                <a:cubicBezTo>
                  <a:pt x="515224" y="4333375"/>
                  <a:pt x="512150" y="4341466"/>
                  <a:pt x="509890" y="4347654"/>
                </a:cubicBezTo>
                <a:cubicBezTo>
                  <a:pt x="507632" y="4353841"/>
                  <a:pt x="506126" y="4358038"/>
                  <a:pt x="505372" y="4361067"/>
                </a:cubicBezTo>
                <a:cubicBezTo>
                  <a:pt x="504620" y="4364096"/>
                  <a:pt x="504494" y="4366000"/>
                  <a:pt x="504996" y="4367471"/>
                </a:cubicBezTo>
                <a:cubicBezTo>
                  <a:pt x="505436" y="4368942"/>
                  <a:pt x="506565" y="4370067"/>
                  <a:pt x="508133" y="4371582"/>
                </a:cubicBezTo>
                <a:cubicBezTo>
                  <a:pt x="512965" y="4376211"/>
                  <a:pt x="518550" y="4377509"/>
                  <a:pt x="523509" y="4376341"/>
                </a:cubicBezTo>
                <a:cubicBezTo>
                  <a:pt x="528529" y="4375173"/>
                  <a:pt x="532922" y="4371538"/>
                  <a:pt x="535495" y="4366303"/>
                </a:cubicBezTo>
                <a:lnTo>
                  <a:pt x="535495" y="4366259"/>
                </a:lnTo>
                <a:cubicBezTo>
                  <a:pt x="538068" y="4361024"/>
                  <a:pt x="538884" y="4354144"/>
                  <a:pt x="536562" y="4346572"/>
                </a:cubicBezTo>
                <a:cubicBezTo>
                  <a:pt x="534240" y="4339000"/>
                  <a:pt x="528844" y="4330692"/>
                  <a:pt x="519178" y="4322472"/>
                </a:cubicBezTo>
                <a:close/>
                <a:moveTo>
                  <a:pt x="375212" y="4296639"/>
                </a:moveTo>
                <a:cubicBezTo>
                  <a:pt x="377284" y="4296467"/>
                  <a:pt x="379919" y="4296683"/>
                  <a:pt x="382429" y="4297505"/>
                </a:cubicBezTo>
                <a:lnTo>
                  <a:pt x="382429" y="4297549"/>
                </a:lnTo>
                <a:cubicBezTo>
                  <a:pt x="385003" y="4298371"/>
                  <a:pt x="387449" y="4299798"/>
                  <a:pt x="389333" y="4302092"/>
                </a:cubicBezTo>
                <a:cubicBezTo>
                  <a:pt x="391153" y="4304385"/>
                  <a:pt x="392469" y="4307500"/>
                  <a:pt x="392533" y="4311654"/>
                </a:cubicBezTo>
                <a:cubicBezTo>
                  <a:pt x="388329" y="4311481"/>
                  <a:pt x="384626" y="4310918"/>
                  <a:pt x="381488" y="4310096"/>
                </a:cubicBezTo>
                <a:cubicBezTo>
                  <a:pt x="378350" y="4309274"/>
                  <a:pt x="375841" y="4308149"/>
                  <a:pt x="373957" y="4306895"/>
                </a:cubicBezTo>
                <a:cubicBezTo>
                  <a:pt x="372075" y="4305639"/>
                  <a:pt x="370883" y="4304212"/>
                  <a:pt x="370380" y="4302697"/>
                </a:cubicBezTo>
                <a:cubicBezTo>
                  <a:pt x="369879" y="4301226"/>
                  <a:pt x="370067" y="4299668"/>
                  <a:pt x="371071" y="4298154"/>
                </a:cubicBezTo>
                <a:cubicBezTo>
                  <a:pt x="371573" y="4297375"/>
                  <a:pt x="373142" y="4296813"/>
                  <a:pt x="375212" y="4296639"/>
                </a:cubicBezTo>
                <a:close/>
                <a:moveTo>
                  <a:pt x="2681008" y="4291063"/>
                </a:moveTo>
                <a:lnTo>
                  <a:pt x="2687303" y="4291706"/>
                </a:lnTo>
                <a:cubicBezTo>
                  <a:pt x="2689499" y="4292183"/>
                  <a:pt x="2691758" y="4292918"/>
                  <a:pt x="2694143" y="4293784"/>
                </a:cubicBezTo>
                <a:cubicBezTo>
                  <a:pt x="2692700" y="4295471"/>
                  <a:pt x="2691131" y="4296683"/>
                  <a:pt x="2689374" y="4297505"/>
                </a:cubicBezTo>
                <a:cubicBezTo>
                  <a:pt x="2687679" y="4298327"/>
                  <a:pt x="2685797" y="4298803"/>
                  <a:pt x="2683789" y="4298889"/>
                </a:cubicBezTo>
                <a:cubicBezTo>
                  <a:pt x="2681781" y="4298976"/>
                  <a:pt x="2679647" y="4298760"/>
                  <a:pt x="2677450" y="4298284"/>
                </a:cubicBezTo>
                <a:cubicBezTo>
                  <a:pt x="2675254" y="4297808"/>
                  <a:pt x="2672932" y="4297029"/>
                  <a:pt x="2670547" y="4296034"/>
                </a:cubicBezTo>
                <a:cubicBezTo>
                  <a:pt x="2671990" y="4294346"/>
                  <a:pt x="2673621" y="4293135"/>
                  <a:pt x="2675379" y="4292356"/>
                </a:cubicBezTo>
                <a:close/>
                <a:moveTo>
                  <a:pt x="2680965" y="4291058"/>
                </a:moveTo>
                <a:lnTo>
                  <a:pt x="2681027" y="4291058"/>
                </a:lnTo>
                <a:lnTo>
                  <a:pt x="2681008" y="4291063"/>
                </a:lnTo>
                <a:close/>
                <a:moveTo>
                  <a:pt x="258807" y="4289284"/>
                </a:moveTo>
                <a:cubicBezTo>
                  <a:pt x="264266" y="4292703"/>
                  <a:pt x="268159" y="4302438"/>
                  <a:pt x="270982" y="4315159"/>
                </a:cubicBezTo>
                <a:cubicBezTo>
                  <a:pt x="273806" y="4327880"/>
                  <a:pt x="275500" y="4343586"/>
                  <a:pt x="276504" y="4358903"/>
                </a:cubicBezTo>
                <a:cubicBezTo>
                  <a:pt x="277508" y="4374220"/>
                  <a:pt x="277822" y="4389191"/>
                  <a:pt x="277947" y="4400441"/>
                </a:cubicBezTo>
                <a:lnTo>
                  <a:pt x="278011" y="4400441"/>
                </a:lnTo>
                <a:cubicBezTo>
                  <a:pt x="278135" y="4411691"/>
                  <a:pt x="278011" y="4419263"/>
                  <a:pt x="278011" y="4419739"/>
                </a:cubicBezTo>
                <a:cubicBezTo>
                  <a:pt x="271735" y="4416537"/>
                  <a:pt x="267405" y="4414979"/>
                  <a:pt x="264455" y="4412383"/>
                </a:cubicBezTo>
                <a:cubicBezTo>
                  <a:pt x="261505" y="4409787"/>
                  <a:pt x="259874" y="4406195"/>
                  <a:pt x="259058" y="4398884"/>
                </a:cubicBezTo>
                <a:cubicBezTo>
                  <a:pt x="258180" y="4391571"/>
                  <a:pt x="258180" y="4380581"/>
                  <a:pt x="258305" y="4363186"/>
                </a:cubicBezTo>
                <a:cubicBezTo>
                  <a:pt x="258431" y="4345836"/>
                  <a:pt x="258807" y="4322081"/>
                  <a:pt x="258807" y="4289284"/>
                </a:cubicBezTo>
                <a:close/>
                <a:moveTo>
                  <a:pt x="2870361" y="4288981"/>
                </a:moveTo>
                <a:cubicBezTo>
                  <a:pt x="2869984" y="4289803"/>
                  <a:pt x="2869545" y="4290365"/>
                  <a:pt x="2868980" y="4290711"/>
                </a:cubicBezTo>
                <a:cubicBezTo>
                  <a:pt x="2868415" y="4291058"/>
                  <a:pt x="2867788" y="4291144"/>
                  <a:pt x="2866972" y="4291144"/>
                </a:cubicBezTo>
                <a:cubicBezTo>
                  <a:pt x="2866219" y="4291101"/>
                  <a:pt x="2865278" y="4290885"/>
                  <a:pt x="2864274" y="4290581"/>
                </a:cubicBezTo>
                <a:cubicBezTo>
                  <a:pt x="2863269" y="4290235"/>
                  <a:pt x="2862140" y="4289803"/>
                  <a:pt x="2860885" y="4289284"/>
                </a:cubicBezTo>
                <a:cubicBezTo>
                  <a:pt x="2861701" y="4289240"/>
                  <a:pt x="2862454" y="4289197"/>
                  <a:pt x="2863269" y="4289197"/>
                </a:cubicBezTo>
                <a:cubicBezTo>
                  <a:pt x="2864085" y="4289154"/>
                  <a:pt x="2864838" y="4289110"/>
                  <a:pt x="2865654" y="4289110"/>
                </a:cubicBezTo>
                <a:lnTo>
                  <a:pt x="2865592" y="4289154"/>
                </a:lnTo>
                <a:cubicBezTo>
                  <a:pt x="2866407" y="4289110"/>
                  <a:pt x="2867161" y="4289068"/>
                  <a:pt x="2867976" y="4289068"/>
                </a:cubicBezTo>
                <a:cubicBezTo>
                  <a:pt x="2868792" y="4289024"/>
                  <a:pt x="2869545" y="4288981"/>
                  <a:pt x="2870361" y="4288981"/>
                </a:cubicBezTo>
                <a:close/>
                <a:moveTo>
                  <a:pt x="2756649" y="4281496"/>
                </a:moveTo>
                <a:cubicBezTo>
                  <a:pt x="2761731" y="4281322"/>
                  <a:pt x="2767756" y="4281668"/>
                  <a:pt x="2774722" y="4282923"/>
                </a:cubicBezTo>
                <a:cubicBezTo>
                  <a:pt x="2773718" y="4283962"/>
                  <a:pt x="2771772" y="4285087"/>
                  <a:pt x="2769199" y="4286168"/>
                </a:cubicBezTo>
                <a:cubicBezTo>
                  <a:pt x="2766626" y="4287250"/>
                  <a:pt x="2763488" y="4288246"/>
                  <a:pt x="2760037" y="4288981"/>
                </a:cubicBezTo>
                <a:cubicBezTo>
                  <a:pt x="2756585" y="4289717"/>
                  <a:pt x="2752883" y="4290235"/>
                  <a:pt x="2749306" y="4290279"/>
                </a:cubicBezTo>
                <a:cubicBezTo>
                  <a:pt x="2745729" y="4290365"/>
                  <a:pt x="2742214" y="4289976"/>
                  <a:pt x="2739139" y="4288981"/>
                </a:cubicBezTo>
                <a:cubicBezTo>
                  <a:pt x="2737696" y="4288505"/>
                  <a:pt x="2737508" y="4287596"/>
                  <a:pt x="2738387" y="4286557"/>
                </a:cubicBezTo>
                <a:cubicBezTo>
                  <a:pt x="2739265" y="4285519"/>
                  <a:pt x="2741273" y="4284351"/>
                  <a:pt x="2744348" y="4283400"/>
                </a:cubicBezTo>
                <a:cubicBezTo>
                  <a:pt x="2747423" y="4282447"/>
                  <a:pt x="2751502" y="4281711"/>
                  <a:pt x="2756585" y="4281539"/>
                </a:cubicBezTo>
                <a:close/>
                <a:moveTo>
                  <a:pt x="2984889" y="4259429"/>
                </a:moveTo>
                <a:cubicBezTo>
                  <a:pt x="2985140" y="4259818"/>
                  <a:pt x="2985329" y="4260164"/>
                  <a:pt x="2985579" y="4260554"/>
                </a:cubicBezTo>
                <a:cubicBezTo>
                  <a:pt x="2985830" y="4260943"/>
                  <a:pt x="2986018" y="4261289"/>
                  <a:pt x="2986270" y="4261679"/>
                </a:cubicBezTo>
                <a:cubicBezTo>
                  <a:pt x="2986521" y="4262068"/>
                  <a:pt x="2986709" y="4262415"/>
                  <a:pt x="2986960" y="4262804"/>
                </a:cubicBezTo>
                <a:cubicBezTo>
                  <a:pt x="2987211" y="4263193"/>
                  <a:pt x="2987399" y="4263539"/>
                  <a:pt x="2987651" y="4263929"/>
                </a:cubicBezTo>
                <a:cubicBezTo>
                  <a:pt x="2986709" y="4264101"/>
                  <a:pt x="2977359" y="4265097"/>
                  <a:pt x="2963616" y="4266438"/>
                </a:cubicBezTo>
                <a:cubicBezTo>
                  <a:pt x="2949871" y="4267779"/>
                  <a:pt x="2931547" y="4269467"/>
                  <a:pt x="2912532" y="4271025"/>
                </a:cubicBezTo>
                <a:cubicBezTo>
                  <a:pt x="2893517" y="4272583"/>
                  <a:pt x="2873812" y="4274010"/>
                  <a:pt x="2857119" y="4274833"/>
                </a:cubicBezTo>
                <a:cubicBezTo>
                  <a:pt x="2840489" y="4275697"/>
                  <a:pt x="2826871" y="4275914"/>
                  <a:pt x="2820093" y="4275049"/>
                </a:cubicBezTo>
                <a:cubicBezTo>
                  <a:pt x="2826369" y="4271760"/>
                  <a:pt x="2837539" y="4269164"/>
                  <a:pt x="2851408" y="4267087"/>
                </a:cubicBezTo>
                <a:cubicBezTo>
                  <a:pt x="2865278" y="4265010"/>
                  <a:pt x="2881782" y="4263453"/>
                  <a:pt x="2898601" y="4262328"/>
                </a:cubicBezTo>
                <a:cubicBezTo>
                  <a:pt x="2915419" y="4261203"/>
                  <a:pt x="2932551" y="4260467"/>
                  <a:pt x="2947739" y="4260034"/>
                </a:cubicBezTo>
                <a:cubicBezTo>
                  <a:pt x="2962862" y="4259601"/>
                  <a:pt x="2976041" y="4259429"/>
                  <a:pt x="2984889" y="4259429"/>
                </a:cubicBezTo>
                <a:close/>
                <a:moveTo>
                  <a:pt x="2773717" y="4246751"/>
                </a:moveTo>
                <a:cubicBezTo>
                  <a:pt x="2773278" y="4247572"/>
                  <a:pt x="2772901" y="4248352"/>
                  <a:pt x="2772525" y="4249174"/>
                </a:cubicBezTo>
                <a:cubicBezTo>
                  <a:pt x="2772148" y="4249953"/>
                  <a:pt x="2771771" y="4250775"/>
                  <a:pt x="2771332" y="4251641"/>
                </a:cubicBezTo>
                <a:cubicBezTo>
                  <a:pt x="2770956" y="4252462"/>
                  <a:pt x="2770516" y="4253328"/>
                  <a:pt x="2770077" y="4254237"/>
                </a:cubicBezTo>
                <a:cubicBezTo>
                  <a:pt x="2769638" y="4255145"/>
                  <a:pt x="2769136" y="4256054"/>
                  <a:pt x="2768697" y="4257049"/>
                </a:cubicBezTo>
                <a:lnTo>
                  <a:pt x="2768697" y="4257092"/>
                </a:lnTo>
                <a:cubicBezTo>
                  <a:pt x="2764805" y="4255534"/>
                  <a:pt x="2762358" y="4254020"/>
                  <a:pt x="2761103" y="4252679"/>
                </a:cubicBezTo>
                <a:cubicBezTo>
                  <a:pt x="2759848" y="4251337"/>
                  <a:pt x="2759785" y="4250126"/>
                  <a:pt x="2760539" y="4249131"/>
                </a:cubicBezTo>
                <a:cubicBezTo>
                  <a:pt x="2761354" y="4248135"/>
                  <a:pt x="2763048" y="4247400"/>
                  <a:pt x="2765308" y="4246967"/>
                </a:cubicBezTo>
                <a:cubicBezTo>
                  <a:pt x="2767567" y="4246534"/>
                  <a:pt x="2770516" y="4246405"/>
                  <a:pt x="2773717" y="4246751"/>
                </a:cubicBezTo>
                <a:close/>
                <a:moveTo>
                  <a:pt x="925321" y="4237232"/>
                </a:moveTo>
                <a:cubicBezTo>
                  <a:pt x="922560" y="4242770"/>
                  <a:pt x="917664" y="4247660"/>
                  <a:pt x="912206" y="4251857"/>
                </a:cubicBezTo>
                <a:cubicBezTo>
                  <a:pt x="906808" y="4256054"/>
                  <a:pt x="900847" y="4259559"/>
                  <a:pt x="895950" y="4262372"/>
                </a:cubicBezTo>
                <a:cubicBezTo>
                  <a:pt x="891056" y="4265184"/>
                  <a:pt x="887291" y="4267261"/>
                  <a:pt x="886161" y="4268559"/>
                </a:cubicBezTo>
                <a:cubicBezTo>
                  <a:pt x="885096" y="4269857"/>
                  <a:pt x="886663" y="4270419"/>
                  <a:pt x="892563" y="4270203"/>
                </a:cubicBezTo>
                <a:cubicBezTo>
                  <a:pt x="899403" y="4269944"/>
                  <a:pt x="904173" y="4270506"/>
                  <a:pt x="908127" y="4271458"/>
                </a:cubicBezTo>
                <a:cubicBezTo>
                  <a:pt x="912079" y="4272410"/>
                  <a:pt x="915281" y="4273751"/>
                  <a:pt x="918920" y="4275006"/>
                </a:cubicBezTo>
                <a:cubicBezTo>
                  <a:pt x="922560" y="4276261"/>
                  <a:pt x="926702" y="4277472"/>
                  <a:pt x="932601" y="4278165"/>
                </a:cubicBezTo>
                <a:cubicBezTo>
                  <a:pt x="938500" y="4278857"/>
                  <a:pt x="946157" y="4279030"/>
                  <a:pt x="956887" y="4278294"/>
                </a:cubicBezTo>
                <a:lnTo>
                  <a:pt x="956887" y="4278251"/>
                </a:lnTo>
                <a:cubicBezTo>
                  <a:pt x="956887" y="4270333"/>
                  <a:pt x="957328" y="4264276"/>
                  <a:pt x="957328" y="4259473"/>
                </a:cubicBezTo>
                <a:cubicBezTo>
                  <a:pt x="957328" y="4254713"/>
                  <a:pt x="956950" y="4251208"/>
                  <a:pt x="955381" y="4248482"/>
                </a:cubicBezTo>
                <a:cubicBezTo>
                  <a:pt x="953812" y="4245756"/>
                  <a:pt x="951052" y="4243809"/>
                  <a:pt x="946283" y="4242122"/>
                </a:cubicBezTo>
                <a:cubicBezTo>
                  <a:pt x="941575" y="4240434"/>
                  <a:pt x="934796" y="4238963"/>
                  <a:pt x="925321" y="4237232"/>
                </a:cubicBezTo>
                <a:close/>
                <a:moveTo>
                  <a:pt x="2873937" y="4233814"/>
                </a:moveTo>
                <a:cubicBezTo>
                  <a:pt x="2875570" y="4233770"/>
                  <a:pt x="2877263" y="4233814"/>
                  <a:pt x="2878958" y="4233814"/>
                </a:cubicBezTo>
                <a:cubicBezTo>
                  <a:pt x="2880652" y="4233857"/>
                  <a:pt x="2882409" y="4233900"/>
                  <a:pt x="2884167" y="4233944"/>
                </a:cubicBezTo>
                <a:cubicBezTo>
                  <a:pt x="2885924" y="4233987"/>
                  <a:pt x="2887744" y="4234074"/>
                  <a:pt x="2889689" y="4234116"/>
                </a:cubicBezTo>
                <a:cubicBezTo>
                  <a:pt x="2891635" y="4234160"/>
                  <a:pt x="2893580" y="4234247"/>
                  <a:pt x="2895713" y="4234290"/>
                </a:cubicBezTo>
                <a:cubicBezTo>
                  <a:pt x="2887555" y="4239006"/>
                  <a:pt x="2880275" y="4241343"/>
                  <a:pt x="2874377" y="4242208"/>
                </a:cubicBezTo>
                <a:cubicBezTo>
                  <a:pt x="2868478" y="4243073"/>
                  <a:pt x="2863959" y="4242424"/>
                  <a:pt x="2861386" y="4241170"/>
                </a:cubicBezTo>
                <a:cubicBezTo>
                  <a:pt x="2858813" y="4239958"/>
                  <a:pt x="2858248" y="4238098"/>
                  <a:pt x="2860132" y="4236583"/>
                </a:cubicBezTo>
                <a:cubicBezTo>
                  <a:pt x="2862014" y="4235069"/>
                  <a:pt x="2866470" y="4233814"/>
                  <a:pt x="2873937" y="4233814"/>
                </a:cubicBezTo>
                <a:close/>
                <a:moveTo>
                  <a:pt x="2764868" y="4214256"/>
                </a:moveTo>
                <a:lnTo>
                  <a:pt x="2764931" y="4214299"/>
                </a:lnTo>
                <a:cubicBezTo>
                  <a:pt x="2768383" y="4213953"/>
                  <a:pt x="2771709" y="4214083"/>
                  <a:pt x="2774847" y="4214299"/>
                </a:cubicBezTo>
                <a:cubicBezTo>
                  <a:pt x="2777984" y="4214516"/>
                  <a:pt x="2780871" y="4214862"/>
                  <a:pt x="2783381" y="4215035"/>
                </a:cubicBezTo>
                <a:cubicBezTo>
                  <a:pt x="2781498" y="4216939"/>
                  <a:pt x="2780432" y="4218107"/>
                  <a:pt x="2779616" y="4218972"/>
                </a:cubicBezTo>
                <a:cubicBezTo>
                  <a:pt x="2778737" y="4219838"/>
                  <a:pt x="2778235" y="4220400"/>
                  <a:pt x="2777420" y="4221092"/>
                </a:cubicBezTo>
                <a:cubicBezTo>
                  <a:pt x="2776667" y="4221742"/>
                  <a:pt x="2775662" y="4222563"/>
                  <a:pt x="2773905" y="4223818"/>
                </a:cubicBezTo>
                <a:cubicBezTo>
                  <a:pt x="2772148" y="4225074"/>
                  <a:pt x="2769701" y="4226891"/>
                  <a:pt x="2766060" y="4229574"/>
                </a:cubicBezTo>
                <a:cubicBezTo>
                  <a:pt x="2763739" y="4228924"/>
                  <a:pt x="2761605" y="4228362"/>
                  <a:pt x="2759597" y="4227842"/>
                </a:cubicBezTo>
                <a:cubicBezTo>
                  <a:pt x="2757589" y="4227324"/>
                  <a:pt x="2755768" y="4226847"/>
                  <a:pt x="2754012" y="4226371"/>
                </a:cubicBezTo>
                <a:cubicBezTo>
                  <a:pt x="2752255" y="4225895"/>
                  <a:pt x="2750623" y="4225463"/>
                  <a:pt x="2748991" y="4225030"/>
                </a:cubicBezTo>
                <a:cubicBezTo>
                  <a:pt x="2747359" y="4224597"/>
                  <a:pt x="2745790" y="4224165"/>
                  <a:pt x="2744159" y="4223732"/>
                </a:cubicBezTo>
                <a:cubicBezTo>
                  <a:pt x="2747422" y="4220487"/>
                  <a:pt x="2750874" y="4218280"/>
                  <a:pt x="2754388" y="4216809"/>
                </a:cubicBezTo>
                <a:cubicBezTo>
                  <a:pt x="2757902" y="4215338"/>
                  <a:pt x="2761417" y="4214559"/>
                  <a:pt x="2764868" y="4214256"/>
                </a:cubicBezTo>
                <a:close/>
                <a:moveTo>
                  <a:pt x="3136945" y="4211314"/>
                </a:moveTo>
                <a:lnTo>
                  <a:pt x="3137008" y="4211357"/>
                </a:lnTo>
                <a:cubicBezTo>
                  <a:pt x="3148178" y="4210968"/>
                  <a:pt x="3155395" y="4211401"/>
                  <a:pt x="3161420" y="4212872"/>
                </a:cubicBezTo>
                <a:cubicBezTo>
                  <a:pt x="3167445" y="4214343"/>
                  <a:pt x="3172277" y="4216853"/>
                  <a:pt x="3178677" y="4220531"/>
                </a:cubicBezTo>
                <a:cubicBezTo>
                  <a:pt x="3177737" y="4220617"/>
                  <a:pt x="3169076" y="4221266"/>
                  <a:pt x="3155709" y="4222131"/>
                </a:cubicBezTo>
                <a:cubicBezTo>
                  <a:pt x="3142342" y="4222997"/>
                  <a:pt x="3124457" y="4223992"/>
                  <a:pt x="3105254" y="4224771"/>
                </a:cubicBezTo>
                <a:cubicBezTo>
                  <a:pt x="3086050" y="4225506"/>
                  <a:pt x="3065530" y="4226026"/>
                  <a:pt x="3046891" y="4225852"/>
                </a:cubicBezTo>
                <a:cubicBezTo>
                  <a:pt x="3028253" y="4225679"/>
                  <a:pt x="3011560" y="4224814"/>
                  <a:pt x="3000076" y="4222824"/>
                </a:cubicBezTo>
                <a:cubicBezTo>
                  <a:pt x="3038231" y="4219622"/>
                  <a:pt x="3066847" y="4216939"/>
                  <a:pt x="3088749" y="4214992"/>
                </a:cubicBezTo>
                <a:cubicBezTo>
                  <a:pt x="3110650" y="4213002"/>
                  <a:pt x="3125775" y="4211747"/>
                  <a:pt x="3136945" y="4211314"/>
                </a:cubicBezTo>
                <a:close/>
                <a:moveTo>
                  <a:pt x="2834401" y="4211141"/>
                </a:moveTo>
                <a:cubicBezTo>
                  <a:pt x="2835092" y="4211184"/>
                  <a:pt x="2835720" y="4211228"/>
                  <a:pt x="2836347" y="4211271"/>
                </a:cubicBezTo>
                <a:cubicBezTo>
                  <a:pt x="2837037" y="4211314"/>
                  <a:pt x="2837665" y="4211357"/>
                  <a:pt x="2838293" y="4211400"/>
                </a:cubicBezTo>
                <a:cubicBezTo>
                  <a:pt x="2838983" y="4211444"/>
                  <a:pt x="2839610" y="4211487"/>
                  <a:pt x="2840238" y="4211531"/>
                </a:cubicBezTo>
                <a:cubicBezTo>
                  <a:pt x="2840928" y="4211574"/>
                  <a:pt x="2841556" y="4211617"/>
                  <a:pt x="2842183" y="4211660"/>
                </a:cubicBezTo>
                <a:cubicBezTo>
                  <a:pt x="2840866" y="4211920"/>
                  <a:pt x="2839987" y="4212136"/>
                  <a:pt x="2839359" y="4212266"/>
                </a:cubicBezTo>
                <a:lnTo>
                  <a:pt x="2839233" y="4212266"/>
                </a:lnTo>
                <a:cubicBezTo>
                  <a:pt x="2838606" y="4212438"/>
                  <a:pt x="2838229" y="4212438"/>
                  <a:pt x="2837854" y="4212438"/>
                </a:cubicBezTo>
                <a:cubicBezTo>
                  <a:pt x="2837477" y="4212438"/>
                  <a:pt x="2837163" y="4212309"/>
                  <a:pt x="2836660" y="4212093"/>
                </a:cubicBezTo>
                <a:cubicBezTo>
                  <a:pt x="2836159" y="4211876"/>
                  <a:pt x="2835468" y="4211574"/>
                  <a:pt x="2834401" y="4211141"/>
                </a:cubicBezTo>
                <a:close/>
                <a:moveTo>
                  <a:pt x="2931046" y="4141608"/>
                </a:moveTo>
                <a:cubicBezTo>
                  <a:pt x="2930417" y="4142084"/>
                  <a:pt x="2929790" y="4142516"/>
                  <a:pt x="2929037" y="4142906"/>
                </a:cubicBezTo>
                <a:cubicBezTo>
                  <a:pt x="2927844" y="4143512"/>
                  <a:pt x="2926527" y="4144031"/>
                  <a:pt x="2924895" y="4144333"/>
                </a:cubicBezTo>
                <a:cubicBezTo>
                  <a:pt x="2923263" y="4144637"/>
                  <a:pt x="2921318" y="4144680"/>
                  <a:pt x="2918996" y="4144377"/>
                </a:cubicBezTo>
                <a:cubicBezTo>
                  <a:pt x="2916674" y="4144074"/>
                  <a:pt x="2913913" y="4143425"/>
                  <a:pt x="2910524" y="4142300"/>
                </a:cubicBezTo>
                <a:cubicBezTo>
                  <a:pt x="2913223" y="4142213"/>
                  <a:pt x="2915670" y="4142127"/>
                  <a:pt x="2917866" y="4142041"/>
                </a:cubicBezTo>
                <a:cubicBezTo>
                  <a:pt x="2920063" y="4141954"/>
                  <a:pt x="2922008" y="4141867"/>
                  <a:pt x="2923828" y="4141824"/>
                </a:cubicBezTo>
                <a:lnTo>
                  <a:pt x="2923828" y="4141867"/>
                </a:lnTo>
                <a:cubicBezTo>
                  <a:pt x="2925648" y="4141781"/>
                  <a:pt x="2927343" y="4141737"/>
                  <a:pt x="2928912" y="4141695"/>
                </a:cubicBezTo>
                <a:cubicBezTo>
                  <a:pt x="2929665" y="4141651"/>
                  <a:pt x="2930355" y="4141608"/>
                  <a:pt x="2931046" y="4141608"/>
                </a:cubicBezTo>
                <a:close/>
                <a:moveTo>
                  <a:pt x="2932302" y="4140744"/>
                </a:moveTo>
                <a:lnTo>
                  <a:pt x="2935626" y="4140786"/>
                </a:lnTo>
                <a:cubicBezTo>
                  <a:pt x="2934936" y="4141002"/>
                  <a:pt x="2934245" y="4141219"/>
                  <a:pt x="2933429" y="4141478"/>
                </a:cubicBezTo>
                <a:cubicBezTo>
                  <a:pt x="2932614" y="4141522"/>
                  <a:pt x="2931798" y="4141565"/>
                  <a:pt x="2930982" y="4141565"/>
                </a:cubicBezTo>
                <a:lnTo>
                  <a:pt x="2932267" y="4140764"/>
                </a:lnTo>
                <a:lnTo>
                  <a:pt x="2932425" y="4140873"/>
                </a:lnTo>
                <a:lnTo>
                  <a:pt x="2932531" y="4140945"/>
                </a:lnTo>
                <a:lnTo>
                  <a:pt x="2932489" y="4140959"/>
                </a:lnTo>
                <a:lnTo>
                  <a:pt x="2932802" y="4141132"/>
                </a:lnTo>
                <a:lnTo>
                  <a:pt x="2932531" y="4140945"/>
                </a:lnTo>
                <a:lnTo>
                  <a:pt x="2932614" y="4140916"/>
                </a:lnTo>
                <a:close/>
                <a:moveTo>
                  <a:pt x="2932300" y="4140743"/>
                </a:moveTo>
                <a:lnTo>
                  <a:pt x="2932302" y="4140744"/>
                </a:lnTo>
                <a:lnTo>
                  <a:pt x="2932299" y="4140744"/>
                </a:lnTo>
                <a:close/>
                <a:moveTo>
                  <a:pt x="2932237" y="4140743"/>
                </a:moveTo>
                <a:lnTo>
                  <a:pt x="2932299" y="4140744"/>
                </a:lnTo>
                <a:lnTo>
                  <a:pt x="2932267" y="4140764"/>
                </a:lnTo>
                <a:close/>
                <a:moveTo>
                  <a:pt x="2948428" y="4137541"/>
                </a:moveTo>
                <a:cubicBezTo>
                  <a:pt x="2949056" y="4137584"/>
                  <a:pt x="2949935" y="4137714"/>
                  <a:pt x="2951440" y="4137801"/>
                </a:cubicBezTo>
                <a:cubicBezTo>
                  <a:pt x="2950312" y="4138796"/>
                  <a:pt x="2949747" y="4139488"/>
                  <a:pt x="2949308" y="4139964"/>
                </a:cubicBezTo>
                <a:cubicBezTo>
                  <a:pt x="2948867" y="4140440"/>
                  <a:pt x="2948492" y="4140743"/>
                  <a:pt x="2947613" y="4140873"/>
                </a:cubicBezTo>
                <a:lnTo>
                  <a:pt x="2947550" y="4140830"/>
                </a:lnTo>
                <a:cubicBezTo>
                  <a:pt x="2946735" y="4140959"/>
                  <a:pt x="2945416" y="4141002"/>
                  <a:pt x="2943032" y="4140959"/>
                </a:cubicBezTo>
                <a:cubicBezTo>
                  <a:pt x="2941274" y="4140916"/>
                  <a:pt x="2938890" y="4140830"/>
                  <a:pt x="2935689" y="4140786"/>
                </a:cubicBezTo>
                <a:cubicBezTo>
                  <a:pt x="2938701" y="4139877"/>
                  <a:pt x="2940898" y="4139185"/>
                  <a:pt x="2942529" y="4138709"/>
                </a:cubicBezTo>
                <a:cubicBezTo>
                  <a:pt x="2944538" y="4138103"/>
                  <a:pt x="2945667" y="4137801"/>
                  <a:pt x="2946483" y="4137627"/>
                </a:cubicBezTo>
                <a:cubicBezTo>
                  <a:pt x="2947299" y="4137455"/>
                  <a:pt x="2947801" y="4137498"/>
                  <a:pt x="2948428" y="4137541"/>
                </a:cubicBezTo>
                <a:close/>
                <a:moveTo>
                  <a:pt x="3009113" y="4132478"/>
                </a:moveTo>
                <a:cubicBezTo>
                  <a:pt x="3009427" y="4132522"/>
                  <a:pt x="3009552" y="4132652"/>
                  <a:pt x="3009678" y="4132955"/>
                </a:cubicBezTo>
                <a:cubicBezTo>
                  <a:pt x="3009804" y="4133257"/>
                  <a:pt x="3009991" y="4133647"/>
                  <a:pt x="3010368" y="4134210"/>
                </a:cubicBezTo>
                <a:cubicBezTo>
                  <a:pt x="3009866" y="4134166"/>
                  <a:pt x="3009364" y="4134123"/>
                  <a:pt x="3008862" y="4134036"/>
                </a:cubicBezTo>
                <a:lnTo>
                  <a:pt x="3008925" y="4134036"/>
                </a:lnTo>
                <a:cubicBezTo>
                  <a:pt x="3008423" y="4133950"/>
                  <a:pt x="3007858" y="4133906"/>
                  <a:pt x="3007293" y="4133820"/>
                </a:cubicBezTo>
                <a:cubicBezTo>
                  <a:pt x="3006728" y="4133733"/>
                  <a:pt x="3006101" y="4133647"/>
                  <a:pt x="3005410" y="4133560"/>
                </a:cubicBezTo>
                <a:cubicBezTo>
                  <a:pt x="3004720" y="4133474"/>
                  <a:pt x="3003967" y="4133344"/>
                  <a:pt x="3003151" y="4133257"/>
                </a:cubicBezTo>
                <a:cubicBezTo>
                  <a:pt x="3005097" y="4132998"/>
                  <a:pt x="3006414" y="4132738"/>
                  <a:pt x="3007356" y="4132609"/>
                </a:cubicBezTo>
                <a:cubicBezTo>
                  <a:pt x="3008297" y="4132478"/>
                  <a:pt x="3008799" y="4132435"/>
                  <a:pt x="3009113" y="4132478"/>
                </a:cubicBezTo>
                <a:close/>
                <a:moveTo>
                  <a:pt x="2903307" y="4076402"/>
                </a:moveTo>
                <a:lnTo>
                  <a:pt x="2903244" y="4076792"/>
                </a:lnTo>
                <a:lnTo>
                  <a:pt x="2903118" y="4077181"/>
                </a:lnTo>
                <a:lnTo>
                  <a:pt x="2903056" y="4077527"/>
                </a:lnTo>
                <a:lnTo>
                  <a:pt x="2902930" y="4077917"/>
                </a:lnTo>
                <a:lnTo>
                  <a:pt x="2902052" y="4077701"/>
                </a:lnTo>
                <a:lnTo>
                  <a:pt x="2901110" y="4077440"/>
                </a:lnTo>
                <a:lnTo>
                  <a:pt x="2900169" y="4077224"/>
                </a:lnTo>
                <a:lnTo>
                  <a:pt x="2899290" y="4076965"/>
                </a:lnTo>
                <a:lnTo>
                  <a:pt x="2900295" y="4076835"/>
                </a:lnTo>
                <a:lnTo>
                  <a:pt x="2901299" y="4076705"/>
                </a:lnTo>
                <a:lnTo>
                  <a:pt x="2902303" y="4076532"/>
                </a:lnTo>
                <a:close/>
                <a:moveTo>
                  <a:pt x="2962422" y="4070042"/>
                </a:moveTo>
                <a:lnTo>
                  <a:pt x="2990034" y="4070042"/>
                </a:lnTo>
                <a:lnTo>
                  <a:pt x="2999322" y="4070042"/>
                </a:lnTo>
                <a:cubicBezTo>
                  <a:pt x="2995871" y="4070777"/>
                  <a:pt x="2993298" y="4071383"/>
                  <a:pt x="2990976" y="4071772"/>
                </a:cubicBezTo>
                <a:cubicBezTo>
                  <a:pt x="2988654" y="4072162"/>
                  <a:pt x="2986646" y="4072379"/>
                  <a:pt x="2984323" y="4072379"/>
                </a:cubicBezTo>
                <a:cubicBezTo>
                  <a:pt x="2982002" y="4072379"/>
                  <a:pt x="2979429" y="4072205"/>
                  <a:pt x="2975977" y="4071816"/>
                </a:cubicBezTo>
                <a:cubicBezTo>
                  <a:pt x="2972526" y="4071426"/>
                  <a:pt x="2968196" y="4070821"/>
                  <a:pt x="2962422" y="4070042"/>
                </a:cubicBezTo>
                <a:close/>
                <a:moveTo>
                  <a:pt x="2801393" y="4060004"/>
                </a:moveTo>
                <a:cubicBezTo>
                  <a:pt x="2800702" y="4060480"/>
                  <a:pt x="2800074" y="4060912"/>
                  <a:pt x="2799384" y="4061389"/>
                </a:cubicBezTo>
                <a:cubicBezTo>
                  <a:pt x="2798694" y="4061865"/>
                  <a:pt x="2798004" y="4062341"/>
                  <a:pt x="2797251" y="4062860"/>
                </a:cubicBezTo>
                <a:cubicBezTo>
                  <a:pt x="2796497" y="4063379"/>
                  <a:pt x="2795745" y="4063898"/>
                  <a:pt x="2794928" y="4064461"/>
                </a:cubicBezTo>
                <a:cubicBezTo>
                  <a:pt x="2794113" y="4065023"/>
                  <a:pt x="2793234" y="4065629"/>
                  <a:pt x="2792293" y="4066278"/>
                </a:cubicBezTo>
                <a:cubicBezTo>
                  <a:pt x="2795870" y="4067533"/>
                  <a:pt x="2799573" y="4068355"/>
                  <a:pt x="2802711" y="4068787"/>
                </a:cubicBezTo>
                <a:cubicBezTo>
                  <a:pt x="2805848" y="4069177"/>
                  <a:pt x="2808484" y="4069177"/>
                  <a:pt x="2810053" y="4068702"/>
                </a:cubicBezTo>
                <a:lnTo>
                  <a:pt x="2809990" y="4068702"/>
                </a:lnTo>
                <a:cubicBezTo>
                  <a:pt x="2811559" y="4068225"/>
                  <a:pt x="2811935" y="4067273"/>
                  <a:pt x="2810743" y="4065845"/>
                </a:cubicBezTo>
                <a:cubicBezTo>
                  <a:pt x="2809551" y="4064418"/>
                  <a:pt x="2806601" y="4062470"/>
                  <a:pt x="2801393" y="4060004"/>
                </a:cubicBezTo>
                <a:close/>
                <a:moveTo>
                  <a:pt x="2807292" y="3962866"/>
                </a:moveTo>
                <a:cubicBezTo>
                  <a:pt x="2807543" y="3964121"/>
                  <a:pt x="2807793" y="3965419"/>
                  <a:pt x="2808044" y="3966717"/>
                </a:cubicBezTo>
                <a:cubicBezTo>
                  <a:pt x="2808296" y="3968015"/>
                  <a:pt x="2808547" y="3969313"/>
                  <a:pt x="2808797" y="3970655"/>
                </a:cubicBezTo>
                <a:cubicBezTo>
                  <a:pt x="2809049" y="3971996"/>
                  <a:pt x="2809300" y="3973338"/>
                  <a:pt x="2809551" y="3974765"/>
                </a:cubicBezTo>
                <a:cubicBezTo>
                  <a:pt x="2809801" y="3976193"/>
                  <a:pt x="2810053" y="3977621"/>
                  <a:pt x="2810366" y="3979135"/>
                </a:cubicBezTo>
                <a:cubicBezTo>
                  <a:pt x="2813065" y="3979352"/>
                  <a:pt x="2815701" y="3979568"/>
                  <a:pt x="2818462" y="3979784"/>
                </a:cubicBezTo>
                <a:cubicBezTo>
                  <a:pt x="2821286" y="3980001"/>
                  <a:pt x="2824235" y="3980217"/>
                  <a:pt x="2827562" y="3980476"/>
                </a:cubicBezTo>
                <a:cubicBezTo>
                  <a:pt x="2830888" y="3980736"/>
                  <a:pt x="2834590" y="3981039"/>
                  <a:pt x="2838920" y="3981385"/>
                </a:cubicBezTo>
                <a:lnTo>
                  <a:pt x="2838920" y="3981342"/>
                </a:lnTo>
                <a:cubicBezTo>
                  <a:pt x="2843188" y="3981688"/>
                  <a:pt x="2848146" y="3982077"/>
                  <a:pt x="2853856" y="3982510"/>
                </a:cubicBezTo>
                <a:cubicBezTo>
                  <a:pt x="2848146" y="3980433"/>
                  <a:pt x="2844443" y="3977880"/>
                  <a:pt x="2841556" y="3975371"/>
                </a:cubicBezTo>
                <a:cubicBezTo>
                  <a:pt x="2838669" y="3972861"/>
                  <a:pt x="2836661" y="3970265"/>
                  <a:pt x="2834277" y="3968102"/>
                </a:cubicBezTo>
                <a:cubicBezTo>
                  <a:pt x="2831892" y="3965938"/>
                  <a:pt x="2829255" y="3964121"/>
                  <a:pt x="2825115" y="3963126"/>
                </a:cubicBezTo>
                <a:cubicBezTo>
                  <a:pt x="2821035" y="3962131"/>
                  <a:pt x="2815450" y="3961871"/>
                  <a:pt x="2807292" y="3962866"/>
                </a:cubicBezTo>
                <a:close/>
                <a:moveTo>
                  <a:pt x="203520" y="3849892"/>
                </a:moveTo>
                <a:cubicBezTo>
                  <a:pt x="202830" y="3849935"/>
                  <a:pt x="202203" y="3850108"/>
                  <a:pt x="201512" y="3850324"/>
                </a:cubicBezTo>
                <a:cubicBezTo>
                  <a:pt x="200821" y="3850541"/>
                  <a:pt x="200132" y="3850844"/>
                  <a:pt x="199378" y="3851233"/>
                </a:cubicBezTo>
                <a:cubicBezTo>
                  <a:pt x="198625" y="3851623"/>
                  <a:pt x="197809" y="3852055"/>
                  <a:pt x="196868" y="3852532"/>
                </a:cubicBezTo>
                <a:cubicBezTo>
                  <a:pt x="195927" y="3853007"/>
                  <a:pt x="194860" y="3853527"/>
                  <a:pt x="193667" y="3854046"/>
                </a:cubicBezTo>
                <a:cubicBezTo>
                  <a:pt x="203520" y="3859324"/>
                  <a:pt x="210801" y="3861574"/>
                  <a:pt x="215822" y="3861963"/>
                </a:cubicBezTo>
                <a:cubicBezTo>
                  <a:pt x="220842" y="3862353"/>
                  <a:pt x="223541" y="3860925"/>
                  <a:pt x="224105" y="3858935"/>
                </a:cubicBezTo>
                <a:lnTo>
                  <a:pt x="224168" y="3858978"/>
                </a:lnTo>
                <a:cubicBezTo>
                  <a:pt x="224733" y="3856988"/>
                  <a:pt x="223164" y="3854435"/>
                  <a:pt x="219649" y="3852488"/>
                </a:cubicBezTo>
                <a:cubicBezTo>
                  <a:pt x="216135" y="3850541"/>
                  <a:pt x="210738" y="3849286"/>
                  <a:pt x="203520" y="3849892"/>
                </a:cubicBezTo>
                <a:close/>
                <a:moveTo>
                  <a:pt x="1422849" y="3784166"/>
                </a:moveTo>
                <a:cubicBezTo>
                  <a:pt x="1421717" y="3784037"/>
                  <a:pt x="1420338" y="3784166"/>
                  <a:pt x="1417953" y="3784513"/>
                </a:cubicBezTo>
                <a:cubicBezTo>
                  <a:pt x="1415631" y="3784816"/>
                  <a:pt x="1412306" y="3785335"/>
                  <a:pt x="1407348" y="3785941"/>
                </a:cubicBezTo>
                <a:cubicBezTo>
                  <a:pt x="1411490" y="3787758"/>
                  <a:pt x="1414251" y="3789012"/>
                  <a:pt x="1416198" y="3789878"/>
                </a:cubicBezTo>
                <a:cubicBezTo>
                  <a:pt x="1418141" y="3790744"/>
                  <a:pt x="1419397" y="3791177"/>
                  <a:pt x="1420526" y="3791306"/>
                </a:cubicBezTo>
                <a:cubicBezTo>
                  <a:pt x="1421656" y="3791436"/>
                  <a:pt x="1422723" y="3791262"/>
                  <a:pt x="1424417" y="3790873"/>
                </a:cubicBezTo>
                <a:lnTo>
                  <a:pt x="1424480" y="3790830"/>
                </a:lnTo>
                <a:cubicBezTo>
                  <a:pt x="1426112" y="3790441"/>
                  <a:pt x="1428434" y="3789835"/>
                  <a:pt x="1432010" y="3789099"/>
                </a:cubicBezTo>
                <a:cubicBezTo>
                  <a:pt x="1429187" y="3787456"/>
                  <a:pt x="1427493" y="3786287"/>
                  <a:pt x="1426175" y="3785508"/>
                </a:cubicBezTo>
                <a:cubicBezTo>
                  <a:pt x="1424856" y="3784729"/>
                  <a:pt x="1423978" y="3784297"/>
                  <a:pt x="1422849" y="3784166"/>
                </a:cubicBezTo>
                <a:close/>
                <a:moveTo>
                  <a:pt x="632701" y="2768695"/>
                </a:moveTo>
                <a:cubicBezTo>
                  <a:pt x="627620" y="2768393"/>
                  <a:pt x="624544" y="2769128"/>
                  <a:pt x="623414" y="2770470"/>
                </a:cubicBezTo>
                <a:cubicBezTo>
                  <a:pt x="622285" y="2771811"/>
                  <a:pt x="623163" y="2773628"/>
                  <a:pt x="625987" y="2775360"/>
                </a:cubicBezTo>
                <a:cubicBezTo>
                  <a:pt x="628874" y="2777090"/>
                  <a:pt x="633705" y="2778777"/>
                  <a:pt x="640546" y="2779773"/>
                </a:cubicBezTo>
                <a:cubicBezTo>
                  <a:pt x="641111" y="2779860"/>
                  <a:pt x="641801" y="2779729"/>
                  <a:pt x="642616" y="2779427"/>
                </a:cubicBezTo>
                <a:cubicBezTo>
                  <a:pt x="643432" y="2779124"/>
                  <a:pt x="644436" y="2778648"/>
                  <a:pt x="645504" y="2778041"/>
                </a:cubicBezTo>
                <a:cubicBezTo>
                  <a:pt x="646570" y="2777479"/>
                  <a:pt x="647825" y="2776744"/>
                  <a:pt x="649206" y="2776008"/>
                </a:cubicBezTo>
                <a:lnTo>
                  <a:pt x="649206" y="2775965"/>
                </a:lnTo>
                <a:cubicBezTo>
                  <a:pt x="650586" y="2775186"/>
                  <a:pt x="652093" y="2774407"/>
                  <a:pt x="653787" y="2773585"/>
                </a:cubicBezTo>
                <a:cubicBezTo>
                  <a:pt x="644813" y="2770470"/>
                  <a:pt x="637785" y="2769041"/>
                  <a:pt x="632701" y="2768695"/>
                </a:cubicBezTo>
                <a:close/>
                <a:moveTo>
                  <a:pt x="1732981" y="1944082"/>
                </a:moveTo>
                <a:cubicBezTo>
                  <a:pt x="1730973" y="1943477"/>
                  <a:pt x="1728463" y="1943736"/>
                  <a:pt x="1725890" y="1944428"/>
                </a:cubicBezTo>
                <a:cubicBezTo>
                  <a:pt x="1723317" y="1945121"/>
                  <a:pt x="1720744" y="1946202"/>
                  <a:pt x="1718484" y="1947241"/>
                </a:cubicBezTo>
                <a:cubicBezTo>
                  <a:pt x="1716226" y="1948280"/>
                  <a:pt x="1714342" y="1949274"/>
                  <a:pt x="1713214" y="1949707"/>
                </a:cubicBezTo>
                <a:cubicBezTo>
                  <a:pt x="1714092" y="1949923"/>
                  <a:pt x="1716163" y="1950573"/>
                  <a:pt x="1718736" y="1951265"/>
                </a:cubicBezTo>
                <a:cubicBezTo>
                  <a:pt x="1721309" y="1951957"/>
                  <a:pt x="1724384" y="1952693"/>
                  <a:pt x="1727271" y="1953126"/>
                </a:cubicBezTo>
                <a:cubicBezTo>
                  <a:pt x="1730157" y="1953602"/>
                  <a:pt x="1732856" y="1953688"/>
                  <a:pt x="1734738" y="1953126"/>
                </a:cubicBezTo>
                <a:lnTo>
                  <a:pt x="1734802" y="1953126"/>
                </a:lnTo>
                <a:cubicBezTo>
                  <a:pt x="1736684" y="1952563"/>
                  <a:pt x="1737688" y="1951308"/>
                  <a:pt x="1737186" y="1949015"/>
                </a:cubicBezTo>
                <a:cubicBezTo>
                  <a:pt x="1736559" y="1946160"/>
                  <a:pt x="1734990" y="1944688"/>
                  <a:pt x="1732981" y="1944082"/>
                </a:cubicBezTo>
                <a:close/>
                <a:moveTo>
                  <a:pt x="26482" y="1812762"/>
                </a:moveTo>
                <a:cubicBezTo>
                  <a:pt x="22466" y="1811724"/>
                  <a:pt x="17634" y="1811811"/>
                  <a:pt x="13430" y="1812849"/>
                </a:cubicBezTo>
                <a:cubicBezTo>
                  <a:pt x="9226" y="1813887"/>
                  <a:pt x="5585" y="1815834"/>
                  <a:pt x="4016" y="1818517"/>
                </a:cubicBezTo>
                <a:cubicBezTo>
                  <a:pt x="2447" y="1821200"/>
                  <a:pt x="2887" y="1824575"/>
                  <a:pt x="6715" y="1828469"/>
                </a:cubicBezTo>
                <a:cubicBezTo>
                  <a:pt x="10605" y="1832406"/>
                  <a:pt x="17885" y="1836776"/>
                  <a:pt x="29997" y="1841492"/>
                </a:cubicBezTo>
                <a:cubicBezTo>
                  <a:pt x="31754" y="1837338"/>
                  <a:pt x="33637" y="1833791"/>
                  <a:pt x="35143" y="1830718"/>
                </a:cubicBezTo>
                <a:cubicBezTo>
                  <a:pt x="36650" y="1827603"/>
                  <a:pt x="37778" y="1825007"/>
                  <a:pt x="38093" y="1822757"/>
                </a:cubicBezTo>
                <a:cubicBezTo>
                  <a:pt x="38469" y="1820507"/>
                  <a:pt x="37904" y="1818646"/>
                  <a:pt x="36147" y="1817003"/>
                </a:cubicBezTo>
                <a:cubicBezTo>
                  <a:pt x="34390" y="1815358"/>
                  <a:pt x="31315" y="1813974"/>
                  <a:pt x="26482" y="1812762"/>
                </a:cubicBezTo>
                <a:close/>
                <a:moveTo>
                  <a:pt x="37528" y="1668807"/>
                </a:moveTo>
                <a:cubicBezTo>
                  <a:pt x="32257" y="1668894"/>
                  <a:pt x="28616" y="1670148"/>
                  <a:pt x="26169" y="1672052"/>
                </a:cubicBezTo>
                <a:cubicBezTo>
                  <a:pt x="23722" y="1673913"/>
                  <a:pt x="22592" y="1676423"/>
                  <a:pt x="22466" y="1678976"/>
                </a:cubicBezTo>
                <a:cubicBezTo>
                  <a:pt x="22341" y="1681528"/>
                  <a:pt x="23220" y="1684081"/>
                  <a:pt x="24851" y="1686115"/>
                </a:cubicBezTo>
                <a:cubicBezTo>
                  <a:pt x="26421" y="1688105"/>
                  <a:pt x="28805" y="1689576"/>
                  <a:pt x="31628" y="1689923"/>
                </a:cubicBezTo>
                <a:cubicBezTo>
                  <a:pt x="39034" y="1690831"/>
                  <a:pt x="44493" y="1689923"/>
                  <a:pt x="48196" y="1688062"/>
                </a:cubicBezTo>
                <a:lnTo>
                  <a:pt x="48259" y="1688105"/>
                </a:lnTo>
                <a:cubicBezTo>
                  <a:pt x="51899" y="1686244"/>
                  <a:pt x="53844" y="1683476"/>
                  <a:pt x="54096" y="1680577"/>
                </a:cubicBezTo>
                <a:cubicBezTo>
                  <a:pt x="54346" y="1677677"/>
                  <a:pt x="53028" y="1674692"/>
                  <a:pt x="50204" y="1672442"/>
                </a:cubicBezTo>
                <a:cubicBezTo>
                  <a:pt x="47381" y="1670192"/>
                  <a:pt x="43113" y="1668721"/>
                  <a:pt x="37528" y="1668807"/>
                </a:cubicBezTo>
                <a:close/>
                <a:moveTo>
                  <a:pt x="36022" y="1560335"/>
                </a:moveTo>
                <a:lnTo>
                  <a:pt x="35959" y="1560378"/>
                </a:lnTo>
                <a:cubicBezTo>
                  <a:pt x="29244" y="1575219"/>
                  <a:pt x="26922" y="1584955"/>
                  <a:pt x="27173" y="1591185"/>
                </a:cubicBezTo>
                <a:cubicBezTo>
                  <a:pt x="27487" y="1597416"/>
                  <a:pt x="30374" y="1600185"/>
                  <a:pt x="34077" y="1601007"/>
                </a:cubicBezTo>
                <a:cubicBezTo>
                  <a:pt x="37778" y="1601830"/>
                  <a:pt x="42297" y="1600748"/>
                  <a:pt x="45874" y="1599364"/>
                </a:cubicBezTo>
                <a:cubicBezTo>
                  <a:pt x="49451" y="1597935"/>
                  <a:pt x="52024" y="1596205"/>
                  <a:pt x="51836" y="1595728"/>
                </a:cubicBezTo>
                <a:cubicBezTo>
                  <a:pt x="49138" y="1588589"/>
                  <a:pt x="48635" y="1583484"/>
                  <a:pt x="48950" y="1579676"/>
                </a:cubicBezTo>
                <a:cubicBezTo>
                  <a:pt x="49263" y="1575868"/>
                  <a:pt x="50393" y="1573315"/>
                  <a:pt x="50895" y="1571325"/>
                </a:cubicBezTo>
                <a:cubicBezTo>
                  <a:pt x="51397" y="1569336"/>
                  <a:pt x="51334" y="1567907"/>
                  <a:pt x="49326" y="1566306"/>
                </a:cubicBezTo>
                <a:cubicBezTo>
                  <a:pt x="47318" y="1564748"/>
                  <a:pt x="43365" y="1562974"/>
                  <a:pt x="36022" y="1560335"/>
                </a:cubicBezTo>
                <a:close/>
                <a:moveTo>
                  <a:pt x="36335" y="1539781"/>
                </a:moveTo>
                <a:cubicBezTo>
                  <a:pt x="32947" y="1539609"/>
                  <a:pt x="30624" y="1539912"/>
                  <a:pt x="29620" y="1540690"/>
                </a:cubicBezTo>
                <a:lnTo>
                  <a:pt x="29620" y="1540734"/>
                </a:lnTo>
                <a:cubicBezTo>
                  <a:pt x="28554" y="1541513"/>
                  <a:pt x="28868" y="1542856"/>
                  <a:pt x="30624" y="1544715"/>
                </a:cubicBezTo>
                <a:cubicBezTo>
                  <a:pt x="32445" y="1546619"/>
                  <a:pt x="35708" y="1549042"/>
                  <a:pt x="40666" y="1552114"/>
                </a:cubicBezTo>
                <a:cubicBezTo>
                  <a:pt x="41607" y="1550990"/>
                  <a:pt x="42423" y="1549995"/>
                  <a:pt x="43239" y="1549042"/>
                </a:cubicBezTo>
                <a:cubicBezTo>
                  <a:pt x="44054" y="1548090"/>
                  <a:pt x="44808" y="1547181"/>
                  <a:pt x="45497" y="1546359"/>
                </a:cubicBezTo>
                <a:cubicBezTo>
                  <a:pt x="46188" y="1545494"/>
                  <a:pt x="46878" y="1544715"/>
                  <a:pt x="47505" y="1543936"/>
                </a:cubicBezTo>
                <a:cubicBezTo>
                  <a:pt x="48196" y="1543157"/>
                  <a:pt x="48824" y="1542378"/>
                  <a:pt x="49451" y="1541643"/>
                </a:cubicBezTo>
                <a:cubicBezTo>
                  <a:pt x="44180" y="1540605"/>
                  <a:pt x="39724" y="1539955"/>
                  <a:pt x="36335" y="1539781"/>
                </a:cubicBezTo>
                <a:close/>
                <a:moveTo>
                  <a:pt x="0" y="0"/>
                </a:moveTo>
                <a:lnTo>
                  <a:pt x="3386022" y="0"/>
                </a:lnTo>
                <a:lnTo>
                  <a:pt x="3386022" y="771071"/>
                </a:lnTo>
                <a:lnTo>
                  <a:pt x="3386022" y="850265"/>
                </a:lnTo>
                <a:lnTo>
                  <a:pt x="3386022" y="1512263"/>
                </a:lnTo>
                <a:cubicBezTo>
                  <a:pt x="3385206" y="1512305"/>
                  <a:pt x="3384391" y="1512351"/>
                  <a:pt x="3383637" y="1512351"/>
                </a:cubicBezTo>
                <a:cubicBezTo>
                  <a:pt x="3382822" y="1512393"/>
                  <a:pt x="3382068" y="1512393"/>
                  <a:pt x="3381315" y="1512437"/>
                </a:cubicBezTo>
                <a:cubicBezTo>
                  <a:pt x="3380562" y="1512480"/>
                  <a:pt x="3379810" y="1512523"/>
                  <a:pt x="3378993" y="1512523"/>
                </a:cubicBezTo>
                <a:cubicBezTo>
                  <a:pt x="3378241" y="1512567"/>
                  <a:pt x="3377425" y="1512610"/>
                  <a:pt x="3376546" y="1512610"/>
                </a:cubicBezTo>
                <a:cubicBezTo>
                  <a:pt x="3375856" y="1515206"/>
                  <a:pt x="3375542" y="1517542"/>
                  <a:pt x="3375730" y="1519576"/>
                </a:cubicBezTo>
                <a:cubicBezTo>
                  <a:pt x="3375918" y="1521609"/>
                  <a:pt x="3376420" y="1523383"/>
                  <a:pt x="3377299" y="1524942"/>
                </a:cubicBezTo>
                <a:cubicBezTo>
                  <a:pt x="3378115" y="1526498"/>
                  <a:pt x="3379370" y="1527797"/>
                  <a:pt x="3380814" y="1528922"/>
                </a:cubicBezTo>
                <a:cubicBezTo>
                  <a:pt x="3382319" y="1530046"/>
                  <a:pt x="3384076" y="1530955"/>
                  <a:pt x="3386022" y="1531691"/>
                </a:cubicBezTo>
                <a:lnTo>
                  <a:pt x="3386022" y="1646698"/>
                </a:lnTo>
                <a:cubicBezTo>
                  <a:pt x="3385834" y="1647132"/>
                  <a:pt x="3385708" y="1647521"/>
                  <a:pt x="3385645" y="1647954"/>
                </a:cubicBezTo>
                <a:cubicBezTo>
                  <a:pt x="3385520" y="1648386"/>
                  <a:pt x="3385520" y="1648819"/>
                  <a:pt x="3385520" y="1649251"/>
                </a:cubicBezTo>
                <a:cubicBezTo>
                  <a:pt x="3385520" y="1649685"/>
                  <a:pt x="3385583" y="1650115"/>
                  <a:pt x="3385645" y="1650548"/>
                </a:cubicBezTo>
                <a:cubicBezTo>
                  <a:pt x="3385770" y="1650981"/>
                  <a:pt x="3385896" y="1651414"/>
                  <a:pt x="3386022" y="1651846"/>
                </a:cubicBezTo>
                <a:lnTo>
                  <a:pt x="3386022" y="1692173"/>
                </a:lnTo>
                <a:cubicBezTo>
                  <a:pt x="3385770" y="1692259"/>
                  <a:pt x="3385520" y="1692389"/>
                  <a:pt x="3385269" y="1692476"/>
                </a:cubicBezTo>
                <a:cubicBezTo>
                  <a:pt x="3385018" y="1692562"/>
                  <a:pt x="3384766" y="1692692"/>
                  <a:pt x="3384516" y="1692778"/>
                </a:cubicBezTo>
                <a:cubicBezTo>
                  <a:pt x="3384265" y="1692865"/>
                  <a:pt x="3384014" y="1692994"/>
                  <a:pt x="3383763" y="1693081"/>
                </a:cubicBezTo>
                <a:cubicBezTo>
                  <a:pt x="3383512" y="1693211"/>
                  <a:pt x="3383261" y="1693298"/>
                  <a:pt x="3383010" y="1693427"/>
                </a:cubicBezTo>
                <a:cubicBezTo>
                  <a:pt x="3382445" y="1699311"/>
                  <a:pt x="3381754" y="1704547"/>
                  <a:pt x="3381189" y="1709220"/>
                </a:cubicBezTo>
                <a:cubicBezTo>
                  <a:pt x="3380625" y="1713893"/>
                  <a:pt x="3380186" y="1718004"/>
                  <a:pt x="3380123" y="1721595"/>
                </a:cubicBezTo>
                <a:cubicBezTo>
                  <a:pt x="3380060" y="1725186"/>
                  <a:pt x="3380374" y="1728258"/>
                  <a:pt x="3381253" y="1730898"/>
                </a:cubicBezTo>
                <a:cubicBezTo>
                  <a:pt x="3382131" y="1733537"/>
                  <a:pt x="3383637" y="1735701"/>
                  <a:pt x="3385960" y="1737474"/>
                </a:cubicBezTo>
                <a:lnTo>
                  <a:pt x="3385960" y="1771052"/>
                </a:lnTo>
                <a:cubicBezTo>
                  <a:pt x="3385018" y="1771830"/>
                  <a:pt x="3384139" y="1772652"/>
                  <a:pt x="3383323" y="1773474"/>
                </a:cubicBezTo>
                <a:cubicBezTo>
                  <a:pt x="3382508" y="1774340"/>
                  <a:pt x="3381818" y="1775205"/>
                  <a:pt x="3381189" y="1776113"/>
                </a:cubicBezTo>
                <a:cubicBezTo>
                  <a:pt x="3380625" y="1777023"/>
                  <a:pt x="3380060" y="1777974"/>
                  <a:pt x="3379684" y="1778969"/>
                </a:cubicBezTo>
                <a:cubicBezTo>
                  <a:pt x="3379307" y="1779965"/>
                  <a:pt x="3378993" y="1781003"/>
                  <a:pt x="3378805" y="1782085"/>
                </a:cubicBezTo>
                <a:cubicBezTo>
                  <a:pt x="3378617" y="1782907"/>
                  <a:pt x="3378742" y="1783686"/>
                  <a:pt x="3378993" y="1784378"/>
                </a:cubicBezTo>
                <a:cubicBezTo>
                  <a:pt x="3379245" y="1785070"/>
                  <a:pt x="3379746" y="1785719"/>
                  <a:pt x="3380374" y="1786325"/>
                </a:cubicBezTo>
                <a:cubicBezTo>
                  <a:pt x="3381002" y="1786931"/>
                  <a:pt x="3381818" y="1787450"/>
                  <a:pt x="3382758" y="1787969"/>
                </a:cubicBezTo>
                <a:cubicBezTo>
                  <a:pt x="3383700" y="1788445"/>
                  <a:pt x="3384766" y="1788921"/>
                  <a:pt x="3385960" y="1789354"/>
                </a:cubicBezTo>
                <a:lnTo>
                  <a:pt x="3385960" y="1805753"/>
                </a:lnTo>
                <a:cubicBezTo>
                  <a:pt x="3375479" y="1806661"/>
                  <a:pt x="3366756" y="1807916"/>
                  <a:pt x="3360167" y="1809646"/>
                </a:cubicBezTo>
                <a:cubicBezTo>
                  <a:pt x="3353577" y="1811378"/>
                  <a:pt x="3349122" y="1813584"/>
                  <a:pt x="3347239" y="1816396"/>
                </a:cubicBezTo>
                <a:cubicBezTo>
                  <a:pt x="3345357" y="1819209"/>
                  <a:pt x="3345984" y="1822671"/>
                  <a:pt x="3349561" y="1826867"/>
                </a:cubicBezTo>
                <a:cubicBezTo>
                  <a:pt x="3353138" y="1831065"/>
                  <a:pt x="3359727" y="1836041"/>
                  <a:pt x="3369580" y="1841925"/>
                </a:cubicBezTo>
                <a:cubicBezTo>
                  <a:pt x="3363179" y="1847117"/>
                  <a:pt x="3358284" y="1851920"/>
                  <a:pt x="3355146" y="1856204"/>
                </a:cubicBezTo>
                <a:cubicBezTo>
                  <a:pt x="3352072" y="1860488"/>
                  <a:pt x="3350753" y="1864295"/>
                  <a:pt x="3351633" y="1867497"/>
                </a:cubicBezTo>
                <a:cubicBezTo>
                  <a:pt x="3352511" y="1870699"/>
                  <a:pt x="3355585" y="1873338"/>
                  <a:pt x="3361171" y="1875329"/>
                </a:cubicBezTo>
                <a:cubicBezTo>
                  <a:pt x="3366756" y="1877319"/>
                  <a:pt x="3374914" y="1878660"/>
                  <a:pt x="3385960" y="1879309"/>
                </a:cubicBezTo>
                <a:lnTo>
                  <a:pt x="3385960" y="1903367"/>
                </a:lnTo>
                <a:cubicBezTo>
                  <a:pt x="3383387" y="1904318"/>
                  <a:pt x="3380876" y="1905314"/>
                  <a:pt x="3378491" y="1906352"/>
                </a:cubicBezTo>
                <a:cubicBezTo>
                  <a:pt x="3376107" y="1907390"/>
                  <a:pt x="3373848" y="1908472"/>
                  <a:pt x="3371714" y="1909641"/>
                </a:cubicBezTo>
                <a:cubicBezTo>
                  <a:pt x="3369580" y="1910765"/>
                  <a:pt x="3367634" y="1911977"/>
                  <a:pt x="3365815" y="1913275"/>
                </a:cubicBezTo>
                <a:cubicBezTo>
                  <a:pt x="3363995" y="1914530"/>
                  <a:pt x="3362364" y="1915871"/>
                  <a:pt x="3360983" y="1917299"/>
                </a:cubicBezTo>
                <a:cubicBezTo>
                  <a:pt x="3360543" y="1920111"/>
                  <a:pt x="3360167" y="1922924"/>
                  <a:pt x="3359791" y="1925693"/>
                </a:cubicBezTo>
                <a:cubicBezTo>
                  <a:pt x="3359414" y="1928463"/>
                  <a:pt x="3359037" y="1931231"/>
                  <a:pt x="3358661" y="1934001"/>
                </a:cubicBezTo>
                <a:cubicBezTo>
                  <a:pt x="3358284" y="1936770"/>
                  <a:pt x="3357907" y="1939539"/>
                  <a:pt x="3357531" y="1942352"/>
                </a:cubicBezTo>
                <a:cubicBezTo>
                  <a:pt x="3357092" y="1945121"/>
                  <a:pt x="3356715" y="1947934"/>
                  <a:pt x="3356338" y="1950789"/>
                </a:cubicBezTo>
                <a:cubicBezTo>
                  <a:pt x="3357719" y="1951655"/>
                  <a:pt x="3359414" y="1952477"/>
                  <a:pt x="3361422" y="1953212"/>
                </a:cubicBezTo>
                <a:cubicBezTo>
                  <a:pt x="3363430" y="1953948"/>
                  <a:pt x="3365752" y="1954597"/>
                  <a:pt x="3368262" y="1955202"/>
                </a:cubicBezTo>
                <a:cubicBezTo>
                  <a:pt x="3370772" y="1955808"/>
                  <a:pt x="3373596" y="1956327"/>
                  <a:pt x="3376546" y="1956803"/>
                </a:cubicBezTo>
                <a:cubicBezTo>
                  <a:pt x="3379558" y="1957236"/>
                  <a:pt x="3382696" y="1957626"/>
                  <a:pt x="3386022" y="1957972"/>
                </a:cubicBezTo>
                <a:lnTo>
                  <a:pt x="3386022" y="2078475"/>
                </a:lnTo>
                <a:cubicBezTo>
                  <a:pt x="3384892" y="2079340"/>
                  <a:pt x="3384014" y="2080249"/>
                  <a:pt x="3383449" y="2081158"/>
                </a:cubicBezTo>
                <a:cubicBezTo>
                  <a:pt x="3382884" y="2082066"/>
                  <a:pt x="3382571" y="2082975"/>
                  <a:pt x="3382571" y="2083883"/>
                </a:cubicBezTo>
                <a:cubicBezTo>
                  <a:pt x="3382571" y="2084792"/>
                  <a:pt x="3382822" y="2085700"/>
                  <a:pt x="3383387" y="2086566"/>
                </a:cubicBezTo>
                <a:cubicBezTo>
                  <a:pt x="3383951" y="2087475"/>
                  <a:pt x="3384766" y="2088297"/>
                  <a:pt x="3385960" y="2089118"/>
                </a:cubicBezTo>
                <a:lnTo>
                  <a:pt x="3385960" y="2158911"/>
                </a:lnTo>
                <a:cubicBezTo>
                  <a:pt x="3385206" y="2159430"/>
                  <a:pt x="3384453" y="2159906"/>
                  <a:pt x="3383826" y="2160382"/>
                </a:cubicBezTo>
                <a:cubicBezTo>
                  <a:pt x="3383135" y="2160858"/>
                  <a:pt x="3382571" y="2161290"/>
                  <a:pt x="3382131" y="2161723"/>
                </a:cubicBezTo>
                <a:cubicBezTo>
                  <a:pt x="3381692" y="2162156"/>
                  <a:pt x="3381315" y="2162546"/>
                  <a:pt x="3381064" y="2162935"/>
                </a:cubicBezTo>
                <a:cubicBezTo>
                  <a:pt x="3380814" y="2163325"/>
                  <a:pt x="3380688" y="2163671"/>
                  <a:pt x="3380688" y="2163973"/>
                </a:cubicBezTo>
                <a:cubicBezTo>
                  <a:pt x="3381064" y="2164060"/>
                  <a:pt x="3381441" y="2164060"/>
                  <a:pt x="3381880" y="2164060"/>
                </a:cubicBezTo>
                <a:cubicBezTo>
                  <a:pt x="3382257" y="2164104"/>
                  <a:pt x="3382696" y="2164104"/>
                  <a:pt x="3383135" y="2164104"/>
                </a:cubicBezTo>
                <a:cubicBezTo>
                  <a:pt x="3383574" y="2164104"/>
                  <a:pt x="3384014" y="2164104"/>
                  <a:pt x="3384516" y="2164104"/>
                </a:cubicBezTo>
                <a:cubicBezTo>
                  <a:pt x="3385018" y="2164104"/>
                  <a:pt x="3385457" y="2164104"/>
                  <a:pt x="3385960" y="2164104"/>
                </a:cubicBezTo>
                <a:lnTo>
                  <a:pt x="3385960" y="2184829"/>
                </a:lnTo>
                <a:cubicBezTo>
                  <a:pt x="3385457" y="2185478"/>
                  <a:pt x="3385081" y="2186170"/>
                  <a:pt x="3384830" y="2186906"/>
                </a:cubicBezTo>
                <a:cubicBezTo>
                  <a:pt x="3384516" y="2187598"/>
                  <a:pt x="3384391" y="2188377"/>
                  <a:pt x="3384391" y="2189156"/>
                </a:cubicBezTo>
                <a:cubicBezTo>
                  <a:pt x="3384391" y="2189935"/>
                  <a:pt x="3384516" y="2190757"/>
                  <a:pt x="3384766" y="2191578"/>
                </a:cubicBezTo>
                <a:cubicBezTo>
                  <a:pt x="3385018" y="2192401"/>
                  <a:pt x="3385395" y="2193223"/>
                  <a:pt x="3385960" y="2194045"/>
                </a:cubicBezTo>
                <a:lnTo>
                  <a:pt x="3385960" y="3814844"/>
                </a:lnTo>
                <a:cubicBezTo>
                  <a:pt x="3383951" y="3815017"/>
                  <a:pt x="3381880" y="3815190"/>
                  <a:pt x="3379810" y="3815364"/>
                </a:cubicBezTo>
                <a:cubicBezTo>
                  <a:pt x="3377738" y="3815536"/>
                  <a:pt x="3375604" y="3815753"/>
                  <a:pt x="3373408" y="3815926"/>
                </a:cubicBezTo>
                <a:cubicBezTo>
                  <a:pt x="3371211" y="3816099"/>
                  <a:pt x="3368953" y="3816272"/>
                  <a:pt x="3366568" y="3816489"/>
                </a:cubicBezTo>
                <a:cubicBezTo>
                  <a:pt x="3364183" y="3816704"/>
                  <a:pt x="3361736" y="3816921"/>
                  <a:pt x="3359162" y="3817137"/>
                </a:cubicBezTo>
                <a:cubicBezTo>
                  <a:pt x="3356276" y="3809608"/>
                  <a:pt x="3356150" y="3797320"/>
                  <a:pt x="3356214" y="3783474"/>
                </a:cubicBezTo>
                <a:cubicBezTo>
                  <a:pt x="3356276" y="3769585"/>
                  <a:pt x="3356527" y="3754139"/>
                  <a:pt x="3354456" y="3740249"/>
                </a:cubicBezTo>
                <a:cubicBezTo>
                  <a:pt x="3352385" y="3726360"/>
                  <a:pt x="3347992" y="3713985"/>
                  <a:pt x="3338642" y="3706284"/>
                </a:cubicBezTo>
                <a:cubicBezTo>
                  <a:pt x="3329354" y="3698581"/>
                  <a:pt x="3315109" y="3695552"/>
                  <a:pt x="3293457" y="3700313"/>
                </a:cubicBezTo>
                <a:cubicBezTo>
                  <a:pt x="3293395" y="3711086"/>
                  <a:pt x="3292077" y="3721860"/>
                  <a:pt x="3289944" y="3732590"/>
                </a:cubicBezTo>
                <a:cubicBezTo>
                  <a:pt x="3287810" y="3743364"/>
                  <a:pt x="3284985" y="3754095"/>
                  <a:pt x="3281973" y="3764912"/>
                </a:cubicBezTo>
                <a:cubicBezTo>
                  <a:pt x="3278961" y="3775729"/>
                  <a:pt x="3275823" y="3786590"/>
                  <a:pt x="3273063" y="3797580"/>
                </a:cubicBezTo>
                <a:cubicBezTo>
                  <a:pt x="3270301" y="3808570"/>
                  <a:pt x="3267979" y="3819690"/>
                  <a:pt x="3266724" y="3830983"/>
                </a:cubicBezTo>
                <a:cubicBezTo>
                  <a:pt x="3263711" y="3831200"/>
                  <a:pt x="3260699" y="3831373"/>
                  <a:pt x="3257687" y="3831546"/>
                </a:cubicBezTo>
                <a:cubicBezTo>
                  <a:pt x="3254675" y="3831762"/>
                  <a:pt x="3251662" y="3831936"/>
                  <a:pt x="3248650" y="3832108"/>
                </a:cubicBezTo>
                <a:cubicBezTo>
                  <a:pt x="3245638" y="3832282"/>
                  <a:pt x="3242563" y="3832498"/>
                  <a:pt x="3239488" y="3832671"/>
                </a:cubicBezTo>
                <a:cubicBezTo>
                  <a:pt x="3236413" y="3832844"/>
                  <a:pt x="3233275" y="3833017"/>
                  <a:pt x="3230075" y="3833233"/>
                </a:cubicBezTo>
                <a:cubicBezTo>
                  <a:pt x="3225054" y="3827392"/>
                  <a:pt x="3221979" y="3823411"/>
                  <a:pt x="3219532" y="3820642"/>
                </a:cubicBezTo>
                <a:cubicBezTo>
                  <a:pt x="3217084" y="3817916"/>
                  <a:pt x="3215327" y="3816358"/>
                  <a:pt x="3213006" y="3815407"/>
                </a:cubicBezTo>
                <a:cubicBezTo>
                  <a:pt x="3210683" y="3814454"/>
                  <a:pt x="3207860" y="3814065"/>
                  <a:pt x="3203278" y="3813546"/>
                </a:cubicBezTo>
                <a:cubicBezTo>
                  <a:pt x="3198697" y="3813027"/>
                  <a:pt x="3192359" y="3812465"/>
                  <a:pt x="3183071" y="3811080"/>
                </a:cubicBezTo>
                <a:cubicBezTo>
                  <a:pt x="3177611" y="3816012"/>
                  <a:pt x="3173595" y="3821075"/>
                  <a:pt x="3170520" y="3826224"/>
                </a:cubicBezTo>
                <a:cubicBezTo>
                  <a:pt x="3167445" y="3831373"/>
                  <a:pt x="3165248" y="3836652"/>
                  <a:pt x="3163429" y="3841974"/>
                </a:cubicBezTo>
                <a:cubicBezTo>
                  <a:pt x="3161609" y="3847296"/>
                  <a:pt x="3160228" y="3852704"/>
                  <a:pt x="3158659" y="3858156"/>
                </a:cubicBezTo>
                <a:cubicBezTo>
                  <a:pt x="3157090" y="3863608"/>
                  <a:pt x="3155395" y="3869103"/>
                  <a:pt x="3153011" y="3874599"/>
                </a:cubicBezTo>
                <a:cubicBezTo>
                  <a:pt x="3148618" y="3873084"/>
                  <a:pt x="3145606" y="3871309"/>
                  <a:pt x="3143410" y="3869405"/>
                </a:cubicBezTo>
                <a:cubicBezTo>
                  <a:pt x="3141276" y="3867503"/>
                  <a:pt x="3139895" y="3865468"/>
                  <a:pt x="3138765" y="3863434"/>
                </a:cubicBezTo>
                <a:cubicBezTo>
                  <a:pt x="3137699" y="3861401"/>
                  <a:pt x="3136820" y="3859367"/>
                  <a:pt x="3135565" y="3857507"/>
                </a:cubicBezTo>
                <a:cubicBezTo>
                  <a:pt x="3134310" y="3855646"/>
                  <a:pt x="3132741" y="3853916"/>
                  <a:pt x="3130230" y="3852445"/>
                </a:cubicBezTo>
                <a:cubicBezTo>
                  <a:pt x="3135941" y="3847642"/>
                  <a:pt x="3141841" y="3841368"/>
                  <a:pt x="3146296" y="3834661"/>
                </a:cubicBezTo>
                <a:cubicBezTo>
                  <a:pt x="3150752" y="3827954"/>
                  <a:pt x="3153639" y="3820772"/>
                  <a:pt x="3153263" y="3814108"/>
                </a:cubicBezTo>
                <a:cubicBezTo>
                  <a:pt x="3152886" y="3807402"/>
                  <a:pt x="3149309" y="3801258"/>
                  <a:pt x="3140711" y="3796541"/>
                </a:cubicBezTo>
                <a:cubicBezTo>
                  <a:pt x="3132114" y="3791825"/>
                  <a:pt x="3118559" y="3788581"/>
                  <a:pt x="3098289" y="3787802"/>
                </a:cubicBezTo>
                <a:cubicBezTo>
                  <a:pt x="3088059" y="3795546"/>
                  <a:pt x="3077767" y="3809349"/>
                  <a:pt x="3068919" y="3826181"/>
                </a:cubicBezTo>
                <a:cubicBezTo>
                  <a:pt x="3060070" y="3843012"/>
                  <a:pt x="3052728" y="3862872"/>
                  <a:pt x="3048524" y="3882733"/>
                </a:cubicBezTo>
                <a:cubicBezTo>
                  <a:pt x="3044318" y="3902593"/>
                  <a:pt x="3043126" y="3922454"/>
                  <a:pt x="3046703" y="3939328"/>
                </a:cubicBezTo>
                <a:cubicBezTo>
                  <a:pt x="3050281" y="3956202"/>
                  <a:pt x="3058501" y="3970048"/>
                  <a:pt x="3073060" y="3977923"/>
                </a:cubicBezTo>
                <a:lnTo>
                  <a:pt x="3028629" y="3977923"/>
                </a:lnTo>
                <a:cubicBezTo>
                  <a:pt x="3023421" y="3961698"/>
                  <a:pt x="3020095" y="3951660"/>
                  <a:pt x="3017397" y="3945342"/>
                </a:cubicBezTo>
                <a:cubicBezTo>
                  <a:pt x="3014698" y="3938982"/>
                  <a:pt x="3012690" y="3936300"/>
                  <a:pt x="3010117" y="3934785"/>
                </a:cubicBezTo>
                <a:cubicBezTo>
                  <a:pt x="3007544" y="3933271"/>
                  <a:pt x="3004469" y="3932838"/>
                  <a:pt x="2999700" y="3930977"/>
                </a:cubicBezTo>
                <a:cubicBezTo>
                  <a:pt x="2994993" y="3929117"/>
                  <a:pt x="2988529" y="3925829"/>
                  <a:pt x="2979241" y="3918559"/>
                </a:cubicBezTo>
                <a:cubicBezTo>
                  <a:pt x="2999763" y="3911160"/>
                  <a:pt x="3010556" y="3905535"/>
                  <a:pt x="3014447" y="3901165"/>
                </a:cubicBezTo>
                <a:cubicBezTo>
                  <a:pt x="3018275" y="3896795"/>
                  <a:pt x="3015201" y="3893680"/>
                  <a:pt x="3007795" y="3891343"/>
                </a:cubicBezTo>
                <a:cubicBezTo>
                  <a:pt x="3000390" y="3889006"/>
                  <a:pt x="2988655" y="3887405"/>
                  <a:pt x="2975351" y="3886108"/>
                </a:cubicBezTo>
                <a:cubicBezTo>
                  <a:pt x="2961983" y="3884809"/>
                  <a:pt x="2947048" y="3883771"/>
                  <a:pt x="2933179" y="3882473"/>
                </a:cubicBezTo>
                <a:cubicBezTo>
                  <a:pt x="2924331" y="3888617"/>
                  <a:pt x="2917616" y="3899824"/>
                  <a:pt x="2912532" y="3913193"/>
                </a:cubicBezTo>
                <a:cubicBezTo>
                  <a:pt x="2907450" y="3926607"/>
                  <a:pt x="2903997" y="3942184"/>
                  <a:pt x="2901675" y="3957068"/>
                </a:cubicBezTo>
                <a:cubicBezTo>
                  <a:pt x="2899354" y="3971952"/>
                  <a:pt x="2898162" y="3986188"/>
                  <a:pt x="2897597" y="3996919"/>
                </a:cubicBezTo>
                <a:cubicBezTo>
                  <a:pt x="2897032" y="4007649"/>
                  <a:pt x="2897094" y="4014875"/>
                  <a:pt x="2897220" y="4015697"/>
                </a:cubicBezTo>
                <a:cubicBezTo>
                  <a:pt x="2879084" y="4028158"/>
                  <a:pt x="2866093" y="4038976"/>
                  <a:pt x="2857433" y="4049187"/>
                </a:cubicBezTo>
                <a:cubicBezTo>
                  <a:pt x="2848773" y="4059355"/>
                  <a:pt x="2844317" y="4068917"/>
                  <a:pt x="2843250" y="4078783"/>
                </a:cubicBezTo>
                <a:cubicBezTo>
                  <a:pt x="2842184" y="4088648"/>
                  <a:pt x="2844380" y="4098859"/>
                  <a:pt x="2849024" y="4110325"/>
                </a:cubicBezTo>
                <a:cubicBezTo>
                  <a:pt x="2853605" y="4121792"/>
                  <a:pt x="2860634" y="4134556"/>
                  <a:pt x="2869105" y="4149570"/>
                </a:cubicBezTo>
                <a:cubicBezTo>
                  <a:pt x="2867035" y="4151430"/>
                  <a:pt x="2865968" y="4152166"/>
                  <a:pt x="2864524" y="4152426"/>
                </a:cubicBezTo>
                <a:cubicBezTo>
                  <a:pt x="2863081" y="4152685"/>
                  <a:pt x="2861324" y="4152383"/>
                  <a:pt x="2857873" y="4152123"/>
                </a:cubicBezTo>
                <a:cubicBezTo>
                  <a:pt x="2854421" y="4151863"/>
                  <a:pt x="2849275" y="4151561"/>
                  <a:pt x="2841116" y="4151863"/>
                </a:cubicBezTo>
                <a:cubicBezTo>
                  <a:pt x="2833021" y="4152123"/>
                  <a:pt x="2821851" y="4152988"/>
                  <a:pt x="2806350" y="4154892"/>
                </a:cubicBezTo>
                <a:cubicBezTo>
                  <a:pt x="2807417" y="4152469"/>
                  <a:pt x="2808421" y="4150263"/>
                  <a:pt x="2809362" y="4148099"/>
                </a:cubicBezTo>
                <a:cubicBezTo>
                  <a:pt x="2810304" y="4145935"/>
                  <a:pt x="2811182" y="4143902"/>
                  <a:pt x="2812061" y="4141912"/>
                </a:cubicBezTo>
                <a:cubicBezTo>
                  <a:pt x="2812939" y="4139921"/>
                  <a:pt x="2813817" y="4137931"/>
                  <a:pt x="2814697" y="4135897"/>
                </a:cubicBezTo>
                <a:cubicBezTo>
                  <a:pt x="2815638" y="4133863"/>
                  <a:pt x="2816516" y="4131787"/>
                  <a:pt x="2817520" y="4129580"/>
                </a:cubicBezTo>
                <a:cubicBezTo>
                  <a:pt x="2799321" y="4114522"/>
                  <a:pt x="2784386" y="4108249"/>
                  <a:pt x="2772462" y="4107557"/>
                </a:cubicBezTo>
                <a:cubicBezTo>
                  <a:pt x="2760539" y="4106865"/>
                  <a:pt x="2751627" y="4111711"/>
                  <a:pt x="2745540" y="4118979"/>
                </a:cubicBezTo>
                <a:cubicBezTo>
                  <a:pt x="2739390" y="4126249"/>
                  <a:pt x="2736064" y="4135897"/>
                  <a:pt x="2735185" y="4144681"/>
                </a:cubicBezTo>
                <a:cubicBezTo>
                  <a:pt x="2734307" y="4153464"/>
                  <a:pt x="2735939" y="4161469"/>
                  <a:pt x="2739830" y="4165406"/>
                </a:cubicBezTo>
                <a:cubicBezTo>
                  <a:pt x="2730542" y="4182454"/>
                  <a:pt x="2721944" y="4195305"/>
                  <a:pt x="2714413" y="4205430"/>
                </a:cubicBezTo>
                <a:cubicBezTo>
                  <a:pt x="2706883" y="4215555"/>
                  <a:pt x="2700293" y="4222997"/>
                  <a:pt x="2695085" y="4229185"/>
                </a:cubicBezTo>
                <a:cubicBezTo>
                  <a:pt x="2689876" y="4235372"/>
                  <a:pt x="2685860" y="4240391"/>
                  <a:pt x="2683412" y="4245670"/>
                </a:cubicBezTo>
                <a:cubicBezTo>
                  <a:pt x="2680903" y="4250948"/>
                  <a:pt x="2680023" y="4256530"/>
                  <a:pt x="2680839" y="4263929"/>
                </a:cubicBezTo>
                <a:lnTo>
                  <a:pt x="2629442" y="4263929"/>
                </a:lnTo>
                <a:cubicBezTo>
                  <a:pt x="2627560" y="4265357"/>
                  <a:pt x="2623983" y="4269468"/>
                  <a:pt x="2619653" y="4274876"/>
                </a:cubicBezTo>
                <a:cubicBezTo>
                  <a:pt x="2615260" y="4280285"/>
                  <a:pt x="2610177" y="4286948"/>
                  <a:pt x="2605281" y="4293482"/>
                </a:cubicBezTo>
                <a:cubicBezTo>
                  <a:pt x="2600387" y="4300015"/>
                  <a:pt x="2595680" y="4306462"/>
                  <a:pt x="2592166" y="4311352"/>
                </a:cubicBezTo>
                <a:cubicBezTo>
                  <a:pt x="2588589" y="4316284"/>
                  <a:pt x="2586267" y="4319659"/>
                  <a:pt x="2586016" y="4320135"/>
                </a:cubicBezTo>
                <a:cubicBezTo>
                  <a:pt x="2583129" y="4319227"/>
                  <a:pt x="2580368" y="4318361"/>
                  <a:pt x="2577669" y="4317495"/>
                </a:cubicBezTo>
                <a:cubicBezTo>
                  <a:pt x="2574971" y="4316631"/>
                  <a:pt x="2572335" y="4315808"/>
                  <a:pt x="2569762" y="4314986"/>
                </a:cubicBezTo>
                <a:cubicBezTo>
                  <a:pt x="2567189" y="4314164"/>
                  <a:pt x="2564616" y="4313385"/>
                  <a:pt x="2562106" y="4312563"/>
                </a:cubicBezTo>
                <a:cubicBezTo>
                  <a:pt x="2559533" y="4311741"/>
                  <a:pt x="2557023" y="4310962"/>
                  <a:pt x="2554513" y="4310140"/>
                </a:cubicBezTo>
                <a:cubicBezTo>
                  <a:pt x="2548300" y="4311352"/>
                  <a:pt x="2543091" y="4312910"/>
                  <a:pt x="2538699" y="4314770"/>
                </a:cubicBezTo>
                <a:cubicBezTo>
                  <a:pt x="2534306" y="4316631"/>
                  <a:pt x="2530729" y="4318794"/>
                  <a:pt x="2527842" y="4321260"/>
                </a:cubicBezTo>
                <a:cubicBezTo>
                  <a:pt x="2524954" y="4323727"/>
                  <a:pt x="2522759" y="4326452"/>
                  <a:pt x="2521064" y="4329395"/>
                </a:cubicBezTo>
                <a:cubicBezTo>
                  <a:pt x="2519369" y="4332337"/>
                  <a:pt x="2518303" y="4335495"/>
                  <a:pt x="2517549" y="4338870"/>
                </a:cubicBezTo>
                <a:cubicBezTo>
                  <a:pt x="2514223" y="4339346"/>
                  <a:pt x="2510835" y="4339779"/>
                  <a:pt x="2507509" y="4340212"/>
                </a:cubicBezTo>
                <a:cubicBezTo>
                  <a:pt x="2504183" y="4340645"/>
                  <a:pt x="2500857" y="4341077"/>
                  <a:pt x="2497530" y="4341509"/>
                </a:cubicBezTo>
                <a:cubicBezTo>
                  <a:pt x="2494204" y="4341942"/>
                  <a:pt x="2490879" y="4342375"/>
                  <a:pt x="2487615" y="4342808"/>
                </a:cubicBezTo>
                <a:cubicBezTo>
                  <a:pt x="2484290" y="4343241"/>
                  <a:pt x="2481088" y="4343673"/>
                  <a:pt x="2477826" y="4344106"/>
                </a:cubicBezTo>
                <a:cubicBezTo>
                  <a:pt x="2476257" y="4346312"/>
                  <a:pt x="2474249" y="4350337"/>
                  <a:pt x="2472178" y="4355312"/>
                </a:cubicBezTo>
                <a:cubicBezTo>
                  <a:pt x="2470107" y="4360288"/>
                  <a:pt x="2467910" y="4366216"/>
                  <a:pt x="2466153" y="4372231"/>
                </a:cubicBezTo>
                <a:cubicBezTo>
                  <a:pt x="2464333" y="4378245"/>
                  <a:pt x="2462890" y="4384346"/>
                  <a:pt x="2462262" y="4389625"/>
                </a:cubicBezTo>
                <a:cubicBezTo>
                  <a:pt x="2461572" y="4394903"/>
                  <a:pt x="2461698" y="4399403"/>
                  <a:pt x="2463015" y="4402216"/>
                </a:cubicBezTo>
                <a:cubicBezTo>
                  <a:pt x="2460317" y="4404163"/>
                  <a:pt x="2457806" y="4406196"/>
                  <a:pt x="2455673" y="4408230"/>
                </a:cubicBezTo>
                <a:cubicBezTo>
                  <a:pt x="2453540" y="4410307"/>
                  <a:pt x="2451782" y="4412384"/>
                  <a:pt x="2450715" y="4414547"/>
                </a:cubicBezTo>
                <a:cubicBezTo>
                  <a:pt x="2449586" y="4416710"/>
                  <a:pt x="2449146" y="4418917"/>
                  <a:pt x="2449586" y="4421124"/>
                </a:cubicBezTo>
                <a:cubicBezTo>
                  <a:pt x="2450025" y="4423331"/>
                  <a:pt x="2451343" y="4425624"/>
                  <a:pt x="2453728" y="4427917"/>
                </a:cubicBezTo>
                <a:cubicBezTo>
                  <a:pt x="2457869" y="4431811"/>
                  <a:pt x="2458748" y="4440292"/>
                  <a:pt x="2457869" y="4450893"/>
                </a:cubicBezTo>
                <a:cubicBezTo>
                  <a:pt x="2456991" y="4461493"/>
                  <a:pt x="2454292" y="4474172"/>
                  <a:pt x="2451029" y="4486416"/>
                </a:cubicBezTo>
                <a:cubicBezTo>
                  <a:pt x="2447765" y="4498661"/>
                  <a:pt x="2444000" y="4510517"/>
                  <a:pt x="2441051" y="4519387"/>
                </a:cubicBezTo>
                <a:cubicBezTo>
                  <a:pt x="2438102" y="4528257"/>
                  <a:pt x="2435905" y="4534185"/>
                  <a:pt x="2435842" y="4534661"/>
                </a:cubicBezTo>
                <a:cubicBezTo>
                  <a:pt x="2427747" y="4539464"/>
                  <a:pt x="2421848" y="4546647"/>
                  <a:pt x="2417894" y="4555127"/>
                </a:cubicBezTo>
                <a:cubicBezTo>
                  <a:pt x="2413941" y="4563651"/>
                  <a:pt x="2411933" y="4573473"/>
                  <a:pt x="2411618" y="4583641"/>
                </a:cubicBezTo>
                <a:cubicBezTo>
                  <a:pt x="2411242" y="4593809"/>
                  <a:pt x="2412622" y="4604280"/>
                  <a:pt x="2415321" y="4614102"/>
                </a:cubicBezTo>
                <a:cubicBezTo>
                  <a:pt x="2418020" y="4623880"/>
                  <a:pt x="2422161" y="4633010"/>
                  <a:pt x="2427433" y="4640453"/>
                </a:cubicBezTo>
                <a:cubicBezTo>
                  <a:pt x="2424546" y="4642226"/>
                  <a:pt x="2421722" y="4643438"/>
                  <a:pt x="2418836" y="4644217"/>
                </a:cubicBezTo>
                <a:cubicBezTo>
                  <a:pt x="2415949" y="4644996"/>
                  <a:pt x="2413062" y="4645299"/>
                  <a:pt x="2410049" y="4645299"/>
                </a:cubicBezTo>
                <a:cubicBezTo>
                  <a:pt x="2407100" y="4645299"/>
                  <a:pt x="2403963" y="4644866"/>
                  <a:pt x="2400762" y="4644217"/>
                </a:cubicBezTo>
                <a:cubicBezTo>
                  <a:pt x="2397561" y="4643568"/>
                  <a:pt x="2394172" y="4642616"/>
                  <a:pt x="2390595" y="4641491"/>
                </a:cubicBezTo>
                <a:cubicBezTo>
                  <a:pt x="2386705" y="4621761"/>
                  <a:pt x="2378359" y="4609602"/>
                  <a:pt x="2368380" y="4602074"/>
                </a:cubicBezTo>
                <a:cubicBezTo>
                  <a:pt x="2358464" y="4594502"/>
                  <a:pt x="2346918" y="4591559"/>
                  <a:pt x="2336814" y="4590261"/>
                </a:cubicBezTo>
                <a:cubicBezTo>
                  <a:pt x="2326648" y="4588920"/>
                  <a:pt x="2317925" y="4589266"/>
                  <a:pt x="2313594" y="4588271"/>
                </a:cubicBezTo>
                <a:cubicBezTo>
                  <a:pt x="2309264" y="4587275"/>
                  <a:pt x="2309264" y="4584939"/>
                  <a:pt x="2316544" y="4578319"/>
                </a:cubicBezTo>
                <a:cubicBezTo>
                  <a:pt x="2322317" y="4573040"/>
                  <a:pt x="2329409" y="4562612"/>
                  <a:pt x="2335433" y="4550065"/>
                </a:cubicBezTo>
                <a:cubicBezTo>
                  <a:pt x="2341458" y="4537516"/>
                  <a:pt x="2346541" y="4522806"/>
                  <a:pt x="2348361" y="4508960"/>
                </a:cubicBezTo>
                <a:cubicBezTo>
                  <a:pt x="2350244" y="4495114"/>
                  <a:pt x="2348801" y="4482089"/>
                  <a:pt x="2342022" y="4472960"/>
                </a:cubicBezTo>
                <a:cubicBezTo>
                  <a:pt x="2335245" y="4463830"/>
                  <a:pt x="2322945" y="4458508"/>
                  <a:pt x="2303052" y="4460066"/>
                </a:cubicBezTo>
                <a:cubicBezTo>
                  <a:pt x="2303491" y="4461104"/>
                  <a:pt x="2302863" y="4469801"/>
                  <a:pt x="2301420" y="4482565"/>
                </a:cubicBezTo>
                <a:cubicBezTo>
                  <a:pt x="2299977" y="4495330"/>
                  <a:pt x="2297843" y="4512118"/>
                  <a:pt x="2295082" y="4529382"/>
                </a:cubicBezTo>
                <a:cubicBezTo>
                  <a:pt x="2292321" y="4546647"/>
                  <a:pt x="2289120" y="4564386"/>
                  <a:pt x="2285668" y="4578968"/>
                </a:cubicBezTo>
                <a:cubicBezTo>
                  <a:pt x="2282217" y="4593549"/>
                  <a:pt x="2278514" y="4605016"/>
                  <a:pt x="2274875" y="4609732"/>
                </a:cubicBezTo>
                <a:cubicBezTo>
                  <a:pt x="2274059" y="4610813"/>
                  <a:pt x="2269540" y="4612112"/>
                  <a:pt x="2263139" y="4613323"/>
                </a:cubicBezTo>
                <a:cubicBezTo>
                  <a:pt x="2256738" y="4614491"/>
                  <a:pt x="2248455" y="4615573"/>
                  <a:pt x="2240171" y="4616136"/>
                </a:cubicBezTo>
                <a:cubicBezTo>
                  <a:pt x="2231887" y="4616698"/>
                  <a:pt x="2223540" y="4616741"/>
                  <a:pt x="2216889" y="4615962"/>
                </a:cubicBezTo>
                <a:cubicBezTo>
                  <a:pt x="2210299" y="4615184"/>
                  <a:pt x="2205404" y="4613496"/>
                  <a:pt x="2204086" y="4610597"/>
                </a:cubicBezTo>
                <a:cubicBezTo>
                  <a:pt x="2202455" y="4607049"/>
                  <a:pt x="2200007" y="4603761"/>
                  <a:pt x="2196995" y="4600732"/>
                </a:cubicBezTo>
                <a:cubicBezTo>
                  <a:pt x="2194046" y="4597703"/>
                  <a:pt x="2190531" y="4594891"/>
                  <a:pt x="2186766" y="4592165"/>
                </a:cubicBezTo>
                <a:cubicBezTo>
                  <a:pt x="2183063" y="4589482"/>
                  <a:pt x="2179047" y="4586886"/>
                  <a:pt x="2175156" y="4584377"/>
                </a:cubicBezTo>
                <a:cubicBezTo>
                  <a:pt x="2171266" y="4581867"/>
                  <a:pt x="2167437" y="4579357"/>
                  <a:pt x="2163986" y="4576848"/>
                </a:cubicBezTo>
                <a:cubicBezTo>
                  <a:pt x="2165178" y="4571699"/>
                  <a:pt x="2169382" y="4567545"/>
                  <a:pt x="2173775" y="4564040"/>
                </a:cubicBezTo>
                <a:cubicBezTo>
                  <a:pt x="2178168" y="4560536"/>
                  <a:pt x="2182749" y="4557680"/>
                  <a:pt x="2184820" y="4555170"/>
                </a:cubicBezTo>
                <a:cubicBezTo>
                  <a:pt x="2186828" y="4552617"/>
                  <a:pt x="2186327" y="4550411"/>
                  <a:pt x="2180490" y="4548161"/>
                </a:cubicBezTo>
                <a:cubicBezTo>
                  <a:pt x="2174654" y="4545911"/>
                  <a:pt x="2163483" y="4543618"/>
                  <a:pt x="2144281" y="4540978"/>
                </a:cubicBezTo>
                <a:cubicBezTo>
                  <a:pt x="2136248" y="4544526"/>
                  <a:pt x="2133612" y="4553094"/>
                  <a:pt x="2133675" y="4564040"/>
                </a:cubicBezTo>
                <a:cubicBezTo>
                  <a:pt x="2133737" y="4575031"/>
                  <a:pt x="2136624" y="4588357"/>
                  <a:pt x="2139636" y="4601554"/>
                </a:cubicBezTo>
                <a:cubicBezTo>
                  <a:pt x="2142648" y="4614708"/>
                  <a:pt x="2145912" y="4627732"/>
                  <a:pt x="2146790" y="4637943"/>
                </a:cubicBezTo>
                <a:cubicBezTo>
                  <a:pt x="2147670" y="4648154"/>
                  <a:pt x="2146163" y="4655640"/>
                  <a:pt x="2139762" y="4657717"/>
                </a:cubicBezTo>
                <a:cubicBezTo>
                  <a:pt x="2125956" y="4651486"/>
                  <a:pt x="2114283" y="4646597"/>
                  <a:pt x="2104808" y="4642529"/>
                </a:cubicBezTo>
                <a:cubicBezTo>
                  <a:pt x="2095331" y="4638462"/>
                  <a:pt x="2088051" y="4635174"/>
                  <a:pt x="2082905" y="4632188"/>
                </a:cubicBezTo>
                <a:cubicBezTo>
                  <a:pt x="2077759" y="4629203"/>
                  <a:pt x="2074747" y="4626476"/>
                  <a:pt x="2073869" y="4623578"/>
                </a:cubicBezTo>
                <a:cubicBezTo>
                  <a:pt x="2072990" y="4620679"/>
                  <a:pt x="2074246" y="4617520"/>
                  <a:pt x="2077571" y="4613626"/>
                </a:cubicBezTo>
                <a:cubicBezTo>
                  <a:pt x="2078952" y="4612025"/>
                  <a:pt x="2079767" y="4610813"/>
                  <a:pt x="2079956" y="4609602"/>
                </a:cubicBezTo>
                <a:cubicBezTo>
                  <a:pt x="2080144" y="4608391"/>
                  <a:pt x="2079643" y="4607223"/>
                  <a:pt x="2078262" y="4605795"/>
                </a:cubicBezTo>
                <a:cubicBezTo>
                  <a:pt x="2076881" y="4604324"/>
                  <a:pt x="2074685" y="4602592"/>
                  <a:pt x="2071421" y="4600256"/>
                </a:cubicBezTo>
                <a:cubicBezTo>
                  <a:pt x="2068158" y="4597920"/>
                  <a:pt x="2063890" y="4594978"/>
                  <a:pt x="2058369" y="4591083"/>
                </a:cubicBezTo>
                <a:cubicBezTo>
                  <a:pt x="2047951" y="4599694"/>
                  <a:pt x="2046444" y="4608996"/>
                  <a:pt x="2049081" y="4618905"/>
                </a:cubicBezTo>
                <a:cubicBezTo>
                  <a:pt x="2051716" y="4628813"/>
                  <a:pt x="2058557" y="4639328"/>
                  <a:pt x="2064832" y="4650447"/>
                </a:cubicBezTo>
                <a:cubicBezTo>
                  <a:pt x="2071044" y="4661568"/>
                  <a:pt x="2076755" y="4673207"/>
                  <a:pt x="2077132" y="4685409"/>
                </a:cubicBezTo>
                <a:cubicBezTo>
                  <a:pt x="2077446" y="4697610"/>
                  <a:pt x="2072551" y="4710288"/>
                  <a:pt x="2057490" y="4723442"/>
                </a:cubicBezTo>
                <a:cubicBezTo>
                  <a:pt x="2052594" y="4720673"/>
                  <a:pt x="2052155" y="4715610"/>
                  <a:pt x="2053034" y="4709552"/>
                </a:cubicBezTo>
                <a:cubicBezTo>
                  <a:pt x="2053913" y="4703495"/>
                  <a:pt x="2056046" y="4696442"/>
                  <a:pt x="2056360" y="4689822"/>
                </a:cubicBezTo>
                <a:cubicBezTo>
                  <a:pt x="2056674" y="4683202"/>
                  <a:pt x="2055167" y="4676928"/>
                  <a:pt x="2048704" y="4672428"/>
                </a:cubicBezTo>
                <a:cubicBezTo>
                  <a:pt x="2042177" y="4667885"/>
                  <a:pt x="2030756" y="4665116"/>
                  <a:pt x="2011239" y="4665462"/>
                </a:cubicBezTo>
                <a:cubicBezTo>
                  <a:pt x="2016134" y="4649409"/>
                  <a:pt x="2016762" y="4639976"/>
                  <a:pt x="2014565" y="4634958"/>
                </a:cubicBezTo>
                <a:cubicBezTo>
                  <a:pt x="2012369" y="4629938"/>
                  <a:pt x="2007348" y="4629333"/>
                  <a:pt x="2001009" y="4630891"/>
                </a:cubicBezTo>
                <a:cubicBezTo>
                  <a:pt x="1994671" y="4632447"/>
                  <a:pt x="1986953" y="4636169"/>
                  <a:pt x="1979422" y="4639847"/>
                </a:cubicBezTo>
                <a:cubicBezTo>
                  <a:pt x="1971892" y="4643525"/>
                  <a:pt x="1964486" y="4647116"/>
                  <a:pt x="1958712" y="4648414"/>
                </a:cubicBezTo>
                <a:cubicBezTo>
                  <a:pt x="1961474" y="4641578"/>
                  <a:pt x="1964988" y="4630847"/>
                  <a:pt x="1967938" y="4618472"/>
                </a:cubicBezTo>
                <a:cubicBezTo>
                  <a:pt x="1970888" y="4606098"/>
                  <a:pt x="1973272" y="4592078"/>
                  <a:pt x="1973774" y="4578708"/>
                </a:cubicBezTo>
                <a:cubicBezTo>
                  <a:pt x="1974276" y="4565338"/>
                  <a:pt x="1972958" y="4552617"/>
                  <a:pt x="1968439" y="4542795"/>
                </a:cubicBezTo>
                <a:cubicBezTo>
                  <a:pt x="1963921" y="4532973"/>
                  <a:pt x="1956265" y="4526051"/>
                  <a:pt x="1944090" y="4524363"/>
                </a:cubicBezTo>
                <a:cubicBezTo>
                  <a:pt x="1939258" y="4524579"/>
                  <a:pt x="1935180" y="4525661"/>
                  <a:pt x="1931351" y="4527132"/>
                </a:cubicBezTo>
                <a:cubicBezTo>
                  <a:pt x="1927523" y="4528560"/>
                  <a:pt x="1924009" y="4530420"/>
                  <a:pt x="1920243" y="4532152"/>
                </a:cubicBezTo>
                <a:cubicBezTo>
                  <a:pt x="1916478" y="4533882"/>
                  <a:pt x="1912462" y="4535483"/>
                  <a:pt x="1907692" y="4536478"/>
                </a:cubicBezTo>
                <a:cubicBezTo>
                  <a:pt x="1902923" y="4537473"/>
                  <a:pt x="1897400" y="4537862"/>
                  <a:pt x="1890623" y="4537084"/>
                </a:cubicBezTo>
                <a:cubicBezTo>
                  <a:pt x="1887046" y="4531762"/>
                  <a:pt x="1885226" y="4527781"/>
                  <a:pt x="1883783" y="4524795"/>
                </a:cubicBezTo>
                <a:cubicBezTo>
                  <a:pt x="1882339" y="4521810"/>
                  <a:pt x="1881335" y="4519733"/>
                  <a:pt x="1879389" y="4518263"/>
                </a:cubicBezTo>
                <a:cubicBezTo>
                  <a:pt x="1877381" y="4516791"/>
                  <a:pt x="1874495" y="4515882"/>
                  <a:pt x="1869223" y="4515103"/>
                </a:cubicBezTo>
                <a:cubicBezTo>
                  <a:pt x="1863952" y="4514324"/>
                  <a:pt x="1856422" y="4513719"/>
                  <a:pt x="1845126" y="4512897"/>
                </a:cubicBezTo>
                <a:cubicBezTo>
                  <a:pt x="1844184" y="4516012"/>
                  <a:pt x="1843180" y="4519127"/>
                  <a:pt x="1842176" y="4522286"/>
                </a:cubicBezTo>
                <a:cubicBezTo>
                  <a:pt x="1841172" y="4525444"/>
                  <a:pt x="1840168" y="4528647"/>
                  <a:pt x="1839164" y="4531891"/>
                </a:cubicBezTo>
                <a:cubicBezTo>
                  <a:pt x="1838159" y="4535137"/>
                  <a:pt x="1837092" y="4538469"/>
                  <a:pt x="1836026" y="4541887"/>
                </a:cubicBezTo>
                <a:cubicBezTo>
                  <a:pt x="1834959" y="4545305"/>
                  <a:pt x="1833830" y="4548810"/>
                  <a:pt x="1832700" y="4552444"/>
                </a:cubicBezTo>
                <a:cubicBezTo>
                  <a:pt x="1835084" y="4554651"/>
                  <a:pt x="1837595" y="4556987"/>
                  <a:pt x="1840168" y="4559411"/>
                </a:cubicBezTo>
                <a:cubicBezTo>
                  <a:pt x="1842741" y="4561833"/>
                  <a:pt x="1845439" y="4564343"/>
                  <a:pt x="1848264" y="4566982"/>
                </a:cubicBezTo>
                <a:cubicBezTo>
                  <a:pt x="1851087" y="4569578"/>
                  <a:pt x="1853974" y="4572304"/>
                  <a:pt x="1856986" y="4575117"/>
                </a:cubicBezTo>
                <a:cubicBezTo>
                  <a:pt x="1859935" y="4577929"/>
                  <a:pt x="1863073" y="4580828"/>
                  <a:pt x="1866211" y="4583771"/>
                </a:cubicBezTo>
                <a:cubicBezTo>
                  <a:pt x="1868282" y="4581867"/>
                  <a:pt x="1870227" y="4580007"/>
                  <a:pt x="1872111" y="4578232"/>
                </a:cubicBezTo>
                <a:cubicBezTo>
                  <a:pt x="1873993" y="4576415"/>
                  <a:pt x="1875812" y="4574685"/>
                  <a:pt x="1877696" y="4572953"/>
                </a:cubicBezTo>
                <a:cubicBezTo>
                  <a:pt x="1879578" y="4571179"/>
                  <a:pt x="1881399" y="4569449"/>
                  <a:pt x="1883343" y="4567632"/>
                </a:cubicBezTo>
                <a:cubicBezTo>
                  <a:pt x="1885289" y="4565815"/>
                  <a:pt x="1887297" y="4563911"/>
                  <a:pt x="1889431" y="4561920"/>
                </a:cubicBezTo>
                <a:cubicBezTo>
                  <a:pt x="1895142" y="4565771"/>
                  <a:pt x="1901041" y="4569362"/>
                  <a:pt x="1906500" y="4572953"/>
                </a:cubicBezTo>
                <a:cubicBezTo>
                  <a:pt x="1911960" y="4576545"/>
                  <a:pt x="1917043" y="4580136"/>
                  <a:pt x="1921122" y="4583944"/>
                </a:cubicBezTo>
                <a:cubicBezTo>
                  <a:pt x="1925201" y="4587752"/>
                  <a:pt x="1928213" y="4591775"/>
                  <a:pt x="1929657" y="4596232"/>
                </a:cubicBezTo>
                <a:cubicBezTo>
                  <a:pt x="1931038" y="4600732"/>
                  <a:pt x="1930850" y="4605621"/>
                  <a:pt x="1928465" y="4611159"/>
                </a:cubicBezTo>
                <a:cubicBezTo>
                  <a:pt x="1895831" y="4604150"/>
                  <a:pt x="1874746" y="4600473"/>
                  <a:pt x="1860563" y="4598655"/>
                </a:cubicBezTo>
                <a:cubicBezTo>
                  <a:pt x="1846380" y="4596838"/>
                  <a:pt x="1839038" y="4596838"/>
                  <a:pt x="1833955" y="4597270"/>
                </a:cubicBezTo>
                <a:cubicBezTo>
                  <a:pt x="1828872" y="4597660"/>
                  <a:pt x="1826047" y="4598482"/>
                  <a:pt x="1820776" y="4598266"/>
                </a:cubicBezTo>
                <a:cubicBezTo>
                  <a:pt x="1815504" y="4598006"/>
                  <a:pt x="1807849" y="4596708"/>
                  <a:pt x="1793101" y="4592900"/>
                </a:cubicBezTo>
                <a:cubicBezTo>
                  <a:pt x="1796992" y="4569103"/>
                  <a:pt x="1797243" y="4555257"/>
                  <a:pt x="1794796" y="4548551"/>
                </a:cubicBezTo>
                <a:cubicBezTo>
                  <a:pt x="1792348" y="4541844"/>
                  <a:pt x="1787265" y="4542233"/>
                  <a:pt x="1780613" y="4546862"/>
                </a:cubicBezTo>
                <a:cubicBezTo>
                  <a:pt x="1773961" y="4551493"/>
                  <a:pt x="1765677" y="4560362"/>
                  <a:pt x="1756765" y="4570574"/>
                </a:cubicBezTo>
                <a:cubicBezTo>
                  <a:pt x="1747854" y="4580785"/>
                  <a:pt x="1738379" y="4592381"/>
                  <a:pt x="1729342" y="4602463"/>
                </a:cubicBezTo>
                <a:cubicBezTo>
                  <a:pt x="1724510" y="4602203"/>
                  <a:pt x="1719929" y="4601295"/>
                  <a:pt x="1715472" y="4600213"/>
                </a:cubicBezTo>
                <a:cubicBezTo>
                  <a:pt x="1710954" y="4599131"/>
                  <a:pt x="1706561" y="4597833"/>
                  <a:pt x="1701980" y="4596838"/>
                </a:cubicBezTo>
                <a:cubicBezTo>
                  <a:pt x="1697399" y="4595843"/>
                  <a:pt x="1692641" y="4595064"/>
                  <a:pt x="1687494" y="4595064"/>
                </a:cubicBezTo>
                <a:cubicBezTo>
                  <a:pt x="1682286" y="4595020"/>
                  <a:pt x="1676762" y="4595713"/>
                  <a:pt x="1670552" y="4597574"/>
                </a:cubicBezTo>
                <a:cubicBezTo>
                  <a:pt x="1670049" y="4598569"/>
                  <a:pt x="1670238" y="4602982"/>
                  <a:pt x="1671618" y="4608434"/>
                </a:cubicBezTo>
                <a:cubicBezTo>
                  <a:pt x="1672998" y="4613886"/>
                  <a:pt x="1675508" y="4620376"/>
                  <a:pt x="1679522" y="4625569"/>
                </a:cubicBezTo>
                <a:cubicBezTo>
                  <a:pt x="1683603" y="4630717"/>
                  <a:pt x="1689189" y="4634612"/>
                  <a:pt x="1696709" y="4634784"/>
                </a:cubicBezTo>
                <a:cubicBezTo>
                  <a:pt x="1704239" y="4635001"/>
                  <a:pt x="1713779" y="4631496"/>
                  <a:pt x="1725639" y="4621977"/>
                </a:cubicBezTo>
                <a:cubicBezTo>
                  <a:pt x="1729279" y="4623621"/>
                  <a:pt x="1732794" y="4625222"/>
                  <a:pt x="1736307" y="4626780"/>
                </a:cubicBezTo>
                <a:cubicBezTo>
                  <a:pt x="1739759" y="4628337"/>
                  <a:pt x="1743273" y="4629895"/>
                  <a:pt x="1746725" y="4631453"/>
                </a:cubicBezTo>
                <a:cubicBezTo>
                  <a:pt x="1750176" y="4633010"/>
                  <a:pt x="1753691" y="4634612"/>
                  <a:pt x="1757268" y="4636212"/>
                </a:cubicBezTo>
                <a:cubicBezTo>
                  <a:pt x="1760845" y="4637813"/>
                  <a:pt x="1764484" y="4639458"/>
                  <a:pt x="1768313" y="4641188"/>
                </a:cubicBezTo>
                <a:cubicBezTo>
                  <a:pt x="1762665" y="4645385"/>
                  <a:pt x="1758210" y="4649583"/>
                  <a:pt x="1754883" y="4653866"/>
                </a:cubicBezTo>
                <a:cubicBezTo>
                  <a:pt x="1751619" y="4658106"/>
                  <a:pt x="1749487" y="4662433"/>
                  <a:pt x="1748607" y="4666804"/>
                </a:cubicBezTo>
                <a:cubicBezTo>
                  <a:pt x="1747792" y="4671173"/>
                  <a:pt x="1748168" y="4675587"/>
                  <a:pt x="1749926" y="4680043"/>
                </a:cubicBezTo>
                <a:cubicBezTo>
                  <a:pt x="1751683" y="4684543"/>
                  <a:pt x="1754757" y="4689043"/>
                  <a:pt x="1759276" y="4693630"/>
                </a:cubicBezTo>
                <a:cubicBezTo>
                  <a:pt x="1738880" y="4700250"/>
                  <a:pt x="1728965" y="4701721"/>
                  <a:pt x="1724384" y="4700163"/>
                </a:cubicBezTo>
                <a:cubicBezTo>
                  <a:pt x="1719803" y="4698606"/>
                  <a:pt x="1720682" y="4694020"/>
                  <a:pt x="1721873" y="4688567"/>
                </a:cubicBezTo>
                <a:cubicBezTo>
                  <a:pt x="1723066" y="4683116"/>
                  <a:pt x="1724698" y="4676842"/>
                  <a:pt x="1721623" y="4671822"/>
                </a:cubicBezTo>
                <a:cubicBezTo>
                  <a:pt x="1718548" y="4666804"/>
                  <a:pt x="1710891" y="4663125"/>
                  <a:pt x="1693508" y="4662866"/>
                </a:cubicBezTo>
                <a:cubicBezTo>
                  <a:pt x="1684232" y="4662735"/>
                  <a:pt x="1678708" y="4664034"/>
                  <a:pt x="1675445" y="4666500"/>
                </a:cubicBezTo>
                <a:cubicBezTo>
                  <a:pt x="1672246" y="4668967"/>
                  <a:pt x="1671243" y="4672645"/>
                  <a:pt x="1671115" y="4677317"/>
                </a:cubicBezTo>
                <a:cubicBezTo>
                  <a:pt x="1670991" y="4681991"/>
                  <a:pt x="1671555" y="4687616"/>
                  <a:pt x="1671555" y="4693976"/>
                </a:cubicBezTo>
                <a:cubicBezTo>
                  <a:pt x="1671492" y="4700337"/>
                  <a:pt x="1670740" y="4707433"/>
                  <a:pt x="1667791" y="4715091"/>
                </a:cubicBezTo>
                <a:cubicBezTo>
                  <a:pt x="1666158" y="4715394"/>
                  <a:pt x="1664401" y="4715740"/>
                  <a:pt x="1662642" y="4716043"/>
                </a:cubicBezTo>
                <a:cubicBezTo>
                  <a:pt x="1660885" y="4716389"/>
                  <a:pt x="1659065" y="4716692"/>
                  <a:pt x="1657243" y="4717038"/>
                </a:cubicBezTo>
                <a:cubicBezTo>
                  <a:pt x="1655487" y="4717341"/>
                  <a:pt x="1653668" y="4717687"/>
                  <a:pt x="1651909" y="4717990"/>
                </a:cubicBezTo>
                <a:cubicBezTo>
                  <a:pt x="1650152" y="4718293"/>
                  <a:pt x="1648459" y="4718596"/>
                  <a:pt x="1646889" y="4718899"/>
                </a:cubicBezTo>
                <a:cubicBezTo>
                  <a:pt x="1644191" y="4724090"/>
                  <a:pt x="1641556" y="4729283"/>
                  <a:pt x="1638919" y="4734476"/>
                </a:cubicBezTo>
                <a:cubicBezTo>
                  <a:pt x="1636219" y="4739668"/>
                  <a:pt x="1633583" y="4744860"/>
                  <a:pt x="1630887" y="4750139"/>
                </a:cubicBezTo>
                <a:cubicBezTo>
                  <a:pt x="1628255" y="4755375"/>
                  <a:pt x="1625487" y="4760739"/>
                  <a:pt x="1622727" y="4766148"/>
                </a:cubicBezTo>
                <a:cubicBezTo>
                  <a:pt x="1619966" y="4771556"/>
                  <a:pt x="1617141" y="4777095"/>
                  <a:pt x="1614255" y="4782763"/>
                </a:cubicBezTo>
                <a:cubicBezTo>
                  <a:pt x="1615070" y="4783282"/>
                  <a:pt x="1616012" y="4783974"/>
                  <a:pt x="1617203" y="4784753"/>
                </a:cubicBezTo>
                <a:cubicBezTo>
                  <a:pt x="1618397" y="4785532"/>
                  <a:pt x="1619714" y="4786441"/>
                  <a:pt x="1621219" y="4787436"/>
                </a:cubicBezTo>
                <a:cubicBezTo>
                  <a:pt x="1622727" y="4788431"/>
                  <a:pt x="1624357" y="4789556"/>
                  <a:pt x="1626113" y="4790724"/>
                </a:cubicBezTo>
                <a:cubicBezTo>
                  <a:pt x="1627876" y="4791893"/>
                  <a:pt x="1629757" y="4793191"/>
                  <a:pt x="1631763" y="4794532"/>
                </a:cubicBezTo>
                <a:cubicBezTo>
                  <a:pt x="1631138" y="4796480"/>
                  <a:pt x="1630447" y="4798470"/>
                  <a:pt x="1629757" y="4800590"/>
                </a:cubicBezTo>
                <a:cubicBezTo>
                  <a:pt x="1629068" y="4802710"/>
                  <a:pt x="1628318" y="4804960"/>
                  <a:pt x="1627495" y="4807383"/>
                </a:cubicBezTo>
                <a:cubicBezTo>
                  <a:pt x="1626676" y="4809806"/>
                  <a:pt x="1625800" y="4812445"/>
                  <a:pt x="1624860" y="4815258"/>
                </a:cubicBezTo>
                <a:cubicBezTo>
                  <a:pt x="1623919" y="4818070"/>
                  <a:pt x="1622916" y="4821186"/>
                  <a:pt x="1621785" y="4824561"/>
                </a:cubicBezTo>
                <a:cubicBezTo>
                  <a:pt x="1617331" y="4820234"/>
                  <a:pt x="1613879" y="4815864"/>
                  <a:pt x="1610739" y="4811667"/>
                </a:cubicBezTo>
                <a:cubicBezTo>
                  <a:pt x="1607603" y="4807469"/>
                  <a:pt x="1604780" y="4803402"/>
                  <a:pt x="1601641" y="4799638"/>
                </a:cubicBezTo>
                <a:cubicBezTo>
                  <a:pt x="1598441" y="4795831"/>
                  <a:pt x="1594989" y="4792326"/>
                  <a:pt x="1590470" y="4789253"/>
                </a:cubicBezTo>
                <a:cubicBezTo>
                  <a:pt x="1585952" y="4786181"/>
                  <a:pt x="1580429" y="4783499"/>
                  <a:pt x="1573212" y="4781379"/>
                </a:cubicBezTo>
                <a:cubicBezTo>
                  <a:pt x="1579237" y="4770561"/>
                  <a:pt x="1580743" y="4763249"/>
                  <a:pt x="1579552" y="4758403"/>
                </a:cubicBezTo>
                <a:cubicBezTo>
                  <a:pt x="1578359" y="4753600"/>
                  <a:pt x="1574468" y="4751264"/>
                  <a:pt x="1569699" y="4750528"/>
                </a:cubicBezTo>
                <a:cubicBezTo>
                  <a:pt x="1564930" y="4749793"/>
                  <a:pt x="1559283" y="4750614"/>
                  <a:pt x="1554576" y="4752086"/>
                </a:cubicBezTo>
                <a:cubicBezTo>
                  <a:pt x="1549870" y="4753557"/>
                  <a:pt x="1546105" y="4755677"/>
                  <a:pt x="1545164" y="4757494"/>
                </a:cubicBezTo>
                <a:cubicBezTo>
                  <a:pt x="1532173" y="4782027"/>
                  <a:pt x="1532173" y="4798340"/>
                  <a:pt x="1537570" y="4809201"/>
                </a:cubicBezTo>
                <a:cubicBezTo>
                  <a:pt x="1542969" y="4820061"/>
                  <a:pt x="1553698" y="4825512"/>
                  <a:pt x="1562106" y="4828369"/>
                </a:cubicBezTo>
                <a:cubicBezTo>
                  <a:pt x="1570515" y="4831224"/>
                  <a:pt x="1576665" y="4831483"/>
                  <a:pt x="1572836" y="4832003"/>
                </a:cubicBezTo>
                <a:cubicBezTo>
                  <a:pt x="1569009" y="4832522"/>
                  <a:pt x="1555267" y="4833301"/>
                  <a:pt x="1523953" y="4837152"/>
                </a:cubicBezTo>
                <a:cubicBezTo>
                  <a:pt x="1524769" y="4838710"/>
                  <a:pt x="1525584" y="4840181"/>
                  <a:pt x="1526337" y="4841652"/>
                </a:cubicBezTo>
                <a:cubicBezTo>
                  <a:pt x="1527153" y="4843123"/>
                  <a:pt x="1527908" y="4844550"/>
                  <a:pt x="1528659" y="4846022"/>
                </a:cubicBezTo>
                <a:cubicBezTo>
                  <a:pt x="1529412" y="4847450"/>
                  <a:pt x="1530165" y="4848964"/>
                  <a:pt x="1530979" y="4850478"/>
                </a:cubicBezTo>
                <a:cubicBezTo>
                  <a:pt x="1531797" y="4851992"/>
                  <a:pt x="1532613" y="4853594"/>
                  <a:pt x="1533492" y="4855282"/>
                </a:cubicBezTo>
                <a:cubicBezTo>
                  <a:pt x="1531797" y="4855325"/>
                  <a:pt x="1530165" y="4855368"/>
                  <a:pt x="1528534" y="4855411"/>
                </a:cubicBezTo>
                <a:cubicBezTo>
                  <a:pt x="1526903" y="4855454"/>
                  <a:pt x="1525208" y="4855498"/>
                  <a:pt x="1523513" y="4855541"/>
                </a:cubicBezTo>
                <a:cubicBezTo>
                  <a:pt x="1521819" y="4855584"/>
                  <a:pt x="1519998" y="4855628"/>
                  <a:pt x="1518115" y="4855671"/>
                </a:cubicBezTo>
                <a:cubicBezTo>
                  <a:pt x="1516232" y="4855714"/>
                  <a:pt x="1514225" y="4855800"/>
                  <a:pt x="1512029" y="4855844"/>
                </a:cubicBezTo>
                <a:cubicBezTo>
                  <a:pt x="1508891" y="4802927"/>
                  <a:pt x="1509581" y="4765889"/>
                  <a:pt x="1511276" y="4739148"/>
                </a:cubicBezTo>
                <a:cubicBezTo>
                  <a:pt x="1512969" y="4712409"/>
                  <a:pt x="1515793" y="4696053"/>
                  <a:pt x="1516987" y="4684543"/>
                </a:cubicBezTo>
                <a:cubicBezTo>
                  <a:pt x="1518181" y="4672991"/>
                  <a:pt x="1517804" y="4666371"/>
                  <a:pt x="1513096" y="4659058"/>
                </a:cubicBezTo>
                <a:cubicBezTo>
                  <a:pt x="1508451" y="4651746"/>
                  <a:pt x="1499476" y="4643828"/>
                  <a:pt x="1483536" y="4629766"/>
                </a:cubicBezTo>
                <a:cubicBezTo>
                  <a:pt x="1483221" y="4630241"/>
                  <a:pt x="1474939" y="4654255"/>
                  <a:pt x="1464456" y="4690168"/>
                </a:cubicBezTo>
                <a:cubicBezTo>
                  <a:pt x="1453976" y="4726081"/>
                  <a:pt x="1441236" y="4773806"/>
                  <a:pt x="1431948" y="4821704"/>
                </a:cubicBezTo>
                <a:cubicBezTo>
                  <a:pt x="1422659" y="4869559"/>
                  <a:pt x="1416824" y="4917588"/>
                  <a:pt x="1420087" y="4954021"/>
                </a:cubicBezTo>
                <a:cubicBezTo>
                  <a:pt x="1423350" y="4990452"/>
                  <a:pt x="1435713" y="5015289"/>
                  <a:pt x="1462889" y="5016847"/>
                </a:cubicBezTo>
                <a:cubicBezTo>
                  <a:pt x="1456110" y="5018361"/>
                  <a:pt x="1451025" y="5019530"/>
                  <a:pt x="1446444" y="5020222"/>
                </a:cubicBezTo>
                <a:cubicBezTo>
                  <a:pt x="1441864" y="5020870"/>
                  <a:pt x="1437847" y="5021173"/>
                  <a:pt x="1433140" y="5020870"/>
                </a:cubicBezTo>
                <a:cubicBezTo>
                  <a:pt x="1428434" y="5020611"/>
                  <a:pt x="1423099" y="5019789"/>
                  <a:pt x="1415883" y="5018405"/>
                </a:cubicBezTo>
                <a:cubicBezTo>
                  <a:pt x="1408667" y="5016976"/>
                  <a:pt x="1399692" y="5014986"/>
                  <a:pt x="1387644" y="5012347"/>
                </a:cubicBezTo>
                <a:cubicBezTo>
                  <a:pt x="1384318" y="4991015"/>
                  <a:pt x="1383125" y="4974573"/>
                  <a:pt x="1383188" y="4961635"/>
                </a:cubicBezTo>
                <a:cubicBezTo>
                  <a:pt x="1383251" y="4948699"/>
                  <a:pt x="1384568" y="4939222"/>
                  <a:pt x="1386200" y="4931737"/>
                </a:cubicBezTo>
                <a:cubicBezTo>
                  <a:pt x="1387832" y="4924251"/>
                  <a:pt x="1389777" y="4918800"/>
                  <a:pt x="1391157" y="4913824"/>
                </a:cubicBezTo>
                <a:cubicBezTo>
                  <a:pt x="1392538" y="4908847"/>
                  <a:pt x="1393291" y="4904391"/>
                  <a:pt x="1392538" y="4899026"/>
                </a:cubicBezTo>
                <a:cubicBezTo>
                  <a:pt x="1385698" y="4897382"/>
                  <a:pt x="1378921" y="4895651"/>
                  <a:pt x="1372144" y="4894050"/>
                </a:cubicBezTo>
                <a:cubicBezTo>
                  <a:pt x="1365366" y="4892449"/>
                  <a:pt x="1358652" y="4890934"/>
                  <a:pt x="1351874" y="4889724"/>
                </a:cubicBezTo>
                <a:cubicBezTo>
                  <a:pt x="1345096" y="4888512"/>
                  <a:pt x="1338380" y="4887559"/>
                  <a:pt x="1331540" y="4887041"/>
                </a:cubicBezTo>
                <a:cubicBezTo>
                  <a:pt x="1324700" y="4886478"/>
                  <a:pt x="1317859" y="4886391"/>
                  <a:pt x="1310894" y="4886867"/>
                </a:cubicBezTo>
                <a:cubicBezTo>
                  <a:pt x="1308006" y="4884877"/>
                  <a:pt x="1306375" y="4883449"/>
                  <a:pt x="1305686" y="4882065"/>
                </a:cubicBezTo>
                <a:cubicBezTo>
                  <a:pt x="1304995" y="4880680"/>
                  <a:pt x="1305309" y="4879382"/>
                  <a:pt x="1306313" y="4877738"/>
                </a:cubicBezTo>
                <a:cubicBezTo>
                  <a:pt x="1307316" y="4876094"/>
                  <a:pt x="1309010" y="4874060"/>
                  <a:pt x="1311207" y="4871204"/>
                </a:cubicBezTo>
                <a:cubicBezTo>
                  <a:pt x="1313403" y="4868349"/>
                  <a:pt x="1316039" y="4864671"/>
                  <a:pt x="1318926" y="4859695"/>
                </a:cubicBezTo>
                <a:cubicBezTo>
                  <a:pt x="1326269" y="4859089"/>
                  <a:pt x="1330160" y="4860300"/>
                  <a:pt x="1332419" y="4862378"/>
                </a:cubicBezTo>
                <a:cubicBezTo>
                  <a:pt x="1334741" y="4864454"/>
                  <a:pt x="1335368" y="4867396"/>
                  <a:pt x="1336247" y="4870382"/>
                </a:cubicBezTo>
                <a:cubicBezTo>
                  <a:pt x="1337125" y="4873324"/>
                  <a:pt x="1338192" y="4876310"/>
                  <a:pt x="1341269" y="4878387"/>
                </a:cubicBezTo>
                <a:cubicBezTo>
                  <a:pt x="1344342" y="4880463"/>
                  <a:pt x="1349427" y="4881632"/>
                  <a:pt x="1358338" y="4881070"/>
                </a:cubicBezTo>
                <a:cubicBezTo>
                  <a:pt x="1373336" y="4880117"/>
                  <a:pt x="1384067" y="4878733"/>
                  <a:pt x="1391785" y="4876959"/>
                </a:cubicBezTo>
                <a:cubicBezTo>
                  <a:pt x="1399503" y="4875185"/>
                  <a:pt x="1404210" y="4873065"/>
                  <a:pt x="1407223" y="4870599"/>
                </a:cubicBezTo>
                <a:cubicBezTo>
                  <a:pt x="1410173" y="4868132"/>
                  <a:pt x="1411427" y="4865363"/>
                  <a:pt x="1412118" y="4862334"/>
                </a:cubicBezTo>
                <a:cubicBezTo>
                  <a:pt x="1412871" y="4859305"/>
                  <a:pt x="1413059" y="4856017"/>
                  <a:pt x="1413937" y="4852512"/>
                </a:cubicBezTo>
                <a:cubicBezTo>
                  <a:pt x="1412871" y="4852253"/>
                  <a:pt x="1411803" y="4851992"/>
                  <a:pt x="1410736" y="4851690"/>
                </a:cubicBezTo>
                <a:cubicBezTo>
                  <a:pt x="1409670" y="4851431"/>
                  <a:pt x="1408540" y="4851128"/>
                  <a:pt x="1407410" y="4850825"/>
                </a:cubicBezTo>
                <a:cubicBezTo>
                  <a:pt x="1406281" y="4850522"/>
                  <a:pt x="1405089" y="4850219"/>
                  <a:pt x="1403833" y="4849873"/>
                </a:cubicBezTo>
                <a:cubicBezTo>
                  <a:pt x="1402579" y="4849527"/>
                  <a:pt x="1401260" y="4849181"/>
                  <a:pt x="1399818" y="4848791"/>
                </a:cubicBezTo>
                <a:cubicBezTo>
                  <a:pt x="1400760" y="4845416"/>
                  <a:pt x="1402077" y="4841998"/>
                  <a:pt x="1403081" y="4838579"/>
                </a:cubicBezTo>
                <a:cubicBezTo>
                  <a:pt x="1404085" y="4835205"/>
                  <a:pt x="1404776" y="4831829"/>
                  <a:pt x="1404461" y="4828541"/>
                </a:cubicBezTo>
                <a:cubicBezTo>
                  <a:pt x="1404147" y="4825253"/>
                  <a:pt x="1402767" y="4822094"/>
                  <a:pt x="1399692" y="4819152"/>
                </a:cubicBezTo>
                <a:cubicBezTo>
                  <a:pt x="1396617" y="4816210"/>
                  <a:pt x="1391785" y="4813484"/>
                  <a:pt x="1384506" y="4811018"/>
                </a:cubicBezTo>
                <a:cubicBezTo>
                  <a:pt x="1384694" y="4810541"/>
                  <a:pt x="1386137" y="4807729"/>
                  <a:pt x="1388271" y="4803705"/>
                </a:cubicBezTo>
                <a:cubicBezTo>
                  <a:pt x="1390405" y="4799724"/>
                  <a:pt x="1393229" y="4794532"/>
                  <a:pt x="1396114" y="4789384"/>
                </a:cubicBezTo>
                <a:cubicBezTo>
                  <a:pt x="1399002" y="4784235"/>
                  <a:pt x="1402015" y="4779128"/>
                  <a:pt x="1404461" y="4775278"/>
                </a:cubicBezTo>
                <a:cubicBezTo>
                  <a:pt x="1406972" y="4771427"/>
                  <a:pt x="1408917" y="4768831"/>
                  <a:pt x="1409795" y="4768701"/>
                </a:cubicBezTo>
                <a:cubicBezTo>
                  <a:pt x="1417326" y="4767489"/>
                  <a:pt x="1421970" y="4765585"/>
                  <a:pt x="1424480" y="4762860"/>
                </a:cubicBezTo>
                <a:cubicBezTo>
                  <a:pt x="1426990" y="4760177"/>
                  <a:pt x="1427367" y="4756672"/>
                  <a:pt x="1426300" y="4752302"/>
                </a:cubicBezTo>
                <a:cubicBezTo>
                  <a:pt x="1425233" y="4747932"/>
                  <a:pt x="1422786" y="4742740"/>
                  <a:pt x="1419586" y="4736596"/>
                </a:cubicBezTo>
                <a:cubicBezTo>
                  <a:pt x="1416448" y="4730451"/>
                  <a:pt x="1412556" y="4723398"/>
                  <a:pt x="1408729" y="4715394"/>
                </a:cubicBezTo>
                <a:cubicBezTo>
                  <a:pt x="1410862" y="4714183"/>
                  <a:pt x="1412995" y="4713014"/>
                  <a:pt x="1415067" y="4711846"/>
                </a:cubicBezTo>
                <a:cubicBezTo>
                  <a:pt x="1417138" y="4710677"/>
                  <a:pt x="1419209" y="4709509"/>
                  <a:pt x="1421279" y="4708384"/>
                </a:cubicBezTo>
                <a:cubicBezTo>
                  <a:pt x="1423350" y="4707259"/>
                  <a:pt x="1425359" y="4706091"/>
                  <a:pt x="1427367" y="4705009"/>
                </a:cubicBezTo>
                <a:cubicBezTo>
                  <a:pt x="1429375" y="4703928"/>
                  <a:pt x="1431321" y="4702846"/>
                  <a:pt x="1433203" y="4701764"/>
                </a:cubicBezTo>
                <a:cubicBezTo>
                  <a:pt x="1432010" y="4697697"/>
                  <a:pt x="1432074" y="4691034"/>
                  <a:pt x="1432890" y="4683246"/>
                </a:cubicBezTo>
                <a:cubicBezTo>
                  <a:pt x="1433705" y="4675456"/>
                  <a:pt x="1435275" y="4666630"/>
                  <a:pt x="1437032" y="4658236"/>
                </a:cubicBezTo>
                <a:cubicBezTo>
                  <a:pt x="1438788" y="4649885"/>
                  <a:pt x="1440736" y="4641967"/>
                  <a:pt x="1442302" y="4636083"/>
                </a:cubicBezTo>
                <a:cubicBezTo>
                  <a:pt x="1443871" y="4630198"/>
                  <a:pt x="1445064" y="4626347"/>
                  <a:pt x="1445315" y="4626044"/>
                </a:cubicBezTo>
                <a:cubicBezTo>
                  <a:pt x="1431321" y="4619813"/>
                  <a:pt x="1422408" y="4616482"/>
                  <a:pt x="1416134" y="4615054"/>
                </a:cubicBezTo>
                <a:cubicBezTo>
                  <a:pt x="1409858" y="4613626"/>
                  <a:pt x="1406218" y="4614145"/>
                  <a:pt x="1402894" y="4615573"/>
                </a:cubicBezTo>
                <a:cubicBezTo>
                  <a:pt x="1399567" y="4617001"/>
                  <a:pt x="1396492" y="4619337"/>
                  <a:pt x="1391409" y="4621587"/>
                </a:cubicBezTo>
                <a:cubicBezTo>
                  <a:pt x="1386326" y="4623837"/>
                  <a:pt x="1379172" y="4625958"/>
                  <a:pt x="1367625" y="4626996"/>
                </a:cubicBezTo>
                <a:cubicBezTo>
                  <a:pt x="1370511" y="4610684"/>
                  <a:pt x="1372080" y="4599996"/>
                  <a:pt x="1372833" y="4592728"/>
                </a:cubicBezTo>
                <a:cubicBezTo>
                  <a:pt x="1373587" y="4585458"/>
                  <a:pt x="1373461" y="4581607"/>
                  <a:pt x="1372771" y="4579054"/>
                </a:cubicBezTo>
                <a:cubicBezTo>
                  <a:pt x="1372144" y="4576502"/>
                  <a:pt x="1370951" y="4575203"/>
                  <a:pt x="1369571" y="4573083"/>
                </a:cubicBezTo>
                <a:cubicBezTo>
                  <a:pt x="1368253" y="4570920"/>
                  <a:pt x="1366683" y="4567935"/>
                  <a:pt x="1365366" y="4561877"/>
                </a:cubicBezTo>
                <a:cubicBezTo>
                  <a:pt x="1362041" y="4559757"/>
                  <a:pt x="1357522" y="4558329"/>
                  <a:pt x="1352627" y="4557118"/>
                </a:cubicBezTo>
                <a:cubicBezTo>
                  <a:pt x="1347733" y="4555906"/>
                  <a:pt x="1342334" y="4554911"/>
                  <a:pt x="1337188" y="4553699"/>
                </a:cubicBezTo>
                <a:cubicBezTo>
                  <a:pt x="1332041" y="4552531"/>
                  <a:pt x="1327084" y="4551103"/>
                  <a:pt x="1323006" y="4549026"/>
                </a:cubicBezTo>
                <a:cubicBezTo>
                  <a:pt x="1318990" y="4546949"/>
                  <a:pt x="1315789" y="4544266"/>
                  <a:pt x="1314156" y="4540458"/>
                </a:cubicBezTo>
                <a:cubicBezTo>
                  <a:pt x="1315035" y="4539810"/>
                  <a:pt x="1315914" y="4539117"/>
                  <a:pt x="1316855" y="4538425"/>
                </a:cubicBezTo>
                <a:cubicBezTo>
                  <a:pt x="1317796" y="4537690"/>
                  <a:pt x="1318737" y="4536954"/>
                  <a:pt x="1319742" y="4536219"/>
                </a:cubicBezTo>
                <a:cubicBezTo>
                  <a:pt x="1320683" y="4535483"/>
                  <a:pt x="1321751" y="4534704"/>
                  <a:pt x="1322817" y="4533882"/>
                </a:cubicBezTo>
                <a:cubicBezTo>
                  <a:pt x="1323884" y="4533103"/>
                  <a:pt x="1325014" y="4532238"/>
                  <a:pt x="1326144" y="4531373"/>
                </a:cubicBezTo>
                <a:cubicBezTo>
                  <a:pt x="1325140" y="4530464"/>
                  <a:pt x="1324136" y="4529555"/>
                  <a:pt x="1323068" y="4528647"/>
                </a:cubicBezTo>
                <a:cubicBezTo>
                  <a:pt x="1322002" y="4527737"/>
                  <a:pt x="1320873" y="4526786"/>
                  <a:pt x="1319742" y="4525748"/>
                </a:cubicBezTo>
                <a:cubicBezTo>
                  <a:pt x="1318550" y="4524752"/>
                  <a:pt x="1317357" y="4523671"/>
                  <a:pt x="1316039" y="4522502"/>
                </a:cubicBezTo>
                <a:cubicBezTo>
                  <a:pt x="1314722" y="4521334"/>
                  <a:pt x="1313341" y="4520123"/>
                  <a:pt x="1311836" y="4518781"/>
                </a:cubicBezTo>
                <a:cubicBezTo>
                  <a:pt x="1313655" y="4516748"/>
                  <a:pt x="1315600" y="4514671"/>
                  <a:pt x="1317545" y="4512551"/>
                </a:cubicBezTo>
                <a:cubicBezTo>
                  <a:pt x="1319555" y="4510431"/>
                  <a:pt x="1321563" y="4508224"/>
                  <a:pt x="1323633" y="4505974"/>
                </a:cubicBezTo>
                <a:cubicBezTo>
                  <a:pt x="1325704" y="4503681"/>
                  <a:pt x="1327901" y="4501344"/>
                  <a:pt x="1330097" y="4498964"/>
                </a:cubicBezTo>
                <a:cubicBezTo>
                  <a:pt x="1332293" y="4496541"/>
                  <a:pt x="1334552" y="4494075"/>
                  <a:pt x="1336937" y="4491522"/>
                </a:cubicBezTo>
                <a:cubicBezTo>
                  <a:pt x="1335117" y="4490484"/>
                  <a:pt x="1333233" y="4489402"/>
                  <a:pt x="1331289" y="4488320"/>
                </a:cubicBezTo>
                <a:cubicBezTo>
                  <a:pt x="1329343" y="4487195"/>
                  <a:pt x="1327398" y="4486071"/>
                  <a:pt x="1325390" y="4484946"/>
                </a:cubicBezTo>
                <a:cubicBezTo>
                  <a:pt x="1323382" y="4483821"/>
                  <a:pt x="1321311" y="4482652"/>
                  <a:pt x="1319240" y="4481440"/>
                </a:cubicBezTo>
                <a:cubicBezTo>
                  <a:pt x="1317106" y="4480272"/>
                  <a:pt x="1315035" y="4479060"/>
                  <a:pt x="1312840" y="4477806"/>
                </a:cubicBezTo>
                <a:cubicBezTo>
                  <a:pt x="1308258" y="4479277"/>
                  <a:pt x="1303174" y="4481440"/>
                  <a:pt x="1297651" y="4483474"/>
                </a:cubicBezTo>
                <a:cubicBezTo>
                  <a:pt x="1292131" y="4485508"/>
                  <a:pt x="1286109" y="4487455"/>
                  <a:pt x="1279579" y="4488536"/>
                </a:cubicBezTo>
                <a:cubicBezTo>
                  <a:pt x="1273052" y="4489618"/>
                  <a:pt x="1266086" y="4489835"/>
                  <a:pt x="1258617" y="4488407"/>
                </a:cubicBezTo>
                <a:cubicBezTo>
                  <a:pt x="1251151" y="4486978"/>
                  <a:pt x="1243244" y="4483950"/>
                  <a:pt x="1234833" y="4478498"/>
                </a:cubicBezTo>
                <a:cubicBezTo>
                  <a:pt x="1236528" y="4475599"/>
                  <a:pt x="1239228" y="4473912"/>
                  <a:pt x="1242428" y="4472917"/>
                </a:cubicBezTo>
                <a:cubicBezTo>
                  <a:pt x="1245628" y="4471922"/>
                  <a:pt x="1249395" y="4471618"/>
                  <a:pt x="1253348" y="4471489"/>
                </a:cubicBezTo>
                <a:cubicBezTo>
                  <a:pt x="1257301" y="4471359"/>
                  <a:pt x="1261380" y="4471402"/>
                  <a:pt x="1265208" y="4471186"/>
                </a:cubicBezTo>
                <a:cubicBezTo>
                  <a:pt x="1269098" y="4470969"/>
                  <a:pt x="1272676" y="4470407"/>
                  <a:pt x="1275625" y="4469065"/>
                </a:cubicBezTo>
                <a:cubicBezTo>
                  <a:pt x="1280457" y="4462792"/>
                  <a:pt x="1283908" y="4457772"/>
                  <a:pt x="1285598" y="4453661"/>
                </a:cubicBezTo>
                <a:cubicBezTo>
                  <a:pt x="1287292" y="4449551"/>
                  <a:pt x="1287231" y="4446393"/>
                  <a:pt x="1285227" y="4443840"/>
                </a:cubicBezTo>
                <a:cubicBezTo>
                  <a:pt x="1283217" y="4441287"/>
                  <a:pt x="1279139" y="4439297"/>
                  <a:pt x="1272802" y="4437566"/>
                </a:cubicBezTo>
                <a:cubicBezTo>
                  <a:pt x="1266463" y="4435835"/>
                  <a:pt x="1257803" y="4434364"/>
                  <a:pt x="1246570" y="4432763"/>
                </a:cubicBezTo>
                <a:cubicBezTo>
                  <a:pt x="1242176" y="4437220"/>
                  <a:pt x="1239414" y="4440119"/>
                  <a:pt x="1237407" y="4442196"/>
                </a:cubicBezTo>
                <a:cubicBezTo>
                  <a:pt x="1235335" y="4444273"/>
                  <a:pt x="1234017" y="4445571"/>
                  <a:pt x="1232324" y="4446783"/>
                </a:cubicBezTo>
                <a:cubicBezTo>
                  <a:pt x="1230628" y="4447994"/>
                  <a:pt x="1228620" y="4449162"/>
                  <a:pt x="1225233" y="4450980"/>
                </a:cubicBezTo>
                <a:cubicBezTo>
                  <a:pt x="1221844" y="4452797"/>
                  <a:pt x="1217075" y="4455306"/>
                  <a:pt x="1209923" y="4459243"/>
                </a:cubicBezTo>
                <a:cubicBezTo>
                  <a:pt x="1214879" y="4467205"/>
                  <a:pt x="1216195" y="4473306"/>
                  <a:pt x="1215317" y="4477243"/>
                </a:cubicBezTo>
                <a:cubicBezTo>
                  <a:pt x="1214440" y="4481138"/>
                  <a:pt x="1211428" y="4482868"/>
                  <a:pt x="1207726" y="4481960"/>
                </a:cubicBezTo>
                <a:cubicBezTo>
                  <a:pt x="1204023" y="4481051"/>
                  <a:pt x="1199757" y="4477589"/>
                  <a:pt x="1196367" y="4471143"/>
                </a:cubicBezTo>
                <a:cubicBezTo>
                  <a:pt x="1192978" y="4464696"/>
                  <a:pt x="1190531" y="4455306"/>
                  <a:pt x="1190531" y="4442542"/>
                </a:cubicBezTo>
                <a:cubicBezTo>
                  <a:pt x="1193355" y="4441504"/>
                  <a:pt x="1196304" y="4440422"/>
                  <a:pt x="1199254" y="4439297"/>
                </a:cubicBezTo>
                <a:cubicBezTo>
                  <a:pt x="1202204" y="4438172"/>
                  <a:pt x="1205216" y="4437047"/>
                  <a:pt x="1208228" y="4435922"/>
                </a:cubicBezTo>
                <a:cubicBezTo>
                  <a:pt x="1211240" y="4434797"/>
                  <a:pt x="1214252" y="4433672"/>
                  <a:pt x="1217199" y="4432547"/>
                </a:cubicBezTo>
                <a:cubicBezTo>
                  <a:pt x="1220149" y="4431465"/>
                  <a:pt x="1223099" y="4430341"/>
                  <a:pt x="1225924" y="4429302"/>
                </a:cubicBezTo>
                <a:cubicBezTo>
                  <a:pt x="1227555" y="4427268"/>
                  <a:pt x="1226990" y="4425062"/>
                  <a:pt x="1225233" y="4422811"/>
                </a:cubicBezTo>
                <a:cubicBezTo>
                  <a:pt x="1223475" y="4420562"/>
                  <a:pt x="1220590" y="4418312"/>
                  <a:pt x="1217763" y="4416192"/>
                </a:cubicBezTo>
                <a:cubicBezTo>
                  <a:pt x="1214879" y="4414071"/>
                  <a:pt x="1212055" y="4412124"/>
                  <a:pt x="1210298" y="4410480"/>
                </a:cubicBezTo>
                <a:cubicBezTo>
                  <a:pt x="1208541" y="4408835"/>
                  <a:pt x="1207915" y="4407538"/>
                  <a:pt x="1209545" y="4406759"/>
                </a:cubicBezTo>
                <a:cubicBezTo>
                  <a:pt x="1210799" y="4406153"/>
                  <a:pt x="1214064" y="4400615"/>
                  <a:pt x="1217390" y="4392610"/>
                </a:cubicBezTo>
                <a:cubicBezTo>
                  <a:pt x="1220714" y="4384605"/>
                  <a:pt x="1224229" y="4374178"/>
                  <a:pt x="1226110" y="4363707"/>
                </a:cubicBezTo>
                <a:cubicBezTo>
                  <a:pt x="1227993" y="4353236"/>
                  <a:pt x="1228181" y="4342808"/>
                  <a:pt x="1224982" y="4334803"/>
                </a:cubicBezTo>
                <a:cubicBezTo>
                  <a:pt x="1221719" y="4326799"/>
                  <a:pt x="1215068" y="4321260"/>
                  <a:pt x="1203145" y="4320654"/>
                </a:cubicBezTo>
                <a:cubicBezTo>
                  <a:pt x="1198124" y="4320395"/>
                  <a:pt x="1194422" y="4321130"/>
                  <a:pt x="1191535" y="4322861"/>
                </a:cubicBezTo>
                <a:cubicBezTo>
                  <a:pt x="1188649" y="4324591"/>
                  <a:pt x="1186515" y="4327361"/>
                  <a:pt x="1184758" y="4331212"/>
                </a:cubicBezTo>
                <a:cubicBezTo>
                  <a:pt x="1182937" y="4335062"/>
                  <a:pt x="1181494" y="4339952"/>
                  <a:pt x="1179861" y="4345966"/>
                </a:cubicBezTo>
                <a:cubicBezTo>
                  <a:pt x="1178230" y="4351980"/>
                  <a:pt x="1176411" y="4359120"/>
                  <a:pt x="1173964" y="4367384"/>
                </a:cubicBezTo>
                <a:cubicBezTo>
                  <a:pt x="1172519" y="4367817"/>
                  <a:pt x="1170950" y="4368293"/>
                  <a:pt x="1169318" y="4368769"/>
                </a:cubicBezTo>
                <a:cubicBezTo>
                  <a:pt x="1167687" y="4369245"/>
                  <a:pt x="1165992" y="4369721"/>
                  <a:pt x="1164298" y="4370240"/>
                </a:cubicBezTo>
                <a:cubicBezTo>
                  <a:pt x="1162603" y="4370759"/>
                  <a:pt x="1160846" y="4371279"/>
                  <a:pt x="1159090" y="4371797"/>
                </a:cubicBezTo>
                <a:cubicBezTo>
                  <a:pt x="1157333" y="4372317"/>
                  <a:pt x="1155575" y="4372836"/>
                  <a:pt x="1153818" y="4373355"/>
                </a:cubicBezTo>
                <a:cubicBezTo>
                  <a:pt x="1152563" y="4375779"/>
                  <a:pt x="1152752" y="4377509"/>
                  <a:pt x="1153944" y="4378894"/>
                </a:cubicBezTo>
                <a:cubicBezTo>
                  <a:pt x="1155073" y="4380279"/>
                  <a:pt x="1157207" y="4381274"/>
                  <a:pt x="1159654" y="4382096"/>
                </a:cubicBezTo>
                <a:cubicBezTo>
                  <a:pt x="1162102" y="4382918"/>
                  <a:pt x="1164926" y="4383610"/>
                  <a:pt x="1167499" y="4384389"/>
                </a:cubicBezTo>
                <a:cubicBezTo>
                  <a:pt x="1170072" y="4385168"/>
                  <a:pt x="1172394" y="4386033"/>
                  <a:pt x="1173899" y="4387245"/>
                </a:cubicBezTo>
                <a:cubicBezTo>
                  <a:pt x="1172330" y="4388370"/>
                  <a:pt x="1171578" y="4389149"/>
                  <a:pt x="1170573" y="4389711"/>
                </a:cubicBezTo>
                <a:cubicBezTo>
                  <a:pt x="1169569" y="4390274"/>
                  <a:pt x="1168190" y="4390620"/>
                  <a:pt x="1165365" y="4390879"/>
                </a:cubicBezTo>
                <a:cubicBezTo>
                  <a:pt x="1162541" y="4391096"/>
                  <a:pt x="1158211" y="4391268"/>
                  <a:pt x="1151183" y="4391485"/>
                </a:cubicBezTo>
                <a:cubicBezTo>
                  <a:pt x="1144153" y="4391701"/>
                  <a:pt x="1134490" y="4391961"/>
                  <a:pt x="1120933" y="4392393"/>
                </a:cubicBezTo>
                <a:cubicBezTo>
                  <a:pt x="1118360" y="4395120"/>
                  <a:pt x="1117356" y="4397932"/>
                  <a:pt x="1116854" y="4400788"/>
                </a:cubicBezTo>
                <a:cubicBezTo>
                  <a:pt x="1116352" y="4403687"/>
                  <a:pt x="1116540" y="4406585"/>
                  <a:pt x="1116352" y="4409442"/>
                </a:cubicBezTo>
                <a:cubicBezTo>
                  <a:pt x="1116163" y="4412297"/>
                  <a:pt x="1115662" y="4415153"/>
                  <a:pt x="1114030" y="4417879"/>
                </a:cubicBezTo>
                <a:cubicBezTo>
                  <a:pt x="1112398" y="4420605"/>
                  <a:pt x="1109512" y="4423244"/>
                  <a:pt x="1104618" y="4425710"/>
                </a:cubicBezTo>
                <a:cubicBezTo>
                  <a:pt x="1099785" y="4421384"/>
                  <a:pt x="1097589" y="4416841"/>
                  <a:pt x="1096208" y="4412384"/>
                </a:cubicBezTo>
                <a:cubicBezTo>
                  <a:pt x="1094827" y="4407928"/>
                  <a:pt x="1094199" y="4403557"/>
                  <a:pt x="1092505" y="4399533"/>
                </a:cubicBezTo>
                <a:cubicBezTo>
                  <a:pt x="1090810" y="4395509"/>
                  <a:pt x="1087986" y="4391875"/>
                  <a:pt x="1082151" y="4388932"/>
                </a:cubicBezTo>
                <a:cubicBezTo>
                  <a:pt x="1076314" y="4385990"/>
                  <a:pt x="1067466" y="4383696"/>
                  <a:pt x="1053721" y="4382399"/>
                </a:cubicBezTo>
                <a:cubicBezTo>
                  <a:pt x="1063073" y="4378072"/>
                  <a:pt x="1069536" y="4372879"/>
                  <a:pt x="1073615" y="4367384"/>
                </a:cubicBezTo>
                <a:cubicBezTo>
                  <a:pt x="1077694" y="4361890"/>
                  <a:pt x="1079452" y="4356091"/>
                  <a:pt x="1079576" y="4350553"/>
                </a:cubicBezTo>
                <a:cubicBezTo>
                  <a:pt x="1079701" y="4345015"/>
                  <a:pt x="1078134" y="4339736"/>
                  <a:pt x="1075624" y="4335279"/>
                </a:cubicBezTo>
                <a:cubicBezTo>
                  <a:pt x="1073112" y="4330823"/>
                  <a:pt x="1069599" y="4327231"/>
                  <a:pt x="1065771" y="4324981"/>
                </a:cubicBezTo>
                <a:cubicBezTo>
                  <a:pt x="1071983" y="4320178"/>
                  <a:pt x="1075748" y="4312823"/>
                  <a:pt x="1077193" y="4304688"/>
                </a:cubicBezTo>
                <a:cubicBezTo>
                  <a:pt x="1078635" y="4296511"/>
                  <a:pt x="1077694" y="4287554"/>
                  <a:pt x="1074619" y="4279463"/>
                </a:cubicBezTo>
                <a:cubicBezTo>
                  <a:pt x="1071544" y="4271371"/>
                  <a:pt x="1066272" y="4264145"/>
                  <a:pt x="1058993" y="4259430"/>
                </a:cubicBezTo>
                <a:cubicBezTo>
                  <a:pt x="1051712" y="4254713"/>
                  <a:pt x="1042426" y="4252549"/>
                  <a:pt x="1031318" y="4254584"/>
                </a:cubicBezTo>
                <a:cubicBezTo>
                  <a:pt x="1027112" y="4255362"/>
                  <a:pt x="1023599" y="4257352"/>
                  <a:pt x="1021088" y="4260035"/>
                </a:cubicBezTo>
                <a:cubicBezTo>
                  <a:pt x="1018641" y="4262718"/>
                  <a:pt x="1017196" y="4266093"/>
                  <a:pt x="1017196" y="4269640"/>
                </a:cubicBezTo>
                <a:cubicBezTo>
                  <a:pt x="1017196" y="4273189"/>
                  <a:pt x="1018578" y="4276866"/>
                  <a:pt x="1021778" y="4280198"/>
                </a:cubicBezTo>
                <a:cubicBezTo>
                  <a:pt x="1024980" y="4283530"/>
                  <a:pt x="1029874" y="4286472"/>
                  <a:pt x="1036965" y="4288549"/>
                </a:cubicBezTo>
                <a:cubicBezTo>
                  <a:pt x="1015879" y="4300881"/>
                  <a:pt x="1003515" y="4307977"/>
                  <a:pt x="996174" y="4312260"/>
                </a:cubicBezTo>
                <a:cubicBezTo>
                  <a:pt x="988830" y="4316587"/>
                  <a:pt x="986510" y="4318058"/>
                  <a:pt x="985443" y="4319227"/>
                </a:cubicBezTo>
                <a:cubicBezTo>
                  <a:pt x="984438" y="4320395"/>
                  <a:pt x="984691" y="4321260"/>
                  <a:pt x="982492" y="4324203"/>
                </a:cubicBezTo>
                <a:cubicBezTo>
                  <a:pt x="980296" y="4327145"/>
                  <a:pt x="975716" y="4332250"/>
                  <a:pt x="964921" y="4341942"/>
                </a:cubicBezTo>
                <a:cubicBezTo>
                  <a:pt x="960152" y="4339433"/>
                  <a:pt x="957891" y="4338135"/>
                  <a:pt x="956763" y="4337010"/>
                </a:cubicBezTo>
                <a:cubicBezTo>
                  <a:pt x="955633" y="4335885"/>
                  <a:pt x="955633" y="4334890"/>
                  <a:pt x="955444" y="4332986"/>
                </a:cubicBezTo>
                <a:cubicBezTo>
                  <a:pt x="955193" y="4331082"/>
                  <a:pt x="954754" y="4328226"/>
                  <a:pt x="952684" y="4323424"/>
                </a:cubicBezTo>
                <a:cubicBezTo>
                  <a:pt x="950612" y="4318620"/>
                  <a:pt x="946909" y="4311784"/>
                  <a:pt x="940194" y="4301919"/>
                </a:cubicBezTo>
                <a:cubicBezTo>
                  <a:pt x="938625" y="4302006"/>
                  <a:pt x="937057" y="4302136"/>
                  <a:pt x="935426" y="4302221"/>
                </a:cubicBezTo>
                <a:cubicBezTo>
                  <a:pt x="933793" y="4302352"/>
                  <a:pt x="932098" y="4302439"/>
                  <a:pt x="930405" y="4302568"/>
                </a:cubicBezTo>
                <a:cubicBezTo>
                  <a:pt x="928710" y="4302654"/>
                  <a:pt x="926953" y="4302784"/>
                  <a:pt x="925070" y="4302914"/>
                </a:cubicBezTo>
                <a:cubicBezTo>
                  <a:pt x="923187" y="4303044"/>
                  <a:pt x="921305" y="4303174"/>
                  <a:pt x="919234" y="4303303"/>
                </a:cubicBezTo>
                <a:cubicBezTo>
                  <a:pt x="920552" y="4299842"/>
                  <a:pt x="921305" y="4296511"/>
                  <a:pt x="921179" y="4293395"/>
                </a:cubicBezTo>
                <a:cubicBezTo>
                  <a:pt x="921054" y="4290280"/>
                  <a:pt x="920113" y="4287381"/>
                  <a:pt x="917979" y="4284785"/>
                </a:cubicBezTo>
                <a:cubicBezTo>
                  <a:pt x="915845" y="4282189"/>
                  <a:pt x="912582" y="4279895"/>
                  <a:pt x="907938" y="4277905"/>
                </a:cubicBezTo>
                <a:cubicBezTo>
                  <a:pt x="903294" y="4275915"/>
                  <a:pt x="897206" y="4274314"/>
                  <a:pt x="889488" y="4273102"/>
                </a:cubicBezTo>
                <a:cubicBezTo>
                  <a:pt x="879634" y="4277386"/>
                  <a:pt x="870597" y="4282751"/>
                  <a:pt x="863506" y="4288939"/>
                </a:cubicBezTo>
                <a:cubicBezTo>
                  <a:pt x="856416" y="4295126"/>
                  <a:pt x="851206" y="4302136"/>
                  <a:pt x="848823" y="4309794"/>
                </a:cubicBezTo>
                <a:cubicBezTo>
                  <a:pt x="846438" y="4317453"/>
                  <a:pt x="847002" y="4325716"/>
                  <a:pt x="851396" y="4334413"/>
                </a:cubicBezTo>
                <a:cubicBezTo>
                  <a:pt x="855787" y="4343111"/>
                  <a:pt x="864134" y="4352198"/>
                  <a:pt x="877312" y="4361543"/>
                </a:cubicBezTo>
                <a:cubicBezTo>
                  <a:pt x="876935" y="4362408"/>
                  <a:pt x="876496" y="4363317"/>
                  <a:pt x="876057" y="4364269"/>
                </a:cubicBezTo>
                <a:cubicBezTo>
                  <a:pt x="875618" y="4365221"/>
                  <a:pt x="875179" y="4366216"/>
                  <a:pt x="874677" y="4367254"/>
                </a:cubicBezTo>
                <a:cubicBezTo>
                  <a:pt x="874174" y="4368293"/>
                  <a:pt x="873673" y="4369375"/>
                  <a:pt x="873170" y="4370457"/>
                </a:cubicBezTo>
                <a:cubicBezTo>
                  <a:pt x="872669" y="4371538"/>
                  <a:pt x="872104" y="4372663"/>
                  <a:pt x="871601" y="4373788"/>
                </a:cubicBezTo>
                <a:cubicBezTo>
                  <a:pt x="872982" y="4374611"/>
                  <a:pt x="874426" y="4375433"/>
                  <a:pt x="875869" y="4376297"/>
                </a:cubicBezTo>
                <a:cubicBezTo>
                  <a:pt x="877312" y="4377163"/>
                  <a:pt x="878819" y="4378029"/>
                  <a:pt x="880324" y="4378937"/>
                </a:cubicBezTo>
                <a:cubicBezTo>
                  <a:pt x="881892" y="4379803"/>
                  <a:pt x="883463" y="4380754"/>
                  <a:pt x="885158" y="4381750"/>
                </a:cubicBezTo>
                <a:cubicBezTo>
                  <a:pt x="886852" y="4382745"/>
                  <a:pt x="888609" y="4383783"/>
                  <a:pt x="890492" y="4384908"/>
                </a:cubicBezTo>
                <a:cubicBezTo>
                  <a:pt x="887353" y="4385384"/>
                  <a:pt x="884403" y="4385817"/>
                  <a:pt x="881455" y="4386250"/>
                </a:cubicBezTo>
                <a:cubicBezTo>
                  <a:pt x="878504" y="4386682"/>
                  <a:pt x="875618" y="4387114"/>
                  <a:pt x="872793" y="4387547"/>
                </a:cubicBezTo>
                <a:cubicBezTo>
                  <a:pt x="869970" y="4387937"/>
                  <a:pt x="867145" y="4388370"/>
                  <a:pt x="864321" y="4388802"/>
                </a:cubicBezTo>
                <a:cubicBezTo>
                  <a:pt x="861498" y="4389235"/>
                  <a:pt x="858611" y="4389668"/>
                  <a:pt x="855724" y="4390100"/>
                </a:cubicBezTo>
                <a:cubicBezTo>
                  <a:pt x="858988" y="4390922"/>
                  <a:pt x="862314" y="4391658"/>
                  <a:pt x="865387" y="4392480"/>
                </a:cubicBezTo>
                <a:cubicBezTo>
                  <a:pt x="868463" y="4393303"/>
                  <a:pt x="871288" y="4394167"/>
                  <a:pt x="873484" y="4395250"/>
                </a:cubicBezTo>
                <a:cubicBezTo>
                  <a:pt x="875681" y="4396288"/>
                  <a:pt x="877312" y="4397586"/>
                  <a:pt x="877939" y="4399143"/>
                </a:cubicBezTo>
                <a:cubicBezTo>
                  <a:pt x="878568" y="4400745"/>
                  <a:pt x="878254" y="4402605"/>
                  <a:pt x="876685" y="4404942"/>
                </a:cubicBezTo>
                <a:cubicBezTo>
                  <a:pt x="872041" y="4404249"/>
                  <a:pt x="867521" y="4403860"/>
                  <a:pt x="863065" y="4403730"/>
                </a:cubicBezTo>
                <a:cubicBezTo>
                  <a:pt x="858611" y="4403557"/>
                  <a:pt x="854156" y="4403687"/>
                  <a:pt x="849827" y="4403989"/>
                </a:cubicBezTo>
                <a:cubicBezTo>
                  <a:pt x="845496" y="4404336"/>
                  <a:pt x="841229" y="4404855"/>
                  <a:pt x="836962" y="4405591"/>
                </a:cubicBezTo>
                <a:cubicBezTo>
                  <a:pt x="832694" y="4406326"/>
                  <a:pt x="828491" y="4407235"/>
                  <a:pt x="824349" y="4408317"/>
                </a:cubicBezTo>
                <a:cubicBezTo>
                  <a:pt x="824851" y="4406629"/>
                  <a:pt x="825416" y="4404942"/>
                  <a:pt x="825918" y="4403254"/>
                </a:cubicBezTo>
                <a:cubicBezTo>
                  <a:pt x="826483" y="4401567"/>
                  <a:pt x="826985" y="4399835"/>
                  <a:pt x="827549" y="4398018"/>
                </a:cubicBezTo>
                <a:cubicBezTo>
                  <a:pt x="828113" y="4396245"/>
                  <a:pt x="828678" y="4394384"/>
                  <a:pt x="829306" y="4392437"/>
                </a:cubicBezTo>
                <a:cubicBezTo>
                  <a:pt x="829871" y="4390490"/>
                  <a:pt x="830499" y="4388457"/>
                  <a:pt x="831188" y="4386293"/>
                </a:cubicBezTo>
                <a:cubicBezTo>
                  <a:pt x="826671" y="4385254"/>
                  <a:pt x="822152" y="4384172"/>
                  <a:pt x="817634" y="4383091"/>
                </a:cubicBezTo>
                <a:cubicBezTo>
                  <a:pt x="813054" y="4382009"/>
                  <a:pt x="808473" y="4380928"/>
                  <a:pt x="803891" y="4379846"/>
                </a:cubicBezTo>
                <a:cubicBezTo>
                  <a:pt x="799310" y="4378764"/>
                  <a:pt x="794729" y="4377640"/>
                  <a:pt x="790148" y="4376558"/>
                </a:cubicBezTo>
                <a:cubicBezTo>
                  <a:pt x="785568" y="4375475"/>
                  <a:pt x="780987" y="4374394"/>
                  <a:pt x="776469" y="4373312"/>
                </a:cubicBezTo>
                <a:cubicBezTo>
                  <a:pt x="775465" y="4370543"/>
                  <a:pt x="776406" y="4368207"/>
                  <a:pt x="778288" y="4366087"/>
                </a:cubicBezTo>
                <a:cubicBezTo>
                  <a:pt x="780172" y="4363966"/>
                  <a:pt x="782933" y="4362062"/>
                  <a:pt x="785631" y="4360158"/>
                </a:cubicBezTo>
                <a:cubicBezTo>
                  <a:pt x="788265" y="4358254"/>
                  <a:pt x="790838" y="4356351"/>
                  <a:pt x="792219" y="4354230"/>
                </a:cubicBezTo>
                <a:cubicBezTo>
                  <a:pt x="793599" y="4352111"/>
                  <a:pt x="793788" y="4349817"/>
                  <a:pt x="791780" y="4347091"/>
                </a:cubicBezTo>
                <a:cubicBezTo>
                  <a:pt x="791467" y="4346658"/>
                  <a:pt x="789646" y="4342635"/>
                  <a:pt x="787513" y="4336707"/>
                </a:cubicBezTo>
                <a:cubicBezTo>
                  <a:pt x="785380" y="4330779"/>
                  <a:pt x="782933" y="4322904"/>
                  <a:pt x="781238" y="4314597"/>
                </a:cubicBezTo>
                <a:cubicBezTo>
                  <a:pt x="779543" y="4306289"/>
                  <a:pt x="778665" y="4297593"/>
                  <a:pt x="779731" y="4290107"/>
                </a:cubicBezTo>
                <a:cubicBezTo>
                  <a:pt x="780799" y="4282578"/>
                  <a:pt x="783749" y="4276261"/>
                  <a:pt x="789772" y="4272669"/>
                </a:cubicBezTo>
                <a:cubicBezTo>
                  <a:pt x="781112" y="4262718"/>
                  <a:pt x="776469" y="4256141"/>
                  <a:pt x="774022" y="4251641"/>
                </a:cubicBezTo>
                <a:cubicBezTo>
                  <a:pt x="771573" y="4247141"/>
                  <a:pt x="771197" y="4244674"/>
                  <a:pt x="771134" y="4243031"/>
                </a:cubicBezTo>
                <a:cubicBezTo>
                  <a:pt x="771072" y="4241386"/>
                  <a:pt x="771197" y="4240521"/>
                  <a:pt x="769691" y="4239136"/>
                </a:cubicBezTo>
                <a:cubicBezTo>
                  <a:pt x="768185" y="4237752"/>
                  <a:pt x="764985" y="4235892"/>
                  <a:pt x="758269" y="4232213"/>
                </a:cubicBezTo>
                <a:cubicBezTo>
                  <a:pt x="752184" y="4238444"/>
                  <a:pt x="747539" y="4243117"/>
                  <a:pt x="744212" y="4247401"/>
                </a:cubicBezTo>
                <a:cubicBezTo>
                  <a:pt x="740887" y="4251684"/>
                  <a:pt x="738816" y="4255578"/>
                  <a:pt x="737686" y="4260165"/>
                </a:cubicBezTo>
                <a:cubicBezTo>
                  <a:pt x="736620" y="4264794"/>
                  <a:pt x="736494" y="4270116"/>
                  <a:pt x="737059" y="4277299"/>
                </a:cubicBezTo>
                <a:cubicBezTo>
                  <a:pt x="737624" y="4284482"/>
                  <a:pt x="738942" y="4293525"/>
                  <a:pt x="740700" y="4305553"/>
                </a:cubicBezTo>
                <a:cubicBezTo>
                  <a:pt x="739193" y="4305899"/>
                  <a:pt x="737686" y="4306289"/>
                  <a:pt x="736181" y="4306635"/>
                </a:cubicBezTo>
                <a:cubicBezTo>
                  <a:pt x="734612" y="4306982"/>
                  <a:pt x="733106" y="4307371"/>
                  <a:pt x="731474" y="4307760"/>
                </a:cubicBezTo>
                <a:cubicBezTo>
                  <a:pt x="729843" y="4308107"/>
                  <a:pt x="728211" y="4308539"/>
                  <a:pt x="726516" y="4308928"/>
                </a:cubicBezTo>
                <a:cubicBezTo>
                  <a:pt x="724823" y="4309318"/>
                  <a:pt x="723070" y="4309751"/>
                  <a:pt x="721251" y="4310183"/>
                </a:cubicBezTo>
                <a:cubicBezTo>
                  <a:pt x="716543" y="4324938"/>
                  <a:pt x="712275" y="4336015"/>
                  <a:pt x="709390" y="4344712"/>
                </a:cubicBezTo>
                <a:cubicBezTo>
                  <a:pt x="706565" y="4353408"/>
                  <a:pt x="705121" y="4359726"/>
                  <a:pt x="706125" y="4364832"/>
                </a:cubicBezTo>
                <a:cubicBezTo>
                  <a:pt x="707192" y="4369937"/>
                  <a:pt x="710643" y="4373875"/>
                  <a:pt x="717610" y="4377855"/>
                </a:cubicBezTo>
                <a:cubicBezTo>
                  <a:pt x="724572" y="4381836"/>
                  <a:pt x="735051" y="4385904"/>
                  <a:pt x="750049" y="4391182"/>
                </a:cubicBezTo>
                <a:cubicBezTo>
                  <a:pt x="749923" y="4392221"/>
                  <a:pt x="749799" y="4393259"/>
                  <a:pt x="749672" y="4394341"/>
                </a:cubicBezTo>
                <a:cubicBezTo>
                  <a:pt x="749547" y="4395379"/>
                  <a:pt x="749423" y="4396504"/>
                  <a:pt x="749296" y="4397629"/>
                </a:cubicBezTo>
                <a:cubicBezTo>
                  <a:pt x="749170" y="4398754"/>
                  <a:pt x="749045" y="4399922"/>
                  <a:pt x="748920" y="4401091"/>
                </a:cubicBezTo>
                <a:cubicBezTo>
                  <a:pt x="748731" y="4402259"/>
                  <a:pt x="748606" y="4403427"/>
                  <a:pt x="748481" y="4404638"/>
                </a:cubicBezTo>
                <a:cubicBezTo>
                  <a:pt x="728274" y="4405721"/>
                  <a:pt x="712402" y="4406888"/>
                  <a:pt x="700415" y="4407581"/>
                </a:cubicBezTo>
                <a:cubicBezTo>
                  <a:pt x="688490" y="4408273"/>
                  <a:pt x="680396" y="4408533"/>
                  <a:pt x="675815" y="4407928"/>
                </a:cubicBezTo>
                <a:cubicBezTo>
                  <a:pt x="671232" y="4407321"/>
                  <a:pt x="670104" y="4405806"/>
                  <a:pt x="672112" y="4402995"/>
                </a:cubicBezTo>
                <a:cubicBezTo>
                  <a:pt x="674057" y="4400182"/>
                  <a:pt x="679140" y="4396028"/>
                  <a:pt x="686859" y="4390057"/>
                </a:cubicBezTo>
                <a:cubicBezTo>
                  <a:pt x="683157" y="4385428"/>
                  <a:pt x="679015" y="4380884"/>
                  <a:pt x="675375" y="4376297"/>
                </a:cubicBezTo>
                <a:cubicBezTo>
                  <a:pt x="671798" y="4371754"/>
                  <a:pt x="668723" y="4367168"/>
                  <a:pt x="667217" y="4362582"/>
                </a:cubicBezTo>
                <a:cubicBezTo>
                  <a:pt x="665711" y="4357951"/>
                  <a:pt x="665836" y="4353366"/>
                  <a:pt x="668597" y="4348649"/>
                </a:cubicBezTo>
                <a:cubicBezTo>
                  <a:pt x="671359" y="4343933"/>
                  <a:pt x="676819" y="4339173"/>
                  <a:pt x="685917" y="4334284"/>
                </a:cubicBezTo>
                <a:cubicBezTo>
                  <a:pt x="682905" y="4333332"/>
                  <a:pt x="680019" y="4332466"/>
                  <a:pt x="677258" y="4331602"/>
                </a:cubicBezTo>
                <a:cubicBezTo>
                  <a:pt x="674497" y="4330779"/>
                  <a:pt x="671924" y="4329957"/>
                  <a:pt x="669413" y="4329178"/>
                </a:cubicBezTo>
                <a:cubicBezTo>
                  <a:pt x="666966" y="4328399"/>
                  <a:pt x="664581" y="4327663"/>
                  <a:pt x="662322" y="4326971"/>
                </a:cubicBezTo>
                <a:cubicBezTo>
                  <a:pt x="660062" y="4326236"/>
                  <a:pt x="657928" y="4325587"/>
                  <a:pt x="655857" y="4324938"/>
                </a:cubicBezTo>
                <a:cubicBezTo>
                  <a:pt x="644939" y="4328962"/>
                  <a:pt x="637973" y="4334544"/>
                  <a:pt x="633518" y="4340774"/>
                </a:cubicBezTo>
                <a:cubicBezTo>
                  <a:pt x="629063" y="4347005"/>
                  <a:pt x="627243" y="4353841"/>
                  <a:pt x="626740" y="4360375"/>
                </a:cubicBezTo>
                <a:cubicBezTo>
                  <a:pt x="626239" y="4366908"/>
                  <a:pt x="627055" y="4373139"/>
                  <a:pt x="627933" y="4378115"/>
                </a:cubicBezTo>
                <a:cubicBezTo>
                  <a:pt x="628812" y="4383091"/>
                  <a:pt x="629690" y="4386812"/>
                  <a:pt x="629376" y="4388370"/>
                </a:cubicBezTo>
                <a:cubicBezTo>
                  <a:pt x="627305" y="4388759"/>
                  <a:pt x="625360" y="4389149"/>
                  <a:pt x="623414" y="4389495"/>
                </a:cubicBezTo>
                <a:cubicBezTo>
                  <a:pt x="621470" y="4389841"/>
                  <a:pt x="619524" y="4390230"/>
                  <a:pt x="617578" y="4390576"/>
                </a:cubicBezTo>
                <a:cubicBezTo>
                  <a:pt x="615570" y="4390966"/>
                  <a:pt x="613562" y="4391355"/>
                  <a:pt x="611366" y="4391745"/>
                </a:cubicBezTo>
                <a:cubicBezTo>
                  <a:pt x="609170" y="4392178"/>
                  <a:pt x="606848" y="4392610"/>
                  <a:pt x="604275" y="4393085"/>
                </a:cubicBezTo>
                <a:cubicBezTo>
                  <a:pt x="606094" y="4394167"/>
                  <a:pt x="607790" y="4395207"/>
                  <a:pt x="609546" y="4396245"/>
                </a:cubicBezTo>
                <a:cubicBezTo>
                  <a:pt x="611240" y="4397283"/>
                  <a:pt x="612997" y="4398321"/>
                  <a:pt x="614755" y="4399403"/>
                </a:cubicBezTo>
                <a:cubicBezTo>
                  <a:pt x="616574" y="4400485"/>
                  <a:pt x="618394" y="4401610"/>
                  <a:pt x="620340" y="4402778"/>
                </a:cubicBezTo>
                <a:cubicBezTo>
                  <a:pt x="622285" y="4403946"/>
                  <a:pt x="624356" y="4405201"/>
                  <a:pt x="626552" y="4406542"/>
                </a:cubicBezTo>
                <a:cubicBezTo>
                  <a:pt x="624983" y="4408403"/>
                  <a:pt x="623414" y="4410307"/>
                  <a:pt x="621783" y="4412254"/>
                </a:cubicBezTo>
                <a:cubicBezTo>
                  <a:pt x="620151" y="4414201"/>
                  <a:pt x="618456" y="4416192"/>
                  <a:pt x="616763" y="4418225"/>
                </a:cubicBezTo>
                <a:cubicBezTo>
                  <a:pt x="615068" y="4420259"/>
                  <a:pt x="613310" y="4422379"/>
                  <a:pt x="611554" y="4424499"/>
                </a:cubicBezTo>
                <a:cubicBezTo>
                  <a:pt x="609797" y="4426619"/>
                  <a:pt x="607977" y="4428783"/>
                  <a:pt x="606094" y="4431033"/>
                </a:cubicBezTo>
                <a:cubicBezTo>
                  <a:pt x="608228" y="4432720"/>
                  <a:pt x="610424" y="4434408"/>
                  <a:pt x="612558" y="4436138"/>
                </a:cubicBezTo>
                <a:cubicBezTo>
                  <a:pt x="614691" y="4437869"/>
                  <a:pt x="616888" y="4439600"/>
                  <a:pt x="619085" y="4441330"/>
                </a:cubicBezTo>
                <a:cubicBezTo>
                  <a:pt x="621281" y="4443062"/>
                  <a:pt x="623540" y="4444835"/>
                  <a:pt x="625799" y="4446652"/>
                </a:cubicBezTo>
                <a:cubicBezTo>
                  <a:pt x="628059" y="4448470"/>
                  <a:pt x="630317" y="4450287"/>
                  <a:pt x="632701" y="4452147"/>
                </a:cubicBezTo>
                <a:cubicBezTo>
                  <a:pt x="631258" y="4453835"/>
                  <a:pt x="629815" y="4455565"/>
                  <a:pt x="628435" y="4457253"/>
                </a:cubicBezTo>
                <a:cubicBezTo>
                  <a:pt x="626991" y="4458941"/>
                  <a:pt x="625611" y="4460629"/>
                  <a:pt x="624231" y="4462315"/>
                </a:cubicBezTo>
                <a:cubicBezTo>
                  <a:pt x="622850" y="4464003"/>
                  <a:pt x="621470" y="4465690"/>
                  <a:pt x="620089" y="4467379"/>
                </a:cubicBezTo>
                <a:cubicBezTo>
                  <a:pt x="618708" y="4469065"/>
                  <a:pt x="617264" y="4470753"/>
                  <a:pt x="615883" y="4472440"/>
                </a:cubicBezTo>
                <a:cubicBezTo>
                  <a:pt x="602706" y="4470321"/>
                  <a:pt x="594987" y="4462315"/>
                  <a:pt x="590909" y="4451109"/>
                </a:cubicBezTo>
                <a:cubicBezTo>
                  <a:pt x="586829" y="4439902"/>
                  <a:pt x="586515" y="4425538"/>
                  <a:pt x="588148" y="4410826"/>
                </a:cubicBezTo>
                <a:cubicBezTo>
                  <a:pt x="589779" y="4396071"/>
                  <a:pt x="593356" y="4380971"/>
                  <a:pt x="597184" y="4368250"/>
                </a:cubicBezTo>
                <a:cubicBezTo>
                  <a:pt x="601075" y="4355529"/>
                  <a:pt x="605091" y="4345230"/>
                  <a:pt x="607663" y="4340039"/>
                </a:cubicBezTo>
                <a:cubicBezTo>
                  <a:pt x="606534" y="4338741"/>
                  <a:pt x="605342" y="4337399"/>
                  <a:pt x="604149" y="4336058"/>
                </a:cubicBezTo>
                <a:cubicBezTo>
                  <a:pt x="602957" y="4334716"/>
                  <a:pt x="601765" y="4333289"/>
                  <a:pt x="600510" y="4331904"/>
                </a:cubicBezTo>
                <a:cubicBezTo>
                  <a:pt x="599255" y="4330477"/>
                  <a:pt x="598063" y="4329091"/>
                  <a:pt x="596807" y="4327663"/>
                </a:cubicBezTo>
                <a:cubicBezTo>
                  <a:pt x="595615" y="4326236"/>
                  <a:pt x="594360" y="4324852"/>
                  <a:pt x="593168" y="4323467"/>
                </a:cubicBezTo>
                <a:cubicBezTo>
                  <a:pt x="594799" y="4321433"/>
                  <a:pt x="596306" y="4319443"/>
                  <a:pt x="597875" y="4317453"/>
                </a:cubicBezTo>
                <a:cubicBezTo>
                  <a:pt x="599444" y="4315462"/>
                  <a:pt x="600949" y="4313515"/>
                  <a:pt x="602456" y="4311568"/>
                </a:cubicBezTo>
                <a:cubicBezTo>
                  <a:pt x="604025" y="4309621"/>
                  <a:pt x="605530" y="4307674"/>
                  <a:pt x="607036" y="4305727"/>
                </a:cubicBezTo>
                <a:cubicBezTo>
                  <a:pt x="608541" y="4303780"/>
                  <a:pt x="610048" y="4301832"/>
                  <a:pt x="611617" y="4299842"/>
                </a:cubicBezTo>
                <a:cubicBezTo>
                  <a:pt x="609671" y="4297982"/>
                  <a:pt x="607790" y="4296121"/>
                  <a:pt x="605844" y="4294303"/>
                </a:cubicBezTo>
                <a:cubicBezTo>
                  <a:pt x="603961" y="4292486"/>
                  <a:pt x="602017" y="4290669"/>
                  <a:pt x="600133" y="4288852"/>
                </a:cubicBezTo>
                <a:cubicBezTo>
                  <a:pt x="598251" y="4287035"/>
                  <a:pt x="596368" y="4285261"/>
                  <a:pt x="594486" y="4283443"/>
                </a:cubicBezTo>
                <a:cubicBezTo>
                  <a:pt x="592603" y="4281626"/>
                  <a:pt x="590721" y="4279808"/>
                  <a:pt x="588837" y="4278035"/>
                </a:cubicBezTo>
                <a:cubicBezTo>
                  <a:pt x="566684" y="4283530"/>
                  <a:pt x="556143" y="4290323"/>
                  <a:pt x="552063" y="4297895"/>
                </a:cubicBezTo>
                <a:cubicBezTo>
                  <a:pt x="547985" y="4305467"/>
                  <a:pt x="550367" y="4313818"/>
                  <a:pt x="554009" y="4322472"/>
                </a:cubicBezTo>
                <a:cubicBezTo>
                  <a:pt x="557649" y="4331125"/>
                  <a:pt x="562607" y="4340082"/>
                  <a:pt x="563610" y="4348908"/>
                </a:cubicBezTo>
                <a:cubicBezTo>
                  <a:pt x="564676" y="4357736"/>
                  <a:pt x="561790" y="4366389"/>
                  <a:pt x="549868" y="4374394"/>
                </a:cubicBezTo>
                <a:cubicBezTo>
                  <a:pt x="544156" y="4378201"/>
                  <a:pt x="540328" y="4382096"/>
                  <a:pt x="537943" y="4385990"/>
                </a:cubicBezTo>
                <a:cubicBezTo>
                  <a:pt x="535559" y="4389884"/>
                  <a:pt x="534679" y="4393821"/>
                  <a:pt x="534805" y="4397802"/>
                </a:cubicBezTo>
                <a:cubicBezTo>
                  <a:pt x="534994" y="4401739"/>
                  <a:pt x="536248" y="4405721"/>
                  <a:pt x="538131" y="4409745"/>
                </a:cubicBezTo>
                <a:cubicBezTo>
                  <a:pt x="540076" y="4413768"/>
                  <a:pt x="542649" y="4417792"/>
                  <a:pt x="545536" y="4421817"/>
                </a:cubicBezTo>
                <a:cubicBezTo>
                  <a:pt x="543089" y="4424413"/>
                  <a:pt x="540704" y="4427009"/>
                  <a:pt x="538256" y="4429648"/>
                </a:cubicBezTo>
                <a:cubicBezTo>
                  <a:pt x="535809" y="4432288"/>
                  <a:pt x="533361" y="4434970"/>
                  <a:pt x="530788" y="4437739"/>
                </a:cubicBezTo>
                <a:cubicBezTo>
                  <a:pt x="528216" y="4440509"/>
                  <a:pt x="525580" y="4443364"/>
                  <a:pt x="522818" y="4446350"/>
                </a:cubicBezTo>
                <a:cubicBezTo>
                  <a:pt x="520056" y="4449335"/>
                  <a:pt x="517170" y="4452407"/>
                  <a:pt x="514158" y="4455696"/>
                </a:cubicBezTo>
                <a:cubicBezTo>
                  <a:pt x="510392" y="4456734"/>
                  <a:pt x="507569" y="4457513"/>
                  <a:pt x="505184" y="4458379"/>
                </a:cubicBezTo>
                <a:cubicBezTo>
                  <a:pt x="502799" y="4459243"/>
                  <a:pt x="500855" y="4460196"/>
                  <a:pt x="498847" y="4461536"/>
                </a:cubicBezTo>
                <a:cubicBezTo>
                  <a:pt x="496838" y="4462878"/>
                  <a:pt x="494830" y="4464652"/>
                  <a:pt x="492194" y="4467161"/>
                </a:cubicBezTo>
                <a:cubicBezTo>
                  <a:pt x="489621" y="4469672"/>
                  <a:pt x="486420" y="4472917"/>
                  <a:pt x="482216" y="4477286"/>
                </a:cubicBezTo>
                <a:cubicBezTo>
                  <a:pt x="476882" y="4477027"/>
                  <a:pt x="475062" y="4475989"/>
                  <a:pt x="474748" y="4474431"/>
                </a:cubicBezTo>
                <a:cubicBezTo>
                  <a:pt x="474434" y="4472873"/>
                  <a:pt x="475626" y="4470839"/>
                  <a:pt x="476191" y="4468589"/>
                </a:cubicBezTo>
                <a:cubicBezTo>
                  <a:pt x="476818" y="4466382"/>
                  <a:pt x="476818" y="4463917"/>
                  <a:pt x="474245" y="4461580"/>
                </a:cubicBezTo>
                <a:cubicBezTo>
                  <a:pt x="471674" y="4459243"/>
                  <a:pt x="466464" y="4456993"/>
                  <a:pt x="456675" y="4455176"/>
                </a:cubicBezTo>
                <a:cubicBezTo>
                  <a:pt x="452595" y="4456215"/>
                  <a:pt x="451466" y="4457946"/>
                  <a:pt x="451529" y="4459979"/>
                </a:cubicBezTo>
                <a:cubicBezTo>
                  <a:pt x="451591" y="4462013"/>
                  <a:pt x="452909" y="4464350"/>
                  <a:pt x="453725" y="4466600"/>
                </a:cubicBezTo>
                <a:cubicBezTo>
                  <a:pt x="454541" y="4468849"/>
                  <a:pt x="454855" y="4470969"/>
                  <a:pt x="452972" y="4472614"/>
                </a:cubicBezTo>
                <a:cubicBezTo>
                  <a:pt x="451090" y="4474257"/>
                  <a:pt x="447010" y="4475383"/>
                  <a:pt x="439040" y="4475556"/>
                </a:cubicBezTo>
                <a:cubicBezTo>
                  <a:pt x="437220" y="4468849"/>
                  <a:pt x="435149" y="4462835"/>
                  <a:pt x="433706" y="4457340"/>
                </a:cubicBezTo>
                <a:cubicBezTo>
                  <a:pt x="432263" y="4451844"/>
                  <a:pt x="431572" y="4446998"/>
                  <a:pt x="432702" y="4442672"/>
                </a:cubicBezTo>
                <a:cubicBezTo>
                  <a:pt x="433832" y="4438345"/>
                  <a:pt x="436781" y="4434580"/>
                  <a:pt x="442491" y="4431335"/>
                </a:cubicBezTo>
                <a:cubicBezTo>
                  <a:pt x="448202" y="4428091"/>
                  <a:pt x="456863" y="4425321"/>
                  <a:pt x="469414" y="4423071"/>
                </a:cubicBezTo>
                <a:cubicBezTo>
                  <a:pt x="469602" y="4420994"/>
                  <a:pt x="468912" y="4419609"/>
                  <a:pt x="467594" y="4418614"/>
                </a:cubicBezTo>
                <a:cubicBezTo>
                  <a:pt x="466276" y="4417663"/>
                  <a:pt x="464331" y="4417057"/>
                  <a:pt x="462134" y="4416581"/>
                </a:cubicBezTo>
                <a:cubicBezTo>
                  <a:pt x="459937" y="4416105"/>
                  <a:pt x="457428" y="4415716"/>
                  <a:pt x="454980" y="4415153"/>
                </a:cubicBezTo>
                <a:cubicBezTo>
                  <a:pt x="452533" y="4414591"/>
                  <a:pt x="450148" y="4413855"/>
                  <a:pt x="448077" y="4412643"/>
                </a:cubicBezTo>
                <a:cubicBezTo>
                  <a:pt x="447889" y="4412167"/>
                  <a:pt x="446383" y="4398321"/>
                  <a:pt x="444249" y="4377725"/>
                </a:cubicBezTo>
                <a:cubicBezTo>
                  <a:pt x="442116" y="4357173"/>
                  <a:pt x="439417" y="4329870"/>
                  <a:pt x="436656" y="4302611"/>
                </a:cubicBezTo>
                <a:cubicBezTo>
                  <a:pt x="433894" y="4275352"/>
                  <a:pt x="431259" y="4248093"/>
                  <a:pt x="429313" y="4227497"/>
                </a:cubicBezTo>
                <a:cubicBezTo>
                  <a:pt x="427368" y="4206944"/>
                  <a:pt x="426175" y="4193055"/>
                  <a:pt x="426363" y="4192579"/>
                </a:cubicBezTo>
                <a:cubicBezTo>
                  <a:pt x="429564" y="4184964"/>
                  <a:pt x="428874" y="4178171"/>
                  <a:pt x="426050" y="4172979"/>
                </a:cubicBezTo>
                <a:cubicBezTo>
                  <a:pt x="423225" y="4167787"/>
                  <a:pt x="418268" y="4164238"/>
                  <a:pt x="412871" y="4163157"/>
                </a:cubicBezTo>
                <a:cubicBezTo>
                  <a:pt x="407537" y="4162075"/>
                  <a:pt x="401763" y="4163459"/>
                  <a:pt x="397308" y="4168176"/>
                </a:cubicBezTo>
                <a:cubicBezTo>
                  <a:pt x="392852" y="4172892"/>
                  <a:pt x="389778" y="4180897"/>
                  <a:pt x="389778" y="4193055"/>
                </a:cubicBezTo>
                <a:cubicBezTo>
                  <a:pt x="385008" y="4194050"/>
                  <a:pt x="381179" y="4194310"/>
                  <a:pt x="377917" y="4194050"/>
                </a:cubicBezTo>
                <a:cubicBezTo>
                  <a:pt x="374590" y="4193790"/>
                  <a:pt x="371955" y="4193055"/>
                  <a:pt x="369508" y="4192060"/>
                </a:cubicBezTo>
                <a:cubicBezTo>
                  <a:pt x="367060" y="4191064"/>
                  <a:pt x="364926" y="4189767"/>
                  <a:pt x="362729" y="4188468"/>
                </a:cubicBezTo>
                <a:cubicBezTo>
                  <a:pt x="360533" y="4187171"/>
                  <a:pt x="358337" y="4185829"/>
                  <a:pt x="355764" y="4184704"/>
                </a:cubicBezTo>
                <a:cubicBezTo>
                  <a:pt x="358400" y="4180464"/>
                  <a:pt x="360031" y="4177738"/>
                  <a:pt x="361286" y="4175747"/>
                </a:cubicBezTo>
                <a:cubicBezTo>
                  <a:pt x="362541" y="4173757"/>
                  <a:pt x="363294" y="4172502"/>
                  <a:pt x="364173" y="4171075"/>
                </a:cubicBezTo>
                <a:cubicBezTo>
                  <a:pt x="365052" y="4169647"/>
                  <a:pt x="365931" y="4168089"/>
                  <a:pt x="367436" y="4165537"/>
                </a:cubicBezTo>
                <a:cubicBezTo>
                  <a:pt x="368879" y="4162984"/>
                  <a:pt x="370951" y="4159479"/>
                  <a:pt x="374089" y="4154070"/>
                </a:cubicBezTo>
                <a:cubicBezTo>
                  <a:pt x="365114" y="4147666"/>
                  <a:pt x="360659" y="4135941"/>
                  <a:pt x="358086" y="4121316"/>
                </a:cubicBezTo>
                <a:cubicBezTo>
                  <a:pt x="355513" y="4106691"/>
                  <a:pt x="354761" y="4089167"/>
                  <a:pt x="353066" y="4071211"/>
                </a:cubicBezTo>
                <a:cubicBezTo>
                  <a:pt x="351371" y="4053254"/>
                  <a:pt x="348860" y="4034778"/>
                  <a:pt x="342648" y="4018293"/>
                </a:cubicBezTo>
                <a:cubicBezTo>
                  <a:pt x="336499" y="4001807"/>
                  <a:pt x="326645" y="3987269"/>
                  <a:pt x="310518" y="3977102"/>
                </a:cubicBezTo>
                <a:cubicBezTo>
                  <a:pt x="314848" y="3972298"/>
                  <a:pt x="318048" y="3968664"/>
                  <a:pt x="319867" y="3965679"/>
                </a:cubicBezTo>
                <a:cubicBezTo>
                  <a:pt x="321688" y="3962693"/>
                  <a:pt x="322064" y="3960400"/>
                  <a:pt x="320683" y="3958323"/>
                </a:cubicBezTo>
                <a:cubicBezTo>
                  <a:pt x="319302" y="3956246"/>
                  <a:pt x="316228" y="3954385"/>
                  <a:pt x="311083" y="3952309"/>
                </a:cubicBezTo>
                <a:cubicBezTo>
                  <a:pt x="305999" y="3950231"/>
                  <a:pt x="298782" y="3947896"/>
                  <a:pt x="289307" y="3944867"/>
                </a:cubicBezTo>
                <a:cubicBezTo>
                  <a:pt x="286734" y="3946856"/>
                  <a:pt x="284224" y="3948847"/>
                  <a:pt x="281651" y="3950881"/>
                </a:cubicBezTo>
                <a:cubicBezTo>
                  <a:pt x="279078" y="3952914"/>
                  <a:pt x="276442" y="3954948"/>
                  <a:pt x="273806" y="3957068"/>
                </a:cubicBezTo>
                <a:cubicBezTo>
                  <a:pt x="271108" y="3959188"/>
                  <a:pt x="268409" y="3961352"/>
                  <a:pt x="265586" y="3963559"/>
                </a:cubicBezTo>
                <a:cubicBezTo>
                  <a:pt x="262824" y="3965809"/>
                  <a:pt x="259875" y="3968102"/>
                  <a:pt x="256863" y="3970481"/>
                </a:cubicBezTo>
                <a:cubicBezTo>
                  <a:pt x="258682" y="3971823"/>
                  <a:pt x="260502" y="3973164"/>
                  <a:pt x="262322" y="3974548"/>
                </a:cubicBezTo>
                <a:cubicBezTo>
                  <a:pt x="264141" y="3975934"/>
                  <a:pt x="266025" y="3977361"/>
                  <a:pt x="267970" y="3978789"/>
                </a:cubicBezTo>
                <a:cubicBezTo>
                  <a:pt x="269916" y="3980217"/>
                  <a:pt x="271861" y="3981688"/>
                  <a:pt x="273806" y="3983159"/>
                </a:cubicBezTo>
                <a:cubicBezTo>
                  <a:pt x="275752" y="3984673"/>
                  <a:pt x="277760" y="3986144"/>
                  <a:pt x="279768" y="3987659"/>
                </a:cubicBezTo>
                <a:cubicBezTo>
                  <a:pt x="263578" y="3990082"/>
                  <a:pt x="253851" y="3989909"/>
                  <a:pt x="248140" y="3988048"/>
                </a:cubicBezTo>
                <a:cubicBezTo>
                  <a:pt x="242429" y="3986231"/>
                  <a:pt x="240798" y="3982726"/>
                  <a:pt x="240861" y="3978573"/>
                </a:cubicBezTo>
                <a:cubicBezTo>
                  <a:pt x="240923" y="3974419"/>
                  <a:pt x="242744" y="3969616"/>
                  <a:pt x="243872" y="3965159"/>
                </a:cubicBezTo>
                <a:cubicBezTo>
                  <a:pt x="245064" y="3960702"/>
                  <a:pt x="245567" y="3956549"/>
                  <a:pt x="243119" y="3953780"/>
                </a:cubicBezTo>
                <a:cubicBezTo>
                  <a:pt x="241425" y="3951919"/>
                  <a:pt x="238853" y="3949496"/>
                  <a:pt x="235965" y="3946900"/>
                </a:cubicBezTo>
                <a:cubicBezTo>
                  <a:pt x="233079" y="3944304"/>
                  <a:pt x="229941" y="3941492"/>
                  <a:pt x="227118" y="3938809"/>
                </a:cubicBezTo>
                <a:cubicBezTo>
                  <a:pt x="224356" y="3936126"/>
                  <a:pt x="221909" y="3933530"/>
                  <a:pt x="220465" y="3931367"/>
                </a:cubicBezTo>
                <a:cubicBezTo>
                  <a:pt x="219022" y="3929204"/>
                  <a:pt x="218583" y="3927429"/>
                  <a:pt x="219775" y="3926391"/>
                </a:cubicBezTo>
                <a:cubicBezTo>
                  <a:pt x="225737" y="3921242"/>
                  <a:pt x="226992" y="3916309"/>
                  <a:pt x="225423" y="3911809"/>
                </a:cubicBezTo>
                <a:cubicBezTo>
                  <a:pt x="223854" y="3907353"/>
                  <a:pt x="219524" y="3903285"/>
                  <a:pt x="214315" y="3899867"/>
                </a:cubicBezTo>
                <a:cubicBezTo>
                  <a:pt x="209107" y="3896449"/>
                  <a:pt x="203019" y="3893680"/>
                  <a:pt x="197935" y="3891689"/>
                </a:cubicBezTo>
                <a:cubicBezTo>
                  <a:pt x="192852" y="3889699"/>
                  <a:pt x="188836" y="3888530"/>
                  <a:pt x="187706" y="3888401"/>
                </a:cubicBezTo>
                <a:cubicBezTo>
                  <a:pt x="180237" y="3887405"/>
                  <a:pt x="175782" y="3884680"/>
                  <a:pt x="173335" y="3881132"/>
                </a:cubicBezTo>
                <a:cubicBezTo>
                  <a:pt x="170887" y="3877584"/>
                  <a:pt x="170448" y="3873213"/>
                  <a:pt x="170887" y="3868887"/>
                </a:cubicBezTo>
                <a:cubicBezTo>
                  <a:pt x="171327" y="3864559"/>
                  <a:pt x="172708" y="3860320"/>
                  <a:pt x="173900" y="3857032"/>
                </a:cubicBezTo>
                <a:cubicBezTo>
                  <a:pt x="175092" y="3853742"/>
                  <a:pt x="176097" y="3851406"/>
                  <a:pt x="175908" y="3850930"/>
                </a:cubicBezTo>
                <a:cubicBezTo>
                  <a:pt x="174339" y="3850065"/>
                  <a:pt x="172644" y="3849070"/>
                  <a:pt x="170699" y="3847988"/>
                </a:cubicBezTo>
                <a:cubicBezTo>
                  <a:pt x="168754" y="3846907"/>
                  <a:pt x="166620" y="3845695"/>
                  <a:pt x="164360" y="3844396"/>
                </a:cubicBezTo>
                <a:cubicBezTo>
                  <a:pt x="162102" y="3843099"/>
                  <a:pt x="159654" y="3841714"/>
                  <a:pt x="157015" y="3840243"/>
                </a:cubicBezTo>
                <a:cubicBezTo>
                  <a:pt x="154442" y="3838728"/>
                  <a:pt x="151680" y="3837171"/>
                  <a:pt x="148731" y="3835527"/>
                </a:cubicBezTo>
                <a:cubicBezTo>
                  <a:pt x="150739" y="3834878"/>
                  <a:pt x="152747" y="3834186"/>
                  <a:pt x="154755" y="3833493"/>
                </a:cubicBezTo>
                <a:cubicBezTo>
                  <a:pt x="156826" y="3832800"/>
                  <a:pt x="158897" y="3832108"/>
                  <a:pt x="161035" y="3831373"/>
                </a:cubicBezTo>
                <a:cubicBezTo>
                  <a:pt x="163168" y="3830637"/>
                  <a:pt x="165365" y="3829902"/>
                  <a:pt x="167624" y="3829123"/>
                </a:cubicBezTo>
                <a:cubicBezTo>
                  <a:pt x="169883" y="3828344"/>
                  <a:pt x="172268" y="3827522"/>
                  <a:pt x="174716" y="3826700"/>
                </a:cubicBezTo>
                <a:cubicBezTo>
                  <a:pt x="173335" y="3816445"/>
                  <a:pt x="172644" y="3807489"/>
                  <a:pt x="171766" y="3799744"/>
                </a:cubicBezTo>
                <a:cubicBezTo>
                  <a:pt x="170887" y="3791998"/>
                  <a:pt x="169821" y="3785508"/>
                  <a:pt x="167750" y="3780186"/>
                </a:cubicBezTo>
                <a:cubicBezTo>
                  <a:pt x="165679" y="3774864"/>
                  <a:pt x="162604" y="3770710"/>
                  <a:pt x="157516" y="3767639"/>
                </a:cubicBezTo>
                <a:cubicBezTo>
                  <a:pt x="152433" y="3764566"/>
                  <a:pt x="145530" y="3762619"/>
                  <a:pt x="135803" y="3761667"/>
                </a:cubicBezTo>
                <a:cubicBezTo>
                  <a:pt x="126767" y="3767552"/>
                  <a:pt x="123440" y="3772138"/>
                  <a:pt x="122750" y="3775945"/>
                </a:cubicBezTo>
                <a:cubicBezTo>
                  <a:pt x="122059" y="3779753"/>
                  <a:pt x="123942" y="3782782"/>
                  <a:pt x="125385" y="3785508"/>
                </a:cubicBezTo>
                <a:cubicBezTo>
                  <a:pt x="126828" y="3788234"/>
                  <a:pt x="127834" y="3790744"/>
                  <a:pt x="125261" y="3793469"/>
                </a:cubicBezTo>
                <a:cubicBezTo>
                  <a:pt x="122686" y="3796195"/>
                  <a:pt x="116600" y="3799181"/>
                  <a:pt x="103923" y="3802945"/>
                </a:cubicBezTo>
                <a:cubicBezTo>
                  <a:pt x="101288" y="3796628"/>
                  <a:pt x="96392" y="3791479"/>
                  <a:pt x="89740" y="3787282"/>
                </a:cubicBezTo>
                <a:cubicBezTo>
                  <a:pt x="83088" y="3783085"/>
                  <a:pt x="74742" y="3779883"/>
                  <a:pt x="65328" y="3777460"/>
                </a:cubicBezTo>
                <a:cubicBezTo>
                  <a:pt x="55915" y="3775037"/>
                  <a:pt x="45373" y="3773393"/>
                  <a:pt x="34265" y="3772355"/>
                </a:cubicBezTo>
                <a:cubicBezTo>
                  <a:pt x="23157" y="3771316"/>
                  <a:pt x="11547" y="3770840"/>
                  <a:pt x="0" y="3770797"/>
                </a:cubicBezTo>
                <a:lnTo>
                  <a:pt x="0" y="3755436"/>
                </a:lnTo>
                <a:cubicBezTo>
                  <a:pt x="5460" y="3760110"/>
                  <a:pt x="10669" y="3762835"/>
                  <a:pt x="15438" y="3764220"/>
                </a:cubicBezTo>
                <a:cubicBezTo>
                  <a:pt x="20207" y="3765605"/>
                  <a:pt x="24474" y="3765691"/>
                  <a:pt x="27926" y="3765042"/>
                </a:cubicBezTo>
                <a:cubicBezTo>
                  <a:pt x="31378" y="3764436"/>
                  <a:pt x="34077" y="3763095"/>
                  <a:pt x="35708" y="3761667"/>
                </a:cubicBezTo>
                <a:cubicBezTo>
                  <a:pt x="37339" y="3760239"/>
                  <a:pt x="37842" y="3758724"/>
                  <a:pt x="37026" y="3757773"/>
                </a:cubicBezTo>
                <a:cubicBezTo>
                  <a:pt x="34892" y="3755350"/>
                  <a:pt x="32632" y="3753619"/>
                  <a:pt x="30185" y="3752407"/>
                </a:cubicBezTo>
                <a:cubicBezTo>
                  <a:pt x="27676" y="3751196"/>
                  <a:pt x="25039" y="3750460"/>
                  <a:pt x="22027" y="3750071"/>
                </a:cubicBezTo>
                <a:cubicBezTo>
                  <a:pt x="19015" y="3749639"/>
                  <a:pt x="15751" y="3749595"/>
                  <a:pt x="12112" y="3749639"/>
                </a:cubicBezTo>
                <a:cubicBezTo>
                  <a:pt x="8472" y="3749682"/>
                  <a:pt x="4455" y="3749855"/>
                  <a:pt x="0" y="3749985"/>
                </a:cubicBezTo>
                <a:lnTo>
                  <a:pt x="0" y="3736139"/>
                </a:lnTo>
                <a:cubicBezTo>
                  <a:pt x="62" y="3736139"/>
                  <a:pt x="126" y="3736139"/>
                  <a:pt x="126" y="3736139"/>
                </a:cubicBezTo>
                <a:cubicBezTo>
                  <a:pt x="188" y="3736139"/>
                  <a:pt x="188" y="3736139"/>
                  <a:pt x="251" y="3736139"/>
                </a:cubicBezTo>
                <a:cubicBezTo>
                  <a:pt x="314" y="3736139"/>
                  <a:pt x="377" y="3736139"/>
                  <a:pt x="377" y="3736139"/>
                </a:cubicBezTo>
                <a:cubicBezTo>
                  <a:pt x="439" y="3736139"/>
                  <a:pt x="503" y="3736139"/>
                  <a:pt x="503" y="3736139"/>
                </a:cubicBezTo>
                <a:cubicBezTo>
                  <a:pt x="627" y="3735186"/>
                  <a:pt x="753" y="3734278"/>
                  <a:pt x="753" y="3733369"/>
                </a:cubicBezTo>
                <a:cubicBezTo>
                  <a:pt x="753" y="3732461"/>
                  <a:pt x="753" y="3731595"/>
                  <a:pt x="753" y="3730773"/>
                </a:cubicBezTo>
                <a:cubicBezTo>
                  <a:pt x="690" y="3729951"/>
                  <a:pt x="627" y="3729129"/>
                  <a:pt x="503" y="3728351"/>
                </a:cubicBezTo>
                <a:cubicBezTo>
                  <a:pt x="377" y="3727572"/>
                  <a:pt x="251" y="3726793"/>
                  <a:pt x="62" y="3726057"/>
                </a:cubicBezTo>
                <a:lnTo>
                  <a:pt x="62" y="3696677"/>
                </a:lnTo>
                <a:cubicBezTo>
                  <a:pt x="126" y="3696677"/>
                  <a:pt x="251" y="3696677"/>
                  <a:pt x="377" y="3696677"/>
                </a:cubicBezTo>
                <a:cubicBezTo>
                  <a:pt x="439" y="3696677"/>
                  <a:pt x="565" y="3696677"/>
                  <a:pt x="690" y="3696677"/>
                </a:cubicBezTo>
                <a:cubicBezTo>
                  <a:pt x="753" y="3696677"/>
                  <a:pt x="878" y="3696677"/>
                  <a:pt x="1004" y="3696677"/>
                </a:cubicBezTo>
                <a:cubicBezTo>
                  <a:pt x="1067" y="3696677"/>
                  <a:pt x="1192" y="3696677"/>
                  <a:pt x="1318" y="3696677"/>
                </a:cubicBezTo>
                <a:cubicBezTo>
                  <a:pt x="1255" y="3696591"/>
                  <a:pt x="1130" y="3696461"/>
                  <a:pt x="1004" y="3696375"/>
                </a:cubicBezTo>
                <a:cubicBezTo>
                  <a:pt x="942" y="3696288"/>
                  <a:pt x="816" y="3696202"/>
                  <a:pt x="690" y="3696115"/>
                </a:cubicBezTo>
                <a:cubicBezTo>
                  <a:pt x="627" y="3696029"/>
                  <a:pt x="439" y="3695942"/>
                  <a:pt x="377" y="3695855"/>
                </a:cubicBezTo>
                <a:cubicBezTo>
                  <a:pt x="314" y="3695769"/>
                  <a:pt x="62" y="3695552"/>
                  <a:pt x="62" y="3695552"/>
                </a:cubicBezTo>
                <a:lnTo>
                  <a:pt x="62" y="1801079"/>
                </a:lnTo>
                <a:cubicBezTo>
                  <a:pt x="3389" y="1802161"/>
                  <a:pt x="7092" y="1802811"/>
                  <a:pt x="10857" y="1802983"/>
                </a:cubicBezTo>
                <a:cubicBezTo>
                  <a:pt x="14622" y="1803200"/>
                  <a:pt x="18450" y="1802940"/>
                  <a:pt x="22090" y="1802248"/>
                </a:cubicBezTo>
                <a:cubicBezTo>
                  <a:pt x="25667" y="1801555"/>
                  <a:pt x="29119" y="1800387"/>
                  <a:pt x="32005" y="1798829"/>
                </a:cubicBezTo>
                <a:cubicBezTo>
                  <a:pt x="34892" y="1797272"/>
                  <a:pt x="37277" y="1795238"/>
                  <a:pt x="38908" y="1792772"/>
                </a:cubicBezTo>
                <a:cubicBezTo>
                  <a:pt x="39347" y="1792123"/>
                  <a:pt x="39473" y="1790522"/>
                  <a:pt x="38908" y="1788662"/>
                </a:cubicBezTo>
                <a:cubicBezTo>
                  <a:pt x="38343" y="1786844"/>
                  <a:pt x="36963" y="1784767"/>
                  <a:pt x="34390" y="1783340"/>
                </a:cubicBezTo>
                <a:cubicBezTo>
                  <a:pt x="31817" y="1781912"/>
                  <a:pt x="27989" y="1781046"/>
                  <a:pt x="22404" y="1781566"/>
                </a:cubicBezTo>
                <a:cubicBezTo>
                  <a:pt x="16881" y="1782085"/>
                  <a:pt x="9601" y="1784032"/>
                  <a:pt x="62" y="1788099"/>
                </a:cubicBezTo>
                <a:lnTo>
                  <a:pt x="62" y="1771830"/>
                </a:lnTo>
                <a:cubicBezTo>
                  <a:pt x="4204" y="1773171"/>
                  <a:pt x="9100" y="1774210"/>
                  <a:pt x="14182" y="1774902"/>
                </a:cubicBezTo>
                <a:cubicBezTo>
                  <a:pt x="19266" y="1775595"/>
                  <a:pt x="24538" y="1775941"/>
                  <a:pt x="29558" y="1775811"/>
                </a:cubicBezTo>
                <a:cubicBezTo>
                  <a:pt x="34578" y="1775681"/>
                  <a:pt x="39223" y="1775119"/>
                  <a:pt x="43113" y="1773994"/>
                </a:cubicBezTo>
                <a:cubicBezTo>
                  <a:pt x="47004" y="1772869"/>
                  <a:pt x="50016" y="1771224"/>
                  <a:pt x="51773" y="1768974"/>
                </a:cubicBezTo>
                <a:cubicBezTo>
                  <a:pt x="53342" y="1766898"/>
                  <a:pt x="53593" y="1765166"/>
                  <a:pt x="52651" y="1763566"/>
                </a:cubicBezTo>
                <a:cubicBezTo>
                  <a:pt x="51711" y="1761965"/>
                  <a:pt x="49515" y="1760537"/>
                  <a:pt x="46313" y="1759066"/>
                </a:cubicBezTo>
                <a:cubicBezTo>
                  <a:pt x="43113" y="1757595"/>
                  <a:pt x="38782" y="1756081"/>
                  <a:pt x="33637" y="1754349"/>
                </a:cubicBezTo>
                <a:cubicBezTo>
                  <a:pt x="28491" y="1752575"/>
                  <a:pt x="22404" y="1750628"/>
                  <a:pt x="15563" y="1748249"/>
                </a:cubicBezTo>
                <a:cubicBezTo>
                  <a:pt x="13869" y="1748638"/>
                  <a:pt x="12363" y="1749028"/>
                  <a:pt x="10919" y="1749417"/>
                </a:cubicBezTo>
                <a:cubicBezTo>
                  <a:pt x="9476" y="1749806"/>
                  <a:pt x="8096" y="1750195"/>
                  <a:pt x="6840" y="1750585"/>
                </a:cubicBezTo>
                <a:cubicBezTo>
                  <a:pt x="5585" y="1750974"/>
                  <a:pt x="4393" y="1751364"/>
                  <a:pt x="3263" y="1751753"/>
                </a:cubicBezTo>
                <a:cubicBezTo>
                  <a:pt x="2134" y="1752143"/>
                  <a:pt x="1067" y="1752532"/>
                  <a:pt x="62" y="1752922"/>
                </a:cubicBezTo>
                <a:lnTo>
                  <a:pt x="62" y="1718566"/>
                </a:lnTo>
                <a:cubicBezTo>
                  <a:pt x="14685" y="1717485"/>
                  <a:pt x="22905" y="1715494"/>
                  <a:pt x="26734" y="1713201"/>
                </a:cubicBezTo>
                <a:cubicBezTo>
                  <a:pt x="30562" y="1710907"/>
                  <a:pt x="30060" y="1708269"/>
                  <a:pt x="27299" y="1705976"/>
                </a:cubicBezTo>
                <a:cubicBezTo>
                  <a:pt x="24538" y="1703682"/>
                  <a:pt x="19517" y="1701648"/>
                  <a:pt x="14308" y="1700567"/>
                </a:cubicBezTo>
                <a:cubicBezTo>
                  <a:pt x="9100" y="1699485"/>
                  <a:pt x="3765" y="1699311"/>
                  <a:pt x="314" y="1700697"/>
                </a:cubicBezTo>
                <a:lnTo>
                  <a:pt x="314" y="1687889"/>
                </a:lnTo>
                <a:cubicBezTo>
                  <a:pt x="2008" y="1687543"/>
                  <a:pt x="3703" y="1687067"/>
                  <a:pt x="5146" y="1686418"/>
                </a:cubicBezTo>
                <a:cubicBezTo>
                  <a:pt x="6589" y="1685769"/>
                  <a:pt x="7907" y="1685034"/>
                  <a:pt x="8911" y="1684124"/>
                </a:cubicBezTo>
                <a:cubicBezTo>
                  <a:pt x="9915" y="1683216"/>
                  <a:pt x="10669" y="1682221"/>
                  <a:pt x="10982" y="1681052"/>
                </a:cubicBezTo>
                <a:cubicBezTo>
                  <a:pt x="11296" y="1679884"/>
                  <a:pt x="11234" y="1678630"/>
                  <a:pt x="10669" y="1677244"/>
                </a:cubicBezTo>
                <a:cubicBezTo>
                  <a:pt x="10418" y="1676639"/>
                  <a:pt x="9978" y="1676034"/>
                  <a:pt x="9350" y="1675427"/>
                </a:cubicBezTo>
                <a:cubicBezTo>
                  <a:pt x="8661" y="1674822"/>
                  <a:pt x="7907" y="1674216"/>
                  <a:pt x="6966" y="1673567"/>
                </a:cubicBezTo>
                <a:cubicBezTo>
                  <a:pt x="6088" y="1672918"/>
                  <a:pt x="5020" y="1672269"/>
                  <a:pt x="3891" y="1671577"/>
                </a:cubicBezTo>
                <a:cubicBezTo>
                  <a:pt x="2761" y="1670927"/>
                  <a:pt x="1569" y="1670192"/>
                  <a:pt x="314" y="1669413"/>
                </a:cubicBezTo>
                <a:lnTo>
                  <a:pt x="314" y="850265"/>
                </a:lnTo>
                <a:lnTo>
                  <a:pt x="0" y="850265"/>
                </a:lnTo>
                <a:close/>
              </a:path>
            </a:pathLst>
          </a:custGeom>
          <a:solidFill>
            <a:schemeClr val="accent4"/>
          </a:solidFill>
          <a:ln w="5832" cap="flat">
            <a:noFill/>
            <a:prstDash val="solid"/>
            <a:miter/>
          </a:ln>
        </p:spPr>
        <p:txBody>
          <a:bodyPr rtlCol="0" anchor="ctr"/>
          <a:lstStyle/>
          <a:p>
            <a:endParaRPr lang="en-IN"/>
          </a:p>
        </p:txBody>
      </p:sp>
      <p:sp>
        <p:nvSpPr>
          <p:cNvPr id="326" name="TextBox 325">
            <a:extLst>
              <a:ext uri="{FF2B5EF4-FFF2-40B4-BE49-F238E27FC236}">
                <a16:creationId xmlns:a16="http://schemas.microsoft.com/office/drawing/2014/main" id="{9A66B61B-796D-F49B-5648-E42B782762FD}"/>
              </a:ext>
            </a:extLst>
          </p:cNvPr>
          <p:cNvSpPr txBox="1"/>
          <p:nvPr/>
        </p:nvSpPr>
        <p:spPr>
          <a:xfrm>
            <a:off x="683179" y="1404923"/>
            <a:ext cx="2984554" cy="3123932"/>
          </a:xfrm>
          <a:prstGeom prst="rect">
            <a:avLst/>
          </a:prstGeom>
          <a:noFill/>
        </p:spPr>
        <p:txBody>
          <a:bodyPr wrap="square" lIns="0" tIns="0" rIns="0" bIns="0" rtlCol="0" anchor="t">
            <a:spAutoFit/>
          </a:bodyPr>
          <a:lstStyle/>
          <a:p>
            <a:pPr>
              <a:spcAft>
                <a:spcPts val="600"/>
              </a:spcAft>
            </a:pPr>
            <a:r>
              <a:rPr lang="en-US" sz="1100" b="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b="0" i="0" dirty="0" err="1">
                <a:solidFill>
                  <a:schemeClr val="tx2"/>
                </a:solidFill>
                <a:effectLst/>
                <a:latin typeface="+mn-lt"/>
              </a:rPr>
              <a:t>popularised</a:t>
            </a:r>
            <a:r>
              <a:rPr lang="en-US" sz="1100" b="0" i="0" dirty="0">
                <a:solidFill>
                  <a:schemeClr val="tx2"/>
                </a:solidFill>
                <a:effectLst/>
                <a:latin typeface="+mn-lt"/>
              </a:rPr>
              <a:t> in the 1960s with the release of Letraset sheets containing Lorem Ipsum passages, and more recently with desktop publishing software like Aldus PageMaker including versions of Lorem Ipsum.</a:t>
            </a:r>
          </a:p>
          <a:p>
            <a:pPr>
              <a:spcAft>
                <a:spcPts val="600"/>
              </a:spcAft>
            </a:pPr>
            <a:r>
              <a:rPr lang="en-US" sz="1100" b="0" i="0" dirty="0">
                <a:solidFill>
                  <a:schemeClr val="tx2"/>
                </a:solidFill>
                <a:effectLst/>
                <a:latin typeface="+mn-lt"/>
              </a:rPr>
              <a:t>It is a long established fact that a reader will be distracted by the readable content of a page when looking at its layout.</a:t>
            </a:r>
          </a:p>
        </p:txBody>
      </p:sp>
      <p:sp>
        <p:nvSpPr>
          <p:cNvPr id="327" name="TextBox 326">
            <a:extLst>
              <a:ext uri="{FF2B5EF4-FFF2-40B4-BE49-F238E27FC236}">
                <a16:creationId xmlns:a16="http://schemas.microsoft.com/office/drawing/2014/main" id="{AF9B6D57-9EE0-820F-A22D-DB6C2233818A}"/>
              </a:ext>
            </a:extLst>
          </p:cNvPr>
          <p:cNvSpPr txBox="1"/>
          <p:nvPr/>
        </p:nvSpPr>
        <p:spPr>
          <a:xfrm>
            <a:off x="4697587" y="1404923"/>
            <a:ext cx="2984554" cy="3123932"/>
          </a:xfrm>
          <a:prstGeom prst="rect">
            <a:avLst/>
          </a:prstGeom>
          <a:noFill/>
        </p:spPr>
        <p:txBody>
          <a:bodyPr wrap="square" lIns="0" tIns="0" rIns="0" bIns="0" rtlCol="0" anchor="t">
            <a:spAutoFit/>
          </a:bodyPr>
          <a:lstStyle/>
          <a:p>
            <a:pPr>
              <a:spcAft>
                <a:spcPts val="600"/>
              </a:spcAft>
            </a:pPr>
            <a:r>
              <a:rPr lang="en-US" sz="1100" b="0" i="0" dirty="0">
                <a:solidFill>
                  <a:schemeClr val="bg1"/>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b="0" i="0" dirty="0" err="1">
                <a:solidFill>
                  <a:schemeClr val="bg1"/>
                </a:solidFill>
                <a:effectLst/>
                <a:latin typeface="+mn-lt"/>
              </a:rPr>
              <a:t>popularised</a:t>
            </a:r>
            <a:r>
              <a:rPr lang="en-US" sz="1100" b="0" i="0" dirty="0">
                <a:solidFill>
                  <a:schemeClr val="bg1"/>
                </a:solidFill>
                <a:effectLst/>
                <a:latin typeface="+mn-lt"/>
              </a:rPr>
              <a:t> in the 1960s with the release of Letraset sheets containing Lorem Ipsum passages, and more recently with desktop publishing software like Aldus PageMaker including versions of Lorem Ipsum.</a:t>
            </a:r>
          </a:p>
          <a:p>
            <a:pPr>
              <a:spcAft>
                <a:spcPts val="600"/>
              </a:spcAft>
            </a:pPr>
            <a:r>
              <a:rPr lang="en-US" sz="1100" b="0" i="0" dirty="0">
                <a:solidFill>
                  <a:schemeClr val="bg1"/>
                </a:solidFill>
                <a:effectLst/>
                <a:latin typeface="+mn-lt"/>
              </a:rPr>
              <a:t>It is a long established fact that a reader will be distracted by the readable content of a page when looking at its layout.</a:t>
            </a:r>
          </a:p>
        </p:txBody>
      </p:sp>
      <p:sp>
        <p:nvSpPr>
          <p:cNvPr id="328" name="TextBox 327">
            <a:extLst>
              <a:ext uri="{FF2B5EF4-FFF2-40B4-BE49-F238E27FC236}">
                <a16:creationId xmlns:a16="http://schemas.microsoft.com/office/drawing/2014/main" id="{06BEB06B-3AF4-836F-C63B-1D2E83F2B00C}"/>
              </a:ext>
            </a:extLst>
          </p:cNvPr>
          <p:cNvSpPr txBox="1"/>
          <p:nvPr/>
        </p:nvSpPr>
        <p:spPr>
          <a:xfrm>
            <a:off x="8711992" y="1404923"/>
            <a:ext cx="2984554" cy="3123932"/>
          </a:xfrm>
          <a:prstGeom prst="rect">
            <a:avLst/>
          </a:prstGeom>
          <a:noFill/>
        </p:spPr>
        <p:txBody>
          <a:bodyPr wrap="square" lIns="0" tIns="0" rIns="0" bIns="0" rtlCol="0" anchor="t">
            <a:spAutoFit/>
          </a:bodyPr>
          <a:lstStyle/>
          <a:p>
            <a:pPr>
              <a:spcAft>
                <a:spcPts val="600"/>
              </a:spcAft>
            </a:pPr>
            <a:r>
              <a:rPr lang="en-US" sz="1100" b="0" i="0" dirty="0">
                <a:solidFill>
                  <a:schemeClr val="bg1"/>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b="0" i="0" dirty="0" err="1">
                <a:solidFill>
                  <a:schemeClr val="bg1"/>
                </a:solidFill>
                <a:effectLst/>
                <a:latin typeface="+mn-lt"/>
              </a:rPr>
              <a:t>popularised</a:t>
            </a:r>
            <a:r>
              <a:rPr lang="en-US" sz="1100" b="0" i="0" dirty="0">
                <a:solidFill>
                  <a:schemeClr val="bg1"/>
                </a:solidFill>
                <a:effectLst/>
                <a:latin typeface="+mn-lt"/>
              </a:rPr>
              <a:t> in the 1960s with the release of Letraset sheets containing Lorem Ipsum passages, and more recently with desktop publishing software like Aldus PageMaker including versions of Lorem Ipsum.</a:t>
            </a:r>
          </a:p>
          <a:p>
            <a:pPr>
              <a:spcAft>
                <a:spcPts val="600"/>
              </a:spcAft>
            </a:pPr>
            <a:r>
              <a:rPr lang="en-US" sz="1100" b="0" i="0" dirty="0">
                <a:solidFill>
                  <a:schemeClr val="bg1"/>
                </a:solidFill>
                <a:effectLst/>
                <a:latin typeface="+mn-lt"/>
              </a:rPr>
              <a:t>It is a long established fact that a reader will be distracted by the readable content of a page when looking at its layout.</a:t>
            </a:r>
          </a:p>
        </p:txBody>
      </p:sp>
      <p:pic>
        <p:nvPicPr>
          <p:cNvPr id="329" name="Graphic 328">
            <a:extLst>
              <a:ext uri="{FF2B5EF4-FFF2-40B4-BE49-F238E27FC236}">
                <a16:creationId xmlns:a16="http://schemas.microsoft.com/office/drawing/2014/main" id="{FF29A2C6-FE52-49F6-02D4-FECA92A119D4}"/>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rot="7200000">
            <a:off x="90927" y="157245"/>
            <a:ext cx="839286" cy="824708"/>
          </a:xfrm>
          <a:prstGeom prst="rect">
            <a:avLst/>
          </a:prstGeom>
        </p:spPr>
      </p:pic>
      <p:pic>
        <p:nvPicPr>
          <p:cNvPr id="49" name="Picture 5">
            <a:extLst>
              <a:ext uri="{FF2B5EF4-FFF2-40B4-BE49-F238E27FC236}">
                <a16:creationId xmlns:a16="http://schemas.microsoft.com/office/drawing/2014/main" id="{CA7BDD8B-DE2D-D239-4508-97B903067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Slide Number Placeholder 2">
            <a:extLst>
              <a:ext uri="{FF2B5EF4-FFF2-40B4-BE49-F238E27FC236}">
                <a16:creationId xmlns:a16="http://schemas.microsoft.com/office/drawing/2014/main" id="{CAAAF2AC-0617-3964-4A54-94F21D193DE2}"/>
              </a:ext>
            </a:extLst>
          </p:cNvPr>
          <p:cNvSpPr>
            <a:spLocks noGrp="1"/>
          </p:cNvSpPr>
          <p:nvPr>
            <p:ph type="sldNum" sz="quarter" idx="4"/>
          </p:nvPr>
        </p:nvSpPr>
        <p:spPr>
          <a:xfrm>
            <a:off x="11602792" y="6575225"/>
            <a:ext cx="217732" cy="164592"/>
          </a:xfrm>
        </p:spPr>
        <p:txBody>
          <a:bodyPr/>
          <a:lstStyle/>
          <a:p>
            <a:fld id="{9A131BC9-40DA-43B6-B58E-D925B527BF77}" type="slidenum">
              <a:rPr lang="en-IN" smtClean="0"/>
              <a:pPr/>
              <a:t>9</a:t>
            </a:fld>
            <a:endParaRPr lang="en-IN" dirty="0"/>
          </a:p>
        </p:txBody>
      </p:sp>
      <p:sp>
        <p:nvSpPr>
          <p:cNvPr id="2" name="Title 1">
            <a:extLst>
              <a:ext uri="{FF2B5EF4-FFF2-40B4-BE49-F238E27FC236}">
                <a16:creationId xmlns:a16="http://schemas.microsoft.com/office/drawing/2014/main" id="{0EB62A79-7131-5B61-3512-4DD6D0C6D659}"/>
              </a:ext>
            </a:extLst>
          </p:cNvPr>
          <p:cNvSpPr>
            <a:spLocks noGrp="1"/>
          </p:cNvSpPr>
          <p:nvPr>
            <p:ph type="title"/>
          </p:nvPr>
        </p:nvSpPr>
        <p:spPr>
          <a:xfrm>
            <a:off x="381000" y="300000"/>
            <a:ext cx="8686800" cy="502920"/>
          </a:xfrm>
        </p:spPr>
        <p:txBody>
          <a:bodyPr/>
          <a:lstStyle/>
          <a:p>
            <a:r>
              <a:rPr lang="en-IN" dirty="0">
                <a:solidFill>
                  <a:schemeClr val="bg1"/>
                </a:solidFill>
              </a:rPr>
              <a:t>WHAT IS </a:t>
            </a:r>
            <a:r>
              <a:rPr lang="en-IN" dirty="0">
                <a:ln w="12700">
                  <a:solidFill>
                    <a:schemeClr val="accent3"/>
                  </a:solidFill>
                </a:ln>
                <a:noFill/>
              </a:rPr>
              <a:t>LOREM IPSUM</a:t>
            </a:r>
          </a:p>
        </p:txBody>
      </p:sp>
    </p:spTree>
    <p:extLst>
      <p:ext uri="{BB962C8B-B14F-4D97-AF65-F5344CB8AC3E}">
        <p14:creationId xmlns:p14="http://schemas.microsoft.com/office/powerpoint/2010/main" val="408553086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12" name="Rectangle: Top Corners Rounded 11">
            <a:extLst>
              <a:ext uri="{FF2B5EF4-FFF2-40B4-BE49-F238E27FC236}">
                <a16:creationId xmlns:a16="http://schemas.microsoft.com/office/drawing/2014/main" id="{E78FA7B2-1555-2F86-1194-482CD12D38E2}"/>
              </a:ext>
            </a:extLst>
          </p:cNvPr>
          <p:cNvSpPr/>
          <p:nvPr/>
        </p:nvSpPr>
        <p:spPr>
          <a:xfrm>
            <a:off x="5234781" y="1681937"/>
            <a:ext cx="1737519" cy="424553"/>
          </a:xfrm>
          <a:prstGeom prst="round2SameRect">
            <a:avLst>
              <a:gd name="adj1" fmla="val 22246"/>
              <a:gd name="adj2" fmla="val 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Ins="144000" rtlCol="0" anchor="ctr"/>
          <a:lstStyle/>
          <a:p>
            <a:pPr algn="r"/>
            <a:r>
              <a:rPr lang="en-US" sz="1200" b="1" dirty="0">
                <a:solidFill>
                  <a:schemeClr val="tx2"/>
                </a:solidFill>
              </a:rPr>
              <a:t>2023</a:t>
            </a:r>
            <a:br>
              <a:rPr lang="en-US" sz="1200" b="1" dirty="0">
                <a:solidFill>
                  <a:schemeClr val="tx2"/>
                </a:solidFill>
              </a:rPr>
            </a:br>
            <a:r>
              <a:rPr lang="en-US" sz="1200" b="1" dirty="0">
                <a:solidFill>
                  <a:schemeClr val="tx2"/>
                </a:solidFill>
              </a:rPr>
              <a:t>£</a:t>
            </a:r>
            <a:endParaRPr lang="en-IN" sz="1200" b="1" dirty="0">
              <a:solidFill>
                <a:schemeClr val="tx2"/>
              </a:solidFill>
            </a:endParaRPr>
          </a:p>
        </p:txBody>
      </p:sp>
      <p:sp>
        <p:nvSpPr>
          <p:cNvPr id="10" name="Rectangle: Top Corners Rounded 9">
            <a:extLst>
              <a:ext uri="{FF2B5EF4-FFF2-40B4-BE49-F238E27FC236}">
                <a16:creationId xmlns:a16="http://schemas.microsoft.com/office/drawing/2014/main" id="{3D920942-E3B7-BAB8-6567-D6637929954A}"/>
              </a:ext>
            </a:extLst>
          </p:cNvPr>
          <p:cNvSpPr/>
          <p:nvPr/>
        </p:nvSpPr>
        <p:spPr>
          <a:xfrm>
            <a:off x="3426460" y="1681937"/>
            <a:ext cx="1737519" cy="424553"/>
          </a:xfrm>
          <a:prstGeom prst="round2SameRect">
            <a:avLst>
              <a:gd name="adj1" fmla="val 19255"/>
              <a:gd name="adj2" fmla="val 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Ins="144000" rtlCol="0" anchor="ctr"/>
          <a:lstStyle/>
          <a:p>
            <a:pPr algn="r"/>
            <a:r>
              <a:rPr lang="en-IN" sz="1200" b="1" dirty="0">
                <a:solidFill>
                  <a:schemeClr val="tx2"/>
                </a:solidFill>
              </a:rPr>
              <a:t>2024</a:t>
            </a:r>
            <a:br>
              <a:rPr lang="en-IN" sz="1200" b="1" dirty="0">
                <a:solidFill>
                  <a:schemeClr val="tx2"/>
                </a:solidFill>
              </a:rPr>
            </a:br>
            <a:r>
              <a:rPr lang="en-IN" sz="1200" b="1" dirty="0">
                <a:solidFill>
                  <a:schemeClr val="tx2"/>
                </a:solidFill>
              </a:rPr>
              <a:t>£</a:t>
            </a:r>
          </a:p>
        </p:txBody>
      </p:sp>
      <p:sp>
        <p:nvSpPr>
          <p:cNvPr id="24" name="Freeform: Shape 23">
            <a:extLst>
              <a:ext uri="{FF2B5EF4-FFF2-40B4-BE49-F238E27FC236}">
                <a16:creationId xmlns:a16="http://schemas.microsoft.com/office/drawing/2014/main" id="{F8D58B80-BC33-E874-9382-A508AB0746BD}"/>
              </a:ext>
            </a:extLst>
          </p:cNvPr>
          <p:cNvSpPr/>
          <p:nvPr/>
        </p:nvSpPr>
        <p:spPr>
          <a:xfrm flipH="1">
            <a:off x="-965237" y="1145099"/>
            <a:ext cx="8514898" cy="412991"/>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solidFill>
            <a:schemeClr val="accent5"/>
          </a:solidFill>
          <a:ln w="9525" cap="flat">
            <a:noFill/>
            <a:prstDash val="solid"/>
            <a:miter/>
          </a:ln>
        </p:spPr>
        <p:txBody>
          <a:bodyPr wrap="square" rtlCol="0" anchor="ctr">
            <a:noAutofit/>
          </a:bodyPr>
          <a:lstStyle/>
          <a:p>
            <a:endParaRPr lang="en-IN" dirty="0"/>
          </a:p>
        </p:txBody>
      </p:sp>
      <p:grpSp>
        <p:nvGrpSpPr>
          <p:cNvPr id="2" name="Group 1">
            <a:extLst>
              <a:ext uri="{FF2B5EF4-FFF2-40B4-BE49-F238E27FC236}">
                <a16:creationId xmlns:a16="http://schemas.microsoft.com/office/drawing/2014/main" id="{21B99F50-F8E6-F968-8CF3-0EF7BCA44D44}"/>
              </a:ext>
            </a:extLst>
          </p:cNvPr>
          <p:cNvGrpSpPr/>
          <p:nvPr/>
        </p:nvGrpSpPr>
        <p:grpSpPr>
          <a:xfrm>
            <a:off x="9021856" y="1124457"/>
            <a:ext cx="3465657" cy="3465657"/>
            <a:chOff x="7150099" y="1006450"/>
            <a:chExt cx="4680000" cy="4680000"/>
          </a:xfrm>
        </p:grpSpPr>
        <p:cxnSp>
          <p:nvCxnSpPr>
            <p:cNvPr id="4" name="Straight Connector 3">
              <a:extLst>
                <a:ext uri="{FF2B5EF4-FFF2-40B4-BE49-F238E27FC236}">
                  <a16:creationId xmlns:a16="http://schemas.microsoft.com/office/drawing/2014/main" id="{D64E7576-3496-AF77-6A39-567F3216A27A}"/>
                </a:ext>
              </a:extLst>
            </p:cNvPr>
            <p:cNvCxnSpPr/>
            <p:nvPr/>
          </p:nvCxnSpPr>
          <p:spPr>
            <a:xfrm>
              <a:off x="7150099" y="138430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E09942F-441C-8EB5-E8EA-CFAA4304A18A}"/>
                </a:ext>
              </a:extLst>
            </p:cNvPr>
            <p:cNvCxnSpPr/>
            <p:nvPr/>
          </p:nvCxnSpPr>
          <p:spPr>
            <a:xfrm>
              <a:off x="7150099" y="177673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3356821-0F9B-868A-D109-B3ADE91D4344}"/>
                </a:ext>
              </a:extLst>
            </p:cNvPr>
            <p:cNvCxnSpPr/>
            <p:nvPr/>
          </p:nvCxnSpPr>
          <p:spPr>
            <a:xfrm>
              <a:off x="7150099" y="216916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6A88E51-CE64-CC3C-B327-78DA4433683B}"/>
                </a:ext>
              </a:extLst>
            </p:cNvPr>
            <p:cNvCxnSpPr/>
            <p:nvPr/>
          </p:nvCxnSpPr>
          <p:spPr>
            <a:xfrm>
              <a:off x="7150099" y="256159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9AA08C06-5941-091B-A657-A0D30F8154AA}"/>
                </a:ext>
              </a:extLst>
            </p:cNvPr>
            <p:cNvCxnSpPr/>
            <p:nvPr/>
          </p:nvCxnSpPr>
          <p:spPr>
            <a:xfrm>
              <a:off x="7150099" y="295402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53D043A-4254-48EE-EF02-0034E8AABB02}"/>
                </a:ext>
              </a:extLst>
            </p:cNvPr>
            <p:cNvCxnSpPr/>
            <p:nvPr/>
          </p:nvCxnSpPr>
          <p:spPr>
            <a:xfrm>
              <a:off x="7150099" y="334645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8D1E3BD3-7A6E-926C-32D8-BCA786DB4001}"/>
                </a:ext>
              </a:extLst>
            </p:cNvPr>
            <p:cNvCxnSpPr/>
            <p:nvPr/>
          </p:nvCxnSpPr>
          <p:spPr>
            <a:xfrm>
              <a:off x="7150099" y="373888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6803C7A-995B-D37E-E603-582BED9EE8CE}"/>
                </a:ext>
              </a:extLst>
            </p:cNvPr>
            <p:cNvCxnSpPr/>
            <p:nvPr/>
          </p:nvCxnSpPr>
          <p:spPr>
            <a:xfrm>
              <a:off x="7150099" y="413131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AE5E04A-78DC-2814-CAC3-3A8AAE8ADD89}"/>
                </a:ext>
              </a:extLst>
            </p:cNvPr>
            <p:cNvCxnSpPr/>
            <p:nvPr/>
          </p:nvCxnSpPr>
          <p:spPr>
            <a:xfrm>
              <a:off x="7150099" y="452374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8F35879-F433-E729-21B4-901958A287FC}"/>
                </a:ext>
              </a:extLst>
            </p:cNvPr>
            <p:cNvCxnSpPr/>
            <p:nvPr/>
          </p:nvCxnSpPr>
          <p:spPr>
            <a:xfrm>
              <a:off x="7150099" y="491617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3E91F35-2F2E-1D9F-89CE-D17D2651C477}"/>
                </a:ext>
              </a:extLst>
            </p:cNvPr>
            <p:cNvCxnSpPr/>
            <p:nvPr/>
          </p:nvCxnSpPr>
          <p:spPr>
            <a:xfrm>
              <a:off x="7150099" y="530860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FCD1D10B-A87B-66D1-860A-236C76FD5FFC}"/>
                </a:ext>
              </a:extLst>
            </p:cNvPr>
            <p:cNvCxnSpPr/>
            <p:nvPr/>
          </p:nvCxnSpPr>
          <p:spPr>
            <a:xfrm>
              <a:off x="1147129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4D577F49-0DA4-A77B-8321-6EEEFC079DC2}"/>
                </a:ext>
              </a:extLst>
            </p:cNvPr>
            <p:cNvCxnSpPr/>
            <p:nvPr/>
          </p:nvCxnSpPr>
          <p:spPr>
            <a:xfrm>
              <a:off x="1107505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5CA2892D-32A4-6340-2E16-818C79916AE8}"/>
                </a:ext>
              </a:extLst>
            </p:cNvPr>
            <p:cNvCxnSpPr/>
            <p:nvPr/>
          </p:nvCxnSpPr>
          <p:spPr>
            <a:xfrm>
              <a:off x="1067881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D3E2987-9819-4A08-4624-F26712FB4B75}"/>
                </a:ext>
              </a:extLst>
            </p:cNvPr>
            <p:cNvCxnSpPr/>
            <p:nvPr/>
          </p:nvCxnSpPr>
          <p:spPr>
            <a:xfrm>
              <a:off x="1028257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A281B4E-238D-26C4-9F42-DD9B1735E315}"/>
                </a:ext>
              </a:extLst>
            </p:cNvPr>
            <p:cNvCxnSpPr/>
            <p:nvPr/>
          </p:nvCxnSpPr>
          <p:spPr>
            <a:xfrm>
              <a:off x="988633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43B0EDE-0B0A-EAD9-7F02-69B1D1C7D542}"/>
                </a:ext>
              </a:extLst>
            </p:cNvPr>
            <p:cNvCxnSpPr/>
            <p:nvPr/>
          </p:nvCxnSpPr>
          <p:spPr>
            <a:xfrm>
              <a:off x="949009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5A7BC0D3-00B1-BAD6-E3FB-0713116AFC89}"/>
                </a:ext>
              </a:extLst>
            </p:cNvPr>
            <p:cNvCxnSpPr/>
            <p:nvPr/>
          </p:nvCxnSpPr>
          <p:spPr>
            <a:xfrm>
              <a:off x="909385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1FD3B83-627E-4760-B7E5-5B235F5F5808}"/>
                </a:ext>
              </a:extLst>
            </p:cNvPr>
            <p:cNvCxnSpPr/>
            <p:nvPr/>
          </p:nvCxnSpPr>
          <p:spPr>
            <a:xfrm>
              <a:off x="869761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F9D39FD5-B571-A831-D1BD-E9E3DBFCD2D6}"/>
                </a:ext>
              </a:extLst>
            </p:cNvPr>
            <p:cNvCxnSpPr/>
            <p:nvPr/>
          </p:nvCxnSpPr>
          <p:spPr>
            <a:xfrm>
              <a:off x="830137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AE5347D-4BD8-D4FD-CF03-5C3C77880A34}"/>
                </a:ext>
              </a:extLst>
            </p:cNvPr>
            <p:cNvCxnSpPr/>
            <p:nvPr/>
          </p:nvCxnSpPr>
          <p:spPr>
            <a:xfrm>
              <a:off x="790513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951375C-CE06-A199-1314-F1C275D472C4}"/>
                </a:ext>
              </a:extLst>
            </p:cNvPr>
            <p:cNvCxnSpPr/>
            <p:nvPr/>
          </p:nvCxnSpPr>
          <p:spPr>
            <a:xfrm>
              <a:off x="750889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F3B4D437-EC63-BE78-56DC-DFA9C95D3DAB}"/>
              </a:ext>
            </a:extLst>
          </p:cNvPr>
          <p:cNvGrpSpPr/>
          <p:nvPr/>
        </p:nvGrpSpPr>
        <p:grpSpPr>
          <a:xfrm>
            <a:off x="-11290" y="36985"/>
            <a:ext cx="1043721" cy="1043721"/>
            <a:chOff x="1046786" y="1195383"/>
            <a:chExt cx="5737927" cy="5737927"/>
          </a:xfrm>
          <a:solidFill>
            <a:schemeClr val="accent2"/>
          </a:solidFill>
        </p:grpSpPr>
        <p:sp>
          <p:nvSpPr>
            <p:cNvPr id="37" name="Freeform: Shape 36">
              <a:extLst>
                <a:ext uri="{FF2B5EF4-FFF2-40B4-BE49-F238E27FC236}">
                  <a16:creationId xmlns:a16="http://schemas.microsoft.com/office/drawing/2014/main" id="{C1947D2B-88E4-5709-3311-F5E3B6BFF563}"/>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38" name="Freeform: Shape 37">
              <a:extLst>
                <a:ext uri="{FF2B5EF4-FFF2-40B4-BE49-F238E27FC236}">
                  <a16:creationId xmlns:a16="http://schemas.microsoft.com/office/drawing/2014/main" id="{3412E203-DBFA-AF4B-6978-1E1D7824A32E}"/>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5" name="Title 4">
            <a:extLst>
              <a:ext uri="{FF2B5EF4-FFF2-40B4-BE49-F238E27FC236}">
                <a16:creationId xmlns:a16="http://schemas.microsoft.com/office/drawing/2014/main" id="{7644D944-44A7-1EC9-4AFD-93EDE96A3F75}"/>
              </a:ext>
            </a:extLst>
          </p:cNvPr>
          <p:cNvSpPr>
            <a:spLocks noGrp="1"/>
          </p:cNvSpPr>
          <p:nvPr>
            <p:ph type="title"/>
          </p:nvPr>
        </p:nvSpPr>
        <p:spPr/>
        <p:txBody>
          <a:bodyPr/>
          <a:lstStyle/>
          <a:p>
            <a:r>
              <a:rPr lang="en-IN" dirty="0"/>
              <a:t>WHAT IS </a:t>
            </a:r>
            <a:r>
              <a:rPr lang="en-IN" dirty="0">
                <a:ln w="12700">
                  <a:solidFill>
                    <a:schemeClr val="accent2"/>
                  </a:solidFill>
                </a:ln>
                <a:noFill/>
              </a:rPr>
              <a:t>LOREM IPSUM</a:t>
            </a:r>
          </a:p>
        </p:txBody>
      </p:sp>
      <p:sp>
        <p:nvSpPr>
          <p:cNvPr id="3" name="Slide Number Placeholder 2">
            <a:extLst>
              <a:ext uri="{FF2B5EF4-FFF2-40B4-BE49-F238E27FC236}">
                <a16:creationId xmlns:a16="http://schemas.microsoft.com/office/drawing/2014/main" id="{D03BDB63-230C-57AA-2509-2F6A07F2E18F}"/>
              </a:ext>
            </a:extLst>
          </p:cNvPr>
          <p:cNvSpPr>
            <a:spLocks noGrp="1"/>
          </p:cNvSpPr>
          <p:nvPr>
            <p:ph type="sldNum" sz="quarter" idx="4"/>
          </p:nvPr>
        </p:nvSpPr>
        <p:spPr/>
        <p:txBody>
          <a:bodyPr/>
          <a:lstStyle/>
          <a:p>
            <a:fld id="{9A131BC9-40DA-43B6-B58E-D925B527BF77}" type="slidenum">
              <a:rPr lang="en-IN" smtClean="0"/>
              <a:pPr/>
              <a:t>10</a:t>
            </a:fld>
            <a:endParaRPr lang="en-IN"/>
          </a:p>
        </p:txBody>
      </p:sp>
      <p:sp>
        <p:nvSpPr>
          <p:cNvPr id="6" name="TextBox 5">
            <a:extLst>
              <a:ext uri="{FF2B5EF4-FFF2-40B4-BE49-F238E27FC236}">
                <a16:creationId xmlns:a16="http://schemas.microsoft.com/office/drawing/2014/main" id="{3D464478-473E-EA96-11BC-3997A2383547}"/>
              </a:ext>
            </a:extLst>
          </p:cNvPr>
          <p:cNvSpPr txBox="1"/>
          <p:nvPr/>
        </p:nvSpPr>
        <p:spPr>
          <a:xfrm>
            <a:off x="380999" y="1259794"/>
            <a:ext cx="11439525" cy="184666"/>
          </a:xfrm>
          <a:prstGeom prst="rect">
            <a:avLst/>
          </a:prstGeom>
          <a:noFill/>
        </p:spPr>
        <p:txBody>
          <a:bodyPr wrap="square" lIns="0" tIns="0" rIns="0" bIns="0" rtlCol="0" anchor="t">
            <a:spAutoFit/>
          </a:bodyPr>
          <a:lstStyle/>
          <a:p>
            <a:pPr>
              <a:spcAft>
                <a:spcPts val="600"/>
              </a:spcAft>
            </a:pPr>
            <a:r>
              <a:rPr lang="en-GB" sz="1200" b="1" i="0" dirty="0">
                <a:solidFill>
                  <a:schemeClr val="bg1"/>
                </a:solidFill>
                <a:effectLst/>
                <a:latin typeface="+mn-lt"/>
              </a:rPr>
              <a:t>WHAT IS LOREM IPSUM</a:t>
            </a:r>
          </a:p>
        </p:txBody>
      </p:sp>
      <p:graphicFrame>
        <p:nvGraphicFramePr>
          <p:cNvPr id="7" name="Table 6">
            <a:extLst>
              <a:ext uri="{FF2B5EF4-FFF2-40B4-BE49-F238E27FC236}">
                <a16:creationId xmlns:a16="http://schemas.microsoft.com/office/drawing/2014/main" id="{3D7483ED-9AD7-406A-6190-0DAE7EAB8F02}"/>
              </a:ext>
            </a:extLst>
          </p:cNvPr>
          <p:cNvGraphicFramePr>
            <a:graphicFrameLocks noGrp="1"/>
          </p:cNvGraphicFramePr>
          <p:nvPr>
            <p:extLst>
              <p:ext uri="{D42A27DB-BD31-4B8C-83A1-F6EECF244321}">
                <p14:modId xmlns:p14="http://schemas.microsoft.com/office/powerpoint/2010/main" val="4105750980"/>
              </p:ext>
            </p:extLst>
          </p:nvPr>
        </p:nvGraphicFramePr>
        <p:xfrm>
          <a:off x="380998" y="2104212"/>
          <a:ext cx="6591302" cy="3495978"/>
        </p:xfrm>
        <a:graphic>
          <a:graphicData uri="http://schemas.openxmlformats.org/drawingml/2006/table">
            <a:tbl>
              <a:tblPr firstRow="1" bandRow="1">
                <a:tableStyleId>{5C22544A-7EE6-4342-B048-85BDC9FD1C3A}</a:tableStyleId>
              </a:tblPr>
              <a:tblGrid>
                <a:gridCol w="3029474">
                  <a:extLst>
                    <a:ext uri="{9D8B030D-6E8A-4147-A177-3AD203B41FA5}">
                      <a16:colId xmlns:a16="http://schemas.microsoft.com/office/drawing/2014/main" val="4100693469"/>
                    </a:ext>
                  </a:extLst>
                </a:gridCol>
                <a:gridCol w="1780914">
                  <a:extLst>
                    <a:ext uri="{9D8B030D-6E8A-4147-A177-3AD203B41FA5}">
                      <a16:colId xmlns:a16="http://schemas.microsoft.com/office/drawing/2014/main" val="1037682430"/>
                    </a:ext>
                  </a:extLst>
                </a:gridCol>
                <a:gridCol w="1780914">
                  <a:extLst>
                    <a:ext uri="{9D8B030D-6E8A-4147-A177-3AD203B41FA5}">
                      <a16:colId xmlns:a16="http://schemas.microsoft.com/office/drawing/2014/main" val="1691419325"/>
                    </a:ext>
                  </a:extLst>
                </a:gridCol>
              </a:tblGrid>
              <a:tr h="388442">
                <a:tc>
                  <a:txBody>
                    <a:bodyPr/>
                    <a:lstStyle/>
                    <a:p>
                      <a:r>
                        <a:rPr lang="en-US" sz="1200" b="0" dirty="0">
                          <a:solidFill>
                            <a:schemeClr val="bg1"/>
                          </a:solidFill>
                        </a:rPr>
                        <a:t>LOREM IPSUM</a:t>
                      </a:r>
                      <a:endParaRPr lang="en-IN" sz="1200" b="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XX,XXX,XXX</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5333860"/>
                  </a:ext>
                </a:extLst>
              </a:tr>
              <a:tr h="388442">
                <a:tc>
                  <a:txBody>
                    <a:bodyPr/>
                    <a:lstStyle/>
                    <a:p>
                      <a:r>
                        <a:rPr lang="en-US" sz="1200" dirty="0">
                          <a:solidFill>
                            <a:schemeClr val="bg1"/>
                          </a:solidFill>
                        </a:rPr>
                        <a:t>LOREM IPSUM</a:t>
                      </a:r>
                      <a:endParaRPr lang="en-IN" sz="12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(X,XXX,XXX)</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6730775"/>
                  </a:ext>
                </a:extLst>
              </a:tr>
              <a:tr h="388442">
                <a:tc>
                  <a:txBody>
                    <a:bodyPr/>
                    <a:lstStyle/>
                    <a:p>
                      <a:r>
                        <a:rPr lang="en-US" sz="1200" b="1" dirty="0">
                          <a:solidFill>
                            <a:schemeClr val="bg1"/>
                          </a:solidFill>
                        </a:rPr>
                        <a:t>LOREM IPSUM</a:t>
                      </a:r>
                      <a:endParaRPr lang="en-IN" sz="1200" b="1"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X,XXX,XXX</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6122467"/>
                  </a:ext>
                </a:extLst>
              </a:tr>
              <a:tr h="388442">
                <a:tc>
                  <a:txBody>
                    <a:bodyPr/>
                    <a:lstStyle/>
                    <a:p>
                      <a:r>
                        <a:rPr lang="en-US" sz="1200" dirty="0">
                          <a:solidFill>
                            <a:schemeClr val="bg1"/>
                          </a:solidFill>
                        </a:rPr>
                        <a:t>LOREM IPSUM</a:t>
                      </a:r>
                      <a:endParaRPr lang="en-IN" sz="12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(X,XXX,XXX)</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611493"/>
                  </a:ext>
                </a:extLst>
              </a:tr>
              <a:tr h="388442">
                <a:tc>
                  <a:txBody>
                    <a:bodyPr/>
                    <a:lstStyle/>
                    <a:p>
                      <a:r>
                        <a:rPr lang="en-US" sz="1200" b="1" dirty="0">
                          <a:solidFill>
                            <a:schemeClr val="bg1"/>
                          </a:solidFill>
                        </a:rPr>
                        <a:t>LOREM IPSUM</a:t>
                      </a:r>
                      <a:endParaRPr lang="en-IN" sz="1200" b="1"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(X,XXX,XXX)</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69735426"/>
                  </a:ext>
                </a:extLst>
              </a:tr>
              <a:tr h="388442">
                <a:tc>
                  <a:txBody>
                    <a:bodyPr/>
                    <a:lstStyle/>
                    <a:p>
                      <a:r>
                        <a:rPr lang="en-US" sz="1200" dirty="0">
                          <a:solidFill>
                            <a:schemeClr val="bg1"/>
                          </a:solidFill>
                        </a:rPr>
                        <a:t>LOREM IPSUM</a:t>
                      </a:r>
                      <a:endParaRPr lang="en-IN" sz="12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(XXX,XXX)</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429267"/>
                  </a:ext>
                </a:extLst>
              </a:tr>
              <a:tr h="388442">
                <a:tc>
                  <a:txBody>
                    <a:bodyPr/>
                    <a:lstStyle/>
                    <a:p>
                      <a:r>
                        <a:rPr lang="en-US" sz="1200" b="1" dirty="0">
                          <a:solidFill>
                            <a:schemeClr val="bg1"/>
                          </a:solidFill>
                        </a:rPr>
                        <a:t>LOREM IPSUM</a:t>
                      </a:r>
                      <a:endParaRPr lang="en-IN" sz="1200" b="1"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(X,XXX,XXX)</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65822904"/>
                  </a:ext>
                </a:extLst>
              </a:tr>
              <a:tr h="388442">
                <a:tc>
                  <a:txBody>
                    <a:bodyPr/>
                    <a:lstStyle/>
                    <a:p>
                      <a:r>
                        <a:rPr lang="en-US" sz="1200" dirty="0">
                          <a:solidFill>
                            <a:schemeClr val="bg1"/>
                          </a:solidFill>
                        </a:rPr>
                        <a:t>LOREM IPSUM</a:t>
                      </a:r>
                      <a:endParaRPr lang="en-IN" sz="12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7802420"/>
                  </a:ext>
                </a:extLst>
              </a:tr>
              <a:tr h="388442">
                <a:tc>
                  <a:txBody>
                    <a:bodyPr/>
                    <a:lstStyle/>
                    <a:p>
                      <a:r>
                        <a:rPr lang="en-US" sz="1200" b="1" dirty="0">
                          <a:solidFill>
                            <a:schemeClr val="bg1"/>
                          </a:solidFill>
                        </a:rPr>
                        <a:t>LOREM IPSUM</a:t>
                      </a:r>
                      <a:endParaRPr lang="en-IN" sz="1200" b="1"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b="1" dirty="0">
                          <a:solidFill>
                            <a:schemeClr val="bg1"/>
                          </a:solidFill>
                        </a:rPr>
                        <a:t>(X,XXX,XXX)</a:t>
                      </a:r>
                      <a:endParaRPr lang="en-IN" sz="1200" b="1"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200" dirty="0">
                          <a:solidFill>
                            <a:schemeClr val="bg1"/>
                          </a:solidFill>
                        </a:rPr>
                        <a:t>(X,XXX,XXX)</a:t>
                      </a:r>
                      <a:endParaRPr lang="en-IN" sz="1200" dirty="0">
                        <a:solidFill>
                          <a:schemeClr val="bg1"/>
                        </a:solidFill>
                      </a:endParaRPr>
                    </a:p>
                  </a:txBody>
                  <a:tcPr marR="144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093325"/>
                  </a:ext>
                </a:extLst>
              </a:tr>
            </a:tbl>
          </a:graphicData>
        </a:graphic>
      </p:graphicFrame>
      <p:sp>
        <p:nvSpPr>
          <p:cNvPr id="8" name="TextBox 7">
            <a:extLst>
              <a:ext uri="{FF2B5EF4-FFF2-40B4-BE49-F238E27FC236}">
                <a16:creationId xmlns:a16="http://schemas.microsoft.com/office/drawing/2014/main" id="{1C7D12E2-1E83-A5DE-AE9E-5A9B48BDB622}"/>
              </a:ext>
            </a:extLst>
          </p:cNvPr>
          <p:cNvSpPr txBox="1"/>
          <p:nvPr/>
        </p:nvSpPr>
        <p:spPr>
          <a:xfrm>
            <a:off x="380999" y="5720769"/>
            <a:ext cx="11439525" cy="184666"/>
          </a:xfrm>
          <a:prstGeom prst="rect">
            <a:avLst/>
          </a:prstGeom>
          <a:noFill/>
        </p:spPr>
        <p:txBody>
          <a:bodyPr wrap="square" lIns="0" tIns="0" rIns="0" bIns="0" rtlCol="0" anchor="t">
            <a:spAutoFit/>
          </a:bodyPr>
          <a:lstStyle/>
          <a:p>
            <a:pPr>
              <a:spcAft>
                <a:spcPts val="600"/>
              </a:spcAft>
            </a:pPr>
            <a:r>
              <a:rPr lang="en-GB" sz="1200" i="0" dirty="0">
                <a:solidFill>
                  <a:schemeClr val="bg1"/>
                </a:solidFill>
                <a:effectLst/>
                <a:latin typeface="+mn-lt"/>
              </a:rPr>
              <a:t>LOREM IPSUM</a:t>
            </a:r>
          </a:p>
        </p:txBody>
      </p:sp>
      <p:pic>
        <p:nvPicPr>
          <p:cNvPr id="25" name="Graphic 24">
            <a:extLst>
              <a:ext uri="{FF2B5EF4-FFF2-40B4-BE49-F238E27FC236}">
                <a16:creationId xmlns:a16="http://schemas.microsoft.com/office/drawing/2014/main" id="{4329978D-199F-C6CE-79A3-A3589A62D43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rot="21312549">
            <a:off x="10854764" y="1980570"/>
            <a:ext cx="800501" cy="1383917"/>
          </a:xfrm>
          <a:prstGeom prst="rect">
            <a:avLst/>
          </a:prstGeom>
        </p:spPr>
      </p:pic>
      <p:pic>
        <p:nvPicPr>
          <p:cNvPr id="26" name="Graphic 25">
            <a:extLst>
              <a:ext uri="{FF2B5EF4-FFF2-40B4-BE49-F238E27FC236}">
                <a16:creationId xmlns:a16="http://schemas.microsoft.com/office/drawing/2014/main" id="{E85E751D-FAF0-7319-7E25-6DC596E5BEB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435659" y="5018703"/>
            <a:ext cx="980387" cy="980386"/>
          </a:xfrm>
          <a:prstGeom prst="rect">
            <a:avLst/>
          </a:prstGeom>
        </p:spPr>
      </p:pic>
      <p:pic>
        <p:nvPicPr>
          <p:cNvPr id="43" name="Picture 42" descr="A group of red and green containers&#10;&#10;AI-generated content may be incorrect.">
            <a:extLst>
              <a:ext uri="{FF2B5EF4-FFF2-40B4-BE49-F238E27FC236}">
                <a16:creationId xmlns:a16="http://schemas.microsoft.com/office/drawing/2014/main" id="{CB39713A-99BC-631B-67AD-E7492F2DCE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33370" y="1479013"/>
            <a:ext cx="4805773" cy="4805773"/>
          </a:xfrm>
          <a:prstGeom prst="rect">
            <a:avLst/>
          </a:prstGeom>
        </p:spPr>
      </p:pic>
    </p:spTree>
    <p:extLst>
      <p:ext uri="{BB962C8B-B14F-4D97-AF65-F5344CB8AC3E}">
        <p14:creationId xmlns:p14="http://schemas.microsoft.com/office/powerpoint/2010/main" val="395770691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A group of colorful cans&#10;&#10;AI-generated content may be incorrect.">
            <a:extLst>
              <a:ext uri="{FF2B5EF4-FFF2-40B4-BE49-F238E27FC236}">
                <a16:creationId xmlns:a16="http://schemas.microsoft.com/office/drawing/2014/main" id="{23F032BE-1E8C-2E2E-C157-D75C344F5CD6}"/>
              </a:ext>
            </a:extLst>
          </p:cNvPr>
          <p:cNvPicPr>
            <a:picLocks noChangeAspect="1"/>
          </p:cNvPicPr>
          <p:nvPr/>
        </p:nvPicPr>
        <p:blipFill rotWithShape="1">
          <a:blip r:embed="rId2">
            <a:extLst>
              <a:ext uri="{28A0092B-C50C-407E-A947-70E740481C1C}">
                <a14:useLocalDpi xmlns:a14="http://schemas.microsoft.com/office/drawing/2010/main" val="0"/>
              </a:ext>
            </a:extLst>
          </a:blip>
          <a:srcRect t="2022" b="22882"/>
          <a:stretch>
            <a:fillRect/>
          </a:stretch>
        </p:blipFill>
        <p:spPr>
          <a:xfrm>
            <a:off x="0" y="0"/>
            <a:ext cx="12192000" cy="6858000"/>
          </a:xfrm>
          <a:prstGeom prst="rect">
            <a:avLst/>
          </a:prstGeom>
        </p:spPr>
      </p:pic>
      <p:sp>
        <p:nvSpPr>
          <p:cNvPr id="8" name="Rectangle 7">
            <a:extLst>
              <a:ext uri="{FF2B5EF4-FFF2-40B4-BE49-F238E27FC236}">
                <a16:creationId xmlns:a16="http://schemas.microsoft.com/office/drawing/2014/main" id="{CCDEEEB5-471D-0334-C249-B57E6934FE0C}"/>
              </a:ext>
            </a:extLst>
          </p:cNvPr>
          <p:cNvSpPr/>
          <p:nvPr/>
        </p:nvSpPr>
        <p:spPr>
          <a:xfrm>
            <a:off x="0" y="0"/>
            <a:ext cx="12192000" cy="6858000"/>
          </a:xfrm>
          <a:prstGeom prst="rect">
            <a:avLst/>
          </a:prstGeom>
          <a:solidFill>
            <a:schemeClr val="tx2">
              <a:alpha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0" name="Graphic 11">
            <a:extLst>
              <a:ext uri="{FF2B5EF4-FFF2-40B4-BE49-F238E27FC236}">
                <a16:creationId xmlns:a16="http://schemas.microsoft.com/office/drawing/2014/main" id="{4EE37A8C-3366-E7F6-2C0A-8901693A17DF}"/>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sp>
        <p:nvSpPr>
          <p:cNvPr id="50" name="Graphic 2">
            <a:extLst>
              <a:ext uri="{FF2B5EF4-FFF2-40B4-BE49-F238E27FC236}">
                <a16:creationId xmlns:a16="http://schemas.microsoft.com/office/drawing/2014/main" id="{16E47403-82AC-8ADD-524D-9EB7C9B7AC25}"/>
              </a:ext>
            </a:extLst>
          </p:cNvPr>
          <p:cNvSpPr/>
          <p:nvPr/>
        </p:nvSpPr>
        <p:spPr>
          <a:xfrm>
            <a:off x="381000" y="5367207"/>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4"/>
          </a:solidFill>
          <a:ln w="9525" cap="flat">
            <a:noFill/>
            <a:prstDash val="solid"/>
            <a:miter/>
          </a:ln>
        </p:spPr>
        <p:txBody>
          <a:bodyPr rtlCol="0" anchor="ctr"/>
          <a:lstStyle/>
          <a:p>
            <a:endParaRPr lang="en-IN"/>
          </a:p>
        </p:txBody>
      </p:sp>
      <p:sp>
        <p:nvSpPr>
          <p:cNvPr id="51" name="Rectangle 50">
            <a:extLst>
              <a:ext uri="{FF2B5EF4-FFF2-40B4-BE49-F238E27FC236}">
                <a16:creationId xmlns:a16="http://schemas.microsoft.com/office/drawing/2014/main" id="{16CDB4DD-C20F-271B-16ED-6BAD3F99F33D}"/>
              </a:ext>
            </a:extLst>
          </p:cNvPr>
          <p:cNvSpPr/>
          <p:nvPr/>
        </p:nvSpPr>
        <p:spPr>
          <a:xfrm>
            <a:off x="652396" y="5540853"/>
            <a:ext cx="1970154"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US" sz="1400" b="1" dirty="0"/>
              <a:t>LOREM IPSUM</a:t>
            </a:r>
            <a:br>
              <a:rPr lang="en-US" sz="1400" b="1" dirty="0"/>
            </a:br>
            <a:r>
              <a:rPr lang="en-US" sz="1100" dirty="0"/>
              <a:t>Lorem Ipsum is simply dummy text</a:t>
            </a:r>
            <a:endParaRPr lang="en-IN" sz="1100" dirty="0"/>
          </a:p>
        </p:txBody>
      </p:sp>
      <p:grpSp>
        <p:nvGrpSpPr>
          <p:cNvPr id="55" name="Group 54">
            <a:extLst>
              <a:ext uri="{FF2B5EF4-FFF2-40B4-BE49-F238E27FC236}">
                <a16:creationId xmlns:a16="http://schemas.microsoft.com/office/drawing/2014/main" id="{67B951C9-76D5-BB61-0C62-1E21AAFE2044}"/>
              </a:ext>
            </a:extLst>
          </p:cNvPr>
          <p:cNvGrpSpPr/>
          <p:nvPr/>
        </p:nvGrpSpPr>
        <p:grpSpPr>
          <a:xfrm>
            <a:off x="-11290" y="36985"/>
            <a:ext cx="1043721" cy="1043721"/>
            <a:chOff x="1046786" y="1195383"/>
            <a:chExt cx="5737927" cy="5737927"/>
          </a:xfrm>
          <a:solidFill>
            <a:schemeClr val="accent2"/>
          </a:solidFill>
        </p:grpSpPr>
        <p:sp>
          <p:nvSpPr>
            <p:cNvPr id="56" name="Freeform: Shape 55">
              <a:extLst>
                <a:ext uri="{FF2B5EF4-FFF2-40B4-BE49-F238E27FC236}">
                  <a16:creationId xmlns:a16="http://schemas.microsoft.com/office/drawing/2014/main" id="{A00922DC-F457-E15F-EBB2-BAE8B5A9470A}"/>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57" name="Freeform: Shape 56">
              <a:extLst>
                <a:ext uri="{FF2B5EF4-FFF2-40B4-BE49-F238E27FC236}">
                  <a16:creationId xmlns:a16="http://schemas.microsoft.com/office/drawing/2014/main" id="{CDC734AA-9F12-0AE4-DDDB-8D96176397EC}"/>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2" name="Title 1">
            <a:extLst>
              <a:ext uri="{FF2B5EF4-FFF2-40B4-BE49-F238E27FC236}">
                <a16:creationId xmlns:a16="http://schemas.microsoft.com/office/drawing/2014/main" id="{19445BF6-5001-7273-6F4D-DDD6BFA2DC46}"/>
              </a:ext>
            </a:extLst>
          </p:cNvPr>
          <p:cNvSpPr>
            <a:spLocks noGrp="1"/>
          </p:cNvSpPr>
          <p:nvPr>
            <p:ph type="title"/>
          </p:nvPr>
        </p:nvSpPr>
        <p:spPr/>
        <p:txBody>
          <a:bodyPr/>
          <a:lstStyle/>
          <a:p>
            <a:r>
              <a:rPr lang="en-IN" dirty="0"/>
              <a:t>WHAT IS </a:t>
            </a:r>
            <a:r>
              <a:rPr lang="en-IN" dirty="0">
                <a:ln w="12700">
                  <a:solidFill>
                    <a:schemeClr val="accent1"/>
                  </a:solidFill>
                </a:ln>
                <a:noFill/>
              </a:rPr>
              <a:t>LOREM IPSUM</a:t>
            </a:r>
          </a:p>
        </p:txBody>
      </p:sp>
      <p:grpSp>
        <p:nvGrpSpPr>
          <p:cNvPr id="11" name="Group 10">
            <a:extLst>
              <a:ext uri="{FF2B5EF4-FFF2-40B4-BE49-F238E27FC236}">
                <a16:creationId xmlns:a16="http://schemas.microsoft.com/office/drawing/2014/main" id="{4F90B5D5-DF1D-E223-1CC5-F1FBA2B3166C}"/>
              </a:ext>
            </a:extLst>
          </p:cNvPr>
          <p:cNvGrpSpPr/>
          <p:nvPr/>
        </p:nvGrpSpPr>
        <p:grpSpPr>
          <a:xfrm>
            <a:off x="4844287" y="1146175"/>
            <a:ext cx="2512946" cy="814518"/>
            <a:chOff x="4844287" y="1146175"/>
            <a:chExt cx="2512946" cy="814518"/>
          </a:xfrm>
        </p:grpSpPr>
        <p:sp>
          <p:nvSpPr>
            <p:cNvPr id="5" name="Graphic 2">
              <a:extLst>
                <a:ext uri="{FF2B5EF4-FFF2-40B4-BE49-F238E27FC236}">
                  <a16:creationId xmlns:a16="http://schemas.microsoft.com/office/drawing/2014/main" id="{E263DDEC-7EB4-B433-296A-D265DE0B2358}"/>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1"/>
            </a:solidFill>
            <a:ln w="9525" cap="flat">
              <a:noFill/>
              <a:prstDash val="solid"/>
              <a:miter/>
            </a:ln>
          </p:spPr>
          <p:txBody>
            <a:bodyPr rtlCol="0" anchor="ctr"/>
            <a:lstStyle/>
            <a:p>
              <a:endParaRPr lang="en-IN"/>
            </a:p>
          </p:txBody>
        </p:sp>
        <p:sp>
          <p:nvSpPr>
            <p:cNvPr id="6" name="Rectangle 5">
              <a:extLst>
                <a:ext uri="{FF2B5EF4-FFF2-40B4-BE49-F238E27FC236}">
                  <a16:creationId xmlns:a16="http://schemas.microsoft.com/office/drawing/2014/main" id="{674D5A16-2C15-8421-A3A5-533E15393096}"/>
                </a:ext>
              </a:extLst>
            </p:cNvPr>
            <p:cNvSpPr/>
            <p:nvPr/>
          </p:nvSpPr>
          <p:spPr>
            <a:xfrm>
              <a:off x="5222240" y="1319821"/>
              <a:ext cx="1778000"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IN" sz="1400" b="1" dirty="0"/>
                <a:t>LOREM IPSUM</a:t>
              </a:r>
              <a:br>
                <a:rPr lang="en-IN" sz="1400" b="1" dirty="0"/>
              </a:br>
              <a:r>
                <a:rPr lang="en-IN" sz="1100" dirty="0"/>
                <a:t>Lorem Ipsum is simply dummy text </a:t>
              </a:r>
            </a:p>
          </p:txBody>
        </p:sp>
      </p:grpSp>
      <p:sp>
        <p:nvSpPr>
          <p:cNvPr id="58" name="Rectangle 57">
            <a:extLst>
              <a:ext uri="{FF2B5EF4-FFF2-40B4-BE49-F238E27FC236}">
                <a16:creationId xmlns:a16="http://schemas.microsoft.com/office/drawing/2014/main" id="{B982EEAE-96E6-594A-DAAC-390537E502F5}"/>
              </a:ext>
            </a:extLst>
          </p:cNvPr>
          <p:cNvSpPr/>
          <p:nvPr/>
        </p:nvSpPr>
        <p:spPr>
          <a:xfrm>
            <a:off x="5995985" y="1744185"/>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6" name="Graphic 2">
            <a:extLst>
              <a:ext uri="{FF2B5EF4-FFF2-40B4-BE49-F238E27FC236}">
                <a16:creationId xmlns:a16="http://schemas.microsoft.com/office/drawing/2014/main" id="{ACED5236-0993-B140-0F9D-6B5D03504BCC}"/>
              </a:ext>
            </a:extLst>
          </p:cNvPr>
          <p:cNvSpPr/>
          <p:nvPr/>
        </p:nvSpPr>
        <p:spPr>
          <a:xfrm>
            <a:off x="1720855" y="2553186"/>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2"/>
          </a:solidFill>
          <a:ln w="9525" cap="flat">
            <a:noFill/>
            <a:prstDash val="solid"/>
            <a:miter/>
          </a:ln>
        </p:spPr>
        <p:txBody>
          <a:bodyPr rtlCol="0" anchor="ctr"/>
          <a:lstStyle/>
          <a:p>
            <a:endParaRPr lang="en-IN"/>
          </a:p>
        </p:txBody>
      </p:sp>
      <p:sp>
        <p:nvSpPr>
          <p:cNvPr id="17" name="Rectangle 16">
            <a:extLst>
              <a:ext uri="{FF2B5EF4-FFF2-40B4-BE49-F238E27FC236}">
                <a16:creationId xmlns:a16="http://schemas.microsoft.com/office/drawing/2014/main" id="{732BC0C0-F62E-05C9-E94C-05F82AFC0429}"/>
              </a:ext>
            </a:extLst>
          </p:cNvPr>
          <p:cNvSpPr/>
          <p:nvPr/>
        </p:nvSpPr>
        <p:spPr>
          <a:xfrm>
            <a:off x="1992251" y="2726832"/>
            <a:ext cx="1970154"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US" sz="1400" b="1" dirty="0">
                <a:solidFill>
                  <a:schemeClr val="tx2"/>
                </a:solidFill>
              </a:rPr>
              <a:t>LOREM IPSUM</a:t>
            </a:r>
            <a:br>
              <a:rPr lang="en-US" sz="1400" b="1" dirty="0">
                <a:solidFill>
                  <a:schemeClr val="tx2"/>
                </a:solidFill>
              </a:rPr>
            </a:br>
            <a:r>
              <a:rPr lang="en-US" sz="1100" dirty="0">
                <a:solidFill>
                  <a:schemeClr val="tx2"/>
                </a:solidFill>
              </a:rPr>
              <a:t>Lorem Ipsum is simply dummy text</a:t>
            </a:r>
            <a:endParaRPr lang="en-IN" sz="1100" dirty="0">
              <a:solidFill>
                <a:schemeClr val="tx2"/>
              </a:solidFill>
            </a:endParaRPr>
          </a:p>
        </p:txBody>
      </p:sp>
      <p:sp>
        <p:nvSpPr>
          <p:cNvPr id="20" name="Graphic 2">
            <a:extLst>
              <a:ext uri="{FF2B5EF4-FFF2-40B4-BE49-F238E27FC236}">
                <a16:creationId xmlns:a16="http://schemas.microsoft.com/office/drawing/2014/main" id="{B615E136-CEC9-A9E4-6A30-6903FD873523}"/>
              </a:ext>
            </a:extLst>
          </p:cNvPr>
          <p:cNvSpPr/>
          <p:nvPr/>
        </p:nvSpPr>
        <p:spPr>
          <a:xfrm>
            <a:off x="7967719" y="2553186"/>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2"/>
          </a:solidFill>
          <a:ln w="9525" cap="flat">
            <a:noFill/>
            <a:prstDash val="solid"/>
            <a:miter/>
          </a:ln>
        </p:spPr>
        <p:txBody>
          <a:bodyPr rtlCol="0" anchor="ctr"/>
          <a:lstStyle/>
          <a:p>
            <a:endParaRPr lang="en-IN"/>
          </a:p>
        </p:txBody>
      </p:sp>
      <p:sp>
        <p:nvSpPr>
          <p:cNvPr id="21" name="Rectangle 20">
            <a:extLst>
              <a:ext uri="{FF2B5EF4-FFF2-40B4-BE49-F238E27FC236}">
                <a16:creationId xmlns:a16="http://schemas.microsoft.com/office/drawing/2014/main" id="{B0E22E55-05BF-E33A-1814-FB4A7FDABFC8}"/>
              </a:ext>
            </a:extLst>
          </p:cNvPr>
          <p:cNvSpPr/>
          <p:nvPr/>
        </p:nvSpPr>
        <p:spPr>
          <a:xfrm>
            <a:off x="8239115" y="2726832"/>
            <a:ext cx="1970154"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US" sz="1400" b="1" dirty="0">
                <a:solidFill>
                  <a:schemeClr val="tx2"/>
                </a:solidFill>
              </a:rPr>
              <a:t>LOREM IPSUM</a:t>
            </a:r>
            <a:br>
              <a:rPr lang="en-US" sz="1400" b="1" dirty="0">
                <a:solidFill>
                  <a:schemeClr val="tx2"/>
                </a:solidFill>
              </a:rPr>
            </a:br>
            <a:r>
              <a:rPr lang="en-US" sz="1100" dirty="0">
                <a:solidFill>
                  <a:schemeClr val="tx2"/>
                </a:solidFill>
              </a:rPr>
              <a:t>Lorem Ipsum is simply dummy text </a:t>
            </a:r>
            <a:endParaRPr lang="en-IN" sz="1100" dirty="0">
              <a:solidFill>
                <a:schemeClr val="tx2"/>
              </a:solidFill>
            </a:endParaRPr>
          </a:p>
        </p:txBody>
      </p:sp>
      <p:sp>
        <p:nvSpPr>
          <p:cNvPr id="59" name="Rectangle 58">
            <a:extLst>
              <a:ext uri="{FF2B5EF4-FFF2-40B4-BE49-F238E27FC236}">
                <a16:creationId xmlns:a16="http://schemas.microsoft.com/office/drawing/2014/main" id="{D2478501-A716-29A0-0B8D-AE41C07A76D4}"/>
              </a:ext>
            </a:extLst>
          </p:cNvPr>
          <p:cNvSpPr/>
          <p:nvPr/>
        </p:nvSpPr>
        <p:spPr>
          <a:xfrm>
            <a:off x="2872553" y="2567473"/>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0" name="Rectangle 59">
            <a:extLst>
              <a:ext uri="{FF2B5EF4-FFF2-40B4-BE49-F238E27FC236}">
                <a16:creationId xmlns:a16="http://schemas.microsoft.com/office/drawing/2014/main" id="{B592ECC4-2B68-75C6-BFE9-CF88F5C77EC3}"/>
              </a:ext>
            </a:extLst>
          </p:cNvPr>
          <p:cNvSpPr/>
          <p:nvPr/>
        </p:nvSpPr>
        <p:spPr>
          <a:xfrm>
            <a:off x="9119417" y="2567473"/>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9" name="Graphic 2">
            <a:extLst>
              <a:ext uri="{FF2B5EF4-FFF2-40B4-BE49-F238E27FC236}">
                <a16:creationId xmlns:a16="http://schemas.microsoft.com/office/drawing/2014/main" id="{2A8136CA-C716-B3FC-FBC5-6117B15ABCEE}"/>
              </a:ext>
            </a:extLst>
          </p:cNvPr>
          <p:cNvSpPr/>
          <p:nvPr/>
        </p:nvSpPr>
        <p:spPr>
          <a:xfrm>
            <a:off x="381000" y="3960197"/>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3"/>
          </a:solidFill>
          <a:ln w="9525" cap="flat">
            <a:noFill/>
            <a:prstDash val="solid"/>
            <a:miter/>
          </a:ln>
        </p:spPr>
        <p:txBody>
          <a:bodyPr rtlCol="0" anchor="ctr"/>
          <a:lstStyle/>
          <a:p>
            <a:endParaRPr lang="en-IN"/>
          </a:p>
        </p:txBody>
      </p:sp>
      <p:sp>
        <p:nvSpPr>
          <p:cNvPr id="30" name="Rectangle 29">
            <a:extLst>
              <a:ext uri="{FF2B5EF4-FFF2-40B4-BE49-F238E27FC236}">
                <a16:creationId xmlns:a16="http://schemas.microsoft.com/office/drawing/2014/main" id="{AACCFD45-712B-0F9E-4B75-E4FAE529DE33}"/>
              </a:ext>
            </a:extLst>
          </p:cNvPr>
          <p:cNvSpPr/>
          <p:nvPr/>
        </p:nvSpPr>
        <p:spPr>
          <a:xfrm>
            <a:off x="652396" y="4133843"/>
            <a:ext cx="1970154"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IN" sz="1400" b="1" dirty="0"/>
              <a:t>LOREM IPSUM</a:t>
            </a:r>
            <a:br>
              <a:rPr lang="en-IN" sz="1400" b="1" dirty="0"/>
            </a:br>
            <a:r>
              <a:rPr lang="en-IN" sz="1100" dirty="0"/>
              <a:t>Lorem Ipsum is simply dummy text</a:t>
            </a:r>
          </a:p>
        </p:txBody>
      </p:sp>
      <p:sp>
        <p:nvSpPr>
          <p:cNvPr id="35" name="Graphic 2">
            <a:extLst>
              <a:ext uri="{FF2B5EF4-FFF2-40B4-BE49-F238E27FC236}">
                <a16:creationId xmlns:a16="http://schemas.microsoft.com/office/drawing/2014/main" id="{245FBDFB-8904-6FDC-E7FF-4D761F6E71C3}"/>
              </a:ext>
            </a:extLst>
          </p:cNvPr>
          <p:cNvSpPr/>
          <p:nvPr/>
        </p:nvSpPr>
        <p:spPr>
          <a:xfrm>
            <a:off x="3060713" y="3960197"/>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3"/>
          </a:solidFill>
          <a:ln w="9525" cap="flat">
            <a:noFill/>
            <a:prstDash val="solid"/>
            <a:miter/>
          </a:ln>
        </p:spPr>
        <p:txBody>
          <a:bodyPr rtlCol="0" anchor="ctr"/>
          <a:lstStyle/>
          <a:p>
            <a:endParaRPr lang="en-IN"/>
          </a:p>
        </p:txBody>
      </p:sp>
      <p:sp>
        <p:nvSpPr>
          <p:cNvPr id="36" name="Rectangle 35">
            <a:extLst>
              <a:ext uri="{FF2B5EF4-FFF2-40B4-BE49-F238E27FC236}">
                <a16:creationId xmlns:a16="http://schemas.microsoft.com/office/drawing/2014/main" id="{F62FCC36-3C69-56DB-B13D-368DC308D041}"/>
              </a:ext>
            </a:extLst>
          </p:cNvPr>
          <p:cNvSpPr/>
          <p:nvPr/>
        </p:nvSpPr>
        <p:spPr>
          <a:xfrm>
            <a:off x="3413760" y="4133843"/>
            <a:ext cx="1838960"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IN" sz="1400" b="1" dirty="0"/>
              <a:t>LOREM IPSUM</a:t>
            </a:r>
            <a:br>
              <a:rPr lang="en-IN" sz="1400" b="1" dirty="0"/>
            </a:br>
            <a:r>
              <a:rPr lang="en-IN" sz="1100" dirty="0"/>
              <a:t>Lorem Ipsum is simply dummy text </a:t>
            </a:r>
          </a:p>
        </p:txBody>
      </p:sp>
      <p:sp>
        <p:nvSpPr>
          <p:cNvPr id="38" name="Graphic 2">
            <a:extLst>
              <a:ext uri="{FF2B5EF4-FFF2-40B4-BE49-F238E27FC236}">
                <a16:creationId xmlns:a16="http://schemas.microsoft.com/office/drawing/2014/main" id="{2307A499-3076-3208-514C-DC97AD723701}"/>
              </a:ext>
            </a:extLst>
          </p:cNvPr>
          <p:cNvSpPr/>
          <p:nvPr/>
        </p:nvSpPr>
        <p:spPr>
          <a:xfrm>
            <a:off x="6627864" y="3960197"/>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3"/>
          </a:solidFill>
          <a:ln w="9525" cap="flat">
            <a:noFill/>
            <a:prstDash val="solid"/>
            <a:miter/>
          </a:ln>
        </p:spPr>
        <p:txBody>
          <a:bodyPr rtlCol="0" anchor="ctr"/>
          <a:lstStyle/>
          <a:p>
            <a:endParaRPr lang="en-IN"/>
          </a:p>
        </p:txBody>
      </p:sp>
      <p:sp>
        <p:nvSpPr>
          <p:cNvPr id="39" name="Rectangle 38">
            <a:extLst>
              <a:ext uri="{FF2B5EF4-FFF2-40B4-BE49-F238E27FC236}">
                <a16:creationId xmlns:a16="http://schemas.microsoft.com/office/drawing/2014/main" id="{A2998BF8-5635-A3FE-2504-782A4666C448}"/>
              </a:ext>
            </a:extLst>
          </p:cNvPr>
          <p:cNvSpPr/>
          <p:nvPr/>
        </p:nvSpPr>
        <p:spPr>
          <a:xfrm>
            <a:off x="6899260" y="4133843"/>
            <a:ext cx="1970154"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US" sz="1400" b="1" dirty="0"/>
              <a:t>LOREM IPSUM</a:t>
            </a:r>
            <a:br>
              <a:rPr lang="en-US" sz="1400" b="1" dirty="0"/>
            </a:br>
            <a:r>
              <a:rPr lang="en-US" sz="1100" dirty="0"/>
              <a:t>Lorem Ipsum is simply dummy text</a:t>
            </a:r>
            <a:endParaRPr lang="en-IN" sz="1100" dirty="0"/>
          </a:p>
        </p:txBody>
      </p:sp>
      <p:sp>
        <p:nvSpPr>
          <p:cNvPr id="41" name="Graphic 2">
            <a:extLst>
              <a:ext uri="{FF2B5EF4-FFF2-40B4-BE49-F238E27FC236}">
                <a16:creationId xmlns:a16="http://schemas.microsoft.com/office/drawing/2014/main" id="{916E200D-AB5D-1191-8BF4-E6581970A61D}"/>
              </a:ext>
            </a:extLst>
          </p:cNvPr>
          <p:cNvSpPr/>
          <p:nvPr/>
        </p:nvSpPr>
        <p:spPr>
          <a:xfrm>
            <a:off x="9307577" y="3960197"/>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3"/>
          </a:solidFill>
          <a:ln w="9525" cap="flat">
            <a:noFill/>
            <a:prstDash val="solid"/>
            <a:miter/>
          </a:ln>
        </p:spPr>
        <p:txBody>
          <a:bodyPr rtlCol="0" anchor="ctr"/>
          <a:lstStyle/>
          <a:p>
            <a:endParaRPr lang="en-IN"/>
          </a:p>
        </p:txBody>
      </p:sp>
      <p:sp>
        <p:nvSpPr>
          <p:cNvPr id="42" name="Rectangle 41">
            <a:extLst>
              <a:ext uri="{FF2B5EF4-FFF2-40B4-BE49-F238E27FC236}">
                <a16:creationId xmlns:a16="http://schemas.microsoft.com/office/drawing/2014/main" id="{D17C1A77-C263-AED5-D27B-781FD6CEAADA}"/>
              </a:ext>
            </a:extLst>
          </p:cNvPr>
          <p:cNvSpPr/>
          <p:nvPr/>
        </p:nvSpPr>
        <p:spPr>
          <a:xfrm>
            <a:off x="9652000" y="4133843"/>
            <a:ext cx="1747520"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US" sz="1400" b="1" dirty="0"/>
              <a:t>LOREM IPSUM</a:t>
            </a:r>
            <a:br>
              <a:rPr lang="en-US" sz="1400" b="1" dirty="0"/>
            </a:br>
            <a:r>
              <a:rPr lang="en-US" sz="1100" dirty="0"/>
              <a:t>Lorem Ipsum is simply dummy text</a:t>
            </a:r>
            <a:endParaRPr lang="en-IN" sz="1100" dirty="0"/>
          </a:p>
        </p:txBody>
      </p:sp>
      <p:sp>
        <p:nvSpPr>
          <p:cNvPr id="61" name="Rectangle 60">
            <a:extLst>
              <a:ext uri="{FF2B5EF4-FFF2-40B4-BE49-F238E27FC236}">
                <a16:creationId xmlns:a16="http://schemas.microsoft.com/office/drawing/2014/main" id="{BB7D2CE7-592E-04E0-5BB6-7BEE510E9CC3}"/>
              </a:ext>
            </a:extLst>
          </p:cNvPr>
          <p:cNvSpPr/>
          <p:nvPr/>
        </p:nvSpPr>
        <p:spPr>
          <a:xfrm>
            <a:off x="1532698" y="3972547"/>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2" name="Rectangle 61">
            <a:extLst>
              <a:ext uri="{FF2B5EF4-FFF2-40B4-BE49-F238E27FC236}">
                <a16:creationId xmlns:a16="http://schemas.microsoft.com/office/drawing/2014/main" id="{FEFF48BF-0B86-F302-F394-5E0A4AC6EE09}"/>
              </a:ext>
            </a:extLst>
          </p:cNvPr>
          <p:cNvSpPr/>
          <p:nvPr/>
        </p:nvSpPr>
        <p:spPr>
          <a:xfrm>
            <a:off x="4212411" y="3972547"/>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4" name="Rectangle 63">
            <a:extLst>
              <a:ext uri="{FF2B5EF4-FFF2-40B4-BE49-F238E27FC236}">
                <a16:creationId xmlns:a16="http://schemas.microsoft.com/office/drawing/2014/main" id="{32CF19C7-253D-C359-672A-1D969FE3CADA}"/>
              </a:ext>
            </a:extLst>
          </p:cNvPr>
          <p:cNvSpPr/>
          <p:nvPr/>
        </p:nvSpPr>
        <p:spPr>
          <a:xfrm>
            <a:off x="7779562" y="3972547"/>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5" name="Rectangle 64">
            <a:extLst>
              <a:ext uri="{FF2B5EF4-FFF2-40B4-BE49-F238E27FC236}">
                <a16:creationId xmlns:a16="http://schemas.microsoft.com/office/drawing/2014/main" id="{3F4B5E0F-8EE2-792F-8CB2-99216AE9CE21}"/>
              </a:ext>
            </a:extLst>
          </p:cNvPr>
          <p:cNvSpPr/>
          <p:nvPr/>
        </p:nvSpPr>
        <p:spPr>
          <a:xfrm>
            <a:off x="10459275" y="3972547"/>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67" name="Straight Connector 66">
            <a:extLst>
              <a:ext uri="{FF2B5EF4-FFF2-40B4-BE49-F238E27FC236}">
                <a16:creationId xmlns:a16="http://schemas.microsoft.com/office/drawing/2014/main" id="{8F59D52A-E4BE-2C6D-359C-CB94D5594D07}"/>
              </a:ext>
            </a:extLst>
          </p:cNvPr>
          <p:cNvCxnSpPr>
            <a:cxnSpLocks/>
            <a:stCxn id="58" idx="2"/>
            <a:endCxn id="59" idx="0"/>
          </p:cNvCxnSpPr>
          <p:nvPr/>
        </p:nvCxnSpPr>
        <p:spPr>
          <a:xfrm rot="5400000">
            <a:off x="4232175" y="698888"/>
            <a:ext cx="613738" cy="3123432"/>
          </a:xfrm>
          <a:prstGeom prst="bentConnector3">
            <a:avLst>
              <a:gd name="adj1"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6" name="Straight Connector 66">
            <a:extLst>
              <a:ext uri="{FF2B5EF4-FFF2-40B4-BE49-F238E27FC236}">
                <a16:creationId xmlns:a16="http://schemas.microsoft.com/office/drawing/2014/main" id="{C3FB1AE5-172F-F90A-2608-B84ED0D082EB}"/>
              </a:ext>
            </a:extLst>
          </p:cNvPr>
          <p:cNvCxnSpPr>
            <a:cxnSpLocks/>
            <a:stCxn id="58" idx="2"/>
            <a:endCxn id="60" idx="0"/>
          </p:cNvCxnSpPr>
          <p:nvPr/>
        </p:nvCxnSpPr>
        <p:spPr>
          <a:xfrm rot="16200000" flipH="1">
            <a:off x="7355607" y="698888"/>
            <a:ext cx="613738" cy="3123432"/>
          </a:xfrm>
          <a:prstGeom prst="bentConnector3">
            <a:avLst>
              <a:gd name="adj1"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 name="Straight Connector 66">
            <a:extLst>
              <a:ext uri="{FF2B5EF4-FFF2-40B4-BE49-F238E27FC236}">
                <a16:creationId xmlns:a16="http://schemas.microsoft.com/office/drawing/2014/main" id="{98EBBFAE-3E16-4CF3-8C10-000F9D64FABA}"/>
              </a:ext>
            </a:extLst>
          </p:cNvPr>
          <p:cNvCxnSpPr>
            <a:cxnSpLocks/>
            <a:stCxn id="96" idx="2"/>
            <a:endCxn id="61" idx="0"/>
          </p:cNvCxnSpPr>
          <p:nvPr/>
        </p:nvCxnSpPr>
        <p:spPr>
          <a:xfrm rot="5400000">
            <a:off x="2001704" y="2996923"/>
            <a:ext cx="611394" cy="1339855"/>
          </a:xfrm>
          <a:prstGeom prst="bentConnector3">
            <a:avLst>
              <a:gd name="adj1"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96" name="Rectangle 95">
            <a:extLst>
              <a:ext uri="{FF2B5EF4-FFF2-40B4-BE49-F238E27FC236}">
                <a16:creationId xmlns:a16="http://schemas.microsoft.com/office/drawing/2014/main" id="{C0705E58-729F-4DA4-3B32-A9B30FFA4436}"/>
              </a:ext>
            </a:extLst>
          </p:cNvPr>
          <p:cNvSpPr/>
          <p:nvPr/>
        </p:nvSpPr>
        <p:spPr>
          <a:xfrm>
            <a:off x="2872553" y="3151603"/>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99" name="Rectangle 98">
            <a:extLst>
              <a:ext uri="{FF2B5EF4-FFF2-40B4-BE49-F238E27FC236}">
                <a16:creationId xmlns:a16="http://schemas.microsoft.com/office/drawing/2014/main" id="{E6C03C87-649D-6003-9F87-24B887048837}"/>
              </a:ext>
            </a:extLst>
          </p:cNvPr>
          <p:cNvSpPr/>
          <p:nvPr/>
        </p:nvSpPr>
        <p:spPr>
          <a:xfrm>
            <a:off x="9119417" y="3151603"/>
            <a:ext cx="209550" cy="2095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dirty="0"/>
          </a:p>
        </p:txBody>
      </p:sp>
      <p:pic>
        <p:nvPicPr>
          <p:cNvPr id="4" name="Picture 5">
            <a:extLst>
              <a:ext uri="{FF2B5EF4-FFF2-40B4-BE49-F238E27FC236}">
                <a16:creationId xmlns:a16="http://schemas.microsoft.com/office/drawing/2014/main" id="{01A167D9-5892-9569-1635-4F8D2C01A8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6452971"/>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00" name="Straight Connector 66">
            <a:extLst>
              <a:ext uri="{FF2B5EF4-FFF2-40B4-BE49-F238E27FC236}">
                <a16:creationId xmlns:a16="http://schemas.microsoft.com/office/drawing/2014/main" id="{795CAF78-B60A-EA67-A17F-5390E2342A8C}"/>
              </a:ext>
            </a:extLst>
          </p:cNvPr>
          <p:cNvCxnSpPr>
            <a:cxnSpLocks/>
            <a:stCxn id="96" idx="2"/>
            <a:endCxn id="62" idx="0"/>
          </p:cNvCxnSpPr>
          <p:nvPr/>
        </p:nvCxnSpPr>
        <p:spPr>
          <a:xfrm rot="16200000" flipH="1">
            <a:off x="3341560" y="2996921"/>
            <a:ext cx="611394" cy="1339858"/>
          </a:xfrm>
          <a:prstGeom prst="bentConnector3">
            <a:avLst>
              <a:gd name="adj1"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 name="Straight Connector 66">
            <a:extLst>
              <a:ext uri="{FF2B5EF4-FFF2-40B4-BE49-F238E27FC236}">
                <a16:creationId xmlns:a16="http://schemas.microsoft.com/office/drawing/2014/main" id="{B32D54E0-7E67-E98D-1244-6EC7F371F1FB}"/>
              </a:ext>
            </a:extLst>
          </p:cNvPr>
          <p:cNvCxnSpPr>
            <a:cxnSpLocks/>
            <a:stCxn id="99" idx="2"/>
            <a:endCxn id="64" idx="0"/>
          </p:cNvCxnSpPr>
          <p:nvPr/>
        </p:nvCxnSpPr>
        <p:spPr>
          <a:xfrm rot="5400000">
            <a:off x="8248568" y="2996923"/>
            <a:ext cx="611394" cy="1339855"/>
          </a:xfrm>
          <a:prstGeom prst="bentConnector3">
            <a:avLst>
              <a:gd name="adj1"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6" name="Straight Connector 66">
            <a:extLst>
              <a:ext uri="{FF2B5EF4-FFF2-40B4-BE49-F238E27FC236}">
                <a16:creationId xmlns:a16="http://schemas.microsoft.com/office/drawing/2014/main" id="{1D6FE4D0-5B7F-FB6B-ECE5-E7165126870E}"/>
              </a:ext>
            </a:extLst>
          </p:cNvPr>
          <p:cNvCxnSpPr>
            <a:cxnSpLocks/>
            <a:stCxn id="99" idx="2"/>
            <a:endCxn id="65" idx="0"/>
          </p:cNvCxnSpPr>
          <p:nvPr/>
        </p:nvCxnSpPr>
        <p:spPr>
          <a:xfrm rot="16200000" flipH="1">
            <a:off x="9588424" y="2996921"/>
            <a:ext cx="611394" cy="1339858"/>
          </a:xfrm>
          <a:prstGeom prst="bentConnector3">
            <a:avLst>
              <a:gd name="adj1"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3" name="Slide Number Placeholder 2">
            <a:extLst>
              <a:ext uri="{FF2B5EF4-FFF2-40B4-BE49-F238E27FC236}">
                <a16:creationId xmlns:a16="http://schemas.microsoft.com/office/drawing/2014/main" id="{A0DC7A92-18D3-0A5C-8EE9-6C048C5EC72D}"/>
              </a:ext>
            </a:extLst>
          </p:cNvPr>
          <p:cNvSpPr>
            <a:spLocks noGrp="1"/>
          </p:cNvSpPr>
          <p:nvPr>
            <p:ph type="sldNum" sz="quarter" idx="4"/>
          </p:nvPr>
        </p:nvSpPr>
        <p:spPr/>
        <p:txBody>
          <a:bodyPr/>
          <a:lstStyle/>
          <a:p>
            <a:fld id="{9A131BC9-40DA-43B6-B58E-D925B527BF77}" type="slidenum">
              <a:rPr lang="en-IN" smtClean="0"/>
              <a:pPr/>
              <a:t>11</a:t>
            </a:fld>
            <a:endParaRPr lang="en-IN" dirty="0"/>
          </a:p>
        </p:txBody>
      </p:sp>
    </p:spTree>
    <p:extLst>
      <p:ext uri="{BB962C8B-B14F-4D97-AF65-F5344CB8AC3E}">
        <p14:creationId xmlns:p14="http://schemas.microsoft.com/office/powerpoint/2010/main" val="270240581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a:extLst>
            <a:ext uri="{FF2B5EF4-FFF2-40B4-BE49-F238E27FC236}">
              <a16:creationId xmlns:a16="http://schemas.microsoft.com/office/drawing/2014/main" id="{AB585DE0-0791-C7E7-B5A9-5285202255E1}"/>
            </a:ext>
          </a:extLst>
        </p:cNvPr>
        <p:cNvGrpSpPr/>
        <p:nvPr/>
      </p:nvGrpSpPr>
      <p:grpSpPr>
        <a:xfrm>
          <a:off x="0" y="0"/>
          <a:ext cx="0" cy="0"/>
          <a:chOff x="0" y="0"/>
          <a:chExt cx="0" cy="0"/>
        </a:xfrm>
      </p:grpSpPr>
      <p:pic>
        <p:nvPicPr>
          <p:cNvPr id="118" name="Graphic 117">
            <a:extLst>
              <a:ext uri="{FF2B5EF4-FFF2-40B4-BE49-F238E27FC236}">
                <a16:creationId xmlns:a16="http://schemas.microsoft.com/office/drawing/2014/main" id="{37FBC5BB-98B2-2A13-C7C0-FC6D552ED363}"/>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rot="7200000">
            <a:off x="90927" y="157245"/>
            <a:ext cx="839286" cy="824708"/>
          </a:xfrm>
          <a:prstGeom prst="rect">
            <a:avLst/>
          </a:prstGeom>
        </p:spPr>
      </p:pic>
      <p:grpSp>
        <p:nvGrpSpPr>
          <p:cNvPr id="115" name="Group 114">
            <a:extLst>
              <a:ext uri="{FF2B5EF4-FFF2-40B4-BE49-F238E27FC236}">
                <a16:creationId xmlns:a16="http://schemas.microsoft.com/office/drawing/2014/main" id="{D5E256E5-4615-3618-0FDA-D52893286194}"/>
              </a:ext>
            </a:extLst>
          </p:cNvPr>
          <p:cNvGrpSpPr/>
          <p:nvPr/>
        </p:nvGrpSpPr>
        <p:grpSpPr>
          <a:xfrm>
            <a:off x="7662789" y="488575"/>
            <a:ext cx="2020602" cy="2020602"/>
            <a:chOff x="1046786" y="1195383"/>
            <a:chExt cx="5737927" cy="5737927"/>
          </a:xfrm>
          <a:solidFill>
            <a:schemeClr val="accent4"/>
          </a:solidFill>
        </p:grpSpPr>
        <p:sp>
          <p:nvSpPr>
            <p:cNvPr id="116" name="Freeform: Shape 115">
              <a:extLst>
                <a:ext uri="{FF2B5EF4-FFF2-40B4-BE49-F238E27FC236}">
                  <a16:creationId xmlns:a16="http://schemas.microsoft.com/office/drawing/2014/main" id="{A68AFF8E-13D1-59F2-060E-876C08941DC7}"/>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117" name="Freeform: Shape 116">
              <a:extLst>
                <a:ext uri="{FF2B5EF4-FFF2-40B4-BE49-F238E27FC236}">
                  <a16:creationId xmlns:a16="http://schemas.microsoft.com/office/drawing/2014/main" id="{DCAA5367-DBD0-2FFF-9016-E038200F4327}"/>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2" name="Title 1">
            <a:extLst>
              <a:ext uri="{FF2B5EF4-FFF2-40B4-BE49-F238E27FC236}">
                <a16:creationId xmlns:a16="http://schemas.microsoft.com/office/drawing/2014/main" id="{B80C92C4-678E-A884-C0D0-4B902192E527}"/>
              </a:ext>
            </a:extLst>
          </p:cNvPr>
          <p:cNvSpPr>
            <a:spLocks noGrp="1"/>
          </p:cNvSpPr>
          <p:nvPr>
            <p:ph type="title"/>
          </p:nvPr>
        </p:nvSpPr>
        <p:spPr/>
        <p:txBody>
          <a:bodyPr/>
          <a:lstStyle/>
          <a:p>
            <a:r>
              <a:rPr lang="en-IN" dirty="0"/>
              <a:t>WHAT IS </a:t>
            </a:r>
            <a:r>
              <a:rPr lang="en-IN" dirty="0">
                <a:ln w="12700">
                  <a:solidFill>
                    <a:schemeClr val="accent3"/>
                  </a:solidFill>
                </a:ln>
                <a:noFill/>
              </a:rPr>
              <a:t>LOREM IPSUM</a:t>
            </a:r>
          </a:p>
        </p:txBody>
      </p:sp>
      <p:cxnSp>
        <p:nvCxnSpPr>
          <p:cNvPr id="17" name="Straight Connector 16">
            <a:extLst>
              <a:ext uri="{FF2B5EF4-FFF2-40B4-BE49-F238E27FC236}">
                <a16:creationId xmlns:a16="http://schemas.microsoft.com/office/drawing/2014/main" id="{6CD4E98A-E47B-99E0-3EDA-022311EB851F}"/>
              </a:ext>
            </a:extLst>
          </p:cNvPr>
          <p:cNvCxnSpPr>
            <a:cxnSpLocks/>
            <a:stCxn id="24" idx="443"/>
          </p:cNvCxnSpPr>
          <p:nvPr/>
        </p:nvCxnSpPr>
        <p:spPr>
          <a:xfrm>
            <a:off x="4060291" y="2195655"/>
            <a:ext cx="0" cy="2936590"/>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C631F3C6-77EC-8A35-4F24-103D992BA075}"/>
              </a:ext>
            </a:extLst>
          </p:cNvPr>
          <p:cNvGrpSpPr/>
          <p:nvPr/>
        </p:nvGrpSpPr>
        <p:grpSpPr>
          <a:xfrm>
            <a:off x="3281864" y="1146175"/>
            <a:ext cx="1630944" cy="1076035"/>
            <a:chOff x="4844287" y="1146175"/>
            <a:chExt cx="2512946" cy="814518"/>
          </a:xfrm>
        </p:grpSpPr>
        <p:sp>
          <p:nvSpPr>
            <p:cNvPr id="24" name="Graphic 2">
              <a:extLst>
                <a:ext uri="{FF2B5EF4-FFF2-40B4-BE49-F238E27FC236}">
                  <a16:creationId xmlns:a16="http://schemas.microsoft.com/office/drawing/2014/main" id="{BE8B7459-4B22-87BF-1FB0-0C7BE6FBAB1A}"/>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1"/>
            </a:solidFill>
            <a:ln w="9525" cap="flat">
              <a:noFill/>
              <a:prstDash val="solid"/>
              <a:miter/>
            </a:ln>
          </p:spPr>
          <p:txBody>
            <a:bodyPr rtlCol="0" anchor="ctr"/>
            <a:lstStyle/>
            <a:p>
              <a:endParaRPr lang="en-IN"/>
            </a:p>
          </p:txBody>
        </p:sp>
        <p:sp>
          <p:nvSpPr>
            <p:cNvPr id="25" name="Rectangle 24">
              <a:extLst>
                <a:ext uri="{FF2B5EF4-FFF2-40B4-BE49-F238E27FC236}">
                  <a16:creationId xmlns:a16="http://schemas.microsoft.com/office/drawing/2014/main" id="{B469B0E1-79EF-4619-9471-E6997CC938FC}"/>
                </a:ext>
              </a:extLst>
            </p:cNvPr>
            <p:cNvSpPr/>
            <p:nvPr/>
          </p:nvSpPr>
          <p:spPr>
            <a:xfrm>
              <a:off x="5056311" y="1319821"/>
              <a:ext cx="2088898"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IN" sz="1400" b="1" dirty="0"/>
                <a:t>LOREM IPSUM</a:t>
              </a:r>
              <a:br>
                <a:rPr lang="en-IN" sz="1400" b="1" dirty="0"/>
              </a:br>
              <a:r>
                <a:rPr lang="en-IN" sz="1100" dirty="0"/>
                <a:t>LOREM</a:t>
              </a:r>
            </a:p>
          </p:txBody>
        </p:sp>
      </p:grpSp>
      <p:grpSp>
        <p:nvGrpSpPr>
          <p:cNvPr id="38" name="Group 37">
            <a:extLst>
              <a:ext uri="{FF2B5EF4-FFF2-40B4-BE49-F238E27FC236}">
                <a16:creationId xmlns:a16="http://schemas.microsoft.com/office/drawing/2014/main" id="{B9A436FB-E3BF-DA9E-7D49-5205C99C7760}"/>
              </a:ext>
            </a:extLst>
          </p:cNvPr>
          <p:cNvGrpSpPr/>
          <p:nvPr/>
        </p:nvGrpSpPr>
        <p:grpSpPr>
          <a:xfrm>
            <a:off x="368300" y="3125932"/>
            <a:ext cx="1630944" cy="1076035"/>
            <a:chOff x="4844287" y="1146175"/>
            <a:chExt cx="2512946" cy="814518"/>
          </a:xfrm>
        </p:grpSpPr>
        <p:sp>
          <p:nvSpPr>
            <p:cNvPr id="44" name="Graphic 2">
              <a:extLst>
                <a:ext uri="{FF2B5EF4-FFF2-40B4-BE49-F238E27FC236}">
                  <a16:creationId xmlns:a16="http://schemas.microsoft.com/office/drawing/2014/main" id="{5D91CBD1-E542-6E9F-BF4C-91F963B9C5E8}"/>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2"/>
            </a:solidFill>
            <a:ln w="9525" cap="flat">
              <a:noFill/>
              <a:prstDash val="solid"/>
              <a:miter/>
            </a:ln>
          </p:spPr>
          <p:txBody>
            <a:bodyPr rtlCol="0" anchor="ctr"/>
            <a:lstStyle/>
            <a:p>
              <a:endParaRPr lang="en-IN"/>
            </a:p>
          </p:txBody>
        </p:sp>
        <p:sp>
          <p:nvSpPr>
            <p:cNvPr id="45" name="Rectangle 44">
              <a:extLst>
                <a:ext uri="{FF2B5EF4-FFF2-40B4-BE49-F238E27FC236}">
                  <a16:creationId xmlns:a16="http://schemas.microsoft.com/office/drawing/2014/main" id="{EA91484B-5E9E-0BFC-D724-10E5E2DC27AD}"/>
                </a:ext>
              </a:extLst>
            </p:cNvPr>
            <p:cNvSpPr/>
            <p:nvPr/>
          </p:nvSpPr>
          <p:spPr>
            <a:xfrm>
              <a:off x="5056311" y="1319821"/>
              <a:ext cx="2088898"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IN" sz="1400" b="1" dirty="0">
                  <a:solidFill>
                    <a:schemeClr val="tx2"/>
                  </a:solidFill>
                </a:rPr>
                <a:t>LOREM IPSUM</a:t>
              </a:r>
              <a:br>
                <a:rPr lang="en-IN" sz="1400" b="1" dirty="0">
                  <a:solidFill>
                    <a:schemeClr val="tx2"/>
                  </a:solidFill>
                </a:rPr>
              </a:br>
              <a:r>
                <a:rPr lang="en-IN" sz="1100" dirty="0">
                  <a:solidFill>
                    <a:schemeClr val="tx2"/>
                  </a:solidFill>
                </a:rPr>
                <a:t>LOREM</a:t>
              </a:r>
            </a:p>
          </p:txBody>
        </p:sp>
      </p:grpSp>
      <p:grpSp>
        <p:nvGrpSpPr>
          <p:cNvPr id="49" name="Group 48">
            <a:extLst>
              <a:ext uri="{FF2B5EF4-FFF2-40B4-BE49-F238E27FC236}">
                <a16:creationId xmlns:a16="http://schemas.microsoft.com/office/drawing/2014/main" id="{CD0BE4FF-C78D-327E-5808-47BF76864960}"/>
              </a:ext>
            </a:extLst>
          </p:cNvPr>
          <p:cNvGrpSpPr/>
          <p:nvPr/>
        </p:nvGrpSpPr>
        <p:grpSpPr>
          <a:xfrm>
            <a:off x="2310677" y="3125932"/>
            <a:ext cx="1630944" cy="1076035"/>
            <a:chOff x="4844287" y="1146175"/>
            <a:chExt cx="2512946" cy="814518"/>
          </a:xfrm>
        </p:grpSpPr>
        <p:sp>
          <p:nvSpPr>
            <p:cNvPr id="50" name="Graphic 2">
              <a:extLst>
                <a:ext uri="{FF2B5EF4-FFF2-40B4-BE49-F238E27FC236}">
                  <a16:creationId xmlns:a16="http://schemas.microsoft.com/office/drawing/2014/main" id="{D4341617-D0F9-A0E2-4BF5-91C493FDC127}"/>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2"/>
            </a:solidFill>
            <a:ln w="9525" cap="flat">
              <a:noFill/>
              <a:prstDash val="solid"/>
              <a:miter/>
            </a:ln>
          </p:spPr>
          <p:txBody>
            <a:bodyPr rtlCol="0" anchor="ctr"/>
            <a:lstStyle/>
            <a:p>
              <a:endParaRPr lang="en-IN" dirty="0"/>
            </a:p>
          </p:txBody>
        </p:sp>
        <p:sp>
          <p:nvSpPr>
            <p:cNvPr id="51" name="Rectangle 50">
              <a:extLst>
                <a:ext uri="{FF2B5EF4-FFF2-40B4-BE49-F238E27FC236}">
                  <a16:creationId xmlns:a16="http://schemas.microsoft.com/office/drawing/2014/main" id="{543B2513-F1DA-CCDC-0984-8AEB1E63E100}"/>
                </a:ext>
              </a:extLst>
            </p:cNvPr>
            <p:cNvSpPr/>
            <p:nvPr/>
          </p:nvSpPr>
          <p:spPr>
            <a:xfrm>
              <a:off x="5056311" y="1319821"/>
              <a:ext cx="2088898"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IN" sz="1400" b="1" dirty="0">
                  <a:solidFill>
                    <a:schemeClr val="tx2"/>
                  </a:solidFill>
                </a:rPr>
                <a:t>LOREM IPSUM</a:t>
              </a:r>
              <a:br>
                <a:rPr lang="en-IN" sz="1400" b="1" dirty="0">
                  <a:solidFill>
                    <a:schemeClr val="tx2"/>
                  </a:solidFill>
                </a:rPr>
              </a:br>
              <a:r>
                <a:rPr lang="en-IN" sz="1100" dirty="0">
                  <a:solidFill>
                    <a:schemeClr val="tx2"/>
                  </a:solidFill>
                </a:rPr>
                <a:t>LOREM</a:t>
              </a:r>
            </a:p>
          </p:txBody>
        </p:sp>
      </p:grpSp>
      <p:grpSp>
        <p:nvGrpSpPr>
          <p:cNvPr id="52" name="Group 51">
            <a:extLst>
              <a:ext uri="{FF2B5EF4-FFF2-40B4-BE49-F238E27FC236}">
                <a16:creationId xmlns:a16="http://schemas.microsoft.com/office/drawing/2014/main" id="{CF9E07F3-EC4B-E010-0798-B2DA348AF296}"/>
              </a:ext>
            </a:extLst>
          </p:cNvPr>
          <p:cNvGrpSpPr/>
          <p:nvPr/>
        </p:nvGrpSpPr>
        <p:grpSpPr>
          <a:xfrm>
            <a:off x="4253054" y="3125932"/>
            <a:ext cx="1630944" cy="1076035"/>
            <a:chOff x="4844287" y="1146175"/>
            <a:chExt cx="2512946" cy="814518"/>
          </a:xfrm>
        </p:grpSpPr>
        <p:sp>
          <p:nvSpPr>
            <p:cNvPr id="53" name="Graphic 2">
              <a:extLst>
                <a:ext uri="{FF2B5EF4-FFF2-40B4-BE49-F238E27FC236}">
                  <a16:creationId xmlns:a16="http://schemas.microsoft.com/office/drawing/2014/main" id="{2CF0CA0F-58E5-8FC9-E38D-6E41F83BA949}"/>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2"/>
            </a:solidFill>
            <a:ln w="9525" cap="flat">
              <a:noFill/>
              <a:prstDash val="solid"/>
              <a:miter/>
            </a:ln>
          </p:spPr>
          <p:txBody>
            <a:bodyPr rtlCol="0" anchor="ctr"/>
            <a:lstStyle/>
            <a:p>
              <a:endParaRPr lang="en-IN"/>
            </a:p>
          </p:txBody>
        </p:sp>
        <p:sp>
          <p:nvSpPr>
            <p:cNvPr id="54" name="Rectangle 53">
              <a:extLst>
                <a:ext uri="{FF2B5EF4-FFF2-40B4-BE49-F238E27FC236}">
                  <a16:creationId xmlns:a16="http://schemas.microsoft.com/office/drawing/2014/main" id="{E23DF4A9-A6E2-DA90-F7CC-160825AEC7D7}"/>
                </a:ext>
              </a:extLst>
            </p:cNvPr>
            <p:cNvSpPr/>
            <p:nvPr/>
          </p:nvSpPr>
          <p:spPr>
            <a:xfrm>
              <a:off x="5056311" y="1319821"/>
              <a:ext cx="2088898"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IN" sz="1400" b="1" dirty="0">
                  <a:solidFill>
                    <a:schemeClr val="tx2"/>
                  </a:solidFill>
                </a:rPr>
                <a:t>LOREM IPSUM</a:t>
              </a:r>
              <a:br>
                <a:rPr lang="en-IN" sz="1400" b="1" dirty="0">
                  <a:solidFill>
                    <a:schemeClr val="tx2"/>
                  </a:solidFill>
                </a:rPr>
              </a:br>
              <a:r>
                <a:rPr lang="en-IN" sz="1100" dirty="0">
                  <a:solidFill>
                    <a:schemeClr val="tx2"/>
                  </a:solidFill>
                </a:rPr>
                <a:t>LOREM</a:t>
              </a:r>
            </a:p>
          </p:txBody>
        </p:sp>
      </p:grpSp>
      <p:grpSp>
        <p:nvGrpSpPr>
          <p:cNvPr id="55" name="Group 54">
            <a:extLst>
              <a:ext uri="{FF2B5EF4-FFF2-40B4-BE49-F238E27FC236}">
                <a16:creationId xmlns:a16="http://schemas.microsoft.com/office/drawing/2014/main" id="{E5318C4E-F514-9971-A295-475944651EFF}"/>
              </a:ext>
            </a:extLst>
          </p:cNvPr>
          <p:cNvGrpSpPr/>
          <p:nvPr/>
        </p:nvGrpSpPr>
        <p:grpSpPr>
          <a:xfrm>
            <a:off x="6195431" y="3125932"/>
            <a:ext cx="1630944" cy="1076035"/>
            <a:chOff x="4844287" y="1146175"/>
            <a:chExt cx="2512946" cy="814518"/>
          </a:xfrm>
        </p:grpSpPr>
        <p:sp>
          <p:nvSpPr>
            <p:cNvPr id="56" name="Graphic 2">
              <a:extLst>
                <a:ext uri="{FF2B5EF4-FFF2-40B4-BE49-F238E27FC236}">
                  <a16:creationId xmlns:a16="http://schemas.microsoft.com/office/drawing/2014/main" id="{11D8E4F0-5774-DB38-6821-5C58878FE562}"/>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2"/>
            </a:solidFill>
            <a:ln w="9525" cap="flat">
              <a:noFill/>
              <a:prstDash val="solid"/>
              <a:miter/>
            </a:ln>
          </p:spPr>
          <p:txBody>
            <a:bodyPr rtlCol="0" anchor="ctr"/>
            <a:lstStyle/>
            <a:p>
              <a:endParaRPr lang="en-IN"/>
            </a:p>
          </p:txBody>
        </p:sp>
        <p:sp>
          <p:nvSpPr>
            <p:cNvPr id="57" name="Rectangle 56">
              <a:extLst>
                <a:ext uri="{FF2B5EF4-FFF2-40B4-BE49-F238E27FC236}">
                  <a16:creationId xmlns:a16="http://schemas.microsoft.com/office/drawing/2014/main" id="{B05109FD-9AB4-5528-8442-AC3E184409D9}"/>
                </a:ext>
              </a:extLst>
            </p:cNvPr>
            <p:cNvSpPr/>
            <p:nvPr/>
          </p:nvSpPr>
          <p:spPr>
            <a:xfrm>
              <a:off x="5056311" y="1319821"/>
              <a:ext cx="2088898"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IN" sz="1400" b="1" dirty="0">
                  <a:solidFill>
                    <a:schemeClr val="tx2"/>
                  </a:solidFill>
                </a:rPr>
                <a:t>LOREM IPSUM</a:t>
              </a:r>
              <a:br>
                <a:rPr lang="en-IN" sz="1400" b="1" dirty="0">
                  <a:solidFill>
                    <a:schemeClr val="tx2"/>
                  </a:solidFill>
                </a:rPr>
              </a:br>
              <a:r>
                <a:rPr lang="en-IN" sz="1100" dirty="0">
                  <a:solidFill>
                    <a:schemeClr val="tx2"/>
                  </a:solidFill>
                </a:rPr>
                <a:t>LOREM</a:t>
              </a:r>
            </a:p>
          </p:txBody>
        </p:sp>
      </p:grpSp>
      <p:grpSp>
        <p:nvGrpSpPr>
          <p:cNvPr id="64" name="Group 63">
            <a:extLst>
              <a:ext uri="{FF2B5EF4-FFF2-40B4-BE49-F238E27FC236}">
                <a16:creationId xmlns:a16="http://schemas.microsoft.com/office/drawing/2014/main" id="{BD78770D-2FE1-6519-9616-8B4BDE00DCF2}"/>
              </a:ext>
            </a:extLst>
          </p:cNvPr>
          <p:cNvGrpSpPr/>
          <p:nvPr/>
        </p:nvGrpSpPr>
        <p:grpSpPr>
          <a:xfrm>
            <a:off x="1339488" y="5105690"/>
            <a:ext cx="1630944" cy="1076035"/>
            <a:chOff x="4844287" y="1146175"/>
            <a:chExt cx="2512946" cy="814518"/>
          </a:xfrm>
        </p:grpSpPr>
        <p:sp>
          <p:nvSpPr>
            <p:cNvPr id="65" name="Graphic 2">
              <a:extLst>
                <a:ext uri="{FF2B5EF4-FFF2-40B4-BE49-F238E27FC236}">
                  <a16:creationId xmlns:a16="http://schemas.microsoft.com/office/drawing/2014/main" id="{2C9CF1F6-A4EF-70AD-4221-09CED6A6EC67}"/>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3"/>
            </a:solidFill>
            <a:ln w="9525" cap="flat">
              <a:noFill/>
              <a:prstDash val="solid"/>
              <a:miter/>
            </a:ln>
          </p:spPr>
          <p:txBody>
            <a:bodyPr rtlCol="0" anchor="ctr"/>
            <a:lstStyle/>
            <a:p>
              <a:endParaRPr lang="en-IN"/>
            </a:p>
          </p:txBody>
        </p:sp>
        <p:sp>
          <p:nvSpPr>
            <p:cNvPr id="66" name="Rectangle 65">
              <a:extLst>
                <a:ext uri="{FF2B5EF4-FFF2-40B4-BE49-F238E27FC236}">
                  <a16:creationId xmlns:a16="http://schemas.microsoft.com/office/drawing/2014/main" id="{CC964520-1714-C429-DDE2-33EB6FA2CD16}"/>
                </a:ext>
              </a:extLst>
            </p:cNvPr>
            <p:cNvSpPr/>
            <p:nvPr/>
          </p:nvSpPr>
          <p:spPr>
            <a:xfrm>
              <a:off x="5056311" y="1319821"/>
              <a:ext cx="2088898"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US" sz="1400" b="1" dirty="0"/>
                <a:t>LOREM IPSUM</a:t>
              </a:r>
              <a:br>
                <a:rPr lang="en-US" sz="1400" b="1" dirty="0"/>
              </a:br>
              <a:r>
                <a:rPr lang="en-US" sz="1100" dirty="0"/>
                <a:t>LOREM</a:t>
              </a:r>
            </a:p>
          </p:txBody>
        </p:sp>
      </p:grpSp>
      <p:grpSp>
        <p:nvGrpSpPr>
          <p:cNvPr id="67" name="Group 66">
            <a:extLst>
              <a:ext uri="{FF2B5EF4-FFF2-40B4-BE49-F238E27FC236}">
                <a16:creationId xmlns:a16="http://schemas.microsoft.com/office/drawing/2014/main" id="{D5A0A2B5-9D38-3C33-D529-51CB43A9D391}"/>
              </a:ext>
            </a:extLst>
          </p:cNvPr>
          <p:cNvGrpSpPr/>
          <p:nvPr/>
        </p:nvGrpSpPr>
        <p:grpSpPr>
          <a:xfrm>
            <a:off x="3281864" y="5105690"/>
            <a:ext cx="1630944" cy="1076035"/>
            <a:chOff x="4844287" y="1146175"/>
            <a:chExt cx="2512946" cy="814518"/>
          </a:xfrm>
        </p:grpSpPr>
        <p:sp>
          <p:nvSpPr>
            <p:cNvPr id="68" name="Graphic 2">
              <a:extLst>
                <a:ext uri="{FF2B5EF4-FFF2-40B4-BE49-F238E27FC236}">
                  <a16:creationId xmlns:a16="http://schemas.microsoft.com/office/drawing/2014/main" id="{D9154D9B-2A98-16D9-559B-19EFA78D20C5}"/>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3"/>
            </a:solidFill>
            <a:ln w="9525" cap="flat">
              <a:noFill/>
              <a:prstDash val="solid"/>
              <a:miter/>
            </a:ln>
          </p:spPr>
          <p:txBody>
            <a:bodyPr rtlCol="0" anchor="ctr"/>
            <a:lstStyle/>
            <a:p>
              <a:endParaRPr lang="en-IN"/>
            </a:p>
          </p:txBody>
        </p:sp>
        <p:sp>
          <p:nvSpPr>
            <p:cNvPr id="69" name="Rectangle 68">
              <a:extLst>
                <a:ext uri="{FF2B5EF4-FFF2-40B4-BE49-F238E27FC236}">
                  <a16:creationId xmlns:a16="http://schemas.microsoft.com/office/drawing/2014/main" id="{7F3B5F3C-F33B-E1EA-B7C4-29157DF8A900}"/>
                </a:ext>
              </a:extLst>
            </p:cNvPr>
            <p:cNvSpPr/>
            <p:nvPr/>
          </p:nvSpPr>
          <p:spPr>
            <a:xfrm>
              <a:off x="5056311" y="1319821"/>
              <a:ext cx="2088898"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US" sz="1400" b="1" dirty="0"/>
                <a:t>LOREM IPSUM</a:t>
              </a:r>
              <a:br>
                <a:rPr lang="en-US" sz="1400" b="1" dirty="0"/>
              </a:br>
              <a:r>
                <a:rPr lang="en-US" sz="1100" dirty="0"/>
                <a:t>LOREM</a:t>
              </a:r>
            </a:p>
          </p:txBody>
        </p:sp>
      </p:grpSp>
      <p:grpSp>
        <p:nvGrpSpPr>
          <p:cNvPr id="70" name="Group 69">
            <a:extLst>
              <a:ext uri="{FF2B5EF4-FFF2-40B4-BE49-F238E27FC236}">
                <a16:creationId xmlns:a16="http://schemas.microsoft.com/office/drawing/2014/main" id="{0B354222-3819-6754-C509-F7FF6270F299}"/>
              </a:ext>
            </a:extLst>
          </p:cNvPr>
          <p:cNvGrpSpPr/>
          <p:nvPr/>
        </p:nvGrpSpPr>
        <p:grpSpPr>
          <a:xfrm>
            <a:off x="5224242" y="5105690"/>
            <a:ext cx="1630944" cy="1076035"/>
            <a:chOff x="4844287" y="1146175"/>
            <a:chExt cx="2512946" cy="814518"/>
          </a:xfrm>
        </p:grpSpPr>
        <p:sp>
          <p:nvSpPr>
            <p:cNvPr id="71" name="Graphic 2">
              <a:extLst>
                <a:ext uri="{FF2B5EF4-FFF2-40B4-BE49-F238E27FC236}">
                  <a16:creationId xmlns:a16="http://schemas.microsoft.com/office/drawing/2014/main" id="{723BF62E-BCBC-4C41-41FA-E047B4BB6EAA}"/>
                </a:ext>
              </a:extLst>
            </p:cNvPr>
            <p:cNvSpPr/>
            <p:nvPr/>
          </p:nvSpPr>
          <p:spPr>
            <a:xfrm>
              <a:off x="4844287" y="1146175"/>
              <a:ext cx="2512946" cy="814518"/>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3"/>
            </a:solidFill>
            <a:ln w="9525" cap="flat">
              <a:noFill/>
              <a:prstDash val="solid"/>
              <a:miter/>
            </a:ln>
          </p:spPr>
          <p:txBody>
            <a:bodyPr rtlCol="0" anchor="ctr"/>
            <a:lstStyle/>
            <a:p>
              <a:endParaRPr lang="en-IN"/>
            </a:p>
          </p:txBody>
        </p:sp>
        <p:sp>
          <p:nvSpPr>
            <p:cNvPr id="72" name="Rectangle 71">
              <a:extLst>
                <a:ext uri="{FF2B5EF4-FFF2-40B4-BE49-F238E27FC236}">
                  <a16:creationId xmlns:a16="http://schemas.microsoft.com/office/drawing/2014/main" id="{ADB4DD44-26C0-479C-D32F-0CB24380AA73}"/>
                </a:ext>
              </a:extLst>
            </p:cNvPr>
            <p:cNvSpPr/>
            <p:nvPr/>
          </p:nvSpPr>
          <p:spPr>
            <a:xfrm>
              <a:off x="5056311" y="1319821"/>
              <a:ext cx="2088898" cy="4672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spcAft>
                  <a:spcPts val="600"/>
                </a:spcAft>
              </a:pPr>
              <a:r>
                <a:rPr lang="en-US" sz="1400" b="1" dirty="0"/>
                <a:t>LOREM IPSUM</a:t>
              </a:r>
              <a:br>
                <a:rPr lang="en-US" sz="1400" b="1" dirty="0"/>
              </a:br>
              <a:r>
                <a:rPr lang="en-US" sz="1100" dirty="0"/>
                <a:t>LOREM</a:t>
              </a:r>
            </a:p>
          </p:txBody>
        </p:sp>
      </p:grpSp>
      <p:sp>
        <p:nvSpPr>
          <p:cNvPr id="90" name="Freeform: Shape 89">
            <a:extLst>
              <a:ext uri="{FF2B5EF4-FFF2-40B4-BE49-F238E27FC236}">
                <a16:creationId xmlns:a16="http://schemas.microsoft.com/office/drawing/2014/main" id="{AE443C35-37C1-D0E6-264C-EB7E5C1C0469}"/>
              </a:ext>
            </a:extLst>
          </p:cNvPr>
          <p:cNvSpPr/>
          <p:nvPr/>
        </p:nvSpPr>
        <p:spPr>
          <a:xfrm rot="6310520" flipH="1">
            <a:off x="7306865" y="1750873"/>
            <a:ext cx="7597555" cy="3781004"/>
          </a:xfrm>
          <a:custGeom>
            <a:avLst/>
            <a:gdLst>
              <a:gd name="connsiteX0" fmla="*/ 1308967 w 7597555"/>
              <a:gd name="connsiteY0" fmla="*/ 3659179 h 3781004"/>
              <a:gd name="connsiteX1" fmla="*/ 1290201 w 7597555"/>
              <a:gd name="connsiteY1" fmla="*/ 3668177 h 3781004"/>
              <a:gd name="connsiteX2" fmla="*/ 1284112 w 7597555"/>
              <a:gd name="connsiteY2" fmla="*/ 3667725 h 3781004"/>
              <a:gd name="connsiteX3" fmla="*/ 1271735 w 7597555"/>
              <a:gd name="connsiteY3" fmla="*/ 3657576 h 3781004"/>
              <a:gd name="connsiteX4" fmla="*/ 1288205 w 7597555"/>
              <a:gd name="connsiteY4" fmla="*/ 3651577 h 3781004"/>
              <a:gd name="connsiteX5" fmla="*/ 1291499 w 7597555"/>
              <a:gd name="connsiteY5" fmla="*/ 3651660 h 3781004"/>
              <a:gd name="connsiteX6" fmla="*/ 1308967 w 7597555"/>
              <a:gd name="connsiteY6" fmla="*/ 3659179 h 3781004"/>
              <a:gd name="connsiteX7" fmla="*/ 2065212 w 7597555"/>
              <a:gd name="connsiteY7" fmla="*/ 3706060 h 3781004"/>
              <a:gd name="connsiteX8" fmla="*/ 2065198 w 7597555"/>
              <a:gd name="connsiteY8" fmla="*/ 3706060 h 3781004"/>
              <a:gd name="connsiteX9" fmla="*/ 2064914 w 7597555"/>
              <a:gd name="connsiteY9" fmla="*/ 3706841 h 3781004"/>
              <a:gd name="connsiteX10" fmla="*/ 2063216 w 7597555"/>
              <a:gd name="connsiteY10" fmla="*/ 3706060 h 3781004"/>
              <a:gd name="connsiteX11" fmla="*/ 2065198 w 7597555"/>
              <a:gd name="connsiteY11" fmla="*/ 3706060 h 3781004"/>
              <a:gd name="connsiteX12" fmla="*/ 2065212 w 7597555"/>
              <a:gd name="connsiteY12" fmla="*/ 3706019 h 3781004"/>
              <a:gd name="connsiteX13" fmla="*/ 2103744 w 7597555"/>
              <a:gd name="connsiteY13" fmla="*/ 3697514 h 3781004"/>
              <a:gd name="connsiteX14" fmla="*/ 2082583 w 7597555"/>
              <a:gd name="connsiteY14" fmla="*/ 3706306 h 3781004"/>
              <a:gd name="connsiteX15" fmla="*/ 2074796 w 7597555"/>
              <a:gd name="connsiteY15" fmla="*/ 3706142 h 3781004"/>
              <a:gd name="connsiteX16" fmla="*/ 2067208 w 7597555"/>
              <a:gd name="connsiteY16" fmla="*/ 3706019 h 3781004"/>
              <a:gd name="connsiteX17" fmla="*/ 2065314 w 7597555"/>
              <a:gd name="connsiteY17" fmla="*/ 3706019 h 3781004"/>
              <a:gd name="connsiteX18" fmla="*/ 2084579 w 7597555"/>
              <a:gd name="connsiteY18" fmla="*/ 3696980 h 3781004"/>
              <a:gd name="connsiteX19" fmla="*/ 2093663 w 7597555"/>
              <a:gd name="connsiteY19" fmla="*/ 3697267 h 3781004"/>
              <a:gd name="connsiteX20" fmla="*/ 2102845 w 7597555"/>
              <a:gd name="connsiteY20" fmla="*/ 3697514 h 3781004"/>
              <a:gd name="connsiteX21" fmla="*/ 2140453 w 7597555"/>
              <a:gd name="connsiteY21" fmla="*/ 3681849 h 3781004"/>
              <a:gd name="connsiteX22" fmla="*/ 2128800 w 7597555"/>
              <a:gd name="connsiteY22" fmla="*/ 3690118 h 3781004"/>
              <a:gd name="connsiteX23" fmla="*/ 2106147 w 7597555"/>
              <a:gd name="connsiteY23" fmla="*/ 3696184 h 3781004"/>
              <a:gd name="connsiteX24" fmla="*/ 2106139 w 7597555"/>
              <a:gd name="connsiteY24" fmla="*/ 3696240 h 3781004"/>
              <a:gd name="connsiteX25" fmla="*/ 2105939 w 7597555"/>
              <a:gd name="connsiteY25" fmla="*/ 3696287 h 3781004"/>
              <a:gd name="connsiteX26" fmla="*/ 2105939 w 7597555"/>
              <a:gd name="connsiteY26" fmla="*/ 3697514 h 3781004"/>
              <a:gd name="connsiteX27" fmla="*/ 2103843 w 7597555"/>
              <a:gd name="connsiteY27" fmla="*/ 3697514 h 3781004"/>
              <a:gd name="connsiteX28" fmla="*/ 2104243 w 7597555"/>
              <a:gd name="connsiteY28" fmla="*/ 3696692 h 3781004"/>
              <a:gd name="connsiteX29" fmla="*/ 2105939 w 7597555"/>
              <a:gd name="connsiteY29" fmla="*/ 3696287 h 3781004"/>
              <a:gd name="connsiteX30" fmla="*/ 2105939 w 7597555"/>
              <a:gd name="connsiteY30" fmla="*/ 3696240 h 3781004"/>
              <a:gd name="connsiteX31" fmla="*/ 2106147 w 7597555"/>
              <a:gd name="connsiteY31" fmla="*/ 3696184 h 3781004"/>
              <a:gd name="connsiteX32" fmla="*/ 2109234 w 7597555"/>
              <a:gd name="connsiteY32" fmla="*/ 3674546 h 3781004"/>
              <a:gd name="connsiteX33" fmla="*/ 2114320 w 7597555"/>
              <a:gd name="connsiteY33" fmla="*/ 3671098 h 3781004"/>
              <a:gd name="connsiteX34" fmla="*/ 2114126 w 7597555"/>
              <a:gd name="connsiteY34" fmla="*/ 3671053 h 3781004"/>
              <a:gd name="connsiteX35" fmla="*/ 2114324 w 7597555"/>
              <a:gd name="connsiteY35" fmla="*/ 3671094 h 3781004"/>
              <a:gd name="connsiteX36" fmla="*/ 2114320 w 7597555"/>
              <a:gd name="connsiteY36" fmla="*/ 3671098 h 3781004"/>
              <a:gd name="connsiteX37" fmla="*/ 2123210 w 7597555"/>
              <a:gd name="connsiteY37" fmla="*/ 3673149 h 3781004"/>
              <a:gd name="connsiteX38" fmla="*/ 2140453 w 7597555"/>
              <a:gd name="connsiteY38" fmla="*/ 3681849 h 3781004"/>
              <a:gd name="connsiteX39" fmla="*/ 2220235 w 7597555"/>
              <a:gd name="connsiteY39" fmla="*/ 3672697 h 3781004"/>
              <a:gd name="connsiteX40" fmla="*/ 2203565 w 7597555"/>
              <a:gd name="connsiteY40" fmla="*/ 3678038 h 3781004"/>
              <a:gd name="connsiteX41" fmla="*/ 2189191 w 7597555"/>
              <a:gd name="connsiteY41" fmla="*/ 3673600 h 3781004"/>
              <a:gd name="connsiteX42" fmla="*/ 2204664 w 7597555"/>
              <a:gd name="connsiteY42" fmla="*/ 3669862 h 3781004"/>
              <a:gd name="connsiteX43" fmla="*/ 2205361 w 7597555"/>
              <a:gd name="connsiteY43" fmla="*/ 3669862 h 3781004"/>
              <a:gd name="connsiteX44" fmla="*/ 2220235 w 7597555"/>
              <a:gd name="connsiteY44" fmla="*/ 3672697 h 3781004"/>
              <a:gd name="connsiteX45" fmla="*/ 2265217 w 7597555"/>
              <a:gd name="connsiteY45" fmla="*/ 3674109 h 3781004"/>
              <a:gd name="connsiteX46" fmla="*/ 2257468 w 7597555"/>
              <a:gd name="connsiteY46" fmla="*/ 3676805 h 3781004"/>
              <a:gd name="connsiteX47" fmla="*/ 2250381 w 7597555"/>
              <a:gd name="connsiteY47" fmla="*/ 3673642 h 3781004"/>
              <a:gd name="connsiteX48" fmla="*/ 2254773 w 7597555"/>
              <a:gd name="connsiteY48" fmla="*/ 3671793 h 3781004"/>
              <a:gd name="connsiteX49" fmla="*/ 2258067 w 7597555"/>
              <a:gd name="connsiteY49" fmla="*/ 3670889 h 3781004"/>
              <a:gd name="connsiteX50" fmla="*/ 2265217 w 7597555"/>
              <a:gd name="connsiteY50" fmla="*/ 3674109 h 3781004"/>
              <a:gd name="connsiteX51" fmla="*/ 2857193 w 7597555"/>
              <a:gd name="connsiteY51" fmla="*/ 3697760 h 3781004"/>
              <a:gd name="connsiteX52" fmla="*/ 2849707 w 7597555"/>
              <a:gd name="connsiteY52" fmla="*/ 3704869 h 3781004"/>
              <a:gd name="connsiteX53" fmla="*/ 2799996 w 7597555"/>
              <a:gd name="connsiteY53" fmla="*/ 3696487 h 3781004"/>
              <a:gd name="connsiteX54" fmla="*/ 2782228 w 7597555"/>
              <a:gd name="connsiteY54" fmla="*/ 3696815 h 3781004"/>
              <a:gd name="connsiteX55" fmla="*/ 2764459 w 7597555"/>
              <a:gd name="connsiteY55" fmla="*/ 3697144 h 3781004"/>
              <a:gd name="connsiteX56" fmla="*/ 2753479 w 7597555"/>
              <a:gd name="connsiteY56" fmla="*/ 3696939 h 3781004"/>
              <a:gd name="connsiteX57" fmla="*/ 2740703 w 7597555"/>
              <a:gd name="connsiteY57" fmla="*/ 3691967 h 3781004"/>
              <a:gd name="connsiteX58" fmla="*/ 2748888 w 7597555"/>
              <a:gd name="connsiteY58" fmla="*/ 3689255 h 3781004"/>
              <a:gd name="connsiteX59" fmla="*/ 2768553 w 7597555"/>
              <a:gd name="connsiteY59" fmla="*/ 3688146 h 3781004"/>
              <a:gd name="connsiteX60" fmla="*/ 2769851 w 7597555"/>
              <a:gd name="connsiteY60" fmla="*/ 3688146 h 3781004"/>
              <a:gd name="connsiteX61" fmla="*/ 2798999 w 7597555"/>
              <a:gd name="connsiteY61" fmla="*/ 3688721 h 3781004"/>
              <a:gd name="connsiteX62" fmla="*/ 2798999 w 7597555"/>
              <a:gd name="connsiteY62" fmla="*/ 3688269 h 3781004"/>
              <a:gd name="connsiteX63" fmla="*/ 2798999 w 7597555"/>
              <a:gd name="connsiteY63" fmla="*/ 3688146 h 3781004"/>
              <a:gd name="connsiteX64" fmla="*/ 2848610 w 7597555"/>
              <a:gd name="connsiteY64" fmla="*/ 3690406 h 3781004"/>
              <a:gd name="connsiteX65" fmla="*/ 2857193 w 7597555"/>
              <a:gd name="connsiteY65" fmla="*/ 3697760 h 3781004"/>
              <a:gd name="connsiteX66" fmla="*/ 2958313 w 7597555"/>
              <a:gd name="connsiteY66" fmla="*/ 3702075 h 3781004"/>
              <a:gd name="connsiteX67" fmla="*/ 2950825 w 7597555"/>
              <a:gd name="connsiteY67" fmla="*/ 3704827 h 3781004"/>
              <a:gd name="connsiteX68" fmla="*/ 2944138 w 7597555"/>
              <a:gd name="connsiteY68" fmla="*/ 3701622 h 3781004"/>
              <a:gd name="connsiteX69" fmla="*/ 2951624 w 7597555"/>
              <a:gd name="connsiteY69" fmla="*/ 3699157 h 3781004"/>
              <a:gd name="connsiteX70" fmla="*/ 2951624 w 7597555"/>
              <a:gd name="connsiteY70" fmla="*/ 3699198 h 3781004"/>
              <a:gd name="connsiteX71" fmla="*/ 3258475 w 7597555"/>
              <a:gd name="connsiteY71" fmla="*/ 3759557 h 3781004"/>
              <a:gd name="connsiteX72" fmla="*/ 3214654 w 7597555"/>
              <a:gd name="connsiteY72" fmla="*/ 3763378 h 3781004"/>
              <a:gd name="connsiteX73" fmla="*/ 3173527 w 7597555"/>
              <a:gd name="connsiteY73" fmla="*/ 3760255 h 3781004"/>
              <a:gd name="connsiteX74" fmla="*/ 3170732 w 7597555"/>
              <a:gd name="connsiteY74" fmla="*/ 3759105 h 3781004"/>
              <a:gd name="connsiteX75" fmla="*/ 3168337 w 7597555"/>
              <a:gd name="connsiteY75" fmla="*/ 3757502 h 3781004"/>
              <a:gd name="connsiteX76" fmla="*/ 3172230 w 7597555"/>
              <a:gd name="connsiteY76" fmla="*/ 3756023 h 3781004"/>
              <a:gd name="connsiteX77" fmla="*/ 3176322 w 7597555"/>
              <a:gd name="connsiteY77" fmla="*/ 3754872 h 3781004"/>
              <a:gd name="connsiteX78" fmla="*/ 3231523 w 7597555"/>
              <a:gd name="connsiteY78" fmla="*/ 3747189 h 3781004"/>
              <a:gd name="connsiteX79" fmla="*/ 3234218 w 7597555"/>
              <a:gd name="connsiteY79" fmla="*/ 3746778 h 3781004"/>
              <a:gd name="connsiteX80" fmla="*/ 3234118 w 7597555"/>
              <a:gd name="connsiteY80" fmla="*/ 3746737 h 3781004"/>
              <a:gd name="connsiteX81" fmla="*/ 3259274 w 7597555"/>
              <a:gd name="connsiteY81" fmla="*/ 3756311 h 3781004"/>
              <a:gd name="connsiteX82" fmla="*/ 3340528 w 7597555"/>
              <a:gd name="connsiteY82" fmla="*/ 3768514 h 3781004"/>
              <a:gd name="connsiteX83" fmla="*/ 3326154 w 7597555"/>
              <a:gd name="connsiteY83" fmla="*/ 3771389 h 3781004"/>
              <a:gd name="connsiteX84" fmla="*/ 3324857 w 7597555"/>
              <a:gd name="connsiteY84" fmla="*/ 3771389 h 3781004"/>
              <a:gd name="connsiteX85" fmla="*/ 3317668 w 7597555"/>
              <a:gd name="connsiteY85" fmla="*/ 3769705 h 3781004"/>
              <a:gd name="connsiteX86" fmla="*/ 3310681 w 7597555"/>
              <a:gd name="connsiteY86" fmla="*/ 3767075 h 3781004"/>
              <a:gd name="connsiteX87" fmla="*/ 3324656 w 7597555"/>
              <a:gd name="connsiteY87" fmla="*/ 3763049 h 3781004"/>
              <a:gd name="connsiteX88" fmla="*/ 3328150 w 7597555"/>
              <a:gd name="connsiteY88" fmla="*/ 3762885 h 3781004"/>
              <a:gd name="connsiteX89" fmla="*/ 3328250 w 7597555"/>
              <a:gd name="connsiteY89" fmla="*/ 3762926 h 3781004"/>
              <a:gd name="connsiteX90" fmla="*/ 3340528 w 7597555"/>
              <a:gd name="connsiteY90" fmla="*/ 3768514 h 3781004"/>
              <a:gd name="connsiteX91" fmla="*/ 3402817 w 7597555"/>
              <a:gd name="connsiteY91" fmla="*/ 3703266 h 3781004"/>
              <a:gd name="connsiteX92" fmla="*/ 3386347 w 7597555"/>
              <a:gd name="connsiteY92" fmla="*/ 3705937 h 3781004"/>
              <a:gd name="connsiteX93" fmla="*/ 3371773 w 7597555"/>
              <a:gd name="connsiteY93" fmla="*/ 3701787 h 3781004"/>
              <a:gd name="connsiteX94" fmla="*/ 3378760 w 7597555"/>
              <a:gd name="connsiteY94" fmla="*/ 3699034 h 3781004"/>
              <a:gd name="connsiteX95" fmla="*/ 3391736 w 7597555"/>
              <a:gd name="connsiteY95" fmla="*/ 3697431 h 3781004"/>
              <a:gd name="connsiteX96" fmla="*/ 3391636 w 7597555"/>
              <a:gd name="connsiteY96" fmla="*/ 3697390 h 3781004"/>
              <a:gd name="connsiteX97" fmla="*/ 3402617 w 7597555"/>
              <a:gd name="connsiteY97" fmla="*/ 3700513 h 3781004"/>
              <a:gd name="connsiteX98" fmla="*/ 3546559 w 7597555"/>
              <a:gd name="connsiteY98" fmla="*/ 3709840 h 3781004"/>
              <a:gd name="connsiteX99" fmla="*/ 3539972 w 7597555"/>
              <a:gd name="connsiteY99" fmla="*/ 3713538 h 3781004"/>
              <a:gd name="connsiteX100" fmla="*/ 3533681 w 7597555"/>
              <a:gd name="connsiteY100" fmla="*/ 3710950 h 3781004"/>
              <a:gd name="connsiteX101" fmla="*/ 3540334 w 7597555"/>
              <a:gd name="connsiteY101" fmla="*/ 3708620 h 3781004"/>
              <a:gd name="connsiteX102" fmla="*/ 3540270 w 7597555"/>
              <a:gd name="connsiteY102" fmla="*/ 3708607 h 3781004"/>
              <a:gd name="connsiteX103" fmla="*/ 3540371 w 7597555"/>
              <a:gd name="connsiteY103" fmla="*/ 3708607 h 3781004"/>
              <a:gd name="connsiteX104" fmla="*/ 3540334 w 7597555"/>
              <a:gd name="connsiteY104" fmla="*/ 3708620 h 3781004"/>
              <a:gd name="connsiteX105" fmla="*/ 3730230 w 7597555"/>
              <a:gd name="connsiteY105" fmla="*/ 3710251 h 3781004"/>
              <a:gd name="connsiteX106" fmla="*/ 3718152 w 7597555"/>
              <a:gd name="connsiteY106" fmla="*/ 3714812 h 3781004"/>
              <a:gd name="connsiteX107" fmla="*/ 3717552 w 7597555"/>
              <a:gd name="connsiteY107" fmla="*/ 3714812 h 3781004"/>
              <a:gd name="connsiteX108" fmla="*/ 3700583 w 7597555"/>
              <a:gd name="connsiteY108" fmla="*/ 3711812 h 3781004"/>
              <a:gd name="connsiteX109" fmla="*/ 3712962 w 7597555"/>
              <a:gd name="connsiteY109" fmla="*/ 3707539 h 3781004"/>
              <a:gd name="connsiteX110" fmla="*/ 3713360 w 7597555"/>
              <a:gd name="connsiteY110" fmla="*/ 3707539 h 3781004"/>
              <a:gd name="connsiteX111" fmla="*/ 3730230 w 7597555"/>
              <a:gd name="connsiteY111" fmla="*/ 3710251 h 3781004"/>
              <a:gd name="connsiteX112" fmla="*/ 5748814 w 7597555"/>
              <a:gd name="connsiteY112" fmla="*/ 3674669 h 3781004"/>
              <a:gd name="connsiteX113" fmla="*/ 5745122 w 7597555"/>
              <a:gd name="connsiteY113" fmla="*/ 3676352 h 3781004"/>
              <a:gd name="connsiteX114" fmla="*/ 5741228 w 7597555"/>
              <a:gd name="connsiteY114" fmla="*/ 3677422 h 3781004"/>
              <a:gd name="connsiteX115" fmla="*/ 5713688 w 7597555"/>
              <a:gd name="connsiteY115" fmla="*/ 3678074 h 3781004"/>
              <a:gd name="connsiteX116" fmla="*/ 5713677 w 7597555"/>
              <a:gd name="connsiteY116" fmla="*/ 3678079 h 3781004"/>
              <a:gd name="connsiteX117" fmla="*/ 5713479 w 7597555"/>
              <a:gd name="connsiteY117" fmla="*/ 3678079 h 3781004"/>
              <a:gd name="connsiteX118" fmla="*/ 5713279 w 7597555"/>
              <a:gd name="connsiteY118" fmla="*/ 3678737 h 3781004"/>
              <a:gd name="connsiteX119" fmla="*/ 5711681 w 7597555"/>
              <a:gd name="connsiteY119" fmla="*/ 3678737 h 3781004"/>
              <a:gd name="connsiteX120" fmla="*/ 5711581 w 7597555"/>
              <a:gd name="connsiteY120" fmla="*/ 3678737 h 3781004"/>
              <a:gd name="connsiteX121" fmla="*/ 5711578 w 7597555"/>
              <a:gd name="connsiteY121" fmla="*/ 3678737 h 3781004"/>
              <a:gd name="connsiteX122" fmla="*/ 5690818 w 7597555"/>
              <a:gd name="connsiteY122" fmla="*/ 3687242 h 3781004"/>
              <a:gd name="connsiteX123" fmla="*/ 5686127 w 7597555"/>
              <a:gd name="connsiteY123" fmla="*/ 3687119 h 3781004"/>
              <a:gd name="connsiteX124" fmla="*/ 5658975 w 7597555"/>
              <a:gd name="connsiteY124" fmla="*/ 3684489 h 3781004"/>
              <a:gd name="connsiteX125" fmla="*/ 5657877 w 7597555"/>
              <a:gd name="connsiteY125" fmla="*/ 3682024 h 3781004"/>
              <a:gd name="connsiteX126" fmla="*/ 5665464 w 7597555"/>
              <a:gd name="connsiteY126" fmla="*/ 3679394 h 3781004"/>
              <a:gd name="connsiteX127" fmla="*/ 5711578 w 7597555"/>
              <a:gd name="connsiteY127" fmla="*/ 3678737 h 3781004"/>
              <a:gd name="connsiteX128" fmla="*/ 5711681 w 7597555"/>
              <a:gd name="connsiteY128" fmla="*/ 3678737 h 3781004"/>
              <a:gd name="connsiteX129" fmla="*/ 5712079 w 7597555"/>
              <a:gd name="connsiteY129" fmla="*/ 3678079 h 3781004"/>
              <a:gd name="connsiteX130" fmla="*/ 5713479 w 7597555"/>
              <a:gd name="connsiteY130" fmla="*/ 3678079 h 3781004"/>
              <a:gd name="connsiteX131" fmla="*/ 5713688 w 7597555"/>
              <a:gd name="connsiteY131" fmla="*/ 3678074 h 3781004"/>
              <a:gd name="connsiteX132" fmla="*/ 5732029 w 7597555"/>
              <a:gd name="connsiteY132" fmla="*/ 3669499 h 3781004"/>
              <a:gd name="connsiteX133" fmla="*/ 5731843 w 7597555"/>
              <a:gd name="connsiteY133" fmla="*/ 3669492 h 3781004"/>
              <a:gd name="connsiteX134" fmla="*/ 5732044 w 7597555"/>
              <a:gd name="connsiteY134" fmla="*/ 3669492 h 3781004"/>
              <a:gd name="connsiteX135" fmla="*/ 5732029 w 7597555"/>
              <a:gd name="connsiteY135" fmla="*/ 3669499 h 3781004"/>
              <a:gd name="connsiteX136" fmla="*/ 5738232 w 7597555"/>
              <a:gd name="connsiteY136" fmla="*/ 3669738 h 3781004"/>
              <a:gd name="connsiteX137" fmla="*/ 5743723 w 7597555"/>
              <a:gd name="connsiteY137" fmla="*/ 3671670 h 3781004"/>
              <a:gd name="connsiteX138" fmla="*/ 5790877 w 7597555"/>
              <a:gd name="connsiteY138" fmla="*/ 3673996 h 3781004"/>
              <a:gd name="connsiteX139" fmla="*/ 5783354 w 7597555"/>
              <a:gd name="connsiteY139" fmla="*/ 3676600 h 3781004"/>
              <a:gd name="connsiteX140" fmla="*/ 5776465 w 7597555"/>
              <a:gd name="connsiteY140" fmla="*/ 3673559 h 3781004"/>
              <a:gd name="connsiteX141" fmla="*/ 5780757 w 7597555"/>
              <a:gd name="connsiteY141" fmla="*/ 3671711 h 3781004"/>
              <a:gd name="connsiteX142" fmla="*/ 5783951 w 7597555"/>
              <a:gd name="connsiteY142" fmla="*/ 3670806 h 3781004"/>
              <a:gd name="connsiteX143" fmla="*/ 5790877 w 7597555"/>
              <a:gd name="connsiteY143" fmla="*/ 3673996 h 3781004"/>
              <a:gd name="connsiteX144" fmla="*/ 5869996 w 7597555"/>
              <a:gd name="connsiteY144" fmla="*/ 3672121 h 3781004"/>
              <a:gd name="connsiteX145" fmla="*/ 5864107 w 7597555"/>
              <a:gd name="connsiteY145" fmla="*/ 3676230 h 3781004"/>
              <a:gd name="connsiteX146" fmla="*/ 5859018 w 7597555"/>
              <a:gd name="connsiteY146" fmla="*/ 3673395 h 3781004"/>
              <a:gd name="connsiteX147" fmla="*/ 5864706 w 7597555"/>
              <a:gd name="connsiteY147" fmla="*/ 3670806 h 3781004"/>
              <a:gd name="connsiteX148" fmla="*/ 5992279 w 7597555"/>
              <a:gd name="connsiteY148" fmla="*/ 3684611 h 3781004"/>
              <a:gd name="connsiteX149" fmla="*/ 5985790 w 7597555"/>
              <a:gd name="connsiteY149" fmla="*/ 3685023 h 3781004"/>
              <a:gd name="connsiteX150" fmla="*/ 5979800 w 7597555"/>
              <a:gd name="connsiteY150" fmla="*/ 3678942 h 3781004"/>
              <a:gd name="connsiteX151" fmla="*/ 5976506 w 7597555"/>
              <a:gd name="connsiteY151" fmla="*/ 3678860 h 3781004"/>
              <a:gd name="connsiteX152" fmla="*/ 5975609 w 7597555"/>
              <a:gd name="connsiteY152" fmla="*/ 3677792 h 3781004"/>
              <a:gd name="connsiteX153" fmla="*/ 5970217 w 7597555"/>
              <a:gd name="connsiteY153" fmla="*/ 3677668 h 3781004"/>
              <a:gd name="connsiteX154" fmla="*/ 5970217 w 7597555"/>
              <a:gd name="connsiteY154" fmla="*/ 3677708 h 3781004"/>
              <a:gd name="connsiteX155" fmla="*/ 5924000 w 7597555"/>
              <a:gd name="connsiteY155" fmla="*/ 3686502 h 3781004"/>
              <a:gd name="connsiteX156" fmla="*/ 5905833 w 7597555"/>
              <a:gd name="connsiteY156" fmla="*/ 3685146 h 3781004"/>
              <a:gd name="connsiteX157" fmla="*/ 5913818 w 7597555"/>
              <a:gd name="connsiteY157" fmla="*/ 3674957 h 3781004"/>
              <a:gd name="connsiteX158" fmla="*/ 5944364 w 7597555"/>
              <a:gd name="connsiteY158" fmla="*/ 3668793 h 3781004"/>
              <a:gd name="connsiteX159" fmla="*/ 5968521 w 7597555"/>
              <a:gd name="connsiteY159" fmla="*/ 3671464 h 3781004"/>
              <a:gd name="connsiteX160" fmla="*/ 5975609 w 7597555"/>
              <a:gd name="connsiteY160" fmla="*/ 3677792 h 3781004"/>
              <a:gd name="connsiteX161" fmla="*/ 5978702 w 7597555"/>
              <a:gd name="connsiteY161" fmla="*/ 3677792 h 3781004"/>
              <a:gd name="connsiteX162" fmla="*/ 5979800 w 7597555"/>
              <a:gd name="connsiteY162" fmla="*/ 3678942 h 3781004"/>
              <a:gd name="connsiteX163" fmla="*/ 5992279 w 7597555"/>
              <a:gd name="connsiteY163" fmla="*/ 3684611 h 3781004"/>
              <a:gd name="connsiteX164" fmla="*/ 6073833 w 7597555"/>
              <a:gd name="connsiteY164" fmla="*/ 3665424 h 3781004"/>
              <a:gd name="connsiteX165" fmla="*/ 6060555 w 7597555"/>
              <a:gd name="connsiteY165" fmla="*/ 3668341 h 3781004"/>
              <a:gd name="connsiteX166" fmla="*/ 6059858 w 7597555"/>
              <a:gd name="connsiteY166" fmla="*/ 3669327 h 3781004"/>
              <a:gd name="connsiteX167" fmla="*/ 6058077 w 7597555"/>
              <a:gd name="connsiteY167" fmla="*/ 3669327 h 3781004"/>
              <a:gd name="connsiteX168" fmla="*/ 6058060 w 7597555"/>
              <a:gd name="connsiteY168" fmla="*/ 3669369 h 3781004"/>
              <a:gd name="connsiteX169" fmla="*/ 6057956 w 7597555"/>
              <a:gd name="connsiteY169" fmla="*/ 3669371 h 3781004"/>
              <a:gd name="connsiteX170" fmla="*/ 6038396 w 7597555"/>
              <a:gd name="connsiteY170" fmla="*/ 3677545 h 3781004"/>
              <a:gd name="connsiteX171" fmla="*/ 6033405 w 7597555"/>
              <a:gd name="connsiteY171" fmla="*/ 3677422 h 3781004"/>
              <a:gd name="connsiteX172" fmla="*/ 6025918 w 7597555"/>
              <a:gd name="connsiteY172" fmla="*/ 3675367 h 3781004"/>
              <a:gd name="connsiteX173" fmla="*/ 6031408 w 7597555"/>
              <a:gd name="connsiteY173" fmla="*/ 3670026 h 3781004"/>
              <a:gd name="connsiteX174" fmla="*/ 6057956 w 7597555"/>
              <a:gd name="connsiteY174" fmla="*/ 3669371 h 3781004"/>
              <a:gd name="connsiteX175" fmla="*/ 6058060 w 7597555"/>
              <a:gd name="connsiteY175" fmla="*/ 3669327 h 3781004"/>
              <a:gd name="connsiteX176" fmla="*/ 6058077 w 7597555"/>
              <a:gd name="connsiteY176" fmla="*/ 3669327 h 3781004"/>
              <a:gd name="connsiteX177" fmla="*/ 6058360 w 7597555"/>
              <a:gd name="connsiteY177" fmla="*/ 3668670 h 3781004"/>
              <a:gd name="connsiteX178" fmla="*/ 6060555 w 7597555"/>
              <a:gd name="connsiteY178" fmla="*/ 3668341 h 3781004"/>
              <a:gd name="connsiteX179" fmla="*/ 6066545 w 7597555"/>
              <a:gd name="connsiteY179" fmla="*/ 3662096 h 3781004"/>
              <a:gd name="connsiteX180" fmla="*/ 6070139 w 7597555"/>
              <a:gd name="connsiteY180" fmla="*/ 3661521 h 3781004"/>
              <a:gd name="connsiteX181" fmla="*/ 6070239 w 7597555"/>
              <a:gd name="connsiteY181" fmla="*/ 3661521 h 3781004"/>
              <a:gd name="connsiteX182" fmla="*/ 6073833 w 7597555"/>
              <a:gd name="connsiteY182" fmla="*/ 3665424 h 3781004"/>
              <a:gd name="connsiteX183" fmla="*/ 6675426 w 7597555"/>
              <a:gd name="connsiteY183" fmla="*/ 3540076 h 3781004"/>
              <a:gd name="connsiteX184" fmla="*/ 6666069 w 7597555"/>
              <a:gd name="connsiteY184" fmla="*/ 3538252 h 3781004"/>
              <a:gd name="connsiteX185" fmla="*/ 6665423 w 7597555"/>
              <a:gd name="connsiteY185" fmla="*/ 3537546 h 3781004"/>
              <a:gd name="connsiteX186" fmla="*/ 6665337 w 7597555"/>
              <a:gd name="connsiteY186" fmla="*/ 3537546 h 3781004"/>
              <a:gd name="connsiteX187" fmla="*/ 6673371 w 7597555"/>
              <a:gd name="connsiteY187" fmla="*/ 3535862 h 3781004"/>
              <a:gd name="connsiteX188" fmla="*/ 6792844 w 7597555"/>
              <a:gd name="connsiteY188" fmla="*/ 3575441 h 3781004"/>
              <a:gd name="connsiteX189" fmla="*/ 6792644 w 7597555"/>
              <a:gd name="connsiteY189" fmla="*/ 3575442 h 3781004"/>
              <a:gd name="connsiteX190" fmla="*/ 6792546 w 7597555"/>
              <a:gd name="connsiteY190" fmla="*/ 3575277 h 3781004"/>
              <a:gd name="connsiteX191" fmla="*/ 6777373 w 7597555"/>
              <a:gd name="connsiteY191" fmla="*/ 3571825 h 3781004"/>
              <a:gd name="connsiteX192" fmla="*/ 6781565 w 7597555"/>
              <a:gd name="connsiteY192" fmla="*/ 3567758 h 3781004"/>
              <a:gd name="connsiteX193" fmla="*/ 6781664 w 7597555"/>
              <a:gd name="connsiteY193" fmla="*/ 3567758 h 3781004"/>
              <a:gd name="connsiteX194" fmla="*/ 6785158 w 7597555"/>
              <a:gd name="connsiteY194" fmla="*/ 3568251 h 3781004"/>
              <a:gd name="connsiteX195" fmla="*/ 6792546 w 7597555"/>
              <a:gd name="connsiteY195" fmla="*/ 3575277 h 3781004"/>
              <a:gd name="connsiteX196" fmla="*/ 6792844 w 7597555"/>
              <a:gd name="connsiteY196" fmla="*/ 3575277 h 3781004"/>
              <a:gd name="connsiteX197" fmla="*/ 6792844 w 7597555"/>
              <a:gd name="connsiteY197" fmla="*/ 3575441 h 3781004"/>
              <a:gd name="connsiteX198" fmla="*/ 6828280 w 7597555"/>
              <a:gd name="connsiteY198" fmla="*/ 3579098 h 3781004"/>
              <a:gd name="connsiteX199" fmla="*/ 6817301 w 7597555"/>
              <a:gd name="connsiteY199" fmla="*/ 3584276 h 3781004"/>
              <a:gd name="connsiteX200" fmla="*/ 6809813 w 7597555"/>
              <a:gd name="connsiteY200" fmla="*/ 3584728 h 3781004"/>
              <a:gd name="connsiteX201" fmla="*/ 6793121 w 7597555"/>
              <a:gd name="connsiteY201" fmla="*/ 3575444 h 3781004"/>
              <a:gd name="connsiteX202" fmla="*/ 6793044 w 7597555"/>
              <a:gd name="connsiteY202" fmla="*/ 3575442 h 3781004"/>
              <a:gd name="connsiteX203" fmla="*/ 6793045 w 7597555"/>
              <a:gd name="connsiteY203" fmla="*/ 3575401 h 3781004"/>
              <a:gd name="connsiteX204" fmla="*/ 6793121 w 7597555"/>
              <a:gd name="connsiteY204" fmla="*/ 3575444 h 3781004"/>
              <a:gd name="connsiteX205" fmla="*/ 6821692 w 7597555"/>
              <a:gd name="connsiteY205" fmla="*/ 3576181 h 3781004"/>
              <a:gd name="connsiteX206" fmla="*/ 6951150 w 7597555"/>
              <a:gd name="connsiteY206" fmla="*/ 3547495 h 3781004"/>
              <a:gd name="connsiteX207" fmla="*/ 6945679 w 7597555"/>
              <a:gd name="connsiteY207" fmla="*/ 3550713 h 3781004"/>
              <a:gd name="connsiteX208" fmla="*/ 6939355 w 7597555"/>
              <a:gd name="connsiteY208" fmla="*/ 3548169 h 3781004"/>
              <a:gd name="connsiteX209" fmla="*/ 6939269 w 7597555"/>
              <a:gd name="connsiteY209" fmla="*/ 3548169 h 3781004"/>
              <a:gd name="connsiteX210" fmla="*/ 6942431 w 7597555"/>
              <a:gd name="connsiteY210" fmla="*/ 3544540 h 3781004"/>
              <a:gd name="connsiteX211" fmla="*/ 7096203 w 7597555"/>
              <a:gd name="connsiteY211" fmla="*/ 3538705 h 3781004"/>
              <a:gd name="connsiteX212" fmla="*/ 7091663 w 7597555"/>
              <a:gd name="connsiteY212" fmla="*/ 3541997 h 3781004"/>
              <a:gd name="connsiteX213" fmla="*/ 7091321 w 7597555"/>
              <a:gd name="connsiteY213" fmla="*/ 3535413 h 3781004"/>
              <a:gd name="connsiteX214" fmla="*/ 7096203 w 7597555"/>
              <a:gd name="connsiteY214" fmla="*/ 3538705 h 3781004"/>
              <a:gd name="connsiteX215" fmla="*/ 7119319 w 7597555"/>
              <a:gd name="connsiteY215" fmla="*/ 3558445 h 3781004"/>
              <a:gd name="connsiteX216" fmla="*/ 7597555 w 7597555"/>
              <a:gd name="connsiteY216" fmla="*/ 1795243 h 3781004"/>
              <a:gd name="connsiteX217" fmla="*/ 978700 w 7597555"/>
              <a:gd name="connsiteY217" fmla="*/ 0 h 3781004"/>
              <a:gd name="connsiteX218" fmla="*/ 675143 w 7597555"/>
              <a:gd name="connsiteY218" fmla="*/ 1119177 h 3781004"/>
              <a:gd name="connsiteX219" fmla="*/ 675143 w 7597555"/>
              <a:gd name="connsiteY219" fmla="*/ 1119176 h 3781004"/>
              <a:gd name="connsiteX220" fmla="*/ 264881 w 7597555"/>
              <a:gd name="connsiteY220" fmla="*/ 2631763 h 3781004"/>
              <a:gd name="connsiteX221" fmla="*/ 0 w 7597555"/>
              <a:gd name="connsiteY221" fmla="*/ 3608350 h 3781004"/>
              <a:gd name="connsiteX222" fmla="*/ 24678 w 7597555"/>
              <a:gd name="connsiteY222" fmla="*/ 3608911 h 3781004"/>
              <a:gd name="connsiteX223" fmla="*/ 170704 w 7597555"/>
              <a:gd name="connsiteY223" fmla="*/ 3612282 h 3781004"/>
              <a:gd name="connsiteX224" fmla="*/ 160532 w 7597555"/>
              <a:gd name="connsiteY224" fmla="*/ 3623017 h 3781004"/>
              <a:gd name="connsiteX225" fmla="*/ 281473 w 7597555"/>
              <a:gd name="connsiteY225" fmla="*/ 3613479 h 3781004"/>
              <a:gd name="connsiteX226" fmla="*/ 350085 w 7597555"/>
              <a:gd name="connsiteY226" fmla="*/ 3617537 h 3781004"/>
              <a:gd name="connsiteX227" fmla="*/ 444637 w 7597555"/>
              <a:gd name="connsiteY227" fmla="*/ 3617517 h 3781004"/>
              <a:gd name="connsiteX228" fmla="*/ 446212 w 7597555"/>
              <a:gd name="connsiteY228" fmla="*/ 3624008 h 3781004"/>
              <a:gd name="connsiteX229" fmla="*/ 473664 w 7597555"/>
              <a:gd name="connsiteY229" fmla="*/ 3631938 h 3781004"/>
              <a:gd name="connsiteX230" fmla="*/ 488935 w 7597555"/>
              <a:gd name="connsiteY230" fmla="*/ 3629103 h 3781004"/>
              <a:gd name="connsiteX231" fmla="*/ 523474 w 7597555"/>
              <a:gd name="connsiteY231" fmla="*/ 3621830 h 3781004"/>
              <a:gd name="connsiteX232" fmla="*/ 535054 w 7597555"/>
              <a:gd name="connsiteY232" fmla="*/ 3623268 h 3781004"/>
              <a:gd name="connsiteX233" fmla="*/ 641564 w 7597555"/>
              <a:gd name="connsiteY233" fmla="*/ 3632348 h 3781004"/>
              <a:gd name="connsiteX234" fmla="*/ 652344 w 7597555"/>
              <a:gd name="connsiteY234" fmla="*/ 3637648 h 3781004"/>
              <a:gd name="connsiteX235" fmla="*/ 644657 w 7597555"/>
              <a:gd name="connsiteY235" fmla="*/ 3640566 h 3781004"/>
              <a:gd name="connsiteX236" fmla="*/ 565199 w 7597555"/>
              <a:gd name="connsiteY236" fmla="*/ 3643113 h 3781004"/>
              <a:gd name="connsiteX237" fmla="*/ 558212 w 7597555"/>
              <a:gd name="connsiteY237" fmla="*/ 3645989 h 3781004"/>
              <a:gd name="connsiteX238" fmla="*/ 566297 w 7597555"/>
              <a:gd name="connsiteY238" fmla="*/ 3648742 h 3781004"/>
              <a:gd name="connsiteX239" fmla="*/ 627887 w 7597555"/>
              <a:gd name="connsiteY239" fmla="*/ 3650838 h 3781004"/>
              <a:gd name="connsiteX240" fmla="*/ 683388 w 7597555"/>
              <a:gd name="connsiteY240" fmla="*/ 3644059 h 3781004"/>
              <a:gd name="connsiteX241" fmla="*/ 698959 w 7597555"/>
              <a:gd name="connsiteY241" fmla="*/ 3646277 h 3781004"/>
              <a:gd name="connsiteX242" fmla="*/ 719024 w 7597555"/>
              <a:gd name="connsiteY242" fmla="*/ 3650222 h 3781004"/>
              <a:gd name="connsiteX243" fmla="*/ 743681 w 7597555"/>
              <a:gd name="connsiteY243" fmla="*/ 3645086 h 3781004"/>
              <a:gd name="connsiteX244" fmla="*/ 760550 w 7597555"/>
              <a:gd name="connsiteY244" fmla="*/ 3641922 h 3781004"/>
              <a:gd name="connsiteX245" fmla="*/ 776021 w 7597555"/>
              <a:gd name="connsiteY245" fmla="*/ 3647633 h 3781004"/>
              <a:gd name="connsiteX246" fmla="*/ 790496 w 7597555"/>
              <a:gd name="connsiteY246" fmla="*/ 3656385 h 3781004"/>
              <a:gd name="connsiteX247" fmla="*/ 808763 w 7597555"/>
              <a:gd name="connsiteY247" fmla="*/ 3653632 h 3781004"/>
              <a:gd name="connsiteX248" fmla="*/ 832022 w 7597555"/>
              <a:gd name="connsiteY248" fmla="*/ 3650140 h 3781004"/>
              <a:gd name="connsiteX249" fmla="*/ 861768 w 7597555"/>
              <a:gd name="connsiteY249" fmla="*/ 3662795 h 3781004"/>
              <a:gd name="connsiteX250" fmla="*/ 872249 w 7597555"/>
              <a:gd name="connsiteY250" fmla="*/ 3666164 h 3781004"/>
              <a:gd name="connsiteX251" fmla="*/ 884228 w 7597555"/>
              <a:gd name="connsiteY251" fmla="*/ 3663041 h 3781004"/>
              <a:gd name="connsiteX252" fmla="*/ 914075 w 7597555"/>
              <a:gd name="connsiteY252" fmla="*/ 3653591 h 3781004"/>
              <a:gd name="connsiteX253" fmla="*/ 932842 w 7597555"/>
              <a:gd name="connsiteY253" fmla="*/ 3658028 h 3781004"/>
              <a:gd name="connsiteX254" fmla="*/ 951807 w 7597555"/>
              <a:gd name="connsiteY254" fmla="*/ 3658316 h 3781004"/>
              <a:gd name="connsiteX255" fmla="*/ 1014995 w 7597555"/>
              <a:gd name="connsiteY255" fmla="*/ 3650262 h 3781004"/>
              <a:gd name="connsiteX256" fmla="*/ 1056919 w 7597555"/>
              <a:gd name="connsiteY256" fmla="*/ 3651742 h 3781004"/>
              <a:gd name="connsiteX257" fmla="*/ 1098943 w 7597555"/>
              <a:gd name="connsiteY257" fmla="*/ 3653221 h 3781004"/>
              <a:gd name="connsiteX258" fmla="*/ 1122401 w 7597555"/>
              <a:gd name="connsiteY258" fmla="*/ 3658439 h 3781004"/>
              <a:gd name="connsiteX259" fmla="*/ 1161433 w 7597555"/>
              <a:gd name="connsiteY259" fmla="*/ 3651043 h 3781004"/>
              <a:gd name="connsiteX260" fmla="*/ 1171115 w 7597555"/>
              <a:gd name="connsiteY260" fmla="*/ 3650016 h 3781004"/>
              <a:gd name="connsiteX261" fmla="*/ 1208248 w 7597555"/>
              <a:gd name="connsiteY261" fmla="*/ 3661480 h 3781004"/>
              <a:gd name="connsiteX262" fmla="*/ 1241289 w 7597555"/>
              <a:gd name="connsiteY262" fmla="*/ 3677833 h 3781004"/>
              <a:gd name="connsiteX263" fmla="*/ 1327634 w 7597555"/>
              <a:gd name="connsiteY263" fmla="*/ 3686831 h 3781004"/>
              <a:gd name="connsiteX264" fmla="*/ 1329530 w 7597555"/>
              <a:gd name="connsiteY264" fmla="*/ 3687077 h 3781004"/>
              <a:gd name="connsiteX265" fmla="*/ 1353987 w 7597555"/>
              <a:gd name="connsiteY265" fmla="*/ 3682311 h 3781004"/>
              <a:gd name="connsiteX266" fmla="*/ 1390622 w 7597555"/>
              <a:gd name="connsiteY266" fmla="*/ 3678326 h 3781004"/>
              <a:gd name="connsiteX267" fmla="*/ 1408390 w 7597555"/>
              <a:gd name="connsiteY267" fmla="*/ 3669574 h 3781004"/>
              <a:gd name="connsiteX268" fmla="*/ 1443727 w 7597555"/>
              <a:gd name="connsiteY268" fmla="*/ 3668752 h 3781004"/>
              <a:gd name="connsiteX269" fmla="*/ 1561415 w 7597555"/>
              <a:gd name="connsiteY269" fmla="*/ 3685105 h 3781004"/>
              <a:gd name="connsiteX270" fmla="*/ 1575889 w 7597555"/>
              <a:gd name="connsiteY270" fmla="*/ 3687735 h 3781004"/>
              <a:gd name="connsiteX271" fmla="*/ 1596253 w 7597555"/>
              <a:gd name="connsiteY271" fmla="*/ 3676764 h 3781004"/>
              <a:gd name="connsiteX272" fmla="*/ 1612923 w 7597555"/>
              <a:gd name="connsiteY272" fmla="*/ 3669985 h 3781004"/>
              <a:gd name="connsiteX273" fmla="*/ 1618712 w 7597555"/>
              <a:gd name="connsiteY273" fmla="*/ 3670396 h 3781004"/>
              <a:gd name="connsiteX274" fmla="*/ 1664132 w 7597555"/>
              <a:gd name="connsiteY274" fmla="*/ 3679271 h 3781004"/>
              <a:gd name="connsiteX275" fmla="*/ 1667426 w 7597555"/>
              <a:gd name="connsiteY275" fmla="*/ 3685804 h 3781004"/>
              <a:gd name="connsiteX276" fmla="*/ 1631989 w 7597555"/>
              <a:gd name="connsiteY276" fmla="*/ 3693775 h 3781004"/>
              <a:gd name="connsiteX277" fmla="*/ 1597350 w 7597555"/>
              <a:gd name="connsiteY277" fmla="*/ 3701951 h 3781004"/>
              <a:gd name="connsiteX278" fmla="*/ 1624901 w 7597555"/>
              <a:gd name="connsiteY278" fmla="*/ 3706553 h 3781004"/>
              <a:gd name="connsiteX279" fmla="*/ 1627098 w 7597555"/>
              <a:gd name="connsiteY279" fmla="*/ 3706553 h 3781004"/>
              <a:gd name="connsiteX280" fmla="*/ 1629294 w 7597555"/>
              <a:gd name="connsiteY280" fmla="*/ 3706553 h 3781004"/>
              <a:gd name="connsiteX281" fmla="*/ 1634384 w 7597555"/>
              <a:gd name="connsiteY281" fmla="*/ 3706594 h 3781004"/>
              <a:gd name="connsiteX282" fmla="*/ 1656346 w 7597555"/>
              <a:gd name="connsiteY282" fmla="*/ 3714237 h 3781004"/>
              <a:gd name="connsiteX283" fmla="*/ 1680402 w 7597555"/>
              <a:gd name="connsiteY283" fmla="*/ 3724960 h 3781004"/>
              <a:gd name="connsiteX284" fmla="*/ 1694776 w 7597555"/>
              <a:gd name="connsiteY284" fmla="*/ 3717195 h 3781004"/>
              <a:gd name="connsiteX285" fmla="*/ 1790204 w 7597555"/>
              <a:gd name="connsiteY285" fmla="*/ 3688228 h 3781004"/>
              <a:gd name="connsiteX286" fmla="*/ 1793001 w 7597555"/>
              <a:gd name="connsiteY286" fmla="*/ 3688063 h 3781004"/>
              <a:gd name="connsiteX287" fmla="*/ 1816659 w 7597555"/>
              <a:gd name="connsiteY287" fmla="*/ 3693117 h 3781004"/>
              <a:gd name="connsiteX288" fmla="*/ 1800187 w 7597555"/>
              <a:gd name="connsiteY288" fmla="*/ 3706758 h 3781004"/>
              <a:gd name="connsiteX289" fmla="*/ 1782519 w 7597555"/>
              <a:gd name="connsiteY289" fmla="*/ 3710744 h 3781004"/>
              <a:gd name="connsiteX290" fmla="*/ 1785414 w 7597555"/>
              <a:gd name="connsiteY290" fmla="*/ 3722783 h 3781004"/>
              <a:gd name="connsiteX291" fmla="*/ 1875253 w 7597555"/>
              <a:gd name="connsiteY291" fmla="*/ 3734493 h 3781004"/>
              <a:gd name="connsiteX292" fmla="*/ 1909990 w 7597555"/>
              <a:gd name="connsiteY292" fmla="*/ 3732562 h 3781004"/>
              <a:gd name="connsiteX293" fmla="*/ 1919473 w 7597555"/>
              <a:gd name="connsiteY293" fmla="*/ 3725494 h 3781004"/>
              <a:gd name="connsiteX294" fmla="*/ 1911886 w 7597555"/>
              <a:gd name="connsiteY294" fmla="*/ 3718017 h 3781004"/>
              <a:gd name="connsiteX295" fmla="*/ 1862177 w 7597555"/>
              <a:gd name="connsiteY295" fmla="*/ 3715674 h 3781004"/>
              <a:gd name="connsiteX296" fmla="*/ 1841713 w 7597555"/>
              <a:gd name="connsiteY296" fmla="*/ 3708238 h 3781004"/>
              <a:gd name="connsiteX297" fmla="*/ 1853392 w 7597555"/>
              <a:gd name="connsiteY297" fmla="*/ 3696363 h 3781004"/>
              <a:gd name="connsiteX298" fmla="*/ 1942732 w 7597555"/>
              <a:gd name="connsiteY298" fmla="*/ 3678572 h 3781004"/>
              <a:gd name="connsiteX299" fmla="*/ 1957106 w 7597555"/>
              <a:gd name="connsiteY299" fmla="*/ 3678449 h 3781004"/>
              <a:gd name="connsiteX300" fmla="*/ 1961998 w 7597555"/>
              <a:gd name="connsiteY300" fmla="*/ 3678449 h 3781004"/>
              <a:gd name="connsiteX301" fmla="*/ 1966390 w 7597555"/>
              <a:gd name="connsiteY301" fmla="*/ 3678449 h 3781004"/>
              <a:gd name="connsiteX302" fmla="*/ 2039061 w 7597555"/>
              <a:gd name="connsiteY302" fmla="*/ 3670067 h 3781004"/>
              <a:gd name="connsiteX303" fmla="*/ 2041455 w 7597555"/>
              <a:gd name="connsiteY303" fmla="*/ 3669779 h 3781004"/>
              <a:gd name="connsiteX304" fmla="*/ 2057227 w 7597555"/>
              <a:gd name="connsiteY304" fmla="*/ 3671875 h 3781004"/>
              <a:gd name="connsiteX305" fmla="*/ 2051737 w 7597555"/>
              <a:gd name="connsiteY305" fmla="*/ 3679394 h 3781004"/>
              <a:gd name="connsiteX306" fmla="*/ 2014403 w 7597555"/>
              <a:gd name="connsiteY306" fmla="*/ 3698582 h 3781004"/>
              <a:gd name="connsiteX307" fmla="*/ 1991444 w 7597555"/>
              <a:gd name="connsiteY307" fmla="*/ 3707251 h 3781004"/>
              <a:gd name="connsiteX308" fmla="*/ 1986154 w 7597555"/>
              <a:gd name="connsiteY308" fmla="*/ 3710991 h 3781004"/>
              <a:gd name="connsiteX309" fmla="*/ 2000228 w 7597555"/>
              <a:gd name="connsiteY309" fmla="*/ 3715839 h 3781004"/>
              <a:gd name="connsiteX310" fmla="*/ 2011608 w 7597555"/>
              <a:gd name="connsiteY310" fmla="*/ 3716825 h 3781004"/>
              <a:gd name="connsiteX311" fmla="*/ 2063017 w 7597555"/>
              <a:gd name="connsiteY311" fmla="*/ 3707087 h 3781004"/>
              <a:gd name="connsiteX312" fmla="*/ 2088073 w 7597555"/>
              <a:gd name="connsiteY312" fmla="*/ 3724673 h 3781004"/>
              <a:gd name="connsiteX313" fmla="*/ 2091965 w 7597555"/>
              <a:gd name="connsiteY313" fmla="*/ 3724591 h 3781004"/>
              <a:gd name="connsiteX314" fmla="*/ 2102046 w 7597555"/>
              <a:gd name="connsiteY314" fmla="*/ 3724303 h 3781004"/>
              <a:gd name="connsiteX315" fmla="*/ 2111529 w 7597555"/>
              <a:gd name="connsiteY315" fmla="*/ 3725412 h 3781004"/>
              <a:gd name="connsiteX316" fmla="*/ 2135189 w 7597555"/>
              <a:gd name="connsiteY316" fmla="*/ 3731288 h 3781004"/>
              <a:gd name="connsiteX317" fmla="*/ 2159344 w 7597555"/>
              <a:gd name="connsiteY317" fmla="*/ 3723605 h 3781004"/>
              <a:gd name="connsiteX318" fmla="*/ 2175215 w 7597555"/>
              <a:gd name="connsiteY318" fmla="*/ 3718756 h 3781004"/>
              <a:gd name="connsiteX319" fmla="*/ 2191488 w 7597555"/>
              <a:gd name="connsiteY319" fmla="*/ 3722413 h 3781004"/>
              <a:gd name="connsiteX320" fmla="*/ 2203665 w 7597555"/>
              <a:gd name="connsiteY320" fmla="*/ 3724796 h 3781004"/>
              <a:gd name="connsiteX321" fmla="*/ 2227023 w 7597555"/>
              <a:gd name="connsiteY321" fmla="*/ 3720400 h 3781004"/>
              <a:gd name="connsiteX322" fmla="*/ 2268949 w 7597555"/>
              <a:gd name="connsiteY322" fmla="*/ 3715264 h 3781004"/>
              <a:gd name="connsiteX323" fmla="*/ 2311172 w 7597555"/>
              <a:gd name="connsiteY323" fmla="*/ 3721180 h 3781004"/>
              <a:gd name="connsiteX324" fmla="*/ 2360983 w 7597555"/>
              <a:gd name="connsiteY324" fmla="*/ 3730343 h 3781004"/>
              <a:gd name="connsiteX325" fmla="*/ 2389432 w 7597555"/>
              <a:gd name="connsiteY325" fmla="*/ 3726028 h 3781004"/>
              <a:gd name="connsiteX326" fmla="*/ 2391529 w 7597555"/>
              <a:gd name="connsiteY326" fmla="*/ 3725782 h 3781004"/>
              <a:gd name="connsiteX327" fmla="*/ 2406901 w 7597555"/>
              <a:gd name="connsiteY327" fmla="*/ 3728822 h 3781004"/>
              <a:gd name="connsiteX328" fmla="*/ 2450622 w 7597555"/>
              <a:gd name="connsiteY328" fmla="*/ 3735397 h 3781004"/>
              <a:gd name="connsiteX329" fmla="*/ 2491349 w 7597555"/>
              <a:gd name="connsiteY329" fmla="*/ 3729891 h 3781004"/>
              <a:gd name="connsiteX330" fmla="*/ 2536569 w 7597555"/>
              <a:gd name="connsiteY330" fmla="*/ 3725125 h 3781004"/>
              <a:gd name="connsiteX331" fmla="*/ 2553638 w 7597555"/>
              <a:gd name="connsiteY331" fmla="*/ 3725330 h 3781004"/>
              <a:gd name="connsiteX332" fmla="*/ 2570707 w 7597555"/>
              <a:gd name="connsiteY332" fmla="*/ 3725535 h 3781004"/>
              <a:gd name="connsiteX333" fmla="*/ 2624610 w 7597555"/>
              <a:gd name="connsiteY333" fmla="*/ 3717482 h 3781004"/>
              <a:gd name="connsiteX334" fmla="*/ 2655056 w 7597555"/>
              <a:gd name="connsiteY334" fmla="*/ 3734164 h 3781004"/>
              <a:gd name="connsiteX335" fmla="*/ 2674321 w 7597555"/>
              <a:gd name="connsiteY335" fmla="*/ 3734822 h 3781004"/>
              <a:gd name="connsiteX336" fmla="*/ 2683405 w 7597555"/>
              <a:gd name="connsiteY336" fmla="*/ 3734903 h 3781004"/>
              <a:gd name="connsiteX337" fmla="*/ 2734215 w 7597555"/>
              <a:gd name="connsiteY337" fmla="*/ 3734534 h 3781004"/>
              <a:gd name="connsiteX338" fmla="*/ 2739804 w 7597555"/>
              <a:gd name="connsiteY338" fmla="*/ 3734534 h 3781004"/>
              <a:gd name="connsiteX339" fmla="*/ 2764161 w 7597555"/>
              <a:gd name="connsiteY339" fmla="*/ 3735520 h 3781004"/>
              <a:gd name="connsiteX340" fmla="*/ 2769450 w 7597555"/>
              <a:gd name="connsiteY340" fmla="*/ 3741930 h 3781004"/>
              <a:gd name="connsiteX341" fmla="*/ 2779235 w 7597555"/>
              <a:gd name="connsiteY341" fmla="*/ 3752695 h 3781004"/>
              <a:gd name="connsiteX342" fmla="*/ 2783924 w 7597555"/>
              <a:gd name="connsiteY342" fmla="*/ 3752777 h 3781004"/>
              <a:gd name="connsiteX343" fmla="*/ 2853401 w 7597555"/>
              <a:gd name="connsiteY343" fmla="*/ 3740738 h 3781004"/>
              <a:gd name="connsiteX344" fmla="*/ 2843020 w 7597555"/>
              <a:gd name="connsiteY344" fmla="*/ 3729357 h 3781004"/>
              <a:gd name="connsiteX345" fmla="*/ 2866678 w 7597555"/>
              <a:gd name="connsiteY345" fmla="*/ 3725042 h 3781004"/>
              <a:gd name="connsiteX346" fmla="*/ 2895626 w 7597555"/>
              <a:gd name="connsiteY346" fmla="*/ 3729809 h 3781004"/>
              <a:gd name="connsiteX347" fmla="*/ 2898619 w 7597555"/>
              <a:gd name="connsiteY347" fmla="*/ 3731904 h 3781004"/>
              <a:gd name="connsiteX348" fmla="*/ 2897622 w 7597555"/>
              <a:gd name="connsiteY348" fmla="*/ 3731616 h 3781004"/>
              <a:gd name="connsiteX349" fmla="*/ 2895326 w 7597555"/>
              <a:gd name="connsiteY349" fmla="*/ 3731329 h 3781004"/>
              <a:gd name="connsiteX350" fmla="*/ 2889836 w 7597555"/>
              <a:gd name="connsiteY350" fmla="*/ 3733671 h 3781004"/>
              <a:gd name="connsiteX351" fmla="*/ 2894925 w 7597555"/>
              <a:gd name="connsiteY351" fmla="*/ 3743203 h 3781004"/>
              <a:gd name="connsiteX352" fmla="*/ 2917586 w 7597555"/>
              <a:gd name="connsiteY352" fmla="*/ 3743696 h 3781004"/>
              <a:gd name="connsiteX353" fmla="*/ 2935254 w 7597555"/>
              <a:gd name="connsiteY353" fmla="*/ 3743573 h 3781004"/>
              <a:gd name="connsiteX354" fmla="*/ 2952723 w 7597555"/>
              <a:gd name="connsiteY354" fmla="*/ 3743450 h 3781004"/>
              <a:gd name="connsiteX355" fmla="*/ 2955618 w 7597555"/>
              <a:gd name="connsiteY355" fmla="*/ 3743450 h 3781004"/>
              <a:gd name="connsiteX356" fmla="*/ 3006326 w 7597555"/>
              <a:gd name="connsiteY356" fmla="*/ 3744108 h 3781004"/>
              <a:gd name="connsiteX357" fmla="*/ 3016708 w 7597555"/>
              <a:gd name="connsiteY357" fmla="*/ 3744272 h 3781004"/>
              <a:gd name="connsiteX358" fmla="*/ 3022298 w 7597555"/>
              <a:gd name="connsiteY358" fmla="*/ 3744272 h 3781004"/>
              <a:gd name="connsiteX359" fmla="*/ 3027888 w 7597555"/>
              <a:gd name="connsiteY359" fmla="*/ 3744272 h 3781004"/>
              <a:gd name="connsiteX360" fmla="*/ 3064522 w 7597555"/>
              <a:gd name="connsiteY360" fmla="*/ 3748709 h 3781004"/>
              <a:gd name="connsiteX361" fmla="*/ 3074105 w 7597555"/>
              <a:gd name="connsiteY361" fmla="*/ 3750230 h 3781004"/>
              <a:gd name="connsiteX362" fmla="*/ 3092173 w 7597555"/>
              <a:gd name="connsiteY362" fmla="*/ 3746819 h 3781004"/>
              <a:gd name="connsiteX363" fmla="*/ 3111140 w 7597555"/>
              <a:gd name="connsiteY363" fmla="*/ 3743409 h 3781004"/>
              <a:gd name="connsiteX364" fmla="*/ 3118026 w 7597555"/>
              <a:gd name="connsiteY364" fmla="*/ 3744025 h 3781004"/>
              <a:gd name="connsiteX365" fmla="*/ 3128009 w 7597555"/>
              <a:gd name="connsiteY365" fmla="*/ 3744476 h 3781004"/>
              <a:gd name="connsiteX366" fmla="*/ 3142881 w 7597555"/>
              <a:gd name="connsiteY366" fmla="*/ 3754954 h 3781004"/>
              <a:gd name="connsiteX367" fmla="*/ 3160050 w 7597555"/>
              <a:gd name="connsiteY367" fmla="*/ 3772211 h 3781004"/>
              <a:gd name="connsiteX368" fmla="*/ 3162845 w 7597555"/>
              <a:gd name="connsiteY368" fmla="*/ 3772211 h 3781004"/>
              <a:gd name="connsiteX369" fmla="*/ 3205969 w 7597555"/>
              <a:gd name="connsiteY369" fmla="*/ 3771020 h 3781004"/>
              <a:gd name="connsiteX370" fmla="*/ 3232322 w 7597555"/>
              <a:gd name="connsiteY370" fmla="*/ 3773690 h 3781004"/>
              <a:gd name="connsiteX371" fmla="*/ 3293712 w 7597555"/>
              <a:gd name="connsiteY371" fmla="*/ 3780511 h 3781004"/>
              <a:gd name="connsiteX372" fmla="*/ 3306690 w 7597555"/>
              <a:gd name="connsiteY372" fmla="*/ 3780429 h 3781004"/>
              <a:gd name="connsiteX373" fmla="*/ 3319567 w 7597555"/>
              <a:gd name="connsiteY373" fmla="*/ 3780347 h 3781004"/>
              <a:gd name="connsiteX374" fmla="*/ 3330147 w 7597555"/>
              <a:gd name="connsiteY374" fmla="*/ 3780470 h 3781004"/>
              <a:gd name="connsiteX375" fmla="*/ 3344921 w 7597555"/>
              <a:gd name="connsiteY375" fmla="*/ 3780635 h 3781004"/>
              <a:gd name="connsiteX376" fmla="*/ 3343823 w 7597555"/>
              <a:gd name="connsiteY376" fmla="*/ 3781004 h 3781004"/>
              <a:gd name="connsiteX377" fmla="*/ 3377661 w 7597555"/>
              <a:gd name="connsiteY377" fmla="*/ 3778210 h 3781004"/>
              <a:gd name="connsiteX378" fmla="*/ 3387145 w 7597555"/>
              <a:gd name="connsiteY378" fmla="*/ 3756845 h 3781004"/>
              <a:gd name="connsiteX379" fmla="*/ 3406110 w 7597555"/>
              <a:gd name="connsiteY379" fmla="*/ 3741108 h 3781004"/>
              <a:gd name="connsiteX380" fmla="*/ 3421681 w 7597555"/>
              <a:gd name="connsiteY380" fmla="*/ 3738437 h 3781004"/>
              <a:gd name="connsiteX381" fmla="*/ 3426973 w 7597555"/>
              <a:gd name="connsiteY381" fmla="*/ 3742093 h 3781004"/>
              <a:gd name="connsiteX382" fmla="*/ 3427970 w 7597555"/>
              <a:gd name="connsiteY382" fmla="*/ 3751380 h 3781004"/>
              <a:gd name="connsiteX383" fmla="*/ 3442745 w 7597555"/>
              <a:gd name="connsiteY383" fmla="*/ 3771143 h 3781004"/>
              <a:gd name="connsiteX384" fmla="*/ 3477981 w 7597555"/>
              <a:gd name="connsiteY384" fmla="*/ 3764732 h 3781004"/>
              <a:gd name="connsiteX385" fmla="*/ 3529290 w 7597555"/>
              <a:gd name="connsiteY385" fmla="*/ 3753475 h 3781004"/>
              <a:gd name="connsiteX386" fmla="*/ 3531685 w 7597555"/>
              <a:gd name="connsiteY386" fmla="*/ 3749572 h 3781004"/>
              <a:gd name="connsiteX387" fmla="*/ 3559936 w 7597555"/>
              <a:gd name="connsiteY387" fmla="*/ 3738273 h 3781004"/>
              <a:gd name="connsiteX388" fmla="*/ 3583194 w 7597555"/>
              <a:gd name="connsiteY388" fmla="*/ 3745915 h 3781004"/>
              <a:gd name="connsiteX389" fmla="*/ 3618929 w 7597555"/>
              <a:gd name="connsiteY389" fmla="*/ 3753681 h 3781004"/>
              <a:gd name="connsiteX390" fmla="*/ 3646680 w 7597555"/>
              <a:gd name="connsiteY390" fmla="*/ 3750599 h 3781004"/>
              <a:gd name="connsiteX391" fmla="*/ 3681817 w 7597555"/>
              <a:gd name="connsiteY391" fmla="*/ 3742587 h 3781004"/>
              <a:gd name="connsiteX392" fmla="*/ 3733624 w 7597555"/>
              <a:gd name="connsiteY392" fmla="*/ 3723850 h 3781004"/>
              <a:gd name="connsiteX393" fmla="*/ 3742009 w 7597555"/>
              <a:gd name="connsiteY393" fmla="*/ 3724098 h 3781004"/>
              <a:gd name="connsiteX394" fmla="*/ 3742208 w 7597555"/>
              <a:gd name="connsiteY394" fmla="*/ 3724098 h 3781004"/>
              <a:gd name="connsiteX395" fmla="*/ 3753190 w 7597555"/>
              <a:gd name="connsiteY395" fmla="*/ 3717482 h 3781004"/>
              <a:gd name="connsiteX396" fmla="*/ 3764270 w 7597555"/>
              <a:gd name="connsiteY396" fmla="*/ 3709183 h 3781004"/>
              <a:gd name="connsiteX397" fmla="*/ 3777146 w 7597555"/>
              <a:gd name="connsiteY397" fmla="*/ 3712675 h 3781004"/>
              <a:gd name="connsiteX398" fmla="*/ 3816775 w 7597555"/>
              <a:gd name="connsiteY398" fmla="*/ 3724466 h 3781004"/>
              <a:gd name="connsiteX399" fmla="*/ 3844325 w 7597555"/>
              <a:gd name="connsiteY399" fmla="*/ 3718468 h 3781004"/>
              <a:gd name="connsiteX400" fmla="*/ 3870280 w 7597555"/>
              <a:gd name="connsiteY400" fmla="*/ 3715099 h 3781004"/>
              <a:gd name="connsiteX401" fmla="*/ 3881758 w 7597555"/>
              <a:gd name="connsiteY401" fmla="*/ 3716496 h 3781004"/>
              <a:gd name="connsiteX402" fmla="*/ 3907812 w 7597555"/>
              <a:gd name="connsiteY402" fmla="*/ 3722906 h 3781004"/>
              <a:gd name="connsiteX403" fmla="*/ 3942549 w 7597555"/>
              <a:gd name="connsiteY403" fmla="*/ 3715716 h 3781004"/>
              <a:gd name="connsiteX404" fmla="*/ 4008332 w 7597555"/>
              <a:gd name="connsiteY404" fmla="*/ 3705649 h 3781004"/>
              <a:gd name="connsiteX405" fmla="*/ 4047761 w 7597555"/>
              <a:gd name="connsiteY405" fmla="*/ 3709306 h 3781004"/>
              <a:gd name="connsiteX406" fmla="*/ 4145486 w 7597555"/>
              <a:gd name="connsiteY406" fmla="*/ 3715962 h 3781004"/>
              <a:gd name="connsiteX407" fmla="*/ 4172039 w 7597555"/>
              <a:gd name="connsiteY407" fmla="*/ 3716167 h 3781004"/>
              <a:gd name="connsiteX408" fmla="*/ 4183317 w 7597555"/>
              <a:gd name="connsiteY408" fmla="*/ 3716167 h 3781004"/>
              <a:gd name="connsiteX409" fmla="*/ 4194299 w 7597555"/>
              <a:gd name="connsiteY409" fmla="*/ 3716167 h 3781004"/>
              <a:gd name="connsiteX410" fmla="*/ 4226741 w 7597555"/>
              <a:gd name="connsiteY410" fmla="*/ 3716496 h 3781004"/>
              <a:gd name="connsiteX411" fmla="*/ 4244109 w 7597555"/>
              <a:gd name="connsiteY411" fmla="*/ 3725042 h 3781004"/>
              <a:gd name="connsiteX412" fmla="*/ 4282739 w 7597555"/>
              <a:gd name="connsiteY412" fmla="*/ 3726521 h 3781004"/>
              <a:gd name="connsiteX413" fmla="*/ 4302305 w 7597555"/>
              <a:gd name="connsiteY413" fmla="*/ 3724591 h 3781004"/>
              <a:gd name="connsiteX414" fmla="*/ 4418997 w 7597555"/>
              <a:gd name="connsiteY414" fmla="*/ 3715674 h 3781004"/>
              <a:gd name="connsiteX415" fmla="*/ 4455530 w 7597555"/>
              <a:gd name="connsiteY415" fmla="*/ 3709306 h 3781004"/>
              <a:gd name="connsiteX416" fmla="*/ 4470405 w 7597555"/>
              <a:gd name="connsiteY416" fmla="*/ 3707621 h 3781004"/>
              <a:gd name="connsiteX417" fmla="*/ 4482881 w 7597555"/>
              <a:gd name="connsiteY417" fmla="*/ 3710457 h 3781004"/>
              <a:gd name="connsiteX418" fmla="*/ 4475995 w 7597555"/>
              <a:gd name="connsiteY418" fmla="*/ 3717770 h 3781004"/>
              <a:gd name="connsiteX419" fmla="*/ 4468907 w 7597555"/>
              <a:gd name="connsiteY419" fmla="*/ 3735438 h 3781004"/>
              <a:gd name="connsiteX420" fmla="*/ 4478089 w 7597555"/>
              <a:gd name="connsiteY420" fmla="*/ 3742505 h 3781004"/>
              <a:gd name="connsiteX421" fmla="*/ 4484180 w 7597555"/>
              <a:gd name="connsiteY421" fmla="*/ 3738807 h 3781004"/>
              <a:gd name="connsiteX422" fmla="*/ 4546667 w 7597555"/>
              <a:gd name="connsiteY422" fmla="*/ 3716249 h 3781004"/>
              <a:gd name="connsiteX423" fmla="*/ 4559543 w 7597555"/>
              <a:gd name="connsiteY423" fmla="*/ 3716538 h 3781004"/>
              <a:gd name="connsiteX424" fmla="*/ 4617642 w 7597555"/>
              <a:gd name="connsiteY424" fmla="*/ 3722413 h 3781004"/>
              <a:gd name="connsiteX425" fmla="*/ 4631316 w 7597555"/>
              <a:gd name="connsiteY425" fmla="*/ 3723974 h 3781004"/>
              <a:gd name="connsiteX426" fmla="*/ 4644992 w 7597555"/>
              <a:gd name="connsiteY426" fmla="*/ 3722536 h 3781004"/>
              <a:gd name="connsiteX427" fmla="*/ 4683922 w 7597555"/>
              <a:gd name="connsiteY427" fmla="*/ 3715839 h 3781004"/>
              <a:gd name="connsiteX428" fmla="*/ 4701190 w 7597555"/>
              <a:gd name="connsiteY428" fmla="*/ 3718633 h 3781004"/>
              <a:gd name="connsiteX429" fmla="*/ 4717063 w 7597555"/>
              <a:gd name="connsiteY429" fmla="*/ 3721797 h 3781004"/>
              <a:gd name="connsiteX430" fmla="*/ 4733632 w 7597555"/>
              <a:gd name="connsiteY430" fmla="*/ 3719126 h 3781004"/>
              <a:gd name="connsiteX431" fmla="*/ 4748206 w 7597555"/>
              <a:gd name="connsiteY431" fmla="*/ 3716454 h 3781004"/>
              <a:gd name="connsiteX432" fmla="*/ 4752897 w 7597555"/>
              <a:gd name="connsiteY432" fmla="*/ 3716948 h 3781004"/>
              <a:gd name="connsiteX433" fmla="*/ 4779949 w 7597555"/>
              <a:gd name="connsiteY433" fmla="*/ 3719783 h 3781004"/>
              <a:gd name="connsiteX434" fmla="*/ 4815087 w 7597555"/>
              <a:gd name="connsiteY434" fmla="*/ 3717031 h 3781004"/>
              <a:gd name="connsiteX435" fmla="*/ 4837947 w 7597555"/>
              <a:gd name="connsiteY435" fmla="*/ 3715880 h 3781004"/>
              <a:gd name="connsiteX436" fmla="*/ 4884861 w 7597555"/>
              <a:gd name="connsiteY436" fmla="*/ 3717688 h 3781004"/>
              <a:gd name="connsiteX437" fmla="*/ 4886959 w 7597555"/>
              <a:gd name="connsiteY437" fmla="*/ 3724344 h 3781004"/>
              <a:gd name="connsiteX438" fmla="*/ 4876876 w 7597555"/>
              <a:gd name="connsiteY438" fmla="*/ 3736260 h 3781004"/>
              <a:gd name="connsiteX439" fmla="*/ 4885960 w 7597555"/>
              <a:gd name="connsiteY439" fmla="*/ 3741272 h 3781004"/>
              <a:gd name="connsiteX440" fmla="*/ 4905425 w 7597555"/>
              <a:gd name="connsiteY440" fmla="*/ 3736301 h 3781004"/>
              <a:gd name="connsiteX441" fmla="*/ 4991571 w 7597555"/>
              <a:gd name="connsiteY441" fmla="*/ 3726357 h 3781004"/>
              <a:gd name="connsiteX442" fmla="*/ 4999157 w 7597555"/>
              <a:gd name="connsiteY442" fmla="*/ 3726480 h 3781004"/>
              <a:gd name="connsiteX443" fmla="*/ 5020120 w 7597555"/>
              <a:gd name="connsiteY443" fmla="*/ 3725906 h 3781004"/>
              <a:gd name="connsiteX444" fmla="*/ 5040982 w 7597555"/>
              <a:gd name="connsiteY444" fmla="*/ 3725330 h 3781004"/>
              <a:gd name="connsiteX445" fmla="*/ 5080213 w 7597555"/>
              <a:gd name="connsiteY445" fmla="*/ 3730302 h 3781004"/>
              <a:gd name="connsiteX446" fmla="*/ 5118044 w 7597555"/>
              <a:gd name="connsiteY446" fmla="*/ 3734493 h 3781004"/>
              <a:gd name="connsiteX447" fmla="*/ 5150485 w 7597555"/>
              <a:gd name="connsiteY447" fmla="*/ 3734739 h 3781004"/>
              <a:gd name="connsiteX448" fmla="*/ 5171848 w 7597555"/>
              <a:gd name="connsiteY448" fmla="*/ 3734698 h 3781004"/>
              <a:gd name="connsiteX449" fmla="*/ 5193210 w 7597555"/>
              <a:gd name="connsiteY449" fmla="*/ 3734657 h 3781004"/>
              <a:gd name="connsiteX450" fmla="*/ 5209480 w 7597555"/>
              <a:gd name="connsiteY450" fmla="*/ 3734698 h 3781004"/>
              <a:gd name="connsiteX451" fmla="*/ 5211278 w 7597555"/>
              <a:gd name="connsiteY451" fmla="*/ 3734698 h 3781004"/>
              <a:gd name="connsiteX452" fmla="*/ 5271570 w 7597555"/>
              <a:gd name="connsiteY452" fmla="*/ 3729398 h 3781004"/>
              <a:gd name="connsiteX453" fmla="*/ 5331763 w 7597555"/>
              <a:gd name="connsiteY453" fmla="*/ 3724098 h 3781004"/>
              <a:gd name="connsiteX454" fmla="*/ 5347134 w 7597555"/>
              <a:gd name="connsiteY454" fmla="*/ 3724591 h 3781004"/>
              <a:gd name="connsiteX455" fmla="*/ 5355519 w 7597555"/>
              <a:gd name="connsiteY455" fmla="*/ 3722413 h 3781004"/>
              <a:gd name="connsiteX456" fmla="*/ 5358413 w 7597555"/>
              <a:gd name="connsiteY456" fmla="*/ 3719578 h 3781004"/>
              <a:gd name="connsiteX457" fmla="*/ 5351226 w 7597555"/>
              <a:gd name="connsiteY457" fmla="*/ 3716455 h 3781004"/>
              <a:gd name="connsiteX458" fmla="*/ 5330564 w 7597555"/>
              <a:gd name="connsiteY458" fmla="*/ 3710703 h 3781004"/>
              <a:gd name="connsiteX459" fmla="*/ 5351527 w 7597555"/>
              <a:gd name="connsiteY459" fmla="*/ 3700390 h 3781004"/>
              <a:gd name="connsiteX460" fmla="*/ 5357515 w 7597555"/>
              <a:gd name="connsiteY460" fmla="*/ 3701087 h 3781004"/>
              <a:gd name="connsiteX461" fmla="*/ 5375285 w 7597555"/>
              <a:gd name="connsiteY461" fmla="*/ 3704047 h 3781004"/>
              <a:gd name="connsiteX462" fmla="*/ 5390556 w 7597555"/>
              <a:gd name="connsiteY462" fmla="*/ 3700143 h 3781004"/>
              <a:gd name="connsiteX463" fmla="*/ 5412817 w 7597555"/>
              <a:gd name="connsiteY463" fmla="*/ 3691061 h 3781004"/>
              <a:gd name="connsiteX464" fmla="*/ 5419604 w 7597555"/>
              <a:gd name="connsiteY464" fmla="*/ 3691843 h 3781004"/>
              <a:gd name="connsiteX465" fmla="*/ 5426291 w 7597555"/>
              <a:gd name="connsiteY465" fmla="*/ 3704457 h 3781004"/>
              <a:gd name="connsiteX466" fmla="*/ 5426291 w 7597555"/>
              <a:gd name="connsiteY466" fmla="*/ 3708977 h 3781004"/>
              <a:gd name="connsiteX467" fmla="*/ 5438769 w 7597555"/>
              <a:gd name="connsiteY467" fmla="*/ 3712921 h 3781004"/>
              <a:gd name="connsiteX468" fmla="*/ 5468017 w 7597555"/>
              <a:gd name="connsiteY468" fmla="*/ 3707005 h 3781004"/>
              <a:gd name="connsiteX469" fmla="*/ 5483589 w 7597555"/>
              <a:gd name="connsiteY469" fmla="*/ 3710621 h 3781004"/>
              <a:gd name="connsiteX470" fmla="*/ 5494270 w 7597555"/>
              <a:gd name="connsiteY470" fmla="*/ 3713415 h 3781004"/>
              <a:gd name="connsiteX471" fmla="*/ 5506248 w 7597555"/>
              <a:gd name="connsiteY471" fmla="*/ 3710950 h 3781004"/>
              <a:gd name="connsiteX472" fmla="*/ 5517628 w 7597555"/>
              <a:gd name="connsiteY472" fmla="*/ 3708484 h 3781004"/>
              <a:gd name="connsiteX473" fmla="*/ 5524416 w 7597555"/>
              <a:gd name="connsiteY473" fmla="*/ 3709922 h 3781004"/>
              <a:gd name="connsiteX474" fmla="*/ 5536794 w 7597555"/>
              <a:gd name="connsiteY474" fmla="*/ 3712839 h 3781004"/>
              <a:gd name="connsiteX475" fmla="*/ 5556359 w 7597555"/>
              <a:gd name="connsiteY475" fmla="*/ 3706841 h 3781004"/>
              <a:gd name="connsiteX476" fmla="*/ 5570733 w 7597555"/>
              <a:gd name="connsiteY476" fmla="*/ 3685352 h 3781004"/>
              <a:gd name="connsiteX477" fmla="*/ 5588601 w 7597555"/>
              <a:gd name="connsiteY477" fmla="*/ 3679476 h 3781004"/>
              <a:gd name="connsiteX478" fmla="*/ 5594490 w 7597555"/>
              <a:gd name="connsiteY478" fmla="*/ 3679805 h 3781004"/>
              <a:gd name="connsiteX479" fmla="*/ 5607866 w 7597555"/>
              <a:gd name="connsiteY479" fmla="*/ 3685434 h 3781004"/>
              <a:gd name="connsiteX480" fmla="*/ 5609164 w 7597555"/>
              <a:gd name="connsiteY480" fmla="*/ 3694679 h 3781004"/>
              <a:gd name="connsiteX481" fmla="*/ 5646597 w 7597555"/>
              <a:gd name="connsiteY481" fmla="*/ 3710826 h 3781004"/>
              <a:gd name="connsiteX482" fmla="*/ 5683031 w 7597555"/>
              <a:gd name="connsiteY482" fmla="*/ 3716208 h 3781004"/>
              <a:gd name="connsiteX483" fmla="*/ 5702697 w 7597555"/>
              <a:gd name="connsiteY483" fmla="*/ 3713415 h 3781004"/>
              <a:gd name="connsiteX484" fmla="*/ 5752408 w 7597555"/>
              <a:gd name="connsiteY484" fmla="*/ 3705649 h 3781004"/>
              <a:gd name="connsiteX485" fmla="*/ 5796429 w 7597555"/>
              <a:gd name="connsiteY485" fmla="*/ 3712346 h 3781004"/>
              <a:gd name="connsiteX486" fmla="*/ 5838155 w 7597555"/>
              <a:gd name="connsiteY486" fmla="*/ 3708032 h 3781004"/>
              <a:gd name="connsiteX487" fmla="*/ 5867603 w 7597555"/>
              <a:gd name="connsiteY487" fmla="*/ 3714975 h 3781004"/>
              <a:gd name="connsiteX488" fmla="*/ 5885869 w 7597555"/>
              <a:gd name="connsiteY488" fmla="*/ 3713456 h 3781004"/>
              <a:gd name="connsiteX489" fmla="*/ 5928891 w 7597555"/>
              <a:gd name="connsiteY489" fmla="*/ 3706758 h 3781004"/>
              <a:gd name="connsiteX490" fmla="*/ 5942666 w 7597555"/>
              <a:gd name="connsiteY490" fmla="*/ 3706882 h 3781004"/>
              <a:gd name="connsiteX491" fmla="*/ 5973114 w 7597555"/>
              <a:gd name="connsiteY491" fmla="*/ 3707046 h 3781004"/>
              <a:gd name="connsiteX492" fmla="*/ 5991979 w 7597555"/>
              <a:gd name="connsiteY492" fmla="*/ 3707046 h 3781004"/>
              <a:gd name="connsiteX493" fmla="*/ 6010145 w 7597555"/>
              <a:gd name="connsiteY493" fmla="*/ 3707046 h 3781004"/>
              <a:gd name="connsiteX494" fmla="*/ 6024022 w 7597555"/>
              <a:gd name="connsiteY494" fmla="*/ 3707046 h 3781004"/>
              <a:gd name="connsiteX495" fmla="*/ 6024721 w 7597555"/>
              <a:gd name="connsiteY495" fmla="*/ 3707046 h 3781004"/>
              <a:gd name="connsiteX496" fmla="*/ 6058759 w 7597555"/>
              <a:gd name="connsiteY496" fmla="*/ 3694226 h 3781004"/>
              <a:gd name="connsiteX497" fmla="*/ 6066645 w 7597555"/>
              <a:gd name="connsiteY497" fmla="*/ 3690200 h 3781004"/>
              <a:gd name="connsiteX498" fmla="*/ 6072536 w 7597555"/>
              <a:gd name="connsiteY498" fmla="*/ 3691145 h 3781004"/>
              <a:gd name="connsiteX499" fmla="*/ 6088706 w 7597555"/>
              <a:gd name="connsiteY499" fmla="*/ 3695089 h 3781004"/>
              <a:gd name="connsiteX500" fmla="*/ 6098588 w 7597555"/>
              <a:gd name="connsiteY500" fmla="*/ 3687940 h 3781004"/>
              <a:gd name="connsiteX501" fmla="*/ 6120849 w 7597555"/>
              <a:gd name="connsiteY501" fmla="*/ 3658110 h 3781004"/>
              <a:gd name="connsiteX502" fmla="*/ 6137916 w 7597555"/>
              <a:gd name="connsiteY502" fmla="*/ 3651043 h 3781004"/>
              <a:gd name="connsiteX503" fmla="*/ 6151195 w 7597555"/>
              <a:gd name="connsiteY503" fmla="*/ 3652522 h 3781004"/>
              <a:gd name="connsiteX504" fmla="*/ 6179144 w 7597555"/>
              <a:gd name="connsiteY504" fmla="*/ 3659918 h 3781004"/>
              <a:gd name="connsiteX505" fmla="*/ 6186131 w 7597555"/>
              <a:gd name="connsiteY505" fmla="*/ 3658809 h 3781004"/>
              <a:gd name="connsiteX506" fmla="*/ 6251115 w 7597555"/>
              <a:gd name="connsiteY506" fmla="*/ 3648455 h 3781004"/>
              <a:gd name="connsiteX507" fmla="*/ 6257504 w 7597555"/>
              <a:gd name="connsiteY507" fmla="*/ 3645538 h 3781004"/>
              <a:gd name="connsiteX508" fmla="*/ 6240333 w 7597555"/>
              <a:gd name="connsiteY508" fmla="*/ 3641059 h 3781004"/>
              <a:gd name="connsiteX509" fmla="*/ 6225761 w 7597555"/>
              <a:gd name="connsiteY509" fmla="*/ 3636498 h 3781004"/>
              <a:gd name="connsiteX510" fmla="*/ 6266687 w 7597555"/>
              <a:gd name="connsiteY510" fmla="*/ 3623350 h 3781004"/>
              <a:gd name="connsiteX511" fmla="*/ 6272875 w 7597555"/>
              <a:gd name="connsiteY511" fmla="*/ 3624048 h 3781004"/>
              <a:gd name="connsiteX512" fmla="*/ 6302322 w 7597555"/>
              <a:gd name="connsiteY512" fmla="*/ 3640196 h 3781004"/>
              <a:gd name="connsiteX513" fmla="*/ 6335564 w 7597555"/>
              <a:gd name="connsiteY513" fmla="*/ 3633088 h 3781004"/>
              <a:gd name="connsiteX514" fmla="*/ 6343149 w 7597555"/>
              <a:gd name="connsiteY514" fmla="*/ 3632636 h 3781004"/>
              <a:gd name="connsiteX515" fmla="*/ 6363213 w 7597555"/>
              <a:gd name="connsiteY515" fmla="*/ 3640607 h 3781004"/>
              <a:gd name="connsiteX516" fmla="*/ 6448261 w 7597555"/>
              <a:gd name="connsiteY516" fmla="*/ 3620351 h 3781004"/>
              <a:gd name="connsiteX517" fmla="*/ 6468225 w 7597555"/>
              <a:gd name="connsiteY517" fmla="*/ 3621953 h 3781004"/>
              <a:gd name="connsiteX518" fmla="*/ 6561859 w 7597555"/>
              <a:gd name="connsiteY518" fmla="*/ 3609545 h 3781004"/>
              <a:gd name="connsiteX519" fmla="*/ 6659084 w 7597555"/>
              <a:gd name="connsiteY519" fmla="*/ 3586618 h 3781004"/>
              <a:gd name="connsiteX520" fmla="*/ 6693821 w 7597555"/>
              <a:gd name="connsiteY520" fmla="*/ 3578030 h 3781004"/>
              <a:gd name="connsiteX521" fmla="*/ 6701507 w 7597555"/>
              <a:gd name="connsiteY521" fmla="*/ 3576839 h 3781004"/>
              <a:gd name="connsiteX522" fmla="*/ 6709594 w 7597555"/>
              <a:gd name="connsiteY522" fmla="*/ 3579715 h 3781004"/>
              <a:gd name="connsiteX523" fmla="*/ 6799632 w 7597555"/>
              <a:gd name="connsiteY523" fmla="*/ 3610161 h 3781004"/>
              <a:gd name="connsiteX524" fmla="*/ 6820096 w 7597555"/>
              <a:gd name="connsiteY524" fmla="*/ 3613612 h 3781004"/>
              <a:gd name="connsiteX525" fmla="*/ 6844153 w 7597555"/>
              <a:gd name="connsiteY525" fmla="*/ 3609503 h 3781004"/>
              <a:gd name="connsiteX526" fmla="*/ 6904345 w 7597555"/>
              <a:gd name="connsiteY526" fmla="*/ 3591507 h 3781004"/>
              <a:gd name="connsiteX527" fmla="*/ 6909335 w 7597555"/>
              <a:gd name="connsiteY527" fmla="*/ 3579715 h 3781004"/>
              <a:gd name="connsiteX528" fmla="*/ 6834270 w 7597555"/>
              <a:gd name="connsiteY528" fmla="*/ 3555021 h 3781004"/>
              <a:gd name="connsiteX529" fmla="*/ 6823989 w 7597555"/>
              <a:gd name="connsiteY529" fmla="*/ 3555555 h 3781004"/>
              <a:gd name="connsiteX530" fmla="*/ 6821692 w 7597555"/>
              <a:gd name="connsiteY530" fmla="*/ 3555678 h 3781004"/>
              <a:gd name="connsiteX531" fmla="*/ 6821537 w 7597555"/>
              <a:gd name="connsiteY531" fmla="*/ 3555367 h 3781004"/>
              <a:gd name="connsiteX532" fmla="*/ 6840892 w 7597555"/>
              <a:gd name="connsiteY532" fmla="*/ 3554715 h 3781004"/>
              <a:gd name="connsiteX533" fmla="*/ 6840956 w 7597555"/>
              <a:gd name="connsiteY533" fmla="*/ 3554173 h 3781004"/>
              <a:gd name="connsiteX534" fmla="*/ 6839441 w 7597555"/>
              <a:gd name="connsiteY534" fmla="*/ 3554116 h 3781004"/>
              <a:gd name="connsiteX535" fmla="*/ 6841038 w 7597555"/>
              <a:gd name="connsiteY535" fmla="*/ 3553462 h 3781004"/>
              <a:gd name="connsiteX536" fmla="*/ 6842565 w 7597555"/>
              <a:gd name="connsiteY536" fmla="*/ 3540308 h 3781004"/>
              <a:gd name="connsiteX537" fmla="*/ 6860942 w 7597555"/>
              <a:gd name="connsiteY537" fmla="*/ 3545315 h 3781004"/>
              <a:gd name="connsiteX538" fmla="*/ 6841038 w 7597555"/>
              <a:gd name="connsiteY538" fmla="*/ 3553462 h 3781004"/>
              <a:gd name="connsiteX539" fmla="*/ 6840956 w 7597555"/>
              <a:gd name="connsiteY539" fmla="*/ 3554173 h 3781004"/>
              <a:gd name="connsiteX540" fmla="*/ 6953435 w 7597555"/>
              <a:gd name="connsiteY540" fmla="*/ 3558353 h 3781004"/>
              <a:gd name="connsiteX541" fmla="*/ 7050193 w 7597555"/>
              <a:gd name="connsiteY541" fmla="*/ 3558707 h 3781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Lst>
            <a:rect l="l" t="t" r="r" b="b"/>
            <a:pathLst>
              <a:path w="7597555" h="3781004">
                <a:moveTo>
                  <a:pt x="1308967" y="3659179"/>
                </a:moveTo>
                <a:cubicBezTo>
                  <a:pt x="1308967" y="3664191"/>
                  <a:pt x="1300482" y="3668177"/>
                  <a:pt x="1290201" y="3668177"/>
                </a:cubicBezTo>
                <a:cubicBezTo>
                  <a:pt x="1288205" y="3668177"/>
                  <a:pt x="1286209" y="3668012"/>
                  <a:pt x="1284112" y="3667725"/>
                </a:cubicBezTo>
                <a:cubicBezTo>
                  <a:pt x="1274530" y="3666246"/>
                  <a:pt x="1269538" y="3662918"/>
                  <a:pt x="1271735" y="3657576"/>
                </a:cubicBezTo>
                <a:cubicBezTo>
                  <a:pt x="1273831" y="3653591"/>
                  <a:pt x="1279221" y="3651577"/>
                  <a:pt x="1288205" y="3651577"/>
                </a:cubicBezTo>
                <a:cubicBezTo>
                  <a:pt x="1289302" y="3651577"/>
                  <a:pt x="1290401" y="3651577"/>
                  <a:pt x="1291499" y="3651660"/>
                </a:cubicBezTo>
                <a:cubicBezTo>
                  <a:pt x="1301680" y="3652153"/>
                  <a:pt x="1309068" y="3653468"/>
                  <a:pt x="1308967" y="3659179"/>
                </a:cubicBezTo>
                <a:close/>
                <a:moveTo>
                  <a:pt x="2065212" y="3706060"/>
                </a:moveTo>
                <a:lnTo>
                  <a:pt x="2065198" y="3706060"/>
                </a:lnTo>
                <a:lnTo>
                  <a:pt x="2064914" y="3706841"/>
                </a:lnTo>
                <a:lnTo>
                  <a:pt x="2063216" y="3706060"/>
                </a:lnTo>
                <a:lnTo>
                  <a:pt x="2065198" y="3706060"/>
                </a:lnTo>
                <a:lnTo>
                  <a:pt x="2065212" y="3706019"/>
                </a:lnTo>
                <a:close/>
                <a:moveTo>
                  <a:pt x="2103744" y="3697514"/>
                </a:moveTo>
                <a:cubicBezTo>
                  <a:pt x="2101748" y="3705074"/>
                  <a:pt x="2092762" y="3706306"/>
                  <a:pt x="2082583" y="3706306"/>
                </a:cubicBezTo>
                <a:cubicBezTo>
                  <a:pt x="2080086" y="3706306"/>
                  <a:pt x="2077491" y="3706224"/>
                  <a:pt x="2074796" y="3706142"/>
                </a:cubicBezTo>
                <a:cubicBezTo>
                  <a:pt x="2072200" y="3706060"/>
                  <a:pt x="2069705" y="3706019"/>
                  <a:pt x="2067208" y="3706019"/>
                </a:cubicBezTo>
                <a:cubicBezTo>
                  <a:pt x="2066611" y="3706019"/>
                  <a:pt x="2065911" y="3706019"/>
                  <a:pt x="2065314" y="3706019"/>
                </a:cubicBezTo>
                <a:cubicBezTo>
                  <a:pt x="2066709" y="3698417"/>
                  <a:pt x="2074896" y="3696980"/>
                  <a:pt x="2084579" y="3696980"/>
                </a:cubicBezTo>
                <a:cubicBezTo>
                  <a:pt x="2087473" y="3696980"/>
                  <a:pt x="2090568" y="3697103"/>
                  <a:pt x="2093663" y="3697267"/>
                </a:cubicBezTo>
                <a:cubicBezTo>
                  <a:pt x="2096757" y="3697390"/>
                  <a:pt x="2099850" y="3697514"/>
                  <a:pt x="2102845" y="3697514"/>
                </a:cubicBezTo>
                <a:close/>
                <a:moveTo>
                  <a:pt x="2140453" y="3681849"/>
                </a:moveTo>
                <a:cubicBezTo>
                  <a:pt x="2141352" y="3684274"/>
                  <a:pt x="2137434" y="3686625"/>
                  <a:pt x="2128800" y="3690118"/>
                </a:cubicBezTo>
                <a:lnTo>
                  <a:pt x="2106147" y="3696184"/>
                </a:lnTo>
                <a:lnTo>
                  <a:pt x="2106139" y="3696240"/>
                </a:lnTo>
                <a:lnTo>
                  <a:pt x="2105939" y="3696287"/>
                </a:lnTo>
                <a:lnTo>
                  <a:pt x="2105939" y="3697514"/>
                </a:lnTo>
                <a:lnTo>
                  <a:pt x="2103843" y="3697514"/>
                </a:lnTo>
                <a:lnTo>
                  <a:pt x="2104243" y="3696692"/>
                </a:lnTo>
                <a:lnTo>
                  <a:pt x="2105939" y="3696287"/>
                </a:lnTo>
                <a:lnTo>
                  <a:pt x="2105939" y="3696240"/>
                </a:lnTo>
                <a:lnTo>
                  <a:pt x="2106147" y="3696184"/>
                </a:lnTo>
                <a:lnTo>
                  <a:pt x="2109234" y="3674546"/>
                </a:lnTo>
                <a:lnTo>
                  <a:pt x="2114320" y="3671098"/>
                </a:lnTo>
                <a:lnTo>
                  <a:pt x="2114126" y="3671053"/>
                </a:lnTo>
                <a:lnTo>
                  <a:pt x="2114324" y="3671094"/>
                </a:lnTo>
                <a:lnTo>
                  <a:pt x="2114320" y="3671098"/>
                </a:lnTo>
                <a:lnTo>
                  <a:pt x="2123210" y="3673149"/>
                </a:lnTo>
                <a:cubicBezTo>
                  <a:pt x="2133840" y="3676929"/>
                  <a:pt x="2139555" y="3679425"/>
                  <a:pt x="2140453" y="3681849"/>
                </a:cubicBezTo>
                <a:close/>
                <a:moveTo>
                  <a:pt x="2220235" y="3672697"/>
                </a:moveTo>
                <a:cubicBezTo>
                  <a:pt x="2221933" y="3678367"/>
                  <a:pt x="2210951" y="3677339"/>
                  <a:pt x="2203565" y="3678038"/>
                </a:cubicBezTo>
                <a:lnTo>
                  <a:pt x="2189191" y="3673600"/>
                </a:lnTo>
                <a:cubicBezTo>
                  <a:pt x="2194382" y="3672286"/>
                  <a:pt x="2199372" y="3670026"/>
                  <a:pt x="2204664" y="3669862"/>
                </a:cubicBezTo>
                <a:cubicBezTo>
                  <a:pt x="2204862" y="3669862"/>
                  <a:pt x="2205162" y="3669862"/>
                  <a:pt x="2205361" y="3669862"/>
                </a:cubicBezTo>
                <a:cubicBezTo>
                  <a:pt x="2210752" y="3669862"/>
                  <a:pt x="2219835" y="3671423"/>
                  <a:pt x="2220235" y="3672697"/>
                </a:cubicBezTo>
                <a:close/>
                <a:moveTo>
                  <a:pt x="2265217" y="3674109"/>
                </a:moveTo>
                <a:cubicBezTo>
                  <a:pt x="2265080" y="3675120"/>
                  <a:pt x="2262460" y="3676045"/>
                  <a:pt x="2257468" y="3676805"/>
                </a:cubicBezTo>
                <a:lnTo>
                  <a:pt x="2250381" y="3673642"/>
                </a:lnTo>
                <a:lnTo>
                  <a:pt x="2254773" y="3671793"/>
                </a:lnTo>
                <a:lnTo>
                  <a:pt x="2258067" y="3670889"/>
                </a:lnTo>
                <a:cubicBezTo>
                  <a:pt x="2263008" y="3671998"/>
                  <a:pt x="2265354" y="3673097"/>
                  <a:pt x="2265217" y="3674109"/>
                </a:cubicBezTo>
                <a:close/>
                <a:moveTo>
                  <a:pt x="2857193" y="3697760"/>
                </a:moveTo>
                <a:cubicBezTo>
                  <a:pt x="2857494" y="3700061"/>
                  <a:pt x="2852402" y="3702485"/>
                  <a:pt x="2849707" y="3704869"/>
                </a:cubicBezTo>
                <a:cubicBezTo>
                  <a:pt x="2834735" y="3697883"/>
                  <a:pt x="2817666" y="3696487"/>
                  <a:pt x="2799996" y="3696487"/>
                </a:cubicBezTo>
                <a:cubicBezTo>
                  <a:pt x="2794108" y="3696487"/>
                  <a:pt x="2788217" y="3696651"/>
                  <a:pt x="2782228" y="3696815"/>
                </a:cubicBezTo>
                <a:cubicBezTo>
                  <a:pt x="2776338" y="3696980"/>
                  <a:pt x="2770350" y="3697144"/>
                  <a:pt x="2764459" y="3697144"/>
                </a:cubicBezTo>
                <a:cubicBezTo>
                  <a:pt x="2760767" y="3697144"/>
                  <a:pt x="2757073" y="3697062"/>
                  <a:pt x="2753479" y="3696939"/>
                </a:cubicBezTo>
                <a:lnTo>
                  <a:pt x="2740703" y="3691967"/>
                </a:lnTo>
                <a:lnTo>
                  <a:pt x="2748888" y="3689255"/>
                </a:lnTo>
                <a:cubicBezTo>
                  <a:pt x="2755277" y="3688556"/>
                  <a:pt x="2761964" y="3688146"/>
                  <a:pt x="2768553" y="3688146"/>
                </a:cubicBezTo>
                <a:lnTo>
                  <a:pt x="2769851" y="3688146"/>
                </a:lnTo>
                <a:cubicBezTo>
                  <a:pt x="2779534" y="3688146"/>
                  <a:pt x="2789316" y="3688515"/>
                  <a:pt x="2798999" y="3688721"/>
                </a:cubicBezTo>
                <a:lnTo>
                  <a:pt x="2798999" y="3688269"/>
                </a:lnTo>
                <a:lnTo>
                  <a:pt x="2798999" y="3688146"/>
                </a:lnTo>
                <a:cubicBezTo>
                  <a:pt x="2815568" y="3688803"/>
                  <a:pt x="2832339" y="3688967"/>
                  <a:pt x="2848610" y="3690406"/>
                </a:cubicBezTo>
                <a:cubicBezTo>
                  <a:pt x="2852502" y="3690734"/>
                  <a:pt x="2856795" y="3695130"/>
                  <a:pt x="2857193" y="3697760"/>
                </a:cubicBezTo>
                <a:close/>
                <a:moveTo>
                  <a:pt x="2958313" y="3702075"/>
                </a:moveTo>
                <a:lnTo>
                  <a:pt x="2950825" y="3704827"/>
                </a:lnTo>
                <a:lnTo>
                  <a:pt x="2944138" y="3701622"/>
                </a:lnTo>
                <a:lnTo>
                  <a:pt x="2951624" y="3699157"/>
                </a:lnTo>
                <a:lnTo>
                  <a:pt x="2951624" y="3699198"/>
                </a:lnTo>
                <a:close/>
                <a:moveTo>
                  <a:pt x="3258475" y="3759557"/>
                </a:moveTo>
                <a:cubicBezTo>
                  <a:pt x="3243901" y="3762145"/>
                  <a:pt x="3229327" y="3763378"/>
                  <a:pt x="3214654" y="3763378"/>
                </a:cubicBezTo>
                <a:cubicBezTo>
                  <a:pt x="3200978" y="3763378"/>
                  <a:pt x="3187304" y="3762309"/>
                  <a:pt x="3173527" y="3760255"/>
                </a:cubicBezTo>
                <a:lnTo>
                  <a:pt x="3170732" y="3759105"/>
                </a:lnTo>
                <a:lnTo>
                  <a:pt x="3168337" y="3757502"/>
                </a:lnTo>
                <a:lnTo>
                  <a:pt x="3172230" y="3756023"/>
                </a:lnTo>
                <a:lnTo>
                  <a:pt x="3176322" y="3754872"/>
                </a:lnTo>
                <a:cubicBezTo>
                  <a:pt x="3194390" y="3752037"/>
                  <a:pt x="3215353" y="3754051"/>
                  <a:pt x="3231523" y="3747189"/>
                </a:cubicBezTo>
                <a:cubicBezTo>
                  <a:pt x="3232222" y="3746901"/>
                  <a:pt x="3233121" y="3746778"/>
                  <a:pt x="3234218" y="3746778"/>
                </a:cubicBezTo>
                <a:lnTo>
                  <a:pt x="3234118" y="3746737"/>
                </a:lnTo>
                <a:cubicBezTo>
                  <a:pt x="3241805" y="3746737"/>
                  <a:pt x="3258275" y="3752818"/>
                  <a:pt x="3259274" y="3756311"/>
                </a:cubicBezTo>
                <a:close/>
                <a:moveTo>
                  <a:pt x="3340528" y="3768514"/>
                </a:moveTo>
                <a:cubicBezTo>
                  <a:pt x="3337234" y="3770116"/>
                  <a:pt x="3331045" y="3771389"/>
                  <a:pt x="3326154" y="3771389"/>
                </a:cubicBezTo>
                <a:cubicBezTo>
                  <a:pt x="3325753" y="3771389"/>
                  <a:pt x="3325255" y="3771389"/>
                  <a:pt x="3324857" y="3771389"/>
                </a:cubicBezTo>
                <a:lnTo>
                  <a:pt x="3317668" y="3769705"/>
                </a:lnTo>
                <a:lnTo>
                  <a:pt x="3310681" y="3767075"/>
                </a:lnTo>
                <a:cubicBezTo>
                  <a:pt x="3315372" y="3765678"/>
                  <a:pt x="3319665" y="3763542"/>
                  <a:pt x="3324656" y="3763049"/>
                </a:cubicBezTo>
                <a:cubicBezTo>
                  <a:pt x="3325856" y="3762926"/>
                  <a:pt x="3327053" y="3762885"/>
                  <a:pt x="3328150" y="3762885"/>
                </a:cubicBezTo>
                <a:lnTo>
                  <a:pt x="3328250" y="3762926"/>
                </a:lnTo>
                <a:cubicBezTo>
                  <a:pt x="3337632" y="3762926"/>
                  <a:pt x="3345021" y="3766254"/>
                  <a:pt x="3340528" y="3768514"/>
                </a:cubicBezTo>
                <a:close/>
                <a:moveTo>
                  <a:pt x="3402817" y="3703266"/>
                </a:moveTo>
                <a:cubicBezTo>
                  <a:pt x="3397526" y="3704334"/>
                  <a:pt x="3391837" y="3705074"/>
                  <a:pt x="3386347" y="3705937"/>
                </a:cubicBezTo>
                <a:lnTo>
                  <a:pt x="3371773" y="3701787"/>
                </a:lnTo>
                <a:lnTo>
                  <a:pt x="3378760" y="3699034"/>
                </a:lnTo>
                <a:cubicBezTo>
                  <a:pt x="3383052" y="3698253"/>
                  <a:pt x="3387544" y="3697431"/>
                  <a:pt x="3391736" y="3697431"/>
                </a:cubicBezTo>
                <a:lnTo>
                  <a:pt x="3391636" y="3697390"/>
                </a:lnTo>
                <a:cubicBezTo>
                  <a:pt x="3395629" y="3697390"/>
                  <a:pt x="3399423" y="3698171"/>
                  <a:pt x="3402617" y="3700513"/>
                </a:cubicBezTo>
                <a:close/>
                <a:moveTo>
                  <a:pt x="3546559" y="3709840"/>
                </a:moveTo>
                <a:lnTo>
                  <a:pt x="3539972" y="3713538"/>
                </a:lnTo>
                <a:lnTo>
                  <a:pt x="3533681" y="3710950"/>
                </a:lnTo>
                <a:lnTo>
                  <a:pt x="3540334" y="3708620"/>
                </a:lnTo>
                <a:lnTo>
                  <a:pt x="3540270" y="3708607"/>
                </a:lnTo>
                <a:lnTo>
                  <a:pt x="3540371" y="3708607"/>
                </a:lnTo>
                <a:lnTo>
                  <a:pt x="3540334" y="3708620"/>
                </a:lnTo>
                <a:close/>
                <a:moveTo>
                  <a:pt x="3730230" y="3710251"/>
                </a:moveTo>
                <a:lnTo>
                  <a:pt x="3718152" y="3714812"/>
                </a:lnTo>
                <a:cubicBezTo>
                  <a:pt x="3718152" y="3714812"/>
                  <a:pt x="3717752" y="3714812"/>
                  <a:pt x="3717552" y="3714812"/>
                </a:cubicBezTo>
                <a:cubicBezTo>
                  <a:pt x="3712262" y="3714812"/>
                  <a:pt x="3706673" y="3712963"/>
                  <a:pt x="3700583" y="3711812"/>
                </a:cubicBezTo>
                <a:lnTo>
                  <a:pt x="3712962" y="3707539"/>
                </a:lnTo>
                <a:lnTo>
                  <a:pt x="3713360" y="3707539"/>
                </a:lnTo>
                <a:cubicBezTo>
                  <a:pt x="3718850" y="3707539"/>
                  <a:pt x="3724540" y="3709306"/>
                  <a:pt x="3730230" y="3710251"/>
                </a:cubicBezTo>
                <a:close/>
                <a:moveTo>
                  <a:pt x="5748814" y="3674669"/>
                </a:moveTo>
                <a:lnTo>
                  <a:pt x="5745122" y="3676352"/>
                </a:lnTo>
                <a:lnTo>
                  <a:pt x="5741228" y="3677422"/>
                </a:lnTo>
                <a:lnTo>
                  <a:pt x="5713688" y="3678074"/>
                </a:lnTo>
                <a:lnTo>
                  <a:pt x="5713677" y="3678079"/>
                </a:lnTo>
                <a:lnTo>
                  <a:pt x="5713479" y="3678079"/>
                </a:lnTo>
                <a:lnTo>
                  <a:pt x="5713279" y="3678737"/>
                </a:lnTo>
                <a:lnTo>
                  <a:pt x="5711681" y="3678737"/>
                </a:lnTo>
                <a:lnTo>
                  <a:pt x="5711581" y="3678737"/>
                </a:lnTo>
                <a:lnTo>
                  <a:pt x="5711578" y="3678737"/>
                </a:lnTo>
                <a:lnTo>
                  <a:pt x="5690818" y="3687242"/>
                </a:lnTo>
                <a:cubicBezTo>
                  <a:pt x="5689320" y="3687242"/>
                  <a:pt x="5687725" y="3687201"/>
                  <a:pt x="5686127" y="3687119"/>
                </a:cubicBezTo>
                <a:cubicBezTo>
                  <a:pt x="5676943" y="3686626"/>
                  <a:pt x="5667859" y="3685516"/>
                  <a:pt x="5658975" y="3684489"/>
                </a:cubicBezTo>
                <a:lnTo>
                  <a:pt x="5657877" y="3682024"/>
                </a:lnTo>
                <a:lnTo>
                  <a:pt x="5665464" y="3679394"/>
                </a:lnTo>
                <a:lnTo>
                  <a:pt x="5711578" y="3678737"/>
                </a:lnTo>
                <a:lnTo>
                  <a:pt x="5711681" y="3678737"/>
                </a:lnTo>
                <a:lnTo>
                  <a:pt x="5712079" y="3678079"/>
                </a:lnTo>
                <a:lnTo>
                  <a:pt x="5713479" y="3678079"/>
                </a:lnTo>
                <a:lnTo>
                  <a:pt x="5713688" y="3678074"/>
                </a:lnTo>
                <a:lnTo>
                  <a:pt x="5732029" y="3669499"/>
                </a:lnTo>
                <a:lnTo>
                  <a:pt x="5731843" y="3669492"/>
                </a:lnTo>
                <a:lnTo>
                  <a:pt x="5732044" y="3669492"/>
                </a:lnTo>
                <a:lnTo>
                  <a:pt x="5732029" y="3669499"/>
                </a:lnTo>
                <a:lnTo>
                  <a:pt x="5738232" y="3669738"/>
                </a:lnTo>
                <a:lnTo>
                  <a:pt x="5743723" y="3671670"/>
                </a:lnTo>
                <a:close/>
                <a:moveTo>
                  <a:pt x="5790877" y="3673996"/>
                </a:moveTo>
                <a:cubicBezTo>
                  <a:pt x="5790740" y="3674987"/>
                  <a:pt x="5788194" y="3675881"/>
                  <a:pt x="5783354" y="3676600"/>
                </a:cubicBezTo>
                <a:lnTo>
                  <a:pt x="5776465" y="3673559"/>
                </a:lnTo>
                <a:lnTo>
                  <a:pt x="5780757" y="3671711"/>
                </a:lnTo>
                <a:lnTo>
                  <a:pt x="5783951" y="3670806"/>
                </a:lnTo>
                <a:cubicBezTo>
                  <a:pt x="5788743" y="3671915"/>
                  <a:pt x="5791014" y="3673004"/>
                  <a:pt x="5790877" y="3673996"/>
                </a:cubicBezTo>
                <a:close/>
                <a:moveTo>
                  <a:pt x="5869996" y="3672121"/>
                </a:moveTo>
                <a:lnTo>
                  <a:pt x="5864107" y="3676230"/>
                </a:lnTo>
                <a:lnTo>
                  <a:pt x="5859018" y="3673395"/>
                </a:lnTo>
                <a:lnTo>
                  <a:pt x="5864706" y="3670806"/>
                </a:lnTo>
                <a:close/>
                <a:moveTo>
                  <a:pt x="5992279" y="3684611"/>
                </a:moveTo>
                <a:lnTo>
                  <a:pt x="5985790" y="3685023"/>
                </a:lnTo>
                <a:lnTo>
                  <a:pt x="5979800" y="3678942"/>
                </a:lnTo>
                <a:lnTo>
                  <a:pt x="5976506" y="3678860"/>
                </a:lnTo>
                <a:lnTo>
                  <a:pt x="5975609" y="3677792"/>
                </a:lnTo>
                <a:cubicBezTo>
                  <a:pt x="5973811" y="3677707"/>
                  <a:pt x="5972015" y="3677668"/>
                  <a:pt x="5970217" y="3677668"/>
                </a:cubicBezTo>
                <a:lnTo>
                  <a:pt x="5970217" y="3677708"/>
                </a:lnTo>
                <a:cubicBezTo>
                  <a:pt x="5952649" y="3677709"/>
                  <a:pt x="5938275" y="3681695"/>
                  <a:pt x="5924000" y="3686502"/>
                </a:cubicBezTo>
                <a:lnTo>
                  <a:pt x="5905833" y="3685146"/>
                </a:lnTo>
                <a:cubicBezTo>
                  <a:pt x="5896449" y="3680462"/>
                  <a:pt x="5908030" y="3677627"/>
                  <a:pt x="5913818" y="3674957"/>
                </a:cubicBezTo>
                <a:cubicBezTo>
                  <a:pt x="5923103" y="3670642"/>
                  <a:pt x="5933482" y="3668793"/>
                  <a:pt x="5944364" y="3668793"/>
                </a:cubicBezTo>
                <a:cubicBezTo>
                  <a:pt x="5952249" y="3668793"/>
                  <a:pt x="5960436" y="3669779"/>
                  <a:pt x="5968521" y="3671464"/>
                </a:cubicBezTo>
                <a:cubicBezTo>
                  <a:pt x="5972213" y="3672244"/>
                  <a:pt x="5973612" y="3675326"/>
                  <a:pt x="5975609" y="3677792"/>
                </a:cubicBezTo>
                <a:lnTo>
                  <a:pt x="5978702" y="3677792"/>
                </a:lnTo>
                <a:cubicBezTo>
                  <a:pt x="5978702" y="3677792"/>
                  <a:pt x="5979800" y="3678942"/>
                  <a:pt x="5979800" y="3678942"/>
                </a:cubicBezTo>
                <a:cubicBezTo>
                  <a:pt x="5986987" y="3679106"/>
                  <a:pt x="5993775" y="3679558"/>
                  <a:pt x="5992279" y="3684611"/>
                </a:cubicBezTo>
                <a:close/>
                <a:moveTo>
                  <a:pt x="6073833" y="3665424"/>
                </a:moveTo>
                <a:cubicBezTo>
                  <a:pt x="6071737" y="3667026"/>
                  <a:pt x="6065646" y="3667561"/>
                  <a:pt x="6060555" y="3668341"/>
                </a:cubicBezTo>
                <a:lnTo>
                  <a:pt x="6059858" y="3669327"/>
                </a:lnTo>
                <a:lnTo>
                  <a:pt x="6058077" y="3669327"/>
                </a:lnTo>
                <a:lnTo>
                  <a:pt x="6058060" y="3669369"/>
                </a:lnTo>
                <a:lnTo>
                  <a:pt x="6057956" y="3669371"/>
                </a:lnTo>
                <a:lnTo>
                  <a:pt x="6038396" y="3677545"/>
                </a:lnTo>
                <a:cubicBezTo>
                  <a:pt x="6036798" y="3677545"/>
                  <a:pt x="6035102" y="3677545"/>
                  <a:pt x="6033405" y="3677422"/>
                </a:cubicBezTo>
                <a:lnTo>
                  <a:pt x="6025918" y="3675367"/>
                </a:lnTo>
                <a:lnTo>
                  <a:pt x="6031408" y="3670026"/>
                </a:lnTo>
                <a:lnTo>
                  <a:pt x="6057956" y="3669371"/>
                </a:lnTo>
                <a:lnTo>
                  <a:pt x="6058060" y="3669327"/>
                </a:lnTo>
                <a:lnTo>
                  <a:pt x="6058077" y="3669327"/>
                </a:lnTo>
                <a:lnTo>
                  <a:pt x="6058360" y="3668670"/>
                </a:lnTo>
                <a:lnTo>
                  <a:pt x="6060555" y="3668341"/>
                </a:lnTo>
                <a:cubicBezTo>
                  <a:pt x="6062154" y="3665999"/>
                  <a:pt x="6063051" y="3663246"/>
                  <a:pt x="6066545" y="3662096"/>
                </a:cubicBezTo>
                <a:cubicBezTo>
                  <a:pt x="6067744" y="3661685"/>
                  <a:pt x="6069041" y="3661521"/>
                  <a:pt x="6070139" y="3661521"/>
                </a:cubicBezTo>
                <a:lnTo>
                  <a:pt x="6070239" y="3661521"/>
                </a:lnTo>
                <a:cubicBezTo>
                  <a:pt x="6073931" y="3661521"/>
                  <a:pt x="6076528" y="3663411"/>
                  <a:pt x="6073833" y="3665424"/>
                </a:cubicBezTo>
                <a:close/>
                <a:moveTo>
                  <a:pt x="6675426" y="3540076"/>
                </a:moveTo>
                <a:lnTo>
                  <a:pt x="6666069" y="3538252"/>
                </a:lnTo>
                <a:lnTo>
                  <a:pt x="6665423" y="3537546"/>
                </a:lnTo>
                <a:lnTo>
                  <a:pt x="6665337" y="3537546"/>
                </a:lnTo>
                <a:lnTo>
                  <a:pt x="6673371" y="3535862"/>
                </a:lnTo>
                <a:close/>
                <a:moveTo>
                  <a:pt x="6792844" y="3575441"/>
                </a:moveTo>
                <a:lnTo>
                  <a:pt x="6792644" y="3575442"/>
                </a:lnTo>
                <a:cubicBezTo>
                  <a:pt x="6792644" y="3575442"/>
                  <a:pt x="6792546" y="3575277"/>
                  <a:pt x="6792546" y="3575277"/>
                </a:cubicBezTo>
                <a:cubicBezTo>
                  <a:pt x="6787254" y="3574209"/>
                  <a:pt x="6779768" y="3573675"/>
                  <a:pt x="6777373" y="3571825"/>
                </a:cubicBezTo>
                <a:cubicBezTo>
                  <a:pt x="6774778" y="3569731"/>
                  <a:pt x="6777571" y="3567757"/>
                  <a:pt x="6781565" y="3567758"/>
                </a:cubicBezTo>
                <a:lnTo>
                  <a:pt x="6781664" y="3567758"/>
                </a:lnTo>
                <a:cubicBezTo>
                  <a:pt x="6782763" y="3567758"/>
                  <a:pt x="6783960" y="3567922"/>
                  <a:pt x="6785158" y="3568251"/>
                </a:cubicBezTo>
                <a:cubicBezTo>
                  <a:pt x="6789250" y="3569443"/>
                  <a:pt x="6790249" y="3572811"/>
                  <a:pt x="6792546" y="3575277"/>
                </a:cubicBezTo>
                <a:lnTo>
                  <a:pt x="6792844" y="3575277"/>
                </a:lnTo>
                <a:cubicBezTo>
                  <a:pt x="6792844" y="3575277"/>
                  <a:pt x="6792844" y="3575441"/>
                  <a:pt x="6792844" y="3575441"/>
                </a:cubicBezTo>
                <a:close/>
                <a:moveTo>
                  <a:pt x="6828280" y="3579098"/>
                </a:moveTo>
                <a:lnTo>
                  <a:pt x="6817301" y="3584276"/>
                </a:lnTo>
                <a:cubicBezTo>
                  <a:pt x="6814604" y="3584563"/>
                  <a:pt x="6812110" y="3584728"/>
                  <a:pt x="6809813" y="3584728"/>
                </a:cubicBezTo>
                <a:lnTo>
                  <a:pt x="6793121" y="3575444"/>
                </a:lnTo>
                <a:lnTo>
                  <a:pt x="6793044" y="3575442"/>
                </a:lnTo>
                <a:lnTo>
                  <a:pt x="6793045" y="3575401"/>
                </a:lnTo>
                <a:lnTo>
                  <a:pt x="6793121" y="3575444"/>
                </a:lnTo>
                <a:lnTo>
                  <a:pt x="6821692" y="3576181"/>
                </a:lnTo>
                <a:close/>
                <a:moveTo>
                  <a:pt x="6951150" y="3547495"/>
                </a:moveTo>
                <a:lnTo>
                  <a:pt x="6945679" y="3550713"/>
                </a:lnTo>
                <a:lnTo>
                  <a:pt x="6939355" y="3548169"/>
                </a:lnTo>
                <a:lnTo>
                  <a:pt x="6939269" y="3548169"/>
                </a:lnTo>
                <a:cubicBezTo>
                  <a:pt x="6940295" y="3546972"/>
                  <a:pt x="6941407" y="3545737"/>
                  <a:pt x="6942431" y="3544540"/>
                </a:cubicBezTo>
                <a:close/>
                <a:moveTo>
                  <a:pt x="7096203" y="3538705"/>
                </a:moveTo>
                <a:cubicBezTo>
                  <a:pt x="7096235" y="3539313"/>
                  <a:pt x="7094697" y="3539921"/>
                  <a:pt x="7091663" y="3541997"/>
                </a:cubicBezTo>
                <a:cubicBezTo>
                  <a:pt x="7084399" y="3539639"/>
                  <a:pt x="7083373" y="3541361"/>
                  <a:pt x="7091321" y="3535413"/>
                </a:cubicBezTo>
                <a:cubicBezTo>
                  <a:pt x="7094569" y="3537489"/>
                  <a:pt x="7096171" y="3538098"/>
                  <a:pt x="7096203" y="3538705"/>
                </a:cubicBezTo>
                <a:close/>
                <a:moveTo>
                  <a:pt x="7119319" y="3558445"/>
                </a:moveTo>
                <a:lnTo>
                  <a:pt x="7597555" y="1795243"/>
                </a:lnTo>
                <a:lnTo>
                  <a:pt x="978700" y="0"/>
                </a:lnTo>
                <a:lnTo>
                  <a:pt x="675143" y="1119177"/>
                </a:lnTo>
                <a:lnTo>
                  <a:pt x="675143" y="1119176"/>
                </a:lnTo>
                <a:lnTo>
                  <a:pt x="264881" y="2631763"/>
                </a:lnTo>
                <a:lnTo>
                  <a:pt x="0" y="3608350"/>
                </a:lnTo>
                <a:lnTo>
                  <a:pt x="24678" y="3608911"/>
                </a:lnTo>
                <a:cubicBezTo>
                  <a:pt x="76836" y="3608307"/>
                  <a:pt x="135618" y="3606072"/>
                  <a:pt x="170704" y="3612282"/>
                </a:cubicBezTo>
                <a:lnTo>
                  <a:pt x="160532" y="3623017"/>
                </a:lnTo>
                <a:cubicBezTo>
                  <a:pt x="207799" y="3632780"/>
                  <a:pt x="212327" y="3592494"/>
                  <a:pt x="281473" y="3613479"/>
                </a:cubicBezTo>
                <a:cubicBezTo>
                  <a:pt x="291857" y="3616639"/>
                  <a:pt x="291837" y="3617397"/>
                  <a:pt x="350085" y="3617537"/>
                </a:cubicBezTo>
                <a:lnTo>
                  <a:pt x="444637" y="3617517"/>
                </a:lnTo>
                <a:lnTo>
                  <a:pt x="446212" y="3624008"/>
                </a:lnTo>
                <a:cubicBezTo>
                  <a:pt x="454497" y="3627952"/>
                  <a:pt x="463183" y="3631938"/>
                  <a:pt x="473664" y="3631938"/>
                </a:cubicBezTo>
                <a:cubicBezTo>
                  <a:pt x="478355" y="3631938"/>
                  <a:pt x="483447" y="3631116"/>
                  <a:pt x="488935" y="3629103"/>
                </a:cubicBezTo>
                <a:cubicBezTo>
                  <a:pt x="499417" y="3625281"/>
                  <a:pt x="512095" y="3621830"/>
                  <a:pt x="523474" y="3621830"/>
                </a:cubicBezTo>
                <a:cubicBezTo>
                  <a:pt x="527566" y="3621830"/>
                  <a:pt x="531460" y="3622282"/>
                  <a:pt x="535054" y="3623268"/>
                </a:cubicBezTo>
                <a:cubicBezTo>
                  <a:pt x="568993" y="3632883"/>
                  <a:pt x="604929" y="3631979"/>
                  <a:pt x="641564" y="3632348"/>
                </a:cubicBezTo>
                <a:lnTo>
                  <a:pt x="652344" y="3637648"/>
                </a:lnTo>
                <a:lnTo>
                  <a:pt x="644657" y="3640566"/>
                </a:lnTo>
                <a:cubicBezTo>
                  <a:pt x="618204" y="3641511"/>
                  <a:pt x="591652" y="3642127"/>
                  <a:pt x="565199" y="3643113"/>
                </a:cubicBezTo>
                <a:lnTo>
                  <a:pt x="558212" y="3645989"/>
                </a:lnTo>
                <a:lnTo>
                  <a:pt x="566297" y="3648742"/>
                </a:lnTo>
                <a:cubicBezTo>
                  <a:pt x="586761" y="3649112"/>
                  <a:pt x="607424" y="3650838"/>
                  <a:pt x="627887" y="3650838"/>
                </a:cubicBezTo>
                <a:cubicBezTo>
                  <a:pt x="646754" y="3650838"/>
                  <a:pt x="665420" y="3649400"/>
                  <a:pt x="683388" y="3644059"/>
                </a:cubicBezTo>
                <a:lnTo>
                  <a:pt x="698959" y="3646277"/>
                </a:lnTo>
                <a:cubicBezTo>
                  <a:pt x="705947" y="3649030"/>
                  <a:pt x="712535" y="3650222"/>
                  <a:pt x="719024" y="3650222"/>
                </a:cubicBezTo>
                <a:cubicBezTo>
                  <a:pt x="727409" y="3650222"/>
                  <a:pt x="735395" y="3648208"/>
                  <a:pt x="743681" y="3645086"/>
                </a:cubicBezTo>
                <a:cubicBezTo>
                  <a:pt x="749070" y="3643031"/>
                  <a:pt x="755159" y="3641922"/>
                  <a:pt x="760550" y="3641922"/>
                </a:cubicBezTo>
                <a:cubicBezTo>
                  <a:pt x="767637" y="3641922"/>
                  <a:pt x="773628" y="3643771"/>
                  <a:pt x="776021" y="3647633"/>
                </a:cubicBezTo>
                <a:cubicBezTo>
                  <a:pt x="779915" y="3653920"/>
                  <a:pt x="783609" y="3656385"/>
                  <a:pt x="790496" y="3656385"/>
                </a:cubicBezTo>
                <a:cubicBezTo>
                  <a:pt x="794987" y="3656385"/>
                  <a:pt x="800778" y="3655357"/>
                  <a:pt x="808763" y="3653632"/>
                </a:cubicBezTo>
                <a:cubicBezTo>
                  <a:pt x="819345" y="3651372"/>
                  <a:pt x="826332" y="3650140"/>
                  <a:pt x="832022" y="3650140"/>
                </a:cubicBezTo>
                <a:cubicBezTo>
                  <a:pt x="841904" y="3650140"/>
                  <a:pt x="847894" y="3653878"/>
                  <a:pt x="861768" y="3662795"/>
                </a:cubicBezTo>
                <a:cubicBezTo>
                  <a:pt x="865662" y="3665260"/>
                  <a:pt x="869055" y="3666164"/>
                  <a:pt x="872249" y="3666164"/>
                </a:cubicBezTo>
                <a:cubicBezTo>
                  <a:pt x="876441" y="3666164"/>
                  <a:pt x="880234" y="3664643"/>
                  <a:pt x="884228" y="3663041"/>
                </a:cubicBezTo>
                <a:cubicBezTo>
                  <a:pt x="894011" y="3659220"/>
                  <a:pt x="902495" y="3653591"/>
                  <a:pt x="914075" y="3653591"/>
                </a:cubicBezTo>
                <a:cubicBezTo>
                  <a:pt x="919465" y="3653591"/>
                  <a:pt x="925654" y="3654823"/>
                  <a:pt x="932842" y="3658028"/>
                </a:cubicBezTo>
                <a:lnTo>
                  <a:pt x="951807" y="3658316"/>
                </a:lnTo>
                <a:cubicBezTo>
                  <a:pt x="972370" y="3652029"/>
                  <a:pt x="993533" y="3650262"/>
                  <a:pt x="1014995" y="3650262"/>
                </a:cubicBezTo>
                <a:cubicBezTo>
                  <a:pt x="1028870" y="3650262"/>
                  <a:pt x="1042944" y="3651002"/>
                  <a:pt x="1056919" y="3651742"/>
                </a:cubicBezTo>
                <a:cubicBezTo>
                  <a:pt x="1070993" y="3652481"/>
                  <a:pt x="1084968" y="3653221"/>
                  <a:pt x="1098943" y="3653221"/>
                </a:cubicBezTo>
                <a:cubicBezTo>
                  <a:pt x="1107229" y="3657042"/>
                  <a:pt x="1114915" y="3658439"/>
                  <a:pt x="1122401" y="3658439"/>
                </a:cubicBezTo>
                <a:cubicBezTo>
                  <a:pt x="1135578" y="3658439"/>
                  <a:pt x="1148056" y="3654043"/>
                  <a:pt x="1161433" y="3651043"/>
                </a:cubicBezTo>
                <a:cubicBezTo>
                  <a:pt x="1164526" y="3650345"/>
                  <a:pt x="1167821" y="3650016"/>
                  <a:pt x="1171115" y="3650016"/>
                </a:cubicBezTo>
                <a:cubicBezTo>
                  <a:pt x="1183892" y="3650016"/>
                  <a:pt x="1197566" y="3654906"/>
                  <a:pt x="1208248" y="3661480"/>
                </a:cubicBezTo>
                <a:cubicBezTo>
                  <a:pt x="1218029" y="3667561"/>
                  <a:pt x="1228312" y="3676559"/>
                  <a:pt x="1241289" y="3677833"/>
                </a:cubicBezTo>
                <a:cubicBezTo>
                  <a:pt x="1270037" y="3680627"/>
                  <a:pt x="1301083" y="3677463"/>
                  <a:pt x="1327634" y="3686831"/>
                </a:cubicBezTo>
                <a:cubicBezTo>
                  <a:pt x="1328133" y="3686995"/>
                  <a:pt x="1328832" y="3687077"/>
                  <a:pt x="1329530" y="3687077"/>
                </a:cubicBezTo>
                <a:cubicBezTo>
                  <a:pt x="1334820" y="3687077"/>
                  <a:pt x="1345901" y="3683420"/>
                  <a:pt x="1353987" y="3682311"/>
                </a:cubicBezTo>
                <a:cubicBezTo>
                  <a:pt x="1366065" y="3680709"/>
                  <a:pt x="1378443" y="3679599"/>
                  <a:pt x="1390622" y="3678326"/>
                </a:cubicBezTo>
                <a:cubicBezTo>
                  <a:pt x="1392218" y="3673559"/>
                  <a:pt x="1398507" y="3669985"/>
                  <a:pt x="1408390" y="3669574"/>
                </a:cubicBezTo>
                <a:cubicBezTo>
                  <a:pt x="1420268" y="3669081"/>
                  <a:pt x="1432047" y="3668752"/>
                  <a:pt x="1443727" y="3668752"/>
                </a:cubicBezTo>
                <a:cubicBezTo>
                  <a:pt x="1485351" y="3668752"/>
                  <a:pt x="1525080" y="3672656"/>
                  <a:pt x="1561415" y="3685105"/>
                </a:cubicBezTo>
                <a:cubicBezTo>
                  <a:pt x="1566706" y="3686913"/>
                  <a:pt x="1571596" y="3687735"/>
                  <a:pt x="1575889" y="3687735"/>
                </a:cubicBezTo>
                <a:cubicBezTo>
                  <a:pt x="1585772" y="3687735"/>
                  <a:pt x="1593058" y="3683503"/>
                  <a:pt x="1596253" y="3676764"/>
                </a:cubicBezTo>
                <a:cubicBezTo>
                  <a:pt x="1598250" y="3672697"/>
                  <a:pt x="1604737" y="3669984"/>
                  <a:pt x="1612923" y="3669985"/>
                </a:cubicBezTo>
                <a:cubicBezTo>
                  <a:pt x="1614720" y="3669985"/>
                  <a:pt x="1616716" y="3670108"/>
                  <a:pt x="1618712" y="3670396"/>
                </a:cubicBezTo>
                <a:cubicBezTo>
                  <a:pt x="1634285" y="3672697"/>
                  <a:pt x="1649258" y="3676107"/>
                  <a:pt x="1664132" y="3679271"/>
                </a:cubicBezTo>
                <a:cubicBezTo>
                  <a:pt x="1672916" y="3681161"/>
                  <a:pt x="1674312" y="3684037"/>
                  <a:pt x="1667426" y="3685804"/>
                </a:cubicBezTo>
                <a:cubicBezTo>
                  <a:pt x="1655946" y="3688762"/>
                  <a:pt x="1643768" y="3691104"/>
                  <a:pt x="1631989" y="3693775"/>
                </a:cubicBezTo>
                <a:cubicBezTo>
                  <a:pt x="1620410" y="3696445"/>
                  <a:pt x="1608931" y="3699198"/>
                  <a:pt x="1597350" y="3701951"/>
                </a:cubicBezTo>
                <a:cubicBezTo>
                  <a:pt x="1604837" y="3706306"/>
                  <a:pt x="1614820" y="3706553"/>
                  <a:pt x="1624901" y="3706553"/>
                </a:cubicBezTo>
                <a:lnTo>
                  <a:pt x="1627098" y="3706553"/>
                </a:lnTo>
                <a:cubicBezTo>
                  <a:pt x="1627796" y="3706553"/>
                  <a:pt x="1628595" y="3706553"/>
                  <a:pt x="1629294" y="3706553"/>
                </a:cubicBezTo>
                <a:cubicBezTo>
                  <a:pt x="1630991" y="3706553"/>
                  <a:pt x="1632688" y="3706553"/>
                  <a:pt x="1634384" y="3706594"/>
                </a:cubicBezTo>
                <a:cubicBezTo>
                  <a:pt x="1646064" y="3706841"/>
                  <a:pt x="1650455" y="3710292"/>
                  <a:pt x="1656346" y="3714237"/>
                </a:cubicBezTo>
                <a:cubicBezTo>
                  <a:pt x="1667026" y="3721427"/>
                  <a:pt x="1674312" y="3724960"/>
                  <a:pt x="1680402" y="3724960"/>
                </a:cubicBezTo>
                <a:cubicBezTo>
                  <a:pt x="1685594" y="3724960"/>
                  <a:pt x="1689885" y="3722331"/>
                  <a:pt x="1694776" y="3717195"/>
                </a:cubicBezTo>
                <a:cubicBezTo>
                  <a:pt x="1713443" y="3697267"/>
                  <a:pt x="1752572" y="3693405"/>
                  <a:pt x="1790204" y="3688228"/>
                </a:cubicBezTo>
                <a:cubicBezTo>
                  <a:pt x="1791104" y="3688105"/>
                  <a:pt x="1792002" y="3688063"/>
                  <a:pt x="1793001" y="3688063"/>
                </a:cubicBezTo>
                <a:cubicBezTo>
                  <a:pt x="1800087" y="3688063"/>
                  <a:pt x="1809669" y="3690982"/>
                  <a:pt x="1816659" y="3693117"/>
                </a:cubicBezTo>
                <a:cubicBezTo>
                  <a:pt x="1823146" y="3695172"/>
                  <a:pt x="1813165" y="3703389"/>
                  <a:pt x="1800187" y="3706758"/>
                </a:cubicBezTo>
                <a:cubicBezTo>
                  <a:pt x="1794497" y="3708238"/>
                  <a:pt x="1787611" y="3708936"/>
                  <a:pt x="1782519" y="3710744"/>
                </a:cubicBezTo>
                <a:cubicBezTo>
                  <a:pt x="1776730" y="3712757"/>
                  <a:pt x="1779324" y="3721304"/>
                  <a:pt x="1785414" y="3722783"/>
                </a:cubicBezTo>
                <a:cubicBezTo>
                  <a:pt x="1814162" y="3729850"/>
                  <a:pt x="1843909" y="3734493"/>
                  <a:pt x="1875253" y="3734493"/>
                </a:cubicBezTo>
                <a:cubicBezTo>
                  <a:pt x="1886632" y="3734493"/>
                  <a:pt x="1898211" y="3733876"/>
                  <a:pt x="1909990" y="3732562"/>
                </a:cubicBezTo>
                <a:cubicBezTo>
                  <a:pt x="1914183" y="3732109"/>
                  <a:pt x="1916978" y="3728083"/>
                  <a:pt x="1919473" y="3725494"/>
                </a:cubicBezTo>
                <a:cubicBezTo>
                  <a:pt x="1922768" y="3721961"/>
                  <a:pt x="1919972" y="3718633"/>
                  <a:pt x="1911886" y="3718017"/>
                </a:cubicBezTo>
                <a:cubicBezTo>
                  <a:pt x="1895516" y="3716784"/>
                  <a:pt x="1878746" y="3716085"/>
                  <a:pt x="1862177" y="3715674"/>
                </a:cubicBezTo>
                <a:cubicBezTo>
                  <a:pt x="1850797" y="3715387"/>
                  <a:pt x="1841314" y="3713250"/>
                  <a:pt x="1841713" y="3708238"/>
                </a:cubicBezTo>
                <a:cubicBezTo>
                  <a:pt x="1842013" y="3704170"/>
                  <a:pt x="1847004" y="3699239"/>
                  <a:pt x="1853392" y="3696363"/>
                </a:cubicBezTo>
                <a:cubicBezTo>
                  <a:pt x="1878049" y="3685393"/>
                  <a:pt x="1907295" y="3679188"/>
                  <a:pt x="1942732" y="3678572"/>
                </a:cubicBezTo>
                <a:cubicBezTo>
                  <a:pt x="1947524" y="3678490"/>
                  <a:pt x="1952315" y="3678449"/>
                  <a:pt x="1957106" y="3678449"/>
                </a:cubicBezTo>
                <a:cubicBezTo>
                  <a:pt x="1958702" y="3678449"/>
                  <a:pt x="1960401" y="3678449"/>
                  <a:pt x="1961998" y="3678449"/>
                </a:cubicBezTo>
                <a:lnTo>
                  <a:pt x="1966390" y="3678449"/>
                </a:lnTo>
                <a:cubicBezTo>
                  <a:pt x="1991645" y="3678449"/>
                  <a:pt x="2016899" y="3678038"/>
                  <a:pt x="2039061" y="3670067"/>
                </a:cubicBezTo>
                <a:cubicBezTo>
                  <a:pt x="2039658" y="3669862"/>
                  <a:pt x="2040558" y="3669779"/>
                  <a:pt x="2041455" y="3669779"/>
                </a:cubicBezTo>
                <a:cubicBezTo>
                  <a:pt x="2045548" y="3669779"/>
                  <a:pt x="2052237" y="3671341"/>
                  <a:pt x="2057227" y="3671875"/>
                </a:cubicBezTo>
                <a:cubicBezTo>
                  <a:pt x="2055431" y="3674381"/>
                  <a:pt x="2054932" y="3677299"/>
                  <a:pt x="2051737" y="3679394"/>
                </a:cubicBezTo>
                <a:cubicBezTo>
                  <a:pt x="2041057" y="3686338"/>
                  <a:pt x="2043053" y="3698089"/>
                  <a:pt x="2014403" y="3698582"/>
                </a:cubicBezTo>
                <a:cubicBezTo>
                  <a:pt x="2006517" y="3698705"/>
                  <a:pt x="1998832" y="3704088"/>
                  <a:pt x="1991444" y="3707251"/>
                </a:cubicBezTo>
                <a:lnTo>
                  <a:pt x="1986154" y="3710991"/>
                </a:lnTo>
                <a:cubicBezTo>
                  <a:pt x="1990447" y="3712839"/>
                  <a:pt x="1994938" y="3714935"/>
                  <a:pt x="2000228" y="3715839"/>
                </a:cubicBezTo>
                <a:cubicBezTo>
                  <a:pt x="2004221" y="3716496"/>
                  <a:pt x="2008015" y="3716825"/>
                  <a:pt x="2011608" y="3716825"/>
                </a:cubicBezTo>
                <a:cubicBezTo>
                  <a:pt x="2030774" y="3716825"/>
                  <a:pt x="2044651" y="3708566"/>
                  <a:pt x="2063017" y="3707087"/>
                </a:cubicBezTo>
                <a:cubicBezTo>
                  <a:pt x="2063816" y="3715469"/>
                  <a:pt x="2061820" y="3724673"/>
                  <a:pt x="2088073" y="3724673"/>
                </a:cubicBezTo>
                <a:cubicBezTo>
                  <a:pt x="2089270" y="3724673"/>
                  <a:pt x="2090568" y="3724673"/>
                  <a:pt x="2091965" y="3724591"/>
                </a:cubicBezTo>
                <a:cubicBezTo>
                  <a:pt x="2094961" y="3724508"/>
                  <a:pt x="2098652" y="3724303"/>
                  <a:pt x="2102046" y="3724303"/>
                </a:cubicBezTo>
                <a:cubicBezTo>
                  <a:pt x="2106041" y="3724303"/>
                  <a:pt x="2109633" y="3724549"/>
                  <a:pt x="2111529" y="3725412"/>
                </a:cubicBezTo>
                <a:cubicBezTo>
                  <a:pt x="2120014" y="3729357"/>
                  <a:pt x="2127801" y="3731288"/>
                  <a:pt x="2135189" y="3731288"/>
                </a:cubicBezTo>
                <a:cubicBezTo>
                  <a:pt x="2143672" y="3731288"/>
                  <a:pt x="2151559" y="3728700"/>
                  <a:pt x="2159344" y="3723605"/>
                </a:cubicBezTo>
                <a:cubicBezTo>
                  <a:pt x="2164335" y="3720359"/>
                  <a:pt x="2169526" y="3718756"/>
                  <a:pt x="2175215" y="3718756"/>
                </a:cubicBezTo>
                <a:cubicBezTo>
                  <a:pt x="2180207" y="3718756"/>
                  <a:pt x="2185597" y="3719989"/>
                  <a:pt x="2191488" y="3722413"/>
                </a:cubicBezTo>
                <a:cubicBezTo>
                  <a:pt x="2195678" y="3724139"/>
                  <a:pt x="2199672" y="3724796"/>
                  <a:pt x="2203665" y="3724796"/>
                </a:cubicBezTo>
                <a:cubicBezTo>
                  <a:pt x="2211551" y="3724796"/>
                  <a:pt x="2219038" y="3722248"/>
                  <a:pt x="2227023" y="3720400"/>
                </a:cubicBezTo>
                <a:cubicBezTo>
                  <a:pt x="2240997" y="3717154"/>
                  <a:pt x="2254873" y="3715264"/>
                  <a:pt x="2268949" y="3715264"/>
                </a:cubicBezTo>
                <a:cubicBezTo>
                  <a:pt x="2283022" y="3715264"/>
                  <a:pt x="2296798" y="3717072"/>
                  <a:pt x="2311172" y="3721180"/>
                </a:cubicBezTo>
                <a:cubicBezTo>
                  <a:pt x="2326545" y="3725577"/>
                  <a:pt x="2342915" y="3730343"/>
                  <a:pt x="2360983" y="3730343"/>
                </a:cubicBezTo>
                <a:cubicBezTo>
                  <a:pt x="2370067" y="3730342"/>
                  <a:pt x="2379549" y="3729110"/>
                  <a:pt x="2389432" y="3726028"/>
                </a:cubicBezTo>
                <a:cubicBezTo>
                  <a:pt x="2389931" y="3725864"/>
                  <a:pt x="2390629" y="3725782"/>
                  <a:pt x="2391529" y="3725782"/>
                </a:cubicBezTo>
                <a:cubicBezTo>
                  <a:pt x="2395521" y="3725782"/>
                  <a:pt x="2402609" y="3727508"/>
                  <a:pt x="2406901" y="3728822"/>
                </a:cubicBezTo>
                <a:cubicBezTo>
                  <a:pt x="2421175" y="3733301"/>
                  <a:pt x="2436048" y="3735397"/>
                  <a:pt x="2450622" y="3735397"/>
                </a:cubicBezTo>
                <a:cubicBezTo>
                  <a:pt x="2464597" y="3735397"/>
                  <a:pt x="2478472" y="3733466"/>
                  <a:pt x="2491349" y="3729891"/>
                </a:cubicBezTo>
                <a:cubicBezTo>
                  <a:pt x="2505525" y="3725947"/>
                  <a:pt x="2520897" y="3725125"/>
                  <a:pt x="2536569" y="3725125"/>
                </a:cubicBezTo>
                <a:cubicBezTo>
                  <a:pt x="2542257" y="3725125"/>
                  <a:pt x="2547947" y="3725248"/>
                  <a:pt x="2553638" y="3725330"/>
                </a:cubicBezTo>
                <a:cubicBezTo>
                  <a:pt x="2559328" y="3725453"/>
                  <a:pt x="2565016" y="3725535"/>
                  <a:pt x="2570707" y="3725535"/>
                </a:cubicBezTo>
                <a:cubicBezTo>
                  <a:pt x="2589872" y="3725535"/>
                  <a:pt x="2608440" y="3724262"/>
                  <a:pt x="2624610" y="3717482"/>
                </a:cubicBezTo>
                <a:cubicBezTo>
                  <a:pt x="2637887" y="3721879"/>
                  <a:pt x="2650465" y="3726522"/>
                  <a:pt x="2655056" y="3734164"/>
                </a:cubicBezTo>
                <a:cubicBezTo>
                  <a:pt x="2661445" y="3734369"/>
                  <a:pt x="2667934" y="3734410"/>
                  <a:pt x="2674321" y="3734822"/>
                </a:cubicBezTo>
                <a:cubicBezTo>
                  <a:pt x="2675520" y="3734903"/>
                  <a:pt x="2678814" y="3734903"/>
                  <a:pt x="2683405" y="3734903"/>
                </a:cubicBezTo>
                <a:cubicBezTo>
                  <a:pt x="2698876" y="3734903"/>
                  <a:pt x="2728325" y="3734575"/>
                  <a:pt x="2734215" y="3734534"/>
                </a:cubicBezTo>
                <a:cubicBezTo>
                  <a:pt x="2736110" y="3734534"/>
                  <a:pt x="2737908" y="3734534"/>
                  <a:pt x="2739804" y="3734534"/>
                </a:cubicBezTo>
                <a:cubicBezTo>
                  <a:pt x="2747989" y="3734534"/>
                  <a:pt x="2756274" y="3734781"/>
                  <a:pt x="2764161" y="3735520"/>
                </a:cubicBezTo>
                <a:cubicBezTo>
                  <a:pt x="2773645" y="3736383"/>
                  <a:pt x="2774942" y="3738889"/>
                  <a:pt x="2769450" y="3741930"/>
                </a:cubicBezTo>
                <a:cubicBezTo>
                  <a:pt x="2758172" y="3748175"/>
                  <a:pt x="2758770" y="3751914"/>
                  <a:pt x="2779235" y="3752695"/>
                </a:cubicBezTo>
                <a:cubicBezTo>
                  <a:pt x="2780831" y="3752736"/>
                  <a:pt x="2782429" y="3752777"/>
                  <a:pt x="2783924" y="3752777"/>
                </a:cubicBezTo>
                <a:cubicBezTo>
                  <a:pt x="2810478" y="3752777"/>
                  <a:pt x="2829443" y="3743737"/>
                  <a:pt x="2853401" y="3740738"/>
                </a:cubicBezTo>
                <a:cubicBezTo>
                  <a:pt x="2849607" y="3736876"/>
                  <a:pt x="2840523" y="3731904"/>
                  <a:pt x="2843020" y="3729357"/>
                </a:cubicBezTo>
                <a:cubicBezTo>
                  <a:pt x="2845913" y="3726399"/>
                  <a:pt x="2855996" y="3725042"/>
                  <a:pt x="2866678" y="3725042"/>
                </a:cubicBezTo>
                <a:cubicBezTo>
                  <a:pt x="2878655" y="3725042"/>
                  <a:pt x="2891333" y="3726727"/>
                  <a:pt x="2895626" y="3729809"/>
                </a:cubicBezTo>
                <a:cubicBezTo>
                  <a:pt x="2897920" y="3731452"/>
                  <a:pt x="2898719" y="3731904"/>
                  <a:pt x="2898619" y="3731904"/>
                </a:cubicBezTo>
                <a:cubicBezTo>
                  <a:pt x="2898619" y="3731904"/>
                  <a:pt x="2898221" y="3731781"/>
                  <a:pt x="2897622" y="3731616"/>
                </a:cubicBezTo>
                <a:cubicBezTo>
                  <a:pt x="2897022" y="3731452"/>
                  <a:pt x="2896224" y="3731329"/>
                  <a:pt x="2895326" y="3731329"/>
                </a:cubicBezTo>
                <a:cubicBezTo>
                  <a:pt x="2893628" y="3731329"/>
                  <a:pt x="2891632" y="3731822"/>
                  <a:pt x="2889836" y="3733671"/>
                </a:cubicBezTo>
                <a:cubicBezTo>
                  <a:pt x="2885343" y="3738273"/>
                  <a:pt x="2882249" y="3742546"/>
                  <a:pt x="2894925" y="3743203"/>
                </a:cubicBezTo>
                <a:cubicBezTo>
                  <a:pt x="2902413" y="3743614"/>
                  <a:pt x="2910000" y="3743696"/>
                  <a:pt x="2917586" y="3743696"/>
                </a:cubicBezTo>
                <a:cubicBezTo>
                  <a:pt x="2923475" y="3743696"/>
                  <a:pt x="2929365" y="3743614"/>
                  <a:pt x="2935254" y="3743573"/>
                </a:cubicBezTo>
                <a:cubicBezTo>
                  <a:pt x="2941044" y="3743491"/>
                  <a:pt x="2946933" y="3743450"/>
                  <a:pt x="2952723" y="3743450"/>
                </a:cubicBezTo>
                <a:cubicBezTo>
                  <a:pt x="2953722" y="3743450"/>
                  <a:pt x="2954619" y="3743450"/>
                  <a:pt x="2955618" y="3743450"/>
                </a:cubicBezTo>
                <a:cubicBezTo>
                  <a:pt x="2972487" y="3743532"/>
                  <a:pt x="2989458" y="3743450"/>
                  <a:pt x="3006326" y="3744108"/>
                </a:cubicBezTo>
                <a:cubicBezTo>
                  <a:pt x="3009820" y="3744231"/>
                  <a:pt x="3013314" y="3744272"/>
                  <a:pt x="3016708" y="3744272"/>
                </a:cubicBezTo>
                <a:cubicBezTo>
                  <a:pt x="3018606" y="3744272"/>
                  <a:pt x="3020502" y="3744272"/>
                  <a:pt x="3022298" y="3744272"/>
                </a:cubicBezTo>
                <a:cubicBezTo>
                  <a:pt x="3024194" y="3744272"/>
                  <a:pt x="3025992" y="3744272"/>
                  <a:pt x="3027888" y="3744272"/>
                </a:cubicBezTo>
                <a:cubicBezTo>
                  <a:pt x="3040266" y="3744271"/>
                  <a:pt x="3052545" y="3744724"/>
                  <a:pt x="3064522" y="3748709"/>
                </a:cubicBezTo>
                <a:cubicBezTo>
                  <a:pt x="3067816" y="3749818"/>
                  <a:pt x="3071010" y="3750230"/>
                  <a:pt x="3074105" y="3750230"/>
                </a:cubicBezTo>
                <a:cubicBezTo>
                  <a:pt x="3080294" y="3750229"/>
                  <a:pt x="3086084" y="3748504"/>
                  <a:pt x="3092173" y="3746819"/>
                </a:cubicBezTo>
                <a:cubicBezTo>
                  <a:pt x="3098162" y="3745135"/>
                  <a:pt x="3104351" y="3743409"/>
                  <a:pt x="3111140" y="3743409"/>
                </a:cubicBezTo>
                <a:cubicBezTo>
                  <a:pt x="3113335" y="3743409"/>
                  <a:pt x="3115631" y="3743614"/>
                  <a:pt x="3118026" y="3744025"/>
                </a:cubicBezTo>
                <a:lnTo>
                  <a:pt x="3128009" y="3744476"/>
                </a:lnTo>
                <a:cubicBezTo>
                  <a:pt x="3137692" y="3746408"/>
                  <a:pt x="3143980" y="3749737"/>
                  <a:pt x="3142881" y="3754954"/>
                </a:cubicBezTo>
                <a:cubicBezTo>
                  <a:pt x="3139387" y="3771595"/>
                  <a:pt x="3139189" y="3772211"/>
                  <a:pt x="3160050" y="3772211"/>
                </a:cubicBezTo>
                <a:lnTo>
                  <a:pt x="3162845" y="3772211"/>
                </a:lnTo>
                <a:cubicBezTo>
                  <a:pt x="3176521" y="3772211"/>
                  <a:pt x="3191994" y="3771020"/>
                  <a:pt x="3205969" y="3771020"/>
                </a:cubicBezTo>
                <a:cubicBezTo>
                  <a:pt x="3215950" y="3771020"/>
                  <a:pt x="3225234" y="3771636"/>
                  <a:pt x="3232322" y="3773690"/>
                </a:cubicBezTo>
                <a:cubicBezTo>
                  <a:pt x="3252685" y="3779648"/>
                  <a:pt x="3273149" y="3780511"/>
                  <a:pt x="3293712" y="3780511"/>
                </a:cubicBezTo>
                <a:cubicBezTo>
                  <a:pt x="3298004" y="3780511"/>
                  <a:pt x="3302397" y="3780511"/>
                  <a:pt x="3306690" y="3780429"/>
                </a:cubicBezTo>
                <a:cubicBezTo>
                  <a:pt x="3310981" y="3780429"/>
                  <a:pt x="3315273" y="3780347"/>
                  <a:pt x="3319567" y="3780347"/>
                </a:cubicBezTo>
                <a:cubicBezTo>
                  <a:pt x="3323060" y="3780346"/>
                  <a:pt x="3326654" y="3780347"/>
                  <a:pt x="3330147" y="3780470"/>
                </a:cubicBezTo>
                <a:cubicBezTo>
                  <a:pt x="3334937" y="3780552"/>
                  <a:pt x="3339929" y="3780635"/>
                  <a:pt x="3344921" y="3780635"/>
                </a:cubicBezTo>
                <a:lnTo>
                  <a:pt x="3343823" y="3781004"/>
                </a:lnTo>
                <a:cubicBezTo>
                  <a:pt x="3355901" y="3781004"/>
                  <a:pt x="3367978" y="3780470"/>
                  <a:pt x="3377661" y="3778210"/>
                </a:cubicBezTo>
                <a:cubicBezTo>
                  <a:pt x="3395331" y="3774061"/>
                  <a:pt x="3384350" y="3764158"/>
                  <a:pt x="3387145" y="3756845"/>
                </a:cubicBezTo>
                <a:cubicBezTo>
                  <a:pt x="3389640" y="3750271"/>
                  <a:pt x="3395730" y="3745176"/>
                  <a:pt x="3406110" y="3741108"/>
                </a:cubicBezTo>
                <a:cubicBezTo>
                  <a:pt x="3410104" y="3739505"/>
                  <a:pt x="3416292" y="3738848"/>
                  <a:pt x="3421681" y="3738437"/>
                </a:cubicBezTo>
                <a:lnTo>
                  <a:pt x="3426973" y="3742093"/>
                </a:lnTo>
                <a:cubicBezTo>
                  <a:pt x="3427970" y="3745135"/>
                  <a:pt x="3427472" y="3748298"/>
                  <a:pt x="3427970" y="3751380"/>
                </a:cubicBezTo>
                <a:cubicBezTo>
                  <a:pt x="3430267" y="3765432"/>
                  <a:pt x="3431964" y="3771143"/>
                  <a:pt x="3442745" y="3771143"/>
                </a:cubicBezTo>
                <a:cubicBezTo>
                  <a:pt x="3449732" y="3771143"/>
                  <a:pt x="3460612" y="3768760"/>
                  <a:pt x="3477981" y="3764732"/>
                </a:cubicBezTo>
                <a:cubicBezTo>
                  <a:pt x="3494952" y="3760830"/>
                  <a:pt x="3512220" y="3757214"/>
                  <a:pt x="3529290" y="3753475"/>
                </a:cubicBezTo>
                <a:lnTo>
                  <a:pt x="3531685" y="3749572"/>
                </a:lnTo>
                <a:cubicBezTo>
                  <a:pt x="3545560" y="3741971"/>
                  <a:pt x="3552548" y="3738273"/>
                  <a:pt x="3559936" y="3738273"/>
                </a:cubicBezTo>
                <a:cubicBezTo>
                  <a:pt x="3566025" y="3738273"/>
                  <a:pt x="3572414" y="3740862"/>
                  <a:pt x="3583194" y="3745915"/>
                </a:cubicBezTo>
                <a:cubicBezTo>
                  <a:pt x="3595073" y="3751502"/>
                  <a:pt x="3606752" y="3753681"/>
                  <a:pt x="3618929" y="3753681"/>
                </a:cubicBezTo>
                <a:cubicBezTo>
                  <a:pt x="3627813" y="3753681"/>
                  <a:pt x="3636897" y="3752530"/>
                  <a:pt x="3646680" y="3750599"/>
                </a:cubicBezTo>
                <a:cubicBezTo>
                  <a:pt x="3658958" y="3748216"/>
                  <a:pt x="3676725" y="3746901"/>
                  <a:pt x="3681817" y="3742587"/>
                </a:cubicBezTo>
                <a:cubicBezTo>
                  <a:pt x="3694195" y="3731986"/>
                  <a:pt x="3707073" y="3723851"/>
                  <a:pt x="3733624" y="3723850"/>
                </a:cubicBezTo>
                <a:cubicBezTo>
                  <a:pt x="3736319" y="3723851"/>
                  <a:pt x="3739115" y="3723932"/>
                  <a:pt x="3742009" y="3724098"/>
                </a:cubicBezTo>
                <a:cubicBezTo>
                  <a:pt x="3742009" y="3724098"/>
                  <a:pt x="3742109" y="3724098"/>
                  <a:pt x="3742208" y="3724098"/>
                </a:cubicBezTo>
                <a:cubicBezTo>
                  <a:pt x="3745603" y="3724098"/>
                  <a:pt x="3752391" y="3719947"/>
                  <a:pt x="3753190" y="3717482"/>
                </a:cubicBezTo>
                <a:cubicBezTo>
                  <a:pt x="3754886" y="3712388"/>
                  <a:pt x="3758379" y="3709183"/>
                  <a:pt x="3764270" y="3709183"/>
                </a:cubicBezTo>
                <a:cubicBezTo>
                  <a:pt x="3767664" y="3709183"/>
                  <a:pt x="3771955" y="3710251"/>
                  <a:pt x="3777146" y="3712675"/>
                </a:cubicBezTo>
                <a:cubicBezTo>
                  <a:pt x="3790123" y="3718632"/>
                  <a:pt x="3801902" y="3724467"/>
                  <a:pt x="3816775" y="3724466"/>
                </a:cubicBezTo>
                <a:cubicBezTo>
                  <a:pt x="3824861" y="3724467"/>
                  <a:pt x="3833745" y="3722783"/>
                  <a:pt x="3844325" y="3718468"/>
                </a:cubicBezTo>
                <a:cubicBezTo>
                  <a:pt x="3849417" y="3716373"/>
                  <a:pt x="3861096" y="3715099"/>
                  <a:pt x="3870280" y="3715099"/>
                </a:cubicBezTo>
                <a:cubicBezTo>
                  <a:pt x="3875569" y="3715099"/>
                  <a:pt x="3879962" y="3715550"/>
                  <a:pt x="3881758" y="3716496"/>
                </a:cubicBezTo>
                <a:cubicBezTo>
                  <a:pt x="3890544" y="3721221"/>
                  <a:pt x="3899427" y="3722906"/>
                  <a:pt x="3907812" y="3722906"/>
                </a:cubicBezTo>
                <a:cubicBezTo>
                  <a:pt x="3921188" y="3722906"/>
                  <a:pt x="3933567" y="3718674"/>
                  <a:pt x="3942549" y="3715716"/>
                </a:cubicBezTo>
                <a:cubicBezTo>
                  <a:pt x="3963512" y="3708813"/>
                  <a:pt x="3986471" y="3705648"/>
                  <a:pt x="4008332" y="3705649"/>
                </a:cubicBezTo>
                <a:cubicBezTo>
                  <a:pt x="4022207" y="3705649"/>
                  <a:pt x="4035582" y="3706923"/>
                  <a:pt x="4047761" y="3709306"/>
                </a:cubicBezTo>
                <a:cubicBezTo>
                  <a:pt x="4081201" y="3715839"/>
                  <a:pt x="4112545" y="3715387"/>
                  <a:pt x="4145486" y="3715962"/>
                </a:cubicBezTo>
                <a:cubicBezTo>
                  <a:pt x="4154372" y="3716126"/>
                  <a:pt x="4163155" y="3716167"/>
                  <a:pt x="4172039" y="3716167"/>
                </a:cubicBezTo>
                <a:cubicBezTo>
                  <a:pt x="4175831" y="3716167"/>
                  <a:pt x="4179525" y="3716166"/>
                  <a:pt x="4183317" y="3716167"/>
                </a:cubicBezTo>
                <a:cubicBezTo>
                  <a:pt x="4187011" y="3716167"/>
                  <a:pt x="4190705" y="3716167"/>
                  <a:pt x="4194299" y="3716167"/>
                </a:cubicBezTo>
                <a:cubicBezTo>
                  <a:pt x="4205179" y="3716167"/>
                  <a:pt x="4215960" y="3716209"/>
                  <a:pt x="4226741" y="3716496"/>
                </a:cubicBezTo>
                <a:cubicBezTo>
                  <a:pt x="4236522" y="3716743"/>
                  <a:pt x="4242811" y="3720276"/>
                  <a:pt x="4244109" y="3725042"/>
                </a:cubicBezTo>
                <a:cubicBezTo>
                  <a:pt x="4256588" y="3725207"/>
                  <a:pt x="4270562" y="3726522"/>
                  <a:pt x="4282739" y="3726521"/>
                </a:cubicBezTo>
                <a:cubicBezTo>
                  <a:pt x="4290128" y="3726522"/>
                  <a:pt x="4296915" y="3726069"/>
                  <a:pt x="4302305" y="3724591"/>
                </a:cubicBezTo>
                <a:cubicBezTo>
                  <a:pt x="4340038" y="3714360"/>
                  <a:pt x="4379666" y="3717236"/>
                  <a:pt x="4418997" y="3715674"/>
                </a:cubicBezTo>
                <a:cubicBezTo>
                  <a:pt x="4431474" y="3715181"/>
                  <a:pt x="4443353" y="3711484"/>
                  <a:pt x="4455530" y="3709306"/>
                </a:cubicBezTo>
                <a:cubicBezTo>
                  <a:pt x="4460422" y="3708402"/>
                  <a:pt x="4465613" y="3707621"/>
                  <a:pt x="4470405" y="3707621"/>
                </a:cubicBezTo>
                <a:cubicBezTo>
                  <a:pt x="4475196" y="3707619"/>
                  <a:pt x="4479288" y="3708361"/>
                  <a:pt x="4482881" y="3710457"/>
                </a:cubicBezTo>
                <a:cubicBezTo>
                  <a:pt x="4484578" y="3711443"/>
                  <a:pt x="4477392" y="3715140"/>
                  <a:pt x="4475995" y="3717770"/>
                </a:cubicBezTo>
                <a:cubicBezTo>
                  <a:pt x="4472900" y="3723605"/>
                  <a:pt x="4469706" y="3729479"/>
                  <a:pt x="4468907" y="3735438"/>
                </a:cubicBezTo>
                <a:cubicBezTo>
                  <a:pt x="4468608" y="3737697"/>
                  <a:pt x="4474796" y="3740162"/>
                  <a:pt x="4478089" y="3742505"/>
                </a:cubicBezTo>
                <a:lnTo>
                  <a:pt x="4484180" y="3738807"/>
                </a:lnTo>
                <a:cubicBezTo>
                  <a:pt x="4492265" y="3722042"/>
                  <a:pt x="4515024" y="3716250"/>
                  <a:pt x="4546667" y="3716249"/>
                </a:cubicBezTo>
                <a:cubicBezTo>
                  <a:pt x="4550760" y="3716250"/>
                  <a:pt x="4555052" y="3716332"/>
                  <a:pt x="4559543" y="3716538"/>
                </a:cubicBezTo>
                <a:cubicBezTo>
                  <a:pt x="4579508" y="3717359"/>
                  <a:pt x="4599473" y="3716209"/>
                  <a:pt x="4617642" y="3722413"/>
                </a:cubicBezTo>
                <a:cubicBezTo>
                  <a:pt x="4620735" y="3723481"/>
                  <a:pt x="4626025" y="3723974"/>
                  <a:pt x="4631316" y="3723974"/>
                </a:cubicBezTo>
                <a:cubicBezTo>
                  <a:pt x="4636606" y="3723974"/>
                  <a:pt x="4641698" y="3723480"/>
                  <a:pt x="4644992" y="3722536"/>
                </a:cubicBezTo>
                <a:cubicBezTo>
                  <a:pt x="4657170" y="3718961"/>
                  <a:pt x="4671343" y="3715839"/>
                  <a:pt x="4683922" y="3715839"/>
                </a:cubicBezTo>
                <a:cubicBezTo>
                  <a:pt x="4690310" y="3715839"/>
                  <a:pt x="4696199" y="3716660"/>
                  <a:pt x="4701190" y="3718633"/>
                </a:cubicBezTo>
                <a:cubicBezTo>
                  <a:pt x="4706980" y="3720975"/>
                  <a:pt x="4712272" y="3721797"/>
                  <a:pt x="4717063" y="3721797"/>
                </a:cubicBezTo>
                <a:cubicBezTo>
                  <a:pt x="4723152" y="3721797"/>
                  <a:pt x="4728540" y="3720482"/>
                  <a:pt x="4733632" y="3719126"/>
                </a:cubicBezTo>
                <a:cubicBezTo>
                  <a:pt x="4738723" y="3717811"/>
                  <a:pt x="4743415" y="3716455"/>
                  <a:pt x="4748206" y="3716454"/>
                </a:cubicBezTo>
                <a:cubicBezTo>
                  <a:pt x="4749804" y="3716455"/>
                  <a:pt x="4751301" y="3716619"/>
                  <a:pt x="4752897" y="3716948"/>
                </a:cubicBezTo>
                <a:cubicBezTo>
                  <a:pt x="4762481" y="3719003"/>
                  <a:pt x="4771265" y="3719783"/>
                  <a:pt x="4779949" y="3719783"/>
                </a:cubicBezTo>
                <a:cubicBezTo>
                  <a:pt x="4791430" y="3719783"/>
                  <a:pt x="4802608" y="3718468"/>
                  <a:pt x="4815087" y="3717031"/>
                </a:cubicBezTo>
                <a:cubicBezTo>
                  <a:pt x="4822474" y="3716167"/>
                  <a:pt x="4830161" y="3715880"/>
                  <a:pt x="4837947" y="3715880"/>
                </a:cubicBezTo>
                <a:cubicBezTo>
                  <a:pt x="4853418" y="3715880"/>
                  <a:pt x="4869390" y="3717072"/>
                  <a:pt x="4884861" y="3717688"/>
                </a:cubicBezTo>
                <a:cubicBezTo>
                  <a:pt x="4894345" y="3718057"/>
                  <a:pt x="4893148" y="3720727"/>
                  <a:pt x="4886959" y="3724344"/>
                </a:cubicBezTo>
                <a:cubicBezTo>
                  <a:pt x="4881369" y="3727672"/>
                  <a:pt x="4874580" y="3733054"/>
                  <a:pt x="4876876" y="3736260"/>
                </a:cubicBezTo>
                <a:cubicBezTo>
                  <a:pt x="4879571" y="3739999"/>
                  <a:pt x="4882665" y="3741271"/>
                  <a:pt x="4885960" y="3741272"/>
                </a:cubicBezTo>
                <a:cubicBezTo>
                  <a:pt x="4892149" y="3741272"/>
                  <a:pt x="4899137" y="3736958"/>
                  <a:pt x="4905425" y="3736301"/>
                </a:cubicBezTo>
                <a:cubicBezTo>
                  <a:pt x="4934273" y="3733301"/>
                  <a:pt x="4967514" y="3738232"/>
                  <a:pt x="4991571" y="3726357"/>
                </a:cubicBezTo>
                <a:cubicBezTo>
                  <a:pt x="4994067" y="3726440"/>
                  <a:pt x="4996562" y="3726481"/>
                  <a:pt x="4999157" y="3726480"/>
                </a:cubicBezTo>
                <a:cubicBezTo>
                  <a:pt x="5006145" y="3726481"/>
                  <a:pt x="5013033" y="3726193"/>
                  <a:pt x="5020120" y="3725906"/>
                </a:cubicBezTo>
                <a:cubicBezTo>
                  <a:pt x="5027106" y="3725617"/>
                  <a:pt x="5034094" y="3725330"/>
                  <a:pt x="5040982" y="3725330"/>
                </a:cubicBezTo>
                <a:cubicBezTo>
                  <a:pt x="5054258" y="3725330"/>
                  <a:pt x="5067335" y="3726357"/>
                  <a:pt x="5080213" y="3730302"/>
                </a:cubicBezTo>
                <a:cubicBezTo>
                  <a:pt x="5090394" y="3733465"/>
                  <a:pt x="5105167" y="3734246"/>
                  <a:pt x="5118044" y="3734493"/>
                </a:cubicBezTo>
                <a:cubicBezTo>
                  <a:pt x="5128825" y="3734698"/>
                  <a:pt x="5139605" y="3734739"/>
                  <a:pt x="5150485" y="3734739"/>
                </a:cubicBezTo>
                <a:cubicBezTo>
                  <a:pt x="5157573" y="3734739"/>
                  <a:pt x="5164760" y="3734739"/>
                  <a:pt x="5171848" y="3734698"/>
                </a:cubicBezTo>
                <a:cubicBezTo>
                  <a:pt x="5178936" y="3734698"/>
                  <a:pt x="5186022" y="3734657"/>
                  <a:pt x="5193210" y="3734657"/>
                </a:cubicBezTo>
                <a:cubicBezTo>
                  <a:pt x="5198600" y="3734656"/>
                  <a:pt x="5204090" y="3734657"/>
                  <a:pt x="5209480" y="3734698"/>
                </a:cubicBezTo>
                <a:cubicBezTo>
                  <a:pt x="5210080" y="3734698"/>
                  <a:pt x="5210677" y="3734698"/>
                  <a:pt x="5211278" y="3734698"/>
                </a:cubicBezTo>
                <a:cubicBezTo>
                  <a:pt x="5231941" y="3734696"/>
                  <a:pt x="5251705" y="3732069"/>
                  <a:pt x="5271570" y="3729398"/>
                </a:cubicBezTo>
                <a:cubicBezTo>
                  <a:pt x="5291334" y="3726768"/>
                  <a:pt x="5311098" y="3724098"/>
                  <a:pt x="5331763" y="3724098"/>
                </a:cubicBezTo>
                <a:cubicBezTo>
                  <a:pt x="5336852" y="3724098"/>
                  <a:pt x="5341942" y="3724262"/>
                  <a:pt x="5347134" y="3724591"/>
                </a:cubicBezTo>
                <a:lnTo>
                  <a:pt x="5355519" y="3722413"/>
                </a:lnTo>
                <a:lnTo>
                  <a:pt x="5358413" y="3719578"/>
                </a:lnTo>
                <a:lnTo>
                  <a:pt x="5351226" y="3716455"/>
                </a:lnTo>
                <a:cubicBezTo>
                  <a:pt x="5342741" y="3715346"/>
                  <a:pt x="5327969" y="3715510"/>
                  <a:pt x="5330564" y="3710703"/>
                </a:cubicBezTo>
                <a:cubicBezTo>
                  <a:pt x="5332760" y="3706593"/>
                  <a:pt x="5341244" y="3700390"/>
                  <a:pt x="5351527" y="3700390"/>
                </a:cubicBezTo>
                <a:cubicBezTo>
                  <a:pt x="5353523" y="3700390"/>
                  <a:pt x="5355519" y="3700595"/>
                  <a:pt x="5357515" y="3701087"/>
                </a:cubicBezTo>
                <a:cubicBezTo>
                  <a:pt x="5364703" y="3702813"/>
                  <a:pt x="5370193" y="3704047"/>
                  <a:pt x="5375285" y="3704047"/>
                </a:cubicBezTo>
                <a:cubicBezTo>
                  <a:pt x="5380174" y="3704047"/>
                  <a:pt x="5384766" y="3702937"/>
                  <a:pt x="5390556" y="3700143"/>
                </a:cubicBezTo>
                <a:cubicBezTo>
                  <a:pt x="5397045" y="3696980"/>
                  <a:pt x="5402635" y="3691063"/>
                  <a:pt x="5412817" y="3691061"/>
                </a:cubicBezTo>
                <a:cubicBezTo>
                  <a:pt x="5414911" y="3691063"/>
                  <a:pt x="5417107" y="3691309"/>
                  <a:pt x="5419604" y="3691843"/>
                </a:cubicBezTo>
                <a:cubicBezTo>
                  <a:pt x="5424994" y="3693035"/>
                  <a:pt x="5424495" y="3700060"/>
                  <a:pt x="5426291" y="3704457"/>
                </a:cubicBezTo>
                <a:lnTo>
                  <a:pt x="5426291" y="3708977"/>
                </a:lnTo>
                <a:cubicBezTo>
                  <a:pt x="5426291" y="3708977"/>
                  <a:pt x="5438769" y="3712921"/>
                  <a:pt x="5438769" y="3712921"/>
                </a:cubicBezTo>
                <a:cubicBezTo>
                  <a:pt x="5448153" y="3710251"/>
                  <a:pt x="5458235" y="3707005"/>
                  <a:pt x="5468017" y="3707005"/>
                </a:cubicBezTo>
                <a:cubicBezTo>
                  <a:pt x="5473407" y="3707004"/>
                  <a:pt x="5478698" y="3707991"/>
                  <a:pt x="5483589" y="3710621"/>
                </a:cubicBezTo>
                <a:cubicBezTo>
                  <a:pt x="5487481" y="3712675"/>
                  <a:pt x="5490975" y="3713415"/>
                  <a:pt x="5494270" y="3713415"/>
                </a:cubicBezTo>
                <a:cubicBezTo>
                  <a:pt x="5498562" y="3713415"/>
                  <a:pt x="5502456" y="3712182"/>
                  <a:pt x="5506248" y="3710950"/>
                </a:cubicBezTo>
                <a:cubicBezTo>
                  <a:pt x="5510042" y="3709717"/>
                  <a:pt x="5513734" y="3708484"/>
                  <a:pt x="5517628" y="3708484"/>
                </a:cubicBezTo>
                <a:cubicBezTo>
                  <a:pt x="5519825" y="3708484"/>
                  <a:pt x="5522021" y="3708895"/>
                  <a:pt x="5524416" y="3709922"/>
                </a:cubicBezTo>
                <a:cubicBezTo>
                  <a:pt x="5529109" y="3712018"/>
                  <a:pt x="5533200" y="3712839"/>
                  <a:pt x="5536794" y="3712839"/>
                </a:cubicBezTo>
                <a:cubicBezTo>
                  <a:pt x="5544180" y="3712839"/>
                  <a:pt x="5549971" y="3709552"/>
                  <a:pt x="5556359" y="3706841"/>
                </a:cubicBezTo>
                <a:cubicBezTo>
                  <a:pt x="5570433" y="3700842"/>
                  <a:pt x="5567439" y="3692789"/>
                  <a:pt x="5570733" y="3685352"/>
                </a:cubicBezTo>
                <a:cubicBezTo>
                  <a:pt x="5572429" y="3681489"/>
                  <a:pt x="5580216" y="3679476"/>
                  <a:pt x="5588601" y="3679476"/>
                </a:cubicBezTo>
                <a:cubicBezTo>
                  <a:pt x="5590597" y="3679476"/>
                  <a:pt x="5592595" y="3679599"/>
                  <a:pt x="5594490" y="3679805"/>
                </a:cubicBezTo>
                <a:cubicBezTo>
                  <a:pt x="5599781" y="3680421"/>
                  <a:pt x="5605671" y="3683051"/>
                  <a:pt x="5607866" y="3685434"/>
                </a:cubicBezTo>
                <a:cubicBezTo>
                  <a:pt x="5610363" y="3688105"/>
                  <a:pt x="5608665" y="3691556"/>
                  <a:pt x="5609164" y="3694679"/>
                </a:cubicBezTo>
                <a:cubicBezTo>
                  <a:pt x="5610661" y="3704540"/>
                  <a:pt x="5611959" y="3703389"/>
                  <a:pt x="5646597" y="3710826"/>
                </a:cubicBezTo>
                <a:cubicBezTo>
                  <a:pt x="5659275" y="3713538"/>
                  <a:pt x="5671154" y="3716209"/>
                  <a:pt x="5683031" y="3716208"/>
                </a:cubicBezTo>
                <a:cubicBezTo>
                  <a:pt x="5689520" y="3716209"/>
                  <a:pt x="5696009" y="3715428"/>
                  <a:pt x="5702697" y="3713415"/>
                </a:cubicBezTo>
                <a:cubicBezTo>
                  <a:pt x="5719466" y="3708402"/>
                  <a:pt x="5735938" y="3705649"/>
                  <a:pt x="5752408" y="3705649"/>
                </a:cubicBezTo>
                <a:cubicBezTo>
                  <a:pt x="5766982" y="3705649"/>
                  <a:pt x="5781556" y="3707785"/>
                  <a:pt x="5796429" y="3712346"/>
                </a:cubicBezTo>
                <a:cubicBezTo>
                  <a:pt x="5810304" y="3711114"/>
                  <a:pt x="5824379" y="3708032"/>
                  <a:pt x="5838155" y="3708032"/>
                </a:cubicBezTo>
                <a:cubicBezTo>
                  <a:pt x="5848236" y="3708032"/>
                  <a:pt x="5858219" y="3709676"/>
                  <a:pt x="5867603" y="3714975"/>
                </a:cubicBezTo>
                <a:lnTo>
                  <a:pt x="5885869" y="3713456"/>
                </a:lnTo>
                <a:cubicBezTo>
                  <a:pt x="5898646" y="3707704"/>
                  <a:pt x="5913420" y="3706758"/>
                  <a:pt x="5928891" y="3706758"/>
                </a:cubicBezTo>
                <a:cubicBezTo>
                  <a:pt x="5933384" y="3706758"/>
                  <a:pt x="5937975" y="3706840"/>
                  <a:pt x="5942666" y="3706882"/>
                </a:cubicBezTo>
                <a:cubicBezTo>
                  <a:pt x="5952849" y="3707005"/>
                  <a:pt x="5963031" y="3707046"/>
                  <a:pt x="5973114" y="3707046"/>
                </a:cubicBezTo>
                <a:cubicBezTo>
                  <a:pt x="5979403" y="3707046"/>
                  <a:pt x="5985690" y="3707046"/>
                  <a:pt x="5991979" y="3707046"/>
                </a:cubicBezTo>
                <a:cubicBezTo>
                  <a:pt x="5998068" y="3707046"/>
                  <a:pt x="6004056" y="3707046"/>
                  <a:pt x="6010145" y="3707046"/>
                </a:cubicBezTo>
                <a:cubicBezTo>
                  <a:pt x="6014738" y="3707046"/>
                  <a:pt x="6019331" y="3707046"/>
                  <a:pt x="6024022" y="3707046"/>
                </a:cubicBezTo>
                <a:cubicBezTo>
                  <a:pt x="6024222" y="3707046"/>
                  <a:pt x="6024521" y="3707046"/>
                  <a:pt x="6024721" y="3707046"/>
                </a:cubicBezTo>
                <a:cubicBezTo>
                  <a:pt x="6043686" y="3707046"/>
                  <a:pt x="6055765" y="3703676"/>
                  <a:pt x="6058759" y="3694226"/>
                </a:cubicBezTo>
                <a:cubicBezTo>
                  <a:pt x="6059658" y="3691515"/>
                  <a:pt x="6062751" y="3690200"/>
                  <a:pt x="6066645" y="3690200"/>
                </a:cubicBezTo>
                <a:cubicBezTo>
                  <a:pt x="6068541" y="3690200"/>
                  <a:pt x="6070538" y="3690529"/>
                  <a:pt x="6072536" y="3691145"/>
                </a:cubicBezTo>
                <a:cubicBezTo>
                  <a:pt x="6078424" y="3692993"/>
                  <a:pt x="6084014" y="3695089"/>
                  <a:pt x="6088706" y="3695089"/>
                </a:cubicBezTo>
                <a:cubicBezTo>
                  <a:pt x="6092998" y="3695089"/>
                  <a:pt x="6096493" y="3693323"/>
                  <a:pt x="6098588" y="3687940"/>
                </a:cubicBezTo>
                <a:cubicBezTo>
                  <a:pt x="6102681" y="3677709"/>
                  <a:pt x="6123044" y="3670149"/>
                  <a:pt x="6120849" y="3658110"/>
                </a:cubicBezTo>
                <a:cubicBezTo>
                  <a:pt x="6120050" y="3653673"/>
                  <a:pt x="6127935" y="3651043"/>
                  <a:pt x="6137916" y="3651043"/>
                </a:cubicBezTo>
                <a:cubicBezTo>
                  <a:pt x="6142111" y="3651043"/>
                  <a:pt x="6146702" y="3651536"/>
                  <a:pt x="6151195" y="3652522"/>
                </a:cubicBezTo>
                <a:cubicBezTo>
                  <a:pt x="6160477" y="3654659"/>
                  <a:pt x="6169760" y="3659918"/>
                  <a:pt x="6179144" y="3659918"/>
                </a:cubicBezTo>
                <a:cubicBezTo>
                  <a:pt x="6181440" y="3659918"/>
                  <a:pt x="6183735" y="3659590"/>
                  <a:pt x="6186131" y="3658809"/>
                </a:cubicBezTo>
                <a:cubicBezTo>
                  <a:pt x="6206296" y="3652029"/>
                  <a:pt x="6229453" y="3651701"/>
                  <a:pt x="6251115" y="3648455"/>
                </a:cubicBezTo>
                <a:lnTo>
                  <a:pt x="6257504" y="3645538"/>
                </a:lnTo>
                <a:cubicBezTo>
                  <a:pt x="6251814" y="3644059"/>
                  <a:pt x="6246024" y="3642620"/>
                  <a:pt x="6240333" y="3641059"/>
                </a:cubicBezTo>
                <a:cubicBezTo>
                  <a:pt x="6235144" y="3639620"/>
                  <a:pt x="6225761" y="3638060"/>
                  <a:pt x="6225761" y="3636498"/>
                </a:cubicBezTo>
                <a:cubicBezTo>
                  <a:pt x="6225659" y="3630992"/>
                  <a:pt x="6252012" y="3623350"/>
                  <a:pt x="6266687" y="3623350"/>
                </a:cubicBezTo>
                <a:cubicBezTo>
                  <a:pt x="6269181" y="3623350"/>
                  <a:pt x="6271279" y="3623555"/>
                  <a:pt x="6272875" y="3624048"/>
                </a:cubicBezTo>
                <a:cubicBezTo>
                  <a:pt x="6286252" y="3627952"/>
                  <a:pt x="6298530" y="3632595"/>
                  <a:pt x="6302322" y="3640196"/>
                </a:cubicBezTo>
                <a:cubicBezTo>
                  <a:pt x="6313302" y="3637690"/>
                  <a:pt x="6323984" y="3634485"/>
                  <a:pt x="6335564" y="3633088"/>
                </a:cubicBezTo>
                <a:cubicBezTo>
                  <a:pt x="6338159" y="3632759"/>
                  <a:pt x="6340754" y="3632636"/>
                  <a:pt x="6343149" y="3632636"/>
                </a:cubicBezTo>
                <a:cubicBezTo>
                  <a:pt x="6352833" y="3632636"/>
                  <a:pt x="6360518" y="3635142"/>
                  <a:pt x="6363213" y="3640607"/>
                </a:cubicBezTo>
                <a:cubicBezTo>
                  <a:pt x="6392263" y="3634732"/>
                  <a:pt x="6414223" y="3620351"/>
                  <a:pt x="6448261" y="3620351"/>
                </a:cubicBezTo>
                <a:cubicBezTo>
                  <a:pt x="6454450" y="3620351"/>
                  <a:pt x="6461139" y="3620844"/>
                  <a:pt x="6468225" y="3621953"/>
                </a:cubicBezTo>
                <a:cubicBezTo>
                  <a:pt x="6493680" y="3608599"/>
                  <a:pt x="6532410" y="3616365"/>
                  <a:pt x="6561859" y="3609545"/>
                </a:cubicBezTo>
                <a:cubicBezTo>
                  <a:pt x="6594401" y="3602026"/>
                  <a:pt x="6626742" y="3594301"/>
                  <a:pt x="6659084" y="3586618"/>
                </a:cubicBezTo>
                <a:cubicBezTo>
                  <a:pt x="6670763" y="3583865"/>
                  <a:pt x="6682641" y="3581194"/>
                  <a:pt x="6693821" y="3578030"/>
                </a:cubicBezTo>
                <a:cubicBezTo>
                  <a:pt x="6696417" y="3577290"/>
                  <a:pt x="6699012" y="3576839"/>
                  <a:pt x="6701507" y="3576839"/>
                </a:cubicBezTo>
                <a:cubicBezTo>
                  <a:pt x="6704703" y="3576839"/>
                  <a:pt x="6707596" y="3577619"/>
                  <a:pt x="6709594" y="3579715"/>
                </a:cubicBezTo>
                <a:cubicBezTo>
                  <a:pt x="6726861" y="3597629"/>
                  <a:pt x="6786457" y="3588631"/>
                  <a:pt x="6799632" y="3610161"/>
                </a:cubicBezTo>
                <a:cubicBezTo>
                  <a:pt x="6801029" y="3612462"/>
                  <a:pt x="6810413" y="3613612"/>
                  <a:pt x="6820096" y="3613612"/>
                </a:cubicBezTo>
                <a:cubicBezTo>
                  <a:pt x="6830976" y="3613612"/>
                  <a:pt x="6842455" y="3612215"/>
                  <a:pt x="6844153" y="3609503"/>
                </a:cubicBezTo>
                <a:cubicBezTo>
                  <a:pt x="6853437" y="3594260"/>
                  <a:pt x="6880387" y="3594917"/>
                  <a:pt x="6904345" y="3591507"/>
                </a:cubicBezTo>
                <a:cubicBezTo>
                  <a:pt x="6908338" y="3590932"/>
                  <a:pt x="6907837" y="3583783"/>
                  <a:pt x="6909335" y="3579715"/>
                </a:cubicBezTo>
                <a:cubicBezTo>
                  <a:pt x="6876893" y="3577126"/>
                  <a:pt x="6870904" y="3555021"/>
                  <a:pt x="6834270" y="3555021"/>
                </a:cubicBezTo>
                <a:cubicBezTo>
                  <a:pt x="6831075" y="3555021"/>
                  <a:pt x="6827682" y="3555185"/>
                  <a:pt x="6823989" y="3555555"/>
                </a:cubicBezTo>
                <a:cubicBezTo>
                  <a:pt x="6823190" y="3555638"/>
                  <a:pt x="6822391" y="3555678"/>
                  <a:pt x="6821692" y="3555678"/>
                </a:cubicBezTo>
                <a:lnTo>
                  <a:pt x="6821537" y="3555367"/>
                </a:lnTo>
                <a:lnTo>
                  <a:pt x="6840892" y="3554715"/>
                </a:lnTo>
                <a:lnTo>
                  <a:pt x="6840956" y="3554173"/>
                </a:lnTo>
                <a:lnTo>
                  <a:pt x="6839441" y="3554116"/>
                </a:lnTo>
                <a:lnTo>
                  <a:pt x="6841038" y="3553462"/>
                </a:lnTo>
                <a:lnTo>
                  <a:pt x="6842565" y="3540308"/>
                </a:lnTo>
                <a:cubicBezTo>
                  <a:pt x="6849596" y="3535641"/>
                  <a:pt x="6864211" y="3539668"/>
                  <a:pt x="6860942" y="3545315"/>
                </a:cubicBezTo>
                <a:lnTo>
                  <a:pt x="6841038" y="3553462"/>
                </a:lnTo>
                <a:lnTo>
                  <a:pt x="6840956" y="3554173"/>
                </a:lnTo>
                <a:lnTo>
                  <a:pt x="6953435" y="3558353"/>
                </a:lnTo>
                <a:cubicBezTo>
                  <a:pt x="6982627" y="3558633"/>
                  <a:pt x="7015559" y="3558734"/>
                  <a:pt x="7050193" y="3558707"/>
                </a:cubicBezTo>
                <a:close/>
              </a:path>
            </a:pathLst>
          </a:custGeom>
          <a:solidFill>
            <a:schemeClr val="accent1"/>
          </a:solidFill>
          <a:ln w="9525" cap="flat">
            <a:noFill/>
            <a:prstDash val="solid"/>
            <a:miter/>
          </a:ln>
        </p:spPr>
        <p:txBody>
          <a:bodyPr wrap="square" rtlCol="0" anchor="ctr">
            <a:noAutofit/>
          </a:bodyPr>
          <a:lstStyle/>
          <a:p>
            <a:endParaRPr lang="en-IN" dirty="0"/>
          </a:p>
        </p:txBody>
      </p:sp>
      <p:pic>
        <p:nvPicPr>
          <p:cNvPr id="18" name="Picture 5">
            <a:extLst>
              <a:ext uri="{FF2B5EF4-FFF2-40B4-BE49-F238E27FC236}">
                <a16:creationId xmlns:a16="http://schemas.microsoft.com/office/drawing/2014/main" id="{D09BF2C4-EC6A-06DC-0729-5C258E8B81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Slide Number Placeholder 2">
            <a:extLst>
              <a:ext uri="{FF2B5EF4-FFF2-40B4-BE49-F238E27FC236}">
                <a16:creationId xmlns:a16="http://schemas.microsoft.com/office/drawing/2014/main" id="{44132580-F74F-CE2D-92D1-A1490C8E3A9D}"/>
              </a:ext>
            </a:extLst>
          </p:cNvPr>
          <p:cNvSpPr>
            <a:spLocks noGrp="1"/>
          </p:cNvSpPr>
          <p:nvPr>
            <p:ph type="sldNum" sz="quarter" idx="4"/>
          </p:nvPr>
        </p:nvSpPr>
        <p:spPr/>
        <p:txBody>
          <a:bodyPr/>
          <a:lstStyle/>
          <a:p>
            <a:fld id="{9A131BC9-40DA-43B6-B58E-D925B527BF77}" type="slidenum">
              <a:rPr lang="en-IN" smtClean="0"/>
              <a:pPr/>
              <a:t>12</a:t>
            </a:fld>
            <a:endParaRPr lang="en-IN"/>
          </a:p>
        </p:txBody>
      </p:sp>
      <p:sp>
        <p:nvSpPr>
          <p:cNvPr id="91" name="Graphic 11">
            <a:extLst>
              <a:ext uri="{FF2B5EF4-FFF2-40B4-BE49-F238E27FC236}">
                <a16:creationId xmlns:a16="http://schemas.microsoft.com/office/drawing/2014/main" id="{8E6A74E9-C550-5BCB-4D78-7E2777CD1BEE}"/>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grpSp>
        <p:nvGrpSpPr>
          <p:cNvPr id="92" name="Group 91">
            <a:extLst>
              <a:ext uri="{FF2B5EF4-FFF2-40B4-BE49-F238E27FC236}">
                <a16:creationId xmlns:a16="http://schemas.microsoft.com/office/drawing/2014/main" id="{470E809C-A113-79B1-8652-562A141B9EBD}"/>
              </a:ext>
            </a:extLst>
          </p:cNvPr>
          <p:cNvGrpSpPr/>
          <p:nvPr/>
        </p:nvGrpSpPr>
        <p:grpSpPr>
          <a:xfrm>
            <a:off x="10263826" y="1475040"/>
            <a:ext cx="3237650" cy="3237650"/>
            <a:chOff x="7150099" y="1006450"/>
            <a:chExt cx="4680000" cy="4680000"/>
          </a:xfrm>
        </p:grpSpPr>
        <p:cxnSp>
          <p:nvCxnSpPr>
            <p:cNvPr id="93" name="Straight Connector 92">
              <a:extLst>
                <a:ext uri="{FF2B5EF4-FFF2-40B4-BE49-F238E27FC236}">
                  <a16:creationId xmlns:a16="http://schemas.microsoft.com/office/drawing/2014/main" id="{2ACB7300-1A63-57CC-DBFF-2FE7A7D339AA}"/>
                </a:ext>
              </a:extLst>
            </p:cNvPr>
            <p:cNvCxnSpPr/>
            <p:nvPr/>
          </p:nvCxnSpPr>
          <p:spPr>
            <a:xfrm>
              <a:off x="7150099" y="138430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952EBBEA-2897-6525-4CC0-7C9B7B617182}"/>
                </a:ext>
              </a:extLst>
            </p:cNvPr>
            <p:cNvCxnSpPr/>
            <p:nvPr/>
          </p:nvCxnSpPr>
          <p:spPr>
            <a:xfrm>
              <a:off x="7150099" y="177673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71D2DDEE-218A-2585-AD55-13500B3CF066}"/>
                </a:ext>
              </a:extLst>
            </p:cNvPr>
            <p:cNvCxnSpPr/>
            <p:nvPr/>
          </p:nvCxnSpPr>
          <p:spPr>
            <a:xfrm>
              <a:off x="7150099" y="216916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2FC5CFB-DDB8-DDF4-6816-0763259167F1}"/>
                </a:ext>
              </a:extLst>
            </p:cNvPr>
            <p:cNvCxnSpPr/>
            <p:nvPr/>
          </p:nvCxnSpPr>
          <p:spPr>
            <a:xfrm>
              <a:off x="7150099" y="256159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17B522-6142-A350-74C8-06A5C9B94FF0}"/>
                </a:ext>
              </a:extLst>
            </p:cNvPr>
            <p:cNvCxnSpPr/>
            <p:nvPr/>
          </p:nvCxnSpPr>
          <p:spPr>
            <a:xfrm>
              <a:off x="7150099" y="295402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D3994CD8-8586-2BFD-17BF-1F2A4E6979EF}"/>
                </a:ext>
              </a:extLst>
            </p:cNvPr>
            <p:cNvCxnSpPr/>
            <p:nvPr/>
          </p:nvCxnSpPr>
          <p:spPr>
            <a:xfrm>
              <a:off x="7150099" y="334645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09DABC24-1989-564A-7AB2-4FD42D46098C}"/>
                </a:ext>
              </a:extLst>
            </p:cNvPr>
            <p:cNvCxnSpPr/>
            <p:nvPr/>
          </p:nvCxnSpPr>
          <p:spPr>
            <a:xfrm>
              <a:off x="7150099" y="373888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1C925F01-774E-4C1A-B4EF-2C74CC65EF6E}"/>
                </a:ext>
              </a:extLst>
            </p:cNvPr>
            <p:cNvCxnSpPr/>
            <p:nvPr/>
          </p:nvCxnSpPr>
          <p:spPr>
            <a:xfrm>
              <a:off x="7150099" y="413131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D2C2BDE8-7420-81A1-EDFA-C1BFB78EFF55}"/>
                </a:ext>
              </a:extLst>
            </p:cNvPr>
            <p:cNvCxnSpPr/>
            <p:nvPr/>
          </p:nvCxnSpPr>
          <p:spPr>
            <a:xfrm>
              <a:off x="7150099" y="452374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9A1118EC-8046-1F8B-A7A8-747E1A4A7273}"/>
                </a:ext>
              </a:extLst>
            </p:cNvPr>
            <p:cNvCxnSpPr/>
            <p:nvPr/>
          </p:nvCxnSpPr>
          <p:spPr>
            <a:xfrm>
              <a:off x="7150099" y="491617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B2FDB1AE-86A6-DE90-0EAD-CA0856737AC2}"/>
                </a:ext>
              </a:extLst>
            </p:cNvPr>
            <p:cNvCxnSpPr/>
            <p:nvPr/>
          </p:nvCxnSpPr>
          <p:spPr>
            <a:xfrm>
              <a:off x="7150099" y="5308600"/>
              <a:ext cx="4680000" cy="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3524EE2D-F0D4-E98A-C873-DDE6FF3016BA}"/>
                </a:ext>
              </a:extLst>
            </p:cNvPr>
            <p:cNvCxnSpPr/>
            <p:nvPr/>
          </p:nvCxnSpPr>
          <p:spPr>
            <a:xfrm>
              <a:off x="1147129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28D499D3-36FD-720F-D3C1-AC423CC35EB1}"/>
                </a:ext>
              </a:extLst>
            </p:cNvPr>
            <p:cNvCxnSpPr/>
            <p:nvPr/>
          </p:nvCxnSpPr>
          <p:spPr>
            <a:xfrm>
              <a:off x="1107505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82E8CD16-B2ED-2D01-1C1D-894F90244B62}"/>
                </a:ext>
              </a:extLst>
            </p:cNvPr>
            <p:cNvCxnSpPr/>
            <p:nvPr/>
          </p:nvCxnSpPr>
          <p:spPr>
            <a:xfrm>
              <a:off x="1067881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798020E-9B8D-9E2F-D052-4F6EDE10BBD0}"/>
                </a:ext>
              </a:extLst>
            </p:cNvPr>
            <p:cNvCxnSpPr/>
            <p:nvPr/>
          </p:nvCxnSpPr>
          <p:spPr>
            <a:xfrm>
              <a:off x="1028257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F6163D40-92E5-CACF-908B-1B597F1543BB}"/>
                </a:ext>
              </a:extLst>
            </p:cNvPr>
            <p:cNvCxnSpPr/>
            <p:nvPr/>
          </p:nvCxnSpPr>
          <p:spPr>
            <a:xfrm>
              <a:off x="988633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815CAEE0-7FD5-4836-869B-B3D65332DC3C}"/>
                </a:ext>
              </a:extLst>
            </p:cNvPr>
            <p:cNvCxnSpPr/>
            <p:nvPr/>
          </p:nvCxnSpPr>
          <p:spPr>
            <a:xfrm>
              <a:off x="949009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25FD1189-ED9E-A1CA-22F1-CD6A34A61510}"/>
                </a:ext>
              </a:extLst>
            </p:cNvPr>
            <p:cNvCxnSpPr/>
            <p:nvPr/>
          </p:nvCxnSpPr>
          <p:spPr>
            <a:xfrm>
              <a:off x="909385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525DFBC9-836B-9D8F-E0BE-55DD08F23F3C}"/>
                </a:ext>
              </a:extLst>
            </p:cNvPr>
            <p:cNvCxnSpPr/>
            <p:nvPr/>
          </p:nvCxnSpPr>
          <p:spPr>
            <a:xfrm>
              <a:off x="869761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FF22FC4F-2A57-CB3F-B4DC-F1D7ADD8E08B}"/>
                </a:ext>
              </a:extLst>
            </p:cNvPr>
            <p:cNvCxnSpPr/>
            <p:nvPr/>
          </p:nvCxnSpPr>
          <p:spPr>
            <a:xfrm>
              <a:off x="830137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E3909234-1027-CD73-F757-2711F233DD07}"/>
                </a:ext>
              </a:extLst>
            </p:cNvPr>
            <p:cNvCxnSpPr/>
            <p:nvPr/>
          </p:nvCxnSpPr>
          <p:spPr>
            <a:xfrm>
              <a:off x="790513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901BE870-1750-6AE0-8218-D7B8D64FFF56}"/>
                </a:ext>
              </a:extLst>
            </p:cNvPr>
            <p:cNvCxnSpPr/>
            <p:nvPr/>
          </p:nvCxnSpPr>
          <p:spPr>
            <a:xfrm>
              <a:off x="7508899" y="1006450"/>
              <a:ext cx="0" cy="4680000"/>
            </a:xfrm>
            <a:prstGeom prst="line">
              <a:avLst/>
            </a:prstGeom>
            <a:ln w="317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grpSp>
      <p:pic>
        <p:nvPicPr>
          <p:cNvPr id="87" name="Picture 86" descr="A stack of containers with labels&#10;&#10;AI-generated content may be incorrect.">
            <a:extLst>
              <a:ext uri="{FF2B5EF4-FFF2-40B4-BE49-F238E27FC236}">
                <a16:creationId xmlns:a16="http://schemas.microsoft.com/office/drawing/2014/main" id="{C1876A2D-A19B-1785-50B7-34B2F680CF9D}"/>
              </a:ext>
            </a:extLst>
          </p:cNvPr>
          <p:cNvPicPr>
            <a:picLocks noChangeAspect="1"/>
          </p:cNvPicPr>
          <p:nvPr/>
        </p:nvPicPr>
        <p:blipFill>
          <a:blip r:embed="rId4">
            <a:extLst>
              <a:ext uri="{28A0092B-C50C-407E-A947-70E740481C1C}">
                <a14:useLocalDpi xmlns:a14="http://schemas.microsoft.com/office/drawing/2010/main" val="0"/>
              </a:ext>
            </a:extLst>
          </a:blip>
          <a:srcRect l="16720" t="1670" r="8612" b="3353"/>
          <a:stretch>
            <a:fillRect/>
          </a:stretch>
        </p:blipFill>
        <p:spPr>
          <a:xfrm>
            <a:off x="7912608" y="1071263"/>
            <a:ext cx="4151414" cy="5280492"/>
          </a:xfrm>
          <a:prstGeom prst="rect">
            <a:avLst/>
          </a:prstGeom>
        </p:spPr>
      </p:pic>
    </p:spTree>
    <p:extLst>
      <p:ext uri="{BB962C8B-B14F-4D97-AF65-F5344CB8AC3E}">
        <p14:creationId xmlns:p14="http://schemas.microsoft.com/office/powerpoint/2010/main" val="416183281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6F7C5058-10A5-5D65-E9B5-A9252B7B1D20}"/>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rot="7200000">
            <a:off x="90927" y="157245"/>
            <a:ext cx="839286" cy="824708"/>
          </a:xfrm>
          <a:prstGeom prst="rect">
            <a:avLst/>
          </a:prstGeom>
        </p:spPr>
      </p:pic>
      <p:sp>
        <p:nvSpPr>
          <p:cNvPr id="2" name="Title 1">
            <a:extLst>
              <a:ext uri="{FF2B5EF4-FFF2-40B4-BE49-F238E27FC236}">
                <a16:creationId xmlns:a16="http://schemas.microsoft.com/office/drawing/2014/main" id="{B468D6C6-359A-2791-3588-DDDBD6F0608E}"/>
              </a:ext>
            </a:extLst>
          </p:cNvPr>
          <p:cNvSpPr>
            <a:spLocks noGrp="1"/>
          </p:cNvSpPr>
          <p:nvPr>
            <p:ph type="title"/>
          </p:nvPr>
        </p:nvSpPr>
        <p:spPr/>
        <p:txBody>
          <a:bodyPr/>
          <a:lstStyle/>
          <a:p>
            <a:r>
              <a:rPr lang="en-IN" dirty="0"/>
              <a:t>WHAT IS </a:t>
            </a:r>
            <a:r>
              <a:rPr lang="en-IN" dirty="0">
                <a:ln w="12700">
                  <a:solidFill>
                    <a:schemeClr val="accent2"/>
                  </a:solidFill>
                </a:ln>
                <a:noFill/>
              </a:rPr>
              <a:t>LOREM IPSUM</a:t>
            </a:r>
          </a:p>
        </p:txBody>
      </p:sp>
      <p:grpSp>
        <p:nvGrpSpPr>
          <p:cNvPr id="9" name="Group 8">
            <a:extLst>
              <a:ext uri="{FF2B5EF4-FFF2-40B4-BE49-F238E27FC236}">
                <a16:creationId xmlns:a16="http://schemas.microsoft.com/office/drawing/2014/main" id="{391AF62D-7030-A422-8F4A-4E07A6863E36}"/>
              </a:ext>
            </a:extLst>
          </p:cNvPr>
          <p:cNvGrpSpPr/>
          <p:nvPr/>
        </p:nvGrpSpPr>
        <p:grpSpPr>
          <a:xfrm>
            <a:off x="-159768" y="1037215"/>
            <a:ext cx="2020602" cy="2020602"/>
            <a:chOff x="1046786" y="1195383"/>
            <a:chExt cx="5737927" cy="5737927"/>
          </a:xfrm>
          <a:solidFill>
            <a:schemeClr val="accent2"/>
          </a:solidFill>
        </p:grpSpPr>
        <p:sp>
          <p:nvSpPr>
            <p:cNvPr id="10" name="Freeform: Shape 9">
              <a:extLst>
                <a:ext uri="{FF2B5EF4-FFF2-40B4-BE49-F238E27FC236}">
                  <a16:creationId xmlns:a16="http://schemas.microsoft.com/office/drawing/2014/main" id="{D7833FE1-67A5-6554-6AFB-0D72EF3300E7}"/>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11" name="Freeform: Shape 10">
              <a:extLst>
                <a:ext uri="{FF2B5EF4-FFF2-40B4-BE49-F238E27FC236}">
                  <a16:creationId xmlns:a16="http://schemas.microsoft.com/office/drawing/2014/main" id="{FD61A6D8-24A3-2D02-4182-1EC0C556F43A}"/>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7" name="TextBox 6">
            <a:extLst>
              <a:ext uri="{FF2B5EF4-FFF2-40B4-BE49-F238E27FC236}">
                <a16:creationId xmlns:a16="http://schemas.microsoft.com/office/drawing/2014/main" id="{950793D9-DD7D-D297-136F-2E7D5B2146AC}"/>
              </a:ext>
            </a:extLst>
          </p:cNvPr>
          <p:cNvSpPr txBox="1"/>
          <p:nvPr/>
        </p:nvSpPr>
        <p:spPr>
          <a:xfrm>
            <a:off x="769311" y="1933289"/>
            <a:ext cx="5341204" cy="3600986"/>
          </a:xfrm>
          <a:prstGeom prst="rect">
            <a:avLst/>
          </a:prstGeom>
          <a:noFill/>
        </p:spPr>
        <p:txBody>
          <a:bodyPr wrap="square" lIns="0" tIns="0" rIns="0" bIns="0" rtlCol="0" anchor="t">
            <a:spAutoFit/>
          </a:bodyPr>
          <a:lstStyle/>
          <a:p>
            <a:pPr rtl="0">
              <a:spcAft>
                <a:spcPts val="400"/>
              </a:spcAft>
            </a:pPr>
            <a:r>
              <a:rPr lang="en-US" dirty="0">
                <a:solidFill>
                  <a:schemeClr val="bg1"/>
                </a:solidFill>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dirty="0" err="1">
                <a:solidFill>
                  <a:schemeClr val="bg1"/>
                </a:solidFill>
                <a:latin typeface="+mn-lt"/>
              </a:rPr>
              <a:t>popularised</a:t>
            </a:r>
            <a:r>
              <a:rPr lang="en-US" dirty="0">
                <a:solidFill>
                  <a:schemeClr val="bg1"/>
                </a:solidFill>
                <a:latin typeface="+mn-lt"/>
              </a:rPr>
              <a:t> in the 1960s with the release of Letraset sheets containing Lorem Ipsum passages, and more recently with desktop publishing software like Aldus PageMaker including versions of Lorem Ipsum.</a:t>
            </a:r>
          </a:p>
        </p:txBody>
      </p:sp>
      <p:sp>
        <p:nvSpPr>
          <p:cNvPr id="33" name="Freeform: Shape 32">
            <a:extLst>
              <a:ext uri="{FF2B5EF4-FFF2-40B4-BE49-F238E27FC236}">
                <a16:creationId xmlns:a16="http://schemas.microsoft.com/office/drawing/2014/main" id="{BA28C431-0365-2083-9F24-B781FDDC692A}"/>
              </a:ext>
            </a:extLst>
          </p:cNvPr>
          <p:cNvSpPr/>
          <p:nvPr/>
        </p:nvSpPr>
        <p:spPr>
          <a:xfrm rot="6310520" flipH="1">
            <a:off x="6180502" y="889318"/>
            <a:ext cx="8064917" cy="5504114"/>
          </a:xfrm>
          <a:custGeom>
            <a:avLst/>
            <a:gdLst>
              <a:gd name="connsiteX0" fmla="*/ 1308967 w 8064917"/>
              <a:gd name="connsiteY0" fmla="*/ 5382289 h 5504114"/>
              <a:gd name="connsiteX1" fmla="*/ 1290201 w 8064917"/>
              <a:gd name="connsiteY1" fmla="*/ 5391287 h 5504114"/>
              <a:gd name="connsiteX2" fmla="*/ 1284112 w 8064917"/>
              <a:gd name="connsiteY2" fmla="*/ 5390835 h 5504114"/>
              <a:gd name="connsiteX3" fmla="*/ 1271735 w 8064917"/>
              <a:gd name="connsiteY3" fmla="*/ 5380686 h 5504114"/>
              <a:gd name="connsiteX4" fmla="*/ 1288205 w 8064917"/>
              <a:gd name="connsiteY4" fmla="*/ 5374687 h 5504114"/>
              <a:gd name="connsiteX5" fmla="*/ 1291499 w 8064917"/>
              <a:gd name="connsiteY5" fmla="*/ 5374770 h 5504114"/>
              <a:gd name="connsiteX6" fmla="*/ 1308967 w 8064917"/>
              <a:gd name="connsiteY6" fmla="*/ 5382289 h 5504114"/>
              <a:gd name="connsiteX7" fmla="*/ 2065212 w 8064917"/>
              <a:gd name="connsiteY7" fmla="*/ 5429170 h 5504114"/>
              <a:gd name="connsiteX8" fmla="*/ 2065198 w 8064917"/>
              <a:gd name="connsiteY8" fmla="*/ 5429170 h 5504114"/>
              <a:gd name="connsiteX9" fmla="*/ 2064914 w 8064917"/>
              <a:gd name="connsiteY9" fmla="*/ 5429951 h 5504114"/>
              <a:gd name="connsiteX10" fmla="*/ 2063216 w 8064917"/>
              <a:gd name="connsiteY10" fmla="*/ 5429170 h 5504114"/>
              <a:gd name="connsiteX11" fmla="*/ 2065198 w 8064917"/>
              <a:gd name="connsiteY11" fmla="*/ 5429170 h 5504114"/>
              <a:gd name="connsiteX12" fmla="*/ 2065212 w 8064917"/>
              <a:gd name="connsiteY12" fmla="*/ 5429129 h 5504114"/>
              <a:gd name="connsiteX13" fmla="*/ 2103744 w 8064917"/>
              <a:gd name="connsiteY13" fmla="*/ 5420624 h 5504114"/>
              <a:gd name="connsiteX14" fmla="*/ 2082583 w 8064917"/>
              <a:gd name="connsiteY14" fmla="*/ 5429416 h 5504114"/>
              <a:gd name="connsiteX15" fmla="*/ 2074796 w 8064917"/>
              <a:gd name="connsiteY15" fmla="*/ 5429252 h 5504114"/>
              <a:gd name="connsiteX16" fmla="*/ 2067208 w 8064917"/>
              <a:gd name="connsiteY16" fmla="*/ 5429129 h 5504114"/>
              <a:gd name="connsiteX17" fmla="*/ 2065314 w 8064917"/>
              <a:gd name="connsiteY17" fmla="*/ 5429129 h 5504114"/>
              <a:gd name="connsiteX18" fmla="*/ 2084579 w 8064917"/>
              <a:gd name="connsiteY18" fmla="*/ 5420090 h 5504114"/>
              <a:gd name="connsiteX19" fmla="*/ 2093663 w 8064917"/>
              <a:gd name="connsiteY19" fmla="*/ 5420377 h 5504114"/>
              <a:gd name="connsiteX20" fmla="*/ 2102845 w 8064917"/>
              <a:gd name="connsiteY20" fmla="*/ 5420624 h 5504114"/>
              <a:gd name="connsiteX21" fmla="*/ 2140453 w 8064917"/>
              <a:gd name="connsiteY21" fmla="*/ 5404959 h 5504114"/>
              <a:gd name="connsiteX22" fmla="*/ 2128800 w 8064917"/>
              <a:gd name="connsiteY22" fmla="*/ 5413228 h 5504114"/>
              <a:gd name="connsiteX23" fmla="*/ 2106147 w 8064917"/>
              <a:gd name="connsiteY23" fmla="*/ 5419294 h 5504114"/>
              <a:gd name="connsiteX24" fmla="*/ 2106139 w 8064917"/>
              <a:gd name="connsiteY24" fmla="*/ 5419350 h 5504114"/>
              <a:gd name="connsiteX25" fmla="*/ 2105939 w 8064917"/>
              <a:gd name="connsiteY25" fmla="*/ 5419397 h 5504114"/>
              <a:gd name="connsiteX26" fmla="*/ 2105939 w 8064917"/>
              <a:gd name="connsiteY26" fmla="*/ 5420624 h 5504114"/>
              <a:gd name="connsiteX27" fmla="*/ 2103843 w 8064917"/>
              <a:gd name="connsiteY27" fmla="*/ 5420624 h 5504114"/>
              <a:gd name="connsiteX28" fmla="*/ 2104243 w 8064917"/>
              <a:gd name="connsiteY28" fmla="*/ 5419802 h 5504114"/>
              <a:gd name="connsiteX29" fmla="*/ 2105939 w 8064917"/>
              <a:gd name="connsiteY29" fmla="*/ 5419397 h 5504114"/>
              <a:gd name="connsiteX30" fmla="*/ 2105939 w 8064917"/>
              <a:gd name="connsiteY30" fmla="*/ 5419350 h 5504114"/>
              <a:gd name="connsiteX31" fmla="*/ 2106147 w 8064917"/>
              <a:gd name="connsiteY31" fmla="*/ 5419294 h 5504114"/>
              <a:gd name="connsiteX32" fmla="*/ 2109234 w 8064917"/>
              <a:gd name="connsiteY32" fmla="*/ 5397656 h 5504114"/>
              <a:gd name="connsiteX33" fmla="*/ 2114320 w 8064917"/>
              <a:gd name="connsiteY33" fmla="*/ 5394208 h 5504114"/>
              <a:gd name="connsiteX34" fmla="*/ 2114126 w 8064917"/>
              <a:gd name="connsiteY34" fmla="*/ 5394163 h 5504114"/>
              <a:gd name="connsiteX35" fmla="*/ 2114324 w 8064917"/>
              <a:gd name="connsiteY35" fmla="*/ 5394204 h 5504114"/>
              <a:gd name="connsiteX36" fmla="*/ 2114320 w 8064917"/>
              <a:gd name="connsiteY36" fmla="*/ 5394208 h 5504114"/>
              <a:gd name="connsiteX37" fmla="*/ 2123210 w 8064917"/>
              <a:gd name="connsiteY37" fmla="*/ 5396259 h 5504114"/>
              <a:gd name="connsiteX38" fmla="*/ 2140453 w 8064917"/>
              <a:gd name="connsiteY38" fmla="*/ 5404959 h 5504114"/>
              <a:gd name="connsiteX39" fmla="*/ 2220235 w 8064917"/>
              <a:gd name="connsiteY39" fmla="*/ 5395807 h 5504114"/>
              <a:gd name="connsiteX40" fmla="*/ 2203565 w 8064917"/>
              <a:gd name="connsiteY40" fmla="*/ 5401148 h 5504114"/>
              <a:gd name="connsiteX41" fmla="*/ 2189191 w 8064917"/>
              <a:gd name="connsiteY41" fmla="*/ 5396710 h 5504114"/>
              <a:gd name="connsiteX42" fmla="*/ 2204664 w 8064917"/>
              <a:gd name="connsiteY42" fmla="*/ 5392972 h 5504114"/>
              <a:gd name="connsiteX43" fmla="*/ 2205361 w 8064917"/>
              <a:gd name="connsiteY43" fmla="*/ 5392972 h 5504114"/>
              <a:gd name="connsiteX44" fmla="*/ 2220235 w 8064917"/>
              <a:gd name="connsiteY44" fmla="*/ 5395807 h 5504114"/>
              <a:gd name="connsiteX45" fmla="*/ 2265217 w 8064917"/>
              <a:gd name="connsiteY45" fmla="*/ 5397219 h 5504114"/>
              <a:gd name="connsiteX46" fmla="*/ 2257468 w 8064917"/>
              <a:gd name="connsiteY46" fmla="*/ 5399915 h 5504114"/>
              <a:gd name="connsiteX47" fmla="*/ 2250381 w 8064917"/>
              <a:gd name="connsiteY47" fmla="*/ 5396752 h 5504114"/>
              <a:gd name="connsiteX48" fmla="*/ 2254773 w 8064917"/>
              <a:gd name="connsiteY48" fmla="*/ 5394903 h 5504114"/>
              <a:gd name="connsiteX49" fmla="*/ 2258067 w 8064917"/>
              <a:gd name="connsiteY49" fmla="*/ 5393999 h 5504114"/>
              <a:gd name="connsiteX50" fmla="*/ 2265217 w 8064917"/>
              <a:gd name="connsiteY50" fmla="*/ 5397219 h 5504114"/>
              <a:gd name="connsiteX51" fmla="*/ 2857193 w 8064917"/>
              <a:gd name="connsiteY51" fmla="*/ 5420870 h 5504114"/>
              <a:gd name="connsiteX52" fmla="*/ 2849707 w 8064917"/>
              <a:gd name="connsiteY52" fmla="*/ 5427979 h 5504114"/>
              <a:gd name="connsiteX53" fmla="*/ 2799996 w 8064917"/>
              <a:gd name="connsiteY53" fmla="*/ 5419597 h 5504114"/>
              <a:gd name="connsiteX54" fmla="*/ 2782228 w 8064917"/>
              <a:gd name="connsiteY54" fmla="*/ 5419925 h 5504114"/>
              <a:gd name="connsiteX55" fmla="*/ 2764459 w 8064917"/>
              <a:gd name="connsiteY55" fmla="*/ 5420254 h 5504114"/>
              <a:gd name="connsiteX56" fmla="*/ 2753479 w 8064917"/>
              <a:gd name="connsiteY56" fmla="*/ 5420049 h 5504114"/>
              <a:gd name="connsiteX57" fmla="*/ 2740703 w 8064917"/>
              <a:gd name="connsiteY57" fmla="*/ 5415077 h 5504114"/>
              <a:gd name="connsiteX58" fmla="*/ 2748888 w 8064917"/>
              <a:gd name="connsiteY58" fmla="*/ 5412365 h 5504114"/>
              <a:gd name="connsiteX59" fmla="*/ 2768553 w 8064917"/>
              <a:gd name="connsiteY59" fmla="*/ 5411256 h 5504114"/>
              <a:gd name="connsiteX60" fmla="*/ 2769851 w 8064917"/>
              <a:gd name="connsiteY60" fmla="*/ 5411256 h 5504114"/>
              <a:gd name="connsiteX61" fmla="*/ 2798999 w 8064917"/>
              <a:gd name="connsiteY61" fmla="*/ 5411831 h 5504114"/>
              <a:gd name="connsiteX62" fmla="*/ 2798999 w 8064917"/>
              <a:gd name="connsiteY62" fmla="*/ 5411379 h 5504114"/>
              <a:gd name="connsiteX63" fmla="*/ 2798999 w 8064917"/>
              <a:gd name="connsiteY63" fmla="*/ 5411256 h 5504114"/>
              <a:gd name="connsiteX64" fmla="*/ 2848610 w 8064917"/>
              <a:gd name="connsiteY64" fmla="*/ 5413516 h 5504114"/>
              <a:gd name="connsiteX65" fmla="*/ 2857193 w 8064917"/>
              <a:gd name="connsiteY65" fmla="*/ 5420870 h 5504114"/>
              <a:gd name="connsiteX66" fmla="*/ 2958313 w 8064917"/>
              <a:gd name="connsiteY66" fmla="*/ 5425185 h 5504114"/>
              <a:gd name="connsiteX67" fmla="*/ 2950825 w 8064917"/>
              <a:gd name="connsiteY67" fmla="*/ 5427937 h 5504114"/>
              <a:gd name="connsiteX68" fmla="*/ 2944138 w 8064917"/>
              <a:gd name="connsiteY68" fmla="*/ 5424732 h 5504114"/>
              <a:gd name="connsiteX69" fmla="*/ 2951624 w 8064917"/>
              <a:gd name="connsiteY69" fmla="*/ 5422267 h 5504114"/>
              <a:gd name="connsiteX70" fmla="*/ 2951624 w 8064917"/>
              <a:gd name="connsiteY70" fmla="*/ 5422308 h 5504114"/>
              <a:gd name="connsiteX71" fmla="*/ 3258475 w 8064917"/>
              <a:gd name="connsiteY71" fmla="*/ 5482667 h 5504114"/>
              <a:gd name="connsiteX72" fmla="*/ 3214654 w 8064917"/>
              <a:gd name="connsiteY72" fmla="*/ 5486488 h 5504114"/>
              <a:gd name="connsiteX73" fmla="*/ 3173527 w 8064917"/>
              <a:gd name="connsiteY73" fmla="*/ 5483365 h 5504114"/>
              <a:gd name="connsiteX74" fmla="*/ 3170732 w 8064917"/>
              <a:gd name="connsiteY74" fmla="*/ 5482215 h 5504114"/>
              <a:gd name="connsiteX75" fmla="*/ 3168337 w 8064917"/>
              <a:gd name="connsiteY75" fmla="*/ 5480612 h 5504114"/>
              <a:gd name="connsiteX76" fmla="*/ 3172230 w 8064917"/>
              <a:gd name="connsiteY76" fmla="*/ 5479133 h 5504114"/>
              <a:gd name="connsiteX77" fmla="*/ 3176322 w 8064917"/>
              <a:gd name="connsiteY77" fmla="*/ 5477982 h 5504114"/>
              <a:gd name="connsiteX78" fmla="*/ 3231523 w 8064917"/>
              <a:gd name="connsiteY78" fmla="*/ 5470299 h 5504114"/>
              <a:gd name="connsiteX79" fmla="*/ 3234218 w 8064917"/>
              <a:gd name="connsiteY79" fmla="*/ 5469888 h 5504114"/>
              <a:gd name="connsiteX80" fmla="*/ 3234118 w 8064917"/>
              <a:gd name="connsiteY80" fmla="*/ 5469847 h 5504114"/>
              <a:gd name="connsiteX81" fmla="*/ 3259274 w 8064917"/>
              <a:gd name="connsiteY81" fmla="*/ 5479421 h 5504114"/>
              <a:gd name="connsiteX82" fmla="*/ 3340528 w 8064917"/>
              <a:gd name="connsiteY82" fmla="*/ 5491624 h 5504114"/>
              <a:gd name="connsiteX83" fmla="*/ 3326154 w 8064917"/>
              <a:gd name="connsiteY83" fmla="*/ 5494499 h 5504114"/>
              <a:gd name="connsiteX84" fmla="*/ 3324857 w 8064917"/>
              <a:gd name="connsiteY84" fmla="*/ 5494499 h 5504114"/>
              <a:gd name="connsiteX85" fmla="*/ 3317668 w 8064917"/>
              <a:gd name="connsiteY85" fmla="*/ 5492815 h 5504114"/>
              <a:gd name="connsiteX86" fmla="*/ 3310681 w 8064917"/>
              <a:gd name="connsiteY86" fmla="*/ 5490185 h 5504114"/>
              <a:gd name="connsiteX87" fmla="*/ 3324656 w 8064917"/>
              <a:gd name="connsiteY87" fmla="*/ 5486159 h 5504114"/>
              <a:gd name="connsiteX88" fmla="*/ 3328150 w 8064917"/>
              <a:gd name="connsiteY88" fmla="*/ 5485995 h 5504114"/>
              <a:gd name="connsiteX89" fmla="*/ 3328250 w 8064917"/>
              <a:gd name="connsiteY89" fmla="*/ 5486036 h 5504114"/>
              <a:gd name="connsiteX90" fmla="*/ 3340528 w 8064917"/>
              <a:gd name="connsiteY90" fmla="*/ 5491624 h 5504114"/>
              <a:gd name="connsiteX91" fmla="*/ 3402817 w 8064917"/>
              <a:gd name="connsiteY91" fmla="*/ 5426376 h 5504114"/>
              <a:gd name="connsiteX92" fmla="*/ 3386347 w 8064917"/>
              <a:gd name="connsiteY92" fmla="*/ 5429047 h 5504114"/>
              <a:gd name="connsiteX93" fmla="*/ 3371773 w 8064917"/>
              <a:gd name="connsiteY93" fmla="*/ 5424897 h 5504114"/>
              <a:gd name="connsiteX94" fmla="*/ 3378760 w 8064917"/>
              <a:gd name="connsiteY94" fmla="*/ 5422144 h 5504114"/>
              <a:gd name="connsiteX95" fmla="*/ 3391736 w 8064917"/>
              <a:gd name="connsiteY95" fmla="*/ 5420541 h 5504114"/>
              <a:gd name="connsiteX96" fmla="*/ 3391636 w 8064917"/>
              <a:gd name="connsiteY96" fmla="*/ 5420500 h 5504114"/>
              <a:gd name="connsiteX97" fmla="*/ 3402617 w 8064917"/>
              <a:gd name="connsiteY97" fmla="*/ 5423623 h 5504114"/>
              <a:gd name="connsiteX98" fmla="*/ 3546559 w 8064917"/>
              <a:gd name="connsiteY98" fmla="*/ 5432950 h 5504114"/>
              <a:gd name="connsiteX99" fmla="*/ 3539972 w 8064917"/>
              <a:gd name="connsiteY99" fmla="*/ 5436648 h 5504114"/>
              <a:gd name="connsiteX100" fmla="*/ 3533681 w 8064917"/>
              <a:gd name="connsiteY100" fmla="*/ 5434060 h 5504114"/>
              <a:gd name="connsiteX101" fmla="*/ 3540334 w 8064917"/>
              <a:gd name="connsiteY101" fmla="*/ 5431730 h 5504114"/>
              <a:gd name="connsiteX102" fmla="*/ 3540270 w 8064917"/>
              <a:gd name="connsiteY102" fmla="*/ 5431717 h 5504114"/>
              <a:gd name="connsiteX103" fmla="*/ 3540371 w 8064917"/>
              <a:gd name="connsiteY103" fmla="*/ 5431717 h 5504114"/>
              <a:gd name="connsiteX104" fmla="*/ 3540334 w 8064917"/>
              <a:gd name="connsiteY104" fmla="*/ 5431730 h 5504114"/>
              <a:gd name="connsiteX105" fmla="*/ 3730230 w 8064917"/>
              <a:gd name="connsiteY105" fmla="*/ 5433361 h 5504114"/>
              <a:gd name="connsiteX106" fmla="*/ 3718152 w 8064917"/>
              <a:gd name="connsiteY106" fmla="*/ 5437922 h 5504114"/>
              <a:gd name="connsiteX107" fmla="*/ 3717552 w 8064917"/>
              <a:gd name="connsiteY107" fmla="*/ 5437922 h 5504114"/>
              <a:gd name="connsiteX108" fmla="*/ 3700583 w 8064917"/>
              <a:gd name="connsiteY108" fmla="*/ 5434922 h 5504114"/>
              <a:gd name="connsiteX109" fmla="*/ 3712962 w 8064917"/>
              <a:gd name="connsiteY109" fmla="*/ 5430649 h 5504114"/>
              <a:gd name="connsiteX110" fmla="*/ 3713360 w 8064917"/>
              <a:gd name="connsiteY110" fmla="*/ 5430649 h 5504114"/>
              <a:gd name="connsiteX111" fmla="*/ 3730230 w 8064917"/>
              <a:gd name="connsiteY111" fmla="*/ 5433361 h 5504114"/>
              <a:gd name="connsiteX112" fmla="*/ 5748814 w 8064917"/>
              <a:gd name="connsiteY112" fmla="*/ 5397779 h 5504114"/>
              <a:gd name="connsiteX113" fmla="*/ 5745122 w 8064917"/>
              <a:gd name="connsiteY113" fmla="*/ 5399462 h 5504114"/>
              <a:gd name="connsiteX114" fmla="*/ 5741228 w 8064917"/>
              <a:gd name="connsiteY114" fmla="*/ 5400532 h 5504114"/>
              <a:gd name="connsiteX115" fmla="*/ 5713688 w 8064917"/>
              <a:gd name="connsiteY115" fmla="*/ 5401184 h 5504114"/>
              <a:gd name="connsiteX116" fmla="*/ 5713677 w 8064917"/>
              <a:gd name="connsiteY116" fmla="*/ 5401189 h 5504114"/>
              <a:gd name="connsiteX117" fmla="*/ 5713479 w 8064917"/>
              <a:gd name="connsiteY117" fmla="*/ 5401189 h 5504114"/>
              <a:gd name="connsiteX118" fmla="*/ 5713279 w 8064917"/>
              <a:gd name="connsiteY118" fmla="*/ 5401847 h 5504114"/>
              <a:gd name="connsiteX119" fmla="*/ 5711681 w 8064917"/>
              <a:gd name="connsiteY119" fmla="*/ 5401847 h 5504114"/>
              <a:gd name="connsiteX120" fmla="*/ 5711581 w 8064917"/>
              <a:gd name="connsiteY120" fmla="*/ 5401847 h 5504114"/>
              <a:gd name="connsiteX121" fmla="*/ 5711578 w 8064917"/>
              <a:gd name="connsiteY121" fmla="*/ 5401847 h 5504114"/>
              <a:gd name="connsiteX122" fmla="*/ 5690818 w 8064917"/>
              <a:gd name="connsiteY122" fmla="*/ 5410352 h 5504114"/>
              <a:gd name="connsiteX123" fmla="*/ 5686127 w 8064917"/>
              <a:gd name="connsiteY123" fmla="*/ 5410229 h 5504114"/>
              <a:gd name="connsiteX124" fmla="*/ 5658975 w 8064917"/>
              <a:gd name="connsiteY124" fmla="*/ 5407599 h 5504114"/>
              <a:gd name="connsiteX125" fmla="*/ 5657877 w 8064917"/>
              <a:gd name="connsiteY125" fmla="*/ 5405134 h 5504114"/>
              <a:gd name="connsiteX126" fmla="*/ 5665464 w 8064917"/>
              <a:gd name="connsiteY126" fmla="*/ 5402504 h 5504114"/>
              <a:gd name="connsiteX127" fmla="*/ 5711578 w 8064917"/>
              <a:gd name="connsiteY127" fmla="*/ 5401847 h 5504114"/>
              <a:gd name="connsiteX128" fmla="*/ 5711681 w 8064917"/>
              <a:gd name="connsiteY128" fmla="*/ 5401847 h 5504114"/>
              <a:gd name="connsiteX129" fmla="*/ 5712079 w 8064917"/>
              <a:gd name="connsiteY129" fmla="*/ 5401189 h 5504114"/>
              <a:gd name="connsiteX130" fmla="*/ 5713479 w 8064917"/>
              <a:gd name="connsiteY130" fmla="*/ 5401189 h 5504114"/>
              <a:gd name="connsiteX131" fmla="*/ 5713688 w 8064917"/>
              <a:gd name="connsiteY131" fmla="*/ 5401184 h 5504114"/>
              <a:gd name="connsiteX132" fmla="*/ 5732029 w 8064917"/>
              <a:gd name="connsiteY132" fmla="*/ 5392609 h 5504114"/>
              <a:gd name="connsiteX133" fmla="*/ 5731843 w 8064917"/>
              <a:gd name="connsiteY133" fmla="*/ 5392602 h 5504114"/>
              <a:gd name="connsiteX134" fmla="*/ 5732044 w 8064917"/>
              <a:gd name="connsiteY134" fmla="*/ 5392602 h 5504114"/>
              <a:gd name="connsiteX135" fmla="*/ 5732029 w 8064917"/>
              <a:gd name="connsiteY135" fmla="*/ 5392609 h 5504114"/>
              <a:gd name="connsiteX136" fmla="*/ 5738232 w 8064917"/>
              <a:gd name="connsiteY136" fmla="*/ 5392848 h 5504114"/>
              <a:gd name="connsiteX137" fmla="*/ 5743723 w 8064917"/>
              <a:gd name="connsiteY137" fmla="*/ 5394780 h 5504114"/>
              <a:gd name="connsiteX138" fmla="*/ 5790877 w 8064917"/>
              <a:gd name="connsiteY138" fmla="*/ 5397106 h 5504114"/>
              <a:gd name="connsiteX139" fmla="*/ 5783354 w 8064917"/>
              <a:gd name="connsiteY139" fmla="*/ 5399710 h 5504114"/>
              <a:gd name="connsiteX140" fmla="*/ 5776465 w 8064917"/>
              <a:gd name="connsiteY140" fmla="*/ 5396669 h 5504114"/>
              <a:gd name="connsiteX141" fmla="*/ 5780757 w 8064917"/>
              <a:gd name="connsiteY141" fmla="*/ 5394821 h 5504114"/>
              <a:gd name="connsiteX142" fmla="*/ 5783951 w 8064917"/>
              <a:gd name="connsiteY142" fmla="*/ 5393916 h 5504114"/>
              <a:gd name="connsiteX143" fmla="*/ 5790877 w 8064917"/>
              <a:gd name="connsiteY143" fmla="*/ 5397106 h 5504114"/>
              <a:gd name="connsiteX144" fmla="*/ 5869996 w 8064917"/>
              <a:gd name="connsiteY144" fmla="*/ 5395231 h 5504114"/>
              <a:gd name="connsiteX145" fmla="*/ 5864107 w 8064917"/>
              <a:gd name="connsiteY145" fmla="*/ 5399340 h 5504114"/>
              <a:gd name="connsiteX146" fmla="*/ 5859018 w 8064917"/>
              <a:gd name="connsiteY146" fmla="*/ 5396505 h 5504114"/>
              <a:gd name="connsiteX147" fmla="*/ 5864706 w 8064917"/>
              <a:gd name="connsiteY147" fmla="*/ 5393916 h 5504114"/>
              <a:gd name="connsiteX148" fmla="*/ 5992279 w 8064917"/>
              <a:gd name="connsiteY148" fmla="*/ 5407721 h 5504114"/>
              <a:gd name="connsiteX149" fmla="*/ 5985790 w 8064917"/>
              <a:gd name="connsiteY149" fmla="*/ 5408133 h 5504114"/>
              <a:gd name="connsiteX150" fmla="*/ 5979800 w 8064917"/>
              <a:gd name="connsiteY150" fmla="*/ 5402052 h 5504114"/>
              <a:gd name="connsiteX151" fmla="*/ 5976506 w 8064917"/>
              <a:gd name="connsiteY151" fmla="*/ 5401970 h 5504114"/>
              <a:gd name="connsiteX152" fmla="*/ 5975609 w 8064917"/>
              <a:gd name="connsiteY152" fmla="*/ 5400902 h 5504114"/>
              <a:gd name="connsiteX153" fmla="*/ 5970217 w 8064917"/>
              <a:gd name="connsiteY153" fmla="*/ 5400778 h 5504114"/>
              <a:gd name="connsiteX154" fmla="*/ 5970217 w 8064917"/>
              <a:gd name="connsiteY154" fmla="*/ 5400818 h 5504114"/>
              <a:gd name="connsiteX155" fmla="*/ 5924000 w 8064917"/>
              <a:gd name="connsiteY155" fmla="*/ 5409612 h 5504114"/>
              <a:gd name="connsiteX156" fmla="*/ 5905833 w 8064917"/>
              <a:gd name="connsiteY156" fmla="*/ 5408256 h 5504114"/>
              <a:gd name="connsiteX157" fmla="*/ 5913818 w 8064917"/>
              <a:gd name="connsiteY157" fmla="*/ 5398067 h 5504114"/>
              <a:gd name="connsiteX158" fmla="*/ 5944364 w 8064917"/>
              <a:gd name="connsiteY158" fmla="*/ 5391903 h 5504114"/>
              <a:gd name="connsiteX159" fmla="*/ 5968521 w 8064917"/>
              <a:gd name="connsiteY159" fmla="*/ 5394574 h 5504114"/>
              <a:gd name="connsiteX160" fmla="*/ 5975609 w 8064917"/>
              <a:gd name="connsiteY160" fmla="*/ 5400902 h 5504114"/>
              <a:gd name="connsiteX161" fmla="*/ 5978702 w 8064917"/>
              <a:gd name="connsiteY161" fmla="*/ 5400902 h 5504114"/>
              <a:gd name="connsiteX162" fmla="*/ 5979800 w 8064917"/>
              <a:gd name="connsiteY162" fmla="*/ 5402052 h 5504114"/>
              <a:gd name="connsiteX163" fmla="*/ 5992279 w 8064917"/>
              <a:gd name="connsiteY163" fmla="*/ 5407721 h 5504114"/>
              <a:gd name="connsiteX164" fmla="*/ 6073833 w 8064917"/>
              <a:gd name="connsiteY164" fmla="*/ 5388534 h 5504114"/>
              <a:gd name="connsiteX165" fmla="*/ 6060555 w 8064917"/>
              <a:gd name="connsiteY165" fmla="*/ 5391451 h 5504114"/>
              <a:gd name="connsiteX166" fmla="*/ 6059858 w 8064917"/>
              <a:gd name="connsiteY166" fmla="*/ 5392437 h 5504114"/>
              <a:gd name="connsiteX167" fmla="*/ 6058077 w 8064917"/>
              <a:gd name="connsiteY167" fmla="*/ 5392437 h 5504114"/>
              <a:gd name="connsiteX168" fmla="*/ 6058060 w 8064917"/>
              <a:gd name="connsiteY168" fmla="*/ 5392479 h 5504114"/>
              <a:gd name="connsiteX169" fmla="*/ 6057956 w 8064917"/>
              <a:gd name="connsiteY169" fmla="*/ 5392481 h 5504114"/>
              <a:gd name="connsiteX170" fmla="*/ 6038396 w 8064917"/>
              <a:gd name="connsiteY170" fmla="*/ 5400655 h 5504114"/>
              <a:gd name="connsiteX171" fmla="*/ 6033405 w 8064917"/>
              <a:gd name="connsiteY171" fmla="*/ 5400532 h 5504114"/>
              <a:gd name="connsiteX172" fmla="*/ 6025918 w 8064917"/>
              <a:gd name="connsiteY172" fmla="*/ 5398477 h 5504114"/>
              <a:gd name="connsiteX173" fmla="*/ 6031408 w 8064917"/>
              <a:gd name="connsiteY173" fmla="*/ 5393136 h 5504114"/>
              <a:gd name="connsiteX174" fmla="*/ 6057956 w 8064917"/>
              <a:gd name="connsiteY174" fmla="*/ 5392481 h 5504114"/>
              <a:gd name="connsiteX175" fmla="*/ 6058060 w 8064917"/>
              <a:gd name="connsiteY175" fmla="*/ 5392437 h 5504114"/>
              <a:gd name="connsiteX176" fmla="*/ 6058077 w 8064917"/>
              <a:gd name="connsiteY176" fmla="*/ 5392437 h 5504114"/>
              <a:gd name="connsiteX177" fmla="*/ 6058360 w 8064917"/>
              <a:gd name="connsiteY177" fmla="*/ 5391780 h 5504114"/>
              <a:gd name="connsiteX178" fmla="*/ 6060555 w 8064917"/>
              <a:gd name="connsiteY178" fmla="*/ 5391451 h 5504114"/>
              <a:gd name="connsiteX179" fmla="*/ 6066545 w 8064917"/>
              <a:gd name="connsiteY179" fmla="*/ 5385206 h 5504114"/>
              <a:gd name="connsiteX180" fmla="*/ 6070139 w 8064917"/>
              <a:gd name="connsiteY180" fmla="*/ 5384631 h 5504114"/>
              <a:gd name="connsiteX181" fmla="*/ 6070239 w 8064917"/>
              <a:gd name="connsiteY181" fmla="*/ 5384631 h 5504114"/>
              <a:gd name="connsiteX182" fmla="*/ 6073833 w 8064917"/>
              <a:gd name="connsiteY182" fmla="*/ 5388534 h 5504114"/>
              <a:gd name="connsiteX183" fmla="*/ 6675426 w 8064917"/>
              <a:gd name="connsiteY183" fmla="*/ 5263186 h 5504114"/>
              <a:gd name="connsiteX184" fmla="*/ 6666069 w 8064917"/>
              <a:gd name="connsiteY184" fmla="*/ 5261362 h 5504114"/>
              <a:gd name="connsiteX185" fmla="*/ 6665423 w 8064917"/>
              <a:gd name="connsiteY185" fmla="*/ 5260656 h 5504114"/>
              <a:gd name="connsiteX186" fmla="*/ 6665337 w 8064917"/>
              <a:gd name="connsiteY186" fmla="*/ 5260656 h 5504114"/>
              <a:gd name="connsiteX187" fmla="*/ 6673371 w 8064917"/>
              <a:gd name="connsiteY187" fmla="*/ 5258972 h 5504114"/>
              <a:gd name="connsiteX188" fmla="*/ 6792844 w 8064917"/>
              <a:gd name="connsiteY188" fmla="*/ 5298551 h 5504114"/>
              <a:gd name="connsiteX189" fmla="*/ 6792644 w 8064917"/>
              <a:gd name="connsiteY189" fmla="*/ 5298552 h 5504114"/>
              <a:gd name="connsiteX190" fmla="*/ 6792546 w 8064917"/>
              <a:gd name="connsiteY190" fmla="*/ 5298387 h 5504114"/>
              <a:gd name="connsiteX191" fmla="*/ 6777373 w 8064917"/>
              <a:gd name="connsiteY191" fmla="*/ 5294935 h 5504114"/>
              <a:gd name="connsiteX192" fmla="*/ 6781565 w 8064917"/>
              <a:gd name="connsiteY192" fmla="*/ 5290868 h 5504114"/>
              <a:gd name="connsiteX193" fmla="*/ 6781664 w 8064917"/>
              <a:gd name="connsiteY193" fmla="*/ 5290868 h 5504114"/>
              <a:gd name="connsiteX194" fmla="*/ 6785158 w 8064917"/>
              <a:gd name="connsiteY194" fmla="*/ 5291361 h 5504114"/>
              <a:gd name="connsiteX195" fmla="*/ 6792546 w 8064917"/>
              <a:gd name="connsiteY195" fmla="*/ 5298387 h 5504114"/>
              <a:gd name="connsiteX196" fmla="*/ 6792844 w 8064917"/>
              <a:gd name="connsiteY196" fmla="*/ 5298387 h 5504114"/>
              <a:gd name="connsiteX197" fmla="*/ 6792844 w 8064917"/>
              <a:gd name="connsiteY197" fmla="*/ 5298551 h 5504114"/>
              <a:gd name="connsiteX198" fmla="*/ 6828280 w 8064917"/>
              <a:gd name="connsiteY198" fmla="*/ 5302208 h 5504114"/>
              <a:gd name="connsiteX199" fmla="*/ 6817301 w 8064917"/>
              <a:gd name="connsiteY199" fmla="*/ 5307386 h 5504114"/>
              <a:gd name="connsiteX200" fmla="*/ 6809813 w 8064917"/>
              <a:gd name="connsiteY200" fmla="*/ 5307838 h 5504114"/>
              <a:gd name="connsiteX201" fmla="*/ 6793121 w 8064917"/>
              <a:gd name="connsiteY201" fmla="*/ 5298554 h 5504114"/>
              <a:gd name="connsiteX202" fmla="*/ 6793044 w 8064917"/>
              <a:gd name="connsiteY202" fmla="*/ 5298552 h 5504114"/>
              <a:gd name="connsiteX203" fmla="*/ 6793045 w 8064917"/>
              <a:gd name="connsiteY203" fmla="*/ 5298511 h 5504114"/>
              <a:gd name="connsiteX204" fmla="*/ 6793121 w 8064917"/>
              <a:gd name="connsiteY204" fmla="*/ 5298554 h 5504114"/>
              <a:gd name="connsiteX205" fmla="*/ 6821692 w 8064917"/>
              <a:gd name="connsiteY205" fmla="*/ 5299291 h 5504114"/>
              <a:gd name="connsiteX206" fmla="*/ 6951150 w 8064917"/>
              <a:gd name="connsiteY206" fmla="*/ 5270605 h 5504114"/>
              <a:gd name="connsiteX207" fmla="*/ 6945679 w 8064917"/>
              <a:gd name="connsiteY207" fmla="*/ 5273823 h 5504114"/>
              <a:gd name="connsiteX208" fmla="*/ 6939355 w 8064917"/>
              <a:gd name="connsiteY208" fmla="*/ 5271279 h 5504114"/>
              <a:gd name="connsiteX209" fmla="*/ 6939269 w 8064917"/>
              <a:gd name="connsiteY209" fmla="*/ 5271279 h 5504114"/>
              <a:gd name="connsiteX210" fmla="*/ 6942431 w 8064917"/>
              <a:gd name="connsiteY210" fmla="*/ 5267650 h 5504114"/>
              <a:gd name="connsiteX211" fmla="*/ 7096203 w 8064917"/>
              <a:gd name="connsiteY211" fmla="*/ 5261815 h 5504114"/>
              <a:gd name="connsiteX212" fmla="*/ 7091663 w 8064917"/>
              <a:gd name="connsiteY212" fmla="*/ 5265107 h 5504114"/>
              <a:gd name="connsiteX213" fmla="*/ 7091321 w 8064917"/>
              <a:gd name="connsiteY213" fmla="*/ 5258523 h 5504114"/>
              <a:gd name="connsiteX214" fmla="*/ 7096203 w 8064917"/>
              <a:gd name="connsiteY214" fmla="*/ 5261815 h 5504114"/>
              <a:gd name="connsiteX215" fmla="*/ 7119319 w 8064917"/>
              <a:gd name="connsiteY215" fmla="*/ 5281555 h 5504114"/>
              <a:gd name="connsiteX216" fmla="*/ 7597555 w 8064917"/>
              <a:gd name="connsiteY216" fmla="*/ 3518353 h 5504114"/>
              <a:gd name="connsiteX217" fmla="*/ 7597555 w 8064917"/>
              <a:gd name="connsiteY217" fmla="*/ 3518353 h 5504114"/>
              <a:gd name="connsiteX218" fmla="*/ 8064917 w 8064917"/>
              <a:gd name="connsiteY218" fmla="*/ 1795244 h 5504114"/>
              <a:gd name="connsiteX219" fmla="*/ 1446060 w 8064917"/>
              <a:gd name="connsiteY219" fmla="*/ 0 h 5504114"/>
              <a:gd name="connsiteX220" fmla="*/ 957355 w 8064917"/>
              <a:gd name="connsiteY220" fmla="*/ 1801800 h 5504114"/>
              <a:gd name="connsiteX221" fmla="*/ 957357 w 8064917"/>
              <a:gd name="connsiteY221" fmla="*/ 1801800 h 5504114"/>
              <a:gd name="connsiteX222" fmla="*/ 675143 w 8064917"/>
              <a:gd name="connsiteY222" fmla="*/ 2842288 h 5504114"/>
              <a:gd name="connsiteX223" fmla="*/ 675143 w 8064917"/>
              <a:gd name="connsiteY223" fmla="*/ 2842286 h 5504114"/>
              <a:gd name="connsiteX224" fmla="*/ 264881 w 8064917"/>
              <a:gd name="connsiteY224" fmla="*/ 4354873 h 5504114"/>
              <a:gd name="connsiteX225" fmla="*/ 0 w 8064917"/>
              <a:gd name="connsiteY225" fmla="*/ 5331460 h 5504114"/>
              <a:gd name="connsiteX226" fmla="*/ 24678 w 8064917"/>
              <a:gd name="connsiteY226" fmla="*/ 5332021 h 5504114"/>
              <a:gd name="connsiteX227" fmla="*/ 170704 w 8064917"/>
              <a:gd name="connsiteY227" fmla="*/ 5335392 h 5504114"/>
              <a:gd name="connsiteX228" fmla="*/ 160532 w 8064917"/>
              <a:gd name="connsiteY228" fmla="*/ 5346127 h 5504114"/>
              <a:gd name="connsiteX229" fmla="*/ 281473 w 8064917"/>
              <a:gd name="connsiteY229" fmla="*/ 5336589 h 5504114"/>
              <a:gd name="connsiteX230" fmla="*/ 350085 w 8064917"/>
              <a:gd name="connsiteY230" fmla="*/ 5340647 h 5504114"/>
              <a:gd name="connsiteX231" fmla="*/ 444637 w 8064917"/>
              <a:gd name="connsiteY231" fmla="*/ 5340627 h 5504114"/>
              <a:gd name="connsiteX232" fmla="*/ 446212 w 8064917"/>
              <a:gd name="connsiteY232" fmla="*/ 5347118 h 5504114"/>
              <a:gd name="connsiteX233" fmla="*/ 473664 w 8064917"/>
              <a:gd name="connsiteY233" fmla="*/ 5355048 h 5504114"/>
              <a:gd name="connsiteX234" fmla="*/ 488935 w 8064917"/>
              <a:gd name="connsiteY234" fmla="*/ 5352213 h 5504114"/>
              <a:gd name="connsiteX235" fmla="*/ 523474 w 8064917"/>
              <a:gd name="connsiteY235" fmla="*/ 5344940 h 5504114"/>
              <a:gd name="connsiteX236" fmla="*/ 535054 w 8064917"/>
              <a:gd name="connsiteY236" fmla="*/ 5346378 h 5504114"/>
              <a:gd name="connsiteX237" fmla="*/ 641564 w 8064917"/>
              <a:gd name="connsiteY237" fmla="*/ 5355458 h 5504114"/>
              <a:gd name="connsiteX238" fmla="*/ 652344 w 8064917"/>
              <a:gd name="connsiteY238" fmla="*/ 5360758 h 5504114"/>
              <a:gd name="connsiteX239" fmla="*/ 644657 w 8064917"/>
              <a:gd name="connsiteY239" fmla="*/ 5363676 h 5504114"/>
              <a:gd name="connsiteX240" fmla="*/ 565199 w 8064917"/>
              <a:gd name="connsiteY240" fmla="*/ 5366223 h 5504114"/>
              <a:gd name="connsiteX241" fmla="*/ 558212 w 8064917"/>
              <a:gd name="connsiteY241" fmla="*/ 5369099 h 5504114"/>
              <a:gd name="connsiteX242" fmla="*/ 566297 w 8064917"/>
              <a:gd name="connsiteY242" fmla="*/ 5371852 h 5504114"/>
              <a:gd name="connsiteX243" fmla="*/ 627887 w 8064917"/>
              <a:gd name="connsiteY243" fmla="*/ 5373948 h 5504114"/>
              <a:gd name="connsiteX244" fmla="*/ 683388 w 8064917"/>
              <a:gd name="connsiteY244" fmla="*/ 5367169 h 5504114"/>
              <a:gd name="connsiteX245" fmla="*/ 698959 w 8064917"/>
              <a:gd name="connsiteY245" fmla="*/ 5369387 h 5504114"/>
              <a:gd name="connsiteX246" fmla="*/ 719024 w 8064917"/>
              <a:gd name="connsiteY246" fmla="*/ 5373332 h 5504114"/>
              <a:gd name="connsiteX247" fmla="*/ 743681 w 8064917"/>
              <a:gd name="connsiteY247" fmla="*/ 5368196 h 5504114"/>
              <a:gd name="connsiteX248" fmla="*/ 760550 w 8064917"/>
              <a:gd name="connsiteY248" fmla="*/ 5365032 h 5504114"/>
              <a:gd name="connsiteX249" fmla="*/ 776021 w 8064917"/>
              <a:gd name="connsiteY249" fmla="*/ 5370743 h 5504114"/>
              <a:gd name="connsiteX250" fmla="*/ 790496 w 8064917"/>
              <a:gd name="connsiteY250" fmla="*/ 5379495 h 5504114"/>
              <a:gd name="connsiteX251" fmla="*/ 808763 w 8064917"/>
              <a:gd name="connsiteY251" fmla="*/ 5376742 h 5504114"/>
              <a:gd name="connsiteX252" fmla="*/ 832022 w 8064917"/>
              <a:gd name="connsiteY252" fmla="*/ 5373250 h 5504114"/>
              <a:gd name="connsiteX253" fmla="*/ 861768 w 8064917"/>
              <a:gd name="connsiteY253" fmla="*/ 5385905 h 5504114"/>
              <a:gd name="connsiteX254" fmla="*/ 872249 w 8064917"/>
              <a:gd name="connsiteY254" fmla="*/ 5389274 h 5504114"/>
              <a:gd name="connsiteX255" fmla="*/ 884228 w 8064917"/>
              <a:gd name="connsiteY255" fmla="*/ 5386151 h 5504114"/>
              <a:gd name="connsiteX256" fmla="*/ 914075 w 8064917"/>
              <a:gd name="connsiteY256" fmla="*/ 5376701 h 5504114"/>
              <a:gd name="connsiteX257" fmla="*/ 932842 w 8064917"/>
              <a:gd name="connsiteY257" fmla="*/ 5381138 h 5504114"/>
              <a:gd name="connsiteX258" fmla="*/ 951807 w 8064917"/>
              <a:gd name="connsiteY258" fmla="*/ 5381426 h 5504114"/>
              <a:gd name="connsiteX259" fmla="*/ 1014995 w 8064917"/>
              <a:gd name="connsiteY259" fmla="*/ 5373372 h 5504114"/>
              <a:gd name="connsiteX260" fmla="*/ 1056919 w 8064917"/>
              <a:gd name="connsiteY260" fmla="*/ 5374852 h 5504114"/>
              <a:gd name="connsiteX261" fmla="*/ 1098943 w 8064917"/>
              <a:gd name="connsiteY261" fmla="*/ 5376331 h 5504114"/>
              <a:gd name="connsiteX262" fmla="*/ 1122401 w 8064917"/>
              <a:gd name="connsiteY262" fmla="*/ 5381549 h 5504114"/>
              <a:gd name="connsiteX263" fmla="*/ 1161433 w 8064917"/>
              <a:gd name="connsiteY263" fmla="*/ 5374153 h 5504114"/>
              <a:gd name="connsiteX264" fmla="*/ 1171115 w 8064917"/>
              <a:gd name="connsiteY264" fmla="*/ 5373126 h 5504114"/>
              <a:gd name="connsiteX265" fmla="*/ 1208248 w 8064917"/>
              <a:gd name="connsiteY265" fmla="*/ 5384590 h 5504114"/>
              <a:gd name="connsiteX266" fmla="*/ 1241289 w 8064917"/>
              <a:gd name="connsiteY266" fmla="*/ 5400943 h 5504114"/>
              <a:gd name="connsiteX267" fmla="*/ 1327634 w 8064917"/>
              <a:gd name="connsiteY267" fmla="*/ 5409941 h 5504114"/>
              <a:gd name="connsiteX268" fmla="*/ 1329530 w 8064917"/>
              <a:gd name="connsiteY268" fmla="*/ 5410187 h 5504114"/>
              <a:gd name="connsiteX269" fmla="*/ 1353987 w 8064917"/>
              <a:gd name="connsiteY269" fmla="*/ 5405421 h 5504114"/>
              <a:gd name="connsiteX270" fmla="*/ 1390622 w 8064917"/>
              <a:gd name="connsiteY270" fmla="*/ 5401436 h 5504114"/>
              <a:gd name="connsiteX271" fmla="*/ 1408390 w 8064917"/>
              <a:gd name="connsiteY271" fmla="*/ 5392684 h 5504114"/>
              <a:gd name="connsiteX272" fmla="*/ 1443727 w 8064917"/>
              <a:gd name="connsiteY272" fmla="*/ 5391862 h 5504114"/>
              <a:gd name="connsiteX273" fmla="*/ 1561415 w 8064917"/>
              <a:gd name="connsiteY273" fmla="*/ 5408215 h 5504114"/>
              <a:gd name="connsiteX274" fmla="*/ 1575889 w 8064917"/>
              <a:gd name="connsiteY274" fmla="*/ 5410845 h 5504114"/>
              <a:gd name="connsiteX275" fmla="*/ 1596253 w 8064917"/>
              <a:gd name="connsiteY275" fmla="*/ 5399874 h 5504114"/>
              <a:gd name="connsiteX276" fmla="*/ 1612923 w 8064917"/>
              <a:gd name="connsiteY276" fmla="*/ 5393095 h 5504114"/>
              <a:gd name="connsiteX277" fmla="*/ 1618712 w 8064917"/>
              <a:gd name="connsiteY277" fmla="*/ 5393506 h 5504114"/>
              <a:gd name="connsiteX278" fmla="*/ 1664132 w 8064917"/>
              <a:gd name="connsiteY278" fmla="*/ 5402381 h 5504114"/>
              <a:gd name="connsiteX279" fmla="*/ 1667426 w 8064917"/>
              <a:gd name="connsiteY279" fmla="*/ 5408914 h 5504114"/>
              <a:gd name="connsiteX280" fmla="*/ 1631989 w 8064917"/>
              <a:gd name="connsiteY280" fmla="*/ 5416885 h 5504114"/>
              <a:gd name="connsiteX281" fmla="*/ 1597350 w 8064917"/>
              <a:gd name="connsiteY281" fmla="*/ 5425061 h 5504114"/>
              <a:gd name="connsiteX282" fmla="*/ 1624901 w 8064917"/>
              <a:gd name="connsiteY282" fmla="*/ 5429663 h 5504114"/>
              <a:gd name="connsiteX283" fmla="*/ 1627098 w 8064917"/>
              <a:gd name="connsiteY283" fmla="*/ 5429663 h 5504114"/>
              <a:gd name="connsiteX284" fmla="*/ 1629294 w 8064917"/>
              <a:gd name="connsiteY284" fmla="*/ 5429663 h 5504114"/>
              <a:gd name="connsiteX285" fmla="*/ 1634384 w 8064917"/>
              <a:gd name="connsiteY285" fmla="*/ 5429704 h 5504114"/>
              <a:gd name="connsiteX286" fmla="*/ 1656346 w 8064917"/>
              <a:gd name="connsiteY286" fmla="*/ 5437347 h 5504114"/>
              <a:gd name="connsiteX287" fmla="*/ 1680402 w 8064917"/>
              <a:gd name="connsiteY287" fmla="*/ 5448070 h 5504114"/>
              <a:gd name="connsiteX288" fmla="*/ 1694776 w 8064917"/>
              <a:gd name="connsiteY288" fmla="*/ 5440305 h 5504114"/>
              <a:gd name="connsiteX289" fmla="*/ 1790204 w 8064917"/>
              <a:gd name="connsiteY289" fmla="*/ 5411338 h 5504114"/>
              <a:gd name="connsiteX290" fmla="*/ 1793001 w 8064917"/>
              <a:gd name="connsiteY290" fmla="*/ 5411173 h 5504114"/>
              <a:gd name="connsiteX291" fmla="*/ 1816659 w 8064917"/>
              <a:gd name="connsiteY291" fmla="*/ 5416227 h 5504114"/>
              <a:gd name="connsiteX292" fmla="*/ 1800187 w 8064917"/>
              <a:gd name="connsiteY292" fmla="*/ 5429868 h 5504114"/>
              <a:gd name="connsiteX293" fmla="*/ 1782519 w 8064917"/>
              <a:gd name="connsiteY293" fmla="*/ 5433854 h 5504114"/>
              <a:gd name="connsiteX294" fmla="*/ 1785414 w 8064917"/>
              <a:gd name="connsiteY294" fmla="*/ 5445893 h 5504114"/>
              <a:gd name="connsiteX295" fmla="*/ 1875253 w 8064917"/>
              <a:gd name="connsiteY295" fmla="*/ 5457603 h 5504114"/>
              <a:gd name="connsiteX296" fmla="*/ 1909990 w 8064917"/>
              <a:gd name="connsiteY296" fmla="*/ 5455672 h 5504114"/>
              <a:gd name="connsiteX297" fmla="*/ 1919473 w 8064917"/>
              <a:gd name="connsiteY297" fmla="*/ 5448604 h 5504114"/>
              <a:gd name="connsiteX298" fmla="*/ 1911886 w 8064917"/>
              <a:gd name="connsiteY298" fmla="*/ 5441127 h 5504114"/>
              <a:gd name="connsiteX299" fmla="*/ 1862177 w 8064917"/>
              <a:gd name="connsiteY299" fmla="*/ 5438784 h 5504114"/>
              <a:gd name="connsiteX300" fmla="*/ 1841713 w 8064917"/>
              <a:gd name="connsiteY300" fmla="*/ 5431348 h 5504114"/>
              <a:gd name="connsiteX301" fmla="*/ 1853392 w 8064917"/>
              <a:gd name="connsiteY301" fmla="*/ 5419473 h 5504114"/>
              <a:gd name="connsiteX302" fmla="*/ 1942732 w 8064917"/>
              <a:gd name="connsiteY302" fmla="*/ 5401682 h 5504114"/>
              <a:gd name="connsiteX303" fmla="*/ 1957106 w 8064917"/>
              <a:gd name="connsiteY303" fmla="*/ 5401559 h 5504114"/>
              <a:gd name="connsiteX304" fmla="*/ 1961998 w 8064917"/>
              <a:gd name="connsiteY304" fmla="*/ 5401559 h 5504114"/>
              <a:gd name="connsiteX305" fmla="*/ 1966390 w 8064917"/>
              <a:gd name="connsiteY305" fmla="*/ 5401559 h 5504114"/>
              <a:gd name="connsiteX306" fmla="*/ 2039061 w 8064917"/>
              <a:gd name="connsiteY306" fmla="*/ 5393177 h 5504114"/>
              <a:gd name="connsiteX307" fmla="*/ 2041455 w 8064917"/>
              <a:gd name="connsiteY307" fmla="*/ 5392889 h 5504114"/>
              <a:gd name="connsiteX308" fmla="*/ 2057227 w 8064917"/>
              <a:gd name="connsiteY308" fmla="*/ 5394985 h 5504114"/>
              <a:gd name="connsiteX309" fmla="*/ 2051737 w 8064917"/>
              <a:gd name="connsiteY309" fmla="*/ 5402504 h 5504114"/>
              <a:gd name="connsiteX310" fmla="*/ 2014403 w 8064917"/>
              <a:gd name="connsiteY310" fmla="*/ 5421692 h 5504114"/>
              <a:gd name="connsiteX311" fmla="*/ 1991444 w 8064917"/>
              <a:gd name="connsiteY311" fmla="*/ 5430361 h 5504114"/>
              <a:gd name="connsiteX312" fmla="*/ 1986154 w 8064917"/>
              <a:gd name="connsiteY312" fmla="*/ 5434101 h 5504114"/>
              <a:gd name="connsiteX313" fmla="*/ 2000228 w 8064917"/>
              <a:gd name="connsiteY313" fmla="*/ 5438949 h 5504114"/>
              <a:gd name="connsiteX314" fmla="*/ 2011608 w 8064917"/>
              <a:gd name="connsiteY314" fmla="*/ 5439935 h 5504114"/>
              <a:gd name="connsiteX315" fmla="*/ 2063017 w 8064917"/>
              <a:gd name="connsiteY315" fmla="*/ 5430197 h 5504114"/>
              <a:gd name="connsiteX316" fmla="*/ 2088073 w 8064917"/>
              <a:gd name="connsiteY316" fmla="*/ 5447783 h 5504114"/>
              <a:gd name="connsiteX317" fmla="*/ 2091965 w 8064917"/>
              <a:gd name="connsiteY317" fmla="*/ 5447701 h 5504114"/>
              <a:gd name="connsiteX318" fmla="*/ 2102046 w 8064917"/>
              <a:gd name="connsiteY318" fmla="*/ 5447413 h 5504114"/>
              <a:gd name="connsiteX319" fmla="*/ 2111529 w 8064917"/>
              <a:gd name="connsiteY319" fmla="*/ 5448522 h 5504114"/>
              <a:gd name="connsiteX320" fmla="*/ 2135189 w 8064917"/>
              <a:gd name="connsiteY320" fmla="*/ 5454398 h 5504114"/>
              <a:gd name="connsiteX321" fmla="*/ 2159344 w 8064917"/>
              <a:gd name="connsiteY321" fmla="*/ 5446715 h 5504114"/>
              <a:gd name="connsiteX322" fmla="*/ 2175215 w 8064917"/>
              <a:gd name="connsiteY322" fmla="*/ 5441866 h 5504114"/>
              <a:gd name="connsiteX323" fmla="*/ 2191488 w 8064917"/>
              <a:gd name="connsiteY323" fmla="*/ 5445523 h 5504114"/>
              <a:gd name="connsiteX324" fmla="*/ 2203665 w 8064917"/>
              <a:gd name="connsiteY324" fmla="*/ 5447906 h 5504114"/>
              <a:gd name="connsiteX325" fmla="*/ 2227023 w 8064917"/>
              <a:gd name="connsiteY325" fmla="*/ 5443510 h 5504114"/>
              <a:gd name="connsiteX326" fmla="*/ 2268949 w 8064917"/>
              <a:gd name="connsiteY326" fmla="*/ 5438374 h 5504114"/>
              <a:gd name="connsiteX327" fmla="*/ 2311172 w 8064917"/>
              <a:gd name="connsiteY327" fmla="*/ 5444290 h 5504114"/>
              <a:gd name="connsiteX328" fmla="*/ 2360983 w 8064917"/>
              <a:gd name="connsiteY328" fmla="*/ 5453453 h 5504114"/>
              <a:gd name="connsiteX329" fmla="*/ 2389432 w 8064917"/>
              <a:gd name="connsiteY329" fmla="*/ 5449138 h 5504114"/>
              <a:gd name="connsiteX330" fmla="*/ 2391529 w 8064917"/>
              <a:gd name="connsiteY330" fmla="*/ 5448892 h 5504114"/>
              <a:gd name="connsiteX331" fmla="*/ 2406901 w 8064917"/>
              <a:gd name="connsiteY331" fmla="*/ 5451932 h 5504114"/>
              <a:gd name="connsiteX332" fmla="*/ 2450622 w 8064917"/>
              <a:gd name="connsiteY332" fmla="*/ 5458507 h 5504114"/>
              <a:gd name="connsiteX333" fmla="*/ 2491349 w 8064917"/>
              <a:gd name="connsiteY333" fmla="*/ 5453001 h 5504114"/>
              <a:gd name="connsiteX334" fmla="*/ 2536569 w 8064917"/>
              <a:gd name="connsiteY334" fmla="*/ 5448235 h 5504114"/>
              <a:gd name="connsiteX335" fmla="*/ 2553638 w 8064917"/>
              <a:gd name="connsiteY335" fmla="*/ 5448440 h 5504114"/>
              <a:gd name="connsiteX336" fmla="*/ 2570707 w 8064917"/>
              <a:gd name="connsiteY336" fmla="*/ 5448645 h 5504114"/>
              <a:gd name="connsiteX337" fmla="*/ 2624610 w 8064917"/>
              <a:gd name="connsiteY337" fmla="*/ 5440592 h 5504114"/>
              <a:gd name="connsiteX338" fmla="*/ 2655056 w 8064917"/>
              <a:gd name="connsiteY338" fmla="*/ 5457274 h 5504114"/>
              <a:gd name="connsiteX339" fmla="*/ 2674321 w 8064917"/>
              <a:gd name="connsiteY339" fmla="*/ 5457932 h 5504114"/>
              <a:gd name="connsiteX340" fmla="*/ 2683405 w 8064917"/>
              <a:gd name="connsiteY340" fmla="*/ 5458013 h 5504114"/>
              <a:gd name="connsiteX341" fmla="*/ 2734215 w 8064917"/>
              <a:gd name="connsiteY341" fmla="*/ 5457644 h 5504114"/>
              <a:gd name="connsiteX342" fmla="*/ 2739804 w 8064917"/>
              <a:gd name="connsiteY342" fmla="*/ 5457644 h 5504114"/>
              <a:gd name="connsiteX343" fmla="*/ 2764161 w 8064917"/>
              <a:gd name="connsiteY343" fmla="*/ 5458630 h 5504114"/>
              <a:gd name="connsiteX344" fmla="*/ 2769450 w 8064917"/>
              <a:gd name="connsiteY344" fmla="*/ 5465040 h 5504114"/>
              <a:gd name="connsiteX345" fmla="*/ 2779235 w 8064917"/>
              <a:gd name="connsiteY345" fmla="*/ 5475805 h 5504114"/>
              <a:gd name="connsiteX346" fmla="*/ 2783924 w 8064917"/>
              <a:gd name="connsiteY346" fmla="*/ 5475887 h 5504114"/>
              <a:gd name="connsiteX347" fmla="*/ 2853401 w 8064917"/>
              <a:gd name="connsiteY347" fmla="*/ 5463848 h 5504114"/>
              <a:gd name="connsiteX348" fmla="*/ 2843020 w 8064917"/>
              <a:gd name="connsiteY348" fmla="*/ 5452467 h 5504114"/>
              <a:gd name="connsiteX349" fmla="*/ 2866678 w 8064917"/>
              <a:gd name="connsiteY349" fmla="*/ 5448152 h 5504114"/>
              <a:gd name="connsiteX350" fmla="*/ 2895626 w 8064917"/>
              <a:gd name="connsiteY350" fmla="*/ 5452919 h 5504114"/>
              <a:gd name="connsiteX351" fmla="*/ 2898619 w 8064917"/>
              <a:gd name="connsiteY351" fmla="*/ 5455014 h 5504114"/>
              <a:gd name="connsiteX352" fmla="*/ 2897622 w 8064917"/>
              <a:gd name="connsiteY352" fmla="*/ 5454726 h 5504114"/>
              <a:gd name="connsiteX353" fmla="*/ 2895326 w 8064917"/>
              <a:gd name="connsiteY353" fmla="*/ 5454439 h 5504114"/>
              <a:gd name="connsiteX354" fmla="*/ 2889836 w 8064917"/>
              <a:gd name="connsiteY354" fmla="*/ 5456781 h 5504114"/>
              <a:gd name="connsiteX355" fmla="*/ 2894925 w 8064917"/>
              <a:gd name="connsiteY355" fmla="*/ 5466313 h 5504114"/>
              <a:gd name="connsiteX356" fmla="*/ 2917586 w 8064917"/>
              <a:gd name="connsiteY356" fmla="*/ 5466806 h 5504114"/>
              <a:gd name="connsiteX357" fmla="*/ 2935254 w 8064917"/>
              <a:gd name="connsiteY357" fmla="*/ 5466683 h 5504114"/>
              <a:gd name="connsiteX358" fmla="*/ 2952723 w 8064917"/>
              <a:gd name="connsiteY358" fmla="*/ 5466560 h 5504114"/>
              <a:gd name="connsiteX359" fmla="*/ 2955618 w 8064917"/>
              <a:gd name="connsiteY359" fmla="*/ 5466560 h 5504114"/>
              <a:gd name="connsiteX360" fmla="*/ 3006326 w 8064917"/>
              <a:gd name="connsiteY360" fmla="*/ 5467218 h 5504114"/>
              <a:gd name="connsiteX361" fmla="*/ 3016708 w 8064917"/>
              <a:gd name="connsiteY361" fmla="*/ 5467382 h 5504114"/>
              <a:gd name="connsiteX362" fmla="*/ 3022298 w 8064917"/>
              <a:gd name="connsiteY362" fmla="*/ 5467382 h 5504114"/>
              <a:gd name="connsiteX363" fmla="*/ 3027888 w 8064917"/>
              <a:gd name="connsiteY363" fmla="*/ 5467382 h 5504114"/>
              <a:gd name="connsiteX364" fmla="*/ 3064522 w 8064917"/>
              <a:gd name="connsiteY364" fmla="*/ 5471819 h 5504114"/>
              <a:gd name="connsiteX365" fmla="*/ 3074105 w 8064917"/>
              <a:gd name="connsiteY365" fmla="*/ 5473340 h 5504114"/>
              <a:gd name="connsiteX366" fmla="*/ 3092173 w 8064917"/>
              <a:gd name="connsiteY366" fmla="*/ 5469929 h 5504114"/>
              <a:gd name="connsiteX367" fmla="*/ 3111140 w 8064917"/>
              <a:gd name="connsiteY367" fmla="*/ 5466519 h 5504114"/>
              <a:gd name="connsiteX368" fmla="*/ 3118026 w 8064917"/>
              <a:gd name="connsiteY368" fmla="*/ 5467135 h 5504114"/>
              <a:gd name="connsiteX369" fmla="*/ 3128009 w 8064917"/>
              <a:gd name="connsiteY369" fmla="*/ 5467586 h 5504114"/>
              <a:gd name="connsiteX370" fmla="*/ 3142881 w 8064917"/>
              <a:gd name="connsiteY370" fmla="*/ 5478064 h 5504114"/>
              <a:gd name="connsiteX371" fmla="*/ 3160050 w 8064917"/>
              <a:gd name="connsiteY371" fmla="*/ 5495321 h 5504114"/>
              <a:gd name="connsiteX372" fmla="*/ 3162845 w 8064917"/>
              <a:gd name="connsiteY372" fmla="*/ 5495321 h 5504114"/>
              <a:gd name="connsiteX373" fmla="*/ 3205969 w 8064917"/>
              <a:gd name="connsiteY373" fmla="*/ 5494130 h 5504114"/>
              <a:gd name="connsiteX374" fmla="*/ 3232322 w 8064917"/>
              <a:gd name="connsiteY374" fmla="*/ 5496800 h 5504114"/>
              <a:gd name="connsiteX375" fmla="*/ 3293712 w 8064917"/>
              <a:gd name="connsiteY375" fmla="*/ 5503621 h 5504114"/>
              <a:gd name="connsiteX376" fmla="*/ 3306690 w 8064917"/>
              <a:gd name="connsiteY376" fmla="*/ 5503539 h 5504114"/>
              <a:gd name="connsiteX377" fmla="*/ 3319567 w 8064917"/>
              <a:gd name="connsiteY377" fmla="*/ 5503457 h 5504114"/>
              <a:gd name="connsiteX378" fmla="*/ 3330147 w 8064917"/>
              <a:gd name="connsiteY378" fmla="*/ 5503580 h 5504114"/>
              <a:gd name="connsiteX379" fmla="*/ 3344921 w 8064917"/>
              <a:gd name="connsiteY379" fmla="*/ 5503745 h 5504114"/>
              <a:gd name="connsiteX380" fmla="*/ 3343823 w 8064917"/>
              <a:gd name="connsiteY380" fmla="*/ 5504114 h 5504114"/>
              <a:gd name="connsiteX381" fmla="*/ 3377661 w 8064917"/>
              <a:gd name="connsiteY381" fmla="*/ 5501320 h 5504114"/>
              <a:gd name="connsiteX382" fmla="*/ 3387145 w 8064917"/>
              <a:gd name="connsiteY382" fmla="*/ 5479955 h 5504114"/>
              <a:gd name="connsiteX383" fmla="*/ 3406110 w 8064917"/>
              <a:gd name="connsiteY383" fmla="*/ 5464218 h 5504114"/>
              <a:gd name="connsiteX384" fmla="*/ 3421681 w 8064917"/>
              <a:gd name="connsiteY384" fmla="*/ 5461547 h 5504114"/>
              <a:gd name="connsiteX385" fmla="*/ 3426973 w 8064917"/>
              <a:gd name="connsiteY385" fmla="*/ 5465203 h 5504114"/>
              <a:gd name="connsiteX386" fmla="*/ 3427970 w 8064917"/>
              <a:gd name="connsiteY386" fmla="*/ 5474490 h 5504114"/>
              <a:gd name="connsiteX387" fmla="*/ 3442745 w 8064917"/>
              <a:gd name="connsiteY387" fmla="*/ 5494253 h 5504114"/>
              <a:gd name="connsiteX388" fmla="*/ 3477981 w 8064917"/>
              <a:gd name="connsiteY388" fmla="*/ 5487842 h 5504114"/>
              <a:gd name="connsiteX389" fmla="*/ 3529290 w 8064917"/>
              <a:gd name="connsiteY389" fmla="*/ 5476585 h 5504114"/>
              <a:gd name="connsiteX390" fmla="*/ 3531685 w 8064917"/>
              <a:gd name="connsiteY390" fmla="*/ 5472682 h 5504114"/>
              <a:gd name="connsiteX391" fmla="*/ 3559936 w 8064917"/>
              <a:gd name="connsiteY391" fmla="*/ 5461383 h 5504114"/>
              <a:gd name="connsiteX392" fmla="*/ 3583194 w 8064917"/>
              <a:gd name="connsiteY392" fmla="*/ 5469025 h 5504114"/>
              <a:gd name="connsiteX393" fmla="*/ 3618929 w 8064917"/>
              <a:gd name="connsiteY393" fmla="*/ 5476791 h 5504114"/>
              <a:gd name="connsiteX394" fmla="*/ 3646680 w 8064917"/>
              <a:gd name="connsiteY394" fmla="*/ 5473709 h 5504114"/>
              <a:gd name="connsiteX395" fmla="*/ 3681817 w 8064917"/>
              <a:gd name="connsiteY395" fmla="*/ 5465697 h 5504114"/>
              <a:gd name="connsiteX396" fmla="*/ 3733624 w 8064917"/>
              <a:gd name="connsiteY396" fmla="*/ 5446960 h 5504114"/>
              <a:gd name="connsiteX397" fmla="*/ 3742009 w 8064917"/>
              <a:gd name="connsiteY397" fmla="*/ 5447208 h 5504114"/>
              <a:gd name="connsiteX398" fmla="*/ 3742208 w 8064917"/>
              <a:gd name="connsiteY398" fmla="*/ 5447208 h 5504114"/>
              <a:gd name="connsiteX399" fmla="*/ 3753190 w 8064917"/>
              <a:gd name="connsiteY399" fmla="*/ 5440592 h 5504114"/>
              <a:gd name="connsiteX400" fmla="*/ 3764270 w 8064917"/>
              <a:gd name="connsiteY400" fmla="*/ 5432293 h 5504114"/>
              <a:gd name="connsiteX401" fmla="*/ 3777146 w 8064917"/>
              <a:gd name="connsiteY401" fmla="*/ 5435785 h 5504114"/>
              <a:gd name="connsiteX402" fmla="*/ 3816775 w 8064917"/>
              <a:gd name="connsiteY402" fmla="*/ 5447576 h 5504114"/>
              <a:gd name="connsiteX403" fmla="*/ 3844325 w 8064917"/>
              <a:gd name="connsiteY403" fmla="*/ 5441578 h 5504114"/>
              <a:gd name="connsiteX404" fmla="*/ 3870280 w 8064917"/>
              <a:gd name="connsiteY404" fmla="*/ 5438209 h 5504114"/>
              <a:gd name="connsiteX405" fmla="*/ 3881758 w 8064917"/>
              <a:gd name="connsiteY405" fmla="*/ 5439606 h 5504114"/>
              <a:gd name="connsiteX406" fmla="*/ 3907812 w 8064917"/>
              <a:gd name="connsiteY406" fmla="*/ 5446016 h 5504114"/>
              <a:gd name="connsiteX407" fmla="*/ 3942549 w 8064917"/>
              <a:gd name="connsiteY407" fmla="*/ 5438826 h 5504114"/>
              <a:gd name="connsiteX408" fmla="*/ 4008332 w 8064917"/>
              <a:gd name="connsiteY408" fmla="*/ 5428759 h 5504114"/>
              <a:gd name="connsiteX409" fmla="*/ 4047761 w 8064917"/>
              <a:gd name="connsiteY409" fmla="*/ 5432416 h 5504114"/>
              <a:gd name="connsiteX410" fmla="*/ 4145486 w 8064917"/>
              <a:gd name="connsiteY410" fmla="*/ 5439072 h 5504114"/>
              <a:gd name="connsiteX411" fmla="*/ 4172039 w 8064917"/>
              <a:gd name="connsiteY411" fmla="*/ 5439277 h 5504114"/>
              <a:gd name="connsiteX412" fmla="*/ 4183317 w 8064917"/>
              <a:gd name="connsiteY412" fmla="*/ 5439277 h 5504114"/>
              <a:gd name="connsiteX413" fmla="*/ 4194299 w 8064917"/>
              <a:gd name="connsiteY413" fmla="*/ 5439277 h 5504114"/>
              <a:gd name="connsiteX414" fmla="*/ 4226741 w 8064917"/>
              <a:gd name="connsiteY414" fmla="*/ 5439606 h 5504114"/>
              <a:gd name="connsiteX415" fmla="*/ 4244109 w 8064917"/>
              <a:gd name="connsiteY415" fmla="*/ 5448152 h 5504114"/>
              <a:gd name="connsiteX416" fmla="*/ 4282739 w 8064917"/>
              <a:gd name="connsiteY416" fmla="*/ 5449631 h 5504114"/>
              <a:gd name="connsiteX417" fmla="*/ 4302305 w 8064917"/>
              <a:gd name="connsiteY417" fmla="*/ 5447701 h 5504114"/>
              <a:gd name="connsiteX418" fmla="*/ 4418997 w 8064917"/>
              <a:gd name="connsiteY418" fmla="*/ 5438784 h 5504114"/>
              <a:gd name="connsiteX419" fmla="*/ 4455530 w 8064917"/>
              <a:gd name="connsiteY419" fmla="*/ 5432416 h 5504114"/>
              <a:gd name="connsiteX420" fmla="*/ 4470405 w 8064917"/>
              <a:gd name="connsiteY420" fmla="*/ 5430731 h 5504114"/>
              <a:gd name="connsiteX421" fmla="*/ 4482881 w 8064917"/>
              <a:gd name="connsiteY421" fmla="*/ 5433567 h 5504114"/>
              <a:gd name="connsiteX422" fmla="*/ 4475995 w 8064917"/>
              <a:gd name="connsiteY422" fmla="*/ 5440880 h 5504114"/>
              <a:gd name="connsiteX423" fmla="*/ 4468907 w 8064917"/>
              <a:gd name="connsiteY423" fmla="*/ 5458548 h 5504114"/>
              <a:gd name="connsiteX424" fmla="*/ 4478089 w 8064917"/>
              <a:gd name="connsiteY424" fmla="*/ 5465615 h 5504114"/>
              <a:gd name="connsiteX425" fmla="*/ 4484180 w 8064917"/>
              <a:gd name="connsiteY425" fmla="*/ 5461917 h 5504114"/>
              <a:gd name="connsiteX426" fmla="*/ 4546667 w 8064917"/>
              <a:gd name="connsiteY426" fmla="*/ 5439359 h 5504114"/>
              <a:gd name="connsiteX427" fmla="*/ 4559543 w 8064917"/>
              <a:gd name="connsiteY427" fmla="*/ 5439648 h 5504114"/>
              <a:gd name="connsiteX428" fmla="*/ 4617642 w 8064917"/>
              <a:gd name="connsiteY428" fmla="*/ 5445523 h 5504114"/>
              <a:gd name="connsiteX429" fmla="*/ 4631316 w 8064917"/>
              <a:gd name="connsiteY429" fmla="*/ 5447084 h 5504114"/>
              <a:gd name="connsiteX430" fmla="*/ 4644992 w 8064917"/>
              <a:gd name="connsiteY430" fmla="*/ 5445646 h 5504114"/>
              <a:gd name="connsiteX431" fmla="*/ 4683922 w 8064917"/>
              <a:gd name="connsiteY431" fmla="*/ 5438949 h 5504114"/>
              <a:gd name="connsiteX432" fmla="*/ 4701190 w 8064917"/>
              <a:gd name="connsiteY432" fmla="*/ 5441743 h 5504114"/>
              <a:gd name="connsiteX433" fmla="*/ 4717063 w 8064917"/>
              <a:gd name="connsiteY433" fmla="*/ 5444907 h 5504114"/>
              <a:gd name="connsiteX434" fmla="*/ 4733632 w 8064917"/>
              <a:gd name="connsiteY434" fmla="*/ 5442236 h 5504114"/>
              <a:gd name="connsiteX435" fmla="*/ 4748206 w 8064917"/>
              <a:gd name="connsiteY435" fmla="*/ 5439564 h 5504114"/>
              <a:gd name="connsiteX436" fmla="*/ 4752897 w 8064917"/>
              <a:gd name="connsiteY436" fmla="*/ 5440058 h 5504114"/>
              <a:gd name="connsiteX437" fmla="*/ 4779949 w 8064917"/>
              <a:gd name="connsiteY437" fmla="*/ 5442893 h 5504114"/>
              <a:gd name="connsiteX438" fmla="*/ 4815087 w 8064917"/>
              <a:gd name="connsiteY438" fmla="*/ 5440141 h 5504114"/>
              <a:gd name="connsiteX439" fmla="*/ 4837947 w 8064917"/>
              <a:gd name="connsiteY439" fmla="*/ 5438990 h 5504114"/>
              <a:gd name="connsiteX440" fmla="*/ 4884861 w 8064917"/>
              <a:gd name="connsiteY440" fmla="*/ 5440798 h 5504114"/>
              <a:gd name="connsiteX441" fmla="*/ 4886959 w 8064917"/>
              <a:gd name="connsiteY441" fmla="*/ 5447454 h 5504114"/>
              <a:gd name="connsiteX442" fmla="*/ 4876876 w 8064917"/>
              <a:gd name="connsiteY442" fmla="*/ 5459370 h 5504114"/>
              <a:gd name="connsiteX443" fmla="*/ 4885960 w 8064917"/>
              <a:gd name="connsiteY443" fmla="*/ 5464382 h 5504114"/>
              <a:gd name="connsiteX444" fmla="*/ 4905425 w 8064917"/>
              <a:gd name="connsiteY444" fmla="*/ 5459411 h 5504114"/>
              <a:gd name="connsiteX445" fmla="*/ 4991571 w 8064917"/>
              <a:gd name="connsiteY445" fmla="*/ 5449467 h 5504114"/>
              <a:gd name="connsiteX446" fmla="*/ 4999157 w 8064917"/>
              <a:gd name="connsiteY446" fmla="*/ 5449590 h 5504114"/>
              <a:gd name="connsiteX447" fmla="*/ 5020120 w 8064917"/>
              <a:gd name="connsiteY447" fmla="*/ 5449016 h 5504114"/>
              <a:gd name="connsiteX448" fmla="*/ 5040982 w 8064917"/>
              <a:gd name="connsiteY448" fmla="*/ 5448440 h 5504114"/>
              <a:gd name="connsiteX449" fmla="*/ 5080213 w 8064917"/>
              <a:gd name="connsiteY449" fmla="*/ 5453412 h 5504114"/>
              <a:gd name="connsiteX450" fmla="*/ 5118044 w 8064917"/>
              <a:gd name="connsiteY450" fmla="*/ 5457603 h 5504114"/>
              <a:gd name="connsiteX451" fmla="*/ 5150485 w 8064917"/>
              <a:gd name="connsiteY451" fmla="*/ 5457849 h 5504114"/>
              <a:gd name="connsiteX452" fmla="*/ 5171848 w 8064917"/>
              <a:gd name="connsiteY452" fmla="*/ 5457808 h 5504114"/>
              <a:gd name="connsiteX453" fmla="*/ 5193210 w 8064917"/>
              <a:gd name="connsiteY453" fmla="*/ 5457767 h 5504114"/>
              <a:gd name="connsiteX454" fmla="*/ 5209480 w 8064917"/>
              <a:gd name="connsiteY454" fmla="*/ 5457808 h 5504114"/>
              <a:gd name="connsiteX455" fmla="*/ 5211278 w 8064917"/>
              <a:gd name="connsiteY455" fmla="*/ 5457808 h 5504114"/>
              <a:gd name="connsiteX456" fmla="*/ 5271570 w 8064917"/>
              <a:gd name="connsiteY456" fmla="*/ 5452508 h 5504114"/>
              <a:gd name="connsiteX457" fmla="*/ 5331763 w 8064917"/>
              <a:gd name="connsiteY457" fmla="*/ 5447208 h 5504114"/>
              <a:gd name="connsiteX458" fmla="*/ 5347134 w 8064917"/>
              <a:gd name="connsiteY458" fmla="*/ 5447701 h 5504114"/>
              <a:gd name="connsiteX459" fmla="*/ 5355519 w 8064917"/>
              <a:gd name="connsiteY459" fmla="*/ 5445523 h 5504114"/>
              <a:gd name="connsiteX460" fmla="*/ 5358413 w 8064917"/>
              <a:gd name="connsiteY460" fmla="*/ 5442688 h 5504114"/>
              <a:gd name="connsiteX461" fmla="*/ 5351226 w 8064917"/>
              <a:gd name="connsiteY461" fmla="*/ 5439565 h 5504114"/>
              <a:gd name="connsiteX462" fmla="*/ 5330564 w 8064917"/>
              <a:gd name="connsiteY462" fmla="*/ 5433813 h 5504114"/>
              <a:gd name="connsiteX463" fmla="*/ 5351527 w 8064917"/>
              <a:gd name="connsiteY463" fmla="*/ 5423500 h 5504114"/>
              <a:gd name="connsiteX464" fmla="*/ 5357515 w 8064917"/>
              <a:gd name="connsiteY464" fmla="*/ 5424197 h 5504114"/>
              <a:gd name="connsiteX465" fmla="*/ 5375285 w 8064917"/>
              <a:gd name="connsiteY465" fmla="*/ 5427157 h 5504114"/>
              <a:gd name="connsiteX466" fmla="*/ 5390556 w 8064917"/>
              <a:gd name="connsiteY466" fmla="*/ 5423253 h 5504114"/>
              <a:gd name="connsiteX467" fmla="*/ 5412817 w 8064917"/>
              <a:gd name="connsiteY467" fmla="*/ 5414171 h 5504114"/>
              <a:gd name="connsiteX468" fmla="*/ 5419604 w 8064917"/>
              <a:gd name="connsiteY468" fmla="*/ 5414953 h 5504114"/>
              <a:gd name="connsiteX469" fmla="*/ 5426291 w 8064917"/>
              <a:gd name="connsiteY469" fmla="*/ 5427567 h 5504114"/>
              <a:gd name="connsiteX470" fmla="*/ 5426291 w 8064917"/>
              <a:gd name="connsiteY470" fmla="*/ 5432087 h 5504114"/>
              <a:gd name="connsiteX471" fmla="*/ 5438769 w 8064917"/>
              <a:gd name="connsiteY471" fmla="*/ 5436031 h 5504114"/>
              <a:gd name="connsiteX472" fmla="*/ 5468017 w 8064917"/>
              <a:gd name="connsiteY472" fmla="*/ 5430115 h 5504114"/>
              <a:gd name="connsiteX473" fmla="*/ 5483589 w 8064917"/>
              <a:gd name="connsiteY473" fmla="*/ 5433731 h 5504114"/>
              <a:gd name="connsiteX474" fmla="*/ 5494270 w 8064917"/>
              <a:gd name="connsiteY474" fmla="*/ 5436525 h 5504114"/>
              <a:gd name="connsiteX475" fmla="*/ 5506248 w 8064917"/>
              <a:gd name="connsiteY475" fmla="*/ 5434060 h 5504114"/>
              <a:gd name="connsiteX476" fmla="*/ 5517628 w 8064917"/>
              <a:gd name="connsiteY476" fmla="*/ 5431594 h 5504114"/>
              <a:gd name="connsiteX477" fmla="*/ 5524416 w 8064917"/>
              <a:gd name="connsiteY477" fmla="*/ 5433032 h 5504114"/>
              <a:gd name="connsiteX478" fmla="*/ 5536794 w 8064917"/>
              <a:gd name="connsiteY478" fmla="*/ 5435949 h 5504114"/>
              <a:gd name="connsiteX479" fmla="*/ 5556359 w 8064917"/>
              <a:gd name="connsiteY479" fmla="*/ 5429951 h 5504114"/>
              <a:gd name="connsiteX480" fmla="*/ 5570733 w 8064917"/>
              <a:gd name="connsiteY480" fmla="*/ 5408462 h 5504114"/>
              <a:gd name="connsiteX481" fmla="*/ 5588601 w 8064917"/>
              <a:gd name="connsiteY481" fmla="*/ 5402586 h 5504114"/>
              <a:gd name="connsiteX482" fmla="*/ 5594490 w 8064917"/>
              <a:gd name="connsiteY482" fmla="*/ 5402915 h 5504114"/>
              <a:gd name="connsiteX483" fmla="*/ 5607866 w 8064917"/>
              <a:gd name="connsiteY483" fmla="*/ 5408544 h 5504114"/>
              <a:gd name="connsiteX484" fmla="*/ 5609164 w 8064917"/>
              <a:gd name="connsiteY484" fmla="*/ 5417789 h 5504114"/>
              <a:gd name="connsiteX485" fmla="*/ 5646597 w 8064917"/>
              <a:gd name="connsiteY485" fmla="*/ 5433936 h 5504114"/>
              <a:gd name="connsiteX486" fmla="*/ 5683031 w 8064917"/>
              <a:gd name="connsiteY486" fmla="*/ 5439318 h 5504114"/>
              <a:gd name="connsiteX487" fmla="*/ 5702697 w 8064917"/>
              <a:gd name="connsiteY487" fmla="*/ 5436525 h 5504114"/>
              <a:gd name="connsiteX488" fmla="*/ 5752408 w 8064917"/>
              <a:gd name="connsiteY488" fmla="*/ 5428759 h 5504114"/>
              <a:gd name="connsiteX489" fmla="*/ 5796429 w 8064917"/>
              <a:gd name="connsiteY489" fmla="*/ 5435456 h 5504114"/>
              <a:gd name="connsiteX490" fmla="*/ 5838155 w 8064917"/>
              <a:gd name="connsiteY490" fmla="*/ 5431142 h 5504114"/>
              <a:gd name="connsiteX491" fmla="*/ 5867603 w 8064917"/>
              <a:gd name="connsiteY491" fmla="*/ 5438085 h 5504114"/>
              <a:gd name="connsiteX492" fmla="*/ 5885869 w 8064917"/>
              <a:gd name="connsiteY492" fmla="*/ 5436566 h 5504114"/>
              <a:gd name="connsiteX493" fmla="*/ 5928891 w 8064917"/>
              <a:gd name="connsiteY493" fmla="*/ 5429868 h 5504114"/>
              <a:gd name="connsiteX494" fmla="*/ 5942666 w 8064917"/>
              <a:gd name="connsiteY494" fmla="*/ 5429992 h 5504114"/>
              <a:gd name="connsiteX495" fmla="*/ 5973114 w 8064917"/>
              <a:gd name="connsiteY495" fmla="*/ 5430156 h 5504114"/>
              <a:gd name="connsiteX496" fmla="*/ 5991979 w 8064917"/>
              <a:gd name="connsiteY496" fmla="*/ 5430156 h 5504114"/>
              <a:gd name="connsiteX497" fmla="*/ 6010145 w 8064917"/>
              <a:gd name="connsiteY497" fmla="*/ 5430156 h 5504114"/>
              <a:gd name="connsiteX498" fmla="*/ 6024022 w 8064917"/>
              <a:gd name="connsiteY498" fmla="*/ 5430156 h 5504114"/>
              <a:gd name="connsiteX499" fmla="*/ 6024721 w 8064917"/>
              <a:gd name="connsiteY499" fmla="*/ 5430156 h 5504114"/>
              <a:gd name="connsiteX500" fmla="*/ 6058759 w 8064917"/>
              <a:gd name="connsiteY500" fmla="*/ 5417336 h 5504114"/>
              <a:gd name="connsiteX501" fmla="*/ 6066645 w 8064917"/>
              <a:gd name="connsiteY501" fmla="*/ 5413310 h 5504114"/>
              <a:gd name="connsiteX502" fmla="*/ 6072536 w 8064917"/>
              <a:gd name="connsiteY502" fmla="*/ 5414255 h 5504114"/>
              <a:gd name="connsiteX503" fmla="*/ 6088706 w 8064917"/>
              <a:gd name="connsiteY503" fmla="*/ 5418199 h 5504114"/>
              <a:gd name="connsiteX504" fmla="*/ 6098588 w 8064917"/>
              <a:gd name="connsiteY504" fmla="*/ 5411050 h 5504114"/>
              <a:gd name="connsiteX505" fmla="*/ 6120849 w 8064917"/>
              <a:gd name="connsiteY505" fmla="*/ 5381220 h 5504114"/>
              <a:gd name="connsiteX506" fmla="*/ 6137916 w 8064917"/>
              <a:gd name="connsiteY506" fmla="*/ 5374153 h 5504114"/>
              <a:gd name="connsiteX507" fmla="*/ 6151195 w 8064917"/>
              <a:gd name="connsiteY507" fmla="*/ 5375632 h 5504114"/>
              <a:gd name="connsiteX508" fmla="*/ 6179144 w 8064917"/>
              <a:gd name="connsiteY508" fmla="*/ 5383028 h 5504114"/>
              <a:gd name="connsiteX509" fmla="*/ 6186131 w 8064917"/>
              <a:gd name="connsiteY509" fmla="*/ 5381919 h 5504114"/>
              <a:gd name="connsiteX510" fmla="*/ 6251115 w 8064917"/>
              <a:gd name="connsiteY510" fmla="*/ 5371565 h 5504114"/>
              <a:gd name="connsiteX511" fmla="*/ 6257504 w 8064917"/>
              <a:gd name="connsiteY511" fmla="*/ 5368648 h 5504114"/>
              <a:gd name="connsiteX512" fmla="*/ 6240333 w 8064917"/>
              <a:gd name="connsiteY512" fmla="*/ 5364169 h 5504114"/>
              <a:gd name="connsiteX513" fmla="*/ 6225761 w 8064917"/>
              <a:gd name="connsiteY513" fmla="*/ 5359608 h 5504114"/>
              <a:gd name="connsiteX514" fmla="*/ 6266687 w 8064917"/>
              <a:gd name="connsiteY514" fmla="*/ 5346460 h 5504114"/>
              <a:gd name="connsiteX515" fmla="*/ 6272875 w 8064917"/>
              <a:gd name="connsiteY515" fmla="*/ 5347158 h 5504114"/>
              <a:gd name="connsiteX516" fmla="*/ 6302322 w 8064917"/>
              <a:gd name="connsiteY516" fmla="*/ 5363306 h 5504114"/>
              <a:gd name="connsiteX517" fmla="*/ 6335564 w 8064917"/>
              <a:gd name="connsiteY517" fmla="*/ 5356198 h 5504114"/>
              <a:gd name="connsiteX518" fmla="*/ 6343149 w 8064917"/>
              <a:gd name="connsiteY518" fmla="*/ 5355746 h 5504114"/>
              <a:gd name="connsiteX519" fmla="*/ 6363213 w 8064917"/>
              <a:gd name="connsiteY519" fmla="*/ 5363717 h 5504114"/>
              <a:gd name="connsiteX520" fmla="*/ 6448261 w 8064917"/>
              <a:gd name="connsiteY520" fmla="*/ 5343461 h 5504114"/>
              <a:gd name="connsiteX521" fmla="*/ 6468225 w 8064917"/>
              <a:gd name="connsiteY521" fmla="*/ 5345063 h 5504114"/>
              <a:gd name="connsiteX522" fmla="*/ 6561859 w 8064917"/>
              <a:gd name="connsiteY522" fmla="*/ 5332655 h 5504114"/>
              <a:gd name="connsiteX523" fmla="*/ 6659084 w 8064917"/>
              <a:gd name="connsiteY523" fmla="*/ 5309728 h 5504114"/>
              <a:gd name="connsiteX524" fmla="*/ 6693821 w 8064917"/>
              <a:gd name="connsiteY524" fmla="*/ 5301140 h 5504114"/>
              <a:gd name="connsiteX525" fmla="*/ 6701507 w 8064917"/>
              <a:gd name="connsiteY525" fmla="*/ 5299949 h 5504114"/>
              <a:gd name="connsiteX526" fmla="*/ 6709594 w 8064917"/>
              <a:gd name="connsiteY526" fmla="*/ 5302825 h 5504114"/>
              <a:gd name="connsiteX527" fmla="*/ 6799632 w 8064917"/>
              <a:gd name="connsiteY527" fmla="*/ 5333271 h 5504114"/>
              <a:gd name="connsiteX528" fmla="*/ 6820096 w 8064917"/>
              <a:gd name="connsiteY528" fmla="*/ 5336722 h 5504114"/>
              <a:gd name="connsiteX529" fmla="*/ 6844153 w 8064917"/>
              <a:gd name="connsiteY529" fmla="*/ 5332613 h 5504114"/>
              <a:gd name="connsiteX530" fmla="*/ 6904345 w 8064917"/>
              <a:gd name="connsiteY530" fmla="*/ 5314617 h 5504114"/>
              <a:gd name="connsiteX531" fmla="*/ 6909335 w 8064917"/>
              <a:gd name="connsiteY531" fmla="*/ 5302825 h 5504114"/>
              <a:gd name="connsiteX532" fmla="*/ 6834270 w 8064917"/>
              <a:gd name="connsiteY532" fmla="*/ 5278131 h 5504114"/>
              <a:gd name="connsiteX533" fmla="*/ 6823989 w 8064917"/>
              <a:gd name="connsiteY533" fmla="*/ 5278665 h 5504114"/>
              <a:gd name="connsiteX534" fmla="*/ 6821692 w 8064917"/>
              <a:gd name="connsiteY534" fmla="*/ 5278788 h 5504114"/>
              <a:gd name="connsiteX535" fmla="*/ 6821537 w 8064917"/>
              <a:gd name="connsiteY535" fmla="*/ 5278477 h 5504114"/>
              <a:gd name="connsiteX536" fmla="*/ 6840892 w 8064917"/>
              <a:gd name="connsiteY536" fmla="*/ 5277825 h 5504114"/>
              <a:gd name="connsiteX537" fmla="*/ 6840956 w 8064917"/>
              <a:gd name="connsiteY537" fmla="*/ 5277283 h 5504114"/>
              <a:gd name="connsiteX538" fmla="*/ 6839441 w 8064917"/>
              <a:gd name="connsiteY538" fmla="*/ 5277226 h 5504114"/>
              <a:gd name="connsiteX539" fmla="*/ 6841038 w 8064917"/>
              <a:gd name="connsiteY539" fmla="*/ 5276572 h 5504114"/>
              <a:gd name="connsiteX540" fmla="*/ 6842565 w 8064917"/>
              <a:gd name="connsiteY540" fmla="*/ 5263418 h 5504114"/>
              <a:gd name="connsiteX541" fmla="*/ 6860942 w 8064917"/>
              <a:gd name="connsiteY541" fmla="*/ 5268425 h 5504114"/>
              <a:gd name="connsiteX542" fmla="*/ 6841038 w 8064917"/>
              <a:gd name="connsiteY542" fmla="*/ 5276572 h 5504114"/>
              <a:gd name="connsiteX543" fmla="*/ 6840956 w 8064917"/>
              <a:gd name="connsiteY543" fmla="*/ 5277283 h 5504114"/>
              <a:gd name="connsiteX544" fmla="*/ 6953435 w 8064917"/>
              <a:gd name="connsiteY544" fmla="*/ 5281463 h 5504114"/>
              <a:gd name="connsiteX545" fmla="*/ 7050193 w 8064917"/>
              <a:gd name="connsiteY545" fmla="*/ 5281817 h 550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Lst>
            <a:rect l="l" t="t" r="r" b="b"/>
            <a:pathLst>
              <a:path w="8064917" h="5504114">
                <a:moveTo>
                  <a:pt x="1308967" y="5382289"/>
                </a:moveTo>
                <a:cubicBezTo>
                  <a:pt x="1308967" y="5387301"/>
                  <a:pt x="1300482" y="5391287"/>
                  <a:pt x="1290201" y="5391287"/>
                </a:cubicBezTo>
                <a:cubicBezTo>
                  <a:pt x="1288205" y="5391287"/>
                  <a:pt x="1286209" y="5391122"/>
                  <a:pt x="1284112" y="5390835"/>
                </a:cubicBezTo>
                <a:cubicBezTo>
                  <a:pt x="1274530" y="5389356"/>
                  <a:pt x="1269538" y="5386028"/>
                  <a:pt x="1271735" y="5380686"/>
                </a:cubicBezTo>
                <a:cubicBezTo>
                  <a:pt x="1273831" y="5376701"/>
                  <a:pt x="1279221" y="5374687"/>
                  <a:pt x="1288205" y="5374687"/>
                </a:cubicBezTo>
                <a:cubicBezTo>
                  <a:pt x="1289302" y="5374687"/>
                  <a:pt x="1290401" y="5374687"/>
                  <a:pt x="1291499" y="5374770"/>
                </a:cubicBezTo>
                <a:cubicBezTo>
                  <a:pt x="1301680" y="5375263"/>
                  <a:pt x="1309068" y="5376578"/>
                  <a:pt x="1308967" y="5382289"/>
                </a:cubicBezTo>
                <a:close/>
                <a:moveTo>
                  <a:pt x="2065212" y="5429170"/>
                </a:moveTo>
                <a:lnTo>
                  <a:pt x="2065198" y="5429170"/>
                </a:lnTo>
                <a:lnTo>
                  <a:pt x="2064914" y="5429951"/>
                </a:lnTo>
                <a:lnTo>
                  <a:pt x="2063216" y="5429170"/>
                </a:lnTo>
                <a:lnTo>
                  <a:pt x="2065198" y="5429170"/>
                </a:lnTo>
                <a:lnTo>
                  <a:pt x="2065212" y="5429129"/>
                </a:lnTo>
                <a:close/>
                <a:moveTo>
                  <a:pt x="2103744" y="5420624"/>
                </a:moveTo>
                <a:cubicBezTo>
                  <a:pt x="2101748" y="5428184"/>
                  <a:pt x="2092762" y="5429416"/>
                  <a:pt x="2082583" y="5429416"/>
                </a:cubicBezTo>
                <a:cubicBezTo>
                  <a:pt x="2080086" y="5429416"/>
                  <a:pt x="2077491" y="5429334"/>
                  <a:pt x="2074796" y="5429252"/>
                </a:cubicBezTo>
                <a:cubicBezTo>
                  <a:pt x="2072200" y="5429170"/>
                  <a:pt x="2069705" y="5429129"/>
                  <a:pt x="2067208" y="5429129"/>
                </a:cubicBezTo>
                <a:cubicBezTo>
                  <a:pt x="2066611" y="5429129"/>
                  <a:pt x="2065911" y="5429129"/>
                  <a:pt x="2065314" y="5429129"/>
                </a:cubicBezTo>
                <a:cubicBezTo>
                  <a:pt x="2066709" y="5421527"/>
                  <a:pt x="2074896" y="5420090"/>
                  <a:pt x="2084579" y="5420090"/>
                </a:cubicBezTo>
                <a:cubicBezTo>
                  <a:pt x="2087473" y="5420090"/>
                  <a:pt x="2090568" y="5420213"/>
                  <a:pt x="2093663" y="5420377"/>
                </a:cubicBezTo>
                <a:cubicBezTo>
                  <a:pt x="2096757" y="5420500"/>
                  <a:pt x="2099850" y="5420624"/>
                  <a:pt x="2102845" y="5420624"/>
                </a:cubicBezTo>
                <a:close/>
                <a:moveTo>
                  <a:pt x="2140453" y="5404959"/>
                </a:moveTo>
                <a:cubicBezTo>
                  <a:pt x="2141352" y="5407384"/>
                  <a:pt x="2137434" y="5409735"/>
                  <a:pt x="2128800" y="5413228"/>
                </a:cubicBezTo>
                <a:lnTo>
                  <a:pt x="2106147" y="5419294"/>
                </a:lnTo>
                <a:lnTo>
                  <a:pt x="2106139" y="5419350"/>
                </a:lnTo>
                <a:lnTo>
                  <a:pt x="2105939" y="5419397"/>
                </a:lnTo>
                <a:lnTo>
                  <a:pt x="2105939" y="5420624"/>
                </a:lnTo>
                <a:lnTo>
                  <a:pt x="2103843" y="5420624"/>
                </a:lnTo>
                <a:lnTo>
                  <a:pt x="2104243" y="5419802"/>
                </a:lnTo>
                <a:lnTo>
                  <a:pt x="2105939" y="5419397"/>
                </a:lnTo>
                <a:lnTo>
                  <a:pt x="2105939" y="5419350"/>
                </a:lnTo>
                <a:lnTo>
                  <a:pt x="2106147" y="5419294"/>
                </a:lnTo>
                <a:lnTo>
                  <a:pt x="2109234" y="5397656"/>
                </a:lnTo>
                <a:lnTo>
                  <a:pt x="2114320" y="5394208"/>
                </a:lnTo>
                <a:lnTo>
                  <a:pt x="2114126" y="5394163"/>
                </a:lnTo>
                <a:lnTo>
                  <a:pt x="2114324" y="5394204"/>
                </a:lnTo>
                <a:lnTo>
                  <a:pt x="2114320" y="5394208"/>
                </a:lnTo>
                <a:lnTo>
                  <a:pt x="2123210" y="5396259"/>
                </a:lnTo>
                <a:cubicBezTo>
                  <a:pt x="2133840" y="5400039"/>
                  <a:pt x="2139555" y="5402535"/>
                  <a:pt x="2140453" y="5404959"/>
                </a:cubicBezTo>
                <a:close/>
                <a:moveTo>
                  <a:pt x="2220235" y="5395807"/>
                </a:moveTo>
                <a:cubicBezTo>
                  <a:pt x="2221933" y="5401477"/>
                  <a:pt x="2210951" y="5400449"/>
                  <a:pt x="2203565" y="5401148"/>
                </a:cubicBezTo>
                <a:lnTo>
                  <a:pt x="2189191" y="5396710"/>
                </a:lnTo>
                <a:cubicBezTo>
                  <a:pt x="2194382" y="5395396"/>
                  <a:pt x="2199372" y="5393136"/>
                  <a:pt x="2204664" y="5392972"/>
                </a:cubicBezTo>
                <a:cubicBezTo>
                  <a:pt x="2204862" y="5392972"/>
                  <a:pt x="2205162" y="5392972"/>
                  <a:pt x="2205361" y="5392972"/>
                </a:cubicBezTo>
                <a:cubicBezTo>
                  <a:pt x="2210752" y="5392972"/>
                  <a:pt x="2219835" y="5394533"/>
                  <a:pt x="2220235" y="5395807"/>
                </a:cubicBezTo>
                <a:close/>
                <a:moveTo>
                  <a:pt x="2265217" y="5397219"/>
                </a:moveTo>
                <a:cubicBezTo>
                  <a:pt x="2265080" y="5398230"/>
                  <a:pt x="2262460" y="5399155"/>
                  <a:pt x="2257468" y="5399915"/>
                </a:cubicBezTo>
                <a:lnTo>
                  <a:pt x="2250381" y="5396752"/>
                </a:lnTo>
                <a:lnTo>
                  <a:pt x="2254773" y="5394903"/>
                </a:lnTo>
                <a:lnTo>
                  <a:pt x="2258067" y="5393999"/>
                </a:lnTo>
                <a:cubicBezTo>
                  <a:pt x="2263008" y="5395108"/>
                  <a:pt x="2265354" y="5396207"/>
                  <a:pt x="2265217" y="5397219"/>
                </a:cubicBezTo>
                <a:close/>
                <a:moveTo>
                  <a:pt x="2857193" y="5420870"/>
                </a:moveTo>
                <a:cubicBezTo>
                  <a:pt x="2857494" y="5423171"/>
                  <a:pt x="2852402" y="5425595"/>
                  <a:pt x="2849707" y="5427979"/>
                </a:cubicBezTo>
                <a:cubicBezTo>
                  <a:pt x="2834735" y="5420993"/>
                  <a:pt x="2817666" y="5419597"/>
                  <a:pt x="2799996" y="5419597"/>
                </a:cubicBezTo>
                <a:cubicBezTo>
                  <a:pt x="2794108" y="5419597"/>
                  <a:pt x="2788217" y="5419761"/>
                  <a:pt x="2782228" y="5419925"/>
                </a:cubicBezTo>
                <a:cubicBezTo>
                  <a:pt x="2776338" y="5420090"/>
                  <a:pt x="2770350" y="5420254"/>
                  <a:pt x="2764459" y="5420254"/>
                </a:cubicBezTo>
                <a:cubicBezTo>
                  <a:pt x="2760767" y="5420254"/>
                  <a:pt x="2757073" y="5420172"/>
                  <a:pt x="2753479" y="5420049"/>
                </a:cubicBezTo>
                <a:lnTo>
                  <a:pt x="2740703" y="5415077"/>
                </a:lnTo>
                <a:lnTo>
                  <a:pt x="2748888" y="5412365"/>
                </a:lnTo>
                <a:cubicBezTo>
                  <a:pt x="2755277" y="5411666"/>
                  <a:pt x="2761964" y="5411256"/>
                  <a:pt x="2768553" y="5411256"/>
                </a:cubicBezTo>
                <a:lnTo>
                  <a:pt x="2769851" y="5411256"/>
                </a:lnTo>
                <a:cubicBezTo>
                  <a:pt x="2779534" y="5411256"/>
                  <a:pt x="2789316" y="5411625"/>
                  <a:pt x="2798999" y="5411831"/>
                </a:cubicBezTo>
                <a:lnTo>
                  <a:pt x="2798999" y="5411379"/>
                </a:lnTo>
                <a:lnTo>
                  <a:pt x="2798999" y="5411256"/>
                </a:lnTo>
                <a:cubicBezTo>
                  <a:pt x="2815568" y="5411913"/>
                  <a:pt x="2832339" y="5412077"/>
                  <a:pt x="2848610" y="5413516"/>
                </a:cubicBezTo>
                <a:cubicBezTo>
                  <a:pt x="2852502" y="5413844"/>
                  <a:pt x="2856795" y="5418240"/>
                  <a:pt x="2857193" y="5420870"/>
                </a:cubicBezTo>
                <a:close/>
                <a:moveTo>
                  <a:pt x="2958313" y="5425185"/>
                </a:moveTo>
                <a:lnTo>
                  <a:pt x="2950825" y="5427937"/>
                </a:lnTo>
                <a:lnTo>
                  <a:pt x="2944138" y="5424732"/>
                </a:lnTo>
                <a:lnTo>
                  <a:pt x="2951624" y="5422267"/>
                </a:lnTo>
                <a:lnTo>
                  <a:pt x="2951624" y="5422308"/>
                </a:lnTo>
                <a:close/>
                <a:moveTo>
                  <a:pt x="3258475" y="5482667"/>
                </a:moveTo>
                <a:cubicBezTo>
                  <a:pt x="3243901" y="5485255"/>
                  <a:pt x="3229327" y="5486488"/>
                  <a:pt x="3214654" y="5486488"/>
                </a:cubicBezTo>
                <a:cubicBezTo>
                  <a:pt x="3200978" y="5486488"/>
                  <a:pt x="3187304" y="5485419"/>
                  <a:pt x="3173527" y="5483365"/>
                </a:cubicBezTo>
                <a:lnTo>
                  <a:pt x="3170732" y="5482215"/>
                </a:lnTo>
                <a:lnTo>
                  <a:pt x="3168337" y="5480612"/>
                </a:lnTo>
                <a:lnTo>
                  <a:pt x="3172230" y="5479133"/>
                </a:lnTo>
                <a:lnTo>
                  <a:pt x="3176322" y="5477982"/>
                </a:lnTo>
                <a:cubicBezTo>
                  <a:pt x="3194390" y="5475147"/>
                  <a:pt x="3215353" y="5477161"/>
                  <a:pt x="3231523" y="5470299"/>
                </a:cubicBezTo>
                <a:cubicBezTo>
                  <a:pt x="3232222" y="5470011"/>
                  <a:pt x="3233121" y="5469888"/>
                  <a:pt x="3234218" y="5469888"/>
                </a:cubicBezTo>
                <a:lnTo>
                  <a:pt x="3234118" y="5469847"/>
                </a:lnTo>
                <a:cubicBezTo>
                  <a:pt x="3241805" y="5469847"/>
                  <a:pt x="3258275" y="5475928"/>
                  <a:pt x="3259274" y="5479421"/>
                </a:cubicBezTo>
                <a:close/>
                <a:moveTo>
                  <a:pt x="3340528" y="5491624"/>
                </a:moveTo>
                <a:cubicBezTo>
                  <a:pt x="3337234" y="5493226"/>
                  <a:pt x="3331045" y="5494499"/>
                  <a:pt x="3326154" y="5494499"/>
                </a:cubicBezTo>
                <a:cubicBezTo>
                  <a:pt x="3325753" y="5494499"/>
                  <a:pt x="3325255" y="5494499"/>
                  <a:pt x="3324857" y="5494499"/>
                </a:cubicBezTo>
                <a:lnTo>
                  <a:pt x="3317668" y="5492815"/>
                </a:lnTo>
                <a:lnTo>
                  <a:pt x="3310681" y="5490185"/>
                </a:lnTo>
                <a:cubicBezTo>
                  <a:pt x="3315372" y="5488788"/>
                  <a:pt x="3319665" y="5486652"/>
                  <a:pt x="3324656" y="5486159"/>
                </a:cubicBezTo>
                <a:cubicBezTo>
                  <a:pt x="3325856" y="5486036"/>
                  <a:pt x="3327053" y="5485995"/>
                  <a:pt x="3328150" y="5485995"/>
                </a:cubicBezTo>
                <a:lnTo>
                  <a:pt x="3328250" y="5486036"/>
                </a:lnTo>
                <a:cubicBezTo>
                  <a:pt x="3337632" y="5486036"/>
                  <a:pt x="3345021" y="5489364"/>
                  <a:pt x="3340528" y="5491624"/>
                </a:cubicBezTo>
                <a:close/>
                <a:moveTo>
                  <a:pt x="3402817" y="5426376"/>
                </a:moveTo>
                <a:cubicBezTo>
                  <a:pt x="3397526" y="5427444"/>
                  <a:pt x="3391837" y="5428184"/>
                  <a:pt x="3386347" y="5429047"/>
                </a:cubicBezTo>
                <a:lnTo>
                  <a:pt x="3371773" y="5424897"/>
                </a:lnTo>
                <a:lnTo>
                  <a:pt x="3378760" y="5422144"/>
                </a:lnTo>
                <a:cubicBezTo>
                  <a:pt x="3383052" y="5421363"/>
                  <a:pt x="3387544" y="5420541"/>
                  <a:pt x="3391736" y="5420541"/>
                </a:cubicBezTo>
                <a:lnTo>
                  <a:pt x="3391636" y="5420500"/>
                </a:lnTo>
                <a:cubicBezTo>
                  <a:pt x="3395629" y="5420500"/>
                  <a:pt x="3399423" y="5421281"/>
                  <a:pt x="3402617" y="5423623"/>
                </a:cubicBezTo>
                <a:close/>
                <a:moveTo>
                  <a:pt x="3546559" y="5432950"/>
                </a:moveTo>
                <a:lnTo>
                  <a:pt x="3539972" y="5436648"/>
                </a:lnTo>
                <a:lnTo>
                  <a:pt x="3533681" y="5434060"/>
                </a:lnTo>
                <a:lnTo>
                  <a:pt x="3540334" y="5431730"/>
                </a:lnTo>
                <a:lnTo>
                  <a:pt x="3540270" y="5431717"/>
                </a:lnTo>
                <a:lnTo>
                  <a:pt x="3540371" y="5431717"/>
                </a:lnTo>
                <a:lnTo>
                  <a:pt x="3540334" y="5431730"/>
                </a:lnTo>
                <a:close/>
                <a:moveTo>
                  <a:pt x="3730230" y="5433361"/>
                </a:moveTo>
                <a:lnTo>
                  <a:pt x="3718152" y="5437922"/>
                </a:lnTo>
                <a:cubicBezTo>
                  <a:pt x="3718152" y="5437922"/>
                  <a:pt x="3717752" y="5437922"/>
                  <a:pt x="3717552" y="5437922"/>
                </a:cubicBezTo>
                <a:cubicBezTo>
                  <a:pt x="3712262" y="5437922"/>
                  <a:pt x="3706673" y="5436073"/>
                  <a:pt x="3700583" y="5434922"/>
                </a:cubicBezTo>
                <a:lnTo>
                  <a:pt x="3712962" y="5430649"/>
                </a:lnTo>
                <a:lnTo>
                  <a:pt x="3713360" y="5430649"/>
                </a:lnTo>
                <a:cubicBezTo>
                  <a:pt x="3718850" y="5430649"/>
                  <a:pt x="3724540" y="5432416"/>
                  <a:pt x="3730230" y="5433361"/>
                </a:cubicBezTo>
                <a:close/>
                <a:moveTo>
                  <a:pt x="5748814" y="5397779"/>
                </a:moveTo>
                <a:lnTo>
                  <a:pt x="5745122" y="5399462"/>
                </a:lnTo>
                <a:lnTo>
                  <a:pt x="5741228" y="5400532"/>
                </a:lnTo>
                <a:lnTo>
                  <a:pt x="5713688" y="5401184"/>
                </a:lnTo>
                <a:lnTo>
                  <a:pt x="5713677" y="5401189"/>
                </a:lnTo>
                <a:lnTo>
                  <a:pt x="5713479" y="5401189"/>
                </a:lnTo>
                <a:lnTo>
                  <a:pt x="5713279" y="5401847"/>
                </a:lnTo>
                <a:lnTo>
                  <a:pt x="5711681" y="5401847"/>
                </a:lnTo>
                <a:lnTo>
                  <a:pt x="5711581" y="5401847"/>
                </a:lnTo>
                <a:lnTo>
                  <a:pt x="5711578" y="5401847"/>
                </a:lnTo>
                <a:lnTo>
                  <a:pt x="5690818" y="5410352"/>
                </a:lnTo>
                <a:cubicBezTo>
                  <a:pt x="5689320" y="5410352"/>
                  <a:pt x="5687725" y="5410311"/>
                  <a:pt x="5686127" y="5410229"/>
                </a:cubicBezTo>
                <a:cubicBezTo>
                  <a:pt x="5676943" y="5409736"/>
                  <a:pt x="5667859" y="5408626"/>
                  <a:pt x="5658975" y="5407599"/>
                </a:cubicBezTo>
                <a:lnTo>
                  <a:pt x="5657877" y="5405134"/>
                </a:lnTo>
                <a:lnTo>
                  <a:pt x="5665464" y="5402504"/>
                </a:lnTo>
                <a:lnTo>
                  <a:pt x="5711578" y="5401847"/>
                </a:lnTo>
                <a:lnTo>
                  <a:pt x="5711681" y="5401847"/>
                </a:lnTo>
                <a:lnTo>
                  <a:pt x="5712079" y="5401189"/>
                </a:lnTo>
                <a:lnTo>
                  <a:pt x="5713479" y="5401189"/>
                </a:lnTo>
                <a:lnTo>
                  <a:pt x="5713688" y="5401184"/>
                </a:lnTo>
                <a:lnTo>
                  <a:pt x="5732029" y="5392609"/>
                </a:lnTo>
                <a:lnTo>
                  <a:pt x="5731843" y="5392602"/>
                </a:lnTo>
                <a:lnTo>
                  <a:pt x="5732044" y="5392602"/>
                </a:lnTo>
                <a:lnTo>
                  <a:pt x="5732029" y="5392609"/>
                </a:lnTo>
                <a:lnTo>
                  <a:pt x="5738232" y="5392848"/>
                </a:lnTo>
                <a:lnTo>
                  <a:pt x="5743723" y="5394780"/>
                </a:lnTo>
                <a:close/>
                <a:moveTo>
                  <a:pt x="5790877" y="5397106"/>
                </a:moveTo>
                <a:cubicBezTo>
                  <a:pt x="5790740" y="5398097"/>
                  <a:pt x="5788194" y="5398991"/>
                  <a:pt x="5783354" y="5399710"/>
                </a:cubicBezTo>
                <a:lnTo>
                  <a:pt x="5776465" y="5396669"/>
                </a:lnTo>
                <a:lnTo>
                  <a:pt x="5780757" y="5394821"/>
                </a:lnTo>
                <a:lnTo>
                  <a:pt x="5783951" y="5393916"/>
                </a:lnTo>
                <a:cubicBezTo>
                  <a:pt x="5788743" y="5395025"/>
                  <a:pt x="5791014" y="5396114"/>
                  <a:pt x="5790877" y="5397106"/>
                </a:cubicBezTo>
                <a:close/>
                <a:moveTo>
                  <a:pt x="5869996" y="5395231"/>
                </a:moveTo>
                <a:lnTo>
                  <a:pt x="5864107" y="5399340"/>
                </a:lnTo>
                <a:lnTo>
                  <a:pt x="5859018" y="5396505"/>
                </a:lnTo>
                <a:lnTo>
                  <a:pt x="5864706" y="5393916"/>
                </a:lnTo>
                <a:close/>
                <a:moveTo>
                  <a:pt x="5992279" y="5407721"/>
                </a:moveTo>
                <a:lnTo>
                  <a:pt x="5985790" y="5408133"/>
                </a:lnTo>
                <a:lnTo>
                  <a:pt x="5979800" y="5402052"/>
                </a:lnTo>
                <a:lnTo>
                  <a:pt x="5976506" y="5401970"/>
                </a:lnTo>
                <a:lnTo>
                  <a:pt x="5975609" y="5400902"/>
                </a:lnTo>
                <a:cubicBezTo>
                  <a:pt x="5973811" y="5400817"/>
                  <a:pt x="5972015" y="5400778"/>
                  <a:pt x="5970217" y="5400778"/>
                </a:cubicBezTo>
                <a:lnTo>
                  <a:pt x="5970217" y="5400818"/>
                </a:lnTo>
                <a:cubicBezTo>
                  <a:pt x="5952649" y="5400819"/>
                  <a:pt x="5938275" y="5404805"/>
                  <a:pt x="5924000" y="5409612"/>
                </a:cubicBezTo>
                <a:lnTo>
                  <a:pt x="5905833" y="5408256"/>
                </a:lnTo>
                <a:cubicBezTo>
                  <a:pt x="5896449" y="5403572"/>
                  <a:pt x="5908030" y="5400737"/>
                  <a:pt x="5913818" y="5398067"/>
                </a:cubicBezTo>
                <a:cubicBezTo>
                  <a:pt x="5923103" y="5393752"/>
                  <a:pt x="5933482" y="5391903"/>
                  <a:pt x="5944364" y="5391903"/>
                </a:cubicBezTo>
                <a:cubicBezTo>
                  <a:pt x="5952249" y="5391903"/>
                  <a:pt x="5960436" y="5392889"/>
                  <a:pt x="5968521" y="5394574"/>
                </a:cubicBezTo>
                <a:cubicBezTo>
                  <a:pt x="5972213" y="5395354"/>
                  <a:pt x="5973612" y="5398436"/>
                  <a:pt x="5975609" y="5400902"/>
                </a:cubicBezTo>
                <a:lnTo>
                  <a:pt x="5978702" y="5400902"/>
                </a:lnTo>
                <a:cubicBezTo>
                  <a:pt x="5978702" y="5400902"/>
                  <a:pt x="5979800" y="5402052"/>
                  <a:pt x="5979800" y="5402052"/>
                </a:cubicBezTo>
                <a:cubicBezTo>
                  <a:pt x="5986987" y="5402216"/>
                  <a:pt x="5993775" y="5402668"/>
                  <a:pt x="5992279" y="5407721"/>
                </a:cubicBezTo>
                <a:close/>
                <a:moveTo>
                  <a:pt x="6073833" y="5388534"/>
                </a:moveTo>
                <a:cubicBezTo>
                  <a:pt x="6071737" y="5390136"/>
                  <a:pt x="6065646" y="5390671"/>
                  <a:pt x="6060555" y="5391451"/>
                </a:cubicBezTo>
                <a:lnTo>
                  <a:pt x="6059858" y="5392437"/>
                </a:lnTo>
                <a:lnTo>
                  <a:pt x="6058077" y="5392437"/>
                </a:lnTo>
                <a:lnTo>
                  <a:pt x="6058060" y="5392479"/>
                </a:lnTo>
                <a:lnTo>
                  <a:pt x="6057956" y="5392481"/>
                </a:lnTo>
                <a:lnTo>
                  <a:pt x="6038396" y="5400655"/>
                </a:lnTo>
                <a:cubicBezTo>
                  <a:pt x="6036798" y="5400655"/>
                  <a:pt x="6035102" y="5400655"/>
                  <a:pt x="6033405" y="5400532"/>
                </a:cubicBezTo>
                <a:lnTo>
                  <a:pt x="6025918" y="5398477"/>
                </a:lnTo>
                <a:lnTo>
                  <a:pt x="6031408" y="5393136"/>
                </a:lnTo>
                <a:lnTo>
                  <a:pt x="6057956" y="5392481"/>
                </a:lnTo>
                <a:lnTo>
                  <a:pt x="6058060" y="5392437"/>
                </a:lnTo>
                <a:lnTo>
                  <a:pt x="6058077" y="5392437"/>
                </a:lnTo>
                <a:lnTo>
                  <a:pt x="6058360" y="5391780"/>
                </a:lnTo>
                <a:lnTo>
                  <a:pt x="6060555" y="5391451"/>
                </a:lnTo>
                <a:cubicBezTo>
                  <a:pt x="6062154" y="5389109"/>
                  <a:pt x="6063051" y="5386356"/>
                  <a:pt x="6066545" y="5385206"/>
                </a:cubicBezTo>
                <a:cubicBezTo>
                  <a:pt x="6067744" y="5384795"/>
                  <a:pt x="6069041" y="5384631"/>
                  <a:pt x="6070139" y="5384631"/>
                </a:cubicBezTo>
                <a:lnTo>
                  <a:pt x="6070239" y="5384631"/>
                </a:lnTo>
                <a:cubicBezTo>
                  <a:pt x="6073931" y="5384631"/>
                  <a:pt x="6076528" y="5386521"/>
                  <a:pt x="6073833" y="5388534"/>
                </a:cubicBezTo>
                <a:close/>
                <a:moveTo>
                  <a:pt x="6675426" y="5263186"/>
                </a:moveTo>
                <a:lnTo>
                  <a:pt x="6666069" y="5261362"/>
                </a:lnTo>
                <a:lnTo>
                  <a:pt x="6665423" y="5260656"/>
                </a:lnTo>
                <a:lnTo>
                  <a:pt x="6665337" y="5260656"/>
                </a:lnTo>
                <a:lnTo>
                  <a:pt x="6673371" y="5258972"/>
                </a:lnTo>
                <a:close/>
                <a:moveTo>
                  <a:pt x="6792844" y="5298551"/>
                </a:moveTo>
                <a:lnTo>
                  <a:pt x="6792644" y="5298552"/>
                </a:lnTo>
                <a:cubicBezTo>
                  <a:pt x="6792644" y="5298552"/>
                  <a:pt x="6792546" y="5298387"/>
                  <a:pt x="6792546" y="5298387"/>
                </a:cubicBezTo>
                <a:cubicBezTo>
                  <a:pt x="6787254" y="5297319"/>
                  <a:pt x="6779768" y="5296785"/>
                  <a:pt x="6777373" y="5294935"/>
                </a:cubicBezTo>
                <a:cubicBezTo>
                  <a:pt x="6774778" y="5292841"/>
                  <a:pt x="6777571" y="5290867"/>
                  <a:pt x="6781565" y="5290868"/>
                </a:cubicBezTo>
                <a:lnTo>
                  <a:pt x="6781664" y="5290868"/>
                </a:lnTo>
                <a:cubicBezTo>
                  <a:pt x="6782763" y="5290868"/>
                  <a:pt x="6783960" y="5291032"/>
                  <a:pt x="6785158" y="5291361"/>
                </a:cubicBezTo>
                <a:cubicBezTo>
                  <a:pt x="6789250" y="5292553"/>
                  <a:pt x="6790249" y="5295921"/>
                  <a:pt x="6792546" y="5298387"/>
                </a:cubicBezTo>
                <a:lnTo>
                  <a:pt x="6792844" y="5298387"/>
                </a:lnTo>
                <a:cubicBezTo>
                  <a:pt x="6792844" y="5298387"/>
                  <a:pt x="6792844" y="5298551"/>
                  <a:pt x="6792844" y="5298551"/>
                </a:cubicBezTo>
                <a:close/>
                <a:moveTo>
                  <a:pt x="6828280" y="5302208"/>
                </a:moveTo>
                <a:lnTo>
                  <a:pt x="6817301" y="5307386"/>
                </a:lnTo>
                <a:cubicBezTo>
                  <a:pt x="6814604" y="5307673"/>
                  <a:pt x="6812110" y="5307838"/>
                  <a:pt x="6809813" y="5307838"/>
                </a:cubicBezTo>
                <a:lnTo>
                  <a:pt x="6793121" y="5298554"/>
                </a:lnTo>
                <a:lnTo>
                  <a:pt x="6793044" y="5298552"/>
                </a:lnTo>
                <a:lnTo>
                  <a:pt x="6793045" y="5298511"/>
                </a:lnTo>
                <a:lnTo>
                  <a:pt x="6793121" y="5298554"/>
                </a:lnTo>
                <a:lnTo>
                  <a:pt x="6821692" y="5299291"/>
                </a:lnTo>
                <a:close/>
                <a:moveTo>
                  <a:pt x="6951150" y="5270605"/>
                </a:moveTo>
                <a:lnTo>
                  <a:pt x="6945679" y="5273823"/>
                </a:lnTo>
                <a:lnTo>
                  <a:pt x="6939355" y="5271279"/>
                </a:lnTo>
                <a:lnTo>
                  <a:pt x="6939269" y="5271279"/>
                </a:lnTo>
                <a:cubicBezTo>
                  <a:pt x="6940295" y="5270082"/>
                  <a:pt x="6941407" y="5268847"/>
                  <a:pt x="6942431" y="5267650"/>
                </a:cubicBezTo>
                <a:close/>
                <a:moveTo>
                  <a:pt x="7096203" y="5261815"/>
                </a:moveTo>
                <a:cubicBezTo>
                  <a:pt x="7096235" y="5262423"/>
                  <a:pt x="7094697" y="5263031"/>
                  <a:pt x="7091663" y="5265107"/>
                </a:cubicBezTo>
                <a:cubicBezTo>
                  <a:pt x="7084399" y="5262749"/>
                  <a:pt x="7083373" y="5264471"/>
                  <a:pt x="7091321" y="5258523"/>
                </a:cubicBezTo>
                <a:cubicBezTo>
                  <a:pt x="7094569" y="5260599"/>
                  <a:pt x="7096171" y="5261208"/>
                  <a:pt x="7096203" y="5261815"/>
                </a:cubicBezTo>
                <a:close/>
                <a:moveTo>
                  <a:pt x="7119319" y="5281555"/>
                </a:moveTo>
                <a:lnTo>
                  <a:pt x="7597555" y="3518353"/>
                </a:lnTo>
                <a:lnTo>
                  <a:pt x="7597555" y="3518353"/>
                </a:lnTo>
                <a:lnTo>
                  <a:pt x="8064917" y="1795244"/>
                </a:lnTo>
                <a:lnTo>
                  <a:pt x="1446060" y="0"/>
                </a:lnTo>
                <a:lnTo>
                  <a:pt x="957355" y="1801800"/>
                </a:lnTo>
                <a:lnTo>
                  <a:pt x="957357" y="1801800"/>
                </a:lnTo>
                <a:lnTo>
                  <a:pt x="675143" y="2842288"/>
                </a:lnTo>
                <a:lnTo>
                  <a:pt x="675143" y="2842286"/>
                </a:lnTo>
                <a:lnTo>
                  <a:pt x="264881" y="4354873"/>
                </a:lnTo>
                <a:lnTo>
                  <a:pt x="0" y="5331460"/>
                </a:lnTo>
                <a:lnTo>
                  <a:pt x="24678" y="5332021"/>
                </a:lnTo>
                <a:cubicBezTo>
                  <a:pt x="76836" y="5331417"/>
                  <a:pt x="135618" y="5329182"/>
                  <a:pt x="170704" y="5335392"/>
                </a:cubicBezTo>
                <a:lnTo>
                  <a:pt x="160532" y="5346127"/>
                </a:lnTo>
                <a:cubicBezTo>
                  <a:pt x="207799" y="5355890"/>
                  <a:pt x="212327" y="5315604"/>
                  <a:pt x="281473" y="5336589"/>
                </a:cubicBezTo>
                <a:cubicBezTo>
                  <a:pt x="291857" y="5339749"/>
                  <a:pt x="291837" y="5340507"/>
                  <a:pt x="350085" y="5340647"/>
                </a:cubicBezTo>
                <a:lnTo>
                  <a:pt x="444637" y="5340627"/>
                </a:lnTo>
                <a:lnTo>
                  <a:pt x="446212" y="5347118"/>
                </a:lnTo>
                <a:cubicBezTo>
                  <a:pt x="454497" y="5351062"/>
                  <a:pt x="463183" y="5355048"/>
                  <a:pt x="473664" y="5355048"/>
                </a:cubicBezTo>
                <a:cubicBezTo>
                  <a:pt x="478355" y="5355048"/>
                  <a:pt x="483447" y="5354226"/>
                  <a:pt x="488935" y="5352213"/>
                </a:cubicBezTo>
                <a:cubicBezTo>
                  <a:pt x="499417" y="5348391"/>
                  <a:pt x="512095" y="5344940"/>
                  <a:pt x="523474" y="5344940"/>
                </a:cubicBezTo>
                <a:cubicBezTo>
                  <a:pt x="527566" y="5344940"/>
                  <a:pt x="531460" y="5345392"/>
                  <a:pt x="535054" y="5346378"/>
                </a:cubicBezTo>
                <a:cubicBezTo>
                  <a:pt x="568993" y="5355993"/>
                  <a:pt x="604929" y="5355089"/>
                  <a:pt x="641564" y="5355458"/>
                </a:cubicBezTo>
                <a:lnTo>
                  <a:pt x="652344" y="5360758"/>
                </a:lnTo>
                <a:lnTo>
                  <a:pt x="644657" y="5363676"/>
                </a:lnTo>
                <a:cubicBezTo>
                  <a:pt x="618204" y="5364621"/>
                  <a:pt x="591652" y="5365237"/>
                  <a:pt x="565199" y="5366223"/>
                </a:cubicBezTo>
                <a:lnTo>
                  <a:pt x="558212" y="5369099"/>
                </a:lnTo>
                <a:lnTo>
                  <a:pt x="566297" y="5371852"/>
                </a:lnTo>
                <a:cubicBezTo>
                  <a:pt x="586761" y="5372222"/>
                  <a:pt x="607424" y="5373948"/>
                  <a:pt x="627887" y="5373948"/>
                </a:cubicBezTo>
                <a:cubicBezTo>
                  <a:pt x="646754" y="5373948"/>
                  <a:pt x="665420" y="5372510"/>
                  <a:pt x="683388" y="5367169"/>
                </a:cubicBezTo>
                <a:lnTo>
                  <a:pt x="698959" y="5369387"/>
                </a:lnTo>
                <a:cubicBezTo>
                  <a:pt x="705947" y="5372140"/>
                  <a:pt x="712535" y="5373332"/>
                  <a:pt x="719024" y="5373332"/>
                </a:cubicBezTo>
                <a:cubicBezTo>
                  <a:pt x="727409" y="5373332"/>
                  <a:pt x="735395" y="5371318"/>
                  <a:pt x="743681" y="5368196"/>
                </a:cubicBezTo>
                <a:cubicBezTo>
                  <a:pt x="749070" y="5366141"/>
                  <a:pt x="755159" y="5365032"/>
                  <a:pt x="760550" y="5365032"/>
                </a:cubicBezTo>
                <a:cubicBezTo>
                  <a:pt x="767637" y="5365032"/>
                  <a:pt x="773628" y="5366881"/>
                  <a:pt x="776021" y="5370743"/>
                </a:cubicBezTo>
                <a:cubicBezTo>
                  <a:pt x="779915" y="5377030"/>
                  <a:pt x="783609" y="5379495"/>
                  <a:pt x="790496" y="5379495"/>
                </a:cubicBezTo>
                <a:cubicBezTo>
                  <a:pt x="794987" y="5379495"/>
                  <a:pt x="800778" y="5378467"/>
                  <a:pt x="808763" y="5376742"/>
                </a:cubicBezTo>
                <a:cubicBezTo>
                  <a:pt x="819345" y="5374482"/>
                  <a:pt x="826332" y="5373250"/>
                  <a:pt x="832022" y="5373250"/>
                </a:cubicBezTo>
                <a:cubicBezTo>
                  <a:pt x="841904" y="5373250"/>
                  <a:pt x="847894" y="5376988"/>
                  <a:pt x="861768" y="5385905"/>
                </a:cubicBezTo>
                <a:cubicBezTo>
                  <a:pt x="865662" y="5388370"/>
                  <a:pt x="869055" y="5389274"/>
                  <a:pt x="872249" y="5389274"/>
                </a:cubicBezTo>
                <a:cubicBezTo>
                  <a:pt x="876441" y="5389274"/>
                  <a:pt x="880234" y="5387753"/>
                  <a:pt x="884228" y="5386151"/>
                </a:cubicBezTo>
                <a:cubicBezTo>
                  <a:pt x="894011" y="5382330"/>
                  <a:pt x="902495" y="5376701"/>
                  <a:pt x="914075" y="5376701"/>
                </a:cubicBezTo>
                <a:cubicBezTo>
                  <a:pt x="919465" y="5376701"/>
                  <a:pt x="925654" y="5377933"/>
                  <a:pt x="932842" y="5381138"/>
                </a:cubicBezTo>
                <a:lnTo>
                  <a:pt x="951807" y="5381426"/>
                </a:lnTo>
                <a:cubicBezTo>
                  <a:pt x="972370" y="5375139"/>
                  <a:pt x="993533" y="5373372"/>
                  <a:pt x="1014995" y="5373372"/>
                </a:cubicBezTo>
                <a:cubicBezTo>
                  <a:pt x="1028870" y="5373372"/>
                  <a:pt x="1042944" y="5374112"/>
                  <a:pt x="1056919" y="5374852"/>
                </a:cubicBezTo>
                <a:cubicBezTo>
                  <a:pt x="1070993" y="5375591"/>
                  <a:pt x="1084968" y="5376331"/>
                  <a:pt x="1098943" y="5376331"/>
                </a:cubicBezTo>
                <a:cubicBezTo>
                  <a:pt x="1107229" y="5380152"/>
                  <a:pt x="1114915" y="5381549"/>
                  <a:pt x="1122401" y="5381549"/>
                </a:cubicBezTo>
                <a:cubicBezTo>
                  <a:pt x="1135578" y="5381549"/>
                  <a:pt x="1148056" y="5377153"/>
                  <a:pt x="1161433" y="5374153"/>
                </a:cubicBezTo>
                <a:cubicBezTo>
                  <a:pt x="1164526" y="5373455"/>
                  <a:pt x="1167821" y="5373126"/>
                  <a:pt x="1171115" y="5373126"/>
                </a:cubicBezTo>
                <a:cubicBezTo>
                  <a:pt x="1183892" y="5373126"/>
                  <a:pt x="1197566" y="5378016"/>
                  <a:pt x="1208248" y="5384590"/>
                </a:cubicBezTo>
                <a:cubicBezTo>
                  <a:pt x="1218029" y="5390671"/>
                  <a:pt x="1228312" y="5399669"/>
                  <a:pt x="1241289" y="5400943"/>
                </a:cubicBezTo>
                <a:cubicBezTo>
                  <a:pt x="1270037" y="5403737"/>
                  <a:pt x="1301083" y="5400573"/>
                  <a:pt x="1327634" y="5409941"/>
                </a:cubicBezTo>
                <a:cubicBezTo>
                  <a:pt x="1328133" y="5410105"/>
                  <a:pt x="1328832" y="5410187"/>
                  <a:pt x="1329530" y="5410187"/>
                </a:cubicBezTo>
                <a:cubicBezTo>
                  <a:pt x="1334820" y="5410187"/>
                  <a:pt x="1345901" y="5406530"/>
                  <a:pt x="1353987" y="5405421"/>
                </a:cubicBezTo>
                <a:cubicBezTo>
                  <a:pt x="1366065" y="5403819"/>
                  <a:pt x="1378443" y="5402709"/>
                  <a:pt x="1390622" y="5401436"/>
                </a:cubicBezTo>
                <a:cubicBezTo>
                  <a:pt x="1392218" y="5396669"/>
                  <a:pt x="1398507" y="5393095"/>
                  <a:pt x="1408390" y="5392684"/>
                </a:cubicBezTo>
                <a:cubicBezTo>
                  <a:pt x="1420268" y="5392191"/>
                  <a:pt x="1432047" y="5391862"/>
                  <a:pt x="1443727" y="5391862"/>
                </a:cubicBezTo>
                <a:cubicBezTo>
                  <a:pt x="1485351" y="5391862"/>
                  <a:pt x="1525080" y="5395766"/>
                  <a:pt x="1561415" y="5408215"/>
                </a:cubicBezTo>
                <a:cubicBezTo>
                  <a:pt x="1566706" y="5410023"/>
                  <a:pt x="1571596" y="5410845"/>
                  <a:pt x="1575889" y="5410845"/>
                </a:cubicBezTo>
                <a:cubicBezTo>
                  <a:pt x="1585772" y="5410845"/>
                  <a:pt x="1593058" y="5406613"/>
                  <a:pt x="1596253" y="5399874"/>
                </a:cubicBezTo>
                <a:cubicBezTo>
                  <a:pt x="1598250" y="5395807"/>
                  <a:pt x="1604737" y="5393094"/>
                  <a:pt x="1612923" y="5393095"/>
                </a:cubicBezTo>
                <a:cubicBezTo>
                  <a:pt x="1614720" y="5393095"/>
                  <a:pt x="1616716" y="5393218"/>
                  <a:pt x="1618712" y="5393506"/>
                </a:cubicBezTo>
                <a:cubicBezTo>
                  <a:pt x="1634285" y="5395807"/>
                  <a:pt x="1649258" y="5399217"/>
                  <a:pt x="1664132" y="5402381"/>
                </a:cubicBezTo>
                <a:cubicBezTo>
                  <a:pt x="1672916" y="5404271"/>
                  <a:pt x="1674312" y="5407147"/>
                  <a:pt x="1667426" y="5408914"/>
                </a:cubicBezTo>
                <a:cubicBezTo>
                  <a:pt x="1655946" y="5411872"/>
                  <a:pt x="1643768" y="5414214"/>
                  <a:pt x="1631989" y="5416885"/>
                </a:cubicBezTo>
                <a:cubicBezTo>
                  <a:pt x="1620410" y="5419555"/>
                  <a:pt x="1608931" y="5422308"/>
                  <a:pt x="1597350" y="5425061"/>
                </a:cubicBezTo>
                <a:cubicBezTo>
                  <a:pt x="1604837" y="5429416"/>
                  <a:pt x="1614820" y="5429663"/>
                  <a:pt x="1624901" y="5429663"/>
                </a:cubicBezTo>
                <a:lnTo>
                  <a:pt x="1627098" y="5429663"/>
                </a:lnTo>
                <a:cubicBezTo>
                  <a:pt x="1627796" y="5429663"/>
                  <a:pt x="1628595" y="5429663"/>
                  <a:pt x="1629294" y="5429663"/>
                </a:cubicBezTo>
                <a:cubicBezTo>
                  <a:pt x="1630991" y="5429663"/>
                  <a:pt x="1632688" y="5429663"/>
                  <a:pt x="1634384" y="5429704"/>
                </a:cubicBezTo>
                <a:cubicBezTo>
                  <a:pt x="1646064" y="5429951"/>
                  <a:pt x="1650455" y="5433402"/>
                  <a:pt x="1656346" y="5437347"/>
                </a:cubicBezTo>
                <a:cubicBezTo>
                  <a:pt x="1667026" y="5444537"/>
                  <a:pt x="1674312" y="5448070"/>
                  <a:pt x="1680402" y="5448070"/>
                </a:cubicBezTo>
                <a:cubicBezTo>
                  <a:pt x="1685594" y="5448070"/>
                  <a:pt x="1689885" y="5445441"/>
                  <a:pt x="1694776" y="5440305"/>
                </a:cubicBezTo>
                <a:cubicBezTo>
                  <a:pt x="1713443" y="5420377"/>
                  <a:pt x="1752572" y="5416515"/>
                  <a:pt x="1790204" y="5411338"/>
                </a:cubicBezTo>
                <a:cubicBezTo>
                  <a:pt x="1791104" y="5411215"/>
                  <a:pt x="1792002" y="5411173"/>
                  <a:pt x="1793001" y="5411173"/>
                </a:cubicBezTo>
                <a:cubicBezTo>
                  <a:pt x="1800087" y="5411173"/>
                  <a:pt x="1809669" y="5414092"/>
                  <a:pt x="1816659" y="5416227"/>
                </a:cubicBezTo>
                <a:cubicBezTo>
                  <a:pt x="1823146" y="5418282"/>
                  <a:pt x="1813165" y="5426499"/>
                  <a:pt x="1800187" y="5429868"/>
                </a:cubicBezTo>
                <a:cubicBezTo>
                  <a:pt x="1794497" y="5431348"/>
                  <a:pt x="1787611" y="5432046"/>
                  <a:pt x="1782519" y="5433854"/>
                </a:cubicBezTo>
                <a:cubicBezTo>
                  <a:pt x="1776730" y="5435867"/>
                  <a:pt x="1779324" y="5444414"/>
                  <a:pt x="1785414" y="5445893"/>
                </a:cubicBezTo>
                <a:cubicBezTo>
                  <a:pt x="1814162" y="5452960"/>
                  <a:pt x="1843909" y="5457603"/>
                  <a:pt x="1875253" y="5457603"/>
                </a:cubicBezTo>
                <a:cubicBezTo>
                  <a:pt x="1886632" y="5457603"/>
                  <a:pt x="1898211" y="5456986"/>
                  <a:pt x="1909990" y="5455672"/>
                </a:cubicBezTo>
                <a:cubicBezTo>
                  <a:pt x="1914183" y="5455219"/>
                  <a:pt x="1916978" y="5451193"/>
                  <a:pt x="1919473" y="5448604"/>
                </a:cubicBezTo>
                <a:cubicBezTo>
                  <a:pt x="1922768" y="5445071"/>
                  <a:pt x="1919972" y="5441743"/>
                  <a:pt x="1911886" y="5441127"/>
                </a:cubicBezTo>
                <a:cubicBezTo>
                  <a:pt x="1895516" y="5439894"/>
                  <a:pt x="1878746" y="5439195"/>
                  <a:pt x="1862177" y="5438784"/>
                </a:cubicBezTo>
                <a:cubicBezTo>
                  <a:pt x="1850797" y="5438497"/>
                  <a:pt x="1841314" y="5436360"/>
                  <a:pt x="1841713" y="5431348"/>
                </a:cubicBezTo>
                <a:cubicBezTo>
                  <a:pt x="1842013" y="5427280"/>
                  <a:pt x="1847004" y="5422349"/>
                  <a:pt x="1853392" y="5419473"/>
                </a:cubicBezTo>
                <a:cubicBezTo>
                  <a:pt x="1878049" y="5408503"/>
                  <a:pt x="1907295" y="5402298"/>
                  <a:pt x="1942732" y="5401682"/>
                </a:cubicBezTo>
                <a:cubicBezTo>
                  <a:pt x="1947524" y="5401600"/>
                  <a:pt x="1952315" y="5401559"/>
                  <a:pt x="1957106" y="5401559"/>
                </a:cubicBezTo>
                <a:cubicBezTo>
                  <a:pt x="1958702" y="5401559"/>
                  <a:pt x="1960401" y="5401559"/>
                  <a:pt x="1961998" y="5401559"/>
                </a:cubicBezTo>
                <a:lnTo>
                  <a:pt x="1966390" y="5401559"/>
                </a:lnTo>
                <a:cubicBezTo>
                  <a:pt x="1991645" y="5401559"/>
                  <a:pt x="2016899" y="5401148"/>
                  <a:pt x="2039061" y="5393177"/>
                </a:cubicBezTo>
                <a:cubicBezTo>
                  <a:pt x="2039658" y="5392972"/>
                  <a:pt x="2040558" y="5392889"/>
                  <a:pt x="2041455" y="5392889"/>
                </a:cubicBezTo>
                <a:cubicBezTo>
                  <a:pt x="2045548" y="5392889"/>
                  <a:pt x="2052237" y="5394451"/>
                  <a:pt x="2057227" y="5394985"/>
                </a:cubicBezTo>
                <a:cubicBezTo>
                  <a:pt x="2055431" y="5397491"/>
                  <a:pt x="2054932" y="5400409"/>
                  <a:pt x="2051737" y="5402504"/>
                </a:cubicBezTo>
                <a:cubicBezTo>
                  <a:pt x="2041057" y="5409448"/>
                  <a:pt x="2043053" y="5421199"/>
                  <a:pt x="2014403" y="5421692"/>
                </a:cubicBezTo>
                <a:cubicBezTo>
                  <a:pt x="2006517" y="5421815"/>
                  <a:pt x="1998832" y="5427198"/>
                  <a:pt x="1991444" y="5430361"/>
                </a:cubicBezTo>
                <a:lnTo>
                  <a:pt x="1986154" y="5434101"/>
                </a:lnTo>
                <a:cubicBezTo>
                  <a:pt x="1990447" y="5435949"/>
                  <a:pt x="1994938" y="5438045"/>
                  <a:pt x="2000228" y="5438949"/>
                </a:cubicBezTo>
                <a:cubicBezTo>
                  <a:pt x="2004221" y="5439606"/>
                  <a:pt x="2008015" y="5439935"/>
                  <a:pt x="2011608" y="5439935"/>
                </a:cubicBezTo>
                <a:cubicBezTo>
                  <a:pt x="2030774" y="5439935"/>
                  <a:pt x="2044651" y="5431676"/>
                  <a:pt x="2063017" y="5430197"/>
                </a:cubicBezTo>
                <a:cubicBezTo>
                  <a:pt x="2063816" y="5438579"/>
                  <a:pt x="2061820" y="5447783"/>
                  <a:pt x="2088073" y="5447783"/>
                </a:cubicBezTo>
                <a:cubicBezTo>
                  <a:pt x="2089270" y="5447783"/>
                  <a:pt x="2090568" y="5447783"/>
                  <a:pt x="2091965" y="5447701"/>
                </a:cubicBezTo>
                <a:cubicBezTo>
                  <a:pt x="2094961" y="5447618"/>
                  <a:pt x="2098652" y="5447413"/>
                  <a:pt x="2102046" y="5447413"/>
                </a:cubicBezTo>
                <a:cubicBezTo>
                  <a:pt x="2106041" y="5447413"/>
                  <a:pt x="2109633" y="5447659"/>
                  <a:pt x="2111529" y="5448522"/>
                </a:cubicBezTo>
                <a:cubicBezTo>
                  <a:pt x="2120014" y="5452467"/>
                  <a:pt x="2127801" y="5454398"/>
                  <a:pt x="2135189" y="5454398"/>
                </a:cubicBezTo>
                <a:cubicBezTo>
                  <a:pt x="2143672" y="5454398"/>
                  <a:pt x="2151559" y="5451810"/>
                  <a:pt x="2159344" y="5446715"/>
                </a:cubicBezTo>
                <a:cubicBezTo>
                  <a:pt x="2164335" y="5443469"/>
                  <a:pt x="2169526" y="5441866"/>
                  <a:pt x="2175215" y="5441866"/>
                </a:cubicBezTo>
                <a:cubicBezTo>
                  <a:pt x="2180207" y="5441866"/>
                  <a:pt x="2185597" y="5443099"/>
                  <a:pt x="2191488" y="5445523"/>
                </a:cubicBezTo>
                <a:cubicBezTo>
                  <a:pt x="2195678" y="5447249"/>
                  <a:pt x="2199672" y="5447906"/>
                  <a:pt x="2203665" y="5447906"/>
                </a:cubicBezTo>
                <a:cubicBezTo>
                  <a:pt x="2211551" y="5447906"/>
                  <a:pt x="2219038" y="5445358"/>
                  <a:pt x="2227023" y="5443510"/>
                </a:cubicBezTo>
                <a:cubicBezTo>
                  <a:pt x="2240997" y="5440264"/>
                  <a:pt x="2254873" y="5438374"/>
                  <a:pt x="2268949" y="5438374"/>
                </a:cubicBezTo>
                <a:cubicBezTo>
                  <a:pt x="2283022" y="5438374"/>
                  <a:pt x="2296798" y="5440182"/>
                  <a:pt x="2311172" y="5444290"/>
                </a:cubicBezTo>
                <a:cubicBezTo>
                  <a:pt x="2326545" y="5448687"/>
                  <a:pt x="2342915" y="5453453"/>
                  <a:pt x="2360983" y="5453453"/>
                </a:cubicBezTo>
                <a:cubicBezTo>
                  <a:pt x="2370067" y="5453452"/>
                  <a:pt x="2379549" y="5452220"/>
                  <a:pt x="2389432" y="5449138"/>
                </a:cubicBezTo>
                <a:cubicBezTo>
                  <a:pt x="2389931" y="5448974"/>
                  <a:pt x="2390629" y="5448892"/>
                  <a:pt x="2391529" y="5448892"/>
                </a:cubicBezTo>
                <a:cubicBezTo>
                  <a:pt x="2395521" y="5448892"/>
                  <a:pt x="2402609" y="5450618"/>
                  <a:pt x="2406901" y="5451932"/>
                </a:cubicBezTo>
                <a:cubicBezTo>
                  <a:pt x="2421175" y="5456411"/>
                  <a:pt x="2436048" y="5458507"/>
                  <a:pt x="2450622" y="5458507"/>
                </a:cubicBezTo>
                <a:cubicBezTo>
                  <a:pt x="2464597" y="5458507"/>
                  <a:pt x="2478472" y="5456576"/>
                  <a:pt x="2491349" y="5453001"/>
                </a:cubicBezTo>
                <a:cubicBezTo>
                  <a:pt x="2505525" y="5449057"/>
                  <a:pt x="2520897" y="5448235"/>
                  <a:pt x="2536569" y="5448235"/>
                </a:cubicBezTo>
                <a:cubicBezTo>
                  <a:pt x="2542257" y="5448235"/>
                  <a:pt x="2547947" y="5448358"/>
                  <a:pt x="2553638" y="5448440"/>
                </a:cubicBezTo>
                <a:cubicBezTo>
                  <a:pt x="2559328" y="5448563"/>
                  <a:pt x="2565016" y="5448645"/>
                  <a:pt x="2570707" y="5448645"/>
                </a:cubicBezTo>
                <a:cubicBezTo>
                  <a:pt x="2589872" y="5448645"/>
                  <a:pt x="2608440" y="5447372"/>
                  <a:pt x="2624610" y="5440592"/>
                </a:cubicBezTo>
                <a:cubicBezTo>
                  <a:pt x="2637887" y="5444989"/>
                  <a:pt x="2650465" y="5449632"/>
                  <a:pt x="2655056" y="5457274"/>
                </a:cubicBezTo>
                <a:cubicBezTo>
                  <a:pt x="2661445" y="5457479"/>
                  <a:pt x="2667934" y="5457520"/>
                  <a:pt x="2674321" y="5457932"/>
                </a:cubicBezTo>
                <a:cubicBezTo>
                  <a:pt x="2675520" y="5458013"/>
                  <a:pt x="2678814" y="5458013"/>
                  <a:pt x="2683405" y="5458013"/>
                </a:cubicBezTo>
                <a:cubicBezTo>
                  <a:pt x="2698876" y="5458013"/>
                  <a:pt x="2728325" y="5457685"/>
                  <a:pt x="2734215" y="5457644"/>
                </a:cubicBezTo>
                <a:cubicBezTo>
                  <a:pt x="2736110" y="5457644"/>
                  <a:pt x="2737908" y="5457644"/>
                  <a:pt x="2739804" y="5457644"/>
                </a:cubicBezTo>
                <a:cubicBezTo>
                  <a:pt x="2747989" y="5457644"/>
                  <a:pt x="2756274" y="5457891"/>
                  <a:pt x="2764161" y="5458630"/>
                </a:cubicBezTo>
                <a:cubicBezTo>
                  <a:pt x="2773645" y="5459493"/>
                  <a:pt x="2774942" y="5461999"/>
                  <a:pt x="2769450" y="5465040"/>
                </a:cubicBezTo>
                <a:cubicBezTo>
                  <a:pt x="2758172" y="5471285"/>
                  <a:pt x="2758770" y="5475024"/>
                  <a:pt x="2779235" y="5475805"/>
                </a:cubicBezTo>
                <a:cubicBezTo>
                  <a:pt x="2780831" y="5475846"/>
                  <a:pt x="2782429" y="5475887"/>
                  <a:pt x="2783924" y="5475887"/>
                </a:cubicBezTo>
                <a:cubicBezTo>
                  <a:pt x="2810478" y="5475887"/>
                  <a:pt x="2829443" y="5466847"/>
                  <a:pt x="2853401" y="5463848"/>
                </a:cubicBezTo>
                <a:cubicBezTo>
                  <a:pt x="2849607" y="5459986"/>
                  <a:pt x="2840523" y="5455014"/>
                  <a:pt x="2843020" y="5452467"/>
                </a:cubicBezTo>
                <a:cubicBezTo>
                  <a:pt x="2845913" y="5449509"/>
                  <a:pt x="2855996" y="5448152"/>
                  <a:pt x="2866678" y="5448152"/>
                </a:cubicBezTo>
                <a:cubicBezTo>
                  <a:pt x="2878655" y="5448152"/>
                  <a:pt x="2891333" y="5449837"/>
                  <a:pt x="2895626" y="5452919"/>
                </a:cubicBezTo>
                <a:cubicBezTo>
                  <a:pt x="2897920" y="5454562"/>
                  <a:pt x="2898719" y="5455014"/>
                  <a:pt x="2898619" y="5455014"/>
                </a:cubicBezTo>
                <a:cubicBezTo>
                  <a:pt x="2898619" y="5455014"/>
                  <a:pt x="2898221" y="5454891"/>
                  <a:pt x="2897622" y="5454726"/>
                </a:cubicBezTo>
                <a:cubicBezTo>
                  <a:pt x="2897022" y="5454562"/>
                  <a:pt x="2896224" y="5454439"/>
                  <a:pt x="2895326" y="5454439"/>
                </a:cubicBezTo>
                <a:cubicBezTo>
                  <a:pt x="2893628" y="5454439"/>
                  <a:pt x="2891632" y="5454932"/>
                  <a:pt x="2889836" y="5456781"/>
                </a:cubicBezTo>
                <a:cubicBezTo>
                  <a:pt x="2885343" y="5461383"/>
                  <a:pt x="2882249" y="5465656"/>
                  <a:pt x="2894925" y="5466313"/>
                </a:cubicBezTo>
                <a:cubicBezTo>
                  <a:pt x="2902413" y="5466724"/>
                  <a:pt x="2910000" y="5466806"/>
                  <a:pt x="2917586" y="5466806"/>
                </a:cubicBezTo>
                <a:cubicBezTo>
                  <a:pt x="2923475" y="5466806"/>
                  <a:pt x="2929365" y="5466724"/>
                  <a:pt x="2935254" y="5466683"/>
                </a:cubicBezTo>
                <a:cubicBezTo>
                  <a:pt x="2941044" y="5466601"/>
                  <a:pt x="2946933" y="5466560"/>
                  <a:pt x="2952723" y="5466560"/>
                </a:cubicBezTo>
                <a:cubicBezTo>
                  <a:pt x="2953722" y="5466560"/>
                  <a:pt x="2954619" y="5466560"/>
                  <a:pt x="2955618" y="5466560"/>
                </a:cubicBezTo>
                <a:cubicBezTo>
                  <a:pt x="2972487" y="5466642"/>
                  <a:pt x="2989458" y="5466560"/>
                  <a:pt x="3006326" y="5467218"/>
                </a:cubicBezTo>
                <a:cubicBezTo>
                  <a:pt x="3009820" y="5467341"/>
                  <a:pt x="3013314" y="5467382"/>
                  <a:pt x="3016708" y="5467382"/>
                </a:cubicBezTo>
                <a:cubicBezTo>
                  <a:pt x="3018606" y="5467382"/>
                  <a:pt x="3020502" y="5467382"/>
                  <a:pt x="3022298" y="5467382"/>
                </a:cubicBezTo>
                <a:cubicBezTo>
                  <a:pt x="3024194" y="5467382"/>
                  <a:pt x="3025992" y="5467382"/>
                  <a:pt x="3027888" y="5467382"/>
                </a:cubicBezTo>
                <a:cubicBezTo>
                  <a:pt x="3040266" y="5467381"/>
                  <a:pt x="3052545" y="5467834"/>
                  <a:pt x="3064522" y="5471819"/>
                </a:cubicBezTo>
                <a:cubicBezTo>
                  <a:pt x="3067816" y="5472928"/>
                  <a:pt x="3071010" y="5473340"/>
                  <a:pt x="3074105" y="5473340"/>
                </a:cubicBezTo>
                <a:cubicBezTo>
                  <a:pt x="3080294" y="5473339"/>
                  <a:pt x="3086084" y="5471614"/>
                  <a:pt x="3092173" y="5469929"/>
                </a:cubicBezTo>
                <a:cubicBezTo>
                  <a:pt x="3098162" y="5468245"/>
                  <a:pt x="3104351" y="5466519"/>
                  <a:pt x="3111140" y="5466519"/>
                </a:cubicBezTo>
                <a:cubicBezTo>
                  <a:pt x="3113335" y="5466519"/>
                  <a:pt x="3115631" y="5466724"/>
                  <a:pt x="3118026" y="5467135"/>
                </a:cubicBezTo>
                <a:lnTo>
                  <a:pt x="3128009" y="5467586"/>
                </a:lnTo>
                <a:cubicBezTo>
                  <a:pt x="3137692" y="5469518"/>
                  <a:pt x="3143980" y="5472847"/>
                  <a:pt x="3142881" y="5478064"/>
                </a:cubicBezTo>
                <a:cubicBezTo>
                  <a:pt x="3139387" y="5494705"/>
                  <a:pt x="3139189" y="5495321"/>
                  <a:pt x="3160050" y="5495321"/>
                </a:cubicBezTo>
                <a:lnTo>
                  <a:pt x="3162845" y="5495321"/>
                </a:lnTo>
                <a:cubicBezTo>
                  <a:pt x="3176521" y="5495321"/>
                  <a:pt x="3191994" y="5494130"/>
                  <a:pt x="3205969" y="5494130"/>
                </a:cubicBezTo>
                <a:cubicBezTo>
                  <a:pt x="3215950" y="5494130"/>
                  <a:pt x="3225234" y="5494746"/>
                  <a:pt x="3232322" y="5496800"/>
                </a:cubicBezTo>
                <a:cubicBezTo>
                  <a:pt x="3252685" y="5502758"/>
                  <a:pt x="3273149" y="5503621"/>
                  <a:pt x="3293712" y="5503621"/>
                </a:cubicBezTo>
                <a:cubicBezTo>
                  <a:pt x="3298004" y="5503621"/>
                  <a:pt x="3302397" y="5503621"/>
                  <a:pt x="3306690" y="5503539"/>
                </a:cubicBezTo>
                <a:cubicBezTo>
                  <a:pt x="3310981" y="5503539"/>
                  <a:pt x="3315273" y="5503457"/>
                  <a:pt x="3319567" y="5503457"/>
                </a:cubicBezTo>
                <a:cubicBezTo>
                  <a:pt x="3323060" y="5503456"/>
                  <a:pt x="3326654" y="5503457"/>
                  <a:pt x="3330147" y="5503580"/>
                </a:cubicBezTo>
                <a:cubicBezTo>
                  <a:pt x="3334937" y="5503662"/>
                  <a:pt x="3339929" y="5503745"/>
                  <a:pt x="3344921" y="5503745"/>
                </a:cubicBezTo>
                <a:lnTo>
                  <a:pt x="3343823" y="5504114"/>
                </a:lnTo>
                <a:cubicBezTo>
                  <a:pt x="3355901" y="5504114"/>
                  <a:pt x="3367978" y="5503580"/>
                  <a:pt x="3377661" y="5501320"/>
                </a:cubicBezTo>
                <a:cubicBezTo>
                  <a:pt x="3395331" y="5497171"/>
                  <a:pt x="3384350" y="5487268"/>
                  <a:pt x="3387145" y="5479955"/>
                </a:cubicBezTo>
                <a:cubicBezTo>
                  <a:pt x="3389640" y="5473381"/>
                  <a:pt x="3395730" y="5468286"/>
                  <a:pt x="3406110" y="5464218"/>
                </a:cubicBezTo>
                <a:cubicBezTo>
                  <a:pt x="3410104" y="5462615"/>
                  <a:pt x="3416292" y="5461958"/>
                  <a:pt x="3421681" y="5461547"/>
                </a:cubicBezTo>
                <a:lnTo>
                  <a:pt x="3426973" y="5465203"/>
                </a:lnTo>
                <a:cubicBezTo>
                  <a:pt x="3427970" y="5468245"/>
                  <a:pt x="3427472" y="5471408"/>
                  <a:pt x="3427970" y="5474490"/>
                </a:cubicBezTo>
                <a:cubicBezTo>
                  <a:pt x="3430267" y="5488542"/>
                  <a:pt x="3431964" y="5494253"/>
                  <a:pt x="3442745" y="5494253"/>
                </a:cubicBezTo>
                <a:cubicBezTo>
                  <a:pt x="3449732" y="5494253"/>
                  <a:pt x="3460612" y="5491870"/>
                  <a:pt x="3477981" y="5487842"/>
                </a:cubicBezTo>
                <a:cubicBezTo>
                  <a:pt x="3494952" y="5483940"/>
                  <a:pt x="3512220" y="5480324"/>
                  <a:pt x="3529290" y="5476585"/>
                </a:cubicBezTo>
                <a:lnTo>
                  <a:pt x="3531685" y="5472682"/>
                </a:lnTo>
                <a:cubicBezTo>
                  <a:pt x="3545560" y="5465081"/>
                  <a:pt x="3552548" y="5461383"/>
                  <a:pt x="3559936" y="5461383"/>
                </a:cubicBezTo>
                <a:cubicBezTo>
                  <a:pt x="3566025" y="5461383"/>
                  <a:pt x="3572414" y="5463972"/>
                  <a:pt x="3583194" y="5469025"/>
                </a:cubicBezTo>
                <a:cubicBezTo>
                  <a:pt x="3595073" y="5474612"/>
                  <a:pt x="3606752" y="5476791"/>
                  <a:pt x="3618929" y="5476791"/>
                </a:cubicBezTo>
                <a:cubicBezTo>
                  <a:pt x="3627813" y="5476791"/>
                  <a:pt x="3636897" y="5475640"/>
                  <a:pt x="3646680" y="5473709"/>
                </a:cubicBezTo>
                <a:cubicBezTo>
                  <a:pt x="3658958" y="5471326"/>
                  <a:pt x="3676725" y="5470011"/>
                  <a:pt x="3681817" y="5465697"/>
                </a:cubicBezTo>
                <a:cubicBezTo>
                  <a:pt x="3694195" y="5455096"/>
                  <a:pt x="3707073" y="5446961"/>
                  <a:pt x="3733624" y="5446960"/>
                </a:cubicBezTo>
                <a:cubicBezTo>
                  <a:pt x="3736319" y="5446961"/>
                  <a:pt x="3739115" y="5447042"/>
                  <a:pt x="3742009" y="5447208"/>
                </a:cubicBezTo>
                <a:cubicBezTo>
                  <a:pt x="3742009" y="5447208"/>
                  <a:pt x="3742109" y="5447208"/>
                  <a:pt x="3742208" y="5447208"/>
                </a:cubicBezTo>
                <a:cubicBezTo>
                  <a:pt x="3745603" y="5447208"/>
                  <a:pt x="3752391" y="5443057"/>
                  <a:pt x="3753190" y="5440592"/>
                </a:cubicBezTo>
                <a:cubicBezTo>
                  <a:pt x="3754886" y="5435498"/>
                  <a:pt x="3758379" y="5432293"/>
                  <a:pt x="3764270" y="5432293"/>
                </a:cubicBezTo>
                <a:cubicBezTo>
                  <a:pt x="3767664" y="5432293"/>
                  <a:pt x="3771955" y="5433361"/>
                  <a:pt x="3777146" y="5435785"/>
                </a:cubicBezTo>
                <a:cubicBezTo>
                  <a:pt x="3790123" y="5441742"/>
                  <a:pt x="3801902" y="5447577"/>
                  <a:pt x="3816775" y="5447576"/>
                </a:cubicBezTo>
                <a:cubicBezTo>
                  <a:pt x="3824861" y="5447577"/>
                  <a:pt x="3833745" y="5445893"/>
                  <a:pt x="3844325" y="5441578"/>
                </a:cubicBezTo>
                <a:cubicBezTo>
                  <a:pt x="3849417" y="5439483"/>
                  <a:pt x="3861096" y="5438209"/>
                  <a:pt x="3870280" y="5438209"/>
                </a:cubicBezTo>
                <a:cubicBezTo>
                  <a:pt x="3875569" y="5438209"/>
                  <a:pt x="3879962" y="5438660"/>
                  <a:pt x="3881758" y="5439606"/>
                </a:cubicBezTo>
                <a:cubicBezTo>
                  <a:pt x="3890544" y="5444331"/>
                  <a:pt x="3899427" y="5446016"/>
                  <a:pt x="3907812" y="5446016"/>
                </a:cubicBezTo>
                <a:cubicBezTo>
                  <a:pt x="3921188" y="5446016"/>
                  <a:pt x="3933567" y="5441784"/>
                  <a:pt x="3942549" y="5438826"/>
                </a:cubicBezTo>
                <a:cubicBezTo>
                  <a:pt x="3963512" y="5431923"/>
                  <a:pt x="3986471" y="5428758"/>
                  <a:pt x="4008332" y="5428759"/>
                </a:cubicBezTo>
                <a:cubicBezTo>
                  <a:pt x="4022207" y="5428759"/>
                  <a:pt x="4035582" y="5430033"/>
                  <a:pt x="4047761" y="5432416"/>
                </a:cubicBezTo>
                <a:cubicBezTo>
                  <a:pt x="4081201" y="5438949"/>
                  <a:pt x="4112545" y="5438497"/>
                  <a:pt x="4145486" y="5439072"/>
                </a:cubicBezTo>
                <a:cubicBezTo>
                  <a:pt x="4154372" y="5439236"/>
                  <a:pt x="4163155" y="5439277"/>
                  <a:pt x="4172039" y="5439277"/>
                </a:cubicBezTo>
                <a:cubicBezTo>
                  <a:pt x="4175831" y="5439277"/>
                  <a:pt x="4179525" y="5439276"/>
                  <a:pt x="4183317" y="5439277"/>
                </a:cubicBezTo>
                <a:cubicBezTo>
                  <a:pt x="4187011" y="5439277"/>
                  <a:pt x="4190705" y="5439277"/>
                  <a:pt x="4194299" y="5439277"/>
                </a:cubicBezTo>
                <a:cubicBezTo>
                  <a:pt x="4205179" y="5439277"/>
                  <a:pt x="4215960" y="5439319"/>
                  <a:pt x="4226741" y="5439606"/>
                </a:cubicBezTo>
                <a:cubicBezTo>
                  <a:pt x="4236522" y="5439853"/>
                  <a:pt x="4242811" y="5443386"/>
                  <a:pt x="4244109" y="5448152"/>
                </a:cubicBezTo>
                <a:cubicBezTo>
                  <a:pt x="4256588" y="5448317"/>
                  <a:pt x="4270562" y="5449632"/>
                  <a:pt x="4282739" y="5449631"/>
                </a:cubicBezTo>
                <a:cubicBezTo>
                  <a:pt x="4290128" y="5449632"/>
                  <a:pt x="4296915" y="5449179"/>
                  <a:pt x="4302305" y="5447701"/>
                </a:cubicBezTo>
                <a:cubicBezTo>
                  <a:pt x="4340038" y="5437470"/>
                  <a:pt x="4379666" y="5440346"/>
                  <a:pt x="4418997" y="5438784"/>
                </a:cubicBezTo>
                <a:cubicBezTo>
                  <a:pt x="4431474" y="5438291"/>
                  <a:pt x="4443353" y="5434594"/>
                  <a:pt x="4455530" y="5432416"/>
                </a:cubicBezTo>
                <a:cubicBezTo>
                  <a:pt x="4460422" y="5431512"/>
                  <a:pt x="4465613" y="5430731"/>
                  <a:pt x="4470405" y="5430731"/>
                </a:cubicBezTo>
                <a:cubicBezTo>
                  <a:pt x="4475196" y="5430729"/>
                  <a:pt x="4479288" y="5431471"/>
                  <a:pt x="4482881" y="5433567"/>
                </a:cubicBezTo>
                <a:cubicBezTo>
                  <a:pt x="4484578" y="5434553"/>
                  <a:pt x="4477392" y="5438250"/>
                  <a:pt x="4475995" y="5440880"/>
                </a:cubicBezTo>
                <a:cubicBezTo>
                  <a:pt x="4472900" y="5446715"/>
                  <a:pt x="4469706" y="5452589"/>
                  <a:pt x="4468907" y="5458548"/>
                </a:cubicBezTo>
                <a:cubicBezTo>
                  <a:pt x="4468608" y="5460807"/>
                  <a:pt x="4474796" y="5463272"/>
                  <a:pt x="4478089" y="5465615"/>
                </a:cubicBezTo>
                <a:lnTo>
                  <a:pt x="4484180" y="5461917"/>
                </a:lnTo>
                <a:cubicBezTo>
                  <a:pt x="4492265" y="5445152"/>
                  <a:pt x="4515024" y="5439360"/>
                  <a:pt x="4546667" y="5439359"/>
                </a:cubicBezTo>
                <a:cubicBezTo>
                  <a:pt x="4550760" y="5439360"/>
                  <a:pt x="4555052" y="5439442"/>
                  <a:pt x="4559543" y="5439648"/>
                </a:cubicBezTo>
                <a:cubicBezTo>
                  <a:pt x="4579508" y="5440469"/>
                  <a:pt x="4599473" y="5439319"/>
                  <a:pt x="4617642" y="5445523"/>
                </a:cubicBezTo>
                <a:cubicBezTo>
                  <a:pt x="4620735" y="5446591"/>
                  <a:pt x="4626025" y="5447084"/>
                  <a:pt x="4631316" y="5447084"/>
                </a:cubicBezTo>
                <a:cubicBezTo>
                  <a:pt x="4636606" y="5447084"/>
                  <a:pt x="4641698" y="5446590"/>
                  <a:pt x="4644992" y="5445646"/>
                </a:cubicBezTo>
                <a:cubicBezTo>
                  <a:pt x="4657170" y="5442071"/>
                  <a:pt x="4671343" y="5438949"/>
                  <a:pt x="4683922" y="5438949"/>
                </a:cubicBezTo>
                <a:cubicBezTo>
                  <a:pt x="4690310" y="5438949"/>
                  <a:pt x="4696199" y="5439770"/>
                  <a:pt x="4701190" y="5441743"/>
                </a:cubicBezTo>
                <a:cubicBezTo>
                  <a:pt x="4706980" y="5444085"/>
                  <a:pt x="4712272" y="5444907"/>
                  <a:pt x="4717063" y="5444907"/>
                </a:cubicBezTo>
                <a:cubicBezTo>
                  <a:pt x="4723152" y="5444907"/>
                  <a:pt x="4728540" y="5443592"/>
                  <a:pt x="4733632" y="5442236"/>
                </a:cubicBezTo>
                <a:cubicBezTo>
                  <a:pt x="4738723" y="5440921"/>
                  <a:pt x="4743415" y="5439565"/>
                  <a:pt x="4748206" y="5439564"/>
                </a:cubicBezTo>
                <a:cubicBezTo>
                  <a:pt x="4749804" y="5439565"/>
                  <a:pt x="4751301" y="5439729"/>
                  <a:pt x="4752897" y="5440058"/>
                </a:cubicBezTo>
                <a:cubicBezTo>
                  <a:pt x="4762481" y="5442113"/>
                  <a:pt x="4771265" y="5442893"/>
                  <a:pt x="4779949" y="5442893"/>
                </a:cubicBezTo>
                <a:cubicBezTo>
                  <a:pt x="4791430" y="5442893"/>
                  <a:pt x="4802608" y="5441578"/>
                  <a:pt x="4815087" y="5440141"/>
                </a:cubicBezTo>
                <a:cubicBezTo>
                  <a:pt x="4822474" y="5439277"/>
                  <a:pt x="4830161" y="5438990"/>
                  <a:pt x="4837947" y="5438990"/>
                </a:cubicBezTo>
                <a:cubicBezTo>
                  <a:pt x="4853418" y="5438990"/>
                  <a:pt x="4869390" y="5440182"/>
                  <a:pt x="4884861" y="5440798"/>
                </a:cubicBezTo>
                <a:cubicBezTo>
                  <a:pt x="4894345" y="5441167"/>
                  <a:pt x="4893148" y="5443837"/>
                  <a:pt x="4886959" y="5447454"/>
                </a:cubicBezTo>
                <a:cubicBezTo>
                  <a:pt x="4881369" y="5450782"/>
                  <a:pt x="4874580" y="5456164"/>
                  <a:pt x="4876876" y="5459370"/>
                </a:cubicBezTo>
                <a:cubicBezTo>
                  <a:pt x="4879571" y="5463109"/>
                  <a:pt x="4882665" y="5464381"/>
                  <a:pt x="4885960" y="5464382"/>
                </a:cubicBezTo>
                <a:cubicBezTo>
                  <a:pt x="4892149" y="5464382"/>
                  <a:pt x="4899137" y="5460068"/>
                  <a:pt x="4905425" y="5459411"/>
                </a:cubicBezTo>
                <a:cubicBezTo>
                  <a:pt x="4934273" y="5456411"/>
                  <a:pt x="4967514" y="5461342"/>
                  <a:pt x="4991571" y="5449467"/>
                </a:cubicBezTo>
                <a:cubicBezTo>
                  <a:pt x="4994067" y="5449550"/>
                  <a:pt x="4996562" y="5449591"/>
                  <a:pt x="4999157" y="5449590"/>
                </a:cubicBezTo>
                <a:cubicBezTo>
                  <a:pt x="5006145" y="5449591"/>
                  <a:pt x="5013033" y="5449303"/>
                  <a:pt x="5020120" y="5449016"/>
                </a:cubicBezTo>
                <a:cubicBezTo>
                  <a:pt x="5027106" y="5448727"/>
                  <a:pt x="5034094" y="5448440"/>
                  <a:pt x="5040982" y="5448440"/>
                </a:cubicBezTo>
                <a:cubicBezTo>
                  <a:pt x="5054258" y="5448440"/>
                  <a:pt x="5067335" y="5449467"/>
                  <a:pt x="5080213" y="5453412"/>
                </a:cubicBezTo>
                <a:cubicBezTo>
                  <a:pt x="5090394" y="5456575"/>
                  <a:pt x="5105167" y="5457356"/>
                  <a:pt x="5118044" y="5457603"/>
                </a:cubicBezTo>
                <a:cubicBezTo>
                  <a:pt x="5128825" y="5457808"/>
                  <a:pt x="5139605" y="5457849"/>
                  <a:pt x="5150485" y="5457849"/>
                </a:cubicBezTo>
                <a:cubicBezTo>
                  <a:pt x="5157573" y="5457849"/>
                  <a:pt x="5164760" y="5457849"/>
                  <a:pt x="5171848" y="5457808"/>
                </a:cubicBezTo>
                <a:cubicBezTo>
                  <a:pt x="5178936" y="5457808"/>
                  <a:pt x="5186022" y="5457767"/>
                  <a:pt x="5193210" y="5457767"/>
                </a:cubicBezTo>
                <a:cubicBezTo>
                  <a:pt x="5198600" y="5457766"/>
                  <a:pt x="5204090" y="5457767"/>
                  <a:pt x="5209480" y="5457808"/>
                </a:cubicBezTo>
                <a:cubicBezTo>
                  <a:pt x="5210080" y="5457808"/>
                  <a:pt x="5210677" y="5457808"/>
                  <a:pt x="5211278" y="5457808"/>
                </a:cubicBezTo>
                <a:cubicBezTo>
                  <a:pt x="5231941" y="5457806"/>
                  <a:pt x="5251705" y="5455179"/>
                  <a:pt x="5271570" y="5452508"/>
                </a:cubicBezTo>
                <a:cubicBezTo>
                  <a:pt x="5291334" y="5449878"/>
                  <a:pt x="5311098" y="5447208"/>
                  <a:pt x="5331763" y="5447208"/>
                </a:cubicBezTo>
                <a:cubicBezTo>
                  <a:pt x="5336852" y="5447208"/>
                  <a:pt x="5341942" y="5447372"/>
                  <a:pt x="5347134" y="5447701"/>
                </a:cubicBezTo>
                <a:lnTo>
                  <a:pt x="5355519" y="5445523"/>
                </a:lnTo>
                <a:lnTo>
                  <a:pt x="5358413" y="5442688"/>
                </a:lnTo>
                <a:lnTo>
                  <a:pt x="5351226" y="5439565"/>
                </a:lnTo>
                <a:cubicBezTo>
                  <a:pt x="5342741" y="5438456"/>
                  <a:pt x="5327969" y="5438620"/>
                  <a:pt x="5330564" y="5433813"/>
                </a:cubicBezTo>
                <a:cubicBezTo>
                  <a:pt x="5332760" y="5429703"/>
                  <a:pt x="5341244" y="5423500"/>
                  <a:pt x="5351527" y="5423500"/>
                </a:cubicBezTo>
                <a:cubicBezTo>
                  <a:pt x="5353523" y="5423500"/>
                  <a:pt x="5355519" y="5423705"/>
                  <a:pt x="5357515" y="5424197"/>
                </a:cubicBezTo>
                <a:cubicBezTo>
                  <a:pt x="5364703" y="5425923"/>
                  <a:pt x="5370193" y="5427157"/>
                  <a:pt x="5375285" y="5427157"/>
                </a:cubicBezTo>
                <a:cubicBezTo>
                  <a:pt x="5380174" y="5427157"/>
                  <a:pt x="5384766" y="5426047"/>
                  <a:pt x="5390556" y="5423253"/>
                </a:cubicBezTo>
                <a:cubicBezTo>
                  <a:pt x="5397045" y="5420090"/>
                  <a:pt x="5402635" y="5414173"/>
                  <a:pt x="5412817" y="5414171"/>
                </a:cubicBezTo>
                <a:cubicBezTo>
                  <a:pt x="5414911" y="5414173"/>
                  <a:pt x="5417107" y="5414419"/>
                  <a:pt x="5419604" y="5414953"/>
                </a:cubicBezTo>
                <a:cubicBezTo>
                  <a:pt x="5424994" y="5416145"/>
                  <a:pt x="5424495" y="5423170"/>
                  <a:pt x="5426291" y="5427567"/>
                </a:cubicBezTo>
                <a:lnTo>
                  <a:pt x="5426291" y="5432087"/>
                </a:lnTo>
                <a:cubicBezTo>
                  <a:pt x="5426291" y="5432087"/>
                  <a:pt x="5438769" y="5436031"/>
                  <a:pt x="5438769" y="5436031"/>
                </a:cubicBezTo>
                <a:cubicBezTo>
                  <a:pt x="5448153" y="5433361"/>
                  <a:pt x="5458235" y="5430115"/>
                  <a:pt x="5468017" y="5430115"/>
                </a:cubicBezTo>
                <a:cubicBezTo>
                  <a:pt x="5473407" y="5430114"/>
                  <a:pt x="5478698" y="5431101"/>
                  <a:pt x="5483589" y="5433731"/>
                </a:cubicBezTo>
                <a:cubicBezTo>
                  <a:pt x="5487481" y="5435785"/>
                  <a:pt x="5490975" y="5436525"/>
                  <a:pt x="5494270" y="5436525"/>
                </a:cubicBezTo>
                <a:cubicBezTo>
                  <a:pt x="5498562" y="5436525"/>
                  <a:pt x="5502456" y="5435292"/>
                  <a:pt x="5506248" y="5434060"/>
                </a:cubicBezTo>
                <a:cubicBezTo>
                  <a:pt x="5510042" y="5432827"/>
                  <a:pt x="5513734" y="5431594"/>
                  <a:pt x="5517628" y="5431594"/>
                </a:cubicBezTo>
                <a:cubicBezTo>
                  <a:pt x="5519825" y="5431594"/>
                  <a:pt x="5522021" y="5432005"/>
                  <a:pt x="5524416" y="5433032"/>
                </a:cubicBezTo>
                <a:cubicBezTo>
                  <a:pt x="5529109" y="5435128"/>
                  <a:pt x="5533200" y="5435949"/>
                  <a:pt x="5536794" y="5435949"/>
                </a:cubicBezTo>
                <a:cubicBezTo>
                  <a:pt x="5544180" y="5435949"/>
                  <a:pt x="5549971" y="5432662"/>
                  <a:pt x="5556359" y="5429951"/>
                </a:cubicBezTo>
                <a:cubicBezTo>
                  <a:pt x="5570433" y="5423952"/>
                  <a:pt x="5567439" y="5415899"/>
                  <a:pt x="5570733" y="5408462"/>
                </a:cubicBezTo>
                <a:cubicBezTo>
                  <a:pt x="5572429" y="5404599"/>
                  <a:pt x="5580216" y="5402586"/>
                  <a:pt x="5588601" y="5402586"/>
                </a:cubicBezTo>
                <a:cubicBezTo>
                  <a:pt x="5590597" y="5402586"/>
                  <a:pt x="5592595" y="5402709"/>
                  <a:pt x="5594490" y="5402915"/>
                </a:cubicBezTo>
                <a:cubicBezTo>
                  <a:pt x="5599781" y="5403531"/>
                  <a:pt x="5605671" y="5406161"/>
                  <a:pt x="5607866" y="5408544"/>
                </a:cubicBezTo>
                <a:cubicBezTo>
                  <a:pt x="5610363" y="5411215"/>
                  <a:pt x="5608665" y="5414666"/>
                  <a:pt x="5609164" y="5417789"/>
                </a:cubicBezTo>
                <a:cubicBezTo>
                  <a:pt x="5610661" y="5427650"/>
                  <a:pt x="5611959" y="5426499"/>
                  <a:pt x="5646597" y="5433936"/>
                </a:cubicBezTo>
                <a:cubicBezTo>
                  <a:pt x="5659275" y="5436648"/>
                  <a:pt x="5671154" y="5439319"/>
                  <a:pt x="5683031" y="5439318"/>
                </a:cubicBezTo>
                <a:cubicBezTo>
                  <a:pt x="5689520" y="5439319"/>
                  <a:pt x="5696009" y="5438538"/>
                  <a:pt x="5702697" y="5436525"/>
                </a:cubicBezTo>
                <a:cubicBezTo>
                  <a:pt x="5719466" y="5431512"/>
                  <a:pt x="5735938" y="5428759"/>
                  <a:pt x="5752408" y="5428759"/>
                </a:cubicBezTo>
                <a:cubicBezTo>
                  <a:pt x="5766982" y="5428759"/>
                  <a:pt x="5781556" y="5430895"/>
                  <a:pt x="5796429" y="5435456"/>
                </a:cubicBezTo>
                <a:cubicBezTo>
                  <a:pt x="5810304" y="5434224"/>
                  <a:pt x="5824379" y="5431142"/>
                  <a:pt x="5838155" y="5431142"/>
                </a:cubicBezTo>
                <a:cubicBezTo>
                  <a:pt x="5848236" y="5431142"/>
                  <a:pt x="5858219" y="5432786"/>
                  <a:pt x="5867603" y="5438085"/>
                </a:cubicBezTo>
                <a:lnTo>
                  <a:pt x="5885869" y="5436566"/>
                </a:lnTo>
                <a:cubicBezTo>
                  <a:pt x="5898646" y="5430814"/>
                  <a:pt x="5913420" y="5429868"/>
                  <a:pt x="5928891" y="5429868"/>
                </a:cubicBezTo>
                <a:cubicBezTo>
                  <a:pt x="5933384" y="5429868"/>
                  <a:pt x="5937975" y="5429950"/>
                  <a:pt x="5942666" y="5429992"/>
                </a:cubicBezTo>
                <a:cubicBezTo>
                  <a:pt x="5952849" y="5430115"/>
                  <a:pt x="5963031" y="5430156"/>
                  <a:pt x="5973114" y="5430156"/>
                </a:cubicBezTo>
                <a:cubicBezTo>
                  <a:pt x="5979403" y="5430156"/>
                  <a:pt x="5985690" y="5430156"/>
                  <a:pt x="5991979" y="5430156"/>
                </a:cubicBezTo>
                <a:cubicBezTo>
                  <a:pt x="5998068" y="5430156"/>
                  <a:pt x="6004056" y="5430156"/>
                  <a:pt x="6010145" y="5430156"/>
                </a:cubicBezTo>
                <a:cubicBezTo>
                  <a:pt x="6014738" y="5430156"/>
                  <a:pt x="6019331" y="5430156"/>
                  <a:pt x="6024022" y="5430156"/>
                </a:cubicBezTo>
                <a:cubicBezTo>
                  <a:pt x="6024222" y="5430156"/>
                  <a:pt x="6024521" y="5430156"/>
                  <a:pt x="6024721" y="5430156"/>
                </a:cubicBezTo>
                <a:cubicBezTo>
                  <a:pt x="6043686" y="5430156"/>
                  <a:pt x="6055765" y="5426786"/>
                  <a:pt x="6058759" y="5417336"/>
                </a:cubicBezTo>
                <a:cubicBezTo>
                  <a:pt x="6059658" y="5414625"/>
                  <a:pt x="6062751" y="5413310"/>
                  <a:pt x="6066645" y="5413310"/>
                </a:cubicBezTo>
                <a:cubicBezTo>
                  <a:pt x="6068541" y="5413310"/>
                  <a:pt x="6070538" y="5413639"/>
                  <a:pt x="6072536" y="5414255"/>
                </a:cubicBezTo>
                <a:cubicBezTo>
                  <a:pt x="6078424" y="5416103"/>
                  <a:pt x="6084014" y="5418199"/>
                  <a:pt x="6088706" y="5418199"/>
                </a:cubicBezTo>
                <a:cubicBezTo>
                  <a:pt x="6092998" y="5418199"/>
                  <a:pt x="6096493" y="5416433"/>
                  <a:pt x="6098588" y="5411050"/>
                </a:cubicBezTo>
                <a:cubicBezTo>
                  <a:pt x="6102681" y="5400819"/>
                  <a:pt x="6123044" y="5393259"/>
                  <a:pt x="6120849" y="5381220"/>
                </a:cubicBezTo>
                <a:cubicBezTo>
                  <a:pt x="6120050" y="5376783"/>
                  <a:pt x="6127935" y="5374153"/>
                  <a:pt x="6137916" y="5374153"/>
                </a:cubicBezTo>
                <a:cubicBezTo>
                  <a:pt x="6142111" y="5374153"/>
                  <a:pt x="6146702" y="5374646"/>
                  <a:pt x="6151195" y="5375632"/>
                </a:cubicBezTo>
                <a:cubicBezTo>
                  <a:pt x="6160477" y="5377769"/>
                  <a:pt x="6169760" y="5383028"/>
                  <a:pt x="6179144" y="5383028"/>
                </a:cubicBezTo>
                <a:cubicBezTo>
                  <a:pt x="6181440" y="5383028"/>
                  <a:pt x="6183735" y="5382700"/>
                  <a:pt x="6186131" y="5381919"/>
                </a:cubicBezTo>
                <a:cubicBezTo>
                  <a:pt x="6206296" y="5375139"/>
                  <a:pt x="6229453" y="5374811"/>
                  <a:pt x="6251115" y="5371565"/>
                </a:cubicBezTo>
                <a:lnTo>
                  <a:pt x="6257504" y="5368648"/>
                </a:lnTo>
                <a:cubicBezTo>
                  <a:pt x="6251814" y="5367169"/>
                  <a:pt x="6246024" y="5365730"/>
                  <a:pt x="6240333" y="5364169"/>
                </a:cubicBezTo>
                <a:cubicBezTo>
                  <a:pt x="6235144" y="5362730"/>
                  <a:pt x="6225761" y="5361170"/>
                  <a:pt x="6225761" y="5359608"/>
                </a:cubicBezTo>
                <a:cubicBezTo>
                  <a:pt x="6225659" y="5354102"/>
                  <a:pt x="6252012" y="5346460"/>
                  <a:pt x="6266687" y="5346460"/>
                </a:cubicBezTo>
                <a:cubicBezTo>
                  <a:pt x="6269181" y="5346460"/>
                  <a:pt x="6271279" y="5346665"/>
                  <a:pt x="6272875" y="5347158"/>
                </a:cubicBezTo>
                <a:cubicBezTo>
                  <a:pt x="6286252" y="5351062"/>
                  <a:pt x="6298530" y="5355705"/>
                  <a:pt x="6302322" y="5363306"/>
                </a:cubicBezTo>
                <a:cubicBezTo>
                  <a:pt x="6313302" y="5360800"/>
                  <a:pt x="6323984" y="5357595"/>
                  <a:pt x="6335564" y="5356198"/>
                </a:cubicBezTo>
                <a:cubicBezTo>
                  <a:pt x="6338159" y="5355869"/>
                  <a:pt x="6340754" y="5355746"/>
                  <a:pt x="6343149" y="5355746"/>
                </a:cubicBezTo>
                <a:cubicBezTo>
                  <a:pt x="6352833" y="5355746"/>
                  <a:pt x="6360518" y="5358252"/>
                  <a:pt x="6363213" y="5363717"/>
                </a:cubicBezTo>
                <a:cubicBezTo>
                  <a:pt x="6392263" y="5357842"/>
                  <a:pt x="6414223" y="5343461"/>
                  <a:pt x="6448261" y="5343461"/>
                </a:cubicBezTo>
                <a:cubicBezTo>
                  <a:pt x="6454450" y="5343461"/>
                  <a:pt x="6461139" y="5343954"/>
                  <a:pt x="6468225" y="5345063"/>
                </a:cubicBezTo>
                <a:cubicBezTo>
                  <a:pt x="6493680" y="5331709"/>
                  <a:pt x="6532410" y="5339475"/>
                  <a:pt x="6561859" y="5332655"/>
                </a:cubicBezTo>
                <a:cubicBezTo>
                  <a:pt x="6594401" y="5325136"/>
                  <a:pt x="6626742" y="5317411"/>
                  <a:pt x="6659084" y="5309728"/>
                </a:cubicBezTo>
                <a:cubicBezTo>
                  <a:pt x="6670763" y="5306975"/>
                  <a:pt x="6682641" y="5304304"/>
                  <a:pt x="6693821" y="5301140"/>
                </a:cubicBezTo>
                <a:cubicBezTo>
                  <a:pt x="6696417" y="5300400"/>
                  <a:pt x="6699012" y="5299949"/>
                  <a:pt x="6701507" y="5299949"/>
                </a:cubicBezTo>
                <a:cubicBezTo>
                  <a:pt x="6704703" y="5299949"/>
                  <a:pt x="6707596" y="5300729"/>
                  <a:pt x="6709594" y="5302825"/>
                </a:cubicBezTo>
                <a:cubicBezTo>
                  <a:pt x="6726861" y="5320739"/>
                  <a:pt x="6786457" y="5311741"/>
                  <a:pt x="6799632" y="5333271"/>
                </a:cubicBezTo>
                <a:cubicBezTo>
                  <a:pt x="6801029" y="5335572"/>
                  <a:pt x="6810413" y="5336722"/>
                  <a:pt x="6820096" y="5336722"/>
                </a:cubicBezTo>
                <a:cubicBezTo>
                  <a:pt x="6830976" y="5336722"/>
                  <a:pt x="6842455" y="5335325"/>
                  <a:pt x="6844153" y="5332613"/>
                </a:cubicBezTo>
                <a:cubicBezTo>
                  <a:pt x="6853437" y="5317370"/>
                  <a:pt x="6880387" y="5318027"/>
                  <a:pt x="6904345" y="5314617"/>
                </a:cubicBezTo>
                <a:cubicBezTo>
                  <a:pt x="6908338" y="5314042"/>
                  <a:pt x="6907837" y="5306893"/>
                  <a:pt x="6909335" y="5302825"/>
                </a:cubicBezTo>
                <a:cubicBezTo>
                  <a:pt x="6876893" y="5300236"/>
                  <a:pt x="6870904" y="5278131"/>
                  <a:pt x="6834270" y="5278131"/>
                </a:cubicBezTo>
                <a:cubicBezTo>
                  <a:pt x="6831075" y="5278131"/>
                  <a:pt x="6827682" y="5278295"/>
                  <a:pt x="6823989" y="5278665"/>
                </a:cubicBezTo>
                <a:cubicBezTo>
                  <a:pt x="6823190" y="5278748"/>
                  <a:pt x="6822391" y="5278788"/>
                  <a:pt x="6821692" y="5278788"/>
                </a:cubicBezTo>
                <a:lnTo>
                  <a:pt x="6821537" y="5278477"/>
                </a:lnTo>
                <a:lnTo>
                  <a:pt x="6840892" y="5277825"/>
                </a:lnTo>
                <a:lnTo>
                  <a:pt x="6840956" y="5277283"/>
                </a:lnTo>
                <a:lnTo>
                  <a:pt x="6839441" y="5277226"/>
                </a:lnTo>
                <a:lnTo>
                  <a:pt x="6841038" y="5276572"/>
                </a:lnTo>
                <a:lnTo>
                  <a:pt x="6842565" y="5263418"/>
                </a:lnTo>
                <a:cubicBezTo>
                  <a:pt x="6849596" y="5258751"/>
                  <a:pt x="6864211" y="5262778"/>
                  <a:pt x="6860942" y="5268425"/>
                </a:cubicBezTo>
                <a:lnTo>
                  <a:pt x="6841038" y="5276572"/>
                </a:lnTo>
                <a:lnTo>
                  <a:pt x="6840956" y="5277283"/>
                </a:lnTo>
                <a:lnTo>
                  <a:pt x="6953435" y="5281463"/>
                </a:lnTo>
                <a:cubicBezTo>
                  <a:pt x="6982627" y="5281743"/>
                  <a:pt x="7015559" y="5281844"/>
                  <a:pt x="7050193" y="5281817"/>
                </a:cubicBezTo>
                <a:close/>
              </a:path>
            </a:pathLst>
          </a:custGeom>
          <a:solidFill>
            <a:schemeClr val="accent2"/>
          </a:solidFill>
          <a:ln w="9525" cap="flat">
            <a:noFill/>
            <a:prstDash val="solid"/>
            <a:miter/>
          </a:ln>
        </p:spPr>
        <p:txBody>
          <a:bodyPr wrap="square" rtlCol="0" anchor="ctr">
            <a:noAutofit/>
          </a:bodyPr>
          <a:lstStyle/>
          <a:p>
            <a:endParaRPr lang="en-IN" dirty="0"/>
          </a:p>
        </p:txBody>
      </p:sp>
      <p:pic>
        <p:nvPicPr>
          <p:cNvPr id="13" name="Picture 5">
            <a:extLst>
              <a:ext uri="{FF2B5EF4-FFF2-40B4-BE49-F238E27FC236}">
                <a16:creationId xmlns:a16="http://schemas.microsoft.com/office/drawing/2014/main" id="{26DD89E4-F8A8-1E78-C421-A5C980C034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 name="Group 33">
            <a:extLst>
              <a:ext uri="{FF2B5EF4-FFF2-40B4-BE49-F238E27FC236}">
                <a16:creationId xmlns:a16="http://schemas.microsoft.com/office/drawing/2014/main" id="{F12D2920-EBAE-44CF-2EEC-B90D256ABF29}"/>
              </a:ext>
            </a:extLst>
          </p:cNvPr>
          <p:cNvGrpSpPr/>
          <p:nvPr/>
        </p:nvGrpSpPr>
        <p:grpSpPr>
          <a:xfrm>
            <a:off x="9021856" y="1124457"/>
            <a:ext cx="3465657" cy="3465657"/>
            <a:chOff x="7150099" y="1006450"/>
            <a:chExt cx="4680000" cy="4680000"/>
          </a:xfrm>
        </p:grpSpPr>
        <p:cxnSp>
          <p:nvCxnSpPr>
            <p:cNvPr id="35" name="Straight Connector 34">
              <a:extLst>
                <a:ext uri="{FF2B5EF4-FFF2-40B4-BE49-F238E27FC236}">
                  <a16:creationId xmlns:a16="http://schemas.microsoft.com/office/drawing/2014/main" id="{FEBEC3F3-22C0-CC8A-8D34-326CC42CE7A7}"/>
                </a:ext>
              </a:extLst>
            </p:cNvPr>
            <p:cNvCxnSpPr/>
            <p:nvPr/>
          </p:nvCxnSpPr>
          <p:spPr>
            <a:xfrm>
              <a:off x="7150099" y="138430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D937E7D5-7DC9-B36F-74FF-B82057671988}"/>
                </a:ext>
              </a:extLst>
            </p:cNvPr>
            <p:cNvCxnSpPr/>
            <p:nvPr/>
          </p:nvCxnSpPr>
          <p:spPr>
            <a:xfrm>
              <a:off x="7150099" y="177673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31A6F76-6E86-869F-73A5-BD65DE21802F}"/>
                </a:ext>
              </a:extLst>
            </p:cNvPr>
            <p:cNvCxnSpPr/>
            <p:nvPr/>
          </p:nvCxnSpPr>
          <p:spPr>
            <a:xfrm>
              <a:off x="7150099" y="216916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B15C8530-E6D0-8263-2E1C-8CC02FEF7B91}"/>
                </a:ext>
              </a:extLst>
            </p:cNvPr>
            <p:cNvCxnSpPr/>
            <p:nvPr/>
          </p:nvCxnSpPr>
          <p:spPr>
            <a:xfrm>
              <a:off x="7150099" y="256159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BE104E0-C61F-8502-BFE0-B4A1551CC389}"/>
                </a:ext>
              </a:extLst>
            </p:cNvPr>
            <p:cNvCxnSpPr/>
            <p:nvPr/>
          </p:nvCxnSpPr>
          <p:spPr>
            <a:xfrm>
              <a:off x="7150099" y="295402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4880588-1BD0-8AD4-2EC1-CFF5045B7B01}"/>
                </a:ext>
              </a:extLst>
            </p:cNvPr>
            <p:cNvCxnSpPr/>
            <p:nvPr/>
          </p:nvCxnSpPr>
          <p:spPr>
            <a:xfrm>
              <a:off x="7150099" y="334645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17A9216-B7CD-0B76-A9D6-0627B18DF8C3}"/>
                </a:ext>
              </a:extLst>
            </p:cNvPr>
            <p:cNvCxnSpPr/>
            <p:nvPr/>
          </p:nvCxnSpPr>
          <p:spPr>
            <a:xfrm>
              <a:off x="7150099" y="373888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A7A3367C-0E2C-A7FA-ABD3-9A53149A9CB8}"/>
                </a:ext>
              </a:extLst>
            </p:cNvPr>
            <p:cNvCxnSpPr/>
            <p:nvPr/>
          </p:nvCxnSpPr>
          <p:spPr>
            <a:xfrm>
              <a:off x="7150099" y="413131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7AE0BCF-BA12-4A90-53D4-945D40D9F312}"/>
                </a:ext>
              </a:extLst>
            </p:cNvPr>
            <p:cNvCxnSpPr/>
            <p:nvPr/>
          </p:nvCxnSpPr>
          <p:spPr>
            <a:xfrm>
              <a:off x="7150099" y="452374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9D56AC6-7DE9-3C00-AF55-1EA5AA43117E}"/>
                </a:ext>
              </a:extLst>
            </p:cNvPr>
            <p:cNvCxnSpPr/>
            <p:nvPr/>
          </p:nvCxnSpPr>
          <p:spPr>
            <a:xfrm>
              <a:off x="7150099" y="491617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54792C11-E877-F200-3CEA-242201A68AE1}"/>
                </a:ext>
              </a:extLst>
            </p:cNvPr>
            <p:cNvCxnSpPr/>
            <p:nvPr/>
          </p:nvCxnSpPr>
          <p:spPr>
            <a:xfrm>
              <a:off x="7150099" y="5308600"/>
              <a:ext cx="4680000" cy="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B85F802-6939-94AF-8D85-847DB7A1733A}"/>
                </a:ext>
              </a:extLst>
            </p:cNvPr>
            <p:cNvCxnSpPr/>
            <p:nvPr/>
          </p:nvCxnSpPr>
          <p:spPr>
            <a:xfrm>
              <a:off x="1147129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4D19437-16F0-A63F-E9C0-2739DDB140C9}"/>
                </a:ext>
              </a:extLst>
            </p:cNvPr>
            <p:cNvCxnSpPr/>
            <p:nvPr/>
          </p:nvCxnSpPr>
          <p:spPr>
            <a:xfrm>
              <a:off x="1107505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384F74F-5443-C4F4-D51D-B37C2A106D0F}"/>
                </a:ext>
              </a:extLst>
            </p:cNvPr>
            <p:cNvCxnSpPr/>
            <p:nvPr/>
          </p:nvCxnSpPr>
          <p:spPr>
            <a:xfrm>
              <a:off x="1067881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00C86F68-05CB-2F78-A155-B53B3615C627}"/>
                </a:ext>
              </a:extLst>
            </p:cNvPr>
            <p:cNvCxnSpPr/>
            <p:nvPr/>
          </p:nvCxnSpPr>
          <p:spPr>
            <a:xfrm>
              <a:off x="1028257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205D9217-3E43-C3D6-442C-3A63A30C6D6D}"/>
                </a:ext>
              </a:extLst>
            </p:cNvPr>
            <p:cNvCxnSpPr/>
            <p:nvPr/>
          </p:nvCxnSpPr>
          <p:spPr>
            <a:xfrm>
              <a:off x="988633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F88A10EE-A674-AC0A-475A-BFB6E918F4C7}"/>
                </a:ext>
              </a:extLst>
            </p:cNvPr>
            <p:cNvCxnSpPr/>
            <p:nvPr/>
          </p:nvCxnSpPr>
          <p:spPr>
            <a:xfrm>
              <a:off x="949009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6055FDBD-7DF4-AC79-EF0C-9F9308A76B95}"/>
                </a:ext>
              </a:extLst>
            </p:cNvPr>
            <p:cNvCxnSpPr/>
            <p:nvPr/>
          </p:nvCxnSpPr>
          <p:spPr>
            <a:xfrm>
              <a:off x="909385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761C9AF2-DC4C-9DA5-ED31-AC2A2258ECE7}"/>
                </a:ext>
              </a:extLst>
            </p:cNvPr>
            <p:cNvCxnSpPr/>
            <p:nvPr/>
          </p:nvCxnSpPr>
          <p:spPr>
            <a:xfrm>
              <a:off x="869761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D05AE8BC-D1F4-A916-3617-DBB1D5581086}"/>
                </a:ext>
              </a:extLst>
            </p:cNvPr>
            <p:cNvCxnSpPr/>
            <p:nvPr/>
          </p:nvCxnSpPr>
          <p:spPr>
            <a:xfrm>
              <a:off x="830137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24311706-1DFD-68CC-70C7-70A8702AD376}"/>
                </a:ext>
              </a:extLst>
            </p:cNvPr>
            <p:cNvCxnSpPr/>
            <p:nvPr/>
          </p:nvCxnSpPr>
          <p:spPr>
            <a:xfrm>
              <a:off x="790513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EB8CC840-FBD7-6EF4-7874-1C3CE6C98B85}"/>
                </a:ext>
              </a:extLst>
            </p:cNvPr>
            <p:cNvCxnSpPr/>
            <p:nvPr/>
          </p:nvCxnSpPr>
          <p:spPr>
            <a:xfrm>
              <a:off x="7508899" y="1006450"/>
              <a:ext cx="0" cy="4680000"/>
            </a:xfrm>
            <a:prstGeom prst="line">
              <a:avLst/>
            </a:prstGeom>
            <a:ln w="3175">
              <a:solidFill>
                <a:schemeClr val="tx2">
                  <a:alpha val="40000"/>
                </a:schemeClr>
              </a:solidFill>
            </a:ln>
          </p:spPr>
          <p:style>
            <a:lnRef idx="1">
              <a:schemeClr val="accent1"/>
            </a:lnRef>
            <a:fillRef idx="0">
              <a:schemeClr val="accent1"/>
            </a:fillRef>
            <a:effectRef idx="0">
              <a:schemeClr val="accent1"/>
            </a:effectRef>
            <a:fontRef idx="minor">
              <a:schemeClr val="tx1"/>
            </a:fontRef>
          </p:style>
        </p:cxnSp>
      </p:grpSp>
      <p:pic>
        <p:nvPicPr>
          <p:cNvPr id="59" name="Graphic 58">
            <a:extLst>
              <a:ext uri="{FF2B5EF4-FFF2-40B4-BE49-F238E27FC236}">
                <a16:creationId xmlns:a16="http://schemas.microsoft.com/office/drawing/2014/main" id="{E2A6BFC3-88BA-2BDA-7A60-B2BFE17C849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425161" y="5361423"/>
            <a:ext cx="938249" cy="938248"/>
          </a:xfrm>
          <a:prstGeom prst="rect">
            <a:avLst/>
          </a:prstGeom>
        </p:spPr>
      </p:pic>
      <p:pic>
        <p:nvPicPr>
          <p:cNvPr id="70" name="Graphic 69">
            <a:extLst>
              <a:ext uri="{FF2B5EF4-FFF2-40B4-BE49-F238E27FC236}">
                <a16:creationId xmlns:a16="http://schemas.microsoft.com/office/drawing/2014/main" id="{022C0FBB-FEE3-7F1C-A903-66B1155D72E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rot="21312549">
            <a:off x="10957681" y="1569895"/>
            <a:ext cx="800501" cy="1383917"/>
          </a:xfrm>
          <a:prstGeom prst="rect">
            <a:avLst/>
          </a:prstGeom>
        </p:spPr>
      </p:pic>
      <p:pic>
        <p:nvPicPr>
          <p:cNvPr id="67" name="Picture 66" descr="A group of boxes and a cup&#10;&#10;AI-generated content may be incorrect.">
            <a:extLst>
              <a:ext uri="{FF2B5EF4-FFF2-40B4-BE49-F238E27FC236}">
                <a16:creationId xmlns:a16="http://schemas.microsoft.com/office/drawing/2014/main" id="{D0710AC9-7A0D-A857-2698-E8DE2A49E4B6}"/>
              </a:ext>
            </a:extLst>
          </p:cNvPr>
          <p:cNvPicPr>
            <a:picLocks noChangeAspect="1"/>
          </p:cNvPicPr>
          <p:nvPr/>
        </p:nvPicPr>
        <p:blipFill>
          <a:blip r:embed="rId6">
            <a:extLst>
              <a:ext uri="{28A0092B-C50C-407E-A947-70E740481C1C}">
                <a14:useLocalDpi xmlns:a14="http://schemas.microsoft.com/office/drawing/2010/main" val="0"/>
              </a:ext>
            </a:extLst>
          </a:blip>
          <a:srcRect l="14784" t="7055" r="17596" b="6720"/>
          <a:stretch>
            <a:fillRect/>
          </a:stretch>
        </p:blipFill>
        <p:spPr>
          <a:xfrm>
            <a:off x="6386287" y="1600090"/>
            <a:ext cx="5306126" cy="4211389"/>
          </a:xfrm>
          <a:prstGeom prst="rect">
            <a:avLst/>
          </a:prstGeom>
        </p:spPr>
      </p:pic>
      <p:sp>
        <p:nvSpPr>
          <p:cNvPr id="30" name="Graphic 11">
            <a:extLst>
              <a:ext uri="{FF2B5EF4-FFF2-40B4-BE49-F238E27FC236}">
                <a16:creationId xmlns:a16="http://schemas.microsoft.com/office/drawing/2014/main" id="{B25FFD4D-384E-5EE0-1DD6-0E7E1690833F}"/>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tx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sp>
        <p:nvSpPr>
          <p:cNvPr id="3" name="Slide Number Placeholder 2">
            <a:extLst>
              <a:ext uri="{FF2B5EF4-FFF2-40B4-BE49-F238E27FC236}">
                <a16:creationId xmlns:a16="http://schemas.microsoft.com/office/drawing/2014/main" id="{E10C0412-7351-88A7-B894-8CD1D550E495}"/>
              </a:ext>
            </a:extLst>
          </p:cNvPr>
          <p:cNvSpPr>
            <a:spLocks noGrp="1"/>
          </p:cNvSpPr>
          <p:nvPr>
            <p:ph type="sldNum" sz="quarter" idx="4"/>
          </p:nvPr>
        </p:nvSpPr>
        <p:spPr/>
        <p:txBody>
          <a:bodyPr/>
          <a:lstStyle/>
          <a:p>
            <a:fld id="{9A131BC9-40DA-43B6-B58E-D925B527BF77}" type="slidenum">
              <a:rPr lang="en-IN" smtClean="0"/>
              <a:pPr/>
              <a:t>13</a:t>
            </a:fld>
            <a:endParaRPr lang="en-IN"/>
          </a:p>
        </p:txBody>
      </p:sp>
    </p:spTree>
    <p:extLst>
      <p:ext uri="{BB962C8B-B14F-4D97-AF65-F5344CB8AC3E}">
        <p14:creationId xmlns:p14="http://schemas.microsoft.com/office/powerpoint/2010/main" val="52676736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a:extLst>
            <a:ext uri="{FF2B5EF4-FFF2-40B4-BE49-F238E27FC236}">
              <a16:creationId xmlns:a16="http://schemas.microsoft.com/office/drawing/2014/main" id="{F970B615-76F7-DE46-10DF-EB597E6331F6}"/>
            </a:ext>
          </a:extLst>
        </p:cNvPr>
        <p:cNvGrpSpPr/>
        <p:nvPr/>
      </p:nvGrpSpPr>
      <p:grpSpPr>
        <a:xfrm>
          <a:off x="0" y="0"/>
          <a:ext cx="0" cy="0"/>
          <a:chOff x="0" y="0"/>
          <a:chExt cx="0" cy="0"/>
        </a:xfrm>
      </p:grpSpPr>
      <p:pic>
        <p:nvPicPr>
          <p:cNvPr id="20" name="Graphic 19">
            <a:extLst>
              <a:ext uri="{FF2B5EF4-FFF2-40B4-BE49-F238E27FC236}">
                <a16:creationId xmlns:a16="http://schemas.microsoft.com/office/drawing/2014/main" id="{51AEEE5F-A945-A38A-3D62-4EE3709B3F13}"/>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rot="7200000">
            <a:off x="90927" y="157245"/>
            <a:ext cx="839286" cy="824708"/>
          </a:xfrm>
          <a:prstGeom prst="rect">
            <a:avLst/>
          </a:prstGeom>
        </p:spPr>
      </p:pic>
      <p:pic>
        <p:nvPicPr>
          <p:cNvPr id="15" name="Graphic 14">
            <a:extLst>
              <a:ext uri="{FF2B5EF4-FFF2-40B4-BE49-F238E27FC236}">
                <a16:creationId xmlns:a16="http://schemas.microsoft.com/office/drawing/2014/main" id="{81F829C0-15E7-384A-1C37-8CC80E4C5AA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777038" y="134385"/>
            <a:ext cx="1352134" cy="1352133"/>
          </a:xfrm>
          <a:prstGeom prst="rect">
            <a:avLst/>
          </a:prstGeom>
        </p:spPr>
      </p:pic>
      <p:pic>
        <p:nvPicPr>
          <p:cNvPr id="16" name="Graphic 15">
            <a:extLst>
              <a:ext uri="{FF2B5EF4-FFF2-40B4-BE49-F238E27FC236}">
                <a16:creationId xmlns:a16="http://schemas.microsoft.com/office/drawing/2014/main" id="{EE545667-68E3-2C2B-F2F4-57F548B9C2A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21312549">
            <a:off x="10806469" y="2423831"/>
            <a:ext cx="812789" cy="1405161"/>
          </a:xfrm>
          <a:prstGeom prst="rect">
            <a:avLst/>
          </a:prstGeom>
        </p:spPr>
      </p:pic>
      <p:sp>
        <p:nvSpPr>
          <p:cNvPr id="2" name="Title 1">
            <a:extLst>
              <a:ext uri="{FF2B5EF4-FFF2-40B4-BE49-F238E27FC236}">
                <a16:creationId xmlns:a16="http://schemas.microsoft.com/office/drawing/2014/main" id="{BC52DBEC-4742-7623-17B8-F317CCC17532}"/>
              </a:ext>
            </a:extLst>
          </p:cNvPr>
          <p:cNvSpPr>
            <a:spLocks noGrp="1"/>
          </p:cNvSpPr>
          <p:nvPr>
            <p:ph type="title"/>
          </p:nvPr>
        </p:nvSpPr>
        <p:spPr/>
        <p:txBody>
          <a:bodyPr/>
          <a:lstStyle/>
          <a:p>
            <a:r>
              <a:rPr lang="en-IN" dirty="0"/>
              <a:t>WHAT TO </a:t>
            </a:r>
            <a:r>
              <a:rPr lang="en-IN" dirty="0">
                <a:ln w="12700">
                  <a:solidFill>
                    <a:schemeClr val="accent2"/>
                  </a:solidFill>
                </a:ln>
                <a:noFill/>
              </a:rPr>
              <a:t>LOREM IPSUM</a:t>
            </a:r>
          </a:p>
        </p:txBody>
      </p:sp>
      <p:sp>
        <p:nvSpPr>
          <p:cNvPr id="3" name="Slide Number Placeholder 2">
            <a:extLst>
              <a:ext uri="{FF2B5EF4-FFF2-40B4-BE49-F238E27FC236}">
                <a16:creationId xmlns:a16="http://schemas.microsoft.com/office/drawing/2014/main" id="{DA80023F-BB9F-F659-9677-C61425AB8FCE}"/>
              </a:ext>
            </a:extLst>
          </p:cNvPr>
          <p:cNvSpPr>
            <a:spLocks noGrp="1"/>
          </p:cNvSpPr>
          <p:nvPr>
            <p:ph type="sldNum" sz="quarter" idx="4"/>
          </p:nvPr>
        </p:nvSpPr>
        <p:spPr/>
        <p:txBody>
          <a:bodyPr/>
          <a:lstStyle/>
          <a:p>
            <a:fld id="{9A131BC9-40DA-43B6-B58E-D925B527BF77}" type="slidenum">
              <a:rPr lang="en-IN" smtClean="0"/>
              <a:pPr/>
              <a:t>14</a:t>
            </a:fld>
            <a:endParaRPr lang="en-IN"/>
          </a:p>
        </p:txBody>
      </p:sp>
      <p:sp>
        <p:nvSpPr>
          <p:cNvPr id="4" name="TextBox 3">
            <a:extLst>
              <a:ext uri="{FF2B5EF4-FFF2-40B4-BE49-F238E27FC236}">
                <a16:creationId xmlns:a16="http://schemas.microsoft.com/office/drawing/2014/main" id="{2CD17AF7-BB46-299F-5A6D-FE1C61699626}"/>
              </a:ext>
            </a:extLst>
          </p:cNvPr>
          <p:cNvSpPr txBox="1"/>
          <p:nvPr/>
        </p:nvSpPr>
        <p:spPr>
          <a:xfrm>
            <a:off x="368298" y="1187222"/>
            <a:ext cx="6784977" cy="615553"/>
          </a:xfrm>
          <a:prstGeom prst="rect">
            <a:avLst/>
          </a:prstGeom>
          <a:noFill/>
        </p:spPr>
        <p:txBody>
          <a:bodyPr wrap="square" lIns="0" tIns="0" rIns="0" bIns="0" rtlCol="0" anchor="t">
            <a:spAutoFit/>
          </a:bodyPr>
          <a:lstStyle/>
          <a:p>
            <a:pPr>
              <a:spcAft>
                <a:spcPts val="600"/>
              </a:spcAft>
            </a:pPr>
            <a:r>
              <a:rPr lang="en-US" sz="1000" b="0" i="0" dirty="0">
                <a:solidFill>
                  <a:schemeClr val="bg1"/>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150" name="Rectangle: Rounded Corners 149">
            <a:extLst>
              <a:ext uri="{FF2B5EF4-FFF2-40B4-BE49-F238E27FC236}">
                <a16:creationId xmlns:a16="http://schemas.microsoft.com/office/drawing/2014/main" id="{3ED150CE-ADE1-AA6A-F640-6139E2957FA9}"/>
              </a:ext>
            </a:extLst>
          </p:cNvPr>
          <p:cNvSpPr/>
          <p:nvPr/>
        </p:nvSpPr>
        <p:spPr>
          <a:xfrm>
            <a:off x="368298" y="2200275"/>
            <a:ext cx="3898902" cy="895154"/>
          </a:xfrm>
          <a:prstGeom prst="roundRect">
            <a:avLst>
              <a:gd name="adj" fmla="val 71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1" name="Rectangle: Rounded Corners 150">
            <a:extLst>
              <a:ext uri="{FF2B5EF4-FFF2-40B4-BE49-F238E27FC236}">
                <a16:creationId xmlns:a16="http://schemas.microsoft.com/office/drawing/2014/main" id="{8AADA93A-DE43-8DB7-564D-336EDC43A40B}"/>
              </a:ext>
            </a:extLst>
          </p:cNvPr>
          <p:cNvSpPr/>
          <p:nvPr/>
        </p:nvSpPr>
        <p:spPr>
          <a:xfrm>
            <a:off x="368298" y="3235634"/>
            <a:ext cx="3898902" cy="895154"/>
          </a:xfrm>
          <a:prstGeom prst="roundRect">
            <a:avLst>
              <a:gd name="adj" fmla="val 71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2" name="Rectangle: Rounded Corners 151">
            <a:extLst>
              <a:ext uri="{FF2B5EF4-FFF2-40B4-BE49-F238E27FC236}">
                <a16:creationId xmlns:a16="http://schemas.microsoft.com/office/drawing/2014/main" id="{25C1BDD2-0DA3-A779-0268-1E1A9F149FD4}"/>
              </a:ext>
            </a:extLst>
          </p:cNvPr>
          <p:cNvSpPr/>
          <p:nvPr/>
        </p:nvSpPr>
        <p:spPr>
          <a:xfrm>
            <a:off x="368298" y="4270994"/>
            <a:ext cx="3898902" cy="895154"/>
          </a:xfrm>
          <a:prstGeom prst="roundRect">
            <a:avLst>
              <a:gd name="adj" fmla="val 71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3" name="Rectangle: Rounded Corners 152">
            <a:extLst>
              <a:ext uri="{FF2B5EF4-FFF2-40B4-BE49-F238E27FC236}">
                <a16:creationId xmlns:a16="http://schemas.microsoft.com/office/drawing/2014/main" id="{FB7B860C-08E6-789C-5B1D-663E794CBB25}"/>
              </a:ext>
            </a:extLst>
          </p:cNvPr>
          <p:cNvSpPr/>
          <p:nvPr/>
        </p:nvSpPr>
        <p:spPr>
          <a:xfrm>
            <a:off x="368298" y="5306353"/>
            <a:ext cx="3898902" cy="895154"/>
          </a:xfrm>
          <a:prstGeom prst="roundRect">
            <a:avLst>
              <a:gd name="adj" fmla="val 71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6" name="Rectangle: Rounded Corners 155">
            <a:extLst>
              <a:ext uri="{FF2B5EF4-FFF2-40B4-BE49-F238E27FC236}">
                <a16:creationId xmlns:a16="http://schemas.microsoft.com/office/drawing/2014/main" id="{D996B0FA-C2FC-6451-33EC-BC87705B7198}"/>
              </a:ext>
            </a:extLst>
          </p:cNvPr>
          <p:cNvSpPr/>
          <p:nvPr/>
        </p:nvSpPr>
        <p:spPr>
          <a:xfrm>
            <a:off x="4408611" y="2200275"/>
            <a:ext cx="3898902" cy="895154"/>
          </a:xfrm>
          <a:prstGeom prst="roundRect">
            <a:avLst>
              <a:gd name="adj" fmla="val 71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7" name="Rectangle: Rounded Corners 156">
            <a:extLst>
              <a:ext uri="{FF2B5EF4-FFF2-40B4-BE49-F238E27FC236}">
                <a16:creationId xmlns:a16="http://schemas.microsoft.com/office/drawing/2014/main" id="{A02E3A4F-7396-4870-4523-59B8415B1423}"/>
              </a:ext>
            </a:extLst>
          </p:cNvPr>
          <p:cNvSpPr/>
          <p:nvPr/>
        </p:nvSpPr>
        <p:spPr>
          <a:xfrm>
            <a:off x="4408611" y="3235634"/>
            <a:ext cx="3898902" cy="895154"/>
          </a:xfrm>
          <a:prstGeom prst="roundRect">
            <a:avLst>
              <a:gd name="adj" fmla="val 71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8" name="Rectangle: Rounded Corners 157">
            <a:extLst>
              <a:ext uri="{FF2B5EF4-FFF2-40B4-BE49-F238E27FC236}">
                <a16:creationId xmlns:a16="http://schemas.microsoft.com/office/drawing/2014/main" id="{76141BAA-22B7-8F0E-6BD3-E8740996ECA9}"/>
              </a:ext>
            </a:extLst>
          </p:cNvPr>
          <p:cNvSpPr/>
          <p:nvPr/>
        </p:nvSpPr>
        <p:spPr>
          <a:xfrm>
            <a:off x="4408611" y="4270994"/>
            <a:ext cx="3898902" cy="895154"/>
          </a:xfrm>
          <a:prstGeom prst="roundRect">
            <a:avLst>
              <a:gd name="adj" fmla="val 71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59" name="Rectangle: Rounded Corners 158">
            <a:extLst>
              <a:ext uri="{FF2B5EF4-FFF2-40B4-BE49-F238E27FC236}">
                <a16:creationId xmlns:a16="http://schemas.microsoft.com/office/drawing/2014/main" id="{BB801B8A-26E2-930A-83B6-AD9F4FBED960}"/>
              </a:ext>
            </a:extLst>
          </p:cNvPr>
          <p:cNvSpPr/>
          <p:nvPr/>
        </p:nvSpPr>
        <p:spPr>
          <a:xfrm>
            <a:off x="4408611" y="5306353"/>
            <a:ext cx="3898902" cy="895154"/>
          </a:xfrm>
          <a:prstGeom prst="roundRect">
            <a:avLst>
              <a:gd name="adj" fmla="val 71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61" name="TextBox 160">
            <a:extLst>
              <a:ext uri="{FF2B5EF4-FFF2-40B4-BE49-F238E27FC236}">
                <a16:creationId xmlns:a16="http://schemas.microsoft.com/office/drawing/2014/main" id="{CAEB95EA-B43A-E42F-200C-B7A1C146D232}"/>
              </a:ext>
            </a:extLst>
          </p:cNvPr>
          <p:cNvSpPr txBox="1"/>
          <p:nvPr/>
        </p:nvSpPr>
        <p:spPr>
          <a:xfrm>
            <a:off x="555146" y="2273904"/>
            <a:ext cx="3576992" cy="747897"/>
          </a:xfrm>
          <a:prstGeom prst="rect">
            <a:avLst/>
          </a:prstGeom>
          <a:noFill/>
        </p:spPr>
        <p:txBody>
          <a:bodyPr wrap="square" lIns="0" tIns="0" rIns="0" bIns="0" rtlCol="0" anchor="ctr">
            <a:spAutoFit/>
          </a:bodyPr>
          <a:lstStyle/>
          <a:p>
            <a:pPr>
              <a:lnSpc>
                <a:spcPct val="90000"/>
              </a:lnSpc>
              <a:spcAft>
                <a:spcPts val="600"/>
              </a:spcAft>
            </a:pPr>
            <a:r>
              <a:rPr lang="en-US" sz="900" b="1" i="0" dirty="0">
                <a:solidFill>
                  <a:schemeClr val="accent1"/>
                </a:solidFill>
                <a:effectLst/>
                <a:latin typeface="+mn-lt"/>
              </a:rPr>
              <a:t>WHAT TO LOREM IPSUM </a:t>
            </a:r>
            <a:r>
              <a:rPr lang="en-US" sz="900" b="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a:t>
            </a:r>
          </a:p>
        </p:txBody>
      </p:sp>
      <p:sp>
        <p:nvSpPr>
          <p:cNvPr id="162" name="TextBox 161">
            <a:extLst>
              <a:ext uri="{FF2B5EF4-FFF2-40B4-BE49-F238E27FC236}">
                <a16:creationId xmlns:a16="http://schemas.microsoft.com/office/drawing/2014/main" id="{171A816A-6C5B-C628-6FFE-76E0803105B9}"/>
              </a:ext>
            </a:extLst>
          </p:cNvPr>
          <p:cNvSpPr txBox="1"/>
          <p:nvPr/>
        </p:nvSpPr>
        <p:spPr>
          <a:xfrm>
            <a:off x="4595459" y="2273904"/>
            <a:ext cx="3642316" cy="747897"/>
          </a:xfrm>
          <a:prstGeom prst="rect">
            <a:avLst/>
          </a:prstGeom>
          <a:noFill/>
        </p:spPr>
        <p:txBody>
          <a:bodyPr wrap="square" lIns="0" tIns="0" rIns="0" bIns="0" rtlCol="0" anchor="ctr">
            <a:spAutoFit/>
          </a:bodyPr>
          <a:lstStyle/>
          <a:p>
            <a:pPr>
              <a:lnSpc>
                <a:spcPct val="90000"/>
              </a:lnSpc>
              <a:spcAft>
                <a:spcPts val="600"/>
              </a:spcAft>
            </a:pPr>
            <a:r>
              <a:rPr lang="en-US" sz="900" b="1" i="0" dirty="0">
                <a:solidFill>
                  <a:schemeClr val="accent1"/>
                </a:solidFill>
                <a:effectLst/>
                <a:latin typeface="+mn-lt"/>
              </a:rPr>
              <a:t>WHAT TO LOREM IPSUM </a:t>
            </a:r>
            <a:r>
              <a:rPr lang="en-US" sz="900" b="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a:t>
            </a:r>
          </a:p>
        </p:txBody>
      </p:sp>
      <p:sp>
        <p:nvSpPr>
          <p:cNvPr id="163" name="TextBox 162">
            <a:extLst>
              <a:ext uri="{FF2B5EF4-FFF2-40B4-BE49-F238E27FC236}">
                <a16:creationId xmlns:a16="http://schemas.microsoft.com/office/drawing/2014/main" id="{A996283D-12C8-6F7D-4723-107D82916B58}"/>
              </a:ext>
            </a:extLst>
          </p:cNvPr>
          <p:cNvSpPr txBox="1"/>
          <p:nvPr/>
        </p:nvSpPr>
        <p:spPr>
          <a:xfrm>
            <a:off x="555146" y="3309263"/>
            <a:ext cx="3576992" cy="747897"/>
          </a:xfrm>
          <a:prstGeom prst="rect">
            <a:avLst/>
          </a:prstGeom>
          <a:noFill/>
        </p:spPr>
        <p:txBody>
          <a:bodyPr wrap="square" lIns="0" tIns="0" rIns="0" bIns="0" rtlCol="0" anchor="ctr">
            <a:spAutoFit/>
          </a:bodyPr>
          <a:lstStyle/>
          <a:p>
            <a:pPr>
              <a:lnSpc>
                <a:spcPct val="90000"/>
              </a:lnSpc>
              <a:spcAft>
                <a:spcPts val="600"/>
              </a:spcAft>
            </a:pPr>
            <a:r>
              <a:rPr lang="en-US" sz="900" b="1" i="0" dirty="0">
                <a:solidFill>
                  <a:schemeClr val="accent2"/>
                </a:solidFill>
                <a:effectLst/>
                <a:latin typeface="+mn-lt"/>
              </a:rPr>
              <a:t>WHAT TO LOREM IPSUM </a:t>
            </a:r>
            <a:r>
              <a:rPr lang="en-US" sz="900" dirty="0">
                <a:solidFill>
                  <a:schemeClr val="tx2"/>
                </a:solidFill>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a:t>
            </a:r>
            <a:endParaRPr lang="en-US" sz="900" b="0" i="0" dirty="0">
              <a:solidFill>
                <a:schemeClr val="tx2"/>
              </a:solidFill>
              <a:effectLst/>
              <a:latin typeface="+mn-lt"/>
            </a:endParaRPr>
          </a:p>
        </p:txBody>
      </p:sp>
      <p:sp>
        <p:nvSpPr>
          <p:cNvPr id="164" name="TextBox 163">
            <a:extLst>
              <a:ext uri="{FF2B5EF4-FFF2-40B4-BE49-F238E27FC236}">
                <a16:creationId xmlns:a16="http://schemas.microsoft.com/office/drawing/2014/main" id="{81443F4A-92C3-90C5-C3C7-8D5FF069DFD0}"/>
              </a:ext>
            </a:extLst>
          </p:cNvPr>
          <p:cNvSpPr txBox="1"/>
          <p:nvPr/>
        </p:nvSpPr>
        <p:spPr>
          <a:xfrm>
            <a:off x="4595458" y="3309262"/>
            <a:ext cx="3466762" cy="747897"/>
          </a:xfrm>
          <a:prstGeom prst="rect">
            <a:avLst/>
          </a:prstGeom>
          <a:noFill/>
        </p:spPr>
        <p:txBody>
          <a:bodyPr wrap="square" lIns="0" tIns="0" rIns="0" bIns="0" rtlCol="0" anchor="ctr">
            <a:spAutoFit/>
          </a:bodyPr>
          <a:lstStyle/>
          <a:p>
            <a:pPr>
              <a:lnSpc>
                <a:spcPct val="90000"/>
              </a:lnSpc>
              <a:spcAft>
                <a:spcPts val="600"/>
              </a:spcAft>
            </a:pPr>
            <a:r>
              <a:rPr lang="en-US" sz="900" b="1" i="0" dirty="0">
                <a:solidFill>
                  <a:schemeClr val="accent2"/>
                </a:solidFill>
                <a:effectLst/>
                <a:latin typeface="+mn-lt"/>
              </a:rPr>
              <a:t>WHAT TO LOREM IPSUM </a:t>
            </a:r>
            <a:r>
              <a:rPr lang="en-US" sz="900" b="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a:t>
            </a:r>
          </a:p>
        </p:txBody>
      </p:sp>
      <p:sp>
        <p:nvSpPr>
          <p:cNvPr id="165" name="TextBox 164">
            <a:extLst>
              <a:ext uri="{FF2B5EF4-FFF2-40B4-BE49-F238E27FC236}">
                <a16:creationId xmlns:a16="http://schemas.microsoft.com/office/drawing/2014/main" id="{370E57B0-C5F2-4E9E-83F7-1D82E66E0612}"/>
              </a:ext>
            </a:extLst>
          </p:cNvPr>
          <p:cNvSpPr txBox="1"/>
          <p:nvPr/>
        </p:nvSpPr>
        <p:spPr>
          <a:xfrm>
            <a:off x="555146" y="4344622"/>
            <a:ext cx="3576992" cy="747897"/>
          </a:xfrm>
          <a:prstGeom prst="rect">
            <a:avLst/>
          </a:prstGeom>
          <a:noFill/>
        </p:spPr>
        <p:txBody>
          <a:bodyPr wrap="square" lIns="0" tIns="0" rIns="0" bIns="0" rtlCol="0" anchor="ctr">
            <a:spAutoFit/>
          </a:bodyPr>
          <a:lstStyle/>
          <a:p>
            <a:pPr>
              <a:lnSpc>
                <a:spcPct val="90000"/>
              </a:lnSpc>
              <a:spcAft>
                <a:spcPts val="600"/>
              </a:spcAft>
            </a:pPr>
            <a:r>
              <a:rPr lang="en-US" sz="900" b="1" i="0" dirty="0">
                <a:solidFill>
                  <a:schemeClr val="accent3"/>
                </a:solidFill>
                <a:effectLst/>
                <a:latin typeface="+mn-lt"/>
              </a:rPr>
              <a:t>WHAT TO LOREM IPSUM </a:t>
            </a:r>
            <a:r>
              <a:rPr lang="en-US" sz="900" b="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a:t>
            </a:r>
          </a:p>
        </p:txBody>
      </p:sp>
      <p:sp>
        <p:nvSpPr>
          <p:cNvPr id="166" name="TextBox 165">
            <a:extLst>
              <a:ext uri="{FF2B5EF4-FFF2-40B4-BE49-F238E27FC236}">
                <a16:creationId xmlns:a16="http://schemas.microsoft.com/office/drawing/2014/main" id="{E6959B88-7633-3E6A-BA7C-4991652025D5}"/>
              </a:ext>
            </a:extLst>
          </p:cNvPr>
          <p:cNvSpPr txBox="1"/>
          <p:nvPr/>
        </p:nvSpPr>
        <p:spPr>
          <a:xfrm>
            <a:off x="4595458" y="4469273"/>
            <a:ext cx="2557817" cy="498598"/>
          </a:xfrm>
          <a:prstGeom prst="rect">
            <a:avLst/>
          </a:prstGeom>
          <a:noFill/>
        </p:spPr>
        <p:txBody>
          <a:bodyPr wrap="square" lIns="0" tIns="0" rIns="0" bIns="0" rtlCol="0" anchor="ctr">
            <a:spAutoFit/>
          </a:bodyPr>
          <a:lstStyle/>
          <a:p>
            <a:pPr>
              <a:lnSpc>
                <a:spcPct val="90000"/>
              </a:lnSpc>
              <a:spcAft>
                <a:spcPts val="600"/>
              </a:spcAft>
            </a:pPr>
            <a:r>
              <a:rPr lang="en-US" sz="900" b="1" i="0" dirty="0">
                <a:solidFill>
                  <a:schemeClr val="accent3"/>
                </a:solidFill>
                <a:effectLst/>
                <a:latin typeface="+mn-lt"/>
              </a:rPr>
              <a:t>WHAT TO LOREM IPSUM </a:t>
            </a:r>
            <a:r>
              <a:rPr lang="en-US" sz="900" b="0" i="0" dirty="0">
                <a:solidFill>
                  <a:schemeClr val="tx2"/>
                </a:solidFill>
                <a:effectLst/>
                <a:latin typeface="+mn-lt"/>
              </a:rPr>
              <a:t>Lorem Ipsum is simply dummy text of the printing and typesetting industry. Lorem Ipsum has been the industry's standard dummy text ever since the 1500s.</a:t>
            </a:r>
          </a:p>
        </p:txBody>
      </p:sp>
      <p:sp>
        <p:nvSpPr>
          <p:cNvPr id="167" name="TextBox 166">
            <a:extLst>
              <a:ext uri="{FF2B5EF4-FFF2-40B4-BE49-F238E27FC236}">
                <a16:creationId xmlns:a16="http://schemas.microsoft.com/office/drawing/2014/main" id="{2A9B1D46-5FCD-8961-0DC7-A54E4F0CD54A}"/>
              </a:ext>
            </a:extLst>
          </p:cNvPr>
          <p:cNvSpPr txBox="1"/>
          <p:nvPr/>
        </p:nvSpPr>
        <p:spPr>
          <a:xfrm>
            <a:off x="555146" y="5379981"/>
            <a:ext cx="3576992" cy="747897"/>
          </a:xfrm>
          <a:prstGeom prst="rect">
            <a:avLst/>
          </a:prstGeom>
          <a:noFill/>
        </p:spPr>
        <p:txBody>
          <a:bodyPr wrap="square" lIns="0" tIns="0" rIns="0" bIns="0" rtlCol="0" anchor="ctr">
            <a:spAutoFit/>
          </a:bodyPr>
          <a:lstStyle/>
          <a:p>
            <a:pPr>
              <a:lnSpc>
                <a:spcPct val="90000"/>
              </a:lnSpc>
              <a:spcAft>
                <a:spcPts val="600"/>
              </a:spcAft>
            </a:pPr>
            <a:r>
              <a:rPr lang="en-US" sz="900" b="1" i="0" dirty="0">
                <a:solidFill>
                  <a:schemeClr val="accent4"/>
                </a:solidFill>
                <a:effectLst/>
                <a:latin typeface="+mn-lt"/>
              </a:rPr>
              <a:t>WHAT TO LOREM IPSUM </a:t>
            </a:r>
            <a:r>
              <a:rPr lang="en-US" sz="900" b="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a:t>
            </a:r>
          </a:p>
        </p:txBody>
      </p:sp>
      <p:sp>
        <p:nvSpPr>
          <p:cNvPr id="168" name="TextBox 167">
            <a:extLst>
              <a:ext uri="{FF2B5EF4-FFF2-40B4-BE49-F238E27FC236}">
                <a16:creationId xmlns:a16="http://schemas.microsoft.com/office/drawing/2014/main" id="{61EA2871-9729-E566-5499-E301FA0335E9}"/>
              </a:ext>
            </a:extLst>
          </p:cNvPr>
          <p:cNvSpPr txBox="1"/>
          <p:nvPr/>
        </p:nvSpPr>
        <p:spPr>
          <a:xfrm>
            <a:off x="4595459" y="5379981"/>
            <a:ext cx="3601822" cy="747897"/>
          </a:xfrm>
          <a:prstGeom prst="rect">
            <a:avLst/>
          </a:prstGeom>
          <a:noFill/>
        </p:spPr>
        <p:txBody>
          <a:bodyPr wrap="square" lIns="0" tIns="0" rIns="0" bIns="0" rtlCol="0" anchor="ctr">
            <a:spAutoFit/>
          </a:bodyPr>
          <a:lstStyle/>
          <a:p>
            <a:pPr>
              <a:lnSpc>
                <a:spcPct val="90000"/>
              </a:lnSpc>
              <a:spcAft>
                <a:spcPts val="600"/>
              </a:spcAft>
            </a:pPr>
            <a:r>
              <a:rPr lang="en-US" sz="900" b="1" i="0" dirty="0">
                <a:solidFill>
                  <a:schemeClr val="accent4"/>
                </a:solidFill>
                <a:effectLst/>
                <a:latin typeface="+mn-lt"/>
              </a:rPr>
              <a:t>WHAT TO LOREM IPSUM </a:t>
            </a:r>
            <a:r>
              <a:rPr lang="en-US" sz="900" b="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a:t>
            </a:r>
          </a:p>
        </p:txBody>
      </p:sp>
      <p:pic>
        <p:nvPicPr>
          <p:cNvPr id="5" name="Picture 4" descr="A person holding a stack of plastic containers&#10;&#10;AI-generated content may be incorrect.">
            <a:extLst>
              <a:ext uri="{FF2B5EF4-FFF2-40B4-BE49-F238E27FC236}">
                <a16:creationId xmlns:a16="http://schemas.microsoft.com/office/drawing/2014/main" id="{05303BC2-02FA-1AF1-752B-A46B9543DA04}"/>
              </a:ext>
            </a:extLst>
          </p:cNvPr>
          <p:cNvPicPr>
            <a:picLocks noChangeAspect="1"/>
          </p:cNvPicPr>
          <p:nvPr/>
        </p:nvPicPr>
        <p:blipFill>
          <a:blip r:embed="rId5">
            <a:extLst>
              <a:ext uri="{28A0092B-C50C-407E-A947-70E740481C1C}">
                <a14:useLocalDpi xmlns:a14="http://schemas.microsoft.com/office/drawing/2010/main" val="0"/>
              </a:ext>
            </a:extLst>
          </a:blip>
          <a:srcRect l="1249" r="8381"/>
          <a:stretch>
            <a:fillRect/>
          </a:stretch>
        </p:blipFill>
        <p:spPr>
          <a:xfrm>
            <a:off x="7125048" y="1146629"/>
            <a:ext cx="5172634" cy="5723816"/>
          </a:xfrm>
          <a:prstGeom prst="rect">
            <a:avLst/>
          </a:prstGeom>
        </p:spPr>
      </p:pic>
      <p:sp>
        <p:nvSpPr>
          <p:cNvPr id="7" name="TextBox 6">
            <a:extLst>
              <a:ext uri="{FF2B5EF4-FFF2-40B4-BE49-F238E27FC236}">
                <a16:creationId xmlns:a16="http://schemas.microsoft.com/office/drawing/2014/main" id="{49295F20-2370-C8AF-141D-732C32F1E719}"/>
              </a:ext>
            </a:extLst>
          </p:cNvPr>
          <p:cNvSpPr txBox="1"/>
          <p:nvPr/>
        </p:nvSpPr>
        <p:spPr>
          <a:xfrm>
            <a:off x="368298" y="1956074"/>
            <a:ext cx="7356231" cy="169277"/>
          </a:xfrm>
          <a:prstGeom prst="rect">
            <a:avLst/>
          </a:prstGeom>
          <a:noFill/>
        </p:spPr>
        <p:txBody>
          <a:bodyPr wrap="square" lIns="0" tIns="0" rIns="0" bIns="0" rtlCol="0" anchor="t">
            <a:spAutoFit/>
          </a:bodyPr>
          <a:lstStyle/>
          <a:p>
            <a:pPr>
              <a:spcAft>
                <a:spcPts val="600"/>
              </a:spcAft>
            </a:pPr>
            <a:r>
              <a:rPr lang="en-US" sz="1100" b="1" i="0" dirty="0">
                <a:solidFill>
                  <a:schemeClr val="bg1"/>
                </a:solidFill>
                <a:effectLst/>
                <a:latin typeface="+mn-lt"/>
              </a:rPr>
              <a:t>WHAT TO LOREM IPSUM: </a:t>
            </a:r>
          </a:p>
        </p:txBody>
      </p:sp>
      <p:sp>
        <p:nvSpPr>
          <p:cNvPr id="6" name="Rectangle: Top Corners Rounded 5">
            <a:extLst>
              <a:ext uri="{FF2B5EF4-FFF2-40B4-BE49-F238E27FC236}">
                <a16:creationId xmlns:a16="http://schemas.microsoft.com/office/drawing/2014/main" id="{D2D1AEC6-BC8B-E686-6244-B6C0D1E32187}"/>
              </a:ext>
            </a:extLst>
          </p:cNvPr>
          <p:cNvSpPr/>
          <p:nvPr/>
        </p:nvSpPr>
        <p:spPr>
          <a:xfrm rot="16200000">
            <a:off x="-24213" y="2592685"/>
            <a:ext cx="895153" cy="110332"/>
          </a:xfrm>
          <a:prstGeom prst="round2SameRect">
            <a:avLst>
              <a:gd name="adj1" fmla="val 50000"/>
              <a:gd name="adj2" fmla="val 0"/>
            </a:avLst>
          </a:prstGeom>
          <a:gradFill flip="none" rotWithShape="1">
            <a:gsLst>
              <a:gs pos="0">
                <a:schemeClr val="accent1"/>
              </a:gs>
              <a:gs pos="100000">
                <a:schemeClr val="accent1">
                  <a:lumMod val="5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 name="Rectangle: Top Corners Rounded 7">
            <a:extLst>
              <a:ext uri="{FF2B5EF4-FFF2-40B4-BE49-F238E27FC236}">
                <a16:creationId xmlns:a16="http://schemas.microsoft.com/office/drawing/2014/main" id="{E7B61DF9-7D19-7CC7-4CE4-301CBCF5D42C}"/>
              </a:ext>
            </a:extLst>
          </p:cNvPr>
          <p:cNvSpPr/>
          <p:nvPr/>
        </p:nvSpPr>
        <p:spPr>
          <a:xfrm rot="16200000">
            <a:off x="-24213" y="3628045"/>
            <a:ext cx="895153" cy="110332"/>
          </a:xfrm>
          <a:prstGeom prst="round2SameRect">
            <a:avLst>
              <a:gd name="adj1" fmla="val 50000"/>
              <a:gd name="adj2" fmla="val 0"/>
            </a:avLst>
          </a:prstGeom>
          <a:gradFill flip="none" rotWithShape="1">
            <a:gsLst>
              <a:gs pos="0">
                <a:schemeClr val="accent2"/>
              </a:gs>
              <a:gs pos="100000">
                <a:schemeClr val="accent2">
                  <a:lumMod val="5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9" name="Rectangle: Top Corners Rounded 8">
            <a:extLst>
              <a:ext uri="{FF2B5EF4-FFF2-40B4-BE49-F238E27FC236}">
                <a16:creationId xmlns:a16="http://schemas.microsoft.com/office/drawing/2014/main" id="{6BA7C267-14CC-6AAC-30CB-F0ED3468FB10}"/>
              </a:ext>
            </a:extLst>
          </p:cNvPr>
          <p:cNvSpPr/>
          <p:nvPr/>
        </p:nvSpPr>
        <p:spPr>
          <a:xfrm rot="16200000">
            <a:off x="-24213" y="4663405"/>
            <a:ext cx="895153" cy="110332"/>
          </a:xfrm>
          <a:prstGeom prst="round2SameRect">
            <a:avLst>
              <a:gd name="adj1" fmla="val 50000"/>
              <a:gd name="adj2" fmla="val 0"/>
            </a:avLst>
          </a:prstGeom>
          <a:gradFill flip="none" rotWithShape="1">
            <a:gsLst>
              <a:gs pos="0">
                <a:schemeClr val="accent3"/>
              </a:gs>
              <a:gs pos="100000">
                <a:schemeClr val="accent3">
                  <a:lumMod val="5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0" name="Rectangle: Top Corners Rounded 9">
            <a:extLst>
              <a:ext uri="{FF2B5EF4-FFF2-40B4-BE49-F238E27FC236}">
                <a16:creationId xmlns:a16="http://schemas.microsoft.com/office/drawing/2014/main" id="{6FBC06AC-878C-3191-8391-A5127EEB526D}"/>
              </a:ext>
            </a:extLst>
          </p:cNvPr>
          <p:cNvSpPr/>
          <p:nvPr/>
        </p:nvSpPr>
        <p:spPr>
          <a:xfrm rot="16200000">
            <a:off x="-24213" y="5698764"/>
            <a:ext cx="895153" cy="110332"/>
          </a:xfrm>
          <a:prstGeom prst="round2SameRect">
            <a:avLst>
              <a:gd name="adj1" fmla="val 50000"/>
              <a:gd name="adj2" fmla="val 0"/>
            </a:avLst>
          </a:prstGeom>
          <a:gradFill flip="none" rotWithShape="1">
            <a:gsLst>
              <a:gs pos="0">
                <a:schemeClr val="accent4"/>
              </a:gs>
              <a:gs pos="100000">
                <a:schemeClr val="accent4">
                  <a:lumMod val="5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1" name="Rectangle: Top Corners Rounded 10">
            <a:extLst>
              <a:ext uri="{FF2B5EF4-FFF2-40B4-BE49-F238E27FC236}">
                <a16:creationId xmlns:a16="http://schemas.microsoft.com/office/drawing/2014/main" id="{42735F6D-D640-E76C-73E4-CB9BD588471D}"/>
              </a:ext>
            </a:extLst>
          </p:cNvPr>
          <p:cNvSpPr/>
          <p:nvPr/>
        </p:nvSpPr>
        <p:spPr>
          <a:xfrm rot="16200000">
            <a:off x="4016201" y="2592686"/>
            <a:ext cx="895153" cy="110332"/>
          </a:xfrm>
          <a:prstGeom prst="round2SameRect">
            <a:avLst>
              <a:gd name="adj1" fmla="val 50000"/>
              <a:gd name="adj2" fmla="val 0"/>
            </a:avLst>
          </a:prstGeom>
          <a:gradFill flip="none" rotWithShape="1">
            <a:gsLst>
              <a:gs pos="0">
                <a:schemeClr val="accent1"/>
              </a:gs>
              <a:gs pos="100000">
                <a:schemeClr val="accent1">
                  <a:lumMod val="5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2" name="Rectangle: Top Corners Rounded 11">
            <a:extLst>
              <a:ext uri="{FF2B5EF4-FFF2-40B4-BE49-F238E27FC236}">
                <a16:creationId xmlns:a16="http://schemas.microsoft.com/office/drawing/2014/main" id="{04B311B0-55A0-399B-1AD2-623FD06477D3}"/>
              </a:ext>
            </a:extLst>
          </p:cNvPr>
          <p:cNvSpPr/>
          <p:nvPr/>
        </p:nvSpPr>
        <p:spPr>
          <a:xfrm rot="16200000">
            <a:off x="4016201" y="3628046"/>
            <a:ext cx="895153" cy="110332"/>
          </a:xfrm>
          <a:prstGeom prst="round2SameRect">
            <a:avLst>
              <a:gd name="adj1" fmla="val 50000"/>
              <a:gd name="adj2" fmla="val 0"/>
            </a:avLst>
          </a:prstGeom>
          <a:gradFill flip="none" rotWithShape="1">
            <a:gsLst>
              <a:gs pos="0">
                <a:schemeClr val="accent2"/>
              </a:gs>
              <a:gs pos="100000">
                <a:schemeClr val="accent2">
                  <a:lumMod val="5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3" name="Rectangle: Top Corners Rounded 12">
            <a:extLst>
              <a:ext uri="{FF2B5EF4-FFF2-40B4-BE49-F238E27FC236}">
                <a16:creationId xmlns:a16="http://schemas.microsoft.com/office/drawing/2014/main" id="{50A8793B-C5A5-0A2F-1530-DFC846117C63}"/>
              </a:ext>
            </a:extLst>
          </p:cNvPr>
          <p:cNvSpPr/>
          <p:nvPr/>
        </p:nvSpPr>
        <p:spPr>
          <a:xfrm rot="16200000">
            <a:off x="4016201" y="4663406"/>
            <a:ext cx="895153" cy="110332"/>
          </a:xfrm>
          <a:prstGeom prst="round2SameRect">
            <a:avLst>
              <a:gd name="adj1" fmla="val 50000"/>
              <a:gd name="adj2" fmla="val 0"/>
            </a:avLst>
          </a:prstGeom>
          <a:gradFill flip="none" rotWithShape="1">
            <a:gsLst>
              <a:gs pos="0">
                <a:schemeClr val="accent3"/>
              </a:gs>
              <a:gs pos="100000">
                <a:schemeClr val="accent3">
                  <a:lumMod val="5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4" name="Rectangle: Top Corners Rounded 13">
            <a:extLst>
              <a:ext uri="{FF2B5EF4-FFF2-40B4-BE49-F238E27FC236}">
                <a16:creationId xmlns:a16="http://schemas.microsoft.com/office/drawing/2014/main" id="{F6DDB7CF-DF47-6C49-DB37-1C761BB4244A}"/>
              </a:ext>
            </a:extLst>
          </p:cNvPr>
          <p:cNvSpPr/>
          <p:nvPr/>
        </p:nvSpPr>
        <p:spPr>
          <a:xfrm rot="16200000">
            <a:off x="4016201" y="5698765"/>
            <a:ext cx="895153" cy="110332"/>
          </a:xfrm>
          <a:prstGeom prst="round2SameRect">
            <a:avLst>
              <a:gd name="adj1" fmla="val 50000"/>
              <a:gd name="adj2" fmla="val 0"/>
            </a:avLst>
          </a:prstGeom>
          <a:gradFill flip="none" rotWithShape="1">
            <a:gsLst>
              <a:gs pos="0">
                <a:schemeClr val="accent4"/>
              </a:gs>
              <a:gs pos="100000">
                <a:schemeClr val="accent4">
                  <a:lumMod val="5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271930147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a:extLst>
            <a:ext uri="{FF2B5EF4-FFF2-40B4-BE49-F238E27FC236}">
              <a16:creationId xmlns:a16="http://schemas.microsoft.com/office/drawing/2014/main" id="{CFED2782-668E-DBC2-448F-A7473EB3711E}"/>
            </a:ext>
          </a:extLst>
        </p:cNvPr>
        <p:cNvGrpSpPr/>
        <p:nvPr/>
      </p:nvGrpSpPr>
      <p:grpSpPr>
        <a:xfrm>
          <a:off x="0" y="0"/>
          <a:ext cx="0" cy="0"/>
          <a:chOff x="0" y="0"/>
          <a:chExt cx="0" cy="0"/>
        </a:xfrm>
      </p:grpSpPr>
      <p:sp>
        <p:nvSpPr>
          <p:cNvPr id="25" name="Graphic 2">
            <a:extLst>
              <a:ext uri="{FF2B5EF4-FFF2-40B4-BE49-F238E27FC236}">
                <a16:creationId xmlns:a16="http://schemas.microsoft.com/office/drawing/2014/main" id="{C82349DB-FA04-711E-8F67-F62803F05981}"/>
              </a:ext>
            </a:extLst>
          </p:cNvPr>
          <p:cNvSpPr/>
          <p:nvPr/>
        </p:nvSpPr>
        <p:spPr>
          <a:xfrm>
            <a:off x="369132" y="5240214"/>
            <a:ext cx="11461796" cy="283823"/>
          </a:xfrm>
          <a:custGeom>
            <a:avLst/>
            <a:gdLst>
              <a:gd name="connsiteX0" fmla="*/ 9121616 w 9506521"/>
              <a:gd name="connsiteY0" fmla="*/ 2113883 h 3052953"/>
              <a:gd name="connsiteX1" fmla="*/ 9087421 w 9506521"/>
              <a:gd name="connsiteY1" fmla="*/ 2067973 h 3052953"/>
              <a:gd name="connsiteX2" fmla="*/ 9095137 w 9506521"/>
              <a:gd name="connsiteY2" fmla="*/ 2065496 h 3052953"/>
              <a:gd name="connsiteX3" fmla="*/ 9088564 w 9506521"/>
              <a:gd name="connsiteY3" fmla="*/ 2069211 h 3052953"/>
              <a:gd name="connsiteX4" fmla="*/ 8973407 w 9506521"/>
              <a:gd name="connsiteY4" fmla="*/ 2113502 h 3052953"/>
              <a:gd name="connsiteX5" fmla="*/ 8931878 w 9506521"/>
              <a:gd name="connsiteY5" fmla="*/ 2095024 h 3052953"/>
              <a:gd name="connsiteX6" fmla="*/ 8913209 w 9506521"/>
              <a:gd name="connsiteY6" fmla="*/ 2159603 h 3052953"/>
              <a:gd name="connsiteX7" fmla="*/ 8936831 w 9506521"/>
              <a:gd name="connsiteY7" fmla="*/ 2163318 h 3052953"/>
              <a:gd name="connsiteX8" fmla="*/ 9023604 w 9506521"/>
              <a:gd name="connsiteY8" fmla="*/ 2152841 h 3052953"/>
              <a:gd name="connsiteX9" fmla="*/ 9056656 w 9506521"/>
              <a:gd name="connsiteY9" fmla="*/ 2176748 h 3052953"/>
              <a:gd name="connsiteX10" fmla="*/ 9078182 w 9506521"/>
              <a:gd name="connsiteY10" fmla="*/ 2143506 h 3052953"/>
              <a:gd name="connsiteX11" fmla="*/ 9099423 w 9506521"/>
              <a:gd name="connsiteY11" fmla="*/ 2180082 h 3052953"/>
              <a:gd name="connsiteX12" fmla="*/ 9096946 w 9506521"/>
              <a:gd name="connsiteY12" fmla="*/ 2181130 h 3052953"/>
              <a:gd name="connsiteX13" fmla="*/ 9099423 w 9506521"/>
              <a:gd name="connsiteY13" fmla="*/ 2178844 h 3052953"/>
              <a:gd name="connsiteX14" fmla="*/ 9181052 w 9506521"/>
              <a:gd name="connsiteY14" fmla="*/ 2147126 h 3052953"/>
              <a:gd name="connsiteX15" fmla="*/ 9182671 w 9506521"/>
              <a:gd name="connsiteY15" fmla="*/ 2149888 h 3052953"/>
              <a:gd name="connsiteX16" fmla="*/ 9180100 w 9506521"/>
              <a:gd name="connsiteY16" fmla="*/ 2148078 h 3052953"/>
              <a:gd name="connsiteX17" fmla="*/ 9222010 w 9506521"/>
              <a:gd name="connsiteY17" fmla="*/ 2195513 h 3052953"/>
              <a:gd name="connsiteX18" fmla="*/ 9203246 w 9506521"/>
              <a:gd name="connsiteY18" fmla="*/ 2223992 h 3052953"/>
              <a:gd name="connsiteX19" fmla="*/ 9240869 w 9506521"/>
              <a:gd name="connsiteY19" fmla="*/ 2246662 h 3052953"/>
              <a:gd name="connsiteX20" fmla="*/ 9160764 w 9506521"/>
              <a:gd name="connsiteY20" fmla="*/ 2280571 h 3052953"/>
              <a:gd name="connsiteX21" fmla="*/ 9245346 w 9506521"/>
              <a:gd name="connsiteY21" fmla="*/ 2370677 h 3052953"/>
              <a:gd name="connsiteX22" fmla="*/ 9220009 w 9506521"/>
              <a:gd name="connsiteY22" fmla="*/ 2440305 h 3052953"/>
              <a:gd name="connsiteX23" fmla="*/ 9221534 w 9506521"/>
              <a:gd name="connsiteY23" fmla="*/ 2439734 h 3052953"/>
              <a:gd name="connsiteX24" fmla="*/ 9188863 w 9506521"/>
              <a:gd name="connsiteY24" fmla="*/ 2453830 h 3052953"/>
              <a:gd name="connsiteX25" fmla="*/ 9211342 w 9506521"/>
              <a:gd name="connsiteY25" fmla="*/ 2486501 h 3052953"/>
              <a:gd name="connsiteX26" fmla="*/ 9210008 w 9506521"/>
              <a:gd name="connsiteY26" fmla="*/ 2485644 h 3052953"/>
              <a:gd name="connsiteX27" fmla="*/ 9249823 w 9506521"/>
              <a:gd name="connsiteY27" fmla="*/ 2537841 h 3052953"/>
              <a:gd name="connsiteX28" fmla="*/ 9328880 w 9506521"/>
              <a:gd name="connsiteY28" fmla="*/ 2625947 h 3052953"/>
              <a:gd name="connsiteX29" fmla="*/ 9357550 w 9506521"/>
              <a:gd name="connsiteY29" fmla="*/ 2605088 h 3052953"/>
              <a:gd name="connsiteX30" fmla="*/ 9359837 w 9506521"/>
              <a:gd name="connsiteY30" fmla="*/ 2647760 h 3052953"/>
              <a:gd name="connsiteX31" fmla="*/ 9272302 w 9506521"/>
              <a:gd name="connsiteY31" fmla="*/ 2709672 h 3052953"/>
              <a:gd name="connsiteX32" fmla="*/ 9273635 w 9506521"/>
              <a:gd name="connsiteY32" fmla="*/ 2711196 h 3052953"/>
              <a:gd name="connsiteX33" fmla="*/ 9253728 w 9506521"/>
              <a:gd name="connsiteY33" fmla="*/ 2676239 h 3052953"/>
              <a:gd name="connsiteX34" fmla="*/ 9252585 w 9506521"/>
              <a:gd name="connsiteY34" fmla="*/ 2677478 h 3052953"/>
              <a:gd name="connsiteX35" fmla="*/ 9276112 w 9506521"/>
              <a:gd name="connsiteY35" fmla="*/ 2671477 h 3052953"/>
              <a:gd name="connsiteX36" fmla="*/ 9227248 w 9506521"/>
              <a:gd name="connsiteY36" fmla="*/ 2592419 h 3052953"/>
              <a:gd name="connsiteX37" fmla="*/ 9196102 w 9506521"/>
              <a:gd name="connsiteY37" fmla="*/ 2636615 h 3052953"/>
              <a:gd name="connsiteX38" fmla="*/ 9226581 w 9506521"/>
              <a:gd name="connsiteY38" fmla="*/ 2700052 h 3052953"/>
              <a:gd name="connsiteX39" fmla="*/ 9166669 w 9506521"/>
              <a:gd name="connsiteY39" fmla="*/ 2725484 h 3052953"/>
              <a:gd name="connsiteX40" fmla="*/ 9173623 w 9506521"/>
              <a:gd name="connsiteY40" fmla="*/ 2691289 h 3052953"/>
              <a:gd name="connsiteX41" fmla="*/ 9040559 w 9506521"/>
              <a:gd name="connsiteY41" fmla="*/ 2718435 h 3052953"/>
              <a:gd name="connsiteX42" fmla="*/ 9038177 w 9506521"/>
              <a:gd name="connsiteY42" fmla="*/ 2786253 h 3052953"/>
              <a:gd name="connsiteX43" fmla="*/ 3704654 w 9506521"/>
              <a:gd name="connsiteY43" fmla="*/ 3030284 h 3052953"/>
              <a:gd name="connsiteX44" fmla="*/ 2307717 w 9506521"/>
              <a:gd name="connsiteY44" fmla="*/ 3052953 h 3052953"/>
              <a:gd name="connsiteX45" fmla="*/ 727996 w 9506521"/>
              <a:gd name="connsiteY45" fmla="*/ 2962561 h 3052953"/>
              <a:gd name="connsiteX46" fmla="*/ 621697 w 9506521"/>
              <a:gd name="connsiteY46" fmla="*/ 2956751 h 3052953"/>
              <a:gd name="connsiteX47" fmla="*/ 344996 w 9506521"/>
              <a:gd name="connsiteY47" fmla="*/ 2920841 h 3052953"/>
              <a:gd name="connsiteX48" fmla="*/ 368427 w 9506521"/>
              <a:gd name="connsiteY48" fmla="*/ 2867882 h 3052953"/>
              <a:gd name="connsiteX49" fmla="*/ 270320 w 9506521"/>
              <a:gd name="connsiteY49" fmla="*/ 2867882 h 3052953"/>
              <a:gd name="connsiteX50" fmla="*/ 274034 w 9506521"/>
              <a:gd name="connsiteY50" fmla="*/ 2828163 h 3052953"/>
              <a:gd name="connsiteX51" fmla="*/ 227838 w 9506521"/>
              <a:gd name="connsiteY51" fmla="*/ 2816447 h 3052953"/>
              <a:gd name="connsiteX52" fmla="*/ 237268 w 9506521"/>
              <a:gd name="connsiteY52" fmla="*/ 2810828 h 3052953"/>
              <a:gd name="connsiteX53" fmla="*/ 365665 w 9506521"/>
              <a:gd name="connsiteY53" fmla="*/ 2816543 h 3052953"/>
              <a:gd name="connsiteX54" fmla="*/ 130207 w 9506521"/>
              <a:gd name="connsiteY54" fmla="*/ 2737771 h 3052953"/>
              <a:gd name="connsiteX55" fmla="*/ 229362 w 9506521"/>
              <a:gd name="connsiteY55" fmla="*/ 2744534 h 3052953"/>
              <a:gd name="connsiteX56" fmla="*/ 229933 w 9506521"/>
              <a:gd name="connsiteY56" fmla="*/ 2739295 h 3052953"/>
              <a:gd name="connsiteX57" fmla="*/ 205073 w 9506521"/>
              <a:gd name="connsiteY57" fmla="*/ 2728913 h 3052953"/>
              <a:gd name="connsiteX58" fmla="*/ 214789 w 9506521"/>
              <a:gd name="connsiteY58" fmla="*/ 2686907 h 3052953"/>
              <a:gd name="connsiteX59" fmla="*/ 126397 w 9506521"/>
              <a:gd name="connsiteY59" fmla="*/ 2662142 h 3052953"/>
              <a:gd name="connsiteX60" fmla="*/ 126016 w 9506521"/>
              <a:gd name="connsiteY60" fmla="*/ 2651093 h 3052953"/>
              <a:gd name="connsiteX61" fmla="*/ 206883 w 9506521"/>
              <a:gd name="connsiteY61" fmla="*/ 2627090 h 3052953"/>
              <a:gd name="connsiteX62" fmla="*/ 327946 w 9506521"/>
              <a:gd name="connsiteY62" fmla="*/ 2632234 h 3052953"/>
              <a:gd name="connsiteX63" fmla="*/ 355378 w 9506521"/>
              <a:gd name="connsiteY63" fmla="*/ 2631567 h 3052953"/>
              <a:gd name="connsiteX64" fmla="*/ 444341 w 9506521"/>
              <a:gd name="connsiteY64" fmla="*/ 2663666 h 3052953"/>
              <a:gd name="connsiteX65" fmla="*/ 506063 w 9506521"/>
              <a:gd name="connsiteY65" fmla="*/ 2637759 h 3052953"/>
              <a:gd name="connsiteX66" fmla="*/ 358616 w 9506521"/>
              <a:gd name="connsiteY66" fmla="*/ 2551747 h 3052953"/>
              <a:gd name="connsiteX67" fmla="*/ 440055 w 9506521"/>
              <a:gd name="connsiteY67" fmla="*/ 2544413 h 3052953"/>
              <a:gd name="connsiteX68" fmla="*/ 359569 w 9506521"/>
              <a:gd name="connsiteY68" fmla="*/ 2552795 h 3052953"/>
              <a:gd name="connsiteX69" fmla="*/ 390335 w 9506521"/>
              <a:gd name="connsiteY69" fmla="*/ 2488311 h 3052953"/>
              <a:gd name="connsiteX70" fmla="*/ 343472 w 9506521"/>
              <a:gd name="connsiteY70" fmla="*/ 2475643 h 3052953"/>
              <a:gd name="connsiteX71" fmla="*/ 348139 w 9506521"/>
              <a:gd name="connsiteY71" fmla="*/ 2439448 h 3052953"/>
              <a:gd name="connsiteX72" fmla="*/ 318040 w 9506521"/>
              <a:gd name="connsiteY72" fmla="*/ 2429447 h 3052953"/>
              <a:gd name="connsiteX73" fmla="*/ 286131 w 9506521"/>
              <a:gd name="connsiteY73" fmla="*/ 2319909 h 3052953"/>
              <a:gd name="connsiteX74" fmla="*/ 495014 w 9506521"/>
              <a:gd name="connsiteY74" fmla="*/ 2231231 h 3052953"/>
              <a:gd name="connsiteX75" fmla="*/ 473393 w 9506521"/>
              <a:gd name="connsiteY75" fmla="*/ 2187321 h 3052953"/>
              <a:gd name="connsiteX76" fmla="*/ 396240 w 9506521"/>
              <a:gd name="connsiteY76" fmla="*/ 2138744 h 3052953"/>
              <a:gd name="connsiteX77" fmla="*/ 290608 w 9506521"/>
              <a:gd name="connsiteY77" fmla="*/ 2102453 h 3052953"/>
              <a:gd name="connsiteX78" fmla="*/ 238411 w 9506521"/>
              <a:gd name="connsiteY78" fmla="*/ 2106930 h 3052953"/>
              <a:gd name="connsiteX79" fmla="*/ 291751 w 9506521"/>
              <a:gd name="connsiteY79" fmla="*/ 2101215 h 3052953"/>
              <a:gd name="connsiteX80" fmla="*/ 228314 w 9506521"/>
              <a:gd name="connsiteY80" fmla="*/ 2131886 h 3052953"/>
              <a:gd name="connsiteX81" fmla="*/ 159353 w 9506521"/>
              <a:gd name="connsiteY81" fmla="*/ 2032921 h 3052953"/>
              <a:gd name="connsiteX82" fmla="*/ 268796 w 9506521"/>
              <a:gd name="connsiteY82" fmla="*/ 2012633 h 3052953"/>
              <a:gd name="connsiteX83" fmla="*/ 235363 w 9506521"/>
              <a:gd name="connsiteY83" fmla="*/ 2019491 h 3052953"/>
              <a:gd name="connsiteX84" fmla="*/ 284036 w 9506521"/>
              <a:gd name="connsiteY84" fmla="*/ 2031778 h 3052953"/>
              <a:gd name="connsiteX85" fmla="*/ 267367 w 9506521"/>
              <a:gd name="connsiteY85" fmla="*/ 2011680 h 3052953"/>
              <a:gd name="connsiteX86" fmla="*/ 360045 w 9506521"/>
              <a:gd name="connsiteY86" fmla="*/ 1974437 h 3052953"/>
              <a:gd name="connsiteX87" fmla="*/ 216599 w 9506521"/>
              <a:gd name="connsiteY87" fmla="*/ 1926431 h 3052953"/>
              <a:gd name="connsiteX88" fmla="*/ 231743 w 9506521"/>
              <a:gd name="connsiteY88" fmla="*/ 1871377 h 3052953"/>
              <a:gd name="connsiteX89" fmla="*/ 382334 w 9506521"/>
              <a:gd name="connsiteY89" fmla="*/ 1852041 h 3052953"/>
              <a:gd name="connsiteX90" fmla="*/ 356045 w 9506521"/>
              <a:gd name="connsiteY90" fmla="*/ 1830895 h 3052953"/>
              <a:gd name="connsiteX91" fmla="*/ 197453 w 9506521"/>
              <a:gd name="connsiteY91" fmla="*/ 1819656 h 3052953"/>
              <a:gd name="connsiteX92" fmla="*/ 142208 w 9506521"/>
              <a:gd name="connsiteY92" fmla="*/ 1794510 h 3052953"/>
              <a:gd name="connsiteX93" fmla="*/ 137732 w 9506521"/>
              <a:gd name="connsiteY93" fmla="*/ 1765173 h 3052953"/>
              <a:gd name="connsiteX94" fmla="*/ 136208 w 9506521"/>
              <a:gd name="connsiteY94" fmla="*/ 1765935 h 3052953"/>
              <a:gd name="connsiteX95" fmla="*/ 146495 w 9506521"/>
              <a:gd name="connsiteY95" fmla="*/ 1764030 h 3052953"/>
              <a:gd name="connsiteX96" fmla="*/ 148114 w 9506521"/>
              <a:gd name="connsiteY96" fmla="*/ 1766030 h 3052953"/>
              <a:gd name="connsiteX97" fmla="*/ 145447 w 9506521"/>
              <a:gd name="connsiteY97" fmla="*/ 1764792 h 3052953"/>
              <a:gd name="connsiteX98" fmla="*/ 136684 w 9506521"/>
              <a:gd name="connsiteY98" fmla="*/ 1752219 h 3052953"/>
              <a:gd name="connsiteX99" fmla="*/ 138113 w 9506521"/>
              <a:gd name="connsiteY99" fmla="*/ 1753648 h 3052953"/>
              <a:gd name="connsiteX100" fmla="*/ 138684 w 9506521"/>
              <a:gd name="connsiteY100" fmla="*/ 1681258 h 3052953"/>
              <a:gd name="connsiteX101" fmla="*/ 103918 w 9506521"/>
              <a:gd name="connsiteY101" fmla="*/ 1667542 h 3052953"/>
              <a:gd name="connsiteX102" fmla="*/ 98012 w 9506521"/>
              <a:gd name="connsiteY102" fmla="*/ 1628585 h 3052953"/>
              <a:gd name="connsiteX103" fmla="*/ 96965 w 9506521"/>
              <a:gd name="connsiteY103" fmla="*/ 1629918 h 3052953"/>
              <a:gd name="connsiteX104" fmla="*/ 238125 w 9506521"/>
              <a:gd name="connsiteY104" fmla="*/ 1602200 h 3052953"/>
              <a:gd name="connsiteX105" fmla="*/ 168116 w 9506521"/>
              <a:gd name="connsiteY105" fmla="*/ 1514856 h 3052953"/>
              <a:gd name="connsiteX106" fmla="*/ 360998 w 9506521"/>
              <a:gd name="connsiteY106" fmla="*/ 1451515 h 3052953"/>
              <a:gd name="connsiteX107" fmla="*/ 197549 w 9506521"/>
              <a:gd name="connsiteY107" fmla="*/ 1411129 h 3052953"/>
              <a:gd name="connsiteX108" fmla="*/ 0 w 9506521"/>
              <a:gd name="connsiteY108" fmla="*/ 1340168 h 3052953"/>
              <a:gd name="connsiteX109" fmla="*/ 69533 w 9506521"/>
              <a:gd name="connsiteY109" fmla="*/ 1279208 h 3052953"/>
              <a:gd name="connsiteX110" fmla="*/ 160211 w 9506521"/>
              <a:gd name="connsiteY110" fmla="*/ 1254919 h 3052953"/>
              <a:gd name="connsiteX111" fmla="*/ 50959 w 9506521"/>
              <a:gd name="connsiteY111" fmla="*/ 1169194 h 3052953"/>
              <a:gd name="connsiteX112" fmla="*/ 89345 w 9506521"/>
              <a:gd name="connsiteY112" fmla="*/ 1149096 h 3052953"/>
              <a:gd name="connsiteX113" fmla="*/ 84487 w 9506521"/>
              <a:gd name="connsiteY113" fmla="*/ 1139381 h 3052953"/>
              <a:gd name="connsiteX114" fmla="*/ 48101 w 9506521"/>
              <a:gd name="connsiteY114" fmla="*/ 1130237 h 3052953"/>
              <a:gd name="connsiteX115" fmla="*/ 126778 w 9506521"/>
              <a:gd name="connsiteY115" fmla="*/ 1112425 h 3052953"/>
              <a:gd name="connsiteX116" fmla="*/ 125921 w 9506521"/>
              <a:gd name="connsiteY116" fmla="*/ 1110901 h 3052953"/>
              <a:gd name="connsiteX117" fmla="*/ 138303 w 9506521"/>
              <a:gd name="connsiteY117" fmla="*/ 1110901 h 3052953"/>
              <a:gd name="connsiteX118" fmla="*/ 137446 w 9506521"/>
              <a:gd name="connsiteY118" fmla="*/ 1112425 h 3052953"/>
              <a:gd name="connsiteX119" fmla="*/ 147923 w 9506521"/>
              <a:gd name="connsiteY119" fmla="*/ 1109567 h 3052953"/>
              <a:gd name="connsiteX120" fmla="*/ 148304 w 9506521"/>
              <a:gd name="connsiteY120" fmla="*/ 1112520 h 3052953"/>
              <a:gd name="connsiteX121" fmla="*/ 146590 w 9506521"/>
              <a:gd name="connsiteY121" fmla="*/ 1110996 h 3052953"/>
              <a:gd name="connsiteX122" fmla="*/ 174117 w 9506521"/>
              <a:gd name="connsiteY122" fmla="*/ 1150525 h 3052953"/>
              <a:gd name="connsiteX123" fmla="*/ 184118 w 9506521"/>
              <a:gd name="connsiteY123" fmla="*/ 1113758 h 3052953"/>
              <a:gd name="connsiteX124" fmla="*/ 274511 w 9506521"/>
              <a:gd name="connsiteY124" fmla="*/ 1052513 h 3052953"/>
              <a:gd name="connsiteX125" fmla="*/ 119444 w 9506521"/>
              <a:gd name="connsiteY125" fmla="*/ 1001268 h 3052953"/>
              <a:gd name="connsiteX126" fmla="*/ 120396 w 9506521"/>
              <a:gd name="connsiteY126" fmla="*/ 1001840 h 3052953"/>
              <a:gd name="connsiteX127" fmla="*/ 156877 w 9506521"/>
              <a:gd name="connsiteY127" fmla="*/ 959930 h 3052953"/>
              <a:gd name="connsiteX128" fmla="*/ 357854 w 9506521"/>
              <a:gd name="connsiteY128" fmla="*/ 896588 h 3052953"/>
              <a:gd name="connsiteX129" fmla="*/ 339566 w 9506521"/>
              <a:gd name="connsiteY129" fmla="*/ 874014 h 3052953"/>
              <a:gd name="connsiteX130" fmla="*/ 192595 w 9506521"/>
              <a:gd name="connsiteY130" fmla="*/ 803243 h 3052953"/>
              <a:gd name="connsiteX131" fmla="*/ 216027 w 9506521"/>
              <a:gd name="connsiteY131" fmla="*/ 780098 h 3052953"/>
              <a:gd name="connsiteX132" fmla="*/ 160782 w 9506521"/>
              <a:gd name="connsiteY132" fmla="*/ 737616 h 3052953"/>
              <a:gd name="connsiteX133" fmla="*/ 370999 w 9506521"/>
              <a:gd name="connsiteY133" fmla="*/ 671894 h 3052953"/>
              <a:gd name="connsiteX134" fmla="*/ 501872 w 9506521"/>
              <a:gd name="connsiteY134" fmla="*/ 632174 h 3052953"/>
              <a:gd name="connsiteX135" fmla="*/ 307562 w 9506521"/>
              <a:gd name="connsiteY135" fmla="*/ 630746 h 3052953"/>
              <a:gd name="connsiteX136" fmla="*/ 352330 w 9506521"/>
              <a:gd name="connsiteY136" fmla="*/ 624364 h 3052953"/>
              <a:gd name="connsiteX137" fmla="*/ 322040 w 9506521"/>
              <a:gd name="connsiteY137" fmla="*/ 545021 h 3052953"/>
              <a:gd name="connsiteX138" fmla="*/ 362712 w 9506521"/>
              <a:gd name="connsiteY138" fmla="*/ 534734 h 3052953"/>
              <a:gd name="connsiteX139" fmla="*/ 364808 w 9506521"/>
              <a:gd name="connsiteY139" fmla="*/ 586931 h 3052953"/>
              <a:gd name="connsiteX140" fmla="*/ 361283 w 9506521"/>
              <a:gd name="connsiteY140" fmla="*/ 535877 h 3052953"/>
              <a:gd name="connsiteX141" fmla="*/ 350425 w 9506521"/>
              <a:gd name="connsiteY141" fmla="*/ 504920 h 3052953"/>
              <a:gd name="connsiteX142" fmla="*/ 454914 w 9506521"/>
              <a:gd name="connsiteY142" fmla="*/ 511112 h 3052953"/>
              <a:gd name="connsiteX143" fmla="*/ 454343 w 9506521"/>
              <a:gd name="connsiteY143" fmla="*/ 549878 h 3052953"/>
              <a:gd name="connsiteX144" fmla="*/ 502634 w 9506521"/>
              <a:gd name="connsiteY144" fmla="*/ 535877 h 3052953"/>
              <a:gd name="connsiteX145" fmla="*/ 501015 w 9506521"/>
              <a:gd name="connsiteY145" fmla="*/ 537877 h 3052953"/>
              <a:gd name="connsiteX146" fmla="*/ 453676 w 9506521"/>
              <a:gd name="connsiteY146" fmla="*/ 512255 h 3052953"/>
              <a:gd name="connsiteX147" fmla="*/ 323374 w 9506521"/>
              <a:gd name="connsiteY147" fmla="*/ 432721 h 3052953"/>
              <a:gd name="connsiteX148" fmla="*/ 306514 w 9506521"/>
              <a:gd name="connsiteY148" fmla="*/ 420815 h 3052953"/>
              <a:gd name="connsiteX149" fmla="*/ 332804 w 9506521"/>
              <a:gd name="connsiteY149" fmla="*/ 389954 h 3052953"/>
              <a:gd name="connsiteX150" fmla="*/ 471297 w 9506521"/>
              <a:gd name="connsiteY150" fmla="*/ 389954 h 3052953"/>
              <a:gd name="connsiteX151" fmla="*/ 665036 w 9506521"/>
              <a:gd name="connsiteY151" fmla="*/ 302133 h 3052953"/>
              <a:gd name="connsiteX152" fmla="*/ 710375 w 9506521"/>
              <a:gd name="connsiteY152" fmla="*/ 326517 h 3052953"/>
              <a:gd name="connsiteX153" fmla="*/ 744665 w 9506521"/>
              <a:gd name="connsiteY153" fmla="*/ 297466 h 3052953"/>
              <a:gd name="connsiteX154" fmla="*/ 1417034 w 9506521"/>
              <a:gd name="connsiteY154" fmla="*/ 300419 h 3052953"/>
              <a:gd name="connsiteX155" fmla="*/ 1415415 w 9506521"/>
              <a:gd name="connsiteY155" fmla="*/ 298895 h 3052953"/>
              <a:gd name="connsiteX156" fmla="*/ 2243423 w 9506521"/>
              <a:gd name="connsiteY156" fmla="*/ 285941 h 3052953"/>
              <a:gd name="connsiteX157" fmla="*/ 2403920 w 9506521"/>
              <a:gd name="connsiteY157" fmla="*/ 236792 h 3052953"/>
              <a:gd name="connsiteX158" fmla="*/ 2508599 w 9506521"/>
              <a:gd name="connsiteY158" fmla="*/ 236792 h 3052953"/>
              <a:gd name="connsiteX159" fmla="*/ 2522982 w 9506521"/>
              <a:gd name="connsiteY159" fmla="*/ 192405 h 3052953"/>
              <a:gd name="connsiteX160" fmla="*/ 2748248 w 9506521"/>
              <a:gd name="connsiteY160" fmla="*/ 140494 h 3052953"/>
              <a:gd name="connsiteX161" fmla="*/ 2834926 w 9506521"/>
              <a:gd name="connsiteY161" fmla="*/ 151829 h 3052953"/>
              <a:gd name="connsiteX162" fmla="*/ 2928271 w 9506521"/>
              <a:gd name="connsiteY162" fmla="*/ 114300 h 3052953"/>
              <a:gd name="connsiteX163" fmla="*/ 5516880 w 9506521"/>
              <a:gd name="connsiteY163" fmla="*/ 45911 h 3052953"/>
              <a:gd name="connsiteX164" fmla="*/ 6845237 w 9506521"/>
              <a:gd name="connsiteY164" fmla="*/ 17145 h 3052953"/>
              <a:gd name="connsiteX165" fmla="*/ 6856762 w 9506521"/>
              <a:gd name="connsiteY165" fmla="*/ 0 h 3052953"/>
              <a:gd name="connsiteX166" fmla="*/ 7010400 w 9506521"/>
              <a:gd name="connsiteY166" fmla="*/ 19145 h 3052953"/>
              <a:gd name="connsiteX167" fmla="*/ 7083076 w 9506521"/>
              <a:gd name="connsiteY167" fmla="*/ 9716 h 3052953"/>
              <a:gd name="connsiteX168" fmla="*/ 7116604 w 9506521"/>
              <a:gd name="connsiteY168" fmla="*/ 41339 h 3052953"/>
              <a:gd name="connsiteX169" fmla="*/ 7086505 w 9506521"/>
              <a:gd name="connsiteY169" fmla="*/ 69152 h 3052953"/>
              <a:gd name="connsiteX170" fmla="*/ 7431977 w 9506521"/>
              <a:gd name="connsiteY170" fmla="*/ 106966 h 3052953"/>
              <a:gd name="connsiteX171" fmla="*/ 7585329 w 9506521"/>
              <a:gd name="connsiteY171" fmla="*/ 137732 h 3052953"/>
              <a:gd name="connsiteX172" fmla="*/ 7836027 w 9506521"/>
              <a:gd name="connsiteY172" fmla="*/ 182499 h 3052953"/>
              <a:gd name="connsiteX173" fmla="*/ 8182833 w 9506521"/>
              <a:gd name="connsiteY173" fmla="*/ 138017 h 3052953"/>
              <a:gd name="connsiteX174" fmla="*/ 8725376 w 9506521"/>
              <a:gd name="connsiteY174" fmla="*/ 149257 h 3052953"/>
              <a:gd name="connsiteX175" fmla="*/ 8860155 w 9506521"/>
              <a:gd name="connsiteY175" fmla="*/ 124968 h 3052953"/>
              <a:gd name="connsiteX176" fmla="*/ 8848820 w 9506521"/>
              <a:gd name="connsiteY176" fmla="*/ 152305 h 3052953"/>
              <a:gd name="connsiteX177" fmla="*/ 9129998 w 9506521"/>
              <a:gd name="connsiteY177" fmla="*/ 194405 h 3052953"/>
              <a:gd name="connsiteX178" fmla="*/ 9160669 w 9506521"/>
              <a:gd name="connsiteY178" fmla="*/ 220885 h 3052953"/>
              <a:gd name="connsiteX179" fmla="*/ 9059799 w 9506521"/>
              <a:gd name="connsiteY179" fmla="*/ 259937 h 3052953"/>
              <a:gd name="connsiteX180" fmla="*/ 9207437 w 9506521"/>
              <a:gd name="connsiteY180" fmla="*/ 320802 h 3052953"/>
              <a:gd name="connsiteX181" fmla="*/ 9171051 w 9506521"/>
              <a:gd name="connsiteY181" fmla="*/ 379381 h 3052953"/>
              <a:gd name="connsiteX182" fmla="*/ 9148286 w 9506521"/>
              <a:gd name="connsiteY182" fmla="*/ 388715 h 3052953"/>
              <a:gd name="connsiteX183" fmla="*/ 9153525 w 9506521"/>
              <a:gd name="connsiteY183" fmla="*/ 397288 h 3052953"/>
              <a:gd name="connsiteX184" fmla="*/ 9170003 w 9506521"/>
              <a:gd name="connsiteY184" fmla="*/ 378143 h 3052953"/>
              <a:gd name="connsiteX185" fmla="*/ 9181719 w 9506521"/>
              <a:gd name="connsiteY185" fmla="*/ 435007 h 3052953"/>
              <a:gd name="connsiteX186" fmla="*/ 9180766 w 9506521"/>
              <a:gd name="connsiteY186" fmla="*/ 432245 h 3052953"/>
              <a:gd name="connsiteX187" fmla="*/ 9182862 w 9506521"/>
              <a:gd name="connsiteY187" fmla="*/ 435102 h 3052953"/>
              <a:gd name="connsiteX188" fmla="*/ 9076182 w 9506521"/>
              <a:gd name="connsiteY188" fmla="*/ 502634 h 3052953"/>
              <a:gd name="connsiteX189" fmla="*/ 9225725 w 9506521"/>
              <a:gd name="connsiteY189" fmla="*/ 552736 h 3052953"/>
              <a:gd name="connsiteX190" fmla="*/ 9180576 w 9506521"/>
              <a:gd name="connsiteY190" fmla="*/ 561213 h 3052953"/>
              <a:gd name="connsiteX191" fmla="*/ 9189720 w 9506521"/>
              <a:gd name="connsiteY191" fmla="*/ 587693 h 3052953"/>
              <a:gd name="connsiteX192" fmla="*/ 9193625 w 9506521"/>
              <a:gd name="connsiteY192" fmla="*/ 677990 h 3052953"/>
              <a:gd name="connsiteX193" fmla="*/ 9053798 w 9506521"/>
              <a:gd name="connsiteY193" fmla="*/ 750856 h 3052953"/>
              <a:gd name="connsiteX194" fmla="*/ 9225439 w 9506521"/>
              <a:gd name="connsiteY194" fmla="*/ 744379 h 3052953"/>
              <a:gd name="connsiteX195" fmla="*/ 9238107 w 9506521"/>
              <a:gd name="connsiteY195" fmla="*/ 774668 h 3052953"/>
              <a:gd name="connsiteX196" fmla="*/ 9239536 w 9506521"/>
              <a:gd name="connsiteY196" fmla="*/ 774192 h 3052953"/>
              <a:gd name="connsiteX197" fmla="*/ 9139619 w 9506521"/>
              <a:gd name="connsiteY197" fmla="*/ 859917 h 3052953"/>
              <a:gd name="connsiteX198" fmla="*/ 9118282 w 9506521"/>
              <a:gd name="connsiteY198" fmla="*/ 874490 h 3052953"/>
              <a:gd name="connsiteX199" fmla="*/ 9122759 w 9506521"/>
              <a:gd name="connsiteY199" fmla="*/ 887921 h 3052953"/>
              <a:gd name="connsiteX200" fmla="*/ 9201150 w 9506521"/>
              <a:gd name="connsiteY200" fmla="*/ 894588 h 3052953"/>
              <a:gd name="connsiteX201" fmla="*/ 9204293 w 9506521"/>
              <a:gd name="connsiteY201" fmla="*/ 938594 h 3052953"/>
              <a:gd name="connsiteX202" fmla="*/ 9385744 w 9506521"/>
              <a:gd name="connsiteY202" fmla="*/ 1022890 h 3052953"/>
              <a:gd name="connsiteX203" fmla="*/ 9330690 w 9506521"/>
              <a:gd name="connsiteY203" fmla="*/ 1045464 h 3052953"/>
              <a:gd name="connsiteX204" fmla="*/ 9215437 w 9506521"/>
              <a:gd name="connsiteY204" fmla="*/ 1097375 h 3052953"/>
              <a:gd name="connsiteX205" fmla="*/ 9157144 w 9506521"/>
              <a:gd name="connsiteY205" fmla="*/ 1098233 h 3052953"/>
              <a:gd name="connsiteX206" fmla="*/ 9188291 w 9506521"/>
              <a:gd name="connsiteY206" fmla="*/ 1132999 h 3052953"/>
              <a:gd name="connsiteX207" fmla="*/ 9103519 w 9506521"/>
              <a:gd name="connsiteY207" fmla="*/ 1149953 h 3052953"/>
              <a:gd name="connsiteX208" fmla="*/ 9123331 w 9506521"/>
              <a:gd name="connsiteY208" fmla="*/ 1175099 h 3052953"/>
              <a:gd name="connsiteX209" fmla="*/ 9090089 w 9506521"/>
              <a:gd name="connsiteY209" fmla="*/ 1207294 h 3052953"/>
              <a:gd name="connsiteX210" fmla="*/ 9169431 w 9506521"/>
              <a:gd name="connsiteY210" fmla="*/ 1235583 h 3052953"/>
              <a:gd name="connsiteX211" fmla="*/ 9204674 w 9506521"/>
              <a:gd name="connsiteY211" fmla="*/ 1306259 h 3052953"/>
              <a:gd name="connsiteX212" fmla="*/ 9137809 w 9506521"/>
              <a:gd name="connsiteY212" fmla="*/ 1322546 h 3052953"/>
              <a:gd name="connsiteX213" fmla="*/ 9137809 w 9506521"/>
              <a:gd name="connsiteY213" fmla="*/ 1358551 h 3052953"/>
              <a:gd name="connsiteX214" fmla="*/ 9220676 w 9506521"/>
              <a:gd name="connsiteY214" fmla="*/ 1393793 h 3052953"/>
              <a:gd name="connsiteX215" fmla="*/ 9220009 w 9506521"/>
              <a:gd name="connsiteY215" fmla="*/ 1392269 h 3052953"/>
              <a:gd name="connsiteX216" fmla="*/ 9232773 w 9506521"/>
              <a:gd name="connsiteY216" fmla="*/ 1391984 h 3052953"/>
              <a:gd name="connsiteX217" fmla="*/ 9232297 w 9506521"/>
              <a:gd name="connsiteY217" fmla="*/ 1393412 h 3052953"/>
              <a:gd name="connsiteX218" fmla="*/ 9280874 w 9506521"/>
              <a:gd name="connsiteY218" fmla="*/ 1448562 h 3052953"/>
              <a:gd name="connsiteX219" fmla="*/ 9258681 w 9506521"/>
              <a:gd name="connsiteY219" fmla="*/ 1459325 h 3052953"/>
              <a:gd name="connsiteX220" fmla="*/ 9284494 w 9506521"/>
              <a:gd name="connsiteY220" fmla="*/ 1487805 h 3052953"/>
              <a:gd name="connsiteX221" fmla="*/ 9279064 w 9506521"/>
              <a:gd name="connsiteY221" fmla="*/ 1447514 h 3052953"/>
              <a:gd name="connsiteX222" fmla="*/ 9393364 w 9506521"/>
              <a:gd name="connsiteY222" fmla="*/ 1433513 h 3052953"/>
              <a:gd name="connsiteX223" fmla="*/ 9363837 w 9506521"/>
              <a:gd name="connsiteY223" fmla="*/ 1470565 h 3052953"/>
              <a:gd name="connsiteX224" fmla="*/ 9364123 w 9506521"/>
              <a:gd name="connsiteY224" fmla="*/ 1528572 h 3052953"/>
              <a:gd name="connsiteX225" fmla="*/ 9302305 w 9506521"/>
              <a:gd name="connsiteY225" fmla="*/ 1507141 h 3052953"/>
              <a:gd name="connsiteX226" fmla="*/ 9362884 w 9506521"/>
              <a:gd name="connsiteY226" fmla="*/ 1581245 h 3052953"/>
              <a:gd name="connsiteX227" fmla="*/ 9362884 w 9506521"/>
              <a:gd name="connsiteY227" fmla="*/ 1527239 h 3052953"/>
              <a:gd name="connsiteX228" fmla="*/ 9382982 w 9506521"/>
              <a:gd name="connsiteY228" fmla="*/ 1594199 h 3052953"/>
              <a:gd name="connsiteX229" fmla="*/ 9384030 w 9506521"/>
              <a:gd name="connsiteY229" fmla="*/ 1593723 h 3052953"/>
              <a:gd name="connsiteX230" fmla="*/ 9383839 w 9506521"/>
              <a:gd name="connsiteY230" fmla="*/ 1608011 h 3052953"/>
              <a:gd name="connsiteX231" fmla="*/ 9382601 w 9506521"/>
              <a:gd name="connsiteY231" fmla="*/ 1607439 h 3052953"/>
              <a:gd name="connsiteX232" fmla="*/ 9407176 w 9506521"/>
              <a:gd name="connsiteY232" fmla="*/ 1668304 h 3052953"/>
              <a:gd name="connsiteX233" fmla="*/ 9455944 w 9506521"/>
              <a:gd name="connsiteY233" fmla="*/ 1663541 h 3052953"/>
              <a:gd name="connsiteX234" fmla="*/ 9454134 w 9506521"/>
              <a:gd name="connsiteY234" fmla="*/ 1662017 h 3052953"/>
              <a:gd name="connsiteX235" fmla="*/ 9505855 w 9506521"/>
              <a:gd name="connsiteY235" fmla="*/ 1711166 h 3052953"/>
              <a:gd name="connsiteX236" fmla="*/ 9506521 w 9506521"/>
              <a:gd name="connsiteY236" fmla="*/ 1709928 h 3052953"/>
              <a:gd name="connsiteX237" fmla="*/ 9467755 w 9506521"/>
              <a:gd name="connsiteY237" fmla="*/ 1736693 h 3052953"/>
              <a:gd name="connsiteX238" fmla="*/ 9453277 w 9506521"/>
              <a:gd name="connsiteY238" fmla="*/ 1711071 h 3052953"/>
              <a:gd name="connsiteX239" fmla="*/ 9358884 w 9506521"/>
              <a:gd name="connsiteY239" fmla="*/ 1721072 h 3052953"/>
              <a:gd name="connsiteX240" fmla="*/ 9360503 w 9506521"/>
              <a:gd name="connsiteY240" fmla="*/ 1781366 h 3052953"/>
              <a:gd name="connsiteX241" fmla="*/ 9272778 w 9506521"/>
              <a:gd name="connsiteY241" fmla="*/ 1842707 h 3052953"/>
              <a:gd name="connsiteX242" fmla="*/ 9273730 w 9506521"/>
              <a:gd name="connsiteY242" fmla="*/ 1843278 h 3052953"/>
              <a:gd name="connsiteX243" fmla="*/ 9289351 w 9506521"/>
              <a:gd name="connsiteY243" fmla="*/ 1793177 h 3052953"/>
              <a:gd name="connsiteX244" fmla="*/ 9198388 w 9506521"/>
              <a:gd name="connsiteY244" fmla="*/ 1774222 h 3052953"/>
              <a:gd name="connsiteX245" fmla="*/ 9217533 w 9506521"/>
              <a:gd name="connsiteY245" fmla="*/ 1757363 h 3052953"/>
              <a:gd name="connsiteX246" fmla="*/ 9175623 w 9506521"/>
              <a:gd name="connsiteY246" fmla="*/ 1738884 h 3052953"/>
              <a:gd name="connsiteX247" fmla="*/ 9175623 w 9506521"/>
              <a:gd name="connsiteY247" fmla="*/ 1772984 h 3052953"/>
              <a:gd name="connsiteX248" fmla="*/ 9097804 w 9506521"/>
              <a:gd name="connsiteY248" fmla="*/ 1805178 h 3052953"/>
              <a:gd name="connsiteX249" fmla="*/ 8995696 w 9506521"/>
              <a:gd name="connsiteY249" fmla="*/ 1875949 h 3052953"/>
              <a:gd name="connsiteX250" fmla="*/ 9156668 w 9506521"/>
              <a:gd name="connsiteY250" fmla="*/ 1917668 h 3052953"/>
              <a:gd name="connsiteX251" fmla="*/ 9186862 w 9506521"/>
              <a:gd name="connsiteY251" fmla="*/ 1973961 h 3052953"/>
              <a:gd name="connsiteX252" fmla="*/ 9095613 w 9506521"/>
              <a:gd name="connsiteY252" fmla="*/ 1987772 h 3052953"/>
              <a:gd name="connsiteX253" fmla="*/ 9161526 w 9506521"/>
              <a:gd name="connsiteY253" fmla="*/ 2088070 h 3052953"/>
              <a:gd name="connsiteX254" fmla="*/ 9120473 w 9506521"/>
              <a:gd name="connsiteY254" fmla="*/ 2113217 h 3052953"/>
              <a:gd name="connsiteX255" fmla="*/ 9121235 w 9506521"/>
              <a:gd name="connsiteY255" fmla="*/ 2113407 h 3052953"/>
              <a:gd name="connsiteX256" fmla="*/ 6897338 w 9506521"/>
              <a:gd name="connsiteY256" fmla="*/ 2892552 h 3052953"/>
              <a:gd name="connsiteX257" fmla="*/ 6896100 w 9506521"/>
              <a:gd name="connsiteY257" fmla="*/ 2891123 h 3052953"/>
              <a:gd name="connsiteX258" fmla="*/ 6898291 w 9506521"/>
              <a:gd name="connsiteY258" fmla="*/ 2890266 h 3052953"/>
              <a:gd name="connsiteX259" fmla="*/ 6897338 w 9506521"/>
              <a:gd name="connsiteY259" fmla="*/ 2892552 h 3052953"/>
              <a:gd name="connsiteX260" fmla="*/ 7415213 w 9506521"/>
              <a:gd name="connsiteY260" fmla="*/ 2892457 h 3052953"/>
              <a:gd name="connsiteX261" fmla="*/ 7416260 w 9506521"/>
              <a:gd name="connsiteY261" fmla="*/ 2891314 h 3052953"/>
              <a:gd name="connsiteX262" fmla="*/ 7415213 w 9506521"/>
              <a:gd name="connsiteY262" fmla="*/ 2892457 h 3052953"/>
              <a:gd name="connsiteX263" fmla="*/ 7303961 w 9506521"/>
              <a:gd name="connsiteY263" fmla="*/ 2880170 h 3052953"/>
              <a:gd name="connsiteX264" fmla="*/ 7277672 w 9506521"/>
              <a:gd name="connsiteY264" fmla="*/ 2861691 h 3052953"/>
              <a:gd name="connsiteX265" fmla="*/ 7274147 w 9506521"/>
              <a:gd name="connsiteY265" fmla="*/ 2871026 h 3052953"/>
              <a:gd name="connsiteX266" fmla="*/ 7305104 w 9506521"/>
              <a:gd name="connsiteY266" fmla="*/ 2878741 h 3052953"/>
              <a:gd name="connsiteX267" fmla="*/ 7354443 w 9506521"/>
              <a:gd name="connsiteY267" fmla="*/ 2895981 h 3052953"/>
              <a:gd name="connsiteX268" fmla="*/ 7303961 w 9506521"/>
              <a:gd name="connsiteY268" fmla="*/ 2880170 h 3052953"/>
              <a:gd name="connsiteX269" fmla="*/ 7090410 w 9506521"/>
              <a:gd name="connsiteY269" fmla="*/ 2833973 h 3052953"/>
              <a:gd name="connsiteX270" fmla="*/ 7852600 w 9506521"/>
              <a:gd name="connsiteY270" fmla="*/ 2805017 h 3052953"/>
              <a:gd name="connsiteX271" fmla="*/ 7820883 w 9506521"/>
              <a:gd name="connsiteY271" fmla="*/ 2795873 h 3052953"/>
              <a:gd name="connsiteX272" fmla="*/ 6451473 w 9506521"/>
              <a:gd name="connsiteY272" fmla="*/ 2822353 h 3052953"/>
              <a:gd name="connsiteX273" fmla="*/ 6791801 w 9506521"/>
              <a:gd name="connsiteY273" fmla="*/ 2822353 h 3052953"/>
              <a:gd name="connsiteX274" fmla="*/ 6896386 w 9506521"/>
              <a:gd name="connsiteY274" fmla="*/ 2834069 h 3052953"/>
              <a:gd name="connsiteX275" fmla="*/ 7018782 w 9506521"/>
              <a:gd name="connsiteY275" fmla="*/ 2834926 h 3052953"/>
              <a:gd name="connsiteX276" fmla="*/ 7039166 w 9506521"/>
              <a:gd name="connsiteY276" fmla="*/ 2833973 h 3052953"/>
              <a:gd name="connsiteX277" fmla="*/ 7078980 w 9506521"/>
              <a:gd name="connsiteY277" fmla="*/ 2834259 h 3052953"/>
              <a:gd name="connsiteX278" fmla="*/ 7090315 w 9506521"/>
              <a:gd name="connsiteY278" fmla="*/ 2833973 h 3052953"/>
              <a:gd name="connsiteX279" fmla="*/ 8828627 w 9506521"/>
              <a:gd name="connsiteY279" fmla="*/ 2648712 h 3052953"/>
              <a:gd name="connsiteX280" fmla="*/ 8552593 w 9506521"/>
              <a:gd name="connsiteY280" fmla="*/ 2655475 h 3052953"/>
              <a:gd name="connsiteX281" fmla="*/ 8810244 w 9506521"/>
              <a:gd name="connsiteY281" fmla="*/ 2673001 h 3052953"/>
              <a:gd name="connsiteX282" fmla="*/ 8828627 w 9506521"/>
              <a:gd name="connsiteY282" fmla="*/ 2648617 h 3052953"/>
              <a:gd name="connsiteX283" fmla="*/ 8835866 w 9506521"/>
              <a:gd name="connsiteY283" fmla="*/ 1567910 h 3052953"/>
              <a:gd name="connsiteX284" fmla="*/ 8837295 w 9506521"/>
              <a:gd name="connsiteY284" fmla="*/ 1586389 h 3052953"/>
              <a:gd name="connsiteX285" fmla="*/ 9033891 w 9506521"/>
              <a:gd name="connsiteY285" fmla="*/ 1575340 h 3052953"/>
              <a:gd name="connsiteX286" fmla="*/ 9127426 w 9506521"/>
              <a:gd name="connsiteY286" fmla="*/ 1546193 h 3052953"/>
              <a:gd name="connsiteX287" fmla="*/ 9073039 w 9506521"/>
              <a:gd name="connsiteY287" fmla="*/ 1526572 h 3052953"/>
              <a:gd name="connsiteX288" fmla="*/ 8835771 w 9506521"/>
              <a:gd name="connsiteY288" fmla="*/ 1567815 h 3052953"/>
              <a:gd name="connsiteX289" fmla="*/ 650081 w 9506521"/>
              <a:gd name="connsiteY289" fmla="*/ 2011490 h 3052953"/>
              <a:gd name="connsiteX290" fmla="*/ 644747 w 9506521"/>
              <a:gd name="connsiteY290" fmla="*/ 1996916 h 3052953"/>
              <a:gd name="connsiteX291" fmla="*/ 360521 w 9506521"/>
              <a:gd name="connsiteY291" fmla="*/ 2011490 h 3052953"/>
              <a:gd name="connsiteX292" fmla="*/ 363950 w 9506521"/>
              <a:gd name="connsiteY292" fmla="*/ 2022539 h 3052953"/>
              <a:gd name="connsiteX293" fmla="*/ 650081 w 9506521"/>
              <a:gd name="connsiteY293" fmla="*/ 2011490 h 3052953"/>
              <a:gd name="connsiteX294" fmla="*/ 2199704 w 9506521"/>
              <a:gd name="connsiteY294" fmla="*/ 329375 h 3052953"/>
              <a:gd name="connsiteX295" fmla="*/ 2327243 w 9506521"/>
              <a:gd name="connsiteY295" fmla="*/ 332518 h 3052953"/>
              <a:gd name="connsiteX296" fmla="*/ 2456593 w 9506521"/>
              <a:gd name="connsiteY296" fmla="*/ 333185 h 3052953"/>
              <a:gd name="connsiteX297" fmla="*/ 2449544 w 9506521"/>
              <a:gd name="connsiteY297" fmla="*/ 312706 h 3052953"/>
              <a:gd name="connsiteX298" fmla="*/ 2199799 w 9506521"/>
              <a:gd name="connsiteY298" fmla="*/ 329375 h 3052953"/>
              <a:gd name="connsiteX299" fmla="*/ 7500366 w 9506521"/>
              <a:gd name="connsiteY299" fmla="*/ 2869311 h 3052953"/>
              <a:gd name="connsiteX300" fmla="*/ 7622191 w 9506521"/>
              <a:gd name="connsiteY300" fmla="*/ 2929033 h 3052953"/>
              <a:gd name="connsiteX301" fmla="*/ 7500366 w 9506521"/>
              <a:gd name="connsiteY301" fmla="*/ 2869311 h 3052953"/>
              <a:gd name="connsiteX302" fmla="*/ 8407337 w 9506521"/>
              <a:gd name="connsiteY302" fmla="*/ 2819876 h 3052953"/>
              <a:gd name="connsiteX303" fmla="*/ 8264462 w 9506521"/>
              <a:gd name="connsiteY303" fmla="*/ 2834735 h 3052953"/>
              <a:gd name="connsiteX304" fmla="*/ 8407337 w 9506521"/>
              <a:gd name="connsiteY304" fmla="*/ 2819876 h 3052953"/>
              <a:gd name="connsiteX305" fmla="*/ 498920 w 9506521"/>
              <a:gd name="connsiteY305" fmla="*/ 2792635 h 3052953"/>
              <a:gd name="connsiteX306" fmla="*/ 620649 w 9506521"/>
              <a:gd name="connsiteY306" fmla="*/ 2793778 h 3052953"/>
              <a:gd name="connsiteX307" fmla="*/ 498920 w 9506521"/>
              <a:gd name="connsiteY307" fmla="*/ 2792635 h 3052953"/>
              <a:gd name="connsiteX308" fmla="*/ 8887873 w 9506521"/>
              <a:gd name="connsiteY308" fmla="*/ 1230059 h 3052953"/>
              <a:gd name="connsiteX309" fmla="*/ 8939594 w 9506521"/>
              <a:gd name="connsiteY309" fmla="*/ 1185863 h 3052953"/>
              <a:gd name="connsiteX310" fmla="*/ 8887873 w 9506521"/>
              <a:gd name="connsiteY310" fmla="*/ 1230059 h 3052953"/>
              <a:gd name="connsiteX311" fmla="*/ 445008 w 9506521"/>
              <a:gd name="connsiteY311" fmla="*/ 1589056 h 3052953"/>
              <a:gd name="connsiteX312" fmla="*/ 346805 w 9506521"/>
              <a:gd name="connsiteY312" fmla="*/ 1594199 h 3052953"/>
              <a:gd name="connsiteX313" fmla="*/ 445008 w 9506521"/>
              <a:gd name="connsiteY313" fmla="*/ 1589056 h 3052953"/>
              <a:gd name="connsiteX314" fmla="*/ 9323356 w 9506521"/>
              <a:gd name="connsiteY314" fmla="*/ 1649635 h 3052953"/>
              <a:gd name="connsiteX315" fmla="*/ 9263729 w 9506521"/>
              <a:gd name="connsiteY315" fmla="*/ 1603439 h 3052953"/>
              <a:gd name="connsiteX316" fmla="*/ 9257443 w 9506521"/>
              <a:gd name="connsiteY316" fmla="*/ 1613440 h 3052953"/>
              <a:gd name="connsiteX317" fmla="*/ 9323356 w 9506521"/>
              <a:gd name="connsiteY317" fmla="*/ 1649635 h 3052953"/>
              <a:gd name="connsiteX318" fmla="*/ 531114 w 9506521"/>
              <a:gd name="connsiteY318" fmla="*/ 2652998 h 3052953"/>
              <a:gd name="connsiteX319" fmla="*/ 566642 w 9506521"/>
              <a:gd name="connsiteY319" fmla="*/ 2644140 h 3052953"/>
              <a:gd name="connsiteX320" fmla="*/ 541306 w 9506521"/>
              <a:gd name="connsiteY320" fmla="*/ 2582990 h 3052953"/>
              <a:gd name="connsiteX321" fmla="*/ 531114 w 9506521"/>
              <a:gd name="connsiteY321" fmla="*/ 2652998 h 3052953"/>
              <a:gd name="connsiteX322" fmla="*/ 647700 w 9506521"/>
              <a:gd name="connsiteY322" fmla="*/ 2631662 h 3052953"/>
              <a:gd name="connsiteX323" fmla="*/ 647033 w 9506521"/>
              <a:gd name="connsiteY323" fmla="*/ 2620042 h 3052953"/>
              <a:gd name="connsiteX324" fmla="*/ 591788 w 9506521"/>
              <a:gd name="connsiteY324" fmla="*/ 2609850 h 3052953"/>
              <a:gd name="connsiteX325" fmla="*/ 591788 w 9506521"/>
              <a:gd name="connsiteY325" fmla="*/ 2663857 h 3052953"/>
              <a:gd name="connsiteX326" fmla="*/ 647700 w 9506521"/>
              <a:gd name="connsiteY326" fmla="*/ 2631567 h 3052953"/>
              <a:gd name="connsiteX327" fmla="*/ 9072372 w 9506521"/>
              <a:gd name="connsiteY327" fmla="*/ 1216152 h 3052953"/>
              <a:gd name="connsiteX328" fmla="*/ 9049798 w 9506521"/>
              <a:gd name="connsiteY328" fmla="*/ 1196626 h 3052953"/>
              <a:gd name="connsiteX329" fmla="*/ 9033319 w 9506521"/>
              <a:gd name="connsiteY329" fmla="*/ 1218057 h 3052953"/>
              <a:gd name="connsiteX330" fmla="*/ 9049512 w 9506521"/>
              <a:gd name="connsiteY330" fmla="*/ 1239869 h 3052953"/>
              <a:gd name="connsiteX331" fmla="*/ 9072372 w 9506521"/>
              <a:gd name="connsiteY331" fmla="*/ 1216152 h 3052953"/>
              <a:gd name="connsiteX332" fmla="*/ 506159 w 9506521"/>
              <a:gd name="connsiteY332" fmla="*/ 2478215 h 3052953"/>
              <a:gd name="connsiteX333" fmla="*/ 452438 w 9506521"/>
              <a:gd name="connsiteY333" fmla="*/ 2482215 h 3052953"/>
              <a:gd name="connsiteX334" fmla="*/ 506159 w 9506521"/>
              <a:gd name="connsiteY334" fmla="*/ 2478215 h 3052953"/>
              <a:gd name="connsiteX335" fmla="*/ 396431 w 9506521"/>
              <a:gd name="connsiteY335" fmla="*/ 1009936 h 3052953"/>
              <a:gd name="connsiteX336" fmla="*/ 485108 w 9506521"/>
              <a:gd name="connsiteY336" fmla="*/ 1009936 h 3052953"/>
              <a:gd name="connsiteX337" fmla="*/ 396431 w 9506521"/>
              <a:gd name="connsiteY337" fmla="*/ 1009936 h 3052953"/>
              <a:gd name="connsiteX338" fmla="*/ 9125045 w 9506521"/>
              <a:gd name="connsiteY338" fmla="*/ 2495645 h 3052953"/>
              <a:gd name="connsiteX339" fmla="*/ 9121997 w 9506521"/>
              <a:gd name="connsiteY339" fmla="*/ 2510123 h 3052953"/>
              <a:gd name="connsiteX340" fmla="*/ 9161526 w 9506521"/>
              <a:gd name="connsiteY340" fmla="*/ 2517839 h 3052953"/>
              <a:gd name="connsiteX341" fmla="*/ 9162098 w 9506521"/>
              <a:gd name="connsiteY341" fmla="*/ 2487168 h 3052953"/>
              <a:gd name="connsiteX342" fmla="*/ 9125045 w 9506521"/>
              <a:gd name="connsiteY342" fmla="*/ 2495645 h 3052953"/>
              <a:gd name="connsiteX343" fmla="*/ 4324541 w 9506521"/>
              <a:gd name="connsiteY343" fmla="*/ 3012853 h 3052953"/>
              <a:gd name="connsiteX344" fmla="*/ 4252437 w 9506521"/>
              <a:gd name="connsiteY344" fmla="*/ 2998851 h 3052953"/>
              <a:gd name="connsiteX345" fmla="*/ 4324541 w 9506521"/>
              <a:gd name="connsiteY345" fmla="*/ 3012853 h 3052953"/>
              <a:gd name="connsiteX346" fmla="*/ 274606 w 9506521"/>
              <a:gd name="connsiteY346" fmla="*/ 2713196 h 3052953"/>
              <a:gd name="connsiteX347" fmla="*/ 316611 w 9506521"/>
              <a:gd name="connsiteY347" fmla="*/ 2739485 h 3052953"/>
              <a:gd name="connsiteX348" fmla="*/ 274606 w 9506521"/>
              <a:gd name="connsiteY348" fmla="*/ 2713196 h 3052953"/>
              <a:gd name="connsiteX349" fmla="*/ 8708517 w 9506521"/>
              <a:gd name="connsiteY349" fmla="*/ 2780062 h 3052953"/>
              <a:gd name="connsiteX350" fmla="*/ 8706136 w 9506521"/>
              <a:gd name="connsiteY350" fmla="*/ 2761964 h 3052953"/>
              <a:gd name="connsiteX351" fmla="*/ 8676418 w 9506521"/>
              <a:gd name="connsiteY351" fmla="*/ 2767965 h 3052953"/>
              <a:gd name="connsiteX352" fmla="*/ 8677466 w 9506521"/>
              <a:gd name="connsiteY352" fmla="*/ 2780062 h 3052953"/>
              <a:gd name="connsiteX353" fmla="*/ 8708422 w 9506521"/>
              <a:gd name="connsiteY353" fmla="*/ 2780062 h 3052953"/>
              <a:gd name="connsiteX354" fmla="*/ 9184863 w 9506521"/>
              <a:gd name="connsiteY354" fmla="*/ 1025652 h 3052953"/>
              <a:gd name="connsiteX355" fmla="*/ 9237916 w 9506521"/>
              <a:gd name="connsiteY355" fmla="*/ 1019842 h 3052953"/>
              <a:gd name="connsiteX356" fmla="*/ 9184863 w 9506521"/>
              <a:gd name="connsiteY356" fmla="*/ 1025652 h 3052953"/>
              <a:gd name="connsiteX357" fmla="*/ 7006400 w 9506521"/>
              <a:gd name="connsiteY357" fmla="*/ 108490 h 3052953"/>
              <a:gd name="connsiteX358" fmla="*/ 6987254 w 9506521"/>
              <a:gd name="connsiteY358" fmla="*/ 126587 h 3052953"/>
              <a:gd name="connsiteX359" fmla="*/ 7006400 w 9506521"/>
              <a:gd name="connsiteY359" fmla="*/ 108490 h 3052953"/>
              <a:gd name="connsiteX360" fmla="*/ 6342603 w 9506521"/>
              <a:gd name="connsiteY360" fmla="*/ 2927414 h 3052953"/>
              <a:gd name="connsiteX361" fmla="*/ 6293739 w 9506521"/>
              <a:gd name="connsiteY361" fmla="*/ 2933795 h 3052953"/>
              <a:gd name="connsiteX362" fmla="*/ 6342603 w 9506521"/>
              <a:gd name="connsiteY362" fmla="*/ 2927414 h 3052953"/>
              <a:gd name="connsiteX363" fmla="*/ 6944201 w 9506521"/>
              <a:gd name="connsiteY363" fmla="*/ 2921318 h 3052953"/>
              <a:gd name="connsiteX364" fmla="*/ 6934582 w 9506521"/>
              <a:gd name="connsiteY364" fmla="*/ 2926176 h 3052953"/>
              <a:gd name="connsiteX365" fmla="*/ 6945440 w 9506521"/>
              <a:gd name="connsiteY365" fmla="*/ 2949988 h 3052953"/>
              <a:gd name="connsiteX366" fmla="*/ 6952965 w 9506521"/>
              <a:gd name="connsiteY366" fmla="*/ 2946178 h 3052953"/>
              <a:gd name="connsiteX367" fmla="*/ 6944107 w 9506521"/>
              <a:gd name="connsiteY367" fmla="*/ 2921222 h 3052953"/>
              <a:gd name="connsiteX368" fmla="*/ 9367266 w 9506521"/>
              <a:gd name="connsiteY368" fmla="*/ 1657922 h 3052953"/>
              <a:gd name="connsiteX369" fmla="*/ 9350502 w 9506521"/>
              <a:gd name="connsiteY369" fmla="*/ 1661160 h 3052953"/>
              <a:gd name="connsiteX370" fmla="*/ 9367266 w 9506521"/>
              <a:gd name="connsiteY370" fmla="*/ 1657922 h 3052953"/>
              <a:gd name="connsiteX371" fmla="*/ 3027331 w 9506521"/>
              <a:gd name="connsiteY371" fmla="*/ 162497 h 3052953"/>
              <a:gd name="connsiteX372" fmla="*/ 3045047 w 9506521"/>
              <a:gd name="connsiteY372" fmla="*/ 205645 h 3052953"/>
              <a:gd name="connsiteX373" fmla="*/ 3027331 w 9506521"/>
              <a:gd name="connsiteY373" fmla="*/ 162497 h 3052953"/>
              <a:gd name="connsiteX374" fmla="*/ 2844642 w 9506521"/>
              <a:gd name="connsiteY374" fmla="*/ 195262 h 3052953"/>
              <a:gd name="connsiteX375" fmla="*/ 2816352 w 9506521"/>
              <a:gd name="connsiteY375" fmla="*/ 192786 h 3052953"/>
              <a:gd name="connsiteX376" fmla="*/ 2844642 w 9506521"/>
              <a:gd name="connsiteY376" fmla="*/ 195262 h 3052953"/>
              <a:gd name="connsiteX377" fmla="*/ 555403 w 9506521"/>
              <a:gd name="connsiteY377" fmla="*/ 2216849 h 3052953"/>
              <a:gd name="connsiteX378" fmla="*/ 522065 w 9506521"/>
              <a:gd name="connsiteY378" fmla="*/ 2211038 h 3052953"/>
              <a:gd name="connsiteX379" fmla="*/ 555403 w 9506521"/>
              <a:gd name="connsiteY379" fmla="*/ 2216849 h 3052953"/>
              <a:gd name="connsiteX380" fmla="*/ 410051 w 9506521"/>
              <a:gd name="connsiteY380" fmla="*/ 1830610 h 3052953"/>
              <a:gd name="connsiteX381" fmla="*/ 409765 w 9506521"/>
              <a:gd name="connsiteY381" fmla="*/ 1846231 h 3052953"/>
              <a:gd name="connsiteX382" fmla="*/ 436721 w 9506521"/>
              <a:gd name="connsiteY382" fmla="*/ 1842135 h 3052953"/>
              <a:gd name="connsiteX383" fmla="*/ 436055 w 9506521"/>
              <a:gd name="connsiteY383" fmla="*/ 1832039 h 3052953"/>
              <a:gd name="connsiteX384" fmla="*/ 410051 w 9506521"/>
              <a:gd name="connsiteY384" fmla="*/ 1830610 h 3052953"/>
              <a:gd name="connsiteX385" fmla="*/ 624840 w 9506521"/>
              <a:gd name="connsiteY385" fmla="*/ 2461546 h 3052953"/>
              <a:gd name="connsiteX386" fmla="*/ 625031 w 9506521"/>
              <a:gd name="connsiteY386" fmla="*/ 2453164 h 3052953"/>
              <a:gd name="connsiteX387" fmla="*/ 583121 w 9506521"/>
              <a:gd name="connsiteY387" fmla="*/ 2453164 h 3052953"/>
              <a:gd name="connsiteX388" fmla="*/ 583121 w 9506521"/>
              <a:gd name="connsiteY388" fmla="*/ 2461546 h 3052953"/>
              <a:gd name="connsiteX389" fmla="*/ 624840 w 9506521"/>
              <a:gd name="connsiteY389" fmla="*/ 2461546 h 3052953"/>
              <a:gd name="connsiteX390" fmla="*/ 8803767 w 9506521"/>
              <a:gd name="connsiteY390" fmla="*/ 2727579 h 3052953"/>
              <a:gd name="connsiteX391" fmla="*/ 8796433 w 9506521"/>
              <a:gd name="connsiteY391" fmla="*/ 2722531 h 3052953"/>
              <a:gd name="connsiteX392" fmla="*/ 8803767 w 9506521"/>
              <a:gd name="connsiteY392" fmla="*/ 2727579 h 3052953"/>
              <a:gd name="connsiteX393" fmla="*/ 8600789 w 9506521"/>
              <a:gd name="connsiteY393" fmla="*/ 2787110 h 3052953"/>
              <a:gd name="connsiteX394" fmla="*/ 8607743 w 9506521"/>
              <a:gd name="connsiteY394" fmla="*/ 2773490 h 3052953"/>
              <a:gd name="connsiteX395" fmla="*/ 8598313 w 9506521"/>
              <a:gd name="connsiteY395" fmla="*/ 2764155 h 3052953"/>
              <a:gd name="connsiteX396" fmla="*/ 8586407 w 9506521"/>
              <a:gd name="connsiteY396" fmla="*/ 2775395 h 3052953"/>
              <a:gd name="connsiteX397" fmla="*/ 8600694 w 9506521"/>
              <a:gd name="connsiteY397" fmla="*/ 2787015 h 3052953"/>
              <a:gd name="connsiteX398" fmla="*/ 6245924 w 9506521"/>
              <a:gd name="connsiteY398" fmla="*/ 2968180 h 3052953"/>
              <a:gd name="connsiteX399" fmla="*/ 6258592 w 9506521"/>
              <a:gd name="connsiteY399" fmla="*/ 2967514 h 3052953"/>
              <a:gd name="connsiteX400" fmla="*/ 6255449 w 9506521"/>
              <a:gd name="connsiteY400" fmla="*/ 2938272 h 3052953"/>
              <a:gd name="connsiteX401" fmla="*/ 6245924 w 9506521"/>
              <a:gd name="connsiteY401" fmla="*/ 2939415 h 3052953"/>
              <a:gd name="connsiteX402" fmla="*/ 6245924 w 9506521"/>
              <a:gd name="connsiteY402" fmla="*/ 2968085 h 3052953"/>
              <a:gd name="connsiteX403" fmla="*/ 8965501 w 9506521"/>
              <a:gd name="connsiteY403" fmla="*/ 744569 h 3052953"/>
              <a:gd name="connsiteX404" fmla="*/ 8940546 w 9506521"/>
              <a:gd name="connsiteY404" fmla="*/ 743998 h 3052953"/>
              <a:gd name="connsiteX405" fmla="*/ 8965501 w 9506521"/>
              <a:gd name="connsiteY405" fmla="*/ 744569 h 3052953"/>
              <a:gd name="connsiteX406" fmla="*/ 254127 w 9506521"/>
              <a:gd name="connsiteY406" fmla="*/ 1560481 h 3052953"/>
              <a:gd name="connsiteX407" fmla="*/ 252032 w 9506521"/>
              <a:gd name="connsiteY407" fmla="*/ 1573435 h 3052953"/>
              <a:gd name="connsiteX408" fmla="*/ 274415 w 9506521"/>
              <a:gd name="connsiteY408" fmla="*/ 1564386 h 3052953"/>
              <a:gd name="connsiteX409" fmla="*/ 254127 w 9506521"/>
              <a:gd name="connsiteY409" fmla="*/ 1560386 h 3052953"/>
              <a:gd name="connsiteX410" fmla="*/ 8936640 w 9506521"/>
              <a:gd name="connsiteY410" fmla="*/ 1843469 h 3052953"/>
              <a:gd name="connsiteX411" fmla="*/ 8921115 w 9506521"/>
              <a:gd name="connsiteY411" fmla="*/ 1861566 h 3052953"/>
              <a:gd name="connsiteX412" fmla="*/ 8931212 w 9506521"/>
              <a:gd name="connsiteY412" fmla="*/ 1870520 h 3052953"/>
              <a:gd name="connsiteX413" fmla="*/ 8936640 w 9506521"/>
              <a:gd name="connsiteY413" fmla="*/ 1843469 h 3052953"/>
              <a:gd name="connsiteX414" fmla="*/ 9098661 w 9506521"/>
              <a:gd name="connsiteY414" fmla="*/ 2032826 h 3052953"/>
              <a:gd name="connsiteX415" fmla="*/ 9097328 w 9506521"/>
              <a:gd name="connsiteY415" fmla="*/ 2040636 h 3052953"/>
              <a:gd name="connsiteX416" fmla="*/ 9115616 w 9506521"/>
              <a:gd name="connsiteY416" fmla="*/ 2044256 h 3052953"/>
              <a:gd name="connsiteX417" fmla="*/ 9116854 w 9506521"/>
              <a:gd name="connsiteY417" fmla="*/ 2036921 h 3052953"/>
              <a:gd name="connsiteX418" fmla="*/ 9098661 w 9506521"/>
              <a:gd name="connsiteY418" fmla="*/ 2032826 h 3052953"/>
              <a:gd name="connsiteX419" fmla="*/ 1923193 w 9506521"/>
              <a:gd name="connsiteY419" fmla="*/ 310896 h 3052953"/>
              <a:gd name="connsiteX420" fmla="*/ 1915382 w 9506521"/>
              <a:gd name="connsiteY420" fmla="*/ 311182 h 3052953"/>
              <a:gd name="connsiteX421" fmla="*/ 1915382 w 9506521"/>
              <a:gd name="connsiteY421" fmla="*/ 343472 h 3052953"/>
              <a:gd name="connsiteX422" fmla="*/ 1924717 w 9506521"/>
              <a:gd name="connsiteY422" fmla="*/ 343091 h 3052953"/>
              <a:gd name="connsiteX423" fmla="*/ 1923193 w 9506521"/>
              <a:gd name="connsiteY423" fmla="*/ 310896 h 3052953"/>
              <a:gd name="connsiteX424" fmla="*/ 2028349 w 9506521"/>
              <a:gd name="connsiteY424" fmla="*/ 315754 h 3052953"/>
              <a:gd name="connsiteX425" fmla="*/ 2012061 w 9506521"/>
              <a:gd name="connsiteY425" fmla="*/ 316897 h 3052953"/>
              <a:gd name="connsiteX426" fmla="*/ 2021872 w 9506521"/>
              <a:gd name="connsiteY426" fmla="*/ 325184 h 3052953"/>
              <a:gd name="connsiteX427" fmla="*/ 2028349 w 9506521"/>
              <a:gd name="connsiteY427" fmla="*/ 315754 h 3052953"/>
              <a:gd name="connsiteX428" fmla="*/ 279940 w 9506521"/>
              <a:gd name="connsiteY428" fmla="*/ 2067782 h 3052953"/>
              <a:gd name="connsiteX429" fmla="*/ 277368 w 9506521"/>
              <a:gd name="connsiteY429" fmla="*/ 2071021 h 3052953"/>
              <a:gd name="connsiteX430" fmla="*/ 286988 w 9506521"/>
              <a:gd name="connsiteY430" fmla="*/ 2072449 h 3052953"/>
              <a:gd name="connsiteX431" fmla="*/ 280035 w 9506521"/>
              <a:gd name="connsiteY431" fmla="*/ 2067782 h 3052953"/>
              <a:gd name="connsiteX432" fmla="*/ 6611112 w 9506521"/>
              <a:gd name="connsiteY432" fmla="*/ 2864358 h 3052953"/>
              <a:gd name="connsiteX433" fmla="*/ 6590062 w 9506521"/>
              <a:gd name="connsiteY433" fmla="*/ 2857405 h 3052953"/>
              <a:gd name="connsiteX434" fmla="*/ 6611112 w 9506521"/>
              <a:gd name="connsiteY434" fmla="*/ 2864358 h 3052953"/>
              <a:gd name="connsiteX435" fmla="*/ 8740616 w 9506521"/>
              <a:gd name="connsiteY435" fmla="*/ 2841308 h 3052953"/>
              <a:gd name="connsiteX436" fmla="*/ 8740616 w 9506521"/>
              <a:gd name="connsiteY436" fmla="*/ 2841308 h 3052953"/>
              <a:gd name="connsiteX437" fmla="*/ 8740616 w 9506521"/>
              <a:gd name="connsiteY437" fmla="*/ 2841308 h 3052953"/>
              <a:gd name="connsiteX438" fmla="*/ 8158925 w 9506521"/>
              <a:gd name="connsiteY438" fmla="*/ 2231803 h 3052953"/>
              <a:gd name="connsiteX439" fmla="*/ 8178070 w 9506521"/>
              <a:gd name="connsiteY439" fmla="*/ 2232374 h 3052953"/>
              <a:gd name="connsiteX440" fmla="*/ 8158925 w 9506521"/>
              <a:gd name="connsiteY440" fmla="*/ 2231803 h 3052953"/>
              <a:gd name="connsiteX441" fmla="*/ 4516755 w 9506521"/>
              <a:gd name="connsiteY441" fmla="*/ 2973324 h 3052953"/>
              <a:gd name="connsiteX442" fmla="*/ 4516755 w 9506521"/>
              <a:gd name="connsiteY442" fmla="*/ 2977610 h 3052953"/>
              <a:gd name="connsiteX443" fmla="*/ 4537329 w 9506521"/>
              <a:gd name="connsiteY443" fmla="*/ 2977610 h 3052953"/>
              <a:gd name="connsiteX444" fmla="*/ 4537329 w 9506521"/>
              <a:gd name="connsiteY444" fmla="*/ 2973324 h 3052953"/>
              <a:gd name="connsiteX445" fmla="*/ 4516755 w 9506521"/>
              <a:gd name="connsiteY445" fmla="*/ 2973324 h 3052953"/>
              <a:gd name="connsiteX446" fmla="*/ 4404074 w 9506521"/>
              <a:gd name="connsiteY446" fmla="*/ 2980087 h 3052953"/>
              <a:gd name="connsiteX447" fmla="*/ 4404551 w 9506521"/>
              <a:gd name="connsiteY447" fmla="*/ 2995803 h 3052953"/>
              <a:gd name="connsiteX448" fmla="*/ 4404074 w 9506521"/>
              <a:gd name="connsiteY448" fmla="*/ 2980087 h 3052953"/>
              <a:gd name="connsiteX449" fmla="*/ 1305687 w 9506521"/>
              <a:gd name="connsiteY449" fmla="*/ 315563 h 3052953"/>
              <a:gd name="connsiteX450" fmla="*/ 1298639 w 9506521"/>
              <a:gd name="connsiteY450" fmla="*/ 309086 h 3052953"/>
              <a:gd name="connsiteX451" fmla="*/ 1292543 w 9506521"/>
              <a:gd name="connsiteY451" fmla="*/ 317278 h 3052953"/>
              <a:gd name="connsiteX452" fmla="*/ 1302258 w 9506521"/>
              <a:gd name="connsiteY452" fmla="*/ 324803 h 3052953"/>
              <a:gd name="connsiteX453" fmla="*/ 1305782 w 9506521"/>
              <a:gd name="connsiteY453" fmla="*/ 315563 h 3052953"/>
              <a:gd name="connsiteX454" fmla="*/ 7156514 w 9506521"/>
              <a:gd name="connsiteY454" fmla="*/ 2917127 h 3052953"/>
              <a:gd name="connsiteX455" fmla="*/ 7154704 w 9506521"/>
              <a:gd name="connsiteY455" fmla="*/ 2920651 h 3052953"/>
              <a:gd name="connsiteX456" fmla="*/ 7157371 w 9506521"/>
              <a:gd name="connsiteY456" fmla="*/ 2921318 h 3052953"/>
              <a:gd name="connsiteX457" fmla="*/ 7156514 w 9506521"/>
              <a:gd name="connsiteY457" fmla="*/ 2917127 h 3052953"/>
              <a:gd name="connsiteX458" fmla="*/ 1468469 w 9506521"/>
              <a:gd name="connsiteY458" fmla="*/ 315754 h 3052953"/>
              <a:gd name="connsiteX459" fmla="*/ 1462183 w 9506521"/>
              <a:gd name="connsiteY459" fmla="*/ 307467 h 3052953"/>
              <a:gd name="connsiteX460" fmla="*/ 1463802 w 9506521"/>
              <a:gd name="connsiteY460" fmla="*/ 324326 h 3052953"/>
              <a:gd name="connsiteX461" fmla="*/ 1468469 w 9506521"/>
              <a:gd name="connsiteY461" fmla="*/ 315659 h 3052953"/>
              <a:gd name="connsiteX462" fmla="*/ 1135952 w 9506521"/>
              <a:gd name="connsiteY462" fmla="*/ 331280 h 3052953"/>
              <a:gd name="connsiteX463" fmla="*/ 1136333 w 9506521"/>
              <a:gd name="connsiteY463" fmla="*/ 348044 h 3052953"/>
              <a:gd name="connsiteX464" fmla="*/ 1135952 w 9506521"/>
              <a:gd name="connsiteY464" fmla="*/ 331280 h 3052953"/>
              <a:gd name="connsiteX465" fmla="*/ 1610963 w 9506521"/>
              <a:gd name="connsiteY465" fmla="*/ 342614 h 3052953"/>
              <a:gd name="connsiteX466" fmla="*/ 1605820 w 9506521"/>
              <a:gd name="connsiteY466" fmla="*/ 329756 h 3052953"/>
              <a:gd name="connsiteX467" fmla="*/ 1602105 w 9506521"/>
              <a:gd name="connsiteY467" fmla="*/ 346901 h 3052953"/>
              <a:gd name="connsiteX468" fmla="*/ 1611059 w 9506521"/>
              <a:gd name="connsiteY468" fmla="*/ 342614 h 3052953"/>
              <a:gd name="connsiteX469" fmla="*/ 344329 w 9506521"/>
              <a:gd name="connsiteY469" fmla="*/ 1305878 h 3052953"/>
              <a:gd name="connsiteX470" fmla="*/ 327470 w 9506521"/>
              <a:gd name="connsiteY470" fmla="*/ 1309973 h 3052953"/>
              <a:gd name="connsiteX471" fmla="*/ 344329 w 9506521"/>
              <a:gd name="connsiteY471" fmla="*/ 1305878 h 3052953"/>
              <a:gd name="connsiteX472" fmla="*/ 7030593 w 9506521"/>
              <a:gd name="connsiteY472" fmla="*/ 101346 h 3052953"/>
              <a:gd name="connsiteX473" fmla="*/ 7037642 w 9506521"/>
              <a:gd name="connsiteY473" fmla="*/ 101537 h 3052953"/>
              <a:gd name="connsiteX474" fmla="*/ 7038784 w 9506521"/>
              <a:gd name="connsiteY474" fmla="*/ 75819 h 3052953"/>
              <a:gd name="connsiteX475" fmla="*/ 7030593 w 9506521"/>
              <a:gd name="connsiteY475" fmla="*/ 75629 h 3052953"/>
              <a:gd name="connsiteX476" fmla="*/ 7030593 w 9506521"/>
              <a:gd name="connsiteY476" fmla="*/ 101346 h 3052953"/>
              <a:gd name="connsiteX477" fmla="*/ 144399 w 9506521"/>
              <a:gd name="connsiteY477" fmla="*/ 1373600 h 3052953"/>
              <a:gd name="connsiteX478" fmla="*/ 140113 w 9506521"/>
              <a:gd name="connsiteY478" fmla="*/ 1373600 h 3052953"/>
              <a:gd name="connsiteX479" fmla="*/ 144399 w 9506521"/>
              <a:gd name="connsiteY479" fmla="*/ 1373600 h 3052953"/>
              <a:gd name="connsiteX480" fmla="*/ 1466850 w 9506521"/>
              <a:gd name="connsiteY480" fmla="*/ 352425 h 3052953"/>
              <a:gd name="connsiteX481" fmla="*/ 1447610 w 9506521"/>
              <a:gd name="connsiteY481" fmla="*/ 351092 h 3052953"/>
              <a:gd name="connsiteX482" fmla="*/ 1466850 w 9506521"/>
              <a:gd name="connsiteY482" fmla="*/ 352425 h 3052953"/>
              <a:gd name="connsiteX483" fmla="*/ 7790403 w 9506521"/>
              <a:gd name="connsiteY483" fmla="*/ 2772632 h 3052953"/>
              <a:gd name="connsiteX484" fmla="*/ 7782687 w 9506521"/>
              <a:gd name="connsiteY484" fmla="*/ 2768060 h 3052953"/>
              <a:gd name="connsiteX485" fmla="*/ 7779830 w 9506521"/>
              <a:gd name="connsiteY485" fmla="*/ 2771585 h 3052953"/>
              <a:gd name="connsiteX486" fmla="*/ 7790403 w 9506521"/>
              <a:gd name="connsiteY486" fmla="*/ 2772632 h 3052953"/>
              <a:gd name="connsiteX487" fmla="*/ 8723472 w 9506521"/>
              <a:gd name="connsiteY487" fmla="*/ 2816447 h 3052953"/>
              <a:gd name="connsiteX488" fmla="*/ 8723090 w 9506521"/>
              <a:gd name="connsiteY488" fmla="*/ 2819781 h 3052953"/>
              <a:gd name="connsiteX489" fmla="*/ 8726329 w 9506521"/>
              <a:gd name="connsiteY489" fmla="*/ 2818447 h 3052953"/>
              <a:gd name="connsiteX490" fmla="*/ 8723376 w 9506521"/>
              <a:gd name="connsiteY490" fmla="*/ 2816447 h 3052953"/>
              <a:gd name="connsiteX491" fmla="*/ 6783991 w 9506521"/>
              <a:gd name="connsiteY491" fmla="*/ 102299 h 3052953"/>
              <a:gd name="connsiteX492" fmla="*/ 6776847 w 9506521"/>
              <a:gd name="connsiteY492" fmla="*/ 102394 h 3052953"/>
              <a:gd name="connsiteX493" fmla="*/ 6782086 w 9506521"/>
              <a:gd name="connsiteY493" fmla="*/ 106394 h 3052953"/>
              <a:gd name="connsiteX494" fmla="*/ 6783991 w 9506521"/>
              <a:gd name="connsiteY494" fmla="*/ 102299 h 3052953"/>
              <a:gd name="connsiteX495" fmla="*/ 1517237 w 9506521"/>
              <a:gd name="connsiteY495" fmla="*/ 317659 h 3052953"/>
              <a:gd name="connsiteX496" fmla="*/ 1507998 w 9506521"/>
              <a:gd name="connsiteY496" fmla="*/ 317659 h 3052953"/>
              <a:gd name="connsiteX497" fmla="*/ 1517237 w 9506521"/>
              <a:gd name="connsiteY497" fmla="*/ 317659 h 3052953"/>
              <a:gd name="connsiteX498" fmla="*/ 2079212 w 9506521"/>
              <a:gd name="connsiteY498" fmla="*/ 3017996 h 3052953"/>
              <a:gd name="connsiteX499" fmla="*/ 2080832 w 9506521"/>
              <a:gd name="connsiteY499" fmla="*/ 3025807 h 3052953"/>
              <a:gd name="connsiteX500" fmla="*/ 2082737 w 9506521"/>
              <a:gd name="connsiteY500" fmla="*/ 3017996 h 3052953"/>
              <a:gd name="connsiteX501" fmla="*/ 2079212 w 9506521"/>
              <a:gd name="connsiteY501" fmla="*/ 3017996 h 3052953"/>
              <a:gd name="connsiteX502" fmla="*/ 4490180 w 9506521"/>
              <a:gd name="connsiteY502" fmla="*/ 2975039 h 3052953"/>
              <a:gd name="connsiteX503" fmla="*/ 4483037 w 9506521"/>
              <a:gd name="connsiteY503" fmla="*/ 2974848 h 3052953"/>
              <a:gd name="connsiteX504" fmla="*/ 4488371 w 9506521"/>
              <a:gd name="connsiteY504" fmla="*/ 2978944 h 3052953"/>
              <a:gd name="connsiteX505" fmla="*/ 4490276 w 9506521"/>
              <a:gd name="connsiteY505" fmla="*/ 2975039 h 30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506521" h="3052953">
                <a:moveTo>
                  <a:pt x="9121616" y="2113883"/>
                </a:moveTo>
                <a:cubicBezTo>
                  <a:pt x="9127903" y="2082356"/>
                  <a:pt x="9097137" y="2084832"/>
                  <a:pt x="9087421" y="2067973"/>
                </a:cubicBezTo>
                <a:lnTo>
                  <a:pt x="9095137" y="2065496"/>
                </a:lnTo>
                <a:lnTo>
                  <a:pt x="9088564" y="2069211"/>
                </a:lnTo>
                <a:cubicBezTo>
                  <a:pt x="8994648" y="2086261"/>
                  <a:pt x="8979980" y="2079974"/>
                  <a:pt x="8973407" y="2113502"/>
                </a:cubicBezTo>
                <a:lnTo>
                  <a:pt x="8931878" y="2095024"/>
                </a:lnTo>
                <a:lnTo>
                  <a:pt x="8913209" y="2159603"/>
                </a:lnTo>
                <a:cubicBezTo>
                  <a:pt x="8921496" y="2161127"/>
                  <a:pt x="8932450" y="2167033"/>
                  <a:pt x="8936831" y="2163318"/>
                </a:cubicBezTo>
                <a:cubicBezTo>
                  <a:pt x="8963978" y="2140553"/>
                  <a:pt x="8995219" y="2165985"/>
                  <a:pt x="9023604" y="2152841"/>
                </a:cubicBezTo>
                <a:cubicBezTo>
                  <a:pt x="9029891" y="2149888"/>
                  <a:pt x="9043607" y="2166938"/>
                  <a:pt x="9056656" y="2176748"/>
                </a:cubicBezTo>
                <a:lnTo>
                  <a:pt x="9078182" y="2143506"/>
                </a:lnTo>
                <a:lnTo>
                  <a:pt x="9099423" y="2180082"/>
                </a:lnTo>
                <a:lnTo>
                  <a:pt x="9096946" y="2181130"/>
                </a:lnTo>
                <a:lnTo>
                  <a:pt x="9099423" y="2178844"/>
                </a:lnTo>
                <a:cubicBezTo>
                  <a:pt x="9133713" y="2190560"/>
                  <a:pt x="9157335" y="2168557"/>
                  <a:pt x="9181052" y="2147126"/>
                </a:cubicBezTo>
                <a:lnTo>
                  <a:pt x="9182671" y="2149888"/>
                </a:lnTo>
                <a:lnTo>
                  <a:pt x="9180100" y="2148078"/>
                </a:lnTo>
                <a:cubicBezTo>
                  <a:pt x="9201150" y="2151412"/>
                  <a:pt x="9190197" y="2137601"/>
                  <a:pt x="9222010" y="2195513"/>
                </a:cubicBezTo>
                <a:lnTo>
                  <a:pt x="9203246" y="2223992"/>
                </a:lnTo>
                <a:lnTo>
                  <a:pt x="9240869" y="2246662"/>
                </a:lnTo>
                <a:cubicBezTo>
                  <a:pt x="9194197" y="2257997"/>
                  <a:pt x="9186672" y="2229517"/>
                  <a:pt x="9160764" y="2280571"/>
                </a:cubicBezTo>
                <a:cubicBezTo>
                  <a:pt x="9201531" y="2295430"/>
                  <a:pt x="9220009" y="2335435"/>
                  <a:pt x="9245346" y="2370677"/>
                </a:cubicBezTo>
                <a:cubicBezTo>
                  <a:pt x="9233725" y="2390013"/>
                  <a:pt x="9209341" y="2407539"/>
                  <a:pt x="9220009" y="2440305"/>
                </a:cubicBezTo>
                <a:lnTo>
                  <a:pt x="9221534" y="2439734"/>
                </a:lnTo>
                <a:lnTo>
                  <a:pt x="9188863" y="2453830"/>
                </a:lnTo>
                <a:lnTo>
                  <a:pt x="9211342" y="2486501"/>
                </a:lnTo>
                <a:lnTo>
                  <a:pt x="9210008" y="2485644"/>
                </a:lnTo>
                <a:cubicBezTo>
                  <a:pt x="9225725" y="2500503"/>
                  <a:pt x="9249061" y="2506694"/>
                  <a:pt x="9249823" y="2537841"/>
                </a:cubicBezTo>
                <a:cubicBezTo>
                  <a:pt x="9250109" y="2549652"/>
                  <a:pt x="9264396" y="2561368"/>
                  <a:pt x="9328880" y="2625947"/>
                </a:cubicBezTo>
                <a:lnTo>
                  <a:pt x="9357550" y="2605088"/>
                </a:lnTo>
                <a:lnTo>
                  <a:pt x="9359837" y="2647760"/>
                </a:lnTo>
                <a:lnTo>
                  <a:pt x="9272302" y="2709672"/>
                </a:lnTo>
                <a:lnTo>
                  <a:pt x="9273635" y="2711196"/>
                </a:lnTo>
                <a:lnTo>
                  <a:pt x="9253728" y="2676239"/>
                </a:lnTo>
                <a:lnTo>
                  <a:pt x="9252585" y="2677478"/>
                </a:lnTo>
                <a:lnTo>
                  <a:pt x="9276112" y="2671477"/>
                </a:lnTo>
                <a:lnTo>
                  <a:pt x="9227248" y="2592419"/>
                </a:lnTo>
                <a:lnTo>
                  <a:pt x="9196102" y="2636615"/>
                </a:lnTo>
                <a:lnTo>
                  <a:pt x="9226581" y="2700052"/>
                </a:lnTo>
                <a:cubicBezTo>
                  <a:pt x="9209627" y="2718721"/>
                  <a:pt x="9196387" y="2739676"/>
                  <a:pt x="9166669" y="2725484"/>
                </a:cubicBezTo>
                <a:cubicBezTo>
                  <a:pt x="9168955" y="2714435"/>
                  <a:pt x="9171241" y="2702909"/>
                  <a:pt x="9173623" y="2691289"/>
                </a:cubicBezTo>
                <a:cubicBezTo>
                  <a:pt x="9135142" y="2678621"/>
                  <a:pt x="9076087" y="2689955"/>
                  <a:pt x="9040559" y="2718435"/>
                </a:cubicBezTo>
                <a:cubicBezTo>
                  <a:pt x="9058180" y="2741105"/>
                  <a:pt x="9048274" y="2763679"/>
                  <a:pt x="9038177" y="2786253"/>
                </a:cubicBezTo>
                <a:cubicBezTo>
                  <a:pt x="8479440" y="3025902"/>
                  <a:pt x="3711226" y="3030379"/>
                  <a:pt x="3704654" y="3030284"/>
                </a:cubicBezTo>
                <a:cubicBezTo>
                  <a:pt x="2339340" y="3011519"/>
                  <a:pt x="2336959" y="2999422"/>
                  <a:pt x="2307717" y="3052953"/>
                </a:cubicBezTo>
                <a:cubicBezTo>
                  <a:pt x="2228469" y="2985707"/>
                  <a:pt x="869061" y="3057144"/>
                  <a:pt x="727996" y="2962561"/>
                </a:cubicBezTo>
                <a:cubicBezTo>
                  <a:pt x="680752" y="2930843"/>
                  <a:pt x="655415" y="2959322"/>
                  <a:pt x="621697" y="2956751"/>
                </a:cubicBezTo>
                <a:cubicBezTo>
                  <a:pt x="408718" y="2940463"/>
                  <a:pt x="438340" y="2914745"/>
                  <a:pt x="344996" y="2920841"/>
                </a:cubicBezTo>
                <a:lnTo>
                  <a:pt x="368427" y="2867882"/>
                </a:lnTo>
                <a:lnTo>
                  <a:pt x="270320" y="2867882"/>
                </a:lnTo>
                <a:lnTo>
                  <a:pt x="274034" y="2828163"/>
                </a:lnTo>
                <a:lnTo>
                  <a:pt x="227838" y="2816447"/>
                </a:lnTo>
                <a:cubicBezTo>
                  <a:pt x="233648" y="2812828"/>
                  <a:pt x="235649" y="2810542"/>
                  <a:pt x="237268" y="2810828"/>
                </a:cubicBezTo>
                <a:cubicBezTo>
                  <a:pt x="320135" y="2824258"/>
                  <a:pt x="284512" y="2825020"/>
                  <a:pt x="365665" y="2816543"/>
                </a:cubicBezTo>
                <a:cubicBezTo>
                  <a:pt x="343757" y="2696528"/>
                  <a:pt x="137732" y="2791206"/>
                  <a:pt x="130207" y="2737771"/>
                </a:cubicBezTo>
                <a:lnTo>
                  <a:pt x="229362" y="2744534"/>
                </a:lnTo>
                <a:lnTo>
                  <a:pt x="229933" y="2739295"/>
                </a:lnTo>
                <a:lnTo>
                  <a:pt x="205073" y="2728913"/>
                </a:lnTo>
                <a:lnTo>
                  <a:pt x="214789" y="2686907"/>
                </a:lnTo>
                <a:lnTo>
                  <a:pt x="126397" y="2662142"/>
                </a:lnTo>
                <a:lnTo>
                  <a:pt x="126016" y="2651093"/>
                </a:lnTo>
                <a:cubicBezTo>
                  <a:pt x="154686" y="2648807"/>
                  <a:pt x="180785" y="2642235"/>
                  <a:pt x="206883" y="2627090"/>
                </a:cubicBezTo>
                <a:cubicBezTo>
                  <a:pt x="237268" y="2609469"/>
                  <a:pt x="305753" y="2653570"/>
                  <a:pt x="327946" y="2632234"/>
                </a:cubicBezTo>
                <a:cubicBezTo>
                  <a:pt x="333565" y="2626805"/>
                  <a:pt x="351949" y="2626519"/>
                  <a:pt x="355378" y="2631567"/>
                </a:cubicBezTo>
                <a:cubicBezTo>
                  <a:pt x="378714" y="2665381"/>
                  <a:pt x="414909" y="2653475"/>
                  <a:pt x="444341" y="2663666"/>
                </a:cubicBezTo>
                <a:cubicBezTo>
                  <a:pt x="466439" y="2671286"/>
                  <a:pt x="492157" y="2669762"/>
                  <a:pt x="506063" y="2637759"/>
                </a:cubicBezTo>
                <a:cubicBezTo>
                  <a:pt x="475679" y="2574227"/>
                  <a:pt x="396145" y="2631567"/>
                  <a:pt x="358616" y="2551747"/>
                </a:cubicBezTo>
                <a:cubicBezTo>
                  <a:pt x="385286" y="2553176"/>
                  <a:pt x="413385" y="2573274"/>
                  <a:pt x="440055" y="2544413"/>
                </a:cubicBezTo>
                <a:cubicBezTo>
                  <a:pt x="409861" y="2527268"/>
                  <a:pt x="384429" y="2536508"/>
                  <a:pt x="359569" y="2552795"/>
                </a:cubicBezTo>
                <a:cubicBezTo>
                  <a:pt x="355885" y="2523011"/>
                  <a:pt x="366141" y="2501522"/>
                  <a:pt x="390335" y="2488311"/>
                </a:cubicBezTo>
                <a:lnTo>
                  <a:pt x="343472" y="2475643"/>
                </a:lnTo>
                <a:lnTo>
                  <a:pt x="348139" y="2439448"/>
                </a:lnTo>
                <a:lnTo>
                  <a:pt x="318040" y="2429447"/>
                </a:lnTo>
                <a:lnTo>
                  <a:pt x="286131" y="2319909"/>
                </a:lnTo>
                <a:cubicBezTo>
                  <a:pt x="353663" y="2283238"/>
                  <a:pt x="416052" y="2232660"/>
                  <a:pt x="495014" y="2231231"/>
                </a:cubicBezTo>
                <a:cubicBezTo>
                  <a:pt x="500063" y="2203895"/>
                  <a:pt x="496634" y="2188464"/>
                  <a:pt x="473393" y="2187321"/>
                </a:cubicBezTo>
                <a:cubicBezTo>
                  <a:pt x="431292" y="2185416"/>
                  <a:pt x="430625" y="2129790"/>
                  <a:pt x="396240" y="2138744"/>
                </a:cubicBezTo>
                <a:cubicBezTo>
                  <a:pt x="370618" y="2145411"/>
                  <a:pt x="392525" y="2127504"/>
                  <a:pt x="290608" y="2102453"/>
                </a:cubicBezTo>
                <a:cubicBezTo>
                  <a:pt x="276225" y="2095786"/>
                  <a:pt x="261747" y="2087023"/>
                  <a:pt x="238411" y="2106930"/>
                </a:cubicBezTo>
                <a:lnTo>
                  <a:pt x="291751" y="2101215"/>
                </a:lnTo>
                <a:cubicBezTo>
                  <a:pt x="277082" y="2125028"/>
                  <a:pt x="255746" y="2131505"/>
                  <a:pt x="228314" y="2131886"/>
                </a:cubicBezTo>
                <a:cubicBezTo>
                  <a:pt x="222980" y="2083975"/>
                  <a:pt x="212503" y="2039779"/>
                  <a:pt x="159353" y="2032921"/>
                </a:cubicBezTo>
                <a:cubicBezTo>
                  <a:pt x="193167" y="1996059"/>
                  <a:pt x="230505" y="2000631"/>
                  <a:pt x="268796" y="2012633"/>
                </a:cubicBezTo>
                <a:lnTo>
                  <a:pt x="235363" y="2019491"/>
                </a:lnTo>
                <a:cubicBezTo>
                  <a:pt x="252444" y="2036759"/>
                  <a:pt x="268669" y="2040855"/>
                  <a:pt x="284036" y="2031778"/>
                </a:cubicBezTo>
                <a:lnTo>
                  <a:pt x="267367" y="2011680"/>
                </a:lnTo>
                <a:cubicBezTo>
                  <a:pt x="304229" y="2022253"/>
                  <a:pt x="331470" y="2003298"/>
                  <a:pt x="360045" y="1974437"/>
                </a:cubicBezTo>
                <a:cubicBezTo>
                  <a:pt x="315944" y="1937004"/>
                  <a:pt x="263938" y="1941957"/>
                  <a:pt x="216599" y="1926431"/>
                </a:cubicBezTo>
                <a:cubicBezTo>
                  <a:pt x="200787" y="1887569"/>
                  <a:pt x="201168" y="1882045"/>
                  <a:pt x="231743" y="1871377"/>
                </a:cubicBezTo>
                <a:cubicBezTo>
                  <a:pt x="348615" y="1830324"/>
                  <a:pt x="331565" y="1869472"/>
                  <a:pt x="382334" y="1852041"/>
                </a:cubicBezTo>
                <a:cubicBezTo>
                  <a:pt x="370332" y="1841945"/>
                  <a:pt x="363284" y="1831086"/>
                  <a:pt x="356045" y="1830895"/>
                </a:cubicBezTo>
                <a:cubicBezTo>
                  <a:pt x="302990" y="1829562"/>
                  <a:pt x="251270" y="1805845"/>
                  <a:pt x="197453" y="1819656"/>
                </a:cubicBezTo>
                <a:cubicBezTo>
                  <a:pt x="173545" y="1825847"/>
                  <a:pt x="156877" y="1810798"/>
                  <a:pt x="142208" y="1794510"/>
                </a:cubicBezTo>
                <a:cubicBezTo>
                  <a:pt x="137065" y="1788795"/>
                  <a:pt x="139065" y="1775174"/>
                  <a:pt x="137732" y="1765173"/>
                </a:cubicBezTo>
                <a:lnTo>
                  <a:pt x="136208" y="1765935"/>
                </a:lnTo>
                <a:lnTo>
                  <a:pt x="146495" y="1764030"/>
                </a:lnTo>
                <a:lnTo>
                  <a:pt x="148114" y="1766030"/>
                </a:lnTo>
                <a:lnTo>
                  <a:pt x="145447" y="1764792"/>
                </a:lnTo>
                <a:lnTo>
                  <a:pt x="136684" y="1752219"/>
                </a:lnTo>
                <a:lnTo>
                  <a:pt x="138113" y="1753648"/>
                </a:lnTo>
                <a:cubicBezTo>
                  <a:pt x="146177" y="1735931"/>
                  <a:pt x="146368" y="1711805"/>
                  <a:pt x="138684" y="1681258"/>
                </a:cubicBezTo>
                <a:lnTo>
                  <a:pt x="103918" y="1667542"/>
                </a:lnTo>
                <a:cubicBezTo>
                  <a:pt x="114776" y="1650492"/>
                  <a:pt x="111633" y="1638300"/>
                  <a:pt x="98012" y="1628585"/>
                </a:cubicBezTo>
                <a:lnTo>
                  <a:pt x="96965" y="1629918"/>
                </a:lnTo>
                <a:cubicBezTo>
                  <a:pt x="146685" y="1640586"/>
                  <a:pt x="185928" y="1600105"/>
                  <a:pt x="238125" y="1602200"/>
                </a:cubicBezTo>
                <a:cubicBezTo>
                  <a:pt x="215646" y="1528953"/>
                  <a:pt x="176117" y="1581245"/>
                  <a:pt x="168116" y="1514856"/>
                </a:cubicBezTo>
                <a:cubicBezTo>
                  <a:pt x="294132" y="1414272"/>
                  <a:pt x="280797" y="1494758"/>
                  <a:pt x="360998" y="1451515"/>
                </a:cubicBezTo>
                <a:cubicBezTo>
                  <a:pt x="251079" y="1439323"/>
                  <a:pt x="233744" y="1452277"/>
                  <a:pt x="197549" y="1411129"/>
                </a:cubicBezTo>
                <a:cubicBezTo>
                  <a:pt x="194120" y="1407224"/>
                  <a:pt x="3905" y="1341596"/>
                  <a:pt x="0" y="1340168"/>
                </a:cubicBezTo>
                <a:cubicBezTo>
                  <a:pt x="34481" y="1340834"/>
                  <a:pt x="44958" y="1301210"/>
                  <a:pt x="69533" y="1279208"/>
                </a:cubicBezTo>
                <a:cubicBezTo>
                  <a:pt x="100013" y="1287685"/>
                  <a:pt x="132779" y="1302163"/>
                  <a:pt x="160211" y="1254919"/>
                </a:cubicBezTo>
                <a:lnTo>
                  <a:pt x="50959" y="1169194"/>
                </a:lnTo>
                <a:lnTo>
                  <a:pt x="89345" y="1149096"/>
                </a:lnTo>
                <a:lnTo>
                  <a:pt x="84487" y="1139381"/>
                </a:lnTo>
                <a:lnTo>
                  <a:pt x="48101" y="1130237"/>
                </a:lnTo>
                <a:lnTo>
                  <a:pt x="126778" y="1112425"/>
                </a:lnTo>
                <a:lnTo>
                  <a:pt x="125921" y="1110901"/>
                </a:lnTo>
                <a:lnTo>
                  <a:pt x="138303" y="1110901"/>
                </a:lnTo>
                <a:cubicBezTo>
                  <a:pt x="138303" y="1110901"/>
                  <a:pt x="137446" y="1112425"/>
                  <a:pt x="137446" y="1112425"/>
                </a:cubicBezTo>
                <a:lnTo>
                  <a:pt x="147923" y="1109567"/>
                </a:lnTo>
                <a:lnTo>
                  <a:pt x="148304" y="1112520"/>
                </a:lnTo>
                <a:lnTo>
                  <a:pt x="146590" y="1110996"/>
                </a:lnTo>
                <a:cubicBezTo>
                  <a:pt x="176689" y="1112520"/>
                  <a:pt x="153829" y="1119664"/>
                  <a:pt x="174117" y="1150525"/>
                </a:cubicBezTo>
                <a:lnTo>
                  <a:pt x="184118" y="1113758"/>
                </a:lnTo>
                <a:cubicBezTo>
                  <a:pt x="238601" y="1187196"/>
                  <a:pt x="280416" y="1091470"/>
                  <a:pt x="274511" y="1052513"/>
                </a:cubicBezTo>
                <a:cubicBezTo>
                  <a:pt x="230410" y="1009745"/>
                  <a:pt x="182213" y="978694"/>
                  <a:pt x="119444" y="1001268"/>
                </a:cubicBezTo>
                <a:lnTo>
                  <a:pt x="120396" y="1001840"/>
                </a:lnTo>
                <a:cubicBezTo>
                  <a:pt x="131540" y="987362"/>
                  <a:pt x="151257" y="985266"/>
                  <a:pt x="156877" y="959930"/>
                </a:cubicBezTo>
                <a:cubicBezTo>
                  <a:pt x="168688" y="906590"/>
                  <a:pt x="329470" y="934784"/>
                  <a:pt x="357854" y="896588"/>
                </a:cubicBezTo>
                <a:cubicBezTo>
                  <a:pt x="351473" y="888397"/>
                  <a:pt x="345948" y="874490"/>
                  <a:pt x="339566" y="874014"/>
                </a:cubicBezTo>
                <a:cubicBezTo>
                  <a:pt x="282893" y="869823"/>
                  <a:pt x="248412" y="815245"/>
                  <a:pt x="192595" y="803243"/>
                </a:cubicBezTo>
                <a:lnTo>
                  <a:pt x="216027" y="780098"/>
                </a:lnTo>
                <a:lnTo>
                  <a:pt x="160782" y="737616"/>
                </a:lnTo>
                <a:cubicBezTo>
                  <a:pt x="264890" y="702469"/>
                  <a:pt x="337566" y="775526"/>
                  <a:pt x="370999" y="671894"/>
                </a:cubicBezTo>
                <a:cubicBezTo>
                  <a:pt x="506159" y="650939"/>
                  <a:pt x="489299" y="658749"/>
                  <a:pt x="501872" y="632174"/>
                </a:cubicBezTo>
                <a:cubicBezTo>
                  <a:pt x="435769" y="597218"/>
                  <a:pt x="399955" y="642938"/>
                  <a:pt x="307562" y="630746"/>
                </a:cubicBezTo>
                <a:lnTo>
                  <a:pt x="352330" y="624364"/>
                </a:lnTo>
                <a:lnTo>
                  <a:pt x="322040" y="545021"/>
                </a:lnTo>
                <a:lnTo>
                  <a:pt x="362712" y="534734"/>
                </a:lnTo>
                <a:cubicBezTo>
                  <a:pt x="355568" y="551307"/>
                  <a:pt x="349472" y="567881"/>
                  <a:pt x="364808" y="586931"/>
                </a:cubicBezTo>
                <a:cubicBezTo>
                  <a:pt x="387287" y="565118"/>
                  <a:pt x="372618" y="550640"/>
                  <a:pt x="361283" y="535877"/>
                </a:cubicBezTo>
                <a:lnTo>
                  <a:pt x="350425" y="504920"/>
                </a:lnTo>
                <a:lnTo>
                  <a:pt x="454914" y="511112"/>
                </a:lnTo>
                <a:cubicBezTo>
                  <a:pt x="451866" y="523304"/>
                  <a:pt x="434435" y="534257"/>
                  <a:pt x="454343" y="549878"/>
                </a:cubicBezTo>
                <a:lnTo>
                  <a:pt x="502634" y="535877"/>
                </a:lnTo>
                <a:cubicBezTo>
                  <a:pt x="520256" y="591217"/>
                  <a:pt x="548545" y="528828"/>
                  <a:pt x="501015" y="537877"/>
                </a:cubicBezTo>
                <a:cubicBezTo>
                  <a:pt x="473202" y="520541"/>
                  <a:pt x="485680" y="527304"/>
                  <a:pt x="453676" y="512255"/>
                </a:cubicBezTo>
                <a:cubicBezTo>
                  <a:pt x="442627" y="446913"/>
                  <a:pt x="355473" y="496634"/>
                  <a:pt x="323374" y="432721"/>
                </a:cubicBezTo>
                <a:cubicBezTo>
                  <a:pt x="320516" y="427101"/>
                  <a:pt x="312325" y="424720"/>
                  <a:pt x="306514" y="420815"/>
                </a:cubicBezTo>
                <a:lnTo>
                  <a:pt x="332804" y="389954"/>
                </a:lnTo>
                <a:lnTo>
                  <a:pt x="471297" y="389954"/>
                </a:lnTo>
                <a:cubicBezTo>
                  <a:pt x="387382" y="312515"/>
                  <a:pt x="572738" y="300514"/>
                  <a:pt x="665036" y="302133"/>
                </a:cubicBezTo>
                <a:cubicBezTo>
                  <a:pt x="679037" y="302419"/>
                  <a:pt x="692849" y="316611"/>
                  <a:pt x="710375" y="326517"/>
                </a:cubicBezTo>
                <a:lnTo>
                  <a:pt x="744665" y="297466"/>
                </a:lnTo>
                <a:cubicBezTo>
                  <a:pt x="751237" y="297466"/>
                  <a:pt x="1362742" y="275939"/>
                  <a:pt x="1417034" y="300419"/>
                </a:cubicBezTo>
                <a:cubicBezTo>
                  <a:pt x="1355693" y="328422"/>
                  <a:pt x="1430846" y="375952"/>
                  <a:pt x="1415415" y="298895"/>
                </a:cubicBezTo>
                <a:cubicBezTo>
                  <a:pt x="1530763" y="274606"/>
                  <a:pt x="2128361" y="284607"/>
                  <a:pt x="2243423" y="285941"/>
                </a:cubicBezTo>
                <a:cubicBezTo>
                  <a:pt x="2329053" y="286893"/>
                  <a:pt x="2400967" y="310325"/>
                  <a:pt x="2403920" y="236792"/>
                </a:cubicBezTo>
                <a:lnTo>
                  <a:pt x="2508599" y="236792"/>
                </a:lnTo>
                <a:lnTo>
                  <a:pt x="2522982" y="192405"/>
                </a:lnTo>
                <a:cubicBezTo>
                  <a:pt x="2656904" y="170212"/>
                  <a:pt x="2735009" y="227171"/>
                  <a:pt x="2748248" y="140494"/>
                </a:cubicBezTo>
                <a:lnTo>
                  <a:pt x="2834926" y="151829"/>
                </a:lnTo>
                <a:cubicBezTo>
                  <a:pt x="2898362" y="160115"/>
                  <a:pt x="2876074" y="114586"/>
                  <a:pt x="2928271" y="114300"/>
                </a:cubicBezTo>
                <a:cubicBezTo>
                  <a:pt x="4966812" y="101822"/>
                  <a:pt x="3750659" y="21908"/>
                  <a:pt x="5516880" y="45911"/>
                </a:cubicBezTo>
                <a:cubicBezTo>
                  <a:pt x="6682359" y="61817"/>
                  <a:pt x="6491764" y="-17717"/>
                  <a:pt x="6845237" y="17145"/>
                </a:cubicBezTo>
                <a:lnTo>
                  <a:pt x="6856762" y="0"/>
                </a:lnTo>
                <a:cubicBezTo>
                  <a:pt x="6874574" y="5429"/>
                  <a:pt x="6928581" y="81915"/>
                  <a:pt x="7010400" y="19145"/>
                </a:cubicBezTo>
                <a:cubicBezTo>
                  <a:pt x="7034117" y="953"/>
                  <a:pt x="7059168" y="5239"/>
                  <a:pt x="7083076" y="9716"/>
                </a:cubicBezTo>
                <a:cubicBezTo>
                  <a:pt x="7094601" y="11906"/>
                  <a:pt x="7103936" y="28766"/>
                  <a:pt x="7116604" y="41339"/>
                </a:cubicBezTo>
                <a:lnTo>
                  <a:pt x="7086505" y="69152"/>
                </a:lnTo>
                <a:cubicBezTo>
                  <a:pt x="7105365" y="114681"/>
                  <a:pt x="7101650" y="84963"/>
                  <a:pt x="7431977" y="106966"/>
                </a:cubicBezTo>
                <a:cubicBezTo>
                  <a:pt x="7570661" y="116205"/>
                  <a:pt x="7519607" y="138208"/>
                  <a:pt x="7585329" y="137732"/>
                </a:cubicBezTo>
                <a:cubicBezTo>
                  <a:pt x="7806691" y="136112"/>
                  <a:pt x="7820407" y="120015"/>
                  <a:pt x="7836027" y="182499"/>
                </a:cubicBezTo>
                <a:cubicBezTo>
                  <a:pt x="7848124" y="123349"/>
                  <a:pt x="7844695" y="135827"/>
                  <a:pt x="8182833" y="138017"/>
                </a:cubicBezTo>
                <a:cubicBezTo>
                  <a:pt x="8725471" y="141542"/>
                  <a:pt x="8702230" y="133160"/>
                  <a:pt x="8725376" y="149257"/>
                </a:cubicBezTo>
                <a:cubicBezTo>
                  <a:pt x="8802434" y="202692"/>
                  <a:pt x="8807481" y="100108"/>
                  <a:pt x="8860155" y="124968"/>
                </a:cubicBezTo>
                <a:lnTo>
                  <a:pt x="8848820" y="152305"/>
                </a:lnTo>
                <a:cubicBezTo>
                  <a:pt x="8927021" y="183928"/>
                  <a:pt x="9110853" y="129540"/>
                  <a:pt x="9129998" y="194405"/>
                </a:cubicBezTo>
                <a:cubicBezTo>
                  <a:pt x="9133332" y="205645"/>
                  <a:pt x="9149905" y="212027"/>
                  <a:pt x="9160669" y="220885"/>
                </a:cubicBezTo>
                <a:cubicBezTo>
                  <a:pt x="9142476" y="283464"/>
                  <a:pt x="9087041" y="192310"/>
                  <a:pt x="9059799" y="259937"/>
                </a:cubicBezTo>
                <a:cubicBezTo>
                  <a:pt x="9102852" y="295370"/>
                  <a:pt x="9167908" y="263843"/>
                  <a:pt x="9207437" y="320802"/>
                </a:cubicBezTo>
                <a:cubicBezTo>
                  <a:pt x="9170670" y="346520"/>
                  <a:pt x="9148382" y="354330"/>
                  <a:pt x="9171051" y="379381"/>
                </a:cubicBezTo>
                <a:lnTo>
                  <a:pt x="9148286" y="388715"/>
                </a:lnTo>
                <a:lnTo>
                  <a:pt x="9153525" y="397288"/>
                </a:lnTo>
                <a:lnTo>
                  <a:pt x="9170003" y="378143"/>
                </a:lnTo>
                <a:cubicBezTo>
                  <a:pt x="9201817" y="403765"/>
                  <a:pt x="9202484" y="407003"/>
                  <a:pt x="9181719" y="435007"/>
                </a:cubicBezTo>
                <a:lnTo>
                  <a:pt x="9180766" y="432245"/>
                </a:lnTo>
                <a:lnTo>
                  <a:pt x="9182862" y="435102"/>
                </a:lnTo>
                <a:cubicBezTo>
                  <a:pt x="9174385" y="437579"/>
                  <a:pt x="9125521" y="438055"/>
                  <a:pt x="9076182" y="502634"/>
                </a:cubicBezTo>
                <a:cubicBezTo>
                  <a:pt x="9037510" y="553307"/>
                  <a:pt x="9179719" y="550450"/>
                  <a:pt x="9225725" y="552736"/>
                </a:cubicBezTo>
                <a:lnTo>
                  <a:pt x="9180576" y="561213"/>
                </a:lnTo>
                <a:lnTo>
                  <a:pt x="9189720" y="587693"/>
                </a:lnTo>
                <a:cubicBezTo>
                  <a:pt x="9150763" y="649415"/>
                  <a:pt x="9153716" y="626840"/>
                  <a:pt x="9193625" y="677990"/>
                </a:cubicBezTo>
                <a:cubicBezTo>
                  <a:pt x="9134284" y="709422"/>
                  <a:pt x="9178862" y="643604"/>
                  <a:pt x="9053798" y="750856"/>
                </a:cubicBezTo>
                <a:cubicBezTo>
                  <a:pt x="9116854" y="760476"/>
                  <a:pt x="9170098" y="771049"/>
                  <a:pt x="9225439" y="744379"/>
                </a:cubicBezTo>
                <a:lnTo>
                  <a:pt x="9238107" y="774668"/>
                </a:lnTo>
                <a:lnTo>
                  <a:pt x="9239536" y="774192"/>
                </a:lnTo>
                <a:cubicBezTo>
                  <a:pt x="9199912" y="804005"/>
                  <a:pt x="9195340" y="849059"/>
                  <a:pt x="9139619" y="859917"/>
                </a:cubicBezTo>
                <a:cubicBezTo>
                  <a:pt x="9131998" y="861441"/>
                  <a:pt x="9125331" y="869442"/>
                  <a:pt x="9118282" y="874490"/>
                </a:cubicBezTo>
                <a:lnTo>
                  <a:pt x="9122759" y="887921"/>
                </a:lnTo>
                <a:lnTo>
                  <a:pt x="9201150" y="894588"/>
                </a:lnTo>
                <a:lnTo>
                  <a:pt x="9204293" y="938594"/>
                </a:lnTo>
                <a:cubicBezTo>
                  <a:pt x="9285637" y="992505"/>
                  <a:pt x="9321070" y="862870"/>
                  <a:pt x="9385744" y="1022890"/>
                </a:cubicBezTo>
                <a:cubicBezTo>
                  <a:pt x="9275731" y="918401"/>
                  <a:pt x="9257062" y="1028700"/>
                  <a:pt x="9330690" y="1045464"/>
                </a:cubicBezTo>
                <a:lnTo>
                  <a:pt x="9215437" y="1097375"/>
                </a:lnTo>
                <a:cubicBezTo>
                  <a:pt x="9199245" y="1083726"/>
                  <a:pt x="9179814" y="1084012"/>
                  <a:pt x="9157144" y="1098233"/>
                </a:cubicBezTo>
                <a:lnTo>
                  <a:pt x="9188291" y="1132999"/>
                </a:lnTo>
                <a:cubicBezTo>
                  <a:pt x="9149715" y="1146524"/>
                  <a:pt x="9140571" y="1106996"/>
                  <a:pt x="9103519" y="1149953"/>
                </a:cubicBezTo>
                <a:lnTo>
                  <a:pt x="9123331" y="1175099"/>
                </a:lnTo>
                <a:lnTo>
                  <a:pt x="9090089" y="1207294"/>
                </a:lnTo>
                <a:cubicBezTo>
                  <a:pt x="9102185" y="1277588"/>
                  <a:pt x="9150953" y="1218057"/>
                  <a:pt x="9169431" y="1235583"/>
                </a:cubicBezTo>
                <a:lnTo>
                  <a:pt x="9204674" y="1306259"/>
                </a:lnTo>
                <a:lnTo>
                  <a:pt x="9137809" y="1322546"/>
                </a:lnTo>
                <a:lnTo>
                  <a:pt x="9137809" y="1358551"/>
                </a:lnTo>
                <a:cubicBezTo>
                  <a:pt x="9191720" y="1371219"/>
                  <a:pt x="9198769" y="1347216"/>
                  <a:pt x="9220676" y="1393793"/>
                </a:cubicBezTo>
                <a:lnTo>
                  <a:pt x="9220009" y="1392269"/>
                </a:lnTo>
                <a:lnTo>
                  <a:pt x="9232773" y="1391984"/>
                </a:lnTo>
                <a:lnTo>
                  <a:pt x="9232297" y="1393412"/>
                </a:lnTo>
                <a:cubicBezTo>
                  <a:pt x="9255471" y="1407767"/>
                  <a:pt x="9271664" y="1426150"/>
                  <a:pt x="9280874" y="1448562"/>
                </a:cubicBezTo>
                <a:lnTo>
                  <a:pt x="9258681" y="1459325"/>
                </a:lnTo>
                <a:lnTo>
                  <a:pt x="9284494" y="1487805"/>
                </a:lnTo>
                <a:cubicBezTo>
                  <a:pt x="9302305" y="1465802"/>
                  <a:pt x="9288494" y="1457325"/>
                  <a:pt x="9279064" y="1447514"/>
                </a:cubicBezTo>
                <a:cubicBezTo>
                  <a:pt x="9313926" y="1425702"/>
                  <a:pt x="9350883" y="1423226"/>
                  <a:pt x="9393364" y="1433513"/>
                </a:cubicBezTo>
                <a:cubicBezTo>
                  <a:pt x="9384982" y="1448181"/>
                  <a:pt x="9386887" y="1464755"/>
                  <a:pt x="9363837" y="1470565"/>
                </a:cubicBezTo>
                <a:cubicBezTo>
                  <a:pt x="9354884" y="1472756"/>
                  <a:pt x="9343644" y="1508665"/>
                  <a:pt x="9364123" y="1528572"/>
                </a:cubicBezTo>
                <a:lnTo>
                  <a:pt x="9302305" y="1507141"/>
                </a:lnTo>
                <a:cubicBezTo>
                  <a:pt x="9304782" y="1562386"/>
                  <a:pt x="9313069" y="1573149"/>
                  <a:pt x="9362884" y="1581245"/>
                </a:cubicBezTo>
                <a:lnTo>
                  <a:pt x="9362884" y="1527239"/>
                </a:lnTo>
                <a:cubicBezTo>
                  <a:pt x="9378981" y="1557528"/>
                  <a:pt x="9358979" y="1572673"/>
                  <a:pt x="9382982" y="1594199"/>
                </a:cubicBezTo>
                <a:lnTo>
                  <a:pt x="9384030" y="1593723"/>
                </a:lnTo>
                <a:lnTo>
                  <a:pt x="9383839" y="1608011"/>
                </a:lnTo>
                <a:lnTo>
                  <a:pt x="9382601" y="1607439"/>
                </a:lnTo>
                <a:lnTo>
                  <a:pt x="9407176" y="1668304"/>
                </a:lnTo>
                <a:lnTo>
                  <a:pt x="9455944" y="1663541"/>
                </a:lnTo>
                <a:lnTo>
                  <a:pt x="9454134" y="1662017"/>
                </a:lnTo>
                <a:cubicBezTo>
                  <a:pt x="9457373" y="1696593"/>
                  <a:pt x="9486233" y="1697927"/>
                  <a:pt x="9505855" y="1711166"/>
                </a:cubicBezTo>
                <a:lnTo>
                  <a:pt x="9506521" y="1709928"/>
                </a:lnTo>
                <a:lnTo>
                  <a:pt x="9467755" y="1736693"/>
                </a:lnTo>
                <a:lnTo>
                  <a:pt x="9453277" y="1711071"/>
                </a:lnTo>
                <a:cubicBezTo>
                  <a:pt x="9423082" y="1727168"/>
                  <a:pt x="9391174" y="1739170"/>
                  <a:pt x="9358884" y="1721072"/>
                </a:cubicBezTo>
                <a:cubicBezTo>
                  <a:pt x="9358884" y="1746885"/>
                  <a:pt x="9352312" y="1772317"/>
                  <a:pt x="9360503" y="1781366"/>
                </a:cubicBezTo>
                <a:cubicBezTo>
                  <a:pt x="9373934" y="1796129"/>
                  <a:pt x="9352883" y="1842040"/>
                  <a:pt x="9272778" y="1842707"/>
                </a:cubicBezTo>
                <a:lnTo>
                  <a:pt x="9273730" y="1843278"/>
                </a:lnTo>
                <a:lnTo>
                  <a:pt x="9289351" y="1793177"/>
                </a:lnTo>
                <a:lnTo>
                  <a:pt x="9198388" y="1774222"/>
                </a:lnTo>
                <a:lnTo>
                  <a:pt x="9217533" y="1757363"/>
                </a:lnTo>
                <a:lnTo>
                  <a:pt x="9175623" y="1738884"/>
                </a:lnTo>
                <a:lnTo>
                  <a:pt x="9175623" y="1772984"/>
                </a:lnTo>
                <a:cubicBezTo>
                  <a:pt x="9145714" y="1779270"/>
                  <a:pt x="9107519" y="1759553"/>
                  <a:pt x="9097804" y="1805178"/>
                </a:cubicBezTo>
                <a:cubicBezTo>
                  <a:pt x="8991314" y="1835849"/>
                  <a:pt x="9021889" y="1819656"/>
                  <a:pt x="8995696" y="1875949"/>
                </a:cubicBezTo>
                <a:cubicBezTo>
                  <a:pt x="9081135" y="1882331"/>
                  <a:pt x="9103900" y="1914239"/>
                  <a:pt x="9156668" y="1917668"/>
                </a:cubicBezTo>
                <a:cubicBezTo>
                  <a:pt x="9167146" y="1918335"/>
                  <a:pt x="9175909" y="1952435"/>
                  <a:pt x="9186862" y="1973961"/>
                </a:cubicBezTo>
                <a:lnTo>
                  <a:pt x="9095613" y="1987772"/>
                </a:lnTo>
                <a:cubicBezTo>
                  <a:pt x="9121521" y="2025110"/>
                  <a:pt x="9185434" y="2016919"/>
                  <a:pt x="9161526" y="2088070"/>
                </a:cubicBezTo>
                <a:lnTo>
                  <a:pt x="9120473" y="2113217"/>
                </a:lnTo>
                <a:lnTo>
                  <a:pt x="9121235" y="2113407"/>
                </a:lnTo>
                <a:close/>
                <a:moveTo>
                  <a:pt x="6897338" y="2892552"/>
                </a:moveTo>
                <a:lnTo>
                  <a:pt x="6896100" y="2891123"/>
                </a:lnTo>
                <a:lnTo>
                  <a:pt x="6898291" y="2890266"/>
                </a:lnTo>
                <a:lnTo>
                  <a:pt x="6897338" y="2892552"/>
                </a:lnTo>
                <a:close/>
                <a:moveTo>
                  <a:pt x="7415213" y="2892457"/>
                </a:moveTo>
                <a:lnTo>
                  <a:pt x="7416260" y="2891314"/>
                </a:lnTo>
                <a:lnTo>
                  <a:pt x="7415213" y="2892457"/>
                </a:lnTo>
                <a:close/>
                <a:moveTo>
                  <a:pt x="7303961" y="2880170"/>
                </a:moveTo>
                <a:lnTo>
                  <a:pt x="7277672" y="2861691"/>
                </a:lnTo>
                <a:lnTo>
                  <a:pt x="7274147" y="2871026"/>
                </a:lnTo>
                <a:lnTo>
                  <a:pt x="7305104" y="2878741"/>
                </a:lnTo>
                <a:cubicBezTo>
                  <a:pt x="7319487" y="2891600"/>
                  <a:pt x="7334632" y="2901601"/>
                  <a:pt x="7354443" y="2895981"/>
                </a:cubicBezTo>
                <a:cubicBezTo>
                  <a:pt x="7354443" y="2841498"/>
                  <a:pt x="7318439" y="2885789"/>
                  <a:pt x="7303961" y="2880170"/>
                </a:cubicBezTo>
                <a:close/>
                <a:moveTo>
                  <a:pt x="7090410" y="2833973"/>
                </a:moveTo>
                <a:cubicBezTo>
                  <a:pt x="7183088" y="2858548"/>
                  <a:pt x="7794974" y="2855405"/>
                  <a:pt x="7852600" y="2805017"/>
                </a:cubicBezTo>
                <a:cubicBezTo>
                  <a:pt x="7840028" y="2795873"/>
                  <a:pt x="7830408" y="2795873"/>
                  <a:pt x="7820883" y="2795873"/>
                </a:cubicBezTo>
                <a:cubicBezTo>
                  <a:pt x="6356033" y="2799207"/>
                  <a:pt x="6442044" y="2780538"/>
                  <a:pt x="6451473" y="2822353"/>
                </a:cubicBezTo>
                <a:cubicBezTo>
                  <a:pt x="6515386" y="2829592"/>
                  <a:pt x="6643783" y="2810542"/>
                  <a:pt x="6791801" y="2822353"/>
                </a:cubicBezTo>
                <a:cubicBezTo>
                  <a:pt x="6811328" y="2884551"/>
                  <a:pt x="6872954" y="2819400"/>
                  <a:pt x="6896386" y="2834069"/>
                </a:cubicBezTo>
                <a:cubicBezTo>
                  <a:pt x="6918103" y="2847594"/>
                  <a:pt x="6919913" y="2838545"/>
                  <a:pt x="7018782" y="2834926"/>
                </a:cubicBezTo>
                <a:cubicBezTo>
                  <a:pt x="7025831" y="2844355"/>
                  <a:pt x="7032879" y="2848451"/>
                  <a:pt x="7039166" y="2833973"/>
                </a:cubicBezTo>
                <a:cubicBezTo>
                  <a:pt x="7052310" y="2851118"/>
                  <a:pt x="7065645" y="2849594"/>
                  <a:pt x="7078980" y="2834259"/>
                </a:cubicBezTo>
                <a:lnTo>
                  <a:pt x="7090315" y="2833973"/>
                </a:lnTo>
                <a:close/>
                <a:moveTo>
                  <a:pt x="8828627" y="2648712"/>
                </a:moveTo>
                <a:cubicBezTo>
                  <a:pt x="8718614" y="2648712"/>
                  <a:pt x="8827865" y="2646712"/>
                  <a:pt x="8552593" y="2655475"/>
                </a:cubicBezTo>
                <a:cubicBezTo>
                  <a:pt x="8535257" y="2656046"/>
                  <a:pt x="8426577" y="2736437"/>
                  <a:pt x="8810244" y="2673001"/>
                </a:cubicBezTo>
                <a:cubicBezTo>
                  <a:pt x="8813768" y="2672429"/>
                  <a:pt x="8816340" y="2665286"/>
                  <a:pt x="8828627" y="2648617"/>
                </a:cubicBezTo>
                <a:close/>
                <a:moveTo>
                  <a:pt x="8835866" y="1567910"/>
                </a:moveTo>
                <a:lnTo>
                  <a:pt x="8837295" y="1586389"/>
                </a:lnTo>
                <a:cubicBezTo>
                  <a:pt x="8915876" y="1593533"/>
                  <a:pt x="8988266" y="1607630"/>
                  <a:pt x="9033891" y="1575340"/>
                </a:cubicBezTo>
                <a:cubicBezTo>
                  <a:pt x="9059799" y="1557052"/>
                  <a:pt x="9104662" y="1591247"/>
                  <a:pt x="9127426" y="1546193"/>
                </a:cubicBezTo>
                <a:cubicBezTo>
                  <a:pt x="9115806" y="1512665"/>
                  <a:pt x="9086469" y="1514856"/>
                  <a:pt x="9073039" y="1526572"/>
                </a:cubicBezTo>
                <a:cubicBezTo>
                  <a:pt x="9055037" y="1542193"/>
                  <a:pt x="9068371" y="1536954"/>
                  <a:pt x="8835771" y="1567815"/>
                </a:cubicBezTo>
                <a:close/>
                <a:moveTo>
                  <a:pt x="650081" y="2011490"/>
                </a:moveTo>
                <a:lnTo>
                  <a:pt x="644747" y="1996916"/>
                </a:lnTo>
                <a:cubicBezTo>
                  <a:pt x="360617" y="1993011"/>
                  <a:pt x="393002" y="1987201"/>
                  <a:pt x="360521" y="2011490"/>
                </a:cubicBezTo>
                <a:lnTo>
                  <a:pt x="363950" y="2022539"/>
                </a:lnTo>
                <a:cubicBezTo>
                  <a:pt x="649986" y="2031587"/>
                  <a:pt x="624173" y="2037779"/>
                  <a:pt x="650081" y="2011490"/>
                </a:cubicBezTo>
                <a:close/>
                <a:moveTo>
                  <a:pt x="2199704" y="329375"/>
                </a:moveTo>
                <a:cubicBezTo>
                  <a:pt x="2246948" y="359759"/>
                  <a:pt x="2287143" y="329660"/>
                  <a:pt x="2327243" y="332518"/>
                </a:cubicBezTo>
                <a:cubicBezTo>
                  <a:pt x="2369058" y="335471"/>
                  <a:pt x="2411159" y="333185"/>
                  <a:pt x="2456593" y="333185"/>
                </a:cubicBezTo>
                <a:cubicBezTo>
                  <a:pt x="2452783" y="321659"/>
                  <a:pt x="2451640" y="312992"/>
                  <a:pt x="2449544" y="312706"/>
                </a:cubicBezTo>
                <a:cubicBezTo>
                  <a:pt x="2392775" y="304705"/>
                  <a:pt x="2236946" y="281178"/>
                  <a:pt x="2199799" y="329375"/>
                </a:cubicBezTo>
                <a:close/>
                <a:moveTo>
                  <a:pt x="7500366" y="2869311"/>
                </a:moveTo>
                <a:cubicBezTo>
                  <a:pt x="7550658" y="2917222"/>
                  <a:pt x="7592568" y="2977991"/>
                  <a:pt x="7622191" y="2929033"/>
                </a:cubicBezTo>
                <a:cubicBezTo>
                  <a:pt x="7589139" y="2898743"/>
                  <a:pt x="7557135" y="2870835"/>
                  <a:pt x="7500366" y="2869311"/>
                </a:cubicBezTo>
                <a:close/>
                <a:moveTo>
                  <a:pt x="8407337" y="2819876"/>
                </a:moveTo>
                <a:cubicBezTo>
                  <a:pt x="8369427" y="2794159"/>
                  <a:pt x="8313706" y="2800541"/>
                  <a:pt x="8264462" y="2834735"/>
                </a:cubicBezTo>
                <a:cubicBezTo>
                  <a:pt x="8315040" y="2848070"/>
                  <a:pt x="8360093" y="2845880"/>
                  <a:pt x="8407337" y="2819876"/>
                </a:cubicBezTo>
                <a:close/>
                <a:moveTo>
                  <a:pt x="498920" y="2792635"/>
                </a:moveTo>
                <a:cubicBezTo>
                  <a:pt x="531686" y="2815780"/>
                  <a:pt x="608838" y="2837021"/>
                  <a:pt x="620649" y="2793778"/>
                </a:cubicBezTo>
                <a:cubicBezTo>
                  <a:pt x="629126" y="2762822"/>
                  <a:pt x="534353" y="2776252"/>
                  <a:pt x="498920" y="2792635"/>
                </a:cubicBezTo>
                <a:close/>
                <a:moveTo>
                  <a:pt x="8887873" y="1230059"/>
                </a:moveTo>
                <a:cubicBezTo>
                  <a:pt x="8933974" y="1264253"/>
                  <a:pt x="8984265" y="1207770"/>
                  <a:pt x="8939594" y="1185863"/>
                </a:cubicBezTo>
                <a:cubicBezTo>
                  <a:pt x="8920925" y="1197197"/>
                  <a:pt x="8893397" y="1195292"/>
                  <a:pt x="8887873" y="1230059"/>
                </a:cubicBezTo>
                <a:close/>
                <a:moveTo>
                  <a:pt x="445008" y="1589056"/>
                </a:moveTo>
                <a:cubicBezTo>
                  <a:pt x="412147" y="1581912"/>
                  <a:pt x="378905" y="1570958"/>
                  <a:pt x="346805" y="1594199"/>
                </a:cubicBezTo>
                <a:cubicBezTo>
                  <a:pt x="379571" y="1602200"/>
                  <a:pt x="412242" y="1605724"/>
                  <a:pt x="445008" y="1589056"/>
                </a:cubicBezTo>
                <a:close/>
                <a:moveTo>
                  <a:pt x="9323356" y="1649635"/>
                </a:moveTo>
                <a:lnTo>
                  <a:pt x="9263729" y="1603439"/>
                </a:lnTo>
                <a:lnTo>
                  <a:pt x="9257443" y="1613440"/>
                </a:lnTo>
                <a:cubicBezTo>
                  <a:pt x="9273730" y="1634585"/>
                  <a:pt x="9282875" y="1666589"/>
                  <a:pt x="9323356" y="1649635"/>
                </a:cubicBezTo>
                <a:close/>
                <a:moveTo>
                  <a:pt x="531114" y="2652998"/>
                </a:moveTo>
                <a:lnTo>
                  <a:pt x="566642" y="2644140"/>
                </a:lnTo>
                <a:cubicBezTo>
                  <a:pt x="566642" y="2614165"/>
                  <a:pt x="558196" y="2593782"/>
                  <a:pt x="541306" y="2582990"/>
                </a:cubicBezTo>
                <a:lnTo>
                  <a:pt x="531114" y="2652998"/>
                </a:lnTo>
                <a:close/>
                <a:moveTo>
                  <a:pt x="647700" y="2631662"/>
                </a:moveTo>
                <a:lnTo>
                  <a:pt x="647033" y="2620042"/>
                </a:lnTo>
                <a:lnTo>
                  <a:pt x="591788" y="2609850"/>
                </a:lnTo>
                <a:lnTo>
                  <a:pt x="591788" y="2663857"/>
                </a:lnTo>
                <a:cubicBezTo>
                  <a:pt x="626745" y="2630519"/>
                  <a:pt x="611505" y="2638235"/>
                  <a:pt x="647700" y="2631567"/>
                </a:cubicBezTo>
                <a:close/>
                <a:moveTo>
                  <a:pt x="9072372" y="1216152"/>
                </a:moveTo>
                <a:cubicBezTo>
                  <a:pt x="9062847" y="1207484"/>
                  <a:pt x="9055037" y="1195388"/>
                  <a:pt x="9049798" y="1196626"/>
                </a:cubicBezTo>
                <a:cubicBezTo>
                  <a:pt x="9042844" y="1198340"/>
                  <a:pt x="9033605" y="1210247"/>
                  <a:pt x="9033319" y="1218057"/>
                </a:cubicBezTo>
                <a:cubicBezTo>
                  <a:pt x="9033129" y="1225106"/>
                  <a:pt x="9043702" y="1232630"/>
                  <a:pt x="9049512" y="1239869"/>
                </a:cubicBezTo>
                <a:lnTo>
                  <a:pt x="9072372" y="1216152"/>
                </a:lnTo>
                <a:close/>
                <a:moveTo>
                  <a:pt x="506159" y="2478215"/>
                </a:moveTo>
                <a:cubicBezTo>
                  <a:pt x="472440" y="2438114"/>
                  <a:pt x="465677" y="2439067"/>
                  <a:pt x="452438" y="2482215"/>
                </a:cubicBezTo>
                <a:lnTo>
                  <a:pt x="506159" y="2478215"/>
                </a:lnTo>
                <a:close/>
                <a:moveTo>
                  <a:pt x="396431" y="1009936"/>
                </a:moveTo>
                <a:cubicBezTo>
                  <a:pt x="407861" y="1037844"/>
                  <a:pt x="423672" y="1038320"/>
                  <a:pt x="485108" y="1009936"/>
                </a:cubicBezTo>
                <a:lnTo>
                  <a:pt x="396431" y="1009936"/>
                </a:lnTo>
                <a:close/>
                <a:moveTo>
                  <a:pt x="9125045" y="2495645"/>
                </a:moveTo>
                <a:lnTo>
                  <a:pt x="9121997" y="2510123"/>
                </a:lnTo>
                <a:cubicBezTo>
                  <a:pt x="9135142" y="2513076"/>
                  <a:pt x="9148382" y="2517839"/>
                  <a:pt x="9161526" y="2517839"/>
                </a:cubicBezTo>
                <a:cubicBezTo>
                  <a:pt x="9171147" y="2517839"/>
                  <a:pt x="9183243" y="2485644"/>
                  <a:pt x="9162098" y="2487168"/>
                </a:cubicBezTo>
                <a:cubicBezTo>
                  <a:pt x="9149620" y="2488026"/>
                  <a:pt x="9137332" y="2492502"/>
                  <a:pt x="9125045" y="2495645"/>
                </a:cubicBezTo>
                <a:close/>
                <a:moveTo>
                  <a:pt x="4324541" y="3012853"/>
                </a:moveTo>
                <a:cubicBezTo>
                  <a:pt x="4299014" y="2979992"/>
                  <a:pt x="4278535" y="2990945"/>
                  <a:pt x="4252437" y="2998851"/>
                </a:cubicBezTo>
                <a:cubicBezTo>
                  <a:pt x="4273868" y="3029617"/>
                  <a:pt x="4295394" y="3018949"/>
                  <a:pt x="4324541" y="3012853"/>
                </a:cubicBezTo>
                <a:close/>
                <a:moveTo>
                  <a:pt x="274606" y="2713196"/>
                </a:moveTo>
                <a:cubicBezTo>
                  <a:pt x="276320" y="2744057"/>
                  <a:pt x="290227" y="2744724"/>
                  <a:pt x="316611" y="2739485"/>
                </a:cubicBezTo>
                <a:lnTo>
                  <a:pt x="274606" y="2713196"/>
                </a:lnTo>
                <a:close/>
                <a:moveTo>
                  <a:pt x="8708517" y="2780062"/>
                </a:moveTo>
                <a:lnTo>
                  <a:pt x="8706136" y="2761964"/>
                </a:lnTo>
                <a:lnTo>
                  <a:pt x="8676418" y="2767965"/>
                </a:lnTo>
                <a:lnTo>
                  <a:pt x="8677466" y="2780062"/>
                </a:lnTo>
                <a:lnTo>
                  <a:pt x="8708422" y="2780062"/>
                </a:lnTo>
                <a:close/>
                <a:moveTo>
                  <a:pt x="9184863" y="1025652"/>
                </a:moveTo>
                <a:lnTo>
                  <a:pt x="9237916" y="1019842"/>
                </a:lnTo>
                <a:cubicBezTo>
                  <a:pt x="9223153" y="1011746"/>
                  <a:pt x="9208294" y="997172"/>
                  <a:pt x="9184863" y="1025652"/>
                </a:cubicBezTo>
                <a:close/>
                <a:moveTo>
                  <a:pt x="7006400" y="108490"/>
                </a:moveTo>
                <a:cubicBezTo>
                  <a:pt x="6963061" y="75724"/>
                  <a:pt x="6976872" y="131445"/>
                  <a:pt x="6987254" y="126587"/>
                </a:cubicBezTo>
                <a:cubicBezTo>
                  <a:pt x="6993351" y="123730"/>
                  <a:pt x="6998018" y="116872"/>
                  <a:pt x="7006400" y="108490"/>
                </a:cubicBezTo>
                <a:close/>
                <a:moveTo>
                  <a:pt x="6342603" y="2927414"/>
                </a:moveTo>
                <a:cubicBezTo>
                  <a:pt x="6324791" y="2914841"/>
                  <a:pt x="6311646" y="2916841"/>
                  <a:pt x="6293739" y="2933795"/>
                </a:cubicBezTo>
                <a:cubicBezTo>
                  <a:pt x="6313456" y="2941796"/>
                  <a:pt x="6327363" y="2949893"/>
                  <a:pt x="6342603" y="2927414"/>
                </a:cubicBezTo>
                <a:close/>
                <a:moveTo>
                  <a:pt x="6944201" y="2921318"/>
                </a:moveTo>
                <a:lnTo>
                  <a:pt x="6934582" y="2926176"/>
                </a:lnTo>
                <a:lnTo>
                  <a:pt x="6945440" y="2949988"/>
                </a:lnTo>
                <a:lnTo>
                  <a:pt x="6952965" y="2946178"/>
                </a:lnTo>
                <a:lnTo>
                  <a:pt x="6944107" y="2921222"/>
                </a:lnTo>
                <a:close/>
                <a:moveTo>
                  <a:pt x="9367266" y="1657922"/>
                </a:moveTo>
                <a:cubicBezTo>
                  <a:pt x="9351455" y="1650968"/>
                  <a:pt x="9356122" y="1651064"/>
                  <a:pt x="9350502" y="1661160"/>
                </a:cubicBezTo>
                <a:cubicBezTo>
                  <a:pt x="9364504" y="1670018"/>
                  <a:pt x="9360218" y="1670209"/>
                  <a:pt x="9367266" y="1657922"/>
                </a:cubicBezTo>
                <a:close/>
                <a:moveTo>
                  <a:pt x="3027331" y="162497"/>
                </a:moveTo>
                <a:lnTo>
                  <a:pt x="3045047" y="205645"/>
                </a:lnTo>
                <a:cubicBezTo>
                  <a:pt x="3058668" y="178594"/>
                  <a:pt x="3050477" y="170117"/>
                  <a:pt x="3027331" y="162497"/>
                </a:cubicBezTo>
                <a:close/>
                <a:moveTo>
                  <a:pt x="2844642" y="195262"/>
                </a:moveTo>
                <a:cubicBezTo>
                  <a:pt x="2823020" y="181928"/>
                  <a:pt x="2830449" y="181642"/>
                  <a:pt x="2816352" y="192786"/>
                </a:cubicBezTo>
                <a:cubicBezTo>
                  <a:pt x="2834164" y="207645"/>
                  <a:pt x="2827020" y="205169"/>
                  <a:pt x="2844642" y="195262"/>
                </a:cubicBezTo>
                <a:close/>
                <a:moveTo>
                  <a:pt x="555403" y="2216849"/>
                </a:moveTo>
                <a:cubicBezTo>
                  <a:pt x="533305" y="2198942"/>
                  <a:pt x="542068" y="2199894"/>
                  <a:pt x="522065" y="2211038"/>
                </a:cubicBezTo>
                <a:cubicBezTo>
                  <a:pt x="540925" y="2234851"/>
                  <a:pt x="532733" y="2230660"/>
                  <a:pt x="555403" y="2216849"/>
                </a:cubicBezTo>
                <a:close/>
                <a:moveTo>
                  <a:pt x="410051" y="1830610"/>
                </a:moveTo>
                <a:lnTo>
                  <a:pt x="409765" y="1846231"/>
                </a:lnTo>
                <a:lnTo>
                  <a:pt x="436721" y="1842135"/>
                </a:lnTo>
                <a:lnTo>
                  <a:pt x="436055" y="1832039"/>
                </a:lnTo>
                <a:lnTo>
                  <a:pt x="410051" y="1830610"/>
                </a:lnTo>
                <a:close/>
                <a:moveTo>
                  <a:pt x="624840" y="2461546"/>
                </a:moveTo>
                <a:lnTo>
                  <a:pt x="625031" y="2453164"/>
                </a:lnTo>
                <a:lnTo>
                  <a:pt x="583121" y="2453164"/>
                </a:lnTo>
                <a:lnTo>
                  <a:pt x="583121" y="2461546"/>
                </a:lnTo>
                <a:cubicBezTo>
                  <a:pt x="583121" y="2461546"/>
                  <a:pt x="624840" y="2461546"/>
                  <a:pt x="624840" y="2461546"/>
                </a:cubicBezTo>
                <a:close/>
                <a:moveTo>
                  <a:pt x="8803767" y="2727579"/>
                </a:moveTo>
                <a:cubicBezTo>
                  <a:pt x="8808625" y="2712053"/>
                  <a:pt x="8804719" y="2714054"/>
                  <a:pt x="8796433" y="2722531"/>
                </a:cubicBezTo>
                <a:cubicBezTo>
                  <a:pt x="8798814" y="2724245"/>
                  <a:pt x="8801291" y="2725865"/>
                  <a:pt x="8803767" y="2727579"/>
                </a:cubicBezTo>
                <a:close/>
                <a:moveTo>
                  <a:pt x="8600789" y="2787110"/>
                </a:moveTo>
                <a:cubicBezTo>
                  <a:pt x="8603456" y="2782348"/>
                  <a:pt x="8608123" y="2777680"/>
                  <a:pt x="8607743" y="2773490"/>
                </a:cubicBezTo>
                <a:cubicBezTo>
                  <a:pt x="8607456" y="2769870"/>
                  <a:pt x="8600599" y="2763393"/>
                  <a:pt x="8598313" y="2764155"/>
                </a:cubicBezTo>
                <a:cubicBezTo>
                  <a:pt x="8593740" y="2765774"/>
                  <a:pt x="8590312" y="2771394"/>
                  <a:pt x="8586407" y="2775395"/>
                </a:cubicBezTo>
                <a:lnTo>
                  <a:pt x="8600694" y="2787015"/>
                </a:lnTo>
                <a:close/>
                <a:moveTo>
                  <a:pt x="6245924" y="2968180"/>
                </a:moveTo>
                <a:lnTo>
                  <a:pt x="6258592" y="2967514"/>
                </a:lnTo>
                <a:lnTo>
                  <a:pt x="6255449" y="2938272"/>
                </a:lnTo>
                <a:lnTo>
                  <a:pt x="6245924" y="2939415"/>
                </a:lnTo>
                <a:lnTo>
                  <a:pt x="6245924" y="2968085"/>
                </a:lnTo>
                <a:close/>
                <a:moveTo>
                  <a:pt x="8965501" y="744569"/>
                </a:moveTo>
                <a:cubicBezTo>
                  <a:pt x="8949785" y="734092"/>
                  <a:pt x="8955976" y="732949"/>
                  <a:pt x="8940546" y="743998"/>
                </a:cubicBezTo>
                <a:cubicBezTo>
                  <a:pt x="8958262" y="758190"/>
                  <a:pt x="8951881" y="756190"/>
                  <a:pt x="8965501" y="744569"/>
                </a:cubicBezTo>
                <a:close/>
                <a:moveTo>
                  <a:pt x="254127" y="1560481"/>
                </a:moveTo>
                <a:lnTo>
                  <a:pt x="252032" y="1573435"/>
                </a:lnTo>
                <a:cubicBezTo>
                  <a:pt x="277368" y="1573435"/>
                  <a:pt x="272225" y="1575530"/>
                  <a:pt x="274415" y="1564386"/>
                </a:cubicBezTo>
                <a:lnTo>
                  <a:pt x="254127" y="1560386"/>
                </a:lnTo>
                <a:close/>
                <a:moveTo>
                  <a:pt x="8936640" y="1843469"/>
                </a:moveTo>
                <a:lnTo>
                  <a:pt x="8921115" y="1861566"/>
                </a:lnTo>
                <a:cubicBezTo>
                  <a:pt x="8924544" y="1864805"/>
                  <a:pt x="8928640" y="1871282"/>
                  <a:pt x="8931212" y="1870520"/>
                </a:cubicBezTo>
                <a:cubicBezTo>
                  <a:pt x="8953500" y="1864614"/>
                  <a:pt x="8940165" y="1850517"/>
                  <a:pt x="8936640" y="1843469"/>
                </a:cubicBezTo>
                <a:close/>
                <a:moveTo>
                  <a:pt x="9098661" y="2032826"/>
                </a:moveTo>
                <a:lnTo>
                  <a:pt x="9097328" y="2040636"/>
                </a:lnTo>
                <a:lnTo>
                  <a:pt x="9115616" y="2044256"/>
                </a:lnTo>
                <a:lnTo>
                  <a:pt x="9116854" y="2036921"/>
                </a:lnTo>
                <a:lnTo>
                  <a:pt x="9098661" y="2032826"/>
                </a:lnTo>
                <a:close/>
                <a:moveTo>
                  <a:pt x="1923193" y="310896"/>
                </a:moveTo>
                <a:lnTo>
                  <a:pt x="1915382" y="311182"/>
                </a:lnTo>
                <a:lnTo>
                  <a:pt x="1915382" y="343472"/>
                </a:lnTo>
                <a:lnTo>
                  <a:pt x="1924717" y="343091"/>
                </a:lnTo>
                <a:lnTo>
                  <a:pt x="1923193" y="310896"/>
                </a:lnTo>
                <a:close/>
                <a:moveTo>
                  <a:pt x="2028349" y="315754"/>
                </a:moveTo>
                <a:cubicBezTo>
                  <a:pt x="2014252" y="307086"/>
                  <a:pt x="2018633" y="307657"/>
                  <a:pt x="2012061" y="316897"/>
                </a:cubicBezTo>
                <a:lnTo>
                  <a:pt x="2021872" y="325184"/>
                </a:lnTo>
                <a:lnTo>
                  <a:pt x="2028349" y="315754"/>
                </a:lnTo>
                <a:close/>
                <a:moveTo>
                  <a:pt x="279940" y="2067782"/>
                </a:moveTo>
                <a:lnTo>
                  <a:pt x="277368" y="2071021"/>
                </a:lnTo>
                <a:cubicBezTo>
                  <a:pt x="286417" y="2077117"/>
                  <a:pt x="284607" y="2075212"/>
                  <a:pt x="286988" y="2072449"/>
                </a:cubicBezTo>
                <a:cubicBezTo>
                  <a:pt x="284702" y="2070926"/>
                  <a:pt x="282321" y="2069306"/>
                  <a:pt x="280035" y="2067782"/>
                </a:cubicBezTo>
                <a:close/>
                <a:moveTo>
                  <a:pt x="6611112" y="2864358"/>
                </a:moveTo>
                <a:cubicBezTo>
                  <a:pt x="6599492" y="2849118"/>
                  <a:pt x="6605016" y="2850737"/>
                  <a:pt x="6590062" y="2857405"/>
                </a:cubicBezTo>
                <a:cubicBezTo>
                  <a:pt x="6600634" y="2876360"/>
                  <a:pt x="6595777" y="2872740"/>
                  <a:pt x="6611112" y="2864358"/>
                </a:cubicBezTo>
                <a:close/>
                <a:moveTo>
                  <a:pt x="8740616" y="2841308"/>
                </a:moveTo>
                <a:cubicBezTo>
                  <a:pt x="8746426" y="2839403"/>
                  <a:pt x="8743569" y="2840355"/>
                  <a:pt x="8740616" y="2841308"/>
                </a:cubicBezTo>
                <a:cubicBezTo>
                  <a:pt x="8743664" y="2840736"/>
                  <a:pt x="8746617" y="2840165"/>
                  <a:pt x="8740616" y="2841308"/>
                </a:cubicBezTo>
                <a:close/>
                <a:moveTo>
                  <a:pt x="8158925" y="2231803"/>
                </a:moveTo>
                <a:cubicBezTo>
                  <a:pt x="8166545" y="2236851"/>
                  <a:pt x="8177689" y="2247519"/>
                  <a:pt x="8178070" y="2232374"/>
                </a:cubicBezTo>
                <a:cubicBezTo>
                  <a:pt x="8178451" y="2217230"/>
                  <a:pt x="8166831" y="2227231"/>
                  <a:pt x="8158925" y="2231803"/>
                </a:cubicBezTo>
                <a:close/>
                <a:moveTo>
                  <a:pt x="4516755" y="2973324"/>
                </a:moveTo>
                <a:lnTo>
                  <a:pt x="4516755" y="2977610"/>
                </a:lnTo>
                <a:lnTo>
                  <a:pt x="4537329" y="2977610"/>
                </a:lnTo>
                <a:lnTo>
                  <a:pt x="4537329" y="2973324"/>
                </a:lnTo>
                <a:lnTo>
                  <a:pt x="4516755" y="2973324"/>
                </a:lnTo>
                <a:close/>
                <a:moveTo>
                  <a:pt x="4404074" y="2980087"/>
                </a:moveTo>
                <a:cubicBezTo>
                  <a:pt x="4397883" y="2989612"/>
                  <a:pt x="4397502" y="2985707"/>
                  <a:pt x="4404551" y="2995803"/>
                </a:cubicBezTo>
                <a:cubicBezTo>
                  <a:pt x="4412552" y="2981801"/>
                  <a:pt x="4411885" y="2985611"/>
                  <a:pt x="4404074" y="2980087"/>
                </a:cubicBezTo>
                <a:close/>
                <a:moveTo>
                  <a:pt x="1305687" y="315563"/>
                </a:moveTo>
                <a:lnTo>
                  <a:pt x="1298639" y="309086"/>
                </a:lnTo>
                <a:lnTo>
                  <a:pt x="1292543" y="317278"/>
                </a:lnTo>
                <a:lnTo>
                  <a:pt x="1302258" y="324803"/>
                </a:lnTo>
                <a:cubicBezTo>
                  <a:pt x="1303401" y="321755"/>
                  <a:pt x="1304639" y="318611"/>
                  <a:pt x="1305782" y="315563"/>
                </a:cubicBezTo>
                <a:close/>
                <a:moveTo>
                  <a:pt x="7156514" y="2917127"/>
                </a:moveTo>
                <a:lnTo>
                  <a:pt x="7154704" y="2920651"/>
                </a:lnTo>
                <a:lnTo>
                  <a:pt x="7157371" y="2921318"/>
                </a:lnTo>
                <a:lnTo>
                  <a:pt x="7156514" y="2917127"/>
                </a:lnTo>
                <a:close/>
                <a:moveTo>
                  <a:pt x="1468469" y="315754"/>
                </a:moveTo>
                <a:lnTo>
                  <a:pt x="1462183" y="307467"/>
                </a:lnTo>
                <a:cubicBezTo>
                  <a:pt x="1453896" y="316706"/>
                  <a:pt x="1452944" y="312325"/>
                  <a:pt x="1463802" y="324326"/>
                </a:cubicBezTo>
                <a:cubicBezTo>
                  <a:pt x="1465326" y="321469"/>
                  <a:pt x="1466945" y="318611"/>
                  <a:pt x="1468469" y="315659"/>
                </a:cubicBezTo>
                <a:close/>
                <a:moveTo>
                  <a:pt x="1135952" y="331280"/>
                </a:moveTo>
                <a:cubicBezTo>
                  <a:pt x="1129189" y="341852"/>
                  <a:pt x="1129094" y="337471"/>
                  <a:pt x="1136333" y="348044"/>
                </a:cubicBezTo>
                <a:cubicBezTo>
                  <a:pt x="1145191" y="332899"/>
                  <a:pt x="1144048" y="337280"/>
                  <a:pt x="1135952" y="331280"/>
                </a:cubicBezTo>
                <a:close/>
                <a:moveTo>
                  <a:pt x="1610963" y="342614"/>
                </a:moveTo>
                <a:lnTo>
                  <a:pt x="1605820" y="329756"/>
                </a:lnTo>
                <a:cubicBezTo>
                  <a:pt x="1597438" y="334328"/>
                  <a:pt x="1597914" y="329470"/>
                  <a:pt x="1602105" y="346901"/>
                </a:cubicBezTo>
                <a:lnTo>
                  <a:pt x="1611059" y="342614"/>
                </a:lnTo>
                <a:close/>
                <a:moveTo>
                  <a:pt x="344329" y="1305878"/>
                </a:moveTo>
                <a:cubicBezTo>
                  <a:pt x="328136" y="1301496"/>
                  <a:pt x="332804" y="1301210"/>
                  <a:pt x="327470" y="1309973"/>
                </a:cubicBezTo>
                <a:cubicBezTo>
                  <a:pt x="342424" y="1316450"/>
                  <a:pt x="337661" y="1316641"/>
                  <a:pt x="344329" y="1305878"/>
                </a:cubicBezTo>
                <a:close/>
                <a:moveTo>
                  <a:pt x="7030593" y="101346"/>
                </a:moveTo>
                <a:lnTo>
                  <a:pt x="7037642" y="101537"/>
                </a:lnTo>
                <a:lnTo>
                  <a:pt x="7038784" y="75819"/>
                </a:lnTo>
                <a:lnTo>
                  <a:pt x="7030593" y="75629"/>
                </a:lnTo>
                <a:lnTo>
                  <a:pt x="7030593" y="101346"/>
                </a:lnTo>
                <a:close/>
                <a:moveTo>
                  <a:pt x="144399" y="1373600"/>
                </a:moveTo>
                <a:lnTo>
                  <a:pt x="140113" y="1373600"/>
                </a:lnTo>
                <a:cubicBezTo>
                  <a:pt x="140303" y="1379601"/>
                  <a:pt x="144399" y="1379601"/>
                  <a:pt x="144399" y="1373600"/>
                </a:cubicBezTo>
                <a:close/>
                <a:moveTo>
                  <a:pt x="1466850" y="352425"/>
                </a:moveTo>
                <a:cubicBezTo>
                  <a:pt x="1457801" y="342995"/>
                  <a:pt x="1463040" y="342043"/>
                  <a:pt x="1447610" y="351092"/>
                </a:cubicBezTo>
                <a:cubicBezTo>
                  <a:pt x="1455134" y="359093"/>
                  <a:pt x="1449800" y="360045"/>
                  <a:pt x="1466850" y="352425"/>
                </a:cubicBezTo>
                <a:close/>
                <a:moveTo>
                  <a:pt x="7790403" y="2772632"/>
                </a:moveTo>
                <a:cubicBezTo>
                  <a:pt x="7787545" y="2770822"/>
                  <a:pt x="7785259" y="2769108"/>
                  <a:pt x="7782687" y="2768060"/>
                </a:cubicBezTo>
                <a:lnTo>
                  <a:pt x="7779830" y="2771585"/>
                </a:lnTo>
                <a:cubicBezTo>
                  <a:pt x="7785164" y="2780824"/>
                  <a:pt x="7784592" y="2778347"/>
                  <a:pt x="7790403" y="2772632"/>
                </a:cubicBezTo>
                <a:close/>
                <a:moveTo>
                  <a:pt x="8723472" y="2816447"/>
                </a:moveTo>
                <a:lnTo>
                  <a:pt x="8723090" y="2819781"/>
                </a:lnTo>
                <a:lnTo>
                  <a:pt x="8726329" y="2818447"/>
                </a:lnTo>
                <a:lnTo>
                  <a:pt x="8723376" y="2816447"/>
                </a:lnTo>
                <a:close/>
                <a:moveTo>
                  <a:pt x="6783991" y="102299"/>
                </a:moveTo>
                <a:cubicBezTo>
                  <a:pt x="6779419" y="97631"/>
                  <a:pt x="6781324" y="97631"/>
                  <a:pt x="6776847" y="102394"/>
                </a:cubicBezTo>
                <a:lnTo>
                  <a:pt x="6782086" y="106394"/>
                </a:lnTo>
                <a:lnTo>
                  <a:pt x="6783991" y="102299"/>
                </a:lnTo>
                <a:close/>
                <a:moveTo>
                  <a:pt x="1517237" y="317659"/>
                </a:moveTo>
                <a:cubicBezTo>
                  <a:pt x="1514285" y="314516"/>
                  <a:pt x="1516475" y="313087"/>
                  <a:pt x="1507998" y="317659"/>
                </a:cubicBezTo>
                <a:cubicBezTo>
                  <a:pt x="1511903" y="322040"/>
                  <a:pt x="1509332" y="321945"/>
                  <a:pt x="1517237" y="317659"/>
                </a:cubicBezTo>
                <a:close/>
                <a:moveTo>
                  <a:pt x="2079212" y="3017996"/>
                </a:moveTo>
                <a:cubicBezTo>
                  <a:pt x="2077117" y="3022378"/>
                  <a:pt x="2076260" y="3020473"/>
                  <a:pt x="2080832" y="3025807"/>
                </a:cubicBezTo>
                <a:lnTo>
                  <a:pt x="2082737" y="3017996"/>
                </a:lnTo>
                <a:cubicBezTo>
                  <a:pt x="2081594" y="3017996"/>
                  <a:pt x="2080355" y="3017996"/>
                  <a:pt x="2079212" y="3017996"/>
                </a:cubicBezTo>
                <a:close/>
                <a:moveTo>
                  <a:pt x="4490180" y="2975039"/>
                </a:moveTo>
                <a:cubicBezTo>
                  <a:pt x="4485799" y="2969895"/>
                  <a:pt x="4487609" y="2969990"/>
                  <a:pt x="4483037" y="2974848"/>
                </a:cubicBezTo>
                <a:lnTo>
                  <a:pt x="4488371" y="2978944"/>
                </a:lnTo>
                <a:lnTo>
                  <a:pt x="4490276" y="2975039"/>
                </a:lnTo>
                <a:close/>
              </a:path>
            </a:pathLst>
          </a:custGeom>
          <a:solidFill>
            <a:schemeClr val="accent3"/>
          </a:solidFill>
          <a:ln w="9525" cap="flat">
            <a:noFill/>
            <a:prstDash val="solid"/>
            <a:miter/>
          </a:ln>
        </p:spPr>
        <p:txBody>
          <a:bodyPr rtlCol="0" anchor="ctr"/>
          <a:lstStyle/>
          <a:p>
            <a:endParaRPr lang="en-IN"/>
          </a:p>
        </p:txBody>
      </p:sp>
      <p:pic>
        <p:nvPicPr>
          <p:cNvPr id="49" name="Picture 5">
            <a:extLst>
              <a:ext uri="{FF2B5EF4-FFF2-40B4-BE49-F238E27FC236}">
                <a16:creationId xmlns:a16="http://schemas.microsoft.com/office/drawing/2014/main" id="{8A1C8DF4-93EF-7729-0E09-D57A8021EAB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Slide Number Placeholder 2">
            <a:extLst>
              <a:ext uri="{FF2B5EF4-FFF2-40B4-BE49-F238E27FC236}">
                <a16:creationId xmlns:a16="http://schemas.microsoft.com/office/drawing/2014/main" id="{FEC51B41-3EB3-DD68-DE7D-74F5FD497E2F}"/>
              </a:ext>
            </a:extLst>
          </p:cNvPr>
          <p:cNvSpPr>
            <a:spLocks noGrp="1"/>
          </p:cNvSpPr>
          <p:nvPr>
            <p:ph type="sldNum" sz="quarter" idx="4"/>
          </p:nvPr>
        </p:nvSpPr>
        <p:spPr>
          <a:xfrm>
            <a:off x="11602792" y="6575225"/>
            <a:ext cx="217732" cy="164592"/>
          </a:xfrm>
        </p:spPr>
        <p:txBody>
          <a:bodyPr/>
          <a:lstStyle/>
          <a:p>
            <a:fld id="{9A131BC9-40DA-43B6-B58E-D925B527BF77}" type="slidenum">
              <a:rPr lang="en-IN" smtClean="0"/>
              <a:pPr/>
              <a:t>15</a:t>
            </a:fld>
            <a:endParaRPr lang="en-IN" dirty="0"/>
          </a:p>
        </p:txBody>
      </p:sp>
      <p:sp>
        <p:nvSpPr>
          <p:cNvPr id="5" name="TextBox 4">
            <a:extLst>
              <a:ext uri="{FF2B5EF4-FFF2-40B4-BE49-F238E27FC236}">
                <a16:creationId xmlns:a16="http://schemas.microsoft.com/office/drawing/2014/main" id="{1C13F006-8B3E-BB2C-A893-AE1C716BCB1F}"/>
              </a:ext>
            </a:extLst>
          </p:cNvPr>
          <p:cNvSpPr txBox="1"/>
          <p:nvPr/>
        </p:nvSpPr>
        <p:spPr>
          <a:xfrm>
            <a:off x="1108076" y="2244878"/>
            <a:ext cx="4578350" cy="638564"/>
          </a:xfrm>
          <a:prstGeom prst="rect">
            <a:avLst/>
          </a:prstGeom>
          <a:noFill/>
        </p:spPr>
        <p:txBody>
          <a:bodyPr wrap="square" lIns="0" tIns="0" rIns="0" bIns="0" numCol="1" rtlCol="0" anchor="ctr">
            <a:noAutofit/>
          </a:bodyPr>
          <a:lstStyle/>
          <a:p>
            <a:pPr>
              <a:spcAft>
                <a:spcPts val="1200"/>
              </a:spcAft>
            </a:pPr>
            <a:r>
              <a:rPr lang="en-US" sz="100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a:t>
            </a:r>
          </a:p>
        </p:txBody>
      </p:sp>
      <p:sp>
        <p:nvSpPr>
          <p:cNvPr id="6" name="Oval 5">
            <a:extLst>
              <a:ext uri="{FF2B5EF4-FFF2-40B4-BE49-F238E27FC236}">
                <a16:creationId xmlns:a16="http://schemas.microsoft.com/office/drawing/2014/main" id="{E9F1516D-A722-E092-88FE-DA99F2307A12}"/>
              </a:ext>
            </a:extLst>
          </p:cNvPr>
          <p:cNvSpPr/>
          <p:nvPr/>
        </p:nvSpPr>
        <p:spPr>
          <a:xfrm>
            <a:off x="371475" y="2245038"/>
            <a:ext cx="638245" cy="63824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dirty="0">
              <a:solidFill>
                <a:schemeClr val="tx2"/>
              </a:solidFill>
            </a:endParaRPr>
          </a:p>
        </p:txBody>
      </p:sp>
      <p:sp>
        <p:nvSpPr>
          <p:cNvPr id="57" name="TextBox 56">
            <a:extLst>
              <a:ext uri="{FF2B5EF4-FFF2-40B4-BE49-F238E27FC236}">
                <a16:creationId xmlns:a16="http://schemas.microsoft.com/office/drawing/2014/main" id="{8F3427E5-E1D0-2317-3E29-5D579A35A7F8}"/>
              </a:ext>
            </a:extLst>
          </p:cNvPr>
          <p:cNvSpPr txBox="1"/>
          <p:nvPr/>
        </p:nvSpPr>
        <p:spPr>
          <a:xfrm>
            <a:off x="1108076" y="2991474"/>
            <a:ext cx="4578350" cy="638564"/>
          </a:xfrm>
          <a:prstGeom prst="rect">
            <a:avLst/>
          </a:prstGeom>
          <a:noFill/>
        </p:spPr>
        <p:txBody>
          <a:bodyPr wrap="square" lIns="0" tIns="0" rIns="0" bIns="0" numCol="1" rtlCol="0" anchor="ctr">
            <a:noAutofit/>
          </a:bodyPr>
          <a:lstStyle/>
          <a:p>
            <a:pPr>
              <a:spcAft>
                <a:spcPts val="1200"/>
              </a:spcAft>
            </a:pPr>
            <a:r>
              <a:rPr lang="en-US" sz="100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a:t>
            </a:r>
          </a:p>
        </p:txBody>
      </p:sp>
      <p:sp>
        <p:nvSpPr>
          <p:cNvPr id="58" name="Oval 57">
            <a:extLst>
              <a:ext uri="{FF2B5EF4-FFF2-40B4-BE49-F238E27FC236}">
                <a16:creationId xmlns:a16="http://schemas.microsoft.com/office/drawing/2014/main" id="{E21B4B89-4AC4-4D16-43BA-E55A3501BF41}"/>
              </a:ext>
            </a:extLst>
          </p:cNvPr>
          <p:cNvSpPr/>
          <p:nvPr/>
        </p:nvSpPr>
        <p:spPr>
          <a:xfrm>
            <a:off x="371475" y="2991634"/>
            <a:ext cx="638245" cy="63824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a:solidFill>
                <a:schemeClr val="tx2"/>
              </a:solidFill>
            </a:endParaRPr>
          </a:p>
        </p:txBody>
      </p:sp>
      <p:sp>
        <p:nvSpPr>
          <p:cNvPr id="60" name="TextBox 59">
            <a:extLst>
              <a:ext uri="{FF2B5EF4-FFF2-40B4-BE49-F238E27FC236}">
                <a16:creationId xmlns:a16="http://schemas.microsoft.com/office/drawing/2014/main" id="{F9B2927C-0751-F399-2BCE-BB669D48B9AC}"/>
              </a:ext>
            </a:extLst>
          </p:cNvPr>
          <p:cNvSpPr txBox="1"/>
          <p:nvPr/>
        </p:nvSpPr>
        <p:spPr>
          <a:xfrm>
            <a:off x="1108076" y="3738070"/>
            <a:ext cx="4578350" cy="638564"/>
          </a:xfrm>
          <a:prstGeom prst="rect">
            <a:avLst/>
          </a:prstGeom>
          <a:noFill/>
        </p:spPr>
        <p:txBody>
          <a:bodyPr wrap="square" lIns="0" tIns="0" rIns="0" bIns="0" numCol="1" rtlCol="0" anchor="ctr">
            <a:noAutofit/>
          </a:bodyPr>
          <a:lstStyle/>
          <a:p>
            <a:pPr>
              <a:spcAft>
                <a:spcPts val="1200"/>
              </a:spcAft>
            </a:pPr>
            <a:r>
              <a:rPr lang="en-US" sz="100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a:t>
            </a:r>
          </a:p>
        </p:txBody>
      </p:sp>
      <p:sp>
        <p:nvSpPr>
          <p:cNvPr id="61" name="Oval 60">
            <a:extLst>
              <a:ext uri="{FF2B5EF4-FFF2-40B4-BE49-F238E27FC236}">
                <a16:creationId xmlns:a16="http://schemas.microsoft.com/office/drawing/2014/main" id="{8E794385-6B97-F0C6-2F81-4AB0BC84171C}"/>
              </a:ext>
            </a:extLst>
          </p:cNvPr>
          <p:cNvSpPr/>
          <p:nvPr/>
        </p:nvSpPr>
        <p:spPr>
          <a:xfrm>
            <a:off x="371475" y="3738230"/>
            <a:ext cx="638245" cy="63824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dirty="0">
              <a:solidFill>
                <a:schemeClr val="tx2"/>
              </a:solidFill>
            </a:endParaRPr>
          </a:p>
        </p:txBody>
      </p:sp>
      <p:sp>
        <p:nvSpPr>
          <p:cNvPr id="63" name="TextBox 62">
            <a:extLst>
              <a:ext uri="{FF2B5EF4-FFF2-40B4-BE49-F238E27FC236}">
                <a16:creationId xmlns:a16="http://schemas.microsoft.com/office/drawing/2014/main" id="{94CA5C33-3AE8-1D39-5FE9-C88E81EBF970}"/>
              </a:ext>
            </a:extLst>
          </p:cNvPr>
          <p:cNvSpPr txBox="1"/>
          <p:nvPr/>
        </p:nvSpPr>
        <p:spPr>
          <a:xfrm>
            <a:off x="1108076" y="4484665"/>
            <a:ext cx="4578350" cy="638564"/>
          </a:xfrm>
          <a:prstGeom prst="rect">
            <a:avLst/>
          </a:prstGeom>
          <a:noFill/>
        </p:spPr>
        <p:txBody>
          <a:bodyPr wrap="square" lIns="0" tIns="0" rIns="0" bIns="0" numCol="1" rtlCol="0" anchor="ctr">
            <a:noAutofit/>
          </a:bodyPr>
          <a:lstStyle/>
          <a:p>
            <a:pPr>
              <a:spcAft>
                <a:spcPts val="1200"/>
              </a:spcAft>
            </a:pPr>
            <a:r>
              <a:rPr lang="en-US" sz="100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a:t>
            </a:r>
          </a:p>
        </p:txBody>
      </p:sp>
      <p:sp>
        <p:nvSpPr>
          <p:cNvPr id="64" name="Oval 63">
            <a:extLst>
              <a:ext uri="{FF2B5EF4-FFF2-40B4-BE49-F238E27FC236}">
                <a16:creationId xmlns:a16="http://schemas.microsoft.com/office/drawing/2014/main" id="{D8C17D02-E7B2-9012-504A-090F33BE8DAA}"/>
              </a:ext>
            </a:extLst>
          </p:cNvPr>
          <p:cNvSpPr/>
          <p:nvPr/>
        </p:nvSpPr>
        <p:spPr>
          <a:xfrm>
            <a:off x="371475" y="4484825"/>
            <a:ext cx="638245" cy="63824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dirty="0">
              <a:solidFill>
                <a:schemeClr val="tx2"/>
              </a:solidFill>
            </a:endParaRPr>
          </a:p>
        </p:txBody>
      </p:sp>
      <p:sp>
        <p:nvSpPr>
          <p:cNvPr id="66" name="TextBox 65">
            <a:extLst>
              <a:ext uri="{FF2B5EF4-FFF2-40B4-BE49-F238E27FC236}">
                <a16:creationId xmlns:a16="http://schemas.microsoft.com/office/drawing/2014/main" id="{318DBCFC-6695-03FC-00B3-C2B5FC3C943D}"/>
              </a:ext>
            </a:extLst>
          </p:cNvPr>
          <p:cNvSpPr txBox="1"/>
          <p:nvPr/>
        </p:nvSpPr>
        <p:spPr>
          <a:xfrm>
            <a:off x="7232649" y="2244878"/>
            <a:ext cx="4578350" cy="638564"/>
          </a:xfrm>
          <a:prstGeom prst="rect">
            <a:avLst/>
          </a:prstGeom>
          <a:noFill/>
        </p:spPr>
        <p:txBody>
          <a:bodyPr wrap="square" lIns="0" tIns="0" rIns="0" bIns="0" numCol="1" rtlCol="0" anchor="ctr">
            <a:noAutofit/>
          </a:bodyPr>
          <a:lstStyle/>
          <a:p>
            <a:pPr>
              <a:spcAft>
                <a:spcPts val="1200"/>
              </a:spcAft>
            </a:pPr>
            <a:r>
              <a:rPr lang="en-US" sz="100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a:t>
            </a:r>
          </a:p>
        </p:txBody>
      </p:sp>
      <p:sp>
        <p:nvSpPr>
          <p:cNvPr id="67" name="Oval 66">
            <a:extLst>
              <a:ext uri="{FF2B5EF4-FFF2-40B4-BE49-F238E27FC236}">
                <a16:creationId xmlns:a16="http://schemas.microsoft.com/office/drawing/2014/main" id="{C22308AE-94EF-4A12-E387-DD8287732A7D}"/>
              </a:ext>
            </a:extLst>
          </p:cNvPr>
          <p:cNvSpPr/>
          <p:nvPr/>
        </p:nvSpPr>
        <p:spPr>
          <a:xfrm>
            <a:off x="6496048" y="2245038"/>
            <a:ext cx="638245" cy="63824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a:solidFill>
                <a:schemeClr val="tx2"/>
              </a:solidFill>
            </a:endParaRPr>
          </a:p>
        </p:txBody>
      </p:sp>
      <p:sp>
        <p:nvSpPr>
          <p:cNvPr id="69" name="TextBox 68">
            <a:extLst>
              <a:ext uri="{FF2B5EF4-FFF2-40B4-BE49-F238E27FC236}">
                <a16:creationId xmlns:a16="http://schemas.microsoft.com/office/drawing/2014/main" id="{DD8710AB-7DF8-3A10-64B2-7E287EFC6629}"/>
              </a:ext>
            </a:extLst>
          </p:cNvPr>
          <p:cNvSpPr txBox="1"/>
          <p:nvPr/>
        </p:nvSpPr>
        <p:spPr>
          <a:xfrm>
            <a:off x="7232649" y="2991474"/>
            <a:ext cx="4578350" cy="638564"/>
          </a:xfrm>
          <a:prstGeom prst="rect">
            <a:avLst/>
          </a:prstGeom>
          <a:noFill/>
        </p:spPr>
        <p:txBody>
          <a:bodyPr wrap="square" lIns="0" tIns="0" rIns="0" bIns="0" numCol="1" rtlCol="0" anchor="ctr">
            <a:noAutofit/>
          </a:bodyPr>
          <a:lstStyle/>
          <a:p>
            <a:pPr>
              <a:spcAft>
                <a:spcPts val="1200"/>
              </a:spcAft>
            </a:pPr>
            <a:r>
              <a:rPr lang="en-US" sz="100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a:t>
            </a:r>
          </a:p>
        </p:txBody>
      </p:sp>
      <p:sp>
        <p:nvSpPr>
          <p:cNvPr id="70" name="Oval 69">
            <a:extLst>
              <a:ext uri="{FF2B5EF4-FFF2-40B4-BE49-F238E27FC236}">
                <a16:creationId xmlns:a16="http://schemas.microsoft.com/office/drawing/2014/main" id="{79EBB4E5-BD8E-699F-486D-CB909036D815}"/>
              </a:ext>
            </a:extLst>
          </p:cNvPr>
          <p:cNvSpPr/>
          <p:nvPr/>
        </p:nvSpPr>
        <p:spPr>
          <a:xfrm>
            <a:off x="6496048" y="2991634"/>
            <a:ext cx="638245" cy="63824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dirty="0">
              <a:solidFill>
                <a:schemeClr val="tx2"/>
              </a:solidFill>
            </a:endParaRPr>
          </a:p>
        </p:txBody>
      </p:sp>
      <p:sp>
        <p:nvSpPr>
          <p:cNvPr id="72" name="TextBox 71">
            <a:extLst>
              <a:ext uri="{FF2B5EF4-FFF2-40B4-BE49-F238E27FC236}">
                <a16:creationId xmlns:a16="http://schemas.microsoft.com/office/drawing/2014/main" id="{EE2F8D7F-ED63-4F12-D699-5CFD3A0E0597}"/>
              </a:ext>
            </a:extLst>
          </p:cNvPr>
          <p:cNvSpPr txBox="1"/>
          <p:nvPr/>
        </p:nvSpPr>
        <p:spPr>
          <a:xfrm>
            <a:off x="7232649" y="3738070"/>
            <a:ext cx="4578350" cy="638564"/>
          </a:xfrm>
          <a:prstGeom prst="rect">
            <a:avLst/>
          </a:prstGeom>
          <a:noFill/>
        </p:spPr>
        <p:txBody>
          <a:bodyPr wrap="square" lIns="0" tIns="0" rIns="0" bIns="0" numCol="1" rtlCol="0" anchor="ctr">
            <a:noAutofit/>
          </a:bodyPr>
          <a:lstStyle/>
          <a:p>
            <a:pPr>
              <a:spcAft>
                <a:spcPts val="1200"/>
              </a:spcAft>
            </a:pPr>
            <a:r>
              <a:rPr lang="en-US" sz="100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a:t>
            </a:r>
          </a:p>
        </p:txBody>
      </p:sp>
      <p:sp>
        <p:nvSpPr>
          <p:cNvPr id="73" name="Oval 72">
            <a:extLst>
              <a:ext uri="{FF2B5EF4-FFF2-40B4-BE49-F238E27FC236}">
                <a16:creationId xmlns:a16="http://schemas.microsoft.com/office/drawing/2014/main" id="{AB16A15D-CA30-4B40-E155-C28C30AD718E}"/>
              </a:ext>
            </a:extLst>
          </p:cNvPr>
          <p:cNvSpPr/>
          <p:nvPr/>
        </p:nvSpPr>
        <p:spPr>
          <a:xfrm>
            <a:off x="6496048" y="3738230"/>
            <a:ext cx="638245" cy="63824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dirty="0">
              <a:solidFill>
                <a:schemeClr val="tx2"/>
              </a:solidFill>
            </a:endParaRPr>
          </a:p>
        </p:txBody>
      </p:sp>
      <p:sp>
        <p:nvSpPr>
          <p:cNvPr id="75" name="TextBox 74">
            <a:extLst>
              <a:ext uri="{FF2B5EF4-FFF2-40B4-BE49-F238E27FC236}">
                <a16:creationId xmlns:a16="http://schemas.microsoft.com/office/drawing/2014/main" id="{88D176EF-A369-AC86-22A0-2B04A0DF1577}"/>
              </a:ext>
            </a:extLst>
          </p:cNvPr>
          <p:cNvSpPr txBox="1"/>
          <p:nvPr/>
        </p:nvSpPr>
        <p:spPr>
          <a:xfrm>
            <a:off x="7232649" y="4484665"/>
            <a:ext cx="4578350" cy="638564"/>
          </a:xfrm>
          <a:prstGeom prst="rect">
            <a:avLst/>
          </a:prstGeom>
          <a:noFill/>
        </p:spPr>
        <p:txBody>
          <a:bodyPr wrap="square" lIns="0" tIns="0" rIns="0" bIns="0" numCol="1" rtlCol="0" anchor="ctr">
            <a:noAutofit/>
          </a:bodyPr>
          <a:lstStyle/>
          <a:p>
            <a:pPr>
              <a:spcAft>
                <a:spcPts val="1200"/>
              </a:spcAft>
            </a:pPr>
            <a:r>
              <a:rPr lang="en-US" sz="1000" i="0" dirty="0">
                <a:solidFill>
                  <a:schemeClr val="tx2"/>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a:t>
            </a:r>
          </a:p>
        </p:txBody>
      </p:sp>
      <p:sp>
        <p:nvSpPr>
          <p:cNvPr id="76" name="Oval 75">
            <a:extLst>
              <a:ext uri="{FF2B5EF4-FFF2-40B4-BE49-F238E27FC236}">
                <a16:creationId xmlns:a16="http://schemas.microsoft.com/office/drawing/2014/main" id="{1F420BD8-C673-0F9F-4AA3-AC6A9E46655F}"/>
              </a:ext>
            </a:extLst>
          </p:cNvPr>
          <p:cNvSpPr/>
          <p:nvPr/>
        </p:nvSpPr>
        <p:spPr>
          <a:xfrm>
            <a:off x="6496048" y="4484825"/>
            <a:ext cx="638245" cy="63824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dirty="0">
              <a:solidFill>
                <a:schemeClr val="tx2"/>
              </a:solidFill>
            </a:endParaRPr>
          </a:p>
        </p:txBody>
      </p:sp>
      <p:sp>
        <p:nvSpPr>
          <p:cNvPr id="77" name="Rectangle 76">
            <a:extLst>
              <a:ext uri="{FF2B5EF4-FFF2-40B4-BE49-F238E27FC236}">
                <a16:creationId xmlns:a16="http://schemas.microsoft.com/office/drawing/2014/main" id="{3A663302-E4CE-D92B-2E30-548DB56C4245}"/>
              </a:ext>
            </a:extLst>
          </p:cNvPr>
          <p:cNvSpPr/>
          <p:nvPr/>
        </p:nvSpPr>
        <p:spPr>
          <a:xfrm>
            <a:off x="5037260" y="5281614"/>
            <a:ext cx="2125540" cy="20102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100" b="1" dirty="0">
                <a:solidFill>
                  <a:schemeClr val="bg1"/>
                </a:solidFill>
              </a:rPr>
              <a:t>Lorem Ipsum</a:t>
            </a:r>
          </a:p>
        </p:txBody>
      </p:sp>
      <p:sp>
        <p:nvSpPr>
          <p:cNvPr id="87" name="Rectangle: Rounded Corners 86">
            <a:extLst>
              <a:ext uri="{FF2B5EF4-FFF2-40B4-BE49-F238E27FC236}">
                <a16:creationId xmlns:a16="http://schemas.microsoft.com/office/drawing/2014/main" id="{94DA61CB-0CB4-C5B8-7875-311189DC708F}"/>
              </a:ext>
            </a:extLst>
          </p:cNvPr>
          <p:cNvSpPr/>
          <p:nvPr/>
        </p:nvSpPr>
        <p:spPr>
          <a:xfrm>
            <a:off x="371475" y="5591908"/>
            <a:ext cx="1856363" cy="589816"/>
          </a:xfrm>
          <a:prstGeom prst="roundRect">
            <a:avLst>
              <a:gd name="adj" fmla="val 60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IN" sz="1000" b="1" dirty="0">
                <a:solidFill>
                  <a:schemeClr val="tx2"/>
                </a:solidFill>
              </a:rPr>
              <a:t>Lorem Ipsum</a:t>
            </a:r>
          </a:p>
        </p:txBody>
      </p:sp>
      <p:sp>
        <p:nvSpPr>
          <p:cNvPr id="95" name="Rectangle: Top Corners Rounded 94">
            <a:extLst>
              <a:ext uri="{FF2B5EF4-FFF2-40B4-BE49-F238E27FC236}">
                <a16:creationId xmlns:a16="http://schemas.microsoft.com/office/drawing/2014/main" id="{F1E846A1-458F-6D6B-BFBC-E76D86C61CEB}"/>
              </a:ext>
            </a:extLst>
          </p:cNvPr>
          <p:cNvSpPr/>
          <p:nvPr/>
        </p:nvSpPr>
        <p:spPr>
          <a:xfrm rot="5400000">
            <a:off x="1887166" y="5841051"/>
            <a:ext cx="589815" cy="91529"/>
          </a:xfrm>
          <a:prstGeom prst="round2SameRect">
            <a:avLst>
              <a:gd name="adj1" fmla="val 39765"/>
              <a:gd name="adj2" fmla="val 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a:p>
        </p:txBody>
      </p:sp>
      <p:sp>
        <p:nvSpPr>
          <p:cNvPr id="99" name="Rectangle: Rounded Corners 98">
            <a:extLst>
              <a:ext uri="{FF2B5EF4-FFF2-40B4-BE49-F238E27FC236}">
                <a16:creationId xmlns:a16="http://schemas.microsoft.com/office/drawing/2014/main" id="{06B20B14-6110-42F2-2230-29746CE5F49F}"/>
              </a:ext>
            </a:extLst>
          </p:cNvPr>
          <p:cNvSpPr/>
          <p:nvPr/>
        </p:nvSpPr>
        <p:spPr>
          <a:xfrm>
            <a:off x="2291624" y="5591908"/>
            <a:ext cx="1856363" cy="589816"/>
          </a:xfrm>
          <a:prstGeom prst="roundRect">
            <a:avLst>
              <a:gd name="adj" fmla="val 60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IN" sz="1000" b="1" dirty="0">
                <a:solidFill>
                  <a:schemeClr val="tx2"/>
                </a:solidFill>
              </a:rPr>
              <a:t>Lorem Ipsum</a:t>
            </a:r>
          </a:p>
        </p:txBody>
      </p:sp>
      <p:sp>
        <p:nvSpPr>
          <p:cNvPr id="100" name="Rectangle: Top Corners Rounded 99">
            <a:extLst>
              <a:ext uri="{FF2B5EF4-FFF2-40B4-BE49-F238E27FC236}">
                <a16:creationId xmlns:a16="http://schemas.microsoft.com/office/drawing/2014/main" id="{4806F8B0-1D12-1478-2A85-5AF834986C3F}"/>
              </a:ext>
            </a:extLst>
          </p:cNvPr>
          <p:cNvSpPr/>
          <p:nvPr/>
        </p:nvSpPr>
        <p:spPr>
          <a:xfrm rot="5400000">
            <a:off x="3807315" y="5841051"/>
            <a:ext cx="589815" cy="91529"/>
          </a:xfrm>
          <a:prstGeom prst="round2SameRect">
            <a:avLst>
              <a:gd name="adj1" fmla="val 39765"/>
              <a:gd name="adj2" fmla="val 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a:p>
        </p:txBody>
      </p:sp>
      <p:sp>
        <p:nvSpPr>
          <p:cNvPr id="102" name="Rectangle: Rounded Corners 101">
            <a:extLst>
              <a:ext uri="{FF2B5EF4-FFF2-40B4-BE49-F238E27FC236}">
                <a16:creationId xmlns:a16="http://schemas.microsoft.com/office/drawing/2014/main" id="{4F3E72F1-8212-038D-DCF6-44C7000AC303}"/>
              </a:ext>
            </a:extLst>
          </p:cNvPr>
          <p:cNvSpPr/>
          <p:nvPr/>
        </p:nvSpPr>
        <p:spPr>
          <a:xfrm>
            <a:off x="4211774" y="5591908"/>
            <a:ext cx="1856363" cy="589816"/>
          </a:xfrm>
          <a:prstGeom prst="roundRect">
            <a:avLst>
              <a:gd name="adj" fmla="val 60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IN" sz="1000" b="1" dirty="0">
                <a:solidFill>
                  <a:schemeClr val="tx2"/>
                </a:solidFill>
              </a:rPr>
              <a:t>Lorem Ipsum</a:t>
            </a:r>
          </a:p>
        </p:txBody>
      </p:sp>
      <p:sp>
        <p:nvSpPr>
          <p:cNvPr id="103" name="Rectangle: Top Corners Rounded 102">
            <a:extLst>
              <a:ext uri="{FF2B5EF4-FFF2-40B4-BE49-F238E27FC236}">
                <a16:creationId xmlns:a16="http://schemas.microsoft.com/office/drawing/2014/main" id="{53B537BF-18BE-799F-1D69-EC74898381ED}"/>
              </a:ext>
            </a:extLst>
          </p:cNvPr>
          <p:cNvSpPr/>
          <p:nvPr/>
        </p:nvSpPr>
        <p:spPr>
          <a:xfrm rot="5400000">
            <a:off x="5727464" y="5841051"/>
            <a:ext cx="589815" cy="91529"/>
          </a:xfrm>
          <a:prstGeom prst="round2SameRect">
            <a:avLst>
              <a:gd name="adj1" fmla="val 39765"/>
              <a:gd name="adj2" fmla="val 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a:p>
        </p:txBody>
      </p:sp>
      <p:sp>
        <p:nvSpPr>
          <p:cNvPr id="105" name="Rectangle: Rounded Corners 104">
            <a:extLst>
              <a:ext uri="{FF2B5EF4-FFF2-40B4-BE49-F238E27FC236}">
                <a16:creationId xmlns:a16="http://schemas.microsoft.com/office/drawing/2014/main" id="{47AF4B86-DCE9-B138-0FC2-98F630F9190B}"/>
              </a:ext>
            </a:extLst>
          </p:cNvPr>
          <p:cNvSpPr/>
          <p:nvPr/>
        </p:nvSpPr>
        <p:spPr>
          <a:xfrm>
            <a:off x="6131923" y="5591908"/>
            <a:ext cx="1856363" cy="589816"/>
          </a:xfrm>
          <a:prstGeom prst="roundRect">
            <a:avLst>
              <a:gd name="adj" fmla="val 60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IN" sz="1000" b="1" dirty="0">
                <a:solidFill>
                  <a:schemeClr val="tx2"/>
                </a:solidFill>
              </a:rPr>
              <a:t>Lorem Ipsum</a:t>
            </a:r>
          </a:p>
        </p:txBody>
      </p:sp>
      <p:sp>
        <p:nvSpPr>
          <p:cNvPr id="106" name="Rectangle: Top Corners Rounded 105">
            <a:extLst>
              <a:ext uri="{FF2B5EF4-FFF2-40B4-BE49-F238E27FC236}">
                <a16:creationId xmlns:a16="http://schemas.microsoft.com/office/drawing/2014/main" id="{63CB1B0C-5BEA-C0C0-8773-CB6FB3006E15}"/>
              </a:ext>
            </a:extLst>
          </p:cNvPr>
          <p:cNvSpPr/>
          <p:nvPr/>
        </p:nvSpPr>
        <p:spPr>
          <a:xfrm rot="5400000">
            <a:off x="7647614" y="5841051"/>
            <a:ext cx="589815" cy="91529"/>
          </a:xfrm>
          <a:prstGeom prst="round2SameRect">
            <a:avLst>
              <a:gd name="adj1" fmla="val 39765"/>
              <a:gd name="adj2" fmla="val 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a:p>
        </p:txBody>
      </p:sp>
      <p:sp>
        <p:nvSpPr>
          <p:cNvPr id="108" name="Rectangle: Rounded Corners 107">
            <a:extLst>
              <a:ext uri="{FF2B5EF4-FFF2-40B4-BE49-F238E27FC236}">
                <a16:creationId xmlns:a16="http://schemas.microsoft.com/office/drawing/2014/main" id="{D13959F8-00EC-AA78-D739-A91C74DB17E0}"/>
              </a:ext>
            </a:extLst>
          </p:cNvPr>
          <p:cNvSpPr/>
          <p:nvPr/>
        </p:nvSpPr>
        <p:spPr>
          <a:xfrm>
            <a:off x="8052072" y="5591908"/>
            <a:ext cx="1856363" cy="589816"/>
          </a:xfrm>
          <a:prstGeom prst="roundRect">
            <a:avLst>
              <a:gd name="adj" fmla="val 60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IN" sz="1000" b="1" dirty="0">
                <a:solidFill>
                  <a:schemeClr val="tx2"/>
                </a:solidFill>
              </a:rPr>
              <a:t>Lorem Ipsum</a:t>
            </a:r>
          </a:p>
        </p:txBody>
      </p:sp>
      <p:sp>
        <p:nvSpPr>
          <p:cNvPr id="109" name="Rectangle: Top Corners Rounded 108">
            <a:extLst>
              <a:ext uri="{FF2B5EF4-FFF2-40B4-BE49-F238E27FC236}">
                <a16:creationId xmlns:a16="http://schemas.microsoft.com/office/drawing/2014/main" id="{90DCDCD4-D61F-243A-3832-E4489ADE7B92}"/>
              </a:ext>
            </a:extLst>
          </p:cNvPr>
          <p:cNvSpPr/>
          <p:nvPr/>
        </p:nvSpPr>
        <p:spPr>
          <a:xfrm rot="5400000">
            <a:off x="9567763" y="5841051"/>
            <a:ext cx="589815" cy="91529"/>
          </a:xfrm>
          <a:prstGeom prst="round2SameRect">
            <a:avLst>
              <a:gd name="adj1" fmla="val 39765"/>
              <a:gd name="adj2" fmla="val 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a:p>
        </p:txBody>
      </p:sp>
      <p:sp>
        <p:nvSpPr>
          <p:cNvPr id="111" name="Rectangle: Rounded Corners 110">
            <a:extLst>
              <a:ext uri="{FF2B5EF4-FFF2-40B4-BE49-F238E27FC236}">
                <a16:creationId xmlns:a16="http://schemas.microsoft.com/office/drawing/2014/main" id="{0A103412-464A-97B4-D327-06DAE940728B}"/>
              </a:ext>
            </a:extLst>
          </p:cNvPr>
          <p:cNvSpPr/>
          <p:nvPr/>
        </p:nvSpPr>
        <p:spPr>
          <a:xfrm>
            <a:off x="9972222" y="5591908"/>
            <a:ext cx="1856363" cy="589816"/>
          </a:xfrm>
          <a:prstGeom prst="roundRect">
            <a:avLst>
              <a:gd name="adj" fmla="val 6093"/>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IN" sz="1000" b="1" dirty="0">
                <a:solidFill>
                  <a:schemeClr val="tx2"/>
                </a:solidFill>
              </a:rPr>
              <a:t>Lorem Ipsum</a:t>
            </a:r>
          </a:p>
        </p:txBody>
      </p:sp>
      <p:sp>
        <p:nvSpPr>
          <p:cNvPr id="112" name="Rectangle: Top Corners Rounded 111">
            <a:extLst>
              <a:ext uri="{FF2B5EF4-FFF2-40B4-BE49-F238E27FC236}">
                <a16:creationId xmlns:a16="http://schemas.microsoft.com/office/drawing/2014/main" id="{1EAD9DC9-46C1-7C09-5DBC-FDFEBA2887F2}"/>
              </a:ext>
            </a:extLst>
          </p:cNvPr>
          <p:cNvSpPr/>
          <p:nvPr/>
        </p:nvSpPr>
        <p:spPr>
          <a:xfrm rot="5400000">
            <a:off x="11487912" y="5841051"/>
            <a:ext cx="589815" cy="91529"/>
          </a:xfrm>
          <a:prstGeom prst="round2SameRect">
            <a:avLst>
              <a:gd name="adj1" fmla="val 39765"/>
              <a:gd name="adj2" fmla="val 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sz="1000"/>
          </a:p>
        </p:txBody>
      </p:sp>
      <p:grpSp>
        <p:nvGrpSpPr>
          <p:cNvPr id="8" name="Group 7">
            <a:extLst>
              <a:ext uri="{FF2B5EF4-FFF2-40B4-BE49-F238E27FC236}">
                <a16:creationId xmlns:a16="http://schemas.microsoft.com/office/drawing/2014/main" id="{CCAF9904-9A3B-8D37-38A4-CF124C7F8407}"/>
              </a:ext>
            </a:extLst>
          </p:cNvPr>
          <p:cNvGrpSpPr/>
          <p:nvPr/>
        </p:nvGrpSpPr>
        <p:grpSpPr>
          <a:xfrm>
            <a:off x="-11290" y="36985"/>
            <a:ext cx="1043721" cy="1043721"/>
            <a:chOff x="1046786" y="1195383"/>
            <a:chExt cx="5737927" cy="5737927"/>
          </a:xfrm>
          <a:solidFill>
            <a:schemeClr val="accent3"/>
          </a:solidFill>
        </p:grpSpPr>
        <p:sp>
          <p:nvSpPr>
            <p:cNvPr id="27" name="Freeform: Shape 26">
              <a:extLst>
                <a:ext uri="{FF2B5EF4-FFF2-40B4-BE49-F238E27FC236}">
                  <a16:creationId xmlns:a16="http://schemas.microsoft.com/office/drawing/2014/main" id="{41AED096-9FE2-53C3-0BD9-9724EEB33040}"/>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28" name="Freeform: Shape 27">
              <a:extLst>
                <a:ext uri="{FF2B5EF4-FFF2-40B4-BE49-F238E27FC236}">
                  <a16:creationId xmlns:a16="http://schemas.microsoft.com/office/drawing/2014/main" id="{21A24339-2015-AB87-8E9A-77E52493DF0E}"/>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sp>
        <p:nvSpPr>
          <p:cNvPr id="2" name="Title 1">
            <a:extLst>
              <a:ext uri="{FF2B5EF4-FFF2-40B4-BE49-F238E27FC236}">
                <a16:creationId xmlns:a16="http://schemas.microsoft.com/office/drawing/2014/main" id="{51E9550C-6456-7E27-B568-CAE78D36769B}"/>
              </a:ext>
            </a:extLst>
          </p:cNvPr>
          <p:cNvSpPr>
            <a:spLocks noGrp="1"/>
          </p:cNvSpPr>
          <p:nvPr>
            <p:ph type="title"/>
          </p:nvPr>
        </p:nvSpPr>
        <p:spPr>
          <a:xfrm>
            <a:off x="381000" y="300000"/>
            <a:ext cx="8686800" cy="502920"/>
          </a:xfrm>
        </p:spPr>
        <p:txBody>
          <a:bodyPr/>
          <a:lstStyle/>
          <a:p>
            <a:r>
              <a:rPr lang="en-IN" dirty="0">
                <a:solidFill>
                  <a:schemeClr val="bg1"/>
                </a:solidFill>
              </a:rPr>
              <a:t>WHAT IS </a:t>
            </a:r>
            <a:r>
              <a:rPr lang="en-IN" dirty="0">
                <a:ln w="12700">
                  <a:solidFill>
                    <a:schemeClr val="accent3"/>
                  </a:solidFill>
                </a:ln>
                <a:noFill/>
              </a:rPr>
              <a:t>LOREM IPSUM</a:t>
            </a:r>
          </a:p>
        </p:txBody>
      </p:sp>
      <p:sp>
        <p:nvSpPr>
          <p:cNvPr id="29" name="Freeform: Shape 28">
            <a:extLst>
              <a:ext uri="{FF2B5EF4-FFF2-40B4-BE49-F238E27FC236}">
                <a16:creationId xmlns:a16="http://schemas.microsoft.com/office/drawing/2014/main" id="{C8C3FC0C-B1E1-2991-80F5-0DD5AE64BD4B}"/>
              </a:ext>
            </a:extLst>
          </p:cNvPr>
          <p:cNvSpPr/>
          <p:nvPr/>
        </p:nvSpPr>
        <p:spPr>
          <a:xfrm flipH="1">
            <a:off x="304799" y="1089390"/>
            <a:ext cx="11594123" cy="1069610"/>
          </a:xfrm>
          <a:custGeom>
            <a:avLst/>
            <a:gdLst>
              <a:gd name="connsiteX0" fmla="*/ 2679583 w 12233785"/>
              <a:gd name="connsiteY0" fmla="*/ 937793 h 949779"/>
              <a:gd name="connsiteX1" fmla="*/ 2679646 w 12233785"/>
              <a:gd name="connsiteY1" fmla="*/ 937821 h 949779"/>
              <a:gd name="connsiteX2" fmla="*/ 2687407 w 12233785"/>
              <a:gd name="connsiteY2" fmla="*/ 941517 h 949779"/>
              <a:gd name="connsiteX3" fmla="*/ 2678321 w 12233785"/>
              <a:gd name="connsiteY3" fmla="*/ 943419 h 949779"/>
              <a:gd name="connsiteX4" fmla="*/ 2677501 w 12233785"/>
              <a:gd name="connsiteY4" fmla="*/ 943419 h 949779"/>
              <a:gd name="connsiteX5" fmla="*/ 2672957 w 12233785"/>
              <a:gd name="connsiteY5" fmla="*/ 942305 h 949779"/>
              <a:gd name="connsiteX6" fmla="*/ 2668540 w 12233785"/>
              <a:gd name="connsiteY6" fmla="*/ 940565 h 949779"/>
              <a:gd name="connsiteX7" fmla="*/ 2677374 w 12233785"/>
              <a:gd name="connsiteY7" fmla="*/ 937902 h 949779"/>
              <a:gd name="connsiteX8" fmla="*/ 2679583 w 12233785"/>
              <a:gd name="connsiteY8" fmla="*/ 937793 h 949779"/>
              <a:gd name="connsiteX9" fmla="*/ 3805318 w 12233785"/>
              <a:gd name="connsiteY9" fmla="*/ 937793 h 949779"/>
              <a:gd name="connsiteX10" fmla="*/ 3805381 w 12233785"/>
              <a:gd name="connsiteY10" fmla="*/ 937821 h 949779"/>
              <a:gd name="connsiteX11" fmla="*/ 3813142 w 12233785"/>
              <a:gd name="connsiteY11" fmla="*/ 941517 h 949779"/>
              <a:gd name="connsiteX12" fmla="*/ 3804056 w 12233785"/>
              <a:gd name="connsiteY12" fmla="*/ 943419 h 949779"/>
              <a:gd name="connsiteX13" fmla="*/ 3803236 w 12233785"/>
              <a:gd name="connsiteY13" fmla="*/ 943419 h 949779"/>
              <a:gd name="connsiteX14" fmla="*/ 3798692 w 12233785"/>
              <a:gd name="connsiteY14" fmla="*/ 942305 h 949779"/>
              <a:gd name="connsiteX15" fmla="*/ 3794275 w 12233785"/>
              <a:gd name="connsiteY15" fmla="*/ 940565 h 949779"/>
              <a:gd name="connsiteX16" fmla="*/ 3803109 w 12233785"/>
              <a:gd name="connsiteY16" fmla="*/ 937902 h 949779"/>
              <a:gd name="connsiteX17" fmla="*/ 3805318 w 12233785"/>
              <a:gd name="connsiteY17" fmla="*/ 937793 h 949779"/>
              <a:gd name="connsiteX18" fmla="*/ 6685525 w 12233785"/>
              <a:gd name="connsiteY18" fmla="*/ 937793 h 949779"/>
              <a:gd name="connsiteX19" fmla="*/ 6685588 w 12233785"/>
              <a:gd name="connsiteY19" fmla="*/ 937821 h 949779"/>
              <a:gd name="connsiteX20" fmla="*/ 6693349 w 12233785"/>
              <a:gd name="connsiteY20" fmla="*/ 941517 h 949779"/>
              <a:gd name="connsiteX21" fmla="*/ 6684263 w 12233785"/>
              <a:gd name="connsiteY21" fmla="*/ 943419 h 949779"/>
              <a:gd name="connsiteX22" fmla="*/ 6683443 w 12233785"/>
              <a:gd name="connsiteY22" fmla="*/ 943419 h 949779"/>
              <a:gd name="connsiteX23" fmla="*/ 6678899 w 12233785"/>
              <a:gd name="connsiteY23" fmla="*/ 942305 h 949779"/>
              <a:gd name="connsiteX24" fmla="*/ 6674482 w 12233785"/>
              <a:gd name="connsiteY24" fmla="*/ 940565 h 949779"/>
              <a:gd name="connsiteX25" fmla="*/ 6683316 w 12233785"/>
              <a:gd name="connsiteY25" fmla="*/ 937902 h 949779"/>
              <a:gd name="connsiteX26" fmla="*/ 6685525 w 12233785"/>
              <a:gd name="connsiteY26" fmla="*/ 937793 h 949779"/>
              <a:gd name="connsiteX27" fmla="*/ 9152953 w 12233785"/>
              <a:gd name="connsiteY27" fmla="*/ 937793 h 949779"/>
              <a:gd name="connsiteX28" fmla="*/ 9153017 w 12233785"/>
              <a:gd name="connsiteY28" fmla="*/ 937821 h 949779"/>
              <a:gd name="connsiteX29" fmla="*/ 9160778 w 12233785"/>
              <a:gd name="connsiteY29" fmla="*/ 941517 h 949779"/>
              <a:gd name="connsiteX30" fmla="*/ 9151691 w 12233785"/>
              <a:gd name="connsiteY30" fmla="*/ 943419 h 949779"/>
              <a:gd name="connsiteX31" fmla="*/ 9150871 w 12233785"/>
              <a:gd name="connsiteY31" fmla="*/ 943419 h 949779"/>
              <a:gd name="connsiteX32" fmla="*/ 9146328 w 12233785"/>
              <a:gd name="connsiteY32" fmla="*/ 942305 h 949779"/>
              <a:gd name="connsiteX33" fmla="*/ 9141910 w 12233785"/>
              <a:gd name="connsiteY33" fmla="*/ 940565 h 949779"/>
              <a:gd name="connsiteX34" fmla="*/ 9150745 w 12233785"/>
              <a:gd name="connsiteY34" fmla="*/ 937902 h 949779"/>
              <a:gd name="connsiteX35" fmla="*/ 9152953 w 12233785"/>
              <a:gd name="connsiteY35" fmla="*/ 937793 h 949779"/>
              <a:gd name="connsiteX36" fmla="*/ 2620141 w 12233785"/>
              <a:gd name="connsiteY36" fmla="*/ 927111 h 949779"/>
              <a:gd name="connsiteX37" fmla="*/ 2636043 w 12233785"/>
              <a:gd name="connsiteY37" fmla="*/ 933445 h 949779"/>
              <a:gd name="connsiteX38" fmla="*/ 2635538 w 12233785"/>
              <a:gd name="connsiteY38" fmla="*/ 935592 h 949779"/>
              <a:gd name="connsiteX39" fmla="*/ 2607837 w 12233785"/>
              <a:gd name="connsiteY39" fmla="*/ 938120 h 949779"/>
              <a:gd name="connsiteX40" fmla="*/ 2581838 w 12233785"/>
              <a:gd name="connsiteY40" fmla="*/ 936054 h 949779"/>
              <a:gd name="connsiteX41" fmla="*/ 2580071 w 12233785"/>
              <a:gd name="connsiteY41" fmla="*/ 935293 h 949779"/>
              <a:gd name="connsiteX42" fmla="*/ 2578558 w 12233785"/>
              <a:gd name="connsiteY42" fmla="*/ 934233 h 949779"/>
              <a:gd name="connsiteX43" fmla="*/ 2581018 w 12233785"/>
              <a:gd name="connsiteY43" fmla="*/ 933254 h 949779"/>
              <a:gd name="connsiteX44" fmla="*/ 2583605 w 12233785"/>
              <a:gd name="connsiteY44" fmla="*/ 932493 h 949779"/>
              <a:gd name="connsiteX45" fmla="*/ 2618500 w 12233785"/>
              <a:gd name="connsiteY45" fmla="*/ 927410 h 949779"/>
              <a:gd name="connsiteX46" fmla="*/ 2620204 w 12233785"/>
              <a:gd name="connsiteY46" fmla="*/ 927139 h 949779"/>
              <a:gd name="connsiteX47" fmla="*/ 3745876 w 12233785"/>
              <a:gd name="connsiteY47" fmla="*/ 927111 h 949779"/>
              <a:gd name="connsiteX48" fmla="*/ 3761778 w 12233785"/>
              <a:gd name="connsiteY48" fmla="*/ 933445 h 949779"/>
              <a:gd name="connsiteX49" fmla="*/ 3761273 w 12233785"/>
              <a:gd name="connsiteY49" fmla="*/ 935592 h 949779"/>
              <a:gd name="connsiteX50" fmla="*/ 3733572 w 12233785"/>
              <a:gd name="connsiteY50" fmla="*/ 938120 h 949779"/>
              <a:gd name="connsiteX51" fmla="*/ 3707573 w 12233785"/>
              <a:gd name="connsiteY51" fmla="*/ 936054 h 949779"/>
              <a:gd name="connsiteX52" fmla="*/ 3705806 w 12233785"/>
              <a:gd name="connsiteY52" fmla="*/ 935293 h 949779"/>
              <a:gd name="connsiteX53" fmla="*/ 3704292 w 12233785"/>
              <a:gd name="connsiteY53" fmla="*/ 934233 h 949779"/>
              <a:gd name="connsiteX54" fmla="*/ 3706753 w 12233785"/>
              <a:gd name="connsiteY54" fmla="*/ 933254 h 949779"/>
              <a:gd name="connsiteX55" fmla="*/ 3709340 w 12233785"/>
              <a:gd name="connsiteY55" fmla="*/ 932493 h 949779"/>
              <a:gd name="connsiteX56" fmla="*/ 3744235 w 12233785"/>
              <a:gd name="connsiteY56" fmla="*/ 927410 h 949779"/>
              <a:gd name="connsiteX57" fmla="*/ 3745939 w 12233785"/>
              <a:gd name="connsiteY57" fmla="*/ 927139 h 949779"/>
              <a:gd name="connsiteX58" fmla="*/ 6626083 w 12233785"/>
              <a:gd name="connsiteY58" fmla="*/ 927111 h 949779"/>
              <a:gd name="connsiteX59" fmla="*/ 6641985 w 12233785"/>
              <a:gd name="connsiteY59" fmla="*/ 933445 h 949779"/>
              <a:gd name="connsiteX60" fmla="*/ 6641480 w 12233785"/>
              <a:gd name="connsiteY60" fmla="*/ 935592 h 949779"/>
              <a:gd name="connsiteX61" fmla="*/ 6613779 w 12233785"/>
              <a:gd name="connsiteY61" fmla="*/ 938120 h 949779"/>
              <a:gd name="connsiteX62" fmla="*/ 6587780 w 12233785"/>
              <a:gd name="connsiteY62" fmla="*/ 936054 h 949779"/>
              <a:gd name="connsiteX63" fmla="*/ 6586013 w 12233785"/>
              <a:gd name="connsiteY63" fmla="*/ 935293 h 949779"/>
              <a:gd name="connsiteX64" fmla="*/ 6584500 w 12233785"/>
              <a:gd name="connsiteY64" fmla="*/ 934233 h 949779"/>
              <a:gd name="connsiteX65" fmla="*/ 6586960 w 12233785"/>
              <a:gd name="connsiteY65" fmla="*/ 933254 h 949779"/>
              <a:gd name="connsiteX66" fmla="*/ 6589547 w 12233785"/>
              <a:gd name="connsiteY66" fmla="*/ 932493 h 949779"/>
              <a:gd name="connsiteX67" fmla="*/ 6624442 w 12233785"/>
              <a:gd name="connsiteY67" fmla="*/ 927410 h 949779"/>
              <a:gd name="connsiteX68" fmla="*/ 6626146 w 12233785"/>
              <a:gd name="connsiteY68" fmla="*/ 927139 h 949779"/>
              <a:gd name="connsiteX69" fmla="*/ 9093512 w 12233785"/>
              <a:gd name="connsiteY69" fmla="*/ 927111 h 949779"/>
              <a:gd name="connsiteX70" fmla="*/ 9109413 w 12233785"/>
              <a:gd name="connsiteY70" fmla="*/ 933445 h 949779"/>
              <a:gd name="connsiteX71" fmla="*/ 9108908 w 12233785"/>
              <a:gd name="connsiteY71" fmla="*/ 935592 h 949779"/>
              <a:gd name="connsiteX72" fmla="*/ 9081207 w 12233785"/>
              <a:gd name="connsiteY72" fmla="*/ 938120 h 949779"/>
              <a:gd name="connsiteX73" fmla="*/ 9055209 w 12233785"/>
              <a:gd name="connsiteY73" fmla="*/ 936054 h 949779"/>
              <a:gd name="connsiteX74" fmla="*/ 9053442 w 12233785"/>
              <a:gd name="connsiteY74" fmla="*/ 935293 h 949779"/>
              <a:gd name="connsiteX75" fmla="*/ 9051928 w 12233785"/>
              <a:gd name="connsiteY75" fmla="*/ 934233 h 949779"/>
              <a:gd name="connsiteX76" fmla="*/ 9054389 w 12233785"/>
              <a:gd name="connsiteY76" fmla="*/ 933254 h 949779"/>
              <a:gd name="connsiteX77" fmla="*/ 9056976 w 12233785"/>
              <a:gd name="connsiteY77" fmla="*/ 932493 h 949779"/>
              <a:gd name="connsiteX78" fmla="*/ 9091871 w 12233785"/>
              <a:gd name="connsiteY78" fmla="*/ 927410 h 949779"/>
              <a:gd name="connsiteX79" fmla="*/ 9093574 w 12233785"/>
              <a:gd name="connsiteY79" fmla="*/ 927139 h 949779"/>
              <a:gd name="connsiteX80" fmla="*/ 4058924 w 12233785"/>
              <a:gd name="connsiteY80" fmla="*/ 902880 h 949779"/>
              <a:gd name="connsiteX81" fmla="*/ 4059492 w 12233785"/>
              <a:gd name="connsiteY81" fmla="*/ 902976 h 949779"/>
              <a:gd name="connsiteX82" fmla="*/ 4051856 w 12233785"/>
              <a:gd name="connsiteY82" fmla="*/ 905993 h 949779"/>
              <a:gd name="connsiteX83" fmla="*/ 4051478 w 12233785"/>
              <a:gd name="connsiteY83" fmla="*/ 905993 h 949779"/>
              <a:gd name="connsiteX84" fmla="*/ 4040751 w 12233785"/>
              <a:gd name="connsiteY84" fmla="*/ 904009 h 949779"/>
              <a:gd name="connsiteX85" fmla="*/ 4042591 w 12233785"/>
              <a:gd name="connsiteY85" fmla="*/ 903344 h 949779"/>
              <a:gd name="connsiteX86" fmla="*/ 4048892 w 12233785"/>
              <a:gd name="connsiteY86" fmla="*/ 905069 h 949779"/>
              <a:gd name="connsiteX87" fmla="*/ 4056463 w 12233785"/>
              <a:gd name="connsiteY87" fmla="*/ 903438 h 949779"/>
              <a:gd name="connsiteX88" fmla="*/ 2813738 w 12233785"/>
              <a:gd name="connsiteY88" fmla="*/ 901888 h 949779"/>
              <a:gd name="connsiteX89" fmla="*/ 2813714 w 12233785"/>
              <a:gd name="connsiteY89" fmla="*/ 901897 h 949779"/>
              <a:gd name="connsiteX90" fmla="*/ 2817650 w 12233785"/>
              <a:gd name="connsiteY90" fmla="*/ 902704 h 949779"/>
              <a:gd name="connsiteX91" fmla="*/ 2813486 w 12233785"/>
              <a:gd name="connsiteY91" fmla="*/ 905150 h 949779"/>
              <a:gd name="connsiteX92" fmla="*/ 2809509 w 12233785"/>
              <a:gd name="connsiteY92" fmla="*/ 903438 h 949779"/>
              <a:gd name="connsiteX93" fmla="*/ 2813714 w 12233785"/>
              <a:gd name="connsiteY93" fmla="*/ 901897 h 949779"/>
              <a:gd name="connsiteX94" fmla="*/ 2813674 w 12233785"/>
              <a:gd name="connsiteY94" fmla="*/ 901888 h 949779"/>
              <a:gd name="connsiteX95" fmla="*/ 6819680 w 12233785"/>
              <a:gd name="connsiteY95" fmla="*/ 901888 h 949779"/>
              <a:gd name="connsiteX96" fmla="*/ 6819657 w 12233785"/>
              <a:gd name="connsiteY96" fmla="*/ 901897 h 949779"/>
              <a:gd name="connsiteX97" fmla="*/ 6823592 w 12233785"/>
              <a:gd name="connsiteY97" fmla="*/ 902704 h 949779"/>
              <a:gd name="connsiteX98" fmla="*/ 6819427 w 12233785"/>
              <a:gd name="connsiteY98" fmla="*/ 905150 h 949779"/>
              <a:gd name="connsiteX99" fmla="*/ 6815451 w 12233785"/>
              <a:gd name="connsiteY99" fmla="*/ 903438 h 949779"/>
              <a:gd name="connsiteX100" fmla="*/ 6819657 w 12233785"/>
              <a:gd name="connsiteY100" fmla="*/ 901897 h 949779"/>
              <a:gd name="connsiteX101" fmla="*/ 6819616 w 12233785"/>
              <a:gd name="connsiteY101" fmla="*/ 901888 h 949779"/>
              <a:gd name="connsiteX102" fmla="*/ 9287108 w 12233785"/>
              <a:gd name="connsiteY102" fmla="*/ 901888 h 949779"/>
              <a:gd name="connsiteX103" fmla="*/ 9287085 w 12233785"/>
              <a:gd name="connsiteY103" fmla="*/ 901897 h 949779"/>
              <a:gd name="connsiteX104" fmla="*/ 9291020 w 12233785"/>
              <a:gd name="connsiteY104" fmla="*/ 902704 h 949779"/>
              <a:gd name="connsiteX105" fmla="*/ 9286856 w 12233785"/>
              <a:gd name="connsiteY105" fmla="*/ 905150 h 949779"/>
              <a:gd name="connsiteX106" fmla="*/ 9282880 w 12233785"/>
              <a:gd name="connsiteY106" fmla="*/ 903438 h 949779"/>
              <a:gd name="connsiteX107" fmla="*/ 9287085 w 12233785"/>
              <a:gd name="connsiteY107" fmla="*/ 901897 h 949779"/>
              <a:gd name="connsiteX108" fmla="*/ 9287045 w 12233785"/>
              <a:gd name="connsiteY108" fmla="*/ 901888 h 949779"/>
              <a:gd name="connsiteX109" fmla="*/ 2923092 w 12233785"/>
              <a:gd name="connsiteY109" fmla="*/ 901182 h 949779"/>
              <a:gd name="connsiteX110" fmla="*/ 2933757 w 12233785"/>
              <a:gd name="connsiteY110" fmla="*/ 902976 h 949779"/>
              <a:gd name="connsiteX111" fmla="*/ 2926121 w 12233785"/>
              <a:gd name="connsiteY111" fmla="*/ 905993 h 949779"/>
              <a:gd name="connsiteX112" fmla="*/ 2925743 w 12233785"/>
              <a:gd name="connsiteY112" fmla="*/ 905993 h 949779"/>
              <a:gd name="connsiteX113" fmla="*/ 2915016 w 12233785"/>
              <a:gd name="connsiteY113" fmla="*/ 904009 h 949779"/>
              <a:gd name="connsiteX114" fmla="*/ 2922840 w 12233785"/>
              <a:gd name="connsiteY114" fmla="*/ 901182 h 949779"/>
              <a:gd name="connsiteX115" fmla="*/ 6929034 w 12233785"/>
              <a:gd name="connsiteY115" fmla="*/ 901182 h 949779"/>
              <a:gd name="connsiteX116" fmla="*/ 6939699 w 12233785"/>
              <a:gd name="connsiteY116" fmla="*/ 902976 h 949779"/>
              <a:gd name="connsiteX117" fmla="*/ 6932063 w 12233785"/>
              <a:gd name="connsiteY117" fmla="*/ 905993 h 949779"/>
              <a:gd name="connsiteX118" fmla="*/ 6931685 w 12233785"/>
              <a:gd name="connsiteY118" fmla="*/ 905993 h 949779"/>
              <a:gd name="connsiteX119" fmla="*/ 6920958 w 12233785"/>
              <a:gd name="connsiteY119" fmla="*/ 904009 h 949779"/>
              <a:gd name="connsiteX120" fmla="*/ 6928783 w 12233785"/>
              <a:gd name="connsiteY120" fmla="*/ 901182 h 949779"/>
              <a:gd name="connsiteX121" fmla="*/ 9396463 w 12233785"/>
              <a:gd name="connsiteY121" fmla="*/ 901182 h 949779"/>
              <a:gd name="connsiteX122" fmla="*/ 9407127 w 12233785"/>
              <a:gd name="connsiteY122" fmla="*/ 902976 h 949779"/>
              <a:gd name="connsiteX123" fmla="*/ 9399492 w 12233785"/>
              <a:gd name="connsiteY123" fmla="*/ 905993 h 949779"/>
              <a:gd name="connsiteX124" fmla="*/ 9399113 w 12233785"/>
              <a:gd name="connsiteY124" fmla="*/ 905993 h 949779"/>
              <a:gd name="connsiteX125" fmla="*/ 9388387 w 12233785"/>
              <a:gd name="connsiteY125" fmla="*/ 904009 h 949779"/>
              <a:gd name="connsiteX126" fmla="*/ 9396211 w 12233785"/>
              <a:gd name="connsiteY126" fmla="*/ 901182 h 949779"/>
              <a:gd name="connsiteX127" fmla="*/ 1881219 w 12233785"/>
              <a:gd name="connsiteY127" fmla="*/ 900176 h 949779"/>
              <a:gd name="connsiteX128" fmla="*/ 1881219 w 12233785"/>
              <a:gd name="connsiteY128" fmla="*/ 900204 h 949779"/>
              <a:gd name="connsiteX129" fmla="*/ 1881210 w 12233785"/>
              <a:gd name="connsiteY129" fmla="*/ 900204 h 949779"/>
              <a:gd name="connsiteX130" fmla="*/ 1881030 w 12233785"/>
              <a:gd name="connsiteY130" fmla="*/ 900720 h 949779"/>
              <a:gd name="connsiteX131" fmla="*/ 1879957 w 12233785"/>
              <a:gd name="connsiteY131" fmla="*/ 900204 h 949779"/>
              <a:gd name="connsiteX132" fmla="*/ 1881210 w 12233785"/>
              <a:gd name="connsiteY132" fmla="*/ 900204 h 949779"/>
              <a:gd name="connsiteX133" fmla="*/ 5887161 w 12233785"/>
              <a:gd name="connsiteY133" fmla="*/ 900176 h 949779"/>
              <a:gd name="connsiteX134" fmla="*/ 5887161 w 12233785"/>
              <a:gd name="connsiteY134" fmla="*/ 900204 h 949779"/>
              <a:gd name="connsiteX135" fmla="*/ 5887152 w 12233785"/>
              <a:gd name="connsiteY135" fmla="*/ 900204 h 949779"/>
              <a:gd name="connsiteX136" fmla="*/ 5886973 w 12233785"/>
              <a:gd name="connsiteY136" fmla="*/ 900720 h 949779"/>
              <a:gd name="connsiteX137" fmla="*/ 5885899 w 12233785"/>
              <a:gd name="connsiteY137" fmla="*/ 900204 h 949779"/>
              <a:gd name="connsiteX138" fmla="*/ 5887152 w 12233785"/>
              <a:gd name="connsiteY138" fmla="*/ 900204 h 949779"/>
              <a:gd name="connsiteX139" fmla="*/ 2441562 w 12233785"/>
              <a:gd name="connsiteY139" fmla="*/ 895637 h 949779"/>
              <a:gd name="connsiteX140" fmla="*/ 2441562 w 12233785"/>
              <a:gd name="connsiteY140" fmla="*/ 895664 h 949779"/>
              <a:gd name="connsiteX141" fmla="*/ 2445791 w 12233785"/>
              <a:gd name="connsiteY141" fmla="*/ 897568 h 949779"/>
              <a:gd name="connsiteX142" fmla="*/ 2441058 w 12233785"/>
              <a:gd name="connsiteY142" fmla="*/ 899388 h 949779"/>
              <a:gd name="connsiteX143" fmla="*/ 2436830 w 12233785"/>
              <a:gd name="connsiteY143" fmla="*/ 897269 h 949779"/>
              <a:gd name="connsiteX144" fmla="*/ 6447505 w 12233785"/>
              <a:gd name="connsiteY144" fmla="*/ 895637 h 949779"/>
              <a:gd name="connsiteX145" fmla="*/ 6447505 w 12233785"/>
              <a:gd name="connsiteY145" fmla="*/ 895664 h 949779"/>
              <a:gd name="connsiteX146" fmla="*/ 6451733 w 12233785"/>
              <a:gd name="connsiteY146" fmla="*/ 897568 h 949779"/>
              <a:gd name="connsiteX147" fmla="*/ 6447000 w 12233785"/>
              <a:gd name="connsiteY147" fmla="*/ 899388 h 949779"/>
              <a:gd name="connsiteX148" fmla="*/ 6442772 w 12233785"/>
              <a:gd name="connsiteY148" fmla="*/ 897269 h 949779"/>
              <a:gd name="connsiteX149" fmla="*/ 8914933 w 12233785"/>
              <a:gd name="connsiteY149" fmla="*/ 895637 h 949779"/>
              <a:gd name="connsiteX150" fmla="*/ 8914933 w 12233785"/>
              <a:gd name="connsiteY150" fmla="*/ 895664 h 949779"/>
              <a:gd name="connsiteX151" fmla="*/ 8919161 w 12233785"/>
              <a:gd name="connsiteY151" fmla="*/ 897568 h 949779"/>
              <a:gd name="connsiteX152" fmla="*/ 8914428 w 12233785"/>
              <a:gd name="connsiteY152" fmla="*/ 899388 h 949779"/>
              <a:gd name="connsiteX153" fmla="*/ 8910201 w 12233785"/>
              <a:gd name="connsiteY153" fmla="*/ 897269 h 949779"/>
              <a:gd name="connsiteX154" fmla="*/ 2719716 w 12233785"/>
              <a:gd name="connsiteY154" fmla="*/ 894468 h 949779"/>
              <a:gd name="connsiteX155" fmla="*/ 2721392 w 12233785"/>
              <a:gd name="connsiteY155" fmla="*/ 894967 h 949779"/>
              <a:gd name="connsiteX156" fmla="*/ 2711196 w 12233785"/>
              <a:gd name="connsiteY156" fmla="*/ 897485 h 949779"/>
              <a:gd name="connsiteX157" fmla="*/ 2721400 w 12233785"/>
              <a:gd name="connsiteY157" fmla="*/ 899269 h 949779"/>
              <a:gd name="connsiteX158" fmla="*/ 2716372 w 12233785"/>
              <a:gd name="connsiteY158" fmla="*/ 900122 h 949779"/>
              <a:gd name="connsiteX159" fmla="*/ 2707158 w 12233785"/>
              <a:gd name="connsiteY159" fmla="*/ 897377 h 949779"/>
              <a:gd name="connsiteX160" fmla="*/ 2711576 w 12233785"/>
              <a:gd name="connsiteY160" fmla="*/ 895556 h 949779"/>
              <a:gd name="connsiteX161" fmla="*/ 2719779 w 12233785"/>
              <a:gd name="connsiteY161" fmla="*/ 894496 h 949779"/>
              <a:gd name="connsiteX162" fmla="*/ 6725657 w 12233785"/>
              <a:gd name="connsiteY162" fmla="*/ 894468 h 949779"/>
              <a:gd name="connsiteX163" fmla="*/ 6732598 w 12233785"/>
              <a:gd name="connsiteY163" fmla="*/ 896534 h 949779"/>
              <a:gd name="connsiteX164" fmla="*/ 6732725 w 12233785"/>
              <a:gd name="connsiteY164" fmla="*/ 898355 h 949779"/>
              <a:gd name="connsiteX165" fmla="*/ 6722314 w 12233785"/>
              <a:gd name="connsiteY165" fmla="*/ 900122 h 949779"/>
              <a:gd name="connsiteX166" fmla="*/ 6713101 w 12233785"/>
              <a:gd name="connsiteY166" fmla="*/ 897377 h 949779"/>
              <a:gd name="connsiteX167" fmla="*/ 6717518 w 12233785"/>
              <a:gd name="connsiteY167" fmla="*/ 895556 h 949779"/>
              <a:gd name="connsiteX168" fmla="*/ 6725721 w 12233785"/>
              <a:gd name="connsiteY168" fmla="*/ 894496 h 949779"/>
              <a:gd name="connsiteX169" fmla="*/ 9193086 w 12233785"/>
              <a:gd name="connsiteY169" fmla="*/ 894468 h 949779"/>
              <a:gd name="connsiteX170" fmla="*/ 9200027 w 12233785"/>
              <a:gd name="connsiteY170" fmla="*/ 896534 h 949779"/>
              <a:gd name="connsiteX171" fmla="*/ 9200154 w 12233785"/>
              <a:gd name="connsiteY171" fmla="*/ 898355 h 949779"/>
              <a:gd name="connsiteX172" fmla="*/ 9189742 w 12233785"/>
              <a:gd name="connsiteY172" fmla="*/ 900122 h 949779"/>
              <a:gd name="connsiteX173" fmla="*/ 9180529 w 12233785"/>
              <a:gd name="connsiteY173" fmla="*/ 897377 h 949779"/>
              <a:gd name="connsiteX174" fmla="*/ 9184946 w 12233785"/>
              <a:gd name="connsiteY174" fmla="*/ 895556 h 949779"/>
              <a:gd name="connsiteX175" fmla="*/ 9193149 w 12233785"/>
              <a:gd name="connsiteY175" fmla="*/ 894496 h 949779"/>
              <a:gd name="connsiteX176" fmla="*/ 1893462 w 12233785"/>
              <a:gd name="connsiteY176" fmla="*/ 894197 h 949779"/>
              <a:gd name="connsiteX177" fmla="*/ 1899204 w 12233785"/>
              <a:gd name="connsiteY177" fmla="*/ 894387 h 949779"/>
              <a:gd name="connsiteX178" fmla="*/ 1905009 w 12233785"/>
              <a:gd name="connsiteY178" fmla="*/ 894550 h 949779"/>
              <a:gd name="connsiteX179" fmla="*/ 1905577 w 12233785"/>
              <a:gd name="connsiteY179" fmla="*/ 894550 h 949779"/>
              <a:gd name="connsiteX180" fmla="*/ 1892200 w 12233785"/>
              <a:gd name="connsiteY180" fmla="*/ 900366 h 949779"/>
              <a:gd name="connsiteX181" fmla="*/ 1887278 w 12233785"/>
              <a:gd name="connsiteY181" fmla="*/ 900258 h 949779"/>
              <a:gd name="connsiteX182" fmla="*/ 1882481 w 12233785"/>
              <a:gd name="connsiteY182" fmla="*/ 900176 h 949779"/>
              <a:gd name="connsiteX183" fmla="*/ 1881283 w 12233785"/>
              <a:gd name="connsiteY183" fmla="*/ 900176 h 949779"/>
              <a:gd name="connsiteX184" fmla="*/ 1893462 w 12233785"/>
              <a:gd name="connsiteY184" fmla="*/ 894197 h 949779"/>
              <a:gd name="connsiteX185" fmla="*/ 5899404 w 12233785"/>
              <a:gd name="connsiteY185" fmla="*/ 894197 h 949779"/>
              <a:gd name="connsiteX186" fmla="*/ 5905146 w 12233785"/>
              <a:gd name="connsiteY186" fmla="*/ 894387 h 949779"/>
              <a:gd name="connsiteX187" fmla="*/ 5910951 w 12233785"/>
              <a:gd name="connsiteY187" fmla="*/ 894550 h 949779"/>
              <a:gd name="connsiteX188" fmla="*/ 5911519 w 12233785"/>
              <a:gd name="connsiteY188" fmla="*/ 894550 h 949779"/>
              <a:gd name="connsiteX189" fmla="*/ 5898142 w 12233785"/>
              <a:gd name="connsiteY189" fmla="*/ 900366 h 949779"/>
              <a:gd name="connsiteX190" fmla="*/ 5893220 w 12233785"/>
              <a:gd name="connsiteY190" fmla="*/ 900258 h 949779"/>
              <a:gd name="connsiteX191" fmla="*/ 5888423 w 12233785"/>
              <a:gd name="connsiteY191" fmla="*/ 900176 h 949779"/>
              <a:gd name="connsiteX192" fmla="*/ 5887226 w 12233785"/>
              <a:gd name="connsiteY192" fmla="*/ 900176 h 949779"/>
              <a:gd name="connsiteX193" fmla="*/ 5899404 w 12233785"/>
              <a:gd name="connsiteY193" fmla="*/ 894197 h 949779"/>
              <a:gd name="connsiteX194" fmla="*/ 2345081 w 12233785"/>
              <a:gd name="connsiteY194" fmla="*/ 888353 h 949779"/>
              <a:gd name="connsiteX195" fmla="*/ 2376442 w 12233785"/>
              <a:gd name="connsiteY195" fmla="*/ 889848 h 949779"/>
              <a:gd name="connsiteX196" fmla="*/ 2381868 w 12233785"/>
              <a:gd name="connsiteY196" fmla="*/ 894713 h 949779"/>
              <a:gd name="connsiteX197" fmla="*/ 2377136 w 12233785"/>
              <a:gd name="connsiteY197" fmla="*/ 899416 h 949779"/>
              <a:gd name="connsiteX198" fmla="*/ 2345712 w 12233785"/>
              <a:gd name="connsiteY198" fmla="*/ 893871 h 949779"/>
              <a:gd name="connsiteX199" fmla="*/ 2334480 w 12233785"/>
              <a:gd name="connsiteY199" fmla="*/ 894088 h 949779"/>
              <a:gd name="connsiteX200" fmla="*/ 2323247 w 12233785"/>
              <a:gd name="connsiteY200" fmla="*/ 894306 h 949779"/>
              <a:gd name="connsiteX201" fmla="*/ 2316306 w 12233785"/>
              <a:gd name="connsiteY201" fmla="*/ 894170 h 949779"/>
              <a:gd name="connsiteX202" fmla="*/ 2308229 w 12233785"/>
              <a:gd name="connsiteY202" fmla="*/ 890881 h 949779"/>
              <a:gd name="connsiteX203" fmla="*/ 2313403 w 12233785"/>
              <a:gd name="connsiteY203" fmla="*/ 889087 h 949779"/>
              <a:gd name="connsiteX204" fmla="*/ 2325835 w 12233785"/>
              <a:gd name="connsiteY204" fmla="*/ 888353 h 949779"/>
              <a:gd name="connsiteX205" fmla="*/ 2326655 w 12233785"/>
              <a:gd name="connsiteY205" fmla="*/ 888353 h 949779"/>
              <a:gd name="connsiteX206" fmla="*/ 2345081 w 12233785"/>
              <a:gd name="connsiteY206" fmla="*/ 888734 h 949779"/>
              <a:gd name="connsiteX207" fmla="*/ 2345081 w 12233785"/>
              <a:gd name="connsiteY207" fmla="*/ 888435 h 949779"/>
              <a:gd name="connsiteX208" fmla="*/ 6351023 w 12233785"/>
              <a:gd name="connsiteY208" fmla="*/ 888353 h 949779"/>
              <a:gd name="connsiteX209" fmla="*/ 6382384 w 12233785"/>
              <a:gd name="connsiteY209" fmla="*/ 889848 h 949779"/>
              <a:gd name="connsiteX210" fmla="*/ 6387811 w 12233785"/>
              <a:gd name="connsiteY210" fmla="*/ 894713 h 949779"/>
              <a:gd name="connsiteX211" fmla="*/ 6383078 w 12233785"/>
              <a:gd name="connsiteY211" fmla="*/ 899416 h 949779"/>
              <a:gd name="connsiteX212" fmla="*/ 6351654 w 12233785"/>
              <a:gd name="connsiteY212" fmla="*/ 893871 h 949779"/>
              <a:gd name="connsiteX213" fmla="*/ 6340422 w 12233785"/>
              <a:gd name="connsiteY213" fmla="*/ 894088 h 949779"/>
              <a:gd name="connsiteX214" fmla="*/ 6329189 w 12233785"/>
              <a:gd name="connsiteY214" fmla="*/ 894306 h 949779"/>
              <a:gd name="connsiteX215" fmla="*/ 6322248 w 12233785"/>
              <a:gd name="connsiteY215" fmla="*/ 894170 h 949779"/>
              <a:gd name="connsiteX216" fmla="*/ 6314171 w 12233785"/>
              <a:gd name="connsiteY216" fmla="*/ 890881 h 949779"/>
              <a:gd name="connsiteX217" fmla="*/ 6319345 w 12233785"/>
              <a:gd name="connsiteY217" fmla="*/ 889087 h 949779"/>
              <a:gd name="connsiteX218" fmla="*/ 6331777 w 12233785"/>
              <a:gd name="connsiteY218" fmla="*/ 888353 h 949779"/>
              <a:gd name="connsiteX219" fmla="*/ 6332597 w 12233785"/>
              <a:gd name="connsiteY219" fmla="*/ 888353 h 949779"/>
              <a:gd name="connsiteX220" fmla="*/ 6351023 w 12233785"/>
              <a:gd name="connsiteY220" fmla="*/ 888734 h 949779"/>
              <a:gd name="connsiteX221" fmla="*/ 6351023 w 12233785"/>
              <a:gd name="connsiteY221" fmla="*/ 888435 h 949779"/>
              <a:gd name="connsiteX222" fmla="*/ 8818452 w 12233785"/>
              <a:gd name="connsiteY222" fmla="*/ 888353 h 949779"/>
              <a:gd name="connsiteX223" fmla="*/ 8849813 w 12233785"/>
              <a:gd name="connsiteY223" fmla="*/ 889848 h 949779"/>
              <a:gd name="connsiteX224" fmla="*/ 8855239 w 12233785"/>
              <a:gd name="connsiteY224" fmla="*/ 894713 h 949779"/>
              <a:gd name="connsiteX225" fmla="*/ 8850506 w 12233785"/>
              <a:gd name="connsiteY225" fmla="*/ 899416 h 949779"/>
              <a:gd name="connsiteX226" fmla="*/ 8819082 w 12233785"/>
              <a:gd name="connsiteY226" fmla="*/ 893871 h 949779"/>
              <a:gd name="connsiteX227" fmla="*/ 8807850 w 12233785"/>
              <a:gd name="connsiteY227" fmla="*/ 894088 h 949779"/>
              <a:gd name="connsiteX228" fmla="*/ 8796617 w 12233785"/>
              <a:gd name="connsiteY228" fmla="*/ 894306 h 949779"/>
              <a:gd name="connsiteX229" fmla="*/ 8789676 w 12233785"/>
              <a:gd name="connsiteY229" fmla="*/ 894170 h 949779"/>
              <a:gd name="connsiteX230" fmla="*/ 8781599 w 12233785"/>
              <a:gd name="connsiteY230" fmla="*/ 890881 h 949779"/>
              <a:gd name="connsiteX231" fmla="*/ 8786774 w 12233785"/>
              <a:gd name="connsiteY231" fmla="*/ 889087 h 949779"/>
              <a:gd name="connsiteX232" fmla="*/ 8799205 w 12233785"/>
              <a:gd name="connsiteY232" fmla="*/ 888353 h 949779"/>
              <a:gd name="connsiteX233" fmla="*/ 8800025 w 12233785"/>
              <a:gd name="connsiteY233" fmla="*/ 888353 h 949779"/>
              <a:gd name="connsiteX234" fmla="*/ 8818452 w 12233785"/>
              <a:gd name="connsiteY234" fmla="*/ 888734 h 949779"/>
              <a:gd name="connsiteX235" fmla="*/ 8818452 w 12233785"/>
              <a:gd name="connsiteY235" fmla="*/ 888435 h 949779"/>
              <a:gd name="connsiteX236" fmla="*/ 8103065 w 12233785"/>
              <a:gd name="connsiteY236" fmla="*/ 886668 h 949779"/>
              <a:gd name="connsiteX237" fmla="*/ 8103130 w 12233785"/>
              <a:gd name="connsiteY237" fmla="*/ 886804 h 949779"/>
              <a:gd name="connsiteX238" fmla="*/ 8102950 w 12233785"/>
              <a:gd name="connsiteY238" fmla="*/ 886846 h 949779"/>
              <a:gd name="connsiteX239" fmla="*/ 8391520 w 12233785"/>
              <a:gd name="connsiteY239" fmla="*/ 879282 h 949779"/>
              <a:gd name="connsiteX240" fmla="*/ 8391794 w 12233785"/>
              <a:gd name="connsiteY240" fmla="*/ 880153 h 949779"/>
              <a:gd name="connsiteX241" fmla="*/ 8390913 w 12233785"/>
              <a:gd name="connsiteY241" fmla="*/ 879900 h 949779"/>
              <a:gd name="connsiteX242" fmla="*/ 5355653 w 12233785"/>
              <a:gd name="connsiteY242" fmla="*/ 877516 h 949779"/>
              <a:gd name="connsiteX243" fmla="*/ 5357613 w 12233785"/>
              <a:gd name="connsiteY243" fmla="*/ 878254 h 949779"/>
              <a:gd name="connsiteX244" fmla="*/ 5357370 w 12233785"/>
              <a:gd name="connsiteY244" fmla="*/ 880716 h 949779"/>
              <a:gd name="connsiteX245" fmla="*/ 5353015 w 12233785"/>
              <a:gd name="connsiteY245" fmla="*/ 878704 h 949779"/>
              <a:gd name="connsiteX246" fmla="*/ 1912140 w 12233785"/>
              <a:gd name="connsiteY246" fmla="*/ 877046 h 949779"/>
              <a:gd name="connsiteX247" fmla="*/ 1912265 w 12233785"/>
              <a:gd name="connsiteY247" fmla="*/ 877074 h 949779"/>
              <a:gd name="connsiteX248" fmla="*/ 1912262 w 12233785"/>
              <a:gd name="connsiteY248" fmla="*/ 877076 h 949779"/>
              <a:gd name="connsiteX249" fmla="*/ 1917882 w 12233785"/>
              <a:gd name="connsiteY249" fmla="*/ 878433 h 949779"/>
              <a:gd name="connsiteX250" fmla="*/ 1921416 w 12233785"/>
              <a:gd name="connsiteY250" fmla="*/ 889658 h 949779"/>
              <a:gd name="connsiteX251" fmla="*/ 1907096 w 12233785"/>
              <a:gd name="connsiteY251" fmla="*/ 893671 h 949779"/>
              <a:gd name="connsiteX252" fmla="*/ 1907091 w 12233785"/>
              <a:gd name="connsiteY252" fmla="*/ 893708 h 949779"/>
              <a:gd name="connsiteX253" fmla="*/ 1906965 w 12233785"/>
              <a:gd name="connsiteY253" fmla="*/ 893739 h 949779"/>
              <a:gd name="connsiteX254" fmla="*/ 1906965 w 12233785"/>
              <a:gd name="connsiteY254" fmla="*/ 894550 h 949779"/>
              <a:gd name="connsiteX255" fmla="*/ 1905639 w 12233785"/>
              <a:gd name="connsiteY255" fmla="*/ 894550 h 949779"/>
              <a:gd name="connsiteX256" fmla="*/ 1905892 w 12233785"/>
              <a:gd name="connsiteY256" fmla="*/ 894007 h 949779"/>
              <a:gd name="connsiteX257" fmla="*/ 1906965 w 12233785"/>
              <a:gd name="connsiteY257" fmla="*/ 893739 h 949779"/>
              <a:gd name="connsiteX258" fmla="*/ 1906965 w 12233785"/>
              <a:gd name="connsiteY258" fmla="*/ 893708 h 949779"/>
              <a:gd name="connsiteX259" fmla="*/ 1907096 w 12233785"/>
              <a:gd name="connsiteY259" fmla="*/ 893671 h 949779"/>
              <a:gd name="connsiteX260" fmla="*/ 1909048 w 12233785"/>
              <a:gd name="connsiteY260" fmla="*/ 879357 h 949779"/>
              <a:gd name="connsiteX261" fmla="*/ 1912262 w 12233785"/>
              <a:gd name="connsiteY261" fmla="*/ 877076 h 949779"/>
              <a:gd name="connsiteX262" fmla="*/ 5918082 w 12233785"/>
              <a:gd name="connsiteY262" fmla="*/ 877046 h 949779"/>
              <a:gd name="connsiteX263" fmla="*/ 5918207 w 12233785"/>
              <a:gd name="connsiteY263" fmla="*/ 877074 h 949779"/>
              <a:gd name="connsiteX264" fmla="*/ 5918204 w 12233785"/>
              <a:gd name="connsiteY264" fmla="*/ 877076 h 949779"/>
              <a:gd name="connsiteX265" fmla="*/ 5923824 w 12233785"/>
              <a:gd name="connsiteY265" fmla="*/ 878433 h 949779"/>
              <a:gd name="connsiteX266" fmla="*/ 5927358 w 12233785"/>
              <a:gd name="connsiteY266" fmla="*/ 889658 h 949779"/>
              <a:gd name="connsiteX267" fmla="*/ 5913038 w 12233785"/>
              <a:gd name="connsiteY267" fmla="*/ 893671 h 949779"/>
              <a:gd name="connsiteX268" fmla="*/ 5913033 w 12233785"/>
              <a:gd name="connsiteY268" fmla="*/ 893708 h 949779"/>
              <a:gd name="connsiteX269" fmla="*/ 5912907 w 12233785"/>
              <a:gd name="connsiteY269" fmla="*/ 893739 h 949779"/>
              <a:gd name="connsiteX270" fmla="*/ 5912907 w 12233785"/>
              <a:gd name="connsiteY270" fmla="*/ 894550 h 949779"/>
              <a:gd name="connsiteX271" fmla="*/ 5911582 w 12233785"/>
              <a:gd name="connsiteY271" fmla="*/ 894550 h 949779"/>
              <a:gd name="connsiteX272" fmla="*/ 5911835 w 12233785"/>
              <a:gd name="connsiteY272" fmla="*/ 894007 h 949779"/>
              <a:gd name="connsiteX273" fmla="*/ 5912907 w 12233785"/>
              <a:gd name="connsiteY273" fmla="*/ 893739 h 949779"/>
              <a:gd name="connsiteX274" fmla="*/ 5912907 w 12233785"/>
              <a:gd name="connsiteY274" fmla="*/ 893708 h 949779"/>
              <a:gd name="connsiteX275" fmla="*/ 5913038 w 12233785"/>
              <a:gd name="connsiteY275" fmla="*/ 893671 h 949779"/>
              <a:gd name="connsiteX276" fmla="*/ 5914990 w 12233785"/>
              <a:gd name="connsiteY276" fmla="*/ 879357 h 949779"/>
              <a:gd name="connsiteX277" fmla="*/ 5918204 w 12233785"/>
              <a:gd name="connsiteY277" fmla="*/ 877076 h 949779"/>
              <a:gd name="connsiteX278" fmla="*/ 2003132 w 12233785"/>
              <a:gd name="connsiteY278" fmla="*/ 876938 h 949779"/>
              <a:gd name="connsiteX279" fmla="*/ 2002754 w 12233785"/>
              <a:gd name="connsiteY279" fmla="*/ 880851 h 949779"/>
              <a:gd name="connsiteX280" fmla="*/ 1998273 w 12233785"/>
              <a:gd name="connsiteY280" fmla="*/ 878759 h 949779"/>
              <a:gd name="connsiteX281" fmla="*/ 2001050 w 12233785"/>
              <a:gd name="connsiteY281" fmla="*/ 877536 h 949779"/>
              <a:gd name="connsiteX282" fmla="*/ 6009074 w 12233785"/>
              <a:gd name="connsiteY282" fmla="*/ 876938 h 949779"/>
              <a:gd name="connsiteX283" fmla="*/ 6008696 w 12233785"/>
              <a:gd name="connsiteY283" fmla="*/ 880851 h 949779"/>
              <a:gd name="connsiteX284" fmla="*/ 6004215 w 12233785"/>
              <a:gd name="connsiteY284" fmla="*/ 878759 h 949779"/>
              <a:gd name="connsiteX285" fmla="*/ 6006992 w 12233785"/>
              <a:gd name="connsiteY285" fmla="*/ 877536 h 949779"/>
              <a:gd name="connsiteX286" fmla="*/ 8476503 w 12233785"/>
              <a:gd name="connsiteY286" fmla="*/ 876938 h 949779"/>
              <a:gd name="connsiteX287" fmla="*/ 8476124 w 12233785"/>
              <a:gd name="connsiteY287" fmla="*/ 880851 h 949779"/>
              <a:gd name="connsiteX288" fmla="*/ 8471643 w 12233785"/>
              <a:gd name="connsiteY288" fmla="*/ 878759 h 949779"/>
              <a:gd name="connsiteX289" fmla="*/ 8474421 w 12233785"/>
              <a:gd name="connsiteY289" fmla="*/ 877536 h 949779"/>
              <a:gd name="connsiteX290" fmla="*/ 10705383 w 12233785"/>
              <a:gd name="connsiteY290" fmla="*/ 876883 h 949779"/>
              <a:gd name="connsiteX291" fmla="*/ 10705005 w 12233785"/>
              <a:gd name="connsiteY291" fmla="*/ 880716 h 949779"/>
              <a:gd name="connsiteX292" fmla="*/ 10700651 w 12233785"/>
              <a:gd name="connsiteY292" fmla="*/ 878704 h 949779"/>
              <a:gd name="connsiteX293" fmla="*/ 10703364 w 12233785"/>
              <a:gd name="connsiteY293" fmla="*/ 877482 h 949779"/>
              <a:gd name="connsiteX294" fmla="*/ 10756432 w 12233785"/>
              <a:gd name="connsiteY294" fmla="*/ 876883 h 949779"/>
              <a:gd name="connsiteX295" fmla="*/ 10759776 w 12233785"/>
              <a:gd name="connsiteY295" fmla="*/ 877753 h 949779"/>
              <a:gd name="connsiteX296" fmla="*/ 10756054 w 12233785"/>
              <a:gd name="connsiteY296" fmla="*/ 880471 h 949779"/>
              <a:gd name="connsiteX297" fmla="*/ 10752836 w 12233785"/>
              <a:gd name="connsiteY297" fmla="*/ 878596 h 949779"/>
              <a:gd name="connsiteX298" fmla="*/ 5470425 w 12233785"/>
              <a:gd name="connsiteY298" fmla="*/ 876856 h 949779"/>
              <a:gd name="connsiteX299" fmla="*/ 5474423 w 12233785"/>
              <a:gd name="connsiteY299" fmla="*/ 877318 h 949779"/>
              <a:gd name="connsiteX300" fmla="*/ 5478904 w 12233785"/>
              <a:gd name="connsiteY300" fmla="*/ 881504 h 949779"/>
              <a:gd name="connsiteX301" fmla="*/ 5480859 w 12233785"/>
              <a:gd name="connsiteY301" fmla="*/ 881504 h 949779"/>
              <a:gd name="connsiteX302" fmla="*/ 5481553 w 12233785"/>
              <a:gd name="connsiteY302" fmla="*/ 882265 h 949779"/>
              <a:gd name="connsiteX303" fmla="*/ 5489442 w 12233785"/>
              <a:gd name="connsiteY303" fmla="*/ 886016 h 949779"/>
              <a:gd name="connsiteX304" fmla="*/ 5485340 w 12233785"/>
              <a:gd name="connsiteY304" fmla="*/ 886288 h 949779"/>
              <a:gd name="connsiteX305" fmla="*/ 5481553 w 12233785"/>
              <a:gd name="connsiteY305" fmla="*/ 882265 h 949779"/>
              <a:gd name="connsiteX306" fmla="*/ 5479471 w 12233785"/>
              <a:gd name="connsiteY306" fmla="*/ 882211 h 949779"/>
              <a:gd name="connsiteX307" fmla="*/ 5478904 w 12233785"/>
              <a:gd name="connsiteY307" fmla="*/ 881504 h 949779"/>
              <a:gd name="connsiteX308" fmla="*/ 5475495 w 12233785"/>
              <a:gd name="connsiteY308" fmla="*/ 881422 h 949779"/>
              <a:gd name="connsiteX309" fmla="*/ 5475495 w 12233785"/>
              <a:gd name="connsiteY309" fmla="*/ 881449 h 949779"/>
              <a:gd name="connsiteX310" fmla="*/ 5446279 w 12233785"/>
              <a:gd name="connsiteY310" fmla="*/ 887266 h 949779"/>
              <a:gd name="connsiteX311" fmla="*/ 5434795 w 12233785"/>
              <a:gd name="connsiteY311" fmla="*/ 886369 h 949779"/>
              <a:gd name="connsiteX312" fmla="*/ 5435954 w 12233785"/>
              <a:gd name="connsiteY312" fmla="*/ 884822 h 949779"/>
              <a:gd name="connsiteX313" fmla="*/ 5437562 w 12233785"/>
              <a:gd name="connsiteY313" fmla="*/ 884494 h 949779"/>
              <a:gd name="connsiteX314" fmla="*/ 5460720 w 12233785"/>
              <a:gd name="connsiteY314" fmla="*/ 881858 h 949779"/>
              <a:gd name="connsiteX315" fmla="*/ 5513846 w 12233785"/>
              <a:gd name="connsiteY315" fmla="*/ 876704 h 949779"/>
              <a:gd name="connsiteX316" fmla="*/ 5527335 w 12233785"/>
              <a:gd name="connsiteY316" fmla="*/ 877518 h 949779"/>
              <a:gd name="connsiteX317" fmla="*/ 5518594 w 12233785"/>
              <a:gd name="connsiteY317" fmla="*/ 881341 h 949779"/>
              <a:gd name="connsiteX318" fmla="*/ 5515439 w 12233785"/>
              <a:gd name="connsiteY318" fmla="*/ 881260 h 949779"/>
              <a:gd name="connsiteX319" fmla="*/ 5510707 w 12233785"/>
              <a:gd name="connsiteY319" fmla="*/ 879900 h 949779"/>
              <a:gd name="connsiteX320" fmla="*/ 8445106 w 12233785"/>
              <a:gd name="connsiteY320" fmla="*/ 876642 h 949779"/>
              <a:gd name="connsiteX321" fmla="*/ 8452587 w 12233785"/>
              <a:gd name="connsiteY321" fmla="*/ 878134 h 949779"/>
              <a:gd name="connsiteX322" fmla="*/ 8442049 w 12233785"/>
              <a:gd name="connsiteY322" fmla="*/ 881667 h 949779"/>
              <a:gd name="connsiteX323" fmla="*/ 8441621 w 12233785"/>
              <a:gd name="connsiteY323" fmla="*/ 881529 h 949779"/>
              <a:gd name="connsiteX324" fmla="*/ 1969814 w 12233785"/>
              <a:gd name="connsiteY324" fmla="*/ 876259 h 949779"/>
              <a:gd name="connsiteX325" fmla="*/ 1979217 w 12233785"/>
              <a:gd name="connsiteY325" fmla="*/ 878134 h 949779"/>
              <a:gd name="connsiteX326" fmla="*/ 1968678 w 12233785"/>
              <a:gd name="connsiteY326" fmla="*/ 881667 h 949779"/>
              <a:gd name="connsiteX327" fmla="*/ 1959592 w 12233785"/>
              <a:gd name="connsiteY327" fmla="*/ 878731 h 949779"/>
              <a:gd name="connsiteX328" fmla="*/ 1969373 w 12233785"/>
              <a:gd name="connsiteY328" fmla="*/ 876259 h 949779"/>
              <a:gd name="connsiteX329" fmla="*/ 1969814 w 12233785"/>
              <a:gd name="connsiteY329" fmla="*/ 876259 h 949779"/>
              <a:gd name="connsiteX330" fmla="*/ 5975756 w 12233785"/>
              <a:gd name="connsiteY330" fmla="*/ 876259 h 949779"/>
              <a:gd name="connsiteX331" fmla="*/ 5985159 w 12233785"/>
              <a:gd name="connsiteY331" fmla="*/ 878134 h 949779"/>
              <a:gd name="connsiteX332" fmla="*/ 5974621 w 12233785"/>
              <a:gd name="connsiteY332" fmla="*/ 881667 h 949779"/>
              <a:gd name="connsiteX333" fmla="*/ 5965534 w 12233785"/>
              <a:gd name="connsiteY333" fmla="*/ 878731 h 949779"/>
              <a:gd name="connsiteX334" fmla="*/ 5975315 w 12233785"/>
              <a:gd name="connsiteY334" fmla="*/ 876259 h 949779"/>
              <a:gd name="connsiteX335" fmla="*/ 5975756 w 12233785"/>
              <a:gd name="connsiteY335" fmla="*/ 876259 h 949779"/>
              <a:gd name="connsiteX336" fmla="*/ 8339572 w 12233785"/>
              <a:gd name="connsiteY336" fmla="*/ 876204 h 949779"/>
              <a:gd name="connsiteX337" fmla="*/ 8349542 w 12233785"/>
              <a:gd name="connsiteY337" fmla="*/ 877590 h 949779"/>
              <a:gd name="connsiteX338" fmla="*/ 8346071 w 12233785"/>
              <a:gd name="connsiteY338" fmla="*/ 882564 h 949779"/>
              <a:gd name="connsiteX339" fmla="*/ 8345132 w 12233785"/>
              <a:gd name="connsiteY339" fmla="*/ 883554 h 949779"/>
              <a:gd name="connsiteX340" fmla="*/ 8326486 w 12233785"/>
              <a:gd name="connsiteY340" fmla="*/ 887266 h 949779"/>
              <a:gd name="connsiteX341" fmla="*/ 8315002 w 12233785"/>
              <a:gd name="connsiteY341" fmla="*/ 886369 h 949779"/>
              <a:gd name="connsiteX342" fmla="*/ 8319504 w 12233785"/>
              <a:gd name="connsiteY342" fmla="*/ 880357 h 949779"/>
              <a:gd name="connsiteX343" fmla="*/ 8338058 w 12233785"/>
              <a:gd name="connsiteY343" fmla="*/ 876394 h 949779"/>
              <a:gd name="connsiteX344" fmla="*/ 8339572 w 12233785"/>
              <a:gd name="connsiteY344" fmla="*/ 876204 h 949779"/>
              <a:gd name="connsiteX345" fmla="*/ 5324934 w 12233785"/>
              <a:gd name="connsiteY345" fmla="*/ 876014 h 949779"/>
              <a:gd name="connsiteX346" fmla="*/ 5324925 w 12233785"/>
              <a:gd name="connsiteY346" fmla="*/ 876018 h 949779"/>
              <a:gd name="connsiteX347" fmla="*/ 5328847 w 12233785"/>
              <a:gd name="connsiteY347" fmla="*/ 876177 h 949779"/>
              <a:gd name="connsiteX348" fmla="*/ 5332317 w 12233785"/>
              <a:gd name="connsiteY348" fmla="*/ 877455 h 949779"/>
              <a:gd name="connsiteX349" fmla="*/ 5335536 w 12233785"/>
              <a:gd name="connsiteY349" fmla="*/ 879438 h 949779"/>
              <a:gd name="connsiteX350" fmla="*/ 5333202 w 12233785"/>
              <a:gd name="connsiteY350" fmla="*/ 880552 h 949779"/>
              <a:gd name="connsiteX351" fmla="*/ 5330740 w 12233785"/>
              <a:gd name="connsiteY351" fmla="*/ 881260 h 949779"/>
              <a:gd name="connsiteX352" fmla="*/ 5313331 w 12233785"/>
              <a:gd name="connsiteY352" fmla="*/ 881691 h 949779"/>
              <a:gd name="connsiteX353" fmla="*/ 5313324 w 12233785"/>
              <a:gd name="connsiteY353" fmla="*/ 881694 h 949779"/>
              <a:gd name="connsiteX354" fmla="*/ 5313199 w 12233785"/>
              <a:gd name="connsiteY354" fmla="*/ 881694 h 949779"/>
              <a:gd name="connsiteX355" fmla="*/ 5313072 w 12233785"/>
              <a:gd name="connsiteY355" fmla="*/ 882129 h 949779"/>
              <a:gd name="connsiteX356" fmla="*/ 5312062 w 12233785"/>
              <a:gd name="connsiteY356" fmla="*/ 882129 h 949779"/>
              <a:gd name="connsiteX357" fmla="*/ 5311997 w 12233785"/>
              <a:gd name="connsiteY357" fmla="*/ 882130 h 949779"/>
              <a:gd name="connsiteX358" fmla="*/ 5298874 w 12233785"/>
              <a:gd name="connsiteY358" fmla="*/ 887755 h 949779"/>
              <a:gd name="connsiteX359" fmla="*/ 5295908 w 12233785"/>
              <a:gd name="connsiteY359" fmla="*/ 887674 h 949779"/>
              <a:gd name="connsiteX360" fmla="*/ 5278744 w 12233785"/>
              <a:gd name="connsiteY360" fmla="*/ 885934 h 949779"/>
              <a:gd name="connsiteX361" fmla="*/ 5278050 w 12233785"/>
              <a:gd name="connsiteY361" fmla="*/ 884304 h 949779"/>
              <a:gd name="connsiteX362" fmla="*/ 5282846 w 12233785"/>
              <a:gd name="connsiteY362" fmla="*/ 882564 h 949779"/>
              <a:gd name="connsiteX363" fmla="*/ 5311997 w 12233785"/>
              <a:gd name="connsiteY363" fmla="*/ 882130 h 949779"/>
              <a:gd name="connsiteX364" fmla="*/ 5311999 w 12233785"/>
              <a:gd name="connsiteY364" fmla="*/ 882129 h 949779"/>
              <a:gd name="connsiteX365" fmla="*/ 5312062 w 12233785"/>
              <a:gd name="connsiteY365" fmla="*/ 882129 h 949779"/>
              <a:gd name="connsiteX366" fmla="*/ 5312314 w 12233785"/>
              <a:gd name="connsiteY366" fmla="*/ 881694 h 949779"/>
              <a:gd name="connsiteX367" fmla="*/ 5313199 w 12233785"/>
              <a:gd name="connsiteY367" fmla="*/ 881694 h 949779"/>
              <a:gd name="connsiteX368" fmla="*/ 5313331 w 12233785"/>
              <a:gd name="connsiteY368" fmla="*/ 881691 h 949779"/>
              <a:gd name="connsiteX369" fmla="*/ 5324925 w 12233785"/>
              <a:gd name="connsiteY369" fmla="*/ 876018 h 949779"/>
              <a:gd name="connsiteX370" fmla="*/ 5324808 w 12233785"/>
              <a:gd name="connsiteY370" fmla="*/ 876014 h 949779"/>
              <a:gd name="connsiteX371" fmla="*/ 10672570 w 12233785"/>
              <a:gd name="connsiteY371" fmla="*/ 876014 h 949779"/>
              <a:gd name="connsiteX372" fmla="*/ 10672561 w 12233785"/>
              <a:gd name="connsiteY372" fmla="*/ 876018 h 949779"/>
              <a:gd name="connsiteX373" fmla="*/ 10676482 w 12233785"/>
              <a:gd name="connsiteY373" fmla="*/ 876177 h 949779"/>
              <a:gd name="connsiteX374" fmla="*/ 10679953 w 12233785"/>
              <a:gd name="connsiteY374" fmla="*/ 877455 h 949779"/>
              <a:gd name="connsiteX375" fmla="*/ 10683171 w 12233785"/>
              <a:gd name="connsiteY375" fmla="*/ 879438 h 949779"/>
              <a:gd name="connsiteX376" fmla="*/ 10680837 w 12233785"/>
              <a:gd name="connsiteY376" fmla="*/ 880552 h 949779"/>
              <a:gd name="connsiteX377" fmla="*/ 10678376 w 12233785"/>
              <a:gd name="connsiteY377" fmla="*/ 881260 h 949779"/>
              <a:gd name="connsiteX378" fmla="*/ 10660967 w 12233785"/>
              <a:gd name="connsiteY378" fmla="*/ 881691 h 949779"/>
              <a:gd name="connsiteX379" fmla="*/ 10660959 w 12233785"/>
              <a:gd name="connsiteY379" fmla="*/ 881694 h 949779"/>
              <a:gd name="connsiteX380" fmla="*/ 10660834 w 12233785"/>
              <a:gd name="connsiteY380" fmla="*/ 881694 h 949779"/>
              <a:gd name="connsiteX381" fmla="*/ 10660708 w 12233785"/>
              <a:gd name="connsiteY381" fmla="*/ 882129 h 949779"/>
              <a:gd name="connsiteX382" fmla="*/ 10659698 w 12233785"/>
              <a:gd name="connsiteY382" fmla="*/ 882129 h 949779"/>
              <a:gd name="connsiteX383" fmla="*/ 10659632 w 12233785"/>
              <a:gd name="connsiteY383" fmla="*/ 882130 h 949779"/>
              <a:gd name="connsiteX384" fmla="*/ 10646509 w 12233785"/>
              <a:gd name="connsiteY384" fmla="*/ 887755 h 949779"/>
              <a:gd name="connsiteX385" fmla="*/ 10643543 w 12233785"/>
              <a:gd name="connsiteY385" fmla="*/ 887674 h 949779"/>
              <a:gd name="connsiteX386" fmla="*/ 10626379 w 12233785"/>
              <a:gd name="connsiteY386" fmla="*/ 885934 h 949779"/>
              <a:gd name="connsiteX387" fmla="*/ 10625686 w 12233785"/>
              <a:gd name="connsiteY387" fmla="*/ 884304 h 949779"/>
              <a:gd name="connsiteX388" fmla="*/ 10630481 w 12233785"/>
              <a:gd name="connsiteY388" fmla="*/ 882564 h 949779"/>
              <a:gd name="connsiteX389" fmla="*/ 10659632 w 12233785"/>
              <a:gd name="connsiteY389" fmla="*/ 882130 h 949779"/>
              <a:gd name="connsiteX390" fmla="*/ 10659634 w 12233785"/>
              <a:gd name="connsiteY390" fmla="*/ 882129 h 949779"/>
              <a:gd name="connsiteX391" fmla="*/ 10659698 w 12233785"/>
              <a:gd name="connsiteY391" fmla="*/ 882129 h 949779"/>
              <a:gd name="connsiteX392" fmla="*/ 10659950 w 12233785"/>
              <a:gd name="connsiteY392" fmla="*/ 881694 h 949779"/>
              <a:gd name="connsiteX393" fmla="*/ 10660834 w 12233785"/>
              <a:gd name="connsiteY393" fmla="*/ 881694 h 949779"/>
              <a:gd name="connsiteX394" fmla="*/ 10660967 w 12233785"/>
              <a:gd name="connsiteY394" fmla="*/ 881691 h 949779"/>
              <a:gd name="connsiteX395" fmla="*/ 10672561 w 12233785"/>
              <a:gd name="connsiteY395" fmla="*/ 876018 h 949779"/>
              <a:gd name="connsiteX396" fmla="*/ 10672443 w 12233785"/>
              <a:gd name="connsiteY396" fmla="*/ 876014 h 949779"/>
              <a:gd name="connsiteX397" fmla="*/ 10806788 w 12233785"/>
              <a:gd name="connsiteY397" fmla="*/ 875551 h 949779"/>
              <a:gd name="connsiteX398" fmla="*/ 10822059 w 12233785"/>
              <a:gd name="connsiteY398" fmla="*/ 877318 h 949779"/>
              <a:gd name="connsiteX399" fmla="*/ 10826539 w 12233785"/>
              <a:gd name="connsiteY399" fmla="*/ 881504 h 949779"/>
              <a:gd name="connsiteX400" fmla="*/ 10828495 w 12233785"/>
              <a:gd name="connsiteY400" fmla="*/ 881504 h 949779"/>
              <a:gd name="connsiteX401" fmla="*/ 10829188 w 12233785"/>
              <a:gd name="connsiteY401" fmla="*/ 882265 h 949779"/>
              <a:gd name="connsiteX402" fmla="*/ 10837077 w 12233785"/>
              <a:gd name="connsiteY402" fmla="*/ 886016 h 949779"/>
              <a:gd name="connsiteX403" fmla="*/ 10832975 w 12233785"/>
              <a:gd name="connsiteY403" fmla="*/ 886288 h 949779"/>
              <a:gd name="connsiteX404" fmla="*/ 10829188 w 12233785"/>
              <a:gd name="connsiteY404" fmla="*/ 882265 h 949779"/>
              <a:gd name="connsiteX405" fmla="*/ 10827106 w 12233785"/>
              <a:gd name="connsiteY405" fmla="*/ 882211 h 949779"/>
              <a:gd name="connsiteX406" fmla="*/ 10826539 w 12233785"/>
              <a:gd name="connsiteY406" fmla="*/ 881504 h 949779"/>
              <a:gd name="connsiteX407" fmla="*/ 10823131 w 12233785"/>
              <a:gd name="connsiteY407" fmla="*/ 881422 h 949779"/>
              <a:gd name="connsiteX408" fmla="*/ 10823131 w 12233785"/>
              <a:gd name="connsiteY408" fmla="*/ 881449 h 949779"/>
              <a:gd name="connsiteX409" fmla="*/ 10793915 w 12233785"/>
              <a:gd name="connsiteY409" fmla="*/ 887266 h 949779"/>
              <a:gd name="connsiteX410" fmla="*/ 10782431 w 12233785"/>
              <a:gd name="connsiteY410" fmla="*/ 886369 h 949779"/>
              <a:gd name="connsiteX411" fmla="*/ 10787479 w 12233785"/>
              <a:gd name="connsiteY411" fmla="*/ 879629 h 949779"/>
              <a:gd name="connsiteX412" fmla="*/ 10806788 w 12233785"/>
              <a:gd name="connsiteY412" fmla="*/ 875551 h 949779"/>
              <a:gd name="connsiteX413" fmla="*/ 10886360 w 12233785"/>
              <a:gd name="connsiteY413" fmla="*/ 870741 h 949779"/>
              <a:gd name="connsiteX414" fmla="*/ 10888631 w 12233785"/>
              <a:gd name="connsiteY414" fmla="*/ 873323 h 949779"/>
              <a:gd name="connsiteX415" fmla="*/ 10880238 w 12233785"/>
              <a:gd name="connsiteY415" fmla="*/ 875252 h 949779"/>
              <a:gd name="connsiteX416" fmla="*/ 10879797 w 12233785"/>
              <a:gd name="connsiteY416" fmla="*/ 875905 h 949779"/>
              <a:gd name="connsiteX417" fmla="*/ 10878672 w 12233785"/>
              <a:gd name="connsiteY417" fmla="*/ 875905 h 949779"/>
              <a:gd name="connsiteX418" fmla="*/ 10878660 w 12233785"/>
              <a:gd name="connsiteY418" fmla="*/ 875932 h 949779"/>
              <a:gd name="connsiteX419" fmla="*/ 10878594 w 12233785"/>
              <a:gd name="connsiteY419" fmla="*/ 875934 h 949779"/>
              <a:gd name="connsiteX420" fmla="*/ 10866230 w 12233785"/>
              <a:gd name="connsiteY420" fmla="*/ 881341 h 949779"/>
              <a:gd name="connsiteX421" fmla="*/ 10863074 w 12233785"/>
              <a:gd name="connsiteY421" fmla="*/ 881260 h 949779"/>
              <a:gd name="connsiteX422" fmla="*/ 10858342 w 12233785"/>
              <a:gd name="connsiteY422" fmla="*/ 879900 h 949779"/>
              <a:gd name="connsiteX423" fmla="*/ 10861813 w 12233785"/>
              <a:gd name="connsiteY423" fmla="*/ 876367 h 949779"/>
              <a:gd name="connsiteX424" fmla="*/ 10878594 w 12233785"/>
              <a:gd name="connsiteY424" fmla="*/ 875934 h 949779"/>
              <a:gd name="connsiteX425" fmla="*/ 10878660 w 12233785"/>
              <a:gd name="connsiteY425" fmla="*/ 875905 h 949779"/>
              <a:gd name="connsiteX426" fmla="*/ 10878672 w 12233785"/>
              <a:gd name="connsiteY426" fmla="*/ 875905 h 949779"/>
              <a:gd name="connsiteX427" fmla="*/ 10878850 w 12233785"/>
              <a:gd name="connsiteY427" fmla="*/ 875470 h 949779"/>
              <a:gd name="connsiteX428" fmla="*/ 10880238 w 12233785"/>
              <a:gd name="connsiteY428" fmla="*/ 875252 h 949779"/>
              <a:gd name="connsiteX429" fmla="*/ 10884024 w 12233785"/>
              <a:gd name="connsiteY429" fmla="*/ 871121 h 949779"/>
              <a:gd name="connsiteX430" fmla="*/ 10886296 w 12233785"/>
              <a:gd name="connsiteY430" fmla="*/ 870741 h 949779"/>
              <a:gd name="connsiteX431" fmla="*/ 1390036 w 12233785"/>
              <a:gd name="connsiteY431" fmla="*/ 864163 h 949779"/>
              <a:gd name="connsiteX432" fmla="*/ 1392118 w 12233785"/>
              <a:gd name="connsiteY432" fmla="*/ 864218 h 949779"/>
              <a:gd name="connsiteX433" fmla="*/ 1403161 w 12233785"/>
              <a:gd name="connsiteY433" fmla="*/ 869192 h 949779"/>
              <a:gd name="connsiteX434" fmla="*/ 1391298 w 12233785"/>
              <a:gd name="connsiteY434" fmla="*/ 875144 h 949779"/>
              <a:gd name="connsiteX435" fmla="*/ 1387448 w 12233785"/>
              <a:gd name="connsiteY435" fmla="*/ 874845 h 949779"/>
              <a:gd name="connsiteX436" fmla="*/ 1379624 w 12233785"/>
              <a:gd name="connsiteY436" fmla="*/ 868131 h 949779"/>
              <a:gd name="connsiteX437" fmla="*/ 1390036 w 12233785"/>
              <a:gd name="connsiteY437" fmla="*/ 864163 h 949779"/>
              <a:gd name="connsiteX438" fmla="*/ 11343279 w 12233785"/>
              <a:gd name="connsiteY438" fmla="*/ 813772 h 949779"/>
              <a:gd name="connsiteX439" fmla="*/ 11343328 w 12233785"/>
              <a:gd name="connsiteY439" fmla="*/ 813801 h 949779"/>
              <a:gd name="connsiteX440" fmla="*/ 11361389 w 12233785"/>
              <a:gd name="connsiteY440" fmla="*/ 814288 h 949779"/>
              <a:gd name="connsiteX441" fmla="*/ 11365553 w 12233785"/>
              <a:gd name="connsiteY441" fmla="*/ 816218 h 949779"/>
              <a:gd name="connsiteX442" fmla="*/ 11358613 w 12233785"/>
              <a:gd name="connsiteY442" fmla="*/ 819643 h 949779"/>
              <a:gd name="connsiteX443" fmla="*/ 11353879 w 12233785"/>
              <a:gd name="connsiteY443" fmla="*/ 819942 h 949779"/>
              <a:gd name="connsiteX444" fmla="*/ 11343328 w 12233785"/>
              <a:gd name="connsiteY444" fmla="*/ 813801 h 949779"/>
              <a:gd name="connsiteX445" fmla="*/ 11343279 w 12233785"/>
              <a:gd name="connsiteY445" fmla="*/ 813800 h 949779"/>
              <a:gd name="connsiteX446" fmla="*/ 11336085 w 12233785"/>
              <a:gd name="connsiteY446" fmla="*/ 808717 h 949779"/>
              <a:gd name="connsiteX447" fmla="*/ 11338294 w 12233785"/>
              <a:gd name="connsiteY447" fmla="*/ 809043 h 949779"/>
              <a:gd name="connsiteX448" fmla="*/ 11342964 w 12233785"/>
              <a:gd name="connsiteY448" fmla="*/ 813690 h 949779"/>
              <a:gd name="connsiteX449" fmla="*/ 11343153 w 12233785"/>
              <a:gd name="connsiteY449" fmla="*/ 813690 h 949779"/>
              <a:gd name="connsiteX450" fmla="*/ 11343153 w 12233785"/>
              <a:gd name="connsiteY450" fmla="*/ 813800 h 949779"/>
              <a:gd name="connsiteX451" fmla="*/ 11343026 w 12233785"/>
              <a:gd name="connsiteY451" fmla="*/ 813800 h 949779"/>
              <a:gd name="connsiteX452" fmla="*/ 11342964 w 12233785"/>
              <a:gd name="connsiteY452" fmla="*/ 813690 h 949779"/>
              <a:gd name="connsiteX453" fmla="*/ 11333372 w 12233785"/>
              <a:gd name="connsiteY453" fmla="*/ 811408 h 949779"/>
              <a:gd name="connsiteX454" fmla="*/ 11336022 w 12233785"/>
              <a:gd name="connsiteY454" fmla="*/ 808717 h 949779"/>
              <a:gd name="connsiteX455" fmla="*/ 11437714 w 12233785"/>
              <a:gd name="connsiteY455" fmla="*/ 793358 h 949779"/>
              <a:gd name="connsiteX456" fmla="*/ 11443225 w 12233785"/>
              <a:gd name="connsiteY456" fmla="*/ 795313 h 949779"/>
              <a:gd name="connsiteX457" fmla="*/ 11439766 w 12233785"/>
              <a:gd name="connsiteY457" fmla="*/ 797441 h 949779"/>
              <a:gd name="connsiteX458" fmla="*/ 11435769 w 12233785"/>
              <a:gd name="connsiteY458" fmla="*/ 795758 h 949779"/>
              <a:gd name="connsiteX459" fmla="*/ 11435715 w 12233785"/>
              <a:gd name="connsiteY459" fmla="*/ 795758 h 949779"/>
              <a:gd name="connsiteX460" fmla="*/ 11437714 w 12233785"/>
              <a:gd name="connsiteY460" fmla="*/ 793358 h 949779"/>
              <a:gd name="connsiteX461" fmla="*/ 11267628 w 12233785"/>
              <a:gd name="connsiteY461" fmla="*/ 787617 h 949779"/>
              <a:gd name="connsiteX462" fmla="*/ 11268927 w 12233785"/>
              <a:gd name="connsiteY462" fmla="*/ 790405 h 949779"/>
              <a:gd name="connsiteX463" fmla="*/ 11263012 w 12233785"/>
              <a:gd name="connsiteY463" fmla="*/ 789198 h 949779"/>
              <a:gd name="connsiteX464" fmla="*/ 11262603 w 12233785"/>
              <a:gd name="connsiteY464" fmla="*/ 788731 h 949779"/>
              <a:gd name="connsiteX465" fmla="*/ 11262549 w 12233785"/>
              <a:gd name="connsiteY465" fmla="*/ 788731 h 949779"/>
              <a:gd name="connsiteX466" fmla="*/ 11531834 w 12233785"/>
              <a:gd name="connsiteY466" fmla="*/ 787320 h 949779"/>
              <a:gd name="connsiteX467" fmla="*/ 11532050 w 12233785"/>
              <a:gd name="connsiteY467" fmla="*/ 791676 h 949779"/>
              <a:gd name="connsiteX468" fmla="*/ 11531834 w 12233785"/>
              <a:gd name="connsiteY468" fmla="*/ 787320 h 949779"/>
              <a:gd name="connsiteX469" fmla="*/ 11918157 w 12233785"/>
              <a:gd name="connsiteY469" fmla="*/ 734959 h 949779"/>
              <a:gd name="connsiteX470" fmla="*/ 11919418 w 12233785"/>
              <a:gd name="connsiteY470" fmla="*/ 735719 h 949779"/>
              <a:gd name="connsiteX471" fmla="*/ 11920165 w 12233785"/>
              <a:gd name="connsiteY471" fmla="*/ 736568 h 949779"/>
              <a:gd name="connsiteX472" fmla="*/ 11916495 w 12233785"/>
              <a:gd name="connsiteY472" fmla="*/ 738322 h 949779"/>
              <a:gd name="connsiteX473" fmla="*/ 11912457 w 12233785"/>
              <a:gd name="connsiteY473" fmla="*/ 736174 h 949779"/>
              <a:gd name="connsiteX474" fmla="*/ 11914127 w 12233785"/>
              <a:gd name="connsiteY474" fmla="*/ 735494 h 949779"/>
              <a:gd name="connsiteX475" fmla="*/ 12007109 w 12233785"/>
              <a:gd name="connsiteY475" fmla="*/ 715708 h 949779"/>
              <a:gd name="connsiteX476" fmla="*/ 12007067 w 12233785"/>
              <a:gd name="connsiteY476" fmla="*/ 715739 h 949779"/>
              <a:gd name="connsiteX477" fmla="*/ 12012284 w 12233785"/>
              <a:gd name="connsiteY477" fmla="*/ 723128 h 949779"/>
              <a:gd name="connsiteX478" fmla="*/ 12004584 w 12233785"/>
              <a:gd name="connsiteY478" fmla="*/ 725058 h 949779"/>
              <a:gd name="connsiteX479" fmla="*/ 12001052 w 12233785"/>
              <a:gd name="connsiteY479" fmla="*/ 720138 h 949779"/>
              <a:gd name="connsiteX480" fmla="*/ 12007067 w 12233785"/>
              <a:gd name="connsiteY480" fmla="*/ 715739 h 949779"/>
              <a:gd name="connsiteX481" fmla="*/ 12007047 w 12233785"/>
              <a:gd name="connsiteY481" fmla="*/ 715708 h 949779"/>
              <a:gd name="connsiteX482" fmla="*/ 442121 w 12233785"/>
              <a:gd name="connsiteY482" fmla="*/ 704266 h 949779"/>
              <a:gd name="connsiteX483" fmla="*/ 449314 w 12233785"/>
              <a:gd name="connsiteY483" fmla="*/ 705434 h 949779"/>
              <a:gd name="connsiteX484" fmla="*/ 445275 w 12233785"/>
              <a:gd name="connsiteY484" fmla="*/ 707011 h 949779"/>
              <a:gd name="connsiteX485" fmla="*/ 441742 w 12233785"/>
              <a:gd name="connsiteY485" fmla="*/ 706141 h 949779"/>
              <a:gd name="connsiteX486" fmla="*/ 483326 w 12233785"/>
              <a:gd name="connsiteY486" fmla="*/ 690893 h 949779"/>
              <a:gd name="connsiteX487" fmla="*/ 487743 w 12233785"/>
              <a:gd name="connsiteY487" fmla="*/ 693068 h 949779"/>
              <a:gd name="connsiteX488" fmla="*/ 492965 w 12233785"/>
              <a:gd name="connsiteY488" fmla="*/ 699394 h 949779"/>
              <a:gd name="connsiteX489" fmla="*/ 497156 w 12233785"/>
              <a:gd name="connsiteY489" fmla="*/ 700242 h 949779"/>
              <a:gd name="connsiteX490" fmla="*/ 488021 w 12233785"/>
              <a:gd name="connsiteY490" fmla="*/ 701608 h 949779"/>
              <a:gd name="connsiteX491" fmla="*/ 500396 w 12233785"/>
              <a:gd name="connsiteY491" fmla="*/ 708284 h 949779"/>
              <a:gd name="connsiteX492" fmla="*/ 494747 w 12233785"/>
              <a:gd name="connsiteY492" fmla="*/ 708260 h 949779"/>
              <a:gd name="connsiteX493" fmla="*/ 479162 w 12233785"/>
              <a:gd name="connsiteY493" fmla="*/ 693068 h 949779"/>
              <a:gd name="connsiteX494" fmla="*/ 336881 w 12233785"/>
              <a:gd name="connsiteY494" fmla="*/ 612847 h 949779"/>
              <a:gd name="connsiteX495" fmla="*/ 352215 w 12233785"/>
              <a:gd name="connsiteY495" fmla="*/ 622089 h 949779"/>
              <a:gd name="connsiteX496" fmla="*/ 343065 w 12233785"/>
              <a:gd name="connsiteY496" fmla="*/ 635678 h 949779"/>
              <a:gd name="connsiteX497" fmla="*/ 354653 w 12233785"/>
              <a:gd name="connsiteY497" fmla="*/ 640991 h 949779"/>
              <a:gd name="connsiteX498" fmla="*/ 345890 w 12233785"/>
              <a:gd name="connsiteY498" fmla="*/ 640991 h 949779"/>
              <a:gd name="connsiteX499" fmla="*/ 333902 w 12233785"/>
              <a:gd name="connsiteY499" fmla="*/ 650151 h 949779"/>
              <a:gd name="connsiteX500" fmla="*/ 346837 w 12233785"/>
              <a:gd name="connsiteY500" fmla="*/ 659174 h 949779"/>
              <a:gd name="connsiteX501" fmla="*/ 358574 w 12233785"/>
              <a:gd name="connsiteY501" fmla="*/ 665181 h 949779"/>
              <a:gd name="connsiteX502" fmla="*/ 345260 w 12233785"/>
              <a:gd name="connsiteY502" fmla="*/ 671323 h 949779"/>
              <a:gd name="connsiteX503" fmla="*/ 341411 w 12233785"/>
              <a:gd name="connsiteY503" fmla="*/ 671242 h 949779"/>
              <a:gd name="connsiteX504" fmla="*/ 335289 w 12233785"/>
              <a:gd name="connsiteY504" fmla="*/ 671107 h 949779"/>
              <a:gd name="connsiteX505" fmla="*/ 320713 w 12233785"/>
              <a:gd name="connsiteY505" fmla="*/ 671514 h 949779"/>
              <a:gd name="connsiteX506" fmla="*/ 306074 w 12233785"/>
              <a:gd name="connsiteY506" fmla="*/ 671921 h 949779"/>
              <a:gd name="connsiteX507" fmla="*/ 289674 w 12233785"/>
              <a:gd name="connsiteY507" fmla="*/ 670745 h 949779"/>
              <a:gd name="connsiteX508" fmla="*/ 292647 w 12233785"/>
              <a:gd name="connsiteY508" fmla="*/ 670251 h 949779"/>
              <a:gd name="connsiteX509" fmla="*/ 330382 w 12233785"/>
              <a:gd name="connsiteY509" fmla="*/ 668131 h 949779"/>
              <a:gd name="connsiteX510" fmla="*/ 338900 w 12233785"/>
              <a:gd name="connsiteY510" fmla="*/ 661118 h 949779"/>
              <a:gd name="connsiteX511" fmla="*/ 326280 w 12233785"/>
              <a:gd name="connsiteY511" fmla="*/ 647584 h 949779"/>
              <a:gd name="connsiteX512" fmla="*/ 320727 w 12233785"/>
              <a:gd name="connsiteY512" fmla="*/ 645354 h 949779"/>
              <a:gd name="connsiteX513" fmla="*/ 311452 w 12233785"/>
              <a:gd name="connsiteY513" fmla="*/ 647882 h 949779"/>
              <a:gd name="connsiteX514" fmla="*/ 306656 w 12233785"/>
              <a:gd name="connsiteY514" fmla="*/ 648752 h 949779"/>
              <a:gd name="connsiteX515" fmla="*/ 302239 w 12233785"/>
              <a:gd name="connsiteY515" fmla="*/ 646333 h 949779"/>
              <a:gd name="connsiteX516" fmla="*/ 300472 w 12233785"/>
              <a:gd name="connsiteY516" fmla="*/ 637717 h 949779"/>
              <a:gd name="connsiteX517" fmla="*/ 272328 w 12233785"/>
              <a:gd name="connsiteY517" fmla="*/ 624562 h 949779"/>
              <a:gd name="connsiteX518" fmla="*/ 271634 w 12233785"/>
              <a:gd name="connsiteY518" fmla="*/ 624562 h 949779"/>
              <a:gd name="connsiteX519" fmla="*/ 271381 w 12233785"/>
              <a:gd name="connsiteY519" fmla="*/ 624562 h 949779"/>
              <a:gd name="connsiteX520" fmla="*/ 267596 w 12233785"/>
              <a:gd name="connsiteY520" fmla="*/ 620757 h 949779"/>
              <a:gd name="connsiteX521" fmla="*/ 272518 w 12233785"/>
              <a:gd name="connsiteY521" fmla="*/ 619017 h 949779"/>
              <a:gd name="connsiteX522" fmla="*/ 278702 w 12233785"/>
              <a:gd name="connsiteY522" fmla="*/ 619180 h 949779"/>
              <a:gd name="connsiteX523" fmla="*/ 333664 w 12233785"/>
              <a:gd name="connsiteY523" fmla="*/ 612983 h 949779"/>
              <a:gd name="connsiteX524" fmla="*/ 336881 w 12233785"/>
              <a:gd name="connsiteY524" fmla="*/ 612847 h 949779"/>
              <a:gd name="connsiteX525" fmla="*/ 11937025 w 12233785"/>
              <a:gd name="connsiteY525" fmla="*/ 609892 h 949779"/>
              <a:gd name="connsiteX526" fmla="*/ 11951537 w 12233785"/>
              <a:gd name="connsiteY526" fmla="*/ 615376 h 949779"/>
              <a:gd name="connsiteX527" fmla="*/ 11901236 w 12233785"/>
              <a:gd name="connsiteY527" fmla="*/ 615376 h 949779"/>
              <a:gd name="connsiteX528" fmla="*/ 11937025 w 12233785"/>
              <a:gd name="connsiteY528" fmla="*/ 609892 h 949779"/>
              <a:gd name="connsiteX529" fmla="*/ 12039543 w 12233785"/>
              <a:gd name="connsiteY529" fmla="*/ 597993 h 949779"/>
              <a:gd name="connsiteX530" fmla="*/ 12039607 w 12233785"/>
              <a:gd name="connsiteY530" fmla="*/ 598020 h 949779"/>
              <a:gd name="connsiteX531" fmla="*/ 12042572 w 12233785"/>
              <a:gd name="connsiteY531" fmla="*/ 598128 h 949779"/>
              <a:gd name="connsiteX532" fmla="*/ 12050838 w 12233785"/>
              <a:gd name="connsiteY532" fmla="*/ 601390 h 949779"/>
              <a:gd name="connsiteX533" fmla="*/ 12049071 w 12233785"/>
              <a:gd name="connsiteY533" fmla="*/ 606745 h 949779"/>
              <a:gd name="connsiteX534" fmla="*/ 12035848 w 12233785"/>
              <a:gd name="connsiteY534" fmla="*/ 609247 h 949779"/>
              <a:gd name="connsiteX535" fmla="*/ 12020696 w 12233785"/>
              <a:gd name="connsiteY535" fmla="*/ 604315 h 949779"/>
              <a:gd name="connsiteX536" fmla="*/ 12020904 w 12233785"/>
              <a:gd name="connsiteY536" fmla="*/ 603442 h 949779"/>
              <a:gd name="connsiteX537" fmla="*/ 12027136 w 12233785"/>
              <a:gd name="connsiteY537" fmla="*/ 600235 h 949779"/>
              <a:gd name="connsiteX538" fmla="*/ 12039543 w 12233785"/>
              <a:gd name="connsiteY538" fmla="*/ 597993 h 949779"/>
              <a:gd name="connsiteX539" fmla="*/ 404322 w 12233785"/>
              <a:gd name="connsiteY539" fmla="*/ 537110 h 949779"/>
              <a:gd name="connsiteX540" fmla="*/ 408298 w 12233785"/>
              <a:gd name="connsiteY540" fmla="*/ 537355 h 949779"/>
              <a:gd name="connsiteX541" fmla="*/ 400537 w 12233785"/>
              <a:gd name="connsiteY541" fmla="*/ 541160 h 949779"/>
              <a:gd name="connsiteX542" fmla="*/ 399969 w 12233785"/>
              <a:gd name="connsiteY542" fmla="*/ 541758 h 949779"/>
              <a:gd name="connsiteX543" fmla="*/ 398833 w 12233785"/>
              <a:gd name="connsiteY543" fmla="*/ 541242 h 949779"/>
              <a:gd name="connsiteX544" fmla="*/ 400473 w 12233785"/>
              <a:gd name="connsiteY544" fmla="*/ 541160 h 949779"/>
              <a:gd name="connsiteX545" fmla="*/ 404260 w 12233785"/>
              <a:gd name="connsiteY545" fmla="*/ 537110 h 949779"/>
              <a:gd name="connsiteX546" fmla="*/ 12033447 w 12233785"/>
              <a:gd name="connsiteY546" fmla="*/ 468992 h 949779"/>
              <a:gd name="connsiteX547" fmla="*/ 12032259 w 12233785"/>
              <a:gd name="connsiteY547" fmla="*/ 472357 h 949779"/>
              <a:gd name="connsiteX548" fmla="*/ 12032259 w 12233785"/>
              <a:gd name="connsiteY548" fmla="*/ 472382 h 949779"/>
              <a:gd name="connsiteX549" fmla="*/ 12020751 w 12233785"/>
              <a:gd name="connsiteY549" fmla="*/ 471342 h 949779"/>
              <a:gd name="connsiteX550" fmla="*/ 12033447 w 12233785"/>
              <a:gd name="connsiteY550" fmla="*/ 468992 h 949779"/>
              <a:gd name="connsiteX551" fmla="*/ 11951836 w 12233785"/>
              <a:gd name="connsiteY551" fmla="*/ 461862 h 949779"/>
              <a:gd name="connsiteX552" fmla="*/ 11979688 w 12233785"/>
              <a:gd name="connsiteY552" fmla="*/ 463598 h 949779"/>
              <a:gd name="connsiteX553" fmla="*/ 11951998 w 12233785"/>
              <a:gd name="connsiteY553" fmla="*/ 467226 h 949779"/>
              <a:gd name="connsiteX554" fmla="*/ 11929471 w 12233785"/>
              <a:gd name="connsiteY554" fmla="*/ 465383 h 949779"/>
              <a:gd name="connsiteX555" fmla="*/ 11948286 w 12233785"/>
              <a:gd name="connsiteY555" fmla="*/ 462254 h 949779"/>
              <a:gd name="connsiteX556" fmla="*/ 12121408 w 12233785"/>
              <a:gd name="connsiteY556" fmla="*/ 454319 h 949779"/>
              <a:gd name="connsiteX557" fmla="*/ 12120700 w 12233785"/>
              <a:gd name="connsiteY557" fmla="*/ 454320 h 949779"/>
              <a:gd name="connsiteX558" fmla="*/ 12120814 w 12233785"/>
              <a:gd name="connsiteY558" fmla="*/ 454665 h 949779"/>
              <a:gd name="connsiteX559" fmla="*/ 310912 w 12233785"/>
              <a:gd name="connsiteY559" fmla="*/ 433213 h 949779"/>
              <a:gd name="connsiteX560" fmla="*/ 310533 w 12233785"/>
              <a:gd name="connsiteY560" fmla="*/ 433534 h 949779"/>
              <a:gd name="connsiteX561" fmla="*/ 311276 w 12233785"/>
              <a:gd name="connsiteY561" fmla="*/ 433299 h 949779"/>
              <a:gd name="connsiteX562" fmla="*/ 476342 w 12233785"/>
              <a:gd name="connsiteY562" fmla="*/ 420453 h 949779"/>
              <a:gd name="connsiteX563" fmla="*/ 498233 w 12233785"/>
              <a:gd name="connsiteY563" fmla="*/ 420696 h 949779"/>
              <a:gd name="connsiteX564" fmla="*/ 498233 w 12233785"/>
              <a:gd name="connsiteY564" fmla="*/ 426012 h 949779"/>
              <a:gd name="connsiteX565" fmla="*/ 474460 w 12233785"/>
              <a:gd name="connsiteY565" fmla="*/ 421212 h 949779"/>
              <a:gd name="connsiteX566" fmla="*/ 12099148 w 12233785"/>
              <a:gd name="connsiteY566" fmla="*/ 418985 h 949779"/>
              <a:gd name="connsiteX567" fmla="*/ 12098243 w 12233785"/>
              <a:gd name="connsiteY567" fmla="*/ 419061 h 949779"/>
              <a:gd name="connsiteX568" fmla="*/ 12098283 w 12233785"/>
              <a:gd name="connsiteY568" fmla="*/ 419183 h 949779"/>
              <a:gd name="connsiteX569" fmla="*/ 457343 w 12233785"/>
              <a:gd name="connsiteY569" fmla="*/ 408021 h 949779"/>
              <a:gd name="connsiteX570" fmla="*/ 457911 w 12233785"/>
              <a:gd name="connsiteY570" fmla="*/ 408619 h 949779"/>
              <a:gd name="connsiteX571" fmla="*/ 465672 w 12233785"/>
              <a:gd name="connsiteY571" fmla="*/ 412424 h 949779"/>
              <a:gd name="connsiteX572" fmla="*/ 461696 w 12233785"/>
              <a:gd name="connsiteY572" fmla="*/ 412669 h 949779"/>
              <a:gd name="connsiteX573" fmla="*/ 461634 w 12233785"/>
              <a:gd name="connsiteY573" fmla="*/ 412669 h 949779"/>
              <a:gd name="connsiteX574" fmla="*/ 457847 w 12233785"/>
              <a:gd name="connsiteY574" fmla="*/ 408619 h 949779"/>
              <a:gd name="connsiteX575" fmla="*/ 456207 w 12233785"/>
              <a:gd name="connsiteY575" fmla="*/ 408538 h 949779"/>
              <a:gd name="connsiteX576" fmla="*/ 442583 w 12233785"/>
              <a:gd name="connsiteY576" fmla="*/ 398893 h 949779"/>
              <a:gd name="connsiteX577" fmla="*/ 442410 w 12233785"/>
              <a:gd name="connsiteY577" fmla="*/ 399146 h 949779"/>
              <a:gd name="connsiteX578" fmla="*/ 443123 w 12233785"/>
              <a:gd name="connsiteY578" fmla="*/ 399041 h 949779"/>
              <a:gd name="connsiteX579" fmla="*/ 12090040 w 12233785"/>
              <a:gd name="connsiteY579" fmla="*/ 372226 h 949779"/>
              <a:gd name="connsiteX580" fmla="*/ 12094015 w 12233785"/>
              <a:gd name="connsiteY580" fmla="*/ 373748 h 949779"/>
              <a:gd name="connsiteX581" fmla="*/ 12088524 w 12233785"/>
              <a:gd name="connsiteY581" fmla="*/ 375650 h 949779"/>
              <a:gd name="connsiteX582" fmla="*/ 12086442 w 12233785"/>
              <a:gd name="connsiteY582" fmla="*/ 373965 h 949779"/>
              <a:gd name="connsiteX583" fmla="*/ 11942570 w 12233785"/>
              <a:gd name="connsiteY583" fmla="*/ 359642 h 949779"/>
              <a:gd name="connsiteX584" fmla="*/ 11943770 w 12233785"/>
              <a:gd name="connsiteY584" fmla="*/ 359669 h 949779"/>
              <a:gd name="connsiteX585" fmla="*/ 11944067 w 12233785"/>
              <a:gd name="connsiteY585" fmla="*/ 359832 h 949779"/>
              <a:gd name="connsiteX586" fmla="*/ 11940821 w 12233785"/>
              <a:gd name="connsiteY586" fmla="*/ 359822 h 949779"/>
              <a:gd name="connsiteX587" fmla="*/ 11833476 w 12233785"/>
              <a:gd name="connsiteY587" fmla="*/ 350317 h 949779"/>
              <a:gd name="connsiteX588" fmla="*/ 11878220 w 12233785"/>
              <a:gd name="connsiteY588" fmla="*/ 350821 h 949779"/>
              <a:gd name="connsiteX589" fmla="*/ 11915306 w 12233785"/>
              <a:gd name="connsiteY589" fmla="*/ 351429 h 949779"/>
              <a:gd name="connsiteX590" fmla="*/ 11896886 w 12233785"/>
              <a:gd name="connsiteY590" fmla="*/ 359071 h 949779"/>
              <a:gd name="connsiteX591" fmla="*/ 11895307 w 12233785"/>
              <a:gd name="connsiteY591" fmla="*/ 359071 h 949779"/>
              <a:gd name="connsiteX592" fmla="*/ 11840536 w 12233785"/>
              <a:gd name="connsiteY592" fmla="*/ 352983 h 949779"/>
              <a:gd name="connsiteX593" fmla="*/ 11831794 w 12233785"/>
              <a:gd name="connsiteY593" fmla="*/ 350635 h 949779"/>
              <a:gd name="connsiteX594" fmla="*/ 12090355 w 12233785"/>
              <a:gd name="connsiteY594" fmla="*/ 339991 h 949779"/>
              <a:gd name="connsiteX595" fmla="*/ 12106445 w 12233785"/>
              <a:gd name="connsiteY595" fmla="*/ 343035 h 949779"/>
              <a:gd name="connsiteX596" fmla="*/ 12108212 w 12233785"/>
              <a:gd name="connsiteY596" fmla="*/ 348389 h 949779"/>
              <a:gd name="connsiteX597" fmla="*/ 12099946 w 12233785"/>
              <a:gd name="connsiteY597" fmla="*/ 351651 h 949779"/>
              <a:gd name="connsiteX598" fmla="*/ 12096981 w 12233785"/>
              <a:gd name="connsiteY598" fmla="*/ 351759 h 949779"/>
              <a:gd name="connsiteX599" fmla="*/ 12096917 w 12233785"/>
              <a:gd name="connsiteY599" fmla="*/ 351787 h 949779"/>
              <a:gd name="connsiteX600" fmla="*/ 12085575 w 12233785"/>
              <a:gd name="connsiteY600" fmla="*/ 349737 h 949779"/>
              <a:gd name="connsiteX601" fmla="*/ 12086018 w 12233785"/>
              <a:gd name="connsiteY601" fmla="*/ 349628 h 949779"/>
              <a:gd name="connsiteX602" fmla="*/ 12082822 w 12233785"/>
              <a:gd name="connsiteY602" fmla="*/ 348676 h 949779"/>
              <a:gd name="connsiteX603" fmla="*/ 12075084 w 12233785"/>
              <a:gd name="connsiteY603" fmla="*/ 344693 h 949779"/>
              <a:gd name="connsiteX604" fmla="*/ 12073255 w 12233785"/>
              <a:gd name="connsiteY604" fmla="*/ 342383 h 949779"/>
              <a:gd name="connsiteX605" fmla="*/ 12078113 w 12233785"/>
              <a:gd name="connsiteY605" fmla="*/ 340616 h 949779"/>
              <a:gd name="connsiteX606" fmla="*/ 12090355 w 12233785"/>
              <a:gd name="connsiteY606" fmla="*/ 339991 h 949779"/>
              <a:gd name="connsiteX607" fmla="*/ 12013619 w 12233785"/>
              <a:gd name="connsiteY607" fmla="*/ 339360 h 949779"/>
              <a:gd name="connsiteX608" fmla="*/ 12019075 w 12233785"/>
              <a:gd name="connsiteY608" fmla="*/ 339730 h 949779"/>
              <a:gd name="connsiteX609" fmla="*/ 12017617 w 12233785"/>
              <a:gd name="connsiteY609" fmla="*/ 340571 h 949779"/>
              <a:gd name="connsiteX610" fmla="*/ 12017563 w 12233785"/>
              <a:gd name="connsiteY610" fmla="*/ 340571 h 949779"/>
              <a:gd name="connsiteX611" fmla="*/ 12013619 w 12233785"/>
              <a:gd name="connsiteY611" fmla="*/ 339360 h 949779"/>
              <a:gd name="connsiteX612" fmla="*/ 12035331 w 12233785"/>
              <a:gd name="connsiteY612" fmla="*/ 322487 h 949779"/>
              <a:gd name="connsiteX613" fmla="*/ 12051043 w 12233785"/>
              <a:gd name="connsiteY613" fmla="*/ 322922 h 949779"/>
              <a:gd name="connsiteX614" fmla="*/ 12056216 w 12233785"/>
              <a:gd name="connsiteY614" fmla="*/ 324689 h 949779"/>
              <a:gd name="connsiteX615" fmla="*/ 12051925 w 12233785"/>
              <a:gd name="connsiteY615" fmla="*/ 326700 h 949779"/>
              <a:gd name="connsiteX616" fmla="*/ 12048844 w 12233785"/>
              <a:gd name="connsiteY616" fmla="*/ 327408 h 949779"/>
              <a:gd name="connsiteX617" fmla="*/ 12046901 w 12233785"/>
              <a:gd name="connsiteY617" fmla="*/ 323919 h 949779"/>
              <a:gd name="connsiteX618" fmla="*/ 12026194 w 12233785"/>
              <a:gd name="connsiteY618" fmla="*/ 325620 h 949779"/>
              <a:gd name="connsiteX619" fmla="*/ 12011664 w 12233785"/>
              <a:gd name="connsiteY619" fmla="*/ 331580 h 949779"/>
              <a:gd name="connsiteX620" fmla="*/ 12012982 w 12233785"/>
              <a:gd name="connsiteY620" fmla="*/ 331785 h 949779"/>
              <a:gd name="connsiteX621" fmla="*/ 12035743 w 12233785"/>
              <a:gd name="connsiteY621" fmla="*/ 330669 h 949779"/>
              <a:gd name="connsiteX622" fmla="*/ 12035327 w 12233785"/>
              <a:gd name="connsiteY622" fmla="*/ 331511 h 949779"/>
              <a:gd name="connsiteX623" fmla="*/ 12024465 w 12233785"/>
              <a:gd name="connsiteY623" fmla="*/ 333572 h 949779"/>
              <a:gd name="connsiteX624" fmla="*/ 12012982 w 12233785"/>
              <a:gd name="connsiteY624" fmla="*/ 331785 h 949779"/>
              <a:gd name="connsiteX625" fmla="*/ 12010917 w 12233785"/>
              <a:gd name="connsiteY625" fmla="*/ 331887 h 949779"/>
              <a:gd name="connsiteX626" fmla="*/ 12011664 w 12233785"/>
              <a:gd name="connsiteY626" fmla="*/ 331580 h 949779"/>
              <a:gd name="connsiteX627" fmla="*/ 12011565 w 12233785"/>
              <a:gd name="connsiteY627" fmla="*/ 331565 h 949779"/>
              <a:gd name="connsiteX628" fmla="*/ 11984779 w 12233785"/>
              <a:gd name="connsiteY628" fmla="*/ 327040 h 949779"/>
              <a:gd name="connsiteX629" fmla="*/ 11985102 w 12233785"/>
              <a:gd name="connsiteY629" fmla="*/ 326913 h 949779"/>
              <a:gd name="connsiteX630" fmla="*/ 11983878 w 12233785"/>
              <a:gd name="connsiteY630" fmla="*/ 323160 h 949779"/>
              <a:gd name="connsiteX631" fmla="*/ 12001129 w 12233785"/>
              <a:gd name="connsiteY631" fmla="*/ 323574 h 949779"/>
              <a:gd name="connsiteX632" fmla="*/ 12001254 w 12233785"/>
              <a:gd name="connsiteY632" fmla="*/ 323411 h 949779"/>
              <a:gd name="connsiteX633" fmla="*/ 12026370 w 12233785"/>
              <a:gd name="connsiteY633" fmla="*/ 322868 h 949779"/>
              <a:gd name="connsiteX634" fmla="*/ 12035331 w 12233785"/>
              <a:gd name="connsiteY634" fmla="*/ 322487 h 949779"/>
              <a:gd name="connsiteX635" fmla="*/ 12105436 w 12233785"/>
              <a:gd name="connsiteY635" fmla="*/ 321672 h 949779"/>
              <a:gd name="connsiteX636" fmla="*/ 12110105 w 12233785"/>
              <a:gd name="connsiteY636" fmla="*/ 321889 h 949779"/>
              <a:gd name="connsiteX637" fmla="*/ 12120391 w 12233785"/>
              <a:gd name="connsiteY637" fmla="*/ 324498 h 949779"/>
              <a:gd name="connsiteX638" fmla="*/ 12111305 w 12233785"/>
              <a:gd name="connsiteY638" fmla="*/ 327379 h 949779"/>
              <a:gd name="connsiteX639" fmla="*/ 12082783 w 12233785"/>
              <a:gd name="connsiteY639" fmla="*/ 331103 h 949779"/>
              <a:gd name="connsiteX640" fmla="*/ 12077040 w 12233785"/>
              <a:gd name="connsiteY640" fmla="*/ 332734 h 949779"/>
              <a:gd name="connsiteX641" fmla="*/ 12073697 w 12233785"/>
              <a:gd name="connsiteY641" fmla="*/ 331402 h 949779"/>
              <a:gd name="connsiteX642" fmla="*/ 12071993 w 12233785"/>
              <a:gd name="connsiteY642" fmla="*/ 325966 h 949779"/>
              <a:gd name="connsiteX643" fmla="*/ 12079627 w 12233785"/>
              <a:gd name="connsiteY643" fmla="*/ 322106 h 949779"/>
              <a:gd name="connsiteX644" fmla="*/ 12087074 w 12233785"/>
              <a:gd name="connsiteY644" fmla="*/ 321780 h 949779"/>
              <a:gd name="connsiteX645" fmla="*/ 12097927 w 12233785"/>
              <a:gd name="connsiteY645" fmla="*/ 321944 h 949779"/>
              <a:gd name="connsiteX646" fmla="*/ 12097927 w 12233785"/>
              <a:gd name="connsiteY646" fmla="*/ 321807 h 949779"/>
              <a:gd name="connsiteX647" fmla="*/ 12105436 w 12233785"/>
              <a:gd name="connsiteY647" fmla="*/ 321672 h 949779"/>
              <a:gd name="connsiteX648" fmla="*/ 402634 w 12233785"/>
              <a:gd name="connsiteY648" fmla="*/ 278456 h 949779"/>
              <a:gd name="connsiteX649" fmla="*/ 405305 w 12233785"/>
              <a:gd name="connsiteY649" fmla="*/ 279689 h 949779"/>
              <a:gd name="connsiteX650" fmla="*/ 404638 w 12233785"/>
              <a:gd name="connsiteY650" fmla="*/ 279801 h 949779"/>
              <a:gd name="connsiteX651" fmla="*/ 400329 w 12233785"/>
              <a:gd name="connsiteY651" fmla="*/ 278505 h 949779"/>
              <a:gd name="connsiteX652" fmla="*/ 363448 w 12233785"/>
              <a:gd name="connsiteY652" fmla="*/ 277858 h 949779"/>
              <a:gd name="connsiteX653" fmla="*/ 364856 w 12233785"/>
              <a:gd name="connsiteY653" fmla="*/ 277898 h 949779"/>
              <a:gd name="connsiteX654" fmla="*/ 367085 w 12233785"/>
              <a:gd name="connsiteY654" fmla="*/ 281697 h 949779"/>
              <a:gd name="connsiteX655" fmla="*/ 365641 w 12233785"/>
              <a:gd name="connsiteY655" fmla="*/ 286378 h 949779"/>
              <a:gd name="connsiteX656" fmla="*/ 341473 w 12233785"/>
              <a:gd name="connsiteY656" fmla="*/ 288525 h 949779"/>
              <a:gd name="connsiteX657" fmla="*/ 285691 w 12233785"/>
              <a:gd name="connsiteY657" fmla="*/ 314101 h 949779"/>
              <a:gd name="connsiteX658" fmla="*/ 294841 w 12233785"/>
              <a:gd name="connsiteY658" fmla="*/ 327691 h 949779"/>
              <a:gd name="connsiteX659" fmla="*/ 279507 w 12233785"/>
              <a:gd name="connsiteY659" fmla="*/ 336932 h 949779"/>
              <a:gd name="connsiteX660" fmla="*/ 276290 w 12233785"/>
              <a:gd name="connsiteY660" fmla="*/ 336796 h 949779"/>
              <a:gd name="connsiteX661" fmla="*/ 221328 w 12233785"/>
              <a:gd name="connsiteY661" fmla="*/ 330599 h 949779"/>
              <a:gd name="connsiteX662" fmla="*/ 215144 w 12233785"/>
              <a:gd name="connsiteY662" fmla="*/ 330762 h 949779"/>
              <a:gd name="connsiteX663" fmla="*/ 210222 w 12233785"/>
              <a:gd name="connsiteY663" fmla="*/ 329023 h 949779"/>
              <a:gd name="connsiteX664" fmla="*/ 214007 w 12233785"/>
              <a:gd name="connsiteY664" fmla="*/ 325217 h 949779"/>
              <a:gd name="connsiteX665" fmla="*/ 214260 w 12233785"/>
              <a:gd name="connsiteY665" fmla="*/ 325217 h 949779"/>
              <a:gd name="connsiteX666" fmla="*/ 214954 w 12233785"/>
              <a:gd name="connsiteY666" fmla="*/ 325217 h 949779"/>
              <a:gd name="connsiteX667" fmla="*/ 243098 w 12233785"/>
              <a:gd name="connsiteY667" fmla="*/ 312063 h 949779"/>
              <a:gd name="connsiteX668" fmla="*/ 244865 w 12233785"/>
              <a:gd name="connsiteY668" fmla="*/ 303447 h 949779"/>
              <a:gd name="connsiteX669" fmla="*/ 249282 w 12233785"/>
              <a:gd name="connsiteY669" fmla="*/ 301028 h 949779"/>
              <a:gd name="connsiteX670" fmla="*/ 254078 w 12233785"/>
              <a:gd name="connsiteY670" fmla="*/ 301897 h 949779"/>
              <a:gd name="connsiteX671" fmla="*/ 263353 w 12233785"/>
              <a:gd name="connsiteY671" fmla="*/ 304425 h 949779"/>
              <a:gd name="connsiteX672" fmla="*/ 268906 w 12233785"/>
              <a:gd name="connsiteY672" fmla="*/ 302196 h 949779"/>
              <a:gd name="connsiteX673" fmla="*/ 281526 w 12233785"/>
              <a:gd name="connsiteY673" fmla="*/ 288661 h 949779"/>
              <a:gd name="connsiteX674" fmla="*/ 274927 w 12233785"/>
              <a:gd name="connsiteY674" fmla="*/ 283229 h 949779"/>
              <a:gd name="connsiteX675" fmla="*/ 302681 w 12233785"/>
              <a:gd name="connsiteY675" fmla="*/ 284463 h 949779"/>
              <a:gd name="connsiteX676" fmla="*/ 331707 w 12233785"/>
              <a:gd name="connsiteY676" fmla="*/ 283919 h 949779"/>
              <a:gd name="connsiteX677" fmla="*/ 363448 w 12233785"/>
              <a:gd name="connsiteY677" fmla="*/ 277858 h 949779"/>
              <a:gd name="connsiteX678" fmla="*/ 12061958 w 12233785"/>
              <a:gd name="connsiteY678" fmla="*/ 224722 h 949779"/>
              <a:gd name="connsiteX679" fmla="*/ 12069658 w 12233785"/>
              <a:gd name="connsiteY679" fmla="*/ 226652 h 949779"/>
              <a:gd name="connsiteX680" fmla="*/ 12064441 w 12233785"/>
              <a:gd name="connsiteY680" fmla="*/ 234041 h 949779"/>
              <a:gd name="connsiteX681" fmla="*/ 12064483 w 12233785"/>
              <a:gd name="connsiteY681" fmla="*/ 234072 h 949779"/>
              <a:gd name="connsiteX682" fmla="*/ 12064421 w 12233785"/>
              <a:gd name="connsiteY682" fmla="*/ 234072 h 949779"/>
              <a:gd name="connsiteX683" fmla="*/ 12064441 w 12233785"/>
              <a:gd name="connsiteY683" fmla="*/ 234041 h 949779"/>
              <a:gd name="connsiteX684" fmla="*/ 12058426 w 12233785"/>
              <a:gd name="connsiteY684" fmla="*/ 229641 h 949779"/>
              <a:gd name="connsiteX685" fmla="*/ 12061958 w 12233785"/>
              <a:gd name="connsiteY685" fmla="*/ 224722 h 949779"/>
              <a:gd name="connsiteX686" fmla="*/ 506229 w 12233785"/>
              <a:gd name="connsiteY686" fmla="*/ 223657 h 949779"/>
              <a:gd name="connsiteX687" fmla="*/ 528652 w 12233785"/>
              <a:gd name="connsiteY687" fmla="*/ 225661 h 949779"/>
              <a:gd name="connsiteX688" fmla="*/ 527181 w 12233785"/>
              <a:gd name="connsiteY688" fmla="*/ 228860 h 949779"/>
              <a:gd name="connsiteX689" fmla="*/ 501368 w 12233785"/>
              <a:gd name="connsiteY689" fmla="*/ 228898 h 949779"/>
              <a:gd name="connsiteX690" fmla="*/ 499523 w 12233785"/>
              <a:gd name="connsiteY690" fmla="*/ 227789 h 949779"/>
              <a:gd name="connsiteX691" fmla="*/ 506229 w 12233785"/>
              <a:gd name="connsiteY691" fmla="*/ 223657 h 949779"/>
              <a:gd name="connsiteX692" fmla="*/ 11972448 w 12233785"/>
              <a:gd name="connsiteY692" fmla="*/ 214577 h 949779"/>
              <a:gd name="connsiteX693" fmla="*/ 11972379 w 12233785"/>
              <a:gd name="connsiteY693" fmla="*/ 214643 h 949779"/>
              <a:gd name="connsiteX694" fmla="*/ 11972292 w 12233785"/>
              <a:gd name="connsiteY694" fmla="*/ 214608 h 949779"/>
              <a:gd name="connsiteX695" fmla="*/ 11973869 w 12233785"/>
              <a:gd name="connsiteY695" fmla="*/ 211458 h 949779"/>
              <a:gd name="connsiteX696" fmla="*/ 11977908 w 12233785"/>
              <a:gd name="connsiteY696" fmla="*/ 213388 h 949779"/>
              <a:gd name="connsiteX697" fmla="*/ 11974437 w 12233785"/>
              <a:gd name="connsiteY697" fmla="*/ 215481 h 949779"/>
              <a:gd name="connsiteX698" fmla="*/ 11972856 w 12233785"/>
              <a:gd name="connsiteY698" fmla="*/ 214837 h 949779"/>
              <a:gd name="connsiteX699" fmla="*/ 11972988 w 12233785"/>
              <a:gd name="connsiteY699" fmla="*/ 214848 h 949779"/>
              <a:gd name="connsiteX700" fmla="*/ 11970170 w 12233785"/>
              <a:gd name="connsiteY700" fmla="*/ 213424 h 949779"/>
              <a:gd name="connsiteX701" fmla="*/ 454577 w 12233785"/>
              <a:gd name="connsiteY701" fmla="*/ 182186 h 949779"/>
              <a:gd name="connsiteX702" fmla="*/ 453661 w 12233785"/>
              <a:gd name="connsiteY702" fmla="*/ 182293 h 949779"/>
              <a:gd name="connsiteX703" fmla="*/ 453928 w 12233785"/>
              <a:gd name="connsiteY703" fmla="*/ 182508 h 949779"/>
              <a:gd name="connsiteX704" fmla="*/ 821524 w 12233785"/>
              <a:gd name="connsiteY704" fmla="*/ 177088 h 949779"/>
              <a:gd name="connsiteX705" fmla="*/ 851643 w 12233785"/>
              <a:gd name="connsiteY705" fmla="*/ 187902 h 949779"/>
              <a:gd name="connsiteX706" fmla="*/ 723898 w 12233785"/>
              <a:gd name="connsiteY706" fmla="*/ 189705 h 949779"/>
              <a:gd name="connsiteX707" fmla="*/ 695105 w 12233785"/>
              <a:gd name="connsiteY707" fmla="*/ 189659 h 949779"/>
              <a:gd name="connsiteX708" fmla="*/ 695064 w 12233785"/>
              <a:gd name="connsiteY708" fmla="*/ 189684 h 949779"/>
              <a:gd name="connsiteX709" fmla="*/ 695064 w 12233785"/>
              <a:gd name="connsiteY709" fmla="*/ 189659 h 949779"/>
              <a:gd name="connsiteX710" fmla="*/ 695105 w 12233785"/>
              <a:gd name="connsiteY710" fmla="*/ 189659 h 949779"/>
              <a:gd name="connsiteX711" fmla="*/ 705492 w 12233785"/>
              <a:gd name="connsiteY711" fmla="*/ 183350 h 949779"/>
              <a:gd name="connsiteX712" fmla="*/ 821524 w 12233785"/>
              <a:gd name="connsiteY712" fmla="*/ 177088 h 949779"/>
              <a:gd name="connsiteX713" fmla="*/ 442636 w 12233785"/>
              <a:gd name="connsiteY713" fmla="*/ 173427 h 949779"/>
              <a:gd name="connsiteX714" fmla="*/ 443204 w 12233785"/>
              <a:gd name="connsiteY714" fmla="*/ 173884 h 949779"/>
              <a:gd name="connsiteX715" fmla="*/ 443393 w 12233785"/>
              <a:gd name="connsiteY715" fmla="*/ 173824 h 949779"/>
              <a:gd name="connsiteX716" fmla="*/ 709166 w 12233785"/>
              <a:gd name="connsiteY716" fmla="*/ 169171 h 949779"/>
              <a:gd name="connsiteX717" fmla="*/ 713326 w 12233785"/>
              <a:gd name="connsiteY717" fmla="*/ 170483 h 949779"/>
              <a:gd name="connsiteX718" fmla="*/ 708450 w 12233785"/>
              <a:gd name="connsiteY718" fmla="*/ 172165 h 949779"/>
              <a:gd name="connsiteX719" fmla="*/ 709166 w 12233785"/>
              <a:gd name="connsiteY719" fmla="*/ 169171 h 949779"/>
              <a:gd name="connsiteX720" fmla="*/ 12013977 w 12233785"/>
              <a:gd name="connsiteY720" fmla="*/ 165976 h 949779"/>
              <a:gd name="connsiteX721" fmla="*/ 12020642 w 12233785"/>
              <a:gd name="connsiteY721" fmla="*/ 172908 h 949779"/>
              <a:gd name="connsiteX722" fmla="*/ 11996815 w 12233785"/>
              <a:gd name="connsiteY722" fmla="*/ 166079 h 949779"/>
              <a:gd name="connsiteX723" fmla="*/ 12013977 w 12233785"/>
              <a:gd name="connsiteY723" fmla="*/ 165976 h 949779"/>
              <a:gd name="connsiteX724" fmla="*/ 780809 w 12233785"/>
              <a:gd name="connsiteY724" fmla="*/ 155538 h 949779"/>
              <a:gd name="connsiteX725" fmla="*/ 781404 w 12233785"/>
              <a:gd name="connsiteY725" fmla="*/ 158680 h 949779"/>
              <a:gd name="connsiteX726" fmla="*/ 764547 w 12233785"/>
              <a:gd name="connsiteY726" fmla="*/ 160239 h 949779"/>
              <a:gd name="connsiteX727" fmla="*/ 763195 w 12233785"/>
              <a:gd name="connsiteY727" fmla="*/ 155538 h 949779"/>
              <a:gd name="connsiteX728" fmla="*/ 763250 w 12233785"/>
              <a:gd name="connsiteY728" fmla="*/ 155538 h 949779"/>
              <a:gd name="connsiteX729" fmla="*/ 824304 w 12233785"/>
              <a:gd name="connsiteY729" fmla="*/ 153707 h 949779"/>
              <a:gd name="connsiteX730" fmla="*/ 824357 w 12233785"/>
              <a:gd name="connsiteY730" fmla="*/ 153731 h 949779"/>
              <a:gd name="connsiteX731" fmla="*/ 832462 w 12233785"/>
              <a:gd name="connsiteY731" fmla="*/ 156750 h 949779"/>
              <a:gd name="connsiteX732" fmla="*/ 825708 w 12233785"/>
              <a:gd name="connsiteY732" fmla="*/ 159670 h 949779"/>
              <a:gd name="connsiteX733" fmla="*/ 820359 w 12233785"/>
              <a:gd name="connsiteY733" fmla="*/ 157245 h 949779"/>
              <a:gd name="connsiteX734" fmla="*/ 824304 w 12233785"/>
              <a:gd name="connsiteY734" fmla="*/ 153707 h 949779"/>
              <a:gd name="connsiteX735" fmla="*/ 11835354 w 12233785"/>
              <a:gd name="connsiteY735" fmla="*/ 146436 h 949779"/>
              <a:gd name="connsiteX736" fmla="*/ 11893401 w 12233785"/>
              <a:gd name="connsiteY736" fmla="*/ 152271 h 949779"/>
              <a:gd name="connsiteX737" fmla="*/ 11849536 w 12233785"/>
              <a:gd name="connsiteY737" fmla="*/ 156734 h 949779"/>
              <a:gd name="connsiteX738" fmla="*/ 11836934 w 12233785"/>
              <a:gd name="connsiteY738" fmla="*/ 154352 h 949779"/>
              <a:gd name="connsiteX739" fmla="*/ 11836560 w 12233785"/>
              <a:gd name="connsiteY739" fmla="*/ 153185 h 949779"/>
              <a:gd name="connsiteX740" fmla="*/ 11828800 w 12233785"/>
              <a:gd name="connsiteY740" fmla="*/ 149736 h 949779"/>
              <a:gd name="connsiteX741" fmla="*/ 754929 w 12233785"/>
              <a:gd name="connsiteY741" fmla="*/ 145220 h 949779"/>
              <a:gd name="connsiteX742" fmla="*/ 754716 w 12233785"/>
              <a:gd name="connsiteY742" fmla="*/ 146070 h 949779"/>
              <a:gd name="connsiteX743" fmla="*/ 754766 w 12233785"/>
              <a:gd name="connsiteY743" fmla="*/ 146085 h 949779"/>
              <a:gd name="connsiteX744" fmla="*/ 754712 w 12233785"/>
              <a:gd name="connsiteY744" fmla="*/ 146085 h 949779"/>
              <a:gd name="connsiteX745" fmla="*/ 754716 w 12233785"/>
              <a:gd name="connsiteY745" fmla="*/ 146070 h 949779"/>
              <a:gd name="connsiteX746" fmla="*/ 753092 w 12233785"/>
              <a:gd name="connsiteY746" fmla="*/ 145566 h 949779"/>
              <a:gd name="connsiteX747" fmla="*/ 975852 w 12233785"/>
              <a:gd name="connsiteY747" fmla="*/ 139525 h 949779"/>
              <a:gd name="connsiteX748" fmla="*/ 980850 w 12233785"/>
              <a:gd name="connsiteY748" fmla="*/ 139756 h 949779"/>
              <a:gd name="connsiteX749" fmla="*/ 978753 w 12233785"/>
              <a:gd name="connsiteY749" fmla="*/ 140030 h 949779"/>
              <a:gd name="connsiteX750" fmla="*/ 978122 w 12233785"/>
              <a:gd name="connsiteY750" fmla="*/ 140111 h 949779"/>
              <a:gd name="connsiteX751" fmla="*/ 1448672 w 12233785"/>
              <a:gd name="connsiteY751" fmla="*/ 74635 h 949779"/>
              <a:gd name="connsiteX752" fmla="*/ 1460535 w 12233785"/>
              <a:gd name="connsiteY752" fmla="*/ 80588 h 949779"/>
              <a:gd name="connsiteX753" fmla="*/ 1449492 w 12233785"/>
              <a:gd name="connsiteY753" fmla="*/ 85562 h 949779"/>
              <a:gd name="connsiteX754" fmla="*/ 1447410 w 12233785"/>
              <a:gd name="connsiteY754" fmla="*/ 85616 h 949779"/>
              <a:gd name="connsiteX755" fmla="*/ 1436998 w 12233785"/>
              <a:gd name="connsiteY755" fmla="*/ 81648 h 949779"/>
              <a:gd name="connsiteX756" fmla="*/ 1444822 w 12233785"/>
              <a:gd name="connsiteY756" fmla="*/ 74934 h 949779"/>
              <a:gd name="connsiteX757" fmla="*/ 1448672 w 12233785"/>
              <a:gd name="connsiteY757" fmla="*/ 74635 h 949779"/>
              <a:gd name="connsiteX758" fmla="*/ 8449168 w 12233785"/>
              <a:gd name="connsiteY758" fmla="*/ 69626 h 949779"/>
              <a:gd name="connsiteX759" fmla="*/ 8448894 w 12233785"/>
              <a:gd name="connsiteY759" fmla="*/ 70497 h 949779"/>
              <a:gd name="connsiteX760" fmla="*/ 8448287 w 12233785"/>
              <a:gd name="connsiteY760" fmla="*/ 69879 h 949779"/>
              <a:gd name="connsiteX761" fmla="*/ 10813428 w 12233785"/>
              <a:gd name="connsiteY761" fmla="*/ 69308 h 949779"/>
              <a:gd name="connsiteX762" fmla="*/ 10817150 w 12233785"/>
              <a:gd name="connsiteY762" fmla="*/ 72026 h 949779"/>
              <a:gd name="connsiteX763" fmla="*/ 10813806 w 12233785"/>
              <a:gd name="connsiteY763" fmla="*/ 72896 h 949779"/>
              <a:gd name="connsiteX764" fmla="*/ 10810210 w 12233785"/>
              <a:gd name="connsiteY764" fmla="*/ 71184 h 949779"/>
              <a:gd name="connsiteX765" fmla="*/ 5414744 w 12233785"/>
              <a:gd name="connsiteY765" fmla="*/ 69064 h 949779"/>
              <a:gd name="connsiteX766" fmla="*/ 5414987 w 12233785"/>
              <a:gd name="connsiteY766" fmla="*/ 71526 h 949779"/>
              <a:gd name="connsiteX767" fmla="*/ 5413027 w 12233785"/>
              <a:gd name="connsiteY767" fmla="*/ 72264 h 949779"/>
              <a:gd name="connsiteX768" fmla="*/ 5410389 w 12233785"/>
              <a:gd name="connsiteY768" fmla="*/ 71075 h 949779"/>
              <a:gd name="connsiteX769" fmla="*/ 10762379 w 12233785"/>
              <a:gd name="connsiteY769" fmla="*/ 69064 h 949779"/>
              <a:gd name="connsiteX770" fmla="*/ 10762757 w 12233785"/>
              <a:gd name="connsiteY770" fmla="*/ 72896 h 949779"/>
              <a:gd name="connsiteX771" fmla="*/ 10760738 w 12233785"/>
              <a:gd name="connsiteY771" fmla="*/ 72298 h 949779"/>
              <a:gd name="connsiteX772" fmla="*/ 10758025 w 12233785"/>
              <a:gd name="connsiteY772" fmla="*/ 71075 h 949779"/>
              <a:gd name="connsiteX773" fmla="*/ 2060128 w 12233785"/>
              <a:gd name="connsiteY773" fmla="*/ 68928 h 949779"/>
              <a:gd name="connsiteX774" fmla="*/ 2060506 w 12233785"/>
              <a:gd name="connsiteY774" fmla="*/ 72842 h 949779"/>
              <a:gd name="connsiteX775" fmla="*/ 2058424 w 12233785"/>
              <a:gd name="connsiteY775" fmla="*/ 72244 h 949779"/>
              <a:gd name="connsiteX776" fmla="*/ 2055647 w 12233785"/>
              <a:gd name="connsiteY776" fmla="*/ 71021 h 949779"/>
              <a:gd name="connsiteX777" fmla="*/ 6066070 w 12233785"/>
              <a:gd name="connsiteY777" fmla="*/ 68928 h 949779"/>
              <a:gd name="connsiteX778" fmla="*/ 6066448 w 12233785"/>
              <a:gd name="connsiteY778" fmla="*/ 72842 h 949779"/>
              <a:gd name="connsiteX779" fmla="*/ 6064366 w 12233785"/>
              <a:gd name="connsiteY779" fmla="*/ 72244 h 949779"/>
              <a:gd name="connsiteX780" fmla="*/ 6061589 w 12233785"/>
              <a:gd name="connsiteY780" fmla="*/ 71021 h 949779"/>
              <a:gd name="connsiteX781" fmla="*/ 8533498 w 12233785"/>
              <a:gd name="connsiteY781" fmla="*/ 68928 h 949779"/>
              <a:gd name="connsiteX782" fmla="*/ 8533877 w 12233785"/>
              <a:gd name="connsiteY782" fmla="*/ 72842 h 949779"/>
              <a:gd name="connsiteX783" fmla="*/ 8531794 w 12233785"/>
              <a:gd name="connsiteY783" fmla="*/ 72244 h 949779"/>
              <a:gd name="connsiteX784" fmla="*/ 8529018 w 12233785"/>
              <a:gd name="connsiteY784" fmla="*/ 71021 h 949779"/>
              <a:gd name="connsiteX785" fmla="*/ 5575968 w 12233785"/>
              <a:gd name="connsiteY785" fmla="*/ 68439 h 949779"/>
              <a:gd name="connsiteX786" fmla="*/ 5584708 w 12233785"/>
              <a:gd name="connsiteY786" fmla="*/ 72261 h 949779"/>
              <a:gd name="connsiteX787" fmla="*/ 5571220 w 12233785"/>
              <a:gd name="connsiteY787" fmla="*/ 73075 h 949779"/>
              <a:gd name="connsiteX788" fmla="*/ 5568081 w 12233785"/>
              <a:gd name="connsiteY788" fmla="*/ 69879 h 949779"/>
              <a:gd name="connsiteX789" fmla="*/ 5572813 w 12233785"/>
              <a:gd name="connsiteY789" fmla="*/ 68520 h 949779"/>
              <a:gd name="connsiteX790" fmla="*/ 5575968 w 12233785"/>
              <a:gd name="connsiteY790" fmla="*/ 68439 h 949779"/>
              <a:gd name="connsiteX791" fmla="*/ 10923603 w 12233785"/>
              <a:gd name="connsiteY791" fmla="*/ 68439 h 949779"/>
              <a:gd name="connsiteX792" fmla="*/ 10935968 w 12233785"/>
              <a:gd name="connsiteY792" fmla="*/ 73846 h 949779"/>
              <a:gd name="connsiteX793" fmla="*/ 10936034 w 12233785"/>
              <a:gd name="connsiteY793" fmla="*/ 73847 h 949779"/>
              <a:gd name="connsiteX794" fmla="*/ 10936045 w 12233785"/>
              <a:gd name="connsiteY794" fmla="*/ 73875 h 949779"/>
              <a:gd name="connsiteX795" fmla="*/ 10937171 w 12233785"/>
              <a:gd name="connsiteY795" fmla="*/ 73875 h 949779"/>
              <a:gd name="connsiteX796" fmla="*/ 10937612 w 12233785"/>
              <a:gd name="connsiteY796" fmla="*/ 74527 h 949779"/>
              <a:gd name="connsiteX797" fmla="*/ 10946005 w 12233785"/>
              <a:gd name="connsiteY797" fmla="*/ 76456 h 949779"/>
              <a:gd name="connsiteX798" fmla="*/ 10943734 w 12233785"/>
              <a:gd name="connsiteY798" fmla="*/ 79039 h 949779"/>
              <a:gd name="connsiteX799" fmla="*/ 10943670 w 12233785"/>
              <a:gd name="connsiteY799" fmla="*/ 79039 h 949779"/>
              <a:gd name="connsiteX800" fmla="*/ 10941398 w 12233785"/>
              <a:gd name="connsiteY800" fmla="*/ 78659 h 949779"/>
              <a:gd name="connsiteX801" fmla="*/ 10937612 w 12233785"/>
              <a:gd name="connsiteY801" fmla="*/ 74527 h 949779"/>
              <a:gd name="connsiteX802" fmla="*/ 10936224 w 12233785"/>
              <a:gd name="connsiteY802" fmla="*/ 74310 h 949779"/>
              <a:gd name="connsiteX803" fmla="*/ 10936045 w 12233785"/>
              <a:gd name="connsiteY803" fmla="*/ 73875 h 949779"/>
              <a:gd name="connsiteX804" fmla="*/ 10936034 w 12233785"/>
              <a:gd name="connsiteY804" fmla="*/ 73875 h 949779"/>
              <a:gd name="connsiteX805" fmla="*/ 10935968 w 12233785"/>
              <a:gd name="connsiteY805" fmla="*/ 73846 h 949779"/>
              <a:gd name="connsiteX806" fmla="*/ 10919187 w 12233785"/>
              <a:gd name="connsiteY806" fmla="*/ 73412 h 949779"/>
              <a:gd name="connsiteX807" fmla="*/ 10915716 w 12233785"/>
              <a:gd name="connsiteY807" fmla="*/ 69879 h 949779"/>
              <a:gd name="connsiteX808" fmla="*/ 10920448 w 12233785"/>
              <a:gd name="connsiteY808" fmla="*/ 68520 h 949779"/>
              <a:gd name="connsiteX809" fmla="*/ 10923603 w 12233785"/>
              <a:gd name="connsiteY809" fmla="*/ 68439 h 949779"/>
              <a:gd name="connsiteX810" fmla="*/ 2026052 w 12233785"/>
              <a:gd name="connsiteY810" fmla="*/ 68113 h 949779"/>
              <a:gd name="connsiteX811" fmla="*/ 2036591 w 12233785"/>
              <a:gd name="connsiteY811" fmla="*/ 71646 h 949779"/>
              <a:gd name="connsiteX812" fmla="*/ 2027188 w 12233785"/>
              <a:gd name="connsiteY812" fmla="*/ 73521 h 949779"/>
              <a:gd name="connsiteX813" fmla="*/ 2026747 w 12233785"/>
              <a:gd name="connsiteY813" fmla="*/ 73521 h 949779"/>
              <a:gd name="connsiteX814" fmla="*/ 2016966 w 12233785"/>
              <a:gd name="connsiteY814" fmla="*/ 71048 h 949779"/>
              <a:gd name="connsiteX815" fmla="*/ 6031995 w 12233785"/>
              <a:gd name="connsiteY815" fmla="*/ 68113 h 949779"/>
              <a:gd name="connsiteX816" fmla="*/ 6042533 w 12233785"/>
              <a:gd name="connsiteY816" fmla="*/ 71646 h 949779"/>
              <a:gd name="connsiteX817" fmla="*/ 6033130 w 12233785"/>
              <a:gd name="connsiteY817" fmla="*/ 73521 h 949779"/>
              <a:gd name="connsiteX818" fmla="*/ 6032689 w 12233785"/>
              <a:gd name="connsiteY818" fmla="*/ 73521 h 949779"/>
              <a:gd name="connsiteX819" fmla="*/ 6022908 w 12233785"/>
              <a:gd name="connsiteY819" fmla="*/ 71048 h 949779"/>
              <a:gd name="connsiteX820" fmla="*/ 8499423 w 12233785"/>
              <a:gd name="connsiteY820" fmla="*/ 68113 h 949779"/>
              <a:gd name="connsiteX821" fmla="*/ 8509961 w 12233785"/>
              <a:gd name="connsiteY821" fmla="*/ 71646 h 949779"/>
              <a:gd name="connsiteX822" fmla="*/ 8502480 w 12233785"/>
              <a:gd name="connsiteY822" fmla="*/ 73138 h 949779"/>
              <a:gd name="connsiteX823" fmla="*/ 8498995 w 12233785"/>
              <a:gd name="connsiteY823" fmla="*/ 68251 h 949779"/>
              <a:gd name="connsiteX824" fmla="*/ 8160325 w 12233785"/>
              <a:gd name="connsiteY824" fmla="*/ 62933 h 949779"/>
              <a:gd name="connsiteX825" fmla="*/ 8160504 w 12233785"/>
              <a:gd name="connsiteY825" fmla="*/ 62976 h 949779"/>
              <a:gd name="connsiteX826" fmla="*/ 8160438 w 12233785"/>
              <a:gd name="connsiteY826" fmla="*/ 63112 h 949779"/>
              <a:gd name="connsiteX827" fmla="*/ 5503653 w 12233785"/>
              <a:gd name="connsiteY827" fmla="*/ 62513 h 949779"/>
              <a:gd name="connsiteX828" fmla="*/ 5532869 w 12233785"/>
              <a:gd name="connsiteY828" fmla="*/ 68330 h 949779"/>
              <a:gd name="connsiteX829" fmla="*/ 5532869 w 12233785"/>
              <a:gd name="connsiteY829" fmla="*/ 68357 h 949779"/>
              <a:gd name="connsiteX830" fmla="*/ 5536278 w 12233785"/>
              <a:gd name="connsiteY830" fmla="*/ 68276 h 949779"/>
              <a:gd name="connsiteX831" fmla="*/ 5536845 w 12233785"/>
              <a:gd name="connsiteY831" fmla="*/ 67569 h 949779"/>
              <a:gd name="connsiteX832" fmla="*/ 5538927 w 12233785"/>
              <a:gd name="connsiteY832" fmla="*/ 67514 h 949779"/>
              <a:gd name="connsiteX833" fmla="*/ 5542714 w 12233785"/>
              <a:gd name="connsiteY833" fmla="*/ 63492 h 949779"/>
              <a:gd name="connsiteX834" fmla="*/ 5546816 w 12233785"/>
              <a:gd name="connsiteY834" fmla="*/ 63764 h 949779"/>
              <a:gd name="connsiteX835" fmla="*/ 5538927 w 12233785"/>
              <a:gd name="connsiteY835" fmla="*/ 67514 h 949779"/>
              <a:gd name="connsiteX836" fmla="*/ 5538233 w 12233785"/>
              <a:gd name="connsiteY836" fmla="*/ 68276 h 949779"/>
              <a:gd name="connsiteX837" fmla="*/ 5536278 w 12233785"/>
              <a:gd name="connsiteY837" fmla="*/ 68276 h 949779"/>
              <a:gd name="connsiteX838" fmla="*/ 5531797 w 12233785"/>
              <a:gd name="connsiteY838" fmla="*/ 72462 h 949779"/>
              <a:gd name="connsiteX839" fmla="*/ 5527799 w 12233785"/>
              <a:gd name="connsiteY839" fmla="*/ 72924 h 949779"/>
              <a:gd name="connsiteX840" fmla="*/ 5518094 w 12233785"/>
              <a:gd name="connsiteY840" fmla="*/ 67922 h 949779"/>
              <a:gd name="connsiteX841" fmla="*/ 5494936 w 12233785"/>
              <a:gd name="connsiteY841" fmla="*/ 65286 h 949779"/>
              <a:gd name="connsiteX842" fmla="*/ 5493328 w 12233785"/>
              <a:gd name="connsiteY842" fmla="*/ 64958 h 949779"/>
              <a:gd name="connsiteX843" fmla="*/ 5492169 w 12233785"/>
              <a:gd name="connsiteY843" fmla="*/ 63410 h 949779"/>
              <a:gd name="connsiteX844" fmla="*/ 8383860 w 12233785"/>
              <a:gd name="connsiteY844" fmla="*/ 62513 h 949779"/>
              <a:gd name="connsiteX845" fmla="*/ 8402506 w 12233785"/>
              <a:gd name="connsiteY845" fmla="*/ 66226 h 949779"/>
              <a:gd name="connsiteX846" fmla="*/ 8403445 w 12233785"/>
              <a:gd name="connsiteY846" fmla="*/ 67215 h 949779"/>
              <a:gd name="connsiteX847" fmla="*/ 8406916 w 12233785"/>
              <a:gd name="connsiteY847" fmla="*/ 72190 h 949779"/>
              <a:gd name="connsiteX848" fmla="*/ 8396946 w 12233785"/>
              <a:gd name="connsiteY848" fmla="*/ 73576 h 949779"/>
              <a:gd name="connsiteX849" fmla="*/ 8395431 w 12233785"/>
              <a:gd name="connsiteY849" fmla="*/ 73385 h 949779"/>
              <a:gd name="connsiteX850" fmla="*/ 8376878 w 12233785"/>
              <a:gd name="connsiteY850" fmla="*/ 69423 h 949779"/>
              <a:gd name="connsiteX851" fmla="*/ 8372376 w 12233785"/>
              <a:gd name="connsiteY851" fmla="*/ 63410 h 949779"/>
              <a:gd name="connsiteX852" fmla="*/ 10851289 w 12233785"/>
              <a:gd name="connsiteY852" fmla="*/ 62513 h 949779"/>
              <a:gd name="connsiteX853" fmla="*/ 10880505 w 12233785"/>
              <a:gd name="connsiteY853" fmla="*/ 68330 h 949779"/>
              <a:gd name="connsiteX854" fmla="*/ 10880505 w 12233785"/>
              <a:gd name="connsiteY854" fmla="*/ 68357 h 949779"/>
              <a:gd name="connsiteX855" fmla="*/ 10883913 w 12233785"/>
              <a:gd name="connsiteY855" fmla="*/ 68276 h 949779"/>
              <a:gd name="connsiteX856" fmla="*/ 10884480 w 12233785"/>
              <a:gd name="connsiteY856" fmla="*/ 67569 h 949779"/>
              <a:gd name="connsiteX857" fmla="*/ 10886562 w 12233785"/>
              <a:gd name="connsiteY857" fmla="*/ 67514 h 949779"/>
              <a:gd name="connsiteX858" fmla="*/ 10890349 w 12233785"/>
              <a:gd name="connsiteY858" fmla="*/ 63492 h 949779"/>
              <a:gd name="connsiteX859" fmla="*/ 10894451 w 12233785"/>
              <a:gd name="connsiteY859" fmla="*/ 63764 h 949779"/>
              <a:gd name="connsiteX860" fmla="*/ 10886562 w 12233785"/>
              <a:gd name="connsiteY860" fmla="*/ 67514 h 949779"/>
              <a:gd name="connsiteX861" fmla="*/ 10885869 w 12233785"/>
              <a:gd name="connsiteY861" fmla="*/ 68276 h 949779"/>
              <a:gd name="connsiteX862" fmla="*/ 10883913 w 12233785"/>
              <a:gd name="connsiteY862" fmla="*/ 68276 h 949779"/>
              <a:gd name="connsiteX863" fmla="*/ 10879433 w 12233785"/>
              <a:gd name="connsiteY863" fmla="*/ 72462 h 949779"/>
              <a:gd name="connsiteX864" fmla="*/ 10864162 w 12233785"/>
              <a:gd name="connsiteY864" fmla="*/ 74228 h 949779"/>
              <a:gd name="connsiteX865" fmla="*/ 10844853 w 12233785"/>
              <a:gd name="connsiteY865" fmla="*/ 70151 h 949779"/>
              <a:gd name="connsiteX866" fmla="*/ 10839805 w 12233785"/>
              <a:gd name="connsiteY866" fmla="*/ 63410 h 949779"/>
              <a:gd name="connsiteX867" fmla="*/ 5356248 w 12233785"/>
              <a:gd name="connsiteY867" fmla="*/ 62024 h 949779"/>
              <a:gd name="connsiteX868" fmla="*/ 5369371 w 12233785"/>
              <a:gd name="connsiteY868" fmla="*/ 67649 h 949779"/>
              <a:gd name="connsiteX869" fmla="*/ 5369436 w 12233785"/>
              <a:gd name="connsiteY869" fmla="*/ 67651 h 949779"/>
              <a:gd name="connsiteX870" fmla="*/ 5370446 w 12233785"/>
              <a:gd name="connsiteY870" fmla="*/ 67651 h 949779"/>
              <a:gd name="connsiteX871" fmla="*/ 5370573 w 12233785"/>
              <a:gd name="connsiteY871" fmla="*/ 68085 h 949779"/>
              <a:gd name="connsiteX872" fmla="*/ 5370698 w 12233785"/>
              <a:gd name="connsiteY872" fmla="*/ 68085 h 949779"/>
              <a:gd name="connsiteX873" fmla="*/ 5370705 w 12233785"/>
              <a:gd name="connsiteY873" fmla="*/ 68088 h 949779"/>
              <a:gd name="connsiteX874" fmla="*/ 5388114 w 12233785"/>
              <a:gd name="connsiteY874" fmla="*/ 68520 h 949779"/>
              <a:gd name="connsiteX875" fmla="*/ 5390576 w 12233785"/>
              <a:gd name="connsiteY875" fmla="*/ 69227 h 949779"/>
              <a:gd name="connsiteX876" fmla="*/ 5392910 w 12233785"/>
              <a:gd name="connsiteY876" fmla="*/ 70342 h 949779"/>
              <a:gd name="connsiteX877" fmla="*/ 5389691 w 12233785"/>
              <a:gd name="connsiteY877" fmla="*/ 72325 h 949779"/>
              <a:gd name="connsiteX878" fmla="*/ 5386221 w 12233785"/>
              <a:gd name="connsiteY878" fmla="*/ 73603 h 949779"/>
              <a:gd name="connsiteX879" fmla="*/ 5382299 w 12233785"/>
              <a:gd name="connsiteY879" fmla="*/ 73761 h 949779"/>
              <a:gd name="connsiteX880" fmla="*/ 5382308 w 12233785"/>
              <a:gd name="connsiteY880" fmla="*/ 73766 h 949779"/>
              <a:gd name="connsiteX881" fmla="*/ 5382182 w 12233785"/>
              <a:gd name="connsiteY881" fmla="*/ 73766 h 949779"/>
              <a:gd name="connsiteX882" fmla="*/ 5382299 w 12233785"/>
              <a:gd name="connsiteY882" fmla="*/ 73761 h 949779"/>
              <a:gd name="connsiteX883" fmla="*/ 5370705 w 12233785"/>
              <a:gd name="connsiteY883" fmla="*/ 68088 h 949779"/>
              <a:gd name="connsiteX884" fmla="*/ 5370573 w 12233785"/>
              <a:gd name="connsiteY884" fmla="*/ 68085 h 949779"/>
              <a:gd name="connsiteX885" fmla="*/ 5369688 w 12233785"/>
              <a:gd name="connsiteY885" fmla="*/ 68085 h 949779"/>
              <a:gd name="connsiteX886" fmla="*/ 5369436 w 12233785"/>
              <a:gd name="connsiteY886" fmla="*/ 67651 h 949779"/>
              <a:gd name="connsiteX887" fmla="*/ 5369373 w 12233785"/>
              <a:gd name="connsiteY887" fmla="*/ 67651 h 949779"/>
              <a:gd name="connsiteX888" fmla="*/ 5369371 w 12233785"/>
              <a:gd name="connsiteY888" fmla="*/ 67649 h 949779"/>
              <a:gd name="connsiteX889" fmla="*/ 5340220 w 12233785"/>
              <a:gd name="connsiteY889" fmla="*/ 67215 h 949779"/>
              <a:gd name="connsiteX890" fmla="*/ 5335424 w 12233785"/>
              <a:gd name="connsiteY890" fmla="*/ 65476 h 949779"/>
              <a:gd name="connsiteX891" fmla="*/ 5336118 w 12233785"/>
              <a:gd name="connsiteY891" fmla="*/ 63845 h 949779"/>
              <a:gd name="connsiteX892" fmla="*/ 5353282 w 12233785"/>
              <a:gd name="connsiteY892" fmla="*/ 62106 h 949779"/>
              <a:gd name="connsiteX893" fmla="*/ 5356248 w 12233785"/>
              <a:gd name="connsiteY893" fmla="*/ 62024 h 949779"/>
              <a:gd name="connsiteX894" fmla="*/ 10703883 w 12233785"/>
              <a:gd name="connsiteY894" fmla="*/ 62024 h 949779"/>
              <a:gd name="connsiteX895" fmla="*/ 10717006 w 12233785"/>
              <a:gd name="connsiteY895" fmla="*/ 67649 h 949779"/>
              <a:gd name="connsiteX896" fmla="*/ 10717072 w 12233785"/>
              <a:gd name="connsiteY896" fmla="*/ 67651 h 949779"/>
              <a:gd name="connsiteX897" fmla="*/ 10718082 w 12233785"/>
              <a:gd name="connsiteY897" fmla="*/ 67651 h 949779"/>
              <a:gd name="connsiteX898" fmla="*/ 10718208 w 12233785"/>
              <a:gd name="connsiteY898" fmla="*/ 68085 h 949779"/>
              <a:gd name="connsiteX899" fmla="*/ 10718334 w 12233785"/>
              <a:gd name="connsiteY899" fmla="*/ 68085 h 949779"/>
              <a:gd name="connsiteX900" fmla="*/ 10718341 w 12233785"/>
              <a:gd name="connsiteY900" fmla="*/ 68088 h 949779"/>
              <a:gd name="connsiteX901" fmla="*/ 10735750 w 12233785"/>
              <a:gd name="connsiteY901" fmla="*/ 68520 h 949779"/>
              <a:gd name="connsiteX902" fmla="*/ 10738211 w 12233785"/>
              <a:gd name="connsiteY902" fmla="*/ 69227 h 949779"/>
              <a:gd name="connsiteX903" fmla="*/ 10740545 w 12233785"/>
              <a:gd name="connsiteY903" fmla="*/ 70342 h 949779"/>
              <a:gd name="connsiteX904" fmla="*/ 10737326 w 12233785"/>
              <a:gd name="connsiteY904" fmla="*/ 72325 h 949779"/>
              <a:gd name="connsiteX905" fmla="*/ 10733856 w 12233785"/>
              <a:gd name="connsiteY905" fmla="*/ 73603 h 949779"/>
              <a:gd name="connsiteX906" fmla="*/ 10729935 w 12233785"/>
              <a:gd name="connsiteY906" fmla="*/ 73761 h 949779"/>
              <a:gd name="connsiteX907" fmla="*/ 10729944 w 12233785"/>
              <a:gd name="connsiteY907" fmla="*/ 73766 h 949779"/>
              <a:gd name="connsiteX908" fmla="*/ 10729817 w 12233785"/>
              <a:gd name="connsiteY908" fmla="*/ 73766 h 949779"/>
              <a:gd name="connsiteX909" fmla="*/ 10729935 w 12233785"/>
              <a:gd name="connsiteY909" fmla="*/ 73761 h 949779"/>
              <a:gd name="connsiteX910" fmla="*/ 10718341 w 12233785"/>
              <a:gd name="connsiteY910" fmla="*/ 68088 h 949779"/>
              <a:gd name="connsiteX911" fmla="*/ 10718208 w 12233785"/>
              <a:gd name="connsiteY911" fmla="*/ 68085 h 949779"/>
              <a:gd name="connsiteX912" fmla="*/ 10717324 w 12233785"/>
              <a:gd name="connsiteY912" fmla="*/ 68085 h 949779"/>
              <a:gd name="connsiteX913" fmla="*/ 10717072 w 12233785"/>
              <a:gd name="connsiteY913" fmla="*/ 67651 h 949779"/>
              <a:gd name="connsiteX914" fmla="*/ 10717008 w 12233785"/>
              <a:gd name="connsiteY914" fmla="*/ 67651 h 949779"/>
              <a:gd name="connsiteX915" fmla="*/ 10717006 w 12233785"/>
              <a:gd name="connsiteY915" fmla="*/ 67649 h 949779"/>
              <a:gd name="connsiteX916" fmla="*/ 10687855 w 12233785"/>
              <a:gd name="connsiteY916" fmla="*/ 67215 h 949779"/>
              <a:gd name="connsiteX917" fmla="*/ 10683060 w 12233785"/>
              <a:gd name="connsiteY917" fmla="*/ 65476 h 949779"/>
              <a:gd name="connsiteX918" fmla="*/ 10683754 w 12233785"/>
              <a:gd name="connsiteY918" fmla="*/ 63845 h 949779"/>
              <a:gd name="connsiteX919" fmla="*/ 10700918 w 12233785"/>
              <a:gd name="connsiteY919" fmla="*/ 62106 h 949779"/>
              <a:gd name="connsiteX920" fmla="*/ 10703883 w 12233785"/>
              <a:gd name="connsiteY920" fmla="*/ 62024 h 949779"/>
              <a:gd name="connsiteX921" fmla="*/ 1964338 w 12233785"/>
              <a:gd name="connsiteY921" fmla="*/ 55230 h 949779"/>
              <a:gd name="connsiteX922" fmla="*/ 1964338 w 12233785"/>
              <a:gd name="connsiteY922" fmla="*/ 56041 h 949779"/>
              <a:gd name="connsiteX923" fmla="*/ 1964465 w 12233785"/>
              <a:gd name="connsiteY923" fmla="*/ 56072 h 949779"/>
              <a:gd name="connsiteX924" fmla="*/ 1964470 w 12233785"/>
              <a:gd name="connsiteY924" fmla="*/ 56109 h 949779"/>
              <a:gd name="connsiteX925" fmla="*/ 1978790 w 12233785"/>
              <a:gd name="connsiteY925" fmla="*/ 60122 h 949779"/>
              <a:gd name="connsiteX926" fmla="*/ 1975256 w 12233785"/>
              <a:gd name="connsiteY926" fmla="*/ 71347 h 949779"/>
              <a:gd name="connsiteX927" fmla="*/ 1969636 w 12233785"/>
              <a:gd name="connsiteY927" fmla="*/ 72704 h 949779"/>
              <a:gd name="connsiteX928" fmla="*/ 1969639 w 12233785"/>
              <a:gd name="connsiteY928" fmla="*/ 72706 h 949779"/>
              <a:gd name="connsiteX929" fmla="*/ 1969514 w 12233785"/>
              <a:gd name="connsiteY929" fmla="*/ 72733 h 949779"/>
              <a:gd name="connsiteX930" fmla="*/ 1969636 w 12233785"/>
              <a:gd name="connsiteY930" fmla="*/ 72704 h 949779"/>
              <a:gd name="connsiteX931" fmla="*/ 1966422 w 12233785"/>
              <a:gd name="connsiteY931" fmla="*/ 70423 h 949779"/>
              <a:gd name="connsiteX932" fmla="*/ 1964470 w 12233785"/>
              <a:gd name="connsiteY932" fmla="*/ 56109 h 949779"/>
              <a:gd name="connsiteX933" fmla="*/ 1964338 w 12233785"/>
              <a:gd name="connsiteY933" fmla="*/ 56072 h 949779"/>
              <a:gd name="connsiteX934" fmla="*/ 1964338 w 12233785"/>
              <a:gd name="connsiteY934" fmla="*/ 56041 h 949779"/>
              <a:gd name="connsiteX935" fmla="*/ 1963266 w 12233785"/>
              <a:gd name="connsiteY935" fmla="*/ 55773 h 949779"/>
              <a:gd name="connsiteX936" fmla="*/ 1963013 w 12233785"/>
              <a:gd name="connsiteY936" fmla="*/ 55230 h 949779"/>
              <a:gd name="connsiteX937" fmla="*/ 5970281 w 12233785"/>
              <a:gd name="connsiteY937" fmla="*/ 55230 h 949779"/>
              <a:gd name="connsiteX938" fmla="*/ 5970281 w 12233785"/>
              <a:gd name="connsiteY938" fmla="*/ 56041 h 949779"/>
              <a:gd name="connsiteX939" fmla="*/ 5970407 w 12233785"/>
              <a:gd name="connsiteY939" fmla="*/ 56072 h 949779"/>
              <a:gd name="connsiteX940" fmla="*/ 5970412 w 12233785"/>
              <a:gd name="connsiteY940" fmla="*/ 56109 h 949779"/>
              <a:gd name="connsiteX941" fmla="*/ 5984732 w 12233785"/>
              <a:gd name="connsiteY941" fmla="*/ 60122 h 949779"/>
              <a:gd name="connsiteX942" fmla="*/ 5981198 w 12233785"/>
              <a:gd name="connsiteY942" fmla="*/ 71347 h 949779"/>
              <a:gd name="connsiteX943" fmla="*/ 5975578 w 12233785"/>
              <a:gd name="connsiteY943" fmla="*/ 72704 h 949779"/>
              <a:gd name="connsiteX944" fmla="*/ 5975581 w 12233785"/>
              <a:gd name="connsiteY944" fmla="*/ 72706 h 949779"/>
              <a:gd name="connsiteX945" fmla="*/ 5975456 w 12233785"/>
              <a:gd name="connsiteY945" fmla="*/ 72733 h 949779"/>
              <a:gd name="connsiteX946" fmla="*/ 5975578 w 12233785"/>
              <a:gd name="connsiteY946" fmla="*/ 72704 h 949779"/>
              <a:gd name="connsiteX947" fmla="*/ 5972364 w 12233785"/>
              <a:gd name="connsiteY947" fmla="*/ 70423 h 949779"/>
              <a:gd name="connsiteX948" fmla="*/ 5970412 w 12233785"/>
              <a:gd name="connsiteY948" fmla="*/ 56109 h 949779"/>
              <a:gd name="connsiteX949" fmla="*/ 5970281 w 12233785"/>
              <a:gd name="connsiteY949" fmla="*/ 56072 h 949779"/>
              <a:gd name="connsiteX950" fmla="*/ 5970281 w 12233785"/>
              <a:gd name="connsiteY950" fmla="*/ 56041 h 949779"/>
              <a:gd name="connsiteX951" fmla="*/ 5969209 w 12233785"/>
              <a:gd name="connsiteY951" fmla="*/ 55773 h 949779"/>
              <a:gd name="connsiteX952" fmla="*/ 5968956 w 12233785"/>
              <a:gd name="connsiteY952" fmla="*/ 55230 h 949779"/>
              <a:gd name="connsiteX953" fmla="*/ 2498432 w 12233785"/>
              <a:gd name="connsiteY953" fmla="*/ 50391 h 949779"/>
              <a:gd name="connsiteX954" fmla="*/ 2503165 w 12233785"/>
              <a:gd name="connsiteY954" fmla="*/ 52212 h 949779"/>
              <a:gd name="connsiteX955" fmla="*/ 2498936 w 12233785"/>
              <a:gd name="connsiteY955" fmla="*/ 54115 h 949779"/>
              <a:gd name="connsiteX956" fmla="*/ 2498936 w 12233785"/>
              <a:gd name="connsiteY956" fmla="*/ 54142 h 949779"/>
              <a:gd name="connsiteX957" fmla="*/ 2494204 w 12233785"/>
              <a:gd name="connsiteY957" fmla="*/ 52511 h 949779"/>
              <a:gd name="connsiteX958" fmla="*/ 6504374 w 12233785"/>
              <a:gd name="connsiteY958" fmla="*/ 50391 h 949779"/>
              <a:gd name="connsiteX959" fmla="*/ 6509107 w 12233785"/>
              <a:gd name="connsiteY959" fmla="*/ 52212 h 949779"/>
              <a:gd name="connsiteX960" fmla="*/ 6504878 w 12233785"/>
              <a:gd name="connsiteY960" fmla="*/ 54115 h 949779"/>
              <a:gd name="connsiteX961" fmla="*/ 6504878 w 12233785"/>
              <a:gd name="connsiteY961" fmla="*/ 54142 h 949779"/>
              <a:gd name="connsiteX962" fmla="*/ 6500146 w 12233785"/>
              <a:gd name="connsiteY962" fmla="*/ 52511 h 949779"/>
              <a:gd name="connsiteX963" fmla="*/ 8971802 w 12233785"/>
              <a:gd name="connsiteY963" fmla="*/ 50391 h 949779"/>
              <a:gd name="connsiteX964" fmla="*/ 8976536 w 12233785"/>
              <a:gd name="connsiteY964" fmla="*/ 52212 h 949779"/>
              <a:gd name="connsiteX965" fmla="*/ 8972307 w 12233785"/>
              <a:gd name="connsiteY965" fmla="*/ 54115 h 949779"/>
              <a:gd name="connsiteX966" fmla="*/ 8972307 w 12233785"/>
              <a:gd name="connsiteY966" fmla="*/ 54142 h 949779"/>
              <a:gd name="connsiteX967" fmla="*/ 8967574 w 12233785"/>
              <a:gd name="connsiteY967" fmla="*/ 52511 h 949779"/>
              <a:gd name="connsiteX968" fmla="*/ 2434510 w 12233785"/>
              <a:gd name="connsiteY968" fmla="*/ 50364 h 949779"/>
              <a:gd name="connsiteX969" fmla="*/ 2439242 w 12233785"/>
              <a:gd name="connsiteY969" fmla="*/ 55066 h 949779"/>
              <a:gd name="connsiteX970" fmla="*/ 2433816 w 12233785"/>
              <a:gd name="connsiteY970" fmla="*/ 59931 h 949779"/>
              <a:gd name="connsiteX971" fmla="*/ 2402455 w 12233785"/>
              <a:gd name="connsiteY971" fmla="*/ 61426 h 949779"/>
              <a:gd name="connsiteX972" fmla="*/ 2402455 w 12233785"/>
              <a:gd name="connsiteY972" fmla="*/ 61344 h 949779"/>
              <a:gd name="connsiteX973" fmla="*/ 2402455 w 12233785"/>
              <a:gd name="connsiteY973" fmla="*/ 61045 h 949779"/>
              <a:gd name="connsiteX974" fmla="*/ 2384029 w 12233785"/>
              <a:gd name="connsiteY974" fmla="*/ 61426 h 949779"/>
              <a:gd name="connsiteX975" fmla="*/ 2383209 w 12233785"/>
              <a:gd name="connsiteY975" fmla="*/ 61426 h 949779"/>
              <a:gd name="connsiteX976" fmla="*/ 2370777 w 12233785"/>
              <a:gd name="connsiteY976" fmla="*/ 60692 h 949779"/>
              <a:gd name="connsiteX977" fmla="*/ 2365603 w 12233785"/>
              <a:gd name="connsiteY977" fmla="*/ 58899 h 949779"/>
              <a:gd name="connsiteX978" fmla="*/ 2373680 w 12233785"/>
              <a:gd name="connsiteY978" fmla="*/ 55610 h 949779"/>
              <a:gd name="connsiteX979" fmla="*/ 2380621 w 12233785"/>
              <a:gd name="connsiteY979" fmla="*/ 55474 h 949779"/>
              <a:gd name="connsiteX980" fmla="*/ 2391854 w 12233785"/>
              <a:gd name="connsiteY980" fmla="*/ 55691 h 949779"/>
              <a:gd name="connsiteX981" fmla="*/ 2403085 w 12233785"/>
              <a:gd name="connsiteY981" fmla="*/ 55909 h 949779"/>
              <a:gd name="connsiteX982" fmla="*/ 2434510 w 12233785"/>
              <a:gd name="connsiteY982" fmla="*/ 50364 h 949779"/>
              <a:gd name="connsiteX983" fmla="*/ 6440452 w 12233785"/>
              <a:gd name="connsiteY983" fmla="*/ 50364 h 949779"/>
              <a:gd name="connsiteX984" fmla="*/ 6445184 w 12233785"/>
              <a:gd name="connsiteY984" fmla="*/ 55066 h 949779"/>
              <a:gd name="connsiteX985" fmla="*/ 6439758 w 12233785"/>
              <a:gd name="connsiteY985" fmla="*/ 59931 h 949779"/>
              <a:gd name="connsiteX986" fmla="*/ 6408397 w 12233785"/>
              <a:gd name="connsiteY986" fmla="*/ 61426 h 949779"/>
              <a:gd name="connsiteX987" fmla="*/ 6408397 w 12233785"/>
              <a:gd name="connsiteY987" fmla="*/ 61344 h 949779"/>
              <a:gd name="connsiteX988" fmla="*/ 6408397 w 12233785"/>
              <a:gd name="connsiteY988" fmla="*/ 61045 h 949779"/>
              <a:gd name="connsiteX989" fmla="*/ 6389971 w 12233785"/>
              <a:gd name="connsiteY989" fmla="*/ 61426 h 949779"/>
              <a:gd name="connsiteX990" fmla="*/ 6389151 w 12233785"/>
              <a:gd name="connsiteY990" fmla="*/ 61426 h 949779"/>
              <a:gd name="connsiteX991" fmla="*/ 6376719 w 12233785"/>
              <a:gd name="connsiteY991" fmla="*/ 60692 h 949779"/>
              <a:gd name="connsiteX992" fmla="*/ 6371545 w 12233785"/>
              <a:gd name="connsiteY992" fmla="*/ 58899 h 949779"/>
              <a:gd name="connsiteX993" fmla="*/ 6379622 w 12233785"/>
              <a:gd name="connsiteY993" fmla="*/ 55610 h 949779"/>
              <a:gd name="connsiteX994" fmla="*/ 6386563 w 12233785"/>
              <a:gd name="connsiteY994" fmla="*/ 55474 h 949779"/>
              <a:gd name="connsiteX995" fmla="*/ 6397796 w 12233785"/>
              <a:gd name="connsiteY995" fmla="*/ 55691 h 949779"/>
              <a:gd name="connsiteX996" fmla="*/ 6409027 w 12233785"/>
              <a:gd name="connsiteY996" fmla="*/ 55909 h 949779"/>
              <a:gd name="connsiteX997" fmla="*/ 6440452 w 12233785"/>
              <a:gd name="connsiteY997" fmla="*/ 50364 h 949779"/>
              <a:gd name="connsiteX998" fmla="*/ 8907881 w 12233785"/>
              <a:gd name="connsiteY998" fmla="*/ 50364 h 949779"/>
              <a:gd name="connsiteX999" fmla="*/ 8912613 w 12233785"/>
              <a:gd name="connsiteY999" fmla="*/ 55066 h 949779"/>
              <a:gd name="connsiteX1000" fmla="*/ 8907187 w 12233785"/>
              <a:gd name="connsiteY1000" fmla="*/ 59931 h 949779"/>
              <a:gd name="connsiteX1001" fmla="*/ 8875825 w 12233785"/>
              <a:gd name="connsiteY1001" fmla="*/ 61426 h 949779"/>
              <a:gd name="connsiteX1002" fmla="*/ 8875825 w 12233785"/>
              <a:gd name="connsiteY1002" fmla="*/ 61344 h 949779"/>
              <a:gd name="connsiteX1003" fmla="*/ 8875825 w 12233785"/>
              <a:gd name="connsiteY1003" fmla="*/ 61045 h 949779"/>
              <a:gd name="connsiteX1004" fmla="*/ 8857400 w 12233785"/>
              <a:gd name="connsiteY1004" fmla="*/ 61426 h 949779"/>
              <a:gd name="connsiteX1005" fmla="*/ 8856579 w 12233785"/>
              <a:gd name="connsiteY1005" fmla="*/ 61426 h 949779"/>
              <a:gd name="connsiteX1006" fmla="*/ 8844148 w 12233785"/>
              <a:gd name="connsiteY1006" fmla="*/ 60692 h 949779"/>
              <a:gd name="connsiteX1007" fmla="*/ 8838973 w 12233785"/>
              <a:gd name="connsiteY1007" fmla="*/ 58899 h 949779"/>
              <a:gd name="connsiteX1008" fmla="*/ 8847050 w 12233785"/>
              <a:gd name="connsiteY1008" fmla="*/ 55610 h 949779"/>
              <a:gd name="connsiteX1009" fmla="*/ 8853991 w 12233785"/>
              <a:gd name="connsiteY1009" fmla="*/ 55474 h 949779"/>
              <a:gd name="connsiteX1010" fmla="*/ 8865224 w 12233785"/>
              <a:gd name="connsiteY1010" fmla="*/ 55691 h 949779"/>
              <a:gd name="connsiteX1011" fmla="*/ 8876456 w 12233785"/>
              <a:gd name="connsiteY1011" fmla="*/ 55909 h 949779"/>
              <a:gd name="connsiteX1012" fmla="*/ 8907881 w 12233785"/>
              <a:gd name="connsiteY1012" fmla="*/ 50364 h 949779"/>
              <a:gd name="connsiteX1013" fmla="*/ 2773746 w 12233785"/>
              <a:gd name="connsiteY1013" fmla="*/ 49658 h 949779"/>
              <a:gd name="connsiteX1014" fmla="*/ 2778773 w 12233785"/>
              <a:gd name="connsiteY1014" fmla="*/ 50510 h 949779"/>
              <a:gd name="connsiteX1015" fmla="*/ 2768570 w 12233785"/>
              <a:gd name="connsiteY1015" fmla="*/ 52294 h 949779"/>
              <a:gd name="connsiteX1016" fmla="*/ 2778765 w 12233785"/>
              <a:gd name="connsiteY1016" fmla="*/ 54812 h 949779"/>
              <a:gd name="connsiteX1017" fmla="*/ 2777090 w 12233785"/>
              <a:gd name="connsiteY1017" fmla="*/ 55311 h 949779"/>
              <a:gd name="connsiteX1018" fmla="*/ 2777153 w 12233785"/>
              <a:gd name="connsiteY1018" fmla="*/ 55284 h 949779"/>
              <a:gd name="connsiteX1019" fmla="*/ 2768950 w 12233785"/>
              <a:gd name="connsiteY1019" fmla="*/ 54224 h 949779"/>
              <a:gd name="connsiteX1020" fmla="*/ 2764532 w 12233785"/>
              <a:gd name="connsiteY1020" fmla="*/ 52403 h 949779"/>
              <a:gd name="connsiteX1021" fmla="*/ 6779688 w 12233785"/>
              <a:gd name="connsiteY1021" fmla="*/ 49658 h 949779"/>
              <a:gd name="connsiteX1022" fmla="*/ 6790099 w 12233785"/>
              <a:gd name="connsiteY1022" fmla="*/ 51424 h 949779"/>
              <a:gd name="connsiteX1023" fmla="*/ 6789973 w 12233785"/>
              <a:gd name="connsiteY1023" fmla="*/ 53245 h 949779"/>
              <a:gd name="connsiteX1024" fmla="*/ 6783031 w 12233785"/>
              <a:gd name="connsiteY1024" fmla="*/ 55311 h 949779"/>
              <a:gd name="connsiteX1025" fmla="*/ 6783095 w 12233785"/>
              <a:gd name="connsiteY1025" fmla="*/ 55284 h 949779"/>
              <a:gd name="connsiteX1026" fmla="*/ 6774892 w 12233785"/>
              <a:gd name="connsiteY1026" fmla="*/ 54224 h 949779"/>
              <a:gd name="connsiteX1027" fmla="*/ 6770475 w 12233785"/>
              <a:gd name="connsiteY1027" fmla="*/ 52403 h 949779"/>
              <a:gd name="connsiteX1028" fmla="*/ 9247116 w 12233785"/>
              <a:gd name="connsiteY1028" fmla="*/ 49658 h 949779"/>
              <a:gd name="connsiteX1029" fmla="*/ 9257528 w 12233785"/>
              <a:gd name="connsiteY1029" fmla="*/ 51424 h 949779"/>
              <a:gd name="connsiteX1030" fmla="*/ 9257401 w 12233785"/>
              <a:gd name="connsiteY1030" fmla="*/ 53245 h 949779"/>
              <a:gd name="connsiteX1031" fmla="*/ 9250460 w 12233785"/>
              <a:gd name="connsiteY1031" fmla="*/ 55311 h 949779"/>
              <a:gd name="connsiteX1032" fmla="*/ 9250523 w 12233785"/>
              <a:gd name="connsiteY1032" fmla="*/ 55284 h 949779"/>
              <a:gd name="connsiteX1033" fmla="*/ 9242320 w 12233785"/>
              <a:gd name="connsiteY1033" fmla="*/ 54224 h 949779"/>
              <a:gd name="connsiteX1034" fmla="*/ 9237903 w 12233785"/>
              <a:gd name="connsiteY1034" fmla="*/ 52403 h 949779"/>
              <a:gd name="connsiteX1035" fmla="*/ 1949574 w 12233785"/>
              <a:gd name="connsiteY1035" fmla="*/ 49413 h 949779"/>
              <a:gd name="connsiteX1036" fmla="*/ 1962951 w 12233785"/>
              <a:gd name="connsiteY1036" fmla="*/ 55230 h 949779"/>
              <a:gd name="connsiteX1037" fmla="*/ 1962383 w 12233785"/>
              <a:gd name="connsiteY1037" fmla="*/ 55230 h 949779"/>
              <a:gd name="connsiteX1038" fmla="*/ 1956578 w 12233785"/>
              <a:gd name="connsiteY1038" fmla="*/ 55392 h 949779"/>
              <a:gd name="connsiteX1039" fmla="*/ 1950836 w 12233785"/>
              <a:gd name="connsiteY1039" fmla="*/ 55583 h 949779"/>
              <a:gd name="connsiteX1040" fmla="*/ 1938657 w 12233785"/>
              <a:gd name="connsiteY1040" fmla="*/ 49603 h 949779"/>
              <a:gd name="connsiteX1041" fmla="*/ 1939855 w 12233785"/>
              <a:gd name="connsiteY1041" fmla="*/ 49603 h 949779"/>
              <a:gd name="connsiteX1042" fmla="*/ 1944652 w 12233785"/>
              <a:gd name="connsiteY1042" fmla="*/ 49522 h 949779"/>
              <a:gd name="connsiteX1043" fmla="*/ 1949574 w 12233785"/>
              <a:gd name="connsiteY1043" fmla="*/ 49413 h 949779"/>
              <a:gd name="connsiteX1044" fmla="*/ 5955516 w 12233785"/>
              <a:gd name="connsiteY1044" fmla="*/ 49413 h 949779"/>
              <a:gd name="connsiteX1045" fmla="*/ 5968893 w 12233785"/>
              <a:gd name="connsiteY1045" fmla="*/ 55230 h 949779"/>
              <a:gd name="connsiteX1046" fmla="*/ 5968325 w 12233785"/>
              <a:gd name="connsiteY1046" fmla="*/ 55230 h 949779"/>
              <a:gd name="connsiteX1047" fmla="*/ 5962520 w 12233785"/>
              <a:gd name="connsiteY1047" fmla="*/ 55392 h 949779"/>
              <a:gd name="connsiteX1048" fmla="*/ 5956778 w 12233785"/>
              <a:gd name="connsiteY1048" fmla="*/ 55583 h 949779"/>
              <a:gd name="connsiteX1049" fmla="*/ 5944599 w 12233785"/>
              <a:gd name="connsiteY1049" fmla="*/ 49603 h 949779"/>
              <a:gd name="connsiteX1050" fmla="*/ 5945797 w 12233785"/>
              <a:gd name="connsiteY1050" fmla="*/ 49603 h 949779"/>
              <a:gd name="connsiteX1051" fmla="*/ 5950594 w 12233785"/>
              <a:gd name="connsiteY1051" fmla="*/ 49522 h 949779"/>
              <a:gd name="connsiteX1052" fmla="*/ 5955516 w 12233785"/>
              <a:gd name="connsiteY1052" fmla="*/ 49413 h 949779"/>
              <a:gd name="connsiteX1053" fmla="*/ 1938404 w 12233785"/>
              <a:gd name="connsiteY1053" fmla="*/ 49060 h 949779"/>
              <a:gd name="connsiteX1054" fmla="*/ 1938584 w 12233785"/>
              <a:gd name="connsiteY1054" fmla="*/ 49576 h 949779"/>
              <a:gd name="connsiteX1055" fmla="*/ 1938593 w 12233785"/>
              <a:gd name="connsiteY1055" fmla="*/ 49576 h 949779"/>
              <a:gd name="connsiteX1056" fmla="*/ 1938593 w 12233785"/>
              <a:gd name="connsiteY1056" fmla="*/ 49603 h 949779"/>
              <a:gd name="connsiteX1057" fmla="*/ 1938584 w 12233785"/>
              <a:gd name="connsiteY1057" fmla="*/ 49576 h 949779"/>
              <a:gd name="connsiteX1058" fmla="*/ 1937331 w 12233785"/>
              <a:gd name="connsiteY1058" fmla="*/ 49576 h 949779"/>
              <a:gd name="connsiteX1059" fmla="*/ 5944346 w 12233785"/>
              <a:gd name="connsiteY1059" fmla="*/ 49060 h 949779"/>
              <a:gd name="connsiteX1060" fmla="*/ 5944526 w 12233785"/>
              <a:gd name="connsiteY1060" fmla="*/ 49576 h 949779"/>
              <a:gd name="connsiteX1061" fmla="*/ 5944535 w 12233785"/>
              <a:gd name="connsiteY1061" fmla="*/ 49576 h 949779"/>
              <a:gd name="connsiteX1062" fmla="*/ 5944535 w 12233785"/>
              <a:gd name="connsiteY1062" fmla="*/ 49603 h 949779"/>
              <a:gd name="connsiteX1063" fmla="*/ 5944526 w 12233785"/>
              <a:gd name="connsiteY1063" fmla="*/ 49576 h 949779"/>
              <a:gd name="connsiteX1064" fmla="*/ 5943273 w 12233785"/>
              <a:gd name="connsiteY1064" fmla="*/ 49576 h 949779"/>
              <a:gd name="connsiteX1065" fmla="*/ 2870858 w 12233785"/>
              <a:gd name="connsiteY1065" fmla="*/ 44630 h 949779"/>
              <a:gd name="connsiteX1066" fmla="*/ 2875024 w 12233785"/>
              <a:gd name="connsiteY1066" fmla="*/ 47075 h 949779"/>
              <a:gd name="connsiteX1067" fmla="*/ 2871088 w 12233785"/>
              <a:gd name="connsiteY1067" fmla="*/ 47883 h 949779"/>
              <a:gd name="connsiteX1068" fmla="*/ 2871112 w 12233785"/>
              <a:gd name="connsiteY1068" fmla="*/ 47891 h 949779"/>
              <a:gd name="connsiteX1069" fmla="*/ 2871048 w 12233785"/>
              <a:gd name="connsiteY1069" fmla="*/ 47891 h 949779"/>
              <a:gd name="connsiteX1070" fmla="*/ 2871088 w 12233785"/>
              <a:gd name="connsiteY1070" fmla="*/ 47883 h 949779"/>
              <a:gd name="connsiteX1071" fmla="*/ 2866883 w 12233785"/>
              <a:gd name="connsiteY1071" fmla="*/ 46342 h 949779"/>
              <a:gd name="connsiteX1072" fmla="*/ 6876801 w 12233785"/>
              <a:gd name="connsiteY1072" fmla="*/ 44630 h 949779"/>
              <a:gd name="connsiteX1073" fmla="*/ 6880966 w 12233785"/>
              <a:gd name="connsiteY1073" fmla="*/ 47075 h 949779"/>
              <a:gd name="connsiteX1074" fmla="*/ 6877031 w 12233785"/>
              <a:gd name="connsiteY1074" fmla="*/ 47883 h 949779"/>
              <a:gd name="connsiteX1075" fmla="*/ 6877053 w 12233785"/>
              <a:gd name="connsiteY1075" fmla="*/ 47891 h 949779"/>
              <a:gd name="connsiteX1076" fmla="*/ 6876990 w 12233785"/>
              <a:gd name="connsiteY1076" fmla="*/ 47891 h 949779"/>
              <a:gd name="connsiteX1077" fmla="*/ 6877031 w 12233785"/>
              <a:gd name="connsiteY1077" fmla="*/ 47883 h 949779"/>
              <a:gd name="connsiteX1078" fmla="*/ 6872825 w 12233785"/>
              <a:gd name="connsiteY1078" fmla="*/ 46342 h 949779"/>
              <a:gd name="connsiteX1079" fmla="*/ 9344229 w 12233785"/>
              <a:gd name="connsiteY1079" fmla="*/ 44630 h 949779"/>
              <a:gd name="connsiteX1080" fmla="*/ 9348394 w 12233785"/>
              <a:gd name="connsiteY1080" fmla="*/ 47075 h 949779"/>
              <a:gd name="connsiteX1081" fmla="*/ 9344459 w 12233785"/>
              <a:gd name="connsiteY1081" fmla="*/ 47883 h 949779"/>
              <a:gd name="connsiteX1082" fmla="*/ 9344482 w 12233785"/>
              <a:gd name="connsiteY1082" fmla="*/ 47891 h 949779"/>
              <a:gd name="connsiteX1083" fmla="*/ 9344419 w 12233785"/>
              <a:gd name="connsiteY1083" fmla="*/ 47891 h 949779"/>
              <a:gd name="connsiteX1084" fmla="*/ 9344459 w 12233785"/>
              <a:gd name="connsiteY1084" fmla="*/ 47883 h 949779"/>
              <a:gd name="connsiteX1085" fmla="*/ 9340253 w 12233785"/>
              <a:gd name="connsiteY1085" fmla="*/ 46342 h 949779"/>
              <a:gd name="connsiteX1086" fmla="*/ 2983495 w 12233785"/>
              <a:gd name="connsiteY1086" fmla="*/ 43787 h 949779"/>
              <a:gd name="connsiteX1087" fmla="*/ 2991131 w 12233785"/>
              <a:gd name="connsiteY1087" fmla="*/ 46804 h 949779"/>
              <a:gd name="connsiteX1088" fmla="*/ 2980466 w 12233785"/>
              <a:gd name="connsiteY1088" fmla="*/ 48597 h 949779"/>
              <a:gd name="connsiteX1089" fmla="*/ 2980214 w 12233785"/>
              <a:gd name="connsiteY1089" fmla="*/ 48597 h 949779"/>
              <a:gd name="connsiteX1090" fmla="*/ 2972390 w 12233785"/>
              <a:gd name="connsiteY1090" fmla="*/ 45771 h 949779"/>
              <a:gd name="connsiteX1091" fmla="*/ 2983117 w 12233785"/>
              <a:gd name="connsiteY1091" fmla="*/ 43787 h 949779"/>
              <a:gd name="connsiteX1092" fmla="*/ 2983495 w 12233785"/>
              <a:gd name="connsiteY1092" fmla="*/ 43787 h 949779"/>
              <a:gd name="connsiteX1093" fmla="*/ 4109230 w 12233785"/>
              <a:gd name="connsiteY1093" fmla="*/ 43787 h 949779"/>
              <a:gd name="connsiteX1094" fmla="*/ 4116866 w 12233785"/>
              <a:gd name="connsiteY1094" fmla="*/ 46804 h 949779"/>
              <a:gd name="connsiteX1095" fmla="*/ 4116298 w 12233785"/>
              <a:gd name="connsiteY1095" fmla="*/ 46899 h 949779"/>
              <a:gd name="connsiteX1096" fmla="*/ 4113837 w 12233785"/>
              <a:gd name="connsiteY1096" fmla="*/ 46342 h 949779"/>
              <a:gd name="connsiteX1097" fmla="*/ 4106266 w 12233785"/>
              <a:gd name="connsiteY1097" fmla="*/ 44711 h 949779"/>
              <a:gd name="connsiteX1098" fmla="*/ 4099965 w 12233785"/>
              <a:gd name="connsiteY1098" fmla="*/ 46435 h 949779"/>
              <a:gd name="connsiteX1099" fmla="*/ 4098125 w 12233785"/>
              <a:gd name="connsiteY1099" fmla="*/ 45771 h 949779"/>
              <a:gd name="connsiteX1100" fmla="*/ 4108852 w 12233785"/>
              <a:gd name="connsiteY1100" fmla="*/ 43787 h 949779"/>
              <a:gd name="connsiteX1101" fmla="*/ 4109230 w 12233785"/>
              <a:gd name="connsiteY1101" fmla="*/ 43787 h 949779"/>
              <a:gd name="connsiteX1102" fmla="*/ 6989437 w 12233785"/>
              <a:gd name="connsiteY1102" fmla="*/ 43787 h 949779"/>
              <a:gd name="connsiteX1103" fmla="*/ 6997073 w 12233785"/>
              <a:gd name="connsiteY1103" fmla="*/ 46804 h 949779"/>
              <a:gd name="connsiteX1104" fmla="*/ 6986409 w 12233785"/>
              <a:gd name="connsiteY1104" fmla="*/ 48597 h 949779"/>
              <a:gd name="connsiteX1105" fmla="*/ 6986157 w 12233785"/>
              <a:gd name="connsiteY1105" fmla="*/ 48597 h 949779"/>
              <a:gd name="connsiteX1106" fmla="*/ 6978332 w 12233785"/>
              <a:gd name="connsiteY1106" fmla="*/ 45771 h 949779"/>
              <a:gd name="connsiteX1107" fmla="*/ 6989059 w 12233785"/>
              <a:gd name="connsiteY1107" fmla="*/ 43787 h 949779"/>
              <a:gd name="connsiteX1108" fmla="*/ 6989437 w 12233785"/>
              <a:gd name="connsiteY1108" fmla="*/ 43787 h 949779"/>
              <a:gd name="connsiteX1109" fmla="*/ 9456866 w 12233785"/>
              <a:gd name="connsiteY1109" fmla="*/ 43787 h 949779"/>
              <a:gd name="connsiteX1110" fmla="*/ 9464501 w 12233785"/>
              <a:gd name="connsiteY1110" fmla="*/ 46804 h 949779"/>
              <a:gd name="connsiteX1111" fmla="*/ 9453837 w 12233785"/>
              <a:gd name="connsiteY1111" fmla="*/ 48597 h 949779"/>
              <a:gd name="connsiteX1112" fmla="*/ 9453585 w 12233785"/>
              <a:gd name="connsiteY1112" fmla="*/ 48597 h 949779"/>
              <a:gd name="connsiteX1113" fmla="*/ 9445760 w 12233785"/>
              <a:gd name="connsiteY1113" fmla="*/ 45771 h 949779"/>
              <a:gd name="connsiteX1114" fmla="*/ 9456487 w 12233785"/>
              <a:gd name="connsiteY1114" fmla="*/ 43787 h 949779"/>
              <a:gd name="connsiteX1115" fmla="*/ 9456866 w 12233785"/>
              <a:gd name="connsiteY1115" fmla="*/ 43787 h 949779"/>
              <a:gd name="connsiteX1116" fmla="*/ 2665211 w 12233785"/>
              <a:gd name="connsiteY1116" fmla="*/ 11660 h 949779"/>
              <a:gd name="connsiteX1117" fmla="*/ 2692912 w 12233785"/>
              <a:gd name="connsiteY1117" fmla="*/ 14188 h 949779"/>
              <a:gd name="connsiteX1118" fmla="*/ 2693417 w 12233785"/>
              <a:gd name="connsiteY1118" fmla="*/ 16335 h 949779"/>
              <a:gd name="connsiteX1119" fmla="*/ 2677515 w 12233785"/>
              <a:gd name="connsiteY1119" fmla="*/ 22668 h 949779"/>
              <a:gd name="connsiteX1120" fmla="*/ 2677578 w 12233785"/>
              <a:gd name="connsiteY1120" fmla="*/ 22641 h 949779"/>
              <a:gd name="connsiteX1121" fmla="*/ 2675874 w 12233785"/>
              <a:gd name="connsiteY1121" fmla="*/ 22369 h 949779"/>
              <a:gd name="connsiteX1122" fmla="*/ 2640979 w 12233785"/>
              <a:gd name="connsiteY1122" fmla="*/ 17286 h 949779"/>
              <a:gd name="connsiteX1123" fmla="*/ 2638392 w 12233785"/>
              <a:gd name="connsiteY1123" fmla="*/ 16526 h 949779"/>
              <a:gd name="connsiteX1124" fmla="*/ 2635931 w 12233785"/>
              <a:gd name="connsiteY1124" fmla="*/ 15547 h 949779"/>
              <a:gd name="connsiteX1125" fmla="*/ 2637445 w 12233785"/>
              <a:gd name="connsiteY1125" fmla="*/ 14487 h 949779"/>
              <a:gd name="connsiteX1126" fmla="*/ 2639212 w 12233785"/>
              <a:gd name="connsiteY1126" fmla="*/ 13726 h 949779"/>
              <a:gd name="connsiteX1127" fmla="*/ 2665211 w 12233785"/>
              <a:gd name="connsiteY1127" fmla="*/ 11660 h 949779"/>
              <a:gd name="connsiteX1128" fmla="*/ 3790946 w 12233785"/>
              <a:gd name="connsiteY1128" fmla="*/ 11660 h 949779"/>
              <a:gd name="connsiteX1129" fmla="*/ 3818647 w 12233785"/>
              <a:gd name="connsiteY1129" fmla="*/ 14188 h 949779"/>
              <a:gd name="connsiteX1130" fmla="*/ 3819152 w 12233785"/>
              <a:gd name="connsiteY1130" fmla="*/ 16335 h 949779"/>
              <a:gd name="connsiteX1131" fmla="*/ 3803250 w 12233785"/>
              <a:gd name="connsiteY1131" fmla="*/ 22668 h 949779"/>
              <a:gd name="connsiteX1132" fmla="*/ 3803313 w 12233785"/>
              <a:gd name="connsiteY1132" fmla="*/ 22641 h 949779"/>
              <a:gd name="connsiteX1133" fmla="*/ 3801609 w 12233785"/>
              <a:gd name="connsiteY1133" fmla="*/ 22369 h 949779"/>
              <a:gd name="connsiteX1134" fmla="*/ 3766714 w 12233785"/>
              <a:gd name="connsiteY1134" fmla="*/ 17286 h 949779"/>
              <a:gd name="connsiteX1135" fmla="*/ 3764127 w 12233785"/>
              <a:gd name="connsiteY1135" fmla="*/ 16526 h 949779"/>
              <a:gd name="connsiteX1136" fmla="*/ 3761666 w 12233785"/>
              <a:gd name="connsiteY1136" fmla="*/ 15547 h 949779"/>
              <a:gd name="connsiteX1137" fmla="*/ 3763180 w 12233785"/>
              <a:gd name="connsiteY1137" fmla="*/ 14487 h 949779"/>
              <a:gd name="connsiteX1138" fmla="*/ 3764947 w 12233785"/>
              <a:gd name="connsiteY1138" fmla="*/ 13726 h 949779"/>
              <a:gd name="connsiteX1139" fmla="*/ 3790946 w 12233785"/>
              <a:gd name="connsiteY1139" fmla="*/ 11660 h 949779"/>
              <a:gd name="connsiteX1140" fmla="*/ 6671153 w 12233785"/>
              <a:gd name="connsiteY1140" fmla="*/ 11660 h 949779"/>
              <a:gd name="connsiteX1141" fmla="*/ 6698854 w 12233785"/>
              <a:gd name="connsiteY1141" fmla="*/ 14188 h 949779"/>
              <a:gd name="connsiteX1142" fmla="*/ 6699359 w 12233785"/>
              <a:gd name="connsiteY1142" fmla="*/ 16335 h 949779"/>
              <a:gd name="connsiteX1143" fmla="*/ 6683457 w 12233785"/>
              <a:gd name="connsiteY1143" fmla="*/ 22668 h 949779"/>
              <a:gd name="connsiteX1144" fmla="*/ 6683520 w 12233785"/>
              <a:gd name="connsiteY1144" fmla="*/ 22641 h 949779"/>
              <a:gd name="connsiteX1145" fmla="*/ 6681816 w 12233785"/>
              <a:gd name="connsiteY1145" fmla="*/ 22369 h 949779"/>
              <a:gd name="connsiteX1146" fmla="*/ 6646921 w 12233785"/>
              <a:gd name="connsiteY1146" fmla="*/ 17286 h 949779"/>
              <a:gd name="connsiteX1147" fmla="*/ 6644334 w 12233785"/>
              <a:gd name="connsiteY1147" fmla="*/ 16526 h 949779"/>
              <a:gd name="connsiteX1148" fmla="*/ 6641873 w 12233785"/>
              <a:gd name="connsiteY1148" fmla="*/ 15547 h 949779"/>
              <a:gd name="connsiteX1149" fmla="*/ 6643387 w 12233785"/>
              <a:gd name="connsiteY1149" fmla="*/ 14487 h 949779"/>
              <a:gd name="connsiteX1150" fmla="*/ 6645154 w 12233785"/>
              <a:gd name="connsiteY1150" fmla="*/ 13726 h 949779"/>
              <a:gd name="connsiteX1151" fmla="*/ 6671153 w 12233785"/>
              <a:gd name="connsiteY1151" fmla="*/ 11660 h 949779"/>
              <a:gd name="connsiteX1152" fmla="*/ 9138582 w 12233785"/>
              <a:gd name="connsiteY1152" fmla="*/ 11660 h 949779"/>
              <a:gd name="connsiteX1153" fmla="*/ 9166282 w 12233785"/>
              <a:gd name="connsiteY1153" fmla="*/ 14188 h 949779"/>
              <a:gd name="connsiteX1154" fmla="*/ 9166788 w 12233785"/>
              <a:gd name="connsiteY1154" fmla="*/ 16335 h 949779"/>
              <a:gd name="connsiteX1155" fmla="*/ 9150886 w 12233785"/>
              <a:gd name="connsiteY1155" fmla="*/ 22668 h 949779"/>
              <a:gd name="connsiteX1156" fmla="*/ 9150949 w 12233785"/>
              <a:gd name="connsiteY1156" fmla="*/ 22641 h 949779"/>
              <a:gd name="connsiteX1157" fmla="*/ 9149245 w 12233785"/>
              <a:gd name="connsiteY1157" fmla="*/ 22369 h 949779"/>
              <a:gd name="connsiteX1158" fmla="*/ 9114349 w 12233785"/>
              <a:gd name="connsiteY1158" fmla="*/ 17286 h 949779"/>
              <a:gd name="connsiteX1159" fmla="*/ 9111763 w 12233785"/>
              <a:gd name="connsiteY1159" fmla="*/ 16526 h 949779"/>
              <a:gd name="connsiteX1160" fmla="*/ 9109302 w 12233785"/>
              <a:gd name="connsiteY1160" fmla="*/ 15547 h 949779"/>
              <a:gd name="connsiteX1161" fmla="*/ 9110816 w 12233785"/>
              <a:gd name="connsiteY1161" fmla="*/ 14487 h 949779"/>
              <a:gd name="connsiteX1162" fmla="*/ 9112583 w 12233785"/>
              <a:gd name="connsiteY1162" fmla="*/ 13726 h 949779"/>
              <a:gd name="connsiteX1163" fmla="*/ 9138582 w 12233785"/>
              <a:gd name="connsiteY1163" fmla="*/ 11660 h 949779"/>
              <a:gd name="connsiteX1164" fmla="*/ 2735695 w 12233785"/>
              <a:gd name="connsiteY1164" fmla="*/ 6360 h 949779"/>
              <a:gd name="connsiteX1165" fmla="*/ 2744781 w 12233785"/>
              <a:gd name="connsiteY1165" fmla="*/ 8263 h 949779"/>
              <a:gd name="connsiteX1166" fmla="*/ 2737020 w 12233785"/>
              <a:gd name="connsiteY1166" fmla="*/ 11959 h 949779"/>
              <a:gd name="connsiteX1167" fmla="*/ 2736957 w 12233785"/>
              <a:gd name="connsiteY1167" fmla="*/ 11987 h 949779"/>
              <a:gd name="connsiteX1168" fmla="*/ 2734748 w 12233785"/>
              <a:gd name="connsiteY1168" fmla="*/ 11878 h 949779"/>
              <a:gd name="connsiteX1169" fmla="*/ 2725914 w 12233785"/>
              <a:gd name="connsiteY1169" fmla="*/ 9214 h 949779"/>
              <a:gd name="connsiteX1170" fmla="*/ 2730331 w 12233785"/>
              <a:gd name="connsiteY1170" fmla="*/ 7475 h 949779"/>
              <a:gd name="connsiteX1171" fmla="*/ 2734875 w 12233785"/>
              <a:gd name="connsiteY1171" fmla="*/ 6360 h 949779"/>
              <a:gd name="connsiteX1172" fmla="*/ 2735695 w 12233785"/>
              <a:gd name="connsiteY1172" fmla="*/ 6360 h 949779"/>
              <a:gd name="connsiteX1173" fmla="*/ 3861430 w 12233785"/>
              <a:gd name="connsiteY1173" fmla="*/ 6360 h 949779"/>
              <a:gd name="connsiteX1174" fmla="*/ 3870516 w 12233785"/>
              <a:gd name="connsiteY1174" fmla="*/ 8263 h 949779"/>
              <a:gd name="connsiteX1175" fmla="*/ 3862755 w 12233785"/>
              <a:gd name="connsiteY1175" fmla="*/ 11959 h 949779"/>
              <a:gd name="connsiteX1176" fmla="*/ 3862692 w 12233785"/>
              <a:gd name="connsiteY1176" fmla="*/ 11987 h 949779"/>
              <a:gd name="connsiteX1177" fmla="*/ 3860483 w 12233785"/>
              <a:gd name="connsiteY1177" fmla="*/ 11878 h 949779"/>
              <a:gd name="connsiteX1178" fmla="*/ 3851649 w 12233785"/>
              <a:gd name="connsiteY1178" fmla="*/ 9214 h 949779"/>
              <a:gd name="connsiteX1179" fmla="*/ 3856066 w 12233785"/>
              <a:gd name="connsiteY1179" fmla="*/ 7475 h 949779"/>
              <a:gd name="connsiteX1180" fmla="*/ 3860610 w 12233785"/>
              <a:gd name="connsiteY1180" fmla="*/ 6360 h 949779"/>
              <a:gd name="connsiteX1181" fmla="*/ 3861430 w 12233785"/>
              <a:gd name="connsiteY1181" fmla="*/ 6360 h 949779"/>
              <a:gd name="connsiteX1182" fmla="*/ 6741637 w 12233785"/>
              <a:gd name="connsiteY1182" fmla="*/ 6360 h 949779"/>
              <a:gd name="connsiteX1183" fmla="*/ 6750723 w 12233785"/>
              <a:gd name="connsiteY1183" fmla="*/ 8263 h 949779"/>
              <a:gd name="connsiteX1184" fmla="*/ 6742962 w 12233785"/>
              <a:gd name="connsiteY1184" fmla="*/ 11959 h 949779"/>
              <a:gd name="connsiteX1185" fmla="*/ 6742899 w 12233785"/>
              <a:gd name="connsiteY1185" fmla="*/ 11987 h 949779"/>
              <a:gd name="connsiteX1186" fmla="*/ 6740690 w 12233785"/>
              <a:gd name="connsiteY1186" fmla="*/ 11878 h 949779"/>
              <a:gd name="connsiteX1187" fmla="*/ 6731856 w 12233785"/>
              <a:gd name="connsiteY1187" fmla="*/ 9214 h 949779"/>
              <a:gd name="connsiteX1188" fmla="*/ 6736273 w 12233785"/>
              <a:gd name="connsiteY1188" fmla="*/ 7475 h 949779"/>
              <a:gd name="connsiteX1189" fmla="*/ 6740817 w 12233785"/>
              <a:gd name="connsiteY1189" fmla="*/ 6360 h 949779"/>
              <a:gd name="connsiteX1190" fmla="*/ 6741637 w 12233785"/>
              <a:gd name="connsiteY1190" fmla="*/ 6360 h 949779"/>
              <a:gd name="connsiteX1191" fmla="*/ 9209065 w 12233785"/>
              <a:gd name="connsiteY1191" fmla="*/ 6360 h 949779"/>
              <a:gd name="connsiteX1192" fmla="*/ 9218152 w 12233785"/>
              <a:gd name="connsiteY1192" fmla="*/ 8263 h 949779"/>
              <a:gd name="connsiteX1193" fmla="*/ 9210390 w 12233785"/>
              <a:gd name="connsiteY1193" fmla="*/ 11959 h 949779"/>
              <a:gd name="connsiteX1194" fmla="*/ 9210327 w 12233785"/>
              <a:gd name="connsiteY1194" fmla="*/ 11987 h 949779"/>
              <a:gd name="connsiteX1195" fmla="*/ 9208119 w 12233785"/>
              <a:gd name="connsiteY1195" fmla="*/ 11878 h 949779"/>
              <a:gd name="connsiteX1196" fmla="*/ 9199284 w 12233785"/>
              <a:gd name="connsiteY1196" fmla="*/ 9214 h 949779"/>
              <a:gd name="connsiteX1197" fmla="*/ 9203702 w 12233785"/>
              <a:gd name="connsiteY1197" fmla="*/ 7475 h 949779"/>
              <a:gd name="connsiteX1198" fmla="*/ 9208245 w 12233785"/>
              <a:gd name="connsiteY1198" fmla="*/ 6360 h 949779"/>
              <a:gd name="connsiteX1199" fmla="*/ 9209065 w 12233785"/>
              <a:gd name="connsiteY1199" fmla="*/ 6360 h 949779"/>
              <a:gd name="connsiteX1200" fmla="*/ 9220235 w 12233785"/>
              <a:gd name="connsiteY1200" fmla="*/ 0 h 949779"/>
              <a:gd name="connsiteX1201" fmla="*/ 9220929 w 12233785"/>
              <a:gd name="connsiteY1201" fmla="*/ 245 h 949779"/>
              <a:gd name="connsiteX1202" fmla="*/ 9211590 w 12233785"/>
              <a:gd name="connsiteY1202" fmla="*/ 353 h 949779"/>
              <a:gd name="connsiteX1203" fmla="*/ 9204901 w 12233785"/>
              <a:gd name="connsiteY1203" fmla="*/ 435 h 949779"/>
              <a:gd name="connsiteX1204" fmla="*/ 9196761 w 12233785"/>
              <a:gd name="connsiteY1204" fmla="*/ 381 h 949779"/>
              <a:gd name="connsiteX1205" fmla="*/ 9188557 w 12233785"/>
              <a:gd name="connsiteY1205" fmla="*/ 326 h 949779"/>
              <a:gd name="connsiteX1206" fmla="*/ 9149750 w 12233785"/>
              <a:gd name="connsiteY1206" fmla="*/ 4838 h 949779"/>
              <a:gd name="connsiteX1207" fmla="*/ 9133091 w 12233785"/>
              <a:gd name="connsiteY1207" fmla="*/ 6605 h 949779"/>
              <a:gd name="connsiteX1208" fmla="*/ 9105830 w 12233785"/>
              <a:gd name="connsiteY1208" fmla="*/ 5817 h 949779"/>
              <a:gd name="connsiteX1209" fmla="*/ 9104064 w 12233785"/>
              <a:gd name="connsiteY1209" fmla="*/ 5817 h 949779"/>
              <a:gd name="connsiteX1210" fmla="*/ 9093210 w 12233785"/>
              <a:gd name="connsiteY1210" fmla="*/ 17232 h 949779"/>
              <a:gd name="connsiteX1211" fmla="*/ 9083808 w 12233785"/>
              <a:gd name="connsiteY1211" fmla="*/ 24163 h 949779"/>
              <a:gd name="connsiteX1212" fmla="*/ 9077498 w 12233785"/>
              <a:gd name="connsiteY1212" fmla="*/ 24462 h 949779"/>
              <a:gd name="connsiteX1213" fmla="*/ 9073145 w 12233785"/>
              <a:gd name="connsiteY1213" fmla="*/ 24870 h 949779"/>
              <a:gd name="connsiteX1214" fmla="*/ 9061155 w 12233785"/>
              <a:gd name="connsiteY1214" fmla="*/ 22614 h 949779"/>
              <a:gd name="connsiteX1215" fmla="*/ 9049733 w 12233785"/>
              <a:gd name="connsiteY1215" fmla="*/ 20358 h 949779"/>
              <a:gd name="connsiteX1216" fmla="*/ 9043676 w 12233785"/>
              <a:gd name="connsiteY1216" fmla="*/ 21364 h 949779"/>
              <a:gd name="connsiteX1217" fmla="*/ 9020517 w 12233785"/>
              <a:gd name="connsiteY1217" fmla="*/ 24299 h 949779"/>
              <a:gd name="connsiteX1218" fmla="*/ 9016984 w 12233785"/>
              <a:gd name="connsiteY1218" fmla="*/ 24299 h 949779"/>
              <a:gd name="connsiteX1219" fmla="*/ 9013450 w 12233785"/>
              <a:gd name="connsiteY1219" fmla="*/ 24299 h 949779"/>
              <a:gd name="connsiteX1220" fmla="*/ 9006887 w 12233785"/>
              <a:gd name="connsiteY1220" fmla="*/ 24408 h 949779"/>
              <a:gd name="connsiteX1221" fmla="*/ 8974832 w 12233785"/>
              <a:gd name="connsiteY1221" fmla="*/ 24843 h 949779"/>
              <a:gd name="connsiteX1222" fmla="*/ 8973002 w 12233785"/>
              <a:gd name="connsiteY1222" fmla="*/ 24843 h 949779"/>
              <a:gd name="connsiteX1223" fmla="*/ 8961959 w 12233785"/>
              <a:gd name="connsiteY1223" fmla="*/ 24761 h 949779"/>
              <a:gd name="connsiteX1224" fmla="*/ 8950790 w 12233785"/>
              <a:gd name="connsiteY1224" fmla="*/ 24679 h 949779"/>
              <a:gd name="connsiteX1225" fmla="*/ 8936465 w 12233785"/>
              <a:gd name="connsiteY1225" fmla="*/ 25006 h 949779"/>
              <a:gd name="connsiteX1226" fmla="*/ 8933247 w 12233785"/>
              <a:gd name="connsiteY1226" fmla="*/ 31311 h 949779"/>
              <a:gd name="connsiteX1227" fmla="*/ 8936718 w 12233785"/>
              <a:gd name="connsiteY1227" fmla="*/ 32860 h 949779"/>
              <a:gd name="connsiteX1228" fmla="*/ 8938170 w 12233785"/>
              <a:gd name="connsiteY1228" fmla="*/ 32670 h 949779"/>
              <a:gd name="connsiteX1229" fmla="*/ 8938800 w 12233785"/>
              <a:gd name="connsiteY1229" fmla="*/ 32480 h 949779"/>
              <a:gd name="connsiteX1230" fmla="*/ 8936908 w 12233785"/>
              <a:gd name="connsiteY1230" fmla="*/ 33866 h 949779"/>
              <a:gd name="connsiteX1231" fmla="*/ 8918609 w 12233785"/>
              <a:gd name="connsiteY1231" fmla="*/ 37019 h 949779"/>
              <a:gd name="connsiteX1232" fmla="*/ 8903653 w 12233785"/>
              <a:gd name="connsiteY1232" fmla="*/ 34165 h 949779"/>
              <a:gd name="connsiteX1233" fmla="*/ 8910216 w 12233785"/>
              <a:gd name="connsiteY1233" fmla="*/ 26636 h 949779"/>
              <a:gd name="connsiteX1234" fmla="*/ 8866296 w 12233785"/>
              <a:gd name="connsiteY1234" fmla="*/ 18673 h 949779"/>
              <a:gd name="connsiteX1235" fmla="*/ 8863332 w 12233785"/>
              <a:gd name="connsiteY1235" fmla="*/ 18727 h 949779"/>
              <a:gd name="connsiteX1236" fmla="*/ 8857147 w 12233785"/>
              <a:gd name="connsiteY1236" fmla="*/ 25848 h 949779"/>
              <a:gd name="connsiteX1237" fmla="*/ 8853802 w 12233785"/>
              <a:gd name="connsiteY1237" fmla="*/ 30089 h 949779"/>
              <a:gd name="connsiteX1238" fmla="*/ 8838406 w 12233785"/>
              <a:gd name="connsiteY1238" fmla="*/ 30741 h 949779"/>
              <a:gd name="connsiteX1239" fmla="*/ 8834873 w 12233785"/>
              <a:gd name="connsiteY1239" fmla="*/ 30741 h 949779"/>
              <a:gd name="connsiteX1240" fmla="*/ 8802753 w 12233785"/>
              <a:gd name="connsiteY1240" fmla="*/ 30496 h 949779"/>
              <a:gd name="connsiteX1241" fmla="*/ 8797011 w 12233785"/>
              <a:gd name="connsiteY1241" fmla="*/ 30550 h 949779"/>
              <a:gd name="connsiteX1242" fmla="*/ 8784832 w 12233785"/>
              <a:gd name="connsiteY1242" fmla="*/ 30985 h 949779"/>
              <a:gd name="connsiteX1243" fmla="*/ 8765586 w 12233785"/>
              <a:gd name="connsiteY1243" fmla="*/ 42020 h 949779"/>
              <a:gd name="connsiteX1244" fmla="*/ 8731511 w 12233785"/>
              <a:gd name="connsiteY1244" fmla="*/ 36693 h 949779"/>
              <a:gd name="connsiteX1245" fmla="*/ 8720721 w 12233785"/>
              <a:gd name="connsiteY1245" fmla="*/ 36829 h 949779"/>
              <a:gd name="connsiteX1246" fmla="*/ 8709931 w 12233785"/>
              <a:gd name="connsiteY1246" fmla="*/ 36965 h 949779"/>
              <a:gd name="connsiteX1247" fmla="*/ 8681345 w 12233785"/>
              <a:gd name="connsiteY1247" fmla="*/ 33812 h 949779"/>
              <a:gd name="connsiteX1248" fmla="*/ 8655600 w 12233785"/>
              <a:gd name="connsiteY1248" fmla="*/ 30170 h 949779"/>
              <a:gd name="connsiteX1249" fmla="*/ 8627962 w 12233785"/>
              <a:gd name="connsiteY1249" fmla="*/ 34519 h 949779"/>
              <a:gd name="connsiteX1250" fmla="*/ 8618244 w 12233785"/>
              <a:gd name="connsiteY1250" fmla="*/ 36530 h 949779"/>
              <a:gd name="connsiteX1251" fmla="*/ 8616919 w 12233785"/>
              <a:gd name="connsiteY1251" fmla="*/ 36367 h 949779"/>
              <a:gd name="connsiteX1252" fmla="*/ 8598935 w 12233785"/>
              <a:gd name="connsiteY1252" fmla="*/ 33512 h 949779"/>
              <a:gd name="connsiteX1253" fmla="*/ 8567447 w 12233785"/>
              <a:gd name="connsiteY1253" fmla="*/ 39574 h 949779"/>
              <a:gd name="connsiteX1254" fmla="*/ 8540756 w 12233785"/>
              <a:gd name="connsiteY1254" fmla="*/ 43488 h 949779"/>
              <a:gd name="connsiteX1255" fmla="*/ 8514252 w 12233785"/>
              <a:gd name="connsiteY1255" fmla="*/ 40090 h 949779"/>
              <a:gd name="connsiteX1256" fmla="*/ 8499487 w 12233785"/>
              <a:gd name="connsiteY1256" fmla="*/ 37182 h 949779"/>
              <a:gd name="connsiteX1257" fmla="*/ 8491788 w 12233785"/>
              <a:gd name="connsiteY1257" fmla="*/ 38759 h 949779"/>
              <a:gd name="connsiteX1258" fmla="*/ 8481502 w 12233785"/>
              <a:gd name="connsiteY1258" fmla="*/ 41177 h 949779"/>
              <a:gd name="connsiteX1259" fmla="*/ 8471469 w 12233785"/>
              <a:gd name="connsiteY1259" fmla="*/ 37970 h 949779"/>
              <a:gd name="connsiteX1260" fmla="*/ 8456198 w 12233785"/>
              <a:gd name="connsiteY1260" fmla="*/ 32888 h 949779"/>
              <a:gd name="connsiteX1261" fmla="*/ 8441243 w 12233785"/>
              <a:gd name="connsiteY1261" fmla="*/ 36774 h 949779"/>
              <a:gd name="connsiteX1262" fmla="*/ 8435249 w 12233785"/>
              <a:gd name="connsiteY1262" fmla="*/ 37508 h 949779"/>
              <a:gd name="connsiteX1263" fmla="*/ 8428875 w 12233785"/>
              <a:gd name="connsiteY1263" fmla="*/ 37318 h 949779"/>
              <a:gd name="connsiteX1264" fmla="*/ 8426415 w 12233785"/>
              <a:gd name="connsiteY1264" fmla="*/ 37264 h 949779"/>
              <a:gd name="connsiteX1265" fmla="*/ 8410576 w 12233785"/>
              <a:gd name="connsiteY1265" fmla="*/ 48896 h 949779"/>
              <a:gd name="connsiteX1266" fmla="*/ 8378078 w 12233785"/>
              <a:gd name="connsiteY1266" fmla="*/ 42455 h 949779"/>
              <a:gd name="connsiteX1267" fmla="*/ 8370884 w 12233785"/>
              <a:gd name="connsiteY1267" fmla="*/ 43108 h 949779"/>
              <a:gd name="connsiteX1268" fmla="*/ 8364408 w 12233785"/>
              <a:gd name="connsiteY1268" fmla="*/ 45442 h 949779"/>
              <a:gd name="connsiteX1269" fmla="*/ 8359756 w 12233785"/>
              <a:gd name="connsiteY1269" fmla="*/ 44684 h 949779"/>
              <a:gd name="connsiteX1270" fmla="*/ 8348208 w 12233785"/>
              <a:gd name="connsiteY1270" fmla="*/ 43678 h 949779"/>
              <a:gd name="connsiteX1271" fmla="*/ 8329593 w 12233785"/>
              <a:gd name="connsiteY1271" fmla="*/ 48271 h 949779"/>
              <a:gd name="connsiteX1272" fmla="*/ 8303216 w 12233785"/>
              <a:gd name="connsiteY1272" fmla="*/ 45417 h 949779"/>
              <a:gd name="connsiteX1273" fmla="*/ 8275388 w 12233785"/>
              <a:gd name="connsiteY1273" fmla="*/ 49848 h 949779"/>
              <a:gd name="connsiteX1274" fmla="*/ 8271726 w 12233785"/>
              <a:gd name="connsiteY1274" fmla="*/ 49250 h 949779"/>
              <a:gd name="connsiteX1275" fmla="*/ 8270679 w 12233785"/>
              <a:gd name="connsiteY1275" fmla="*/ 48136 h 949779"/>
              <a:gd name="connsiteX1276" fmla="*/ 8283616 w 12233785"/>
              <a:gd name="connsiteY1276" fmla="*/ 43216 h 949779"/>
              <a:gd name="connsiteX1277" fmla="*/ 8315039 w 12233785"/>
              <a:gd name="connsiteY1277" fmla="*/ 41667 h 949779"/>
              <a:gd name="connsiteX1278" fmla="*/ 8319835 w 12233785"/>
              <a:gd name="connsiteY1278" fmla="*/ 36720 h 949779"/>
              <a:gd name="connsiteX1279" fmla="*/ 8313841 w 12233785"/>
              <a:gd name="connsiteY1279" fmla="*/ 32045 h 949779"/>
              <a:gd name="connsiteX1280" fmla="*/ 8291882 w 12233785"/>
              <a:gd name="connsiteY1280" fmla="*/ 30768 h 949779"/>
              <a:gd name="connsiteX1281" fmla="*/ 8235090 w 12233785"/>
              <a:gd name="connsiteY1281" fmla="*/ 38514 h 949779"/>
              <a:gd name="connsiteX1282" fmla="*/ 8234006 w 12233785"/>
              <a:gd name="connsiteY1282" fmla="*/ 43231 h 949779"/>
              <a:gd name="connsiteX1283" fmla="*/ 8231532 w 12233785"/>
              <a:gd name="connsiteY1283" fmla="*/ 42863 h 949779"/>
              <a:gd name="connsiteX1284" fmla="*/ 8208500 w 12233785"/>
              <a:gd name="connsiteY1284" fmla="*/ 46423 h 949779"/>
              <a:gd name="connsiteX1285" fmla="*/ 8193132 w 12233785"/>
              <a:gd name="connsiteY1285" fmla="*/ 50123 h 949779"/>
              <a:gd name="connsiteX1286" fmla="*/ 8177793 w 12233785"/>
              <a:gd name="connsiteY1286" fmla="*/ 42211 h 949779"/>
              <a:gd name="connsiteX1287" fmla="*/ 8168707 w 12233785"/>
              <a:gd name="connsiteY1287" fmla="*/ 37073 h 949779"/>
              <a:gd name="connsiteX1288" fmla="*/ 8153499 w 12233785"/>
              <a:gd name="connsiteY1288" fmla="*/ 44167 h 949779"/>
              <a:gd name="connsiteX1289" fmla="*/ 8145400 w 12233785"/>
              <a:gd name="connsiteY1289" fmla="*/ 47117 h 949779"/>
              <a:gd name="connsiteX1290" fmla="*/ 8139088 w 12233785"/>
              <a:gd name="connsiteY1290" fmla="*/ 45091 h 949779"/>
              <a:gd name="connsiteX1291" fmla="*/ 8131263 w 12233785"/>
              <a:gd name="connsiteY1291" fmla="*/ 47021 h 949779"/>
              <a:gd name="connsiteX1292" fmla="*/ 8126973 w 12233785"/>
              <a:gd name="connsiteY1292" fmla="*/ 47972 h 949779"/>
              <a:gd name="connsiteX1293" fmla="*/ 8119779 w 12233785"/>
              <a:gd name="connsiteY1293" fmla="*/ 46342 h 949779"/>
              <a:gd name="connsiteX1294" fmla="*/ 8112207 w 12233785"/>
              <a:gd name="connsiteY1294" fmla="*/ 44711 h 949779"/>
              <a:gd name="connsiteX1295" fmla="*/ 8105455 w 12233785"/>
              <a:gd name="connsiteY1295" fmla="*/ 46559 h 949779"/>
              <a:gd name="connsiteX1296" fmla="*/ 8095611 w 12233785"/>
              <a:gd name="connsiteY1296" fmla="*/ 48951 h 949779"/>
              <a:gd name="connsiteX1297" fmla="*/ 8077122 w 12233785"/>
              <a:gd name="connsiteY1297" fmla="*/ 45037 h 949779"/>
              <a:gd name="connsiteX1298" fmla="*/ 8069234 w 12233785"/>
              <a:gd name="connsiteY1298" fmla="*/ 47646 h 949779"/>
              <a:gd name="connsiteX1299" fmla="*/ 8069234 w 12233785"/>
              <a:gd name="connsiteY1299" fmla="*/ 50636 h 949779"/>
              <a:gd name="connsiteX1300" fmla="*/ 8065007 w 12233785"/>
              <a:gd name="connsiteY1300" fmla="*/ 58980 h 949779"/>
              <a:gd name="connsiteX1301" fmla="*/ 8060716 w 12233785"/>
              <a:gd name="connsiteY1301" fmla="*/ 59496 h 949779"/>
              <a:gd name="connsiteX1302" fmla="*/ 8046644 w 12233785"/>
              <a:gd name="connsiteY1302" fmla="*/ 53490 h 949779"/>
              <a:gd name="connsiteX1303" fmla="*/ 8036991 w 12233785"/>
              <a:gd name="connsiteY1303" fmla="*/ 50908 h 949779"/>
              <a:gd name="connsiteX1304" fmla="*/ 8025758 w 12233785"/>
              <a:gd name="connsiteY1304" fmla="*/ 52865 h 949779"/>
              <a:gd name="connsiteX1305" fmla="*/ 8021972 w 12233785"/>
              <a:gd name="connsiteY1305" fmla="*/ 53327 h 949779"/>
              <a:gd name="connsiteX1306" fmla="*/ 8008720 w 12233785"/>
              <a:gd name="connsiteY1306" fmla="*/ 46505 h 949779"/>
              <a:gd name="connsiteX1307" fmla="*/ 8021783 w 12233785"/>
              <a:gd name="connsiteY1307" fmla="*/ 42699 h 949779"/>
              <a:gd name="connsiteX1308" fmla="*/ 8026325 w 12233785"/>
              <a:gd name="connsiteY1308" fmla="*/ 40634 h 949779"/>
              <a:gd name="connsiteX1309" fmla="*/ 8024496 w 12233785"/>
              <a:gd name="connsiteY1309" fmla="*/ 38759 h 949779"/>
              <a:gd name="connsiteX1310" fmla="*/ 8019195 w 12233785"/>
              <a:gd name="connsiteY1310" fmla="*/ 37318 h 949779"/>
              <a:gd name="connsiteX1311" fmla="*/ 8009478 w 12233785"/>
              <a:gd name="connsiteY1311" fmla="*/ 37644 h 949779"/>
              <a:gd name="connsiteX1312" fmla="*/ 7971427 w 12233785"/>
              <a:gd name="connsiteY1312" fmla="*/ 34138 h 949779"/>
              <a:gd name="connsiteX1313" fmla="*/ 7933314 w 12233785"/>
              <a:gd name="connsiteY1313" fmla="*/ 30632 h 949779"/>
              <a:gd name="connsiteX1314" fmla="*/ 7932178 w 12233785"/>
              <a:gd name="connsiteY1314" fmla="*/ 30632 h 949779"/>
              <a:gd name="connsiteX1315" fmla="*/ 7921892 w 12233785"/>
              <a:gd name="connsiteY1315" fmla="*/ 30659 h 949779"/>
              <a:gd name="connsiteX1316" fmla="*/ 7908389 w 12233785"/>
              <a:gd name="connsiteY1316" fmla="*/ 30632 h 949779"/>
              <a:gd name="connsiteX1317" fmla="*/ 7894884 w 12233785"/>
              <a:gd name="connsiteY1317" fmla="*/ 30604 h 949779"/>
              <a:gd name="connsiteX1318" fmla="*/ 7874377 w 12233785"/>
              <a:gd name="connsiteY1318" fmla="*/ 30768 h 949779"/>
              <a:gd name="connsiteX1319" fmla="*/ 7850462 w 12233785"/>
              <a:gd name="connsiteY1319" fmla="*/ 33540 h 949779"/>
              <a:gd name="connsiteX1320" fmla="*/ 7825662 w 12233785"/>
              <a:gd name="connsiteY1320" fmla="*/ 36829 h 949779"/>
              <a:gd name="connsiteX1321" fmla="*/ 7812474 w 12233785"/>
              <a:gd name="connsiteY1321" fmla="*/ 36448 h 949779"/>
              <a:gd name="connsiteX1322" fmla="*/ 7799223 w 12233785"/>
              <a:gd name="connsiteY1322" fmla="*/ 36068 h 949779"/>
              <a:gd name="connsiteX1323" fmla="*/ 7794427 w 12233785"/>
              <a:gd name="connsiteY1323" fmla="*/ 36149 h 949779"/>
              <a:gd name="connsiteX1324" fmla="*/ 7739970 w 12233785"/>
              <a:gd name="connsiteY1324" fmla="*/ 29572 h 949779"/>
              <a:gd name="connsiteX1325" fmla="*/ 7727665 w 12233785"/>
              <a:gd name="connsiteY1325" fmla="*/ 26283 h 949779"/>
              <a:gd name="connsiteX1326" fmla="*/ 7721923 w 12233785"/>
              <a:gd name="connsiteY1326" fmla="*/ 29599 h 949779"/>
              <a:gd name="connsiteX1327" fmla="*/ 7728297 w 12233785"/>
              <a:gd name="connsiteY1327" fmla="*/ 37481 h 949779"/>
              <a:gd name="connsiteX1328" fmla="*/ 7726971 w 12233785"/>
              <a:gd name="connsiteY1328" fmla="*/ 41884 h 949779"/>
              <a:gd name="connsiteX1329" fmla="*/ 7697314 w 12233785"/>
              <a:gd name="connsiteY1329" fmla="*/ 43080 h 949779"/>
              <a:gd name="connsiteX1330" fmla="*/ 7682863 w 12233785"/>
              <a:gd name="connsiteY1330" fmla="*/ 42319 h 949779"/>
              <a:gd name="connsiteX1331" fmla="*/ 7660651 w 12233785"/>
              <a:gd name="connsiteY1331" fmla="*/ 40498 h 949779"/>
              <a:gd name="connsiteX1332" fmla="*/ 7643550 w 12233785"/>
              <a:gd name="connsiteY1332" fmla="*/ 42373 h 949779"/>
              <a:gd name="connsiteX1333" fmla="*/ 7640584 w 12233785"/>
              <a:gd name="connsiteY1333" fmla="*/ 42699 h 949779"/>
              <a:gd name="connsiteX1334" fmla="*/ 7631371 w 12233785"/>
              <a:gd name="connsiteY1334" fmla="*/ 40933 h 949779"/>
              <a:gd name="connsiteX1335" fmla="*/ 7620897 w 12233785"/>
              <a:gd name="connsiteY1335" fmla="*/ 39166 h 949779"/>
              <a:gd name="connsiteX1336" fmla="*/ 7610863 w 12233785"/>
              <a:gd name="connsiteY1336" fmla="*/ 41259 h 949779"/>
              <a:gd name="connsiteX1337" fmla="*/ 7599948 w 12233785"/>
              <a:gd name="connsiteY1337" fmla="*/ 43108 h 949779"/>
              <a:gd name="connsiteX1338" fmla="*/ 7575338 w 12233785"/>
              <a:gd name="connsiteY1338" fmla="*/ 38677 h 949779"/>
              <a:gd name="connsiteX1339" fmla="*/ 7566693 w 12233785"/>
              <a:gd name="connsiteY1339" fmla="*/ 37726 h 949779"/>
              <a:gd name="connsiteX1340" fmla="*/ 7558048 w 12233785"/>
              <a:gd name="connsiteY1340" fmla="*/ 38759 h 949779"/>
              <a:gd name="connsiteX1341" fmla="*/ 7521322 w 12233785"/>
              <a:gd name="connsiteY1341" fmla="*/ 42645 h 949779"/>
              <a:gd name="connsiteX1342" fmla="*/ 7513182 w 12233785"/>
              <a:gd name="connsiteY1342" fmla="*/ 42836 h 949779"/>
              <a:gd name="connsiteX1343" fmla="*/ 7473681 w 12233785"/>
              <a:gd name="connsiteY1343" fmla="*/ 27914 h 949779"/>
              <a:gd name="connsiteX1344" fmla="*/ 7469830 w 12233785"/>
              <a:gd name="connsiteY1344" fmla="*/ 25467 h 949779"/>
              <a:gd name="connsiteX1345" fmla="*/ 7464026 w 12233785"/>
              <a:gd name="connsiteY1345" fmla="*/ 30143 h 949779"/>
              <a:gd name="connsiteX1346" fmla="*/ 7468507 w 12233785"/>
              <a:gd name="connsiteY1346" fmla="*/ 41830 h 949779"/>
              <a:gd name="connsiteX1347" fmla="*/ 7472860 w 12233785"/>
              <a:gd name="connsiteY1347" fmla="*/ 46668 h 949779"/>
              <a:gd name="connsiteX1348" fmla="*/ 7464973 w 12233785"/>
              <a:gd name="connsiteY1348" fmla="*/ 48543 h 949779"/>
              <a:gd name="connsiteX1349" fmla="*/ 7455570 w 12233785"/>
              <a:gd name="connsiteY1349" fmla="*/ 47428 h 949779"/>
              <a:gd name="connsiteX1350" fmla="*/ 7432476 w 12233785"/>
              <a:gd name="connsiteY1350" fmla="*/ 43216 h 949779"/>
              <a:gd name="connsiteX1351" fmla="*/ 7358709 w 12233785"/>
              <a:gd name="connsiteY1351" fmla="*/ 37318 h 949779"/>
              <a:gd name="connsiteX1352" fmla="*/ 7346341 w 12233785"/>
              <a:gd name="connsiteY1352" fmla="*/ 36041 h 949779"/>
              <a:gd name="connsiteX1353" fmla="*/ 7321920 w 12233785"/>
              <a:gd name="connsiteY1353" fmla="*/ 37019 h 949779"/>
              <a:gd name="connsiteX1354" fmla="*/ 7310941 w 12233785"/>
              <a:gd name="connsiteY1354" fmla="*/ 42672 h 949779"/>
              <a:gd name="connsiteX1355" fmla="*/ 7290433 w 12233785"/>
              <a:gd name="connsiteY1355" fmla="*/ 42890 h 949779"/>
              <a:gd name="connsiteX1356" fmla="*/ 7283491 w 12233785"/>
              <a:gd name="connsiteY1356" fmla="*/ 42890 h 949779"/>
              <a:gd name="connsiteX1357" fmla="*/ 7276361 w 12233785"/>
              <a:gd name="connsiteY1357" fmla="*/ 42890 h 949779"/>
              <a:gd name="connsiteX1358" fmla="*/ 7259576 w 12233785"/>
              <a:gd name="connsiteY1358" fmla="*/ 43025 h 949779"/>
              <a:gd name="connsiteX1359" fmla="*/ 7197800 w 12233785"/>
              <a:gd name="connsiteY1359" fmla="*/ 47428 h 949779"/>
              <a:gd name="connsiteX1360" fmla="*/ 7172874 w 12233785"/>
              <a:gd name="connsiteY1360" fmla="*/ 49848 h 949779"/>
              <a:gd name="connsiteX1361" fmla="*/ 7131290 w 12233785"/>
              <a:gd name="connsiteY1361" fmla="*/ 43189 h 949779"/>
              <a:gd name="connsiteX1362" fmla="*/ 7109331 w 12233785"/>
              <a:gd name="connsiteY1362" fmla="*/ 38433 h 949779"/>
              <a:gd name="connsiteX1363" fmla="*/ 7092861 w 12233785"/>
              <a:gd name="connsiteY1363" fmla="*/ 42672 h 949779"/>
              <a:gd name="connsiteX1364" fmla="*/ 7085605 w 12233785"/>
              <a:gd name="connsiteY1364" fmla="*/ 43596 h 949779"/>
              <a:gd name="connsiteX1365" fmla="*/ 7069198 w 12233785"/>
              <a:gd name="connsiteY1365" fmla="*/ 41368 h 949779"/>
              <a:gd name="connsiteX1366" fmla="*/ 7051781 w 12233785"/>
              <a:gd name="connsiteY1366" fmla="*/ 37399 h 949779"/>
              <a:gd name="connsiteX1367" fmla="*/ 7026731 w 12233785"/>
              <a:gd name="connsiteY1367" fmla="*/ 45200 h 949779"/>
              <a:gd name="connsiteX1368" fmla="*/ 7018591 w 12233785"/>
              <a:gd name="connsiteY1368" fmla="*/ 47510 h 949779"/>
              <a:gd name="connsiteX1369" fmla="*/ 7011587 w 12233785"/>
              <a:gd name="connsiteY1369" fmla="*/ 42020 h 949779"/>
              <a:gd name="connsiteX1370" fmla="*/ 7004645 w 12233785"/>
              <a:gd name="connsiteY1370" fmla="*/ 37644 h 949779"/>
              <a:gd name="connsiteX1371" fmla="*/ 7004519 w 12233785"/>
              <a:gd name="connsiteY1371" fmla="*/ 37644 h 949779"/>
              <a:gd name="connsiteX1372" fmla="*/ 6999219 w 12233785"/>
              <a:gd name="connsiteY1372" fmla="*/ 37808 h 949779"/>
              <a:gd name="connsiteX1373" fmla="*/ 6966469 w 12233785"/>
              <a:gd name="connsiteY1373" fmla="*/ 25413 h 949779"/>
              <a:gd name="connsiteX1374" fmla="*/ 6944257 w 12233785"/>
              <a:gd name="connsiteY1374" fmla="*/ 20113 h 949779"/>
              <a:gd name="connsiteX1375" fmla="*/ 6926714 w 12233785"/>
              <a:gd name="connsiteY1375" fmla="*/ 18075 h 949779"/>
              <a:gd name="connsiteX1376" fmla="*/ 6904124 w 12233785"/>
              <a:gd name="connsiteY1376" fmla="*/ 23212 h 949779"/>
              <a:gd name="connsiteX1377" fmla="*/ 6889422 w 12233785"/>
              <a:gd name="connsiteY1377" fmla="*/ 28267 h 949779"/>
              <a:gd name="connsiteX1378" fmla="*/ 6871563 w 12233785"/>
              <a:gd name="connsiteY1378" fmla="*/ 20792 h 949779"/>
              <a:gd name="connsiteX1379" fmla="*/ 6870049 w 12233785"/>
              <a:gd name="connsiteY1379" fmla="*/ 18211 h 949779"/>
              <a:gd name="connsiteX1380" fmla="*/ 6837614 w 12233785"/>
              <a:gd name="connsiteY1380" fmla="*/ 10763 h 949779"/>
              <a:gd name="connsiteX1381" fmla="*/ 6815340 w 12233785"/>
              <a:gd name="connsiteY1381" fmla="*/ 6523 h 949779"/>
              <a:gd name="connsiteX1382" fmla="*/ 6806000 w 12233785"/>
              <a:gd name="connsiteY1382" fmla="*/ 19596 h 949779"/>
              <a:gd name="connsiteX1383" fmla="*/ 6805370 w 12233785"/>
              <a:gd name="connsiteY1383" fmla="*/ 25740 h 949779"/>
              <a:gd name="connsiteX1384" fmla="*/ 6802025 w 12233785"/>
              <a:gd name="connsiteY1384" fmla="*/ 28158 h 949779"/>
              <a:gd name="connsiteX1385" fmla="*/ 6792181 w 12233785"/>
              <a:gd name="connsiteY1385" fmla="*/ 26392 h 949779"/>
              <a:gd name="connsiteX1386" fmla="*/ 6780192 w 12233785"/>
              <a:gd name="connsiteY1386" fmla="*/ 15982 h 949779"/>
              <a:gd name="connsiteX1387" fmla="*/ 6774197 w 12233785"/>
              <a:gd name="connsiteY1387" fmla="*/ 1848 h 949779"/>
              <a:gd name="connsiteX1388" fmla="*/ 6752807 w 12233785"/>
              <a:gd name="connsiteY1388" fmla="*/ 0 h 949779"/>
              <a:gd name="connsiteX1389" fmla="*/ 6753500 w 12233785"/>
              <a:gd name="connsiteY1389" fmla="*/ 245 h 949779"/>
              <a:gd name="connsiteX1390" fmla="*/ 6744161 w 12233785"/>
              <a:gd name="connsiteY1390" fmla="*/ 353 h 949779"/>
              <a:gd name="connsiteX1391" fmla="*/ 6737472 w 12233785"/>
              <a:gd name="connsiteY1391" fmla="*/ 435 h 949779"/>
              <a:gd name="connsiteX1392" fmla="*/ 6729333 w 12233785"/>
              <a:gd name="connsiteY1392" fmla="*/ 381 h 949779"/>
              <a:gd name="connsiteX1393" fmla="*/ 6721129 w 12233785"/>
              <a:gd name="connsiteY1393" fmla="*/ 326 h 949779"/>
              <a:gd name="connsiteX1394" fmla="*/ 6682321 w 12233785"/>
              <a:gd name="connsiteY1394" fmla="*/ 4838 h 949779"/>
              <a:gd name="connsiteX1395" fmla="*/ 6665662 w 12233785"/>
              <a:gd name="connsiteY1395" fmla="*/ 6605 h 949779"/>
              <a:gd name="connsiteX1396" fmla="*/ 6638402 w 12233785"/>
              <a:gd name="connsiteY1396" fmla="*/ 5817 h 949779"/>
              <a:gd name="connsiteX1397" fmla="*/ 6636635 w 12233785"/>
              <a:gd name="connsiteY1397" fmla="*/ 5817 h 949779"/>
              <a:gd name="connsiteX1398" fmla="*/ 6625782 w 12233785"/>
              <a:gd name="connsiteY1398" fmla="*/ 17232 h 949779"/>
              <a:gd name="connsiteX1399" fmla="*/ 6616380 w 12233785"/>
              <a:gd name="connsiteY1399" fmla="*/ 24163 h 949779"/>
              <a:gd name="connsiteX1400" fmla="*/ 6610069 w 12233785"/>
              <a:gd name="connsiteY1400" fmla="*/ 24462 h 949779"/>
              <a:gd name="connsiteX1401" fmla="*/ 6605716 w 12233785"/>
              <a:gd name="connsiteY1401" fmla="*/ 24870 h 949779"/>
              <a:gd name="connsiteX1402" fmla="*/ 6593727 w 12233785"/>
              <a:gd name="connsiteY1402" fmla="*/ 22614 h 949779"/>
              <a:gd name="connsiteX1403" fmla="*/ 6582305 w 12233785"/>
              <a:gd name="connsiteY1403" fmla="*/ 20358 h 949779"/>
              <a:gd name="connsiteX1404" fmla="*/ 6576247 w 12233785"/>
              <a:gd name="connsiteY1404" fmla="*/ 21364 h 949779"/>
              <a:gd name="connsiteX1405" fmla="*/ 6553089 w 12233785"/>
              <a:gd name="connsiteY1405" fmla="*/ 24299 h 949779"/>
              <a:gd name="connsiteX1406" fmla="*/ 6549555 w 12233785"/>
              <a:gd name="connsiteY1406" fmla="*/ 24299 h 949779"/>
              <a:gd name="connsiteX1407" fmla="*/ 6546021 w 12233785"/>
              <a:gd name="connsiteY1407" fmla="*/ 24299 h 949779"/>
              <a:gd name="connsiteX1408" fmla="*/ 6539459 w 12233785"/>
              <a:gd name="connsiteY1408" fmla="*/ 24408 h 949779"/>
              <a:gd name="connsiteX1409" fmla="*/ 6507403 w 12233785"/>
              <a:gd name="connsiteY1409" fmla="*/ 24843 h 949779"/>
              <a:gd name="connsiteX1410" fmla="*/ 6505573 w 12233785"/>
              <a:gd name="connsiteY1410" fmla="*/ 24843 h 949779"/>
              <a:gd name="connsiteX1411" fmla="*/ 6494530 w 12233785"/>
              <a:gd name="connsiteY1411" fmla="*/ 24761 h 949779"/>
              <a:gd name="connsiteX1412" fmla="*/ 6483362 w 12233785"/>
              <a:gd name="connsiteY1412" fmla="*/ 24679 h 949779"/>
              <a:gd name="connsiteX1413" fmla="*/ 6469037 w 12233785"/>
              <a:gd name="connsiteY1413" fmla="*/ 25006 h 949779"/>
              <a:gd name="connsiteX1414" fmla="*/ 6465819 w 12233785"/>
              <a:gd name="connsiteY1414" fmla="*/ 31311 h 949779"/>
              <a:gd name="connsiteX1415" fmla="*/ 6469290 w 12233785"/>
              <a:gd name="connsiteY1415" fmla="*/ 32860 h 949779"/>
              <a:gd name="connsiteX1416" fmla="*/ 6470741 w 12233785"/>
              <a:gd name="connsiteY1416" fmla="*/ 32670 h 949779"/>
              <a:gd name="connsiteX1417" fmla="*/ 6471372 w 12233785"/>
              <a:gd name="connsiteY1417" fmla="*/ 32480 h 949779"/>
              <a:gd name="connsiteX1418" fmla="*/ 6469479 w 12233785"/>
              <a:gd name="connsiteY1418" fmla="*/ 33866 h 949779"/>
              <a:gd name="connsiteX1419" fmla="*/ 6451180 w 12233785"/>
              <a:gd name="connsiteY1419" fmla="*/ 37019 h 949779"/>
              <a:gd name="connsiteX1420" fmla="*/ 6436225 w 12233785"/>
              <a:gd name="connsiteY1420" fmla="*/ 34165 h 949779"/>
              <a:gd name="connsiteX1421" fmla="*/ 6442787 w 12233785"/>
              <a:gd name="connsiteY1421" fmla="*/ 26636 h 949779"/>
              <a:gd name="connsiteX1422" fmla="*/ 6398868 w 12233785"/>
              <a:gd name="connsiteY1422" fmla="*/ 18673 h 949779"/>
              <a:gd name="connsiteX1423" fmla="*/ 6395903 w 12233785"/>
              <a:gd name="connsiteY1423" fmla="*/ 18727 h 949779"/>
              <a:gd name="connsiteX1424" fmla="*/ 6389718 w 12233785"/>
              <a:gd name="connsiteY1424" fmla="*/ 25848 h 949779"/>
              <a:gd name="connsiteX1425" fmla="*/ 6386374 w 12233785"/>
              <a:gd name="connsiteY1425" fmla="*/ 30089 h 949779"/>
              <a:gd name="connsiteX1426" fmla="*/ 6370977 w 12233785"/>
              <a:gd name="connsiteY1426" fmla="*/ 30741 h 949779"/>
              <a:gd name="connsiteX1427" fmla="*/ 6367444 w 12233785"/>
              <a:gd name="connsiteY1427" fmla="*/ 30741 h 949779"/>
              <a:gd name="connsiteX1428" fmla="*/ 6335325 w 12233785"/>
              <a:gd name="connsiteY1428" fmla="*/ 30496 h 949779"/>
              <a:gd name="connsiteX1429" fmla="*/ 6329582 w 12233785"/>
              <a:gd name="connsiteY1429" fmla="*/ 30550 h 949779"/>
              <a:gd name="connsiteX1430" fmla="*/ 6317404 w 12233785"/>
              <a:gd name="connsiteY1430" fmla="*/ 30985 h 949779"/>
              <a:gd name="connsiteX1431" fmla="*/ 6298158 w 12233785"/>
              <a:gd name="connsiteY1431" fmla="*/ 42020 h 949779"/>
              <a:gd name="connsiteX1432" fmla="*/ 6264083 w 12233785"/>
              <a:gd name="connsiteY1432" fmla="*/ 36693 h 949779"/>
              <a:gd name="connsiteX1433" fmla="*/ 6253293 w 12233785"/>
              <a:gd name="connsiteY1433" fmla="*/ 36829 h 949779"/>
              <a:gd name="connsiteX1434" fmla="*/ 6242502 w 12233785"/>
              <a:gd name="connsiteY1434" fmla="*/ 36965 h 949779"/>
              <a:gd name="connsiteX1435" fmla="*/ 6213917 w 12233785"/>
              <a:gd name="connsiteY1435" fmla="*/ 33812 h 949779"/>
              <a:gd name="connsiteX1436" fmla="*/ 6188171 w 12233785"/>
              <a:gd name="connsiteY1436" fmla="*/ 30170 h 949779"/>
              <a:gd name="connsiteX1437" fmla="*/ 6160533 w 12233785"/>
              <a:gd name="connsiteY1437" fmla="*/ 34519 h 949779"/>
              <a:gd name="connsiteX1438" fmla="*/ 6150815 w 12233785"/>
              <a:gd name="connsiteY1438" fmla="*/ 36530 h 949779"/>
              <a:gd name="connsiteX1439" fmla="*/ 6149490 w 12233785"/>
              <a:gd name="connsiteY1439" fmla="*/ 36367 h 949779"/>
              <a:gd name="connsiteX1440" fmla="*/ 6131506 w 12233785"/>
              <a:gd name="connsiteY1440" fmla="*/ 33512 h 949779"/>
              <a:gd name="connsiteX1441" fmla="*/ 6100018 w 12233785"/>
              <a:gd name="connsiteY1441" fmla="*/ 39574 h 949779"/>
              <a:gd name="connsiteX1442" fmla="*/ 6073327 w 12233785"/>
              <a:gd name="connsiteY1442" fmla="*/ 43488 h 949779"/>
              <a:gd name="connsiteX1443" fmla="*/ 6046824 w 12233785"/>
              <a:gd name="connsiteY1443" fmla="*/ 40090 h 949779"/>
              <a:gd name="connsiteX1444" fmla="*/ 6032058 w 12233785"/>
              <a:gd name="connsiteY1444" fmla="*/ 37182 h 949779"/>
              <a:gd name="connsiteX1445" fmla="*/ 6024360 w 12233785"/>
              <a:gd name="connsiteY1445" fmla="*/ 38759 h 949779"/>
              <a:gd name="connsiteX1446" fmla="*/ 6014074 w 12233785"/>
              <a:gd name="connsiteY1446" fmla="*/ 41177 h 949779"/>
              <a:gd name="connsiteX1447" fmla="*/ 6004041 w 12233785"/>
              <a:gd name="connsiteY1447" fmla="*/ 37970 h 949779"/>
              <a:gd name="connsiteX1448" fmla="*/ 5988770 w 12233785"/>
              <a:gd name="connsiteY1448" fmla="*/ 32888 h 949779"/>
              <a:gd name="connsiteX1449" fmla="*/ 5973815 w 12233785"/>
              <a:gd name="connsiteY1449" fmla="*/ 36774 h 949779"/>
              <a:gd name="connsiteX1450" fmla="*/ 5967821 w 12233785"/>
              <a:gd name="connsiteY1450" fmla="*/ 37508 h 949779"/>
              <a:gd name="connsiteX1451" fmla="*/ 5961447 w 12233785"/>
              <a:gd name="connsiteY1451" fmla="*/ 37318 h 949779"/>
              <a:gd name="connsiteX1452" fmla="*/ 5958987 w 12233785"/>
              <a:gd name="connsiteY1452" fmla="*/ 37264 h 949779"/>
              <a:gd name="connsiteX1453" fmla="*/ 5943148 w 12233785"/>
              <a:gd name="connsiteY1453" fmla="*/ 48896 h 949779"/>
              <a:gd name="connsiteX1454" fmla="*/ 5910650 w 12233785"/>
              <a:gd name="connsiteY1454" fmla="*/ 42455 h 949779"/>
              <a:gd name="connsiteX1455" fmla="*/ 5903456 w 12233785"/>
              <a:gd name="connsiteY1455" fmla="*/ 43108 h 949779"/>
              <a:gd name="connsiteX1456" fmla="*/ 5894559 w 12233785"/>
              <a:gd name="connsiteY1456" fmla="*/ 46314 h 949779"/>
              <a:gd name="connsiteX1457" fmla="*/ 5897903 w 12233785"/>
              <a:gd name="connsiteY1457" fmla="*/ 48788 h 949779"/>
              <a:gd name="connsiteX1458" fmla="*/ 5912417 w 12233785"/>
              <a:gd name="connsiteY1458" fmla="*/ 54523 h 949779"/>
              <a:gd name="connsiteX1459" fmla="*/ 5936017 w 12233785"/>
              <a:gd name="connsiteY1459" fmla="*/ 67215 h 949779"/>
              <a:gd name="connsiteX1460" fmla="*/ 5939488 w 12233785"/>
              <a:gd name="connsiteY1460" fmla="*/ 72190 h 949779"/>
              <a:gd name="connsiteX1461" fmla="*/ 5929518 w 12233785"/>
              <a:gd name="connsiteY1461" fmla="*/ 73576 h 949779"/>
              <a:gd name="connsiteX1462" fmla="*/ 5928003 w 12233785"/>
              <a:gd name="connsiteY1462" fmla="*/ 73385 h 949779"/>
              <a:gd name="connsiteX1463" fmla="*/ 5882065 w 12233785"/>
              <a:gd name="connsiteY1463" fmla="*/ 67841 h 949779"/>
              <a:gd name="connsiteX1464" fmla="*/ 5879289 w 12233785"/>
              <a:gd name="connsiteY1464" fmla="*/ 67841 h 949779"/>
              <a:gd name="connsiteX1465" fmla="*/ 5876196 w 12233785"/>
              <a:gd name="connsiteY1465" fmla="*/ 67841 h 949779"/>
              <a:gd name="connsiteX1466" fmla="*/ 5867110 w 12233785"/>
              <a:gd name="connsiteY1466" fmla="*/ 67759 h 949779"/>
              <a:gd name="connsiteX1467" fmla="*/ 5810634 w 12233785"/>
              <a:gd name="connsiteY1467" fmla="*/ 55990 h 949779"/>
              <a:gd name="connsiteX1468" fmla="*/ 5803251 w 12233785"/>
              <a:gd name="connsiteY1468" fmla="*/ 48136 h 949779"/>
              <a:gd name="connsiteX1469" fmla="*/ 5816187 w 12233785"/>
              <a:gd name="connsiteY1469" fmla="*/ 43216 h 949779"/>
              <a:gd name="connsiteX1470" fmla="*/ 5847611 w 12233785"/>
              <a:gd name="connsiteY1470" fmla="*/ 41667 h 949779"/>
              <a:gd name="connsiteX1471" fmla="*/ 5852407 w 12233785"/>
              <a:gd name="connsiteY1471" fmla="*/ 36720 h 949779"/>
              <a:gd name="connsiteX1472" fmla="*/ 5846412 w 12233785"/>
              <a:gd name="connsiteY1472" fmla="*/ 32045 h 949779"/>
              <a:gd name="connsiteX1473" fmla="*/ 5824453 w 12233785"/>
              <a:gd name="connsiteY1473" fmla="*/ 30768 h 949779"/>
              <a:gd name="connsiteX1474" fmla="*/ 5767662 w 12233785"/>
              <a:gd name="connsiteY1474" fmla="*/ 38514 h 949779"/>
              <a:gd name="connsiteX1475" fmla="*/ 5765832 w 12233785"/>
              <a:gd name="connsiteY1475" fmla="*/ 46478 h 949779"/>
              <a:gd name="connsiteX1476" fmla="*/ 5777000 w 12233785"/>
              <a:gd name="connsiteY1476" fmla="*/ 49114 h 949779"/>
              <a:gd name="connsiteX1477" fmla="*/ 5787413 w 12233785"/>
              <a:gd name="connsiteY1477" fmla="*/ 58137 h 949779"/>
              <a:gd name="connsiteX1478" fmla="*/ 5772457 w 12233785"/>
              <a:gd name="connsiteY1478" fmla="*/ 61481 h 949779"/>
              <a:gd name="connsiteX1479" fmla="*/ 5770690 w 12233785"/>
              <a:gd name="connsiteY1479" fmla="*/ 61372 h 949779"/>
              <a:gd name="connsiteX1480" fmla="*/ 5710365 w 12233785"/>
              <a:gd name="connsiteY1480" fmla="*/ 42211 h 949779"/>
              <a:gd name="connsiteX1481" fmla="*/ 5701279 w 12233785"/>
              <a:gd name="connsiteY1481" fmla="*/ 37073 h 949779"/>
              <a:gd name="connsiteX1482" fmla="*/ 5686071 w 12233785"/>
              <a:gd name="connsiteY1482" fmla="*/ 44167 h 949779"/>
              <a:gd name="connsiteX1483" fmla="*/ 5672188 w 12233785"/>
              <a:gd name="connsiteY1483" fmla="*/ 49222 h 949779"/>
              <a:gd name="connsiteX1484" fmla="*/ 5668970 w 12233785"/>
              <a:gd name="connsiteY1484" fmla="*/ 49250 h 949779"/>
              <a:gd name="connsiteX1485" fmla="*/ 5667582 w 12233785"/>
              <a:gd name="connsiteY1485" fmla="*/ 49250 h 949779"/>
              <a:gd name="connsiteX1486" fmla="*/ 5666194 w 12233785"/>
              <a:gd name="connsiteY1486" fmla="*/ 49250 h 949779"/>
              <a:gd name="connsiteX1487" fmla="*/ 5648778 w 12233785"/>
              <a:gd name="connsiteY1487" fmla="*/ 52294 h 949779"/>
              <a:gd name="connsiteX1488" fmla="*/ 5670674 w 12233785"/>
              <a:gd name="connsiteY1488" fmla="*/ 57703 h 949779"/>
              <a:gd name="connsiteX1489" fmla="*/ 5693076 w 12233785"/>
              <a:gd name="connsiteY1489" fmla="*/ 62976 h 949779"/>
              <a:gd name="connsiteX1490" fmla="*/ 5690993 w 12233785"/>
              <a:gd name="connsiteY1490" fmla="*/ 67297 h 949779"/>
              <a:gd name="connsiteX1491" fmla="*/ 5662281 w 12233785"/>
              <a:gd name="connsiteY1491" fmla="*/ 73168 h 949779"/>
              <a:gd name="connsiteX1492" fmla="*/ 5658622 w 12233785"/>
              <a:gd name="connsiteY1492" fmla="*/ 73440 h 949779"/>
              <a:gd name="connsiteX1493" fmla="*/ 5648084 w 12233785"/>
              <a:gd name="connsiteY1493" fmla="*/ 68955 h 949779"/>
              <a:gd name="connsiteX1494" fmla="*/ 5635211 w 12233785"/>
              <a:gd name="connsiteY1494" fmla="*/ 61698 h 949779"/>
              <a:gd name="connsiteX1495" fmla="*/ 5626061 w 12233785"/>
              <a:gd name="connsiteY1495" fmla="*/ 63437 h 949779"/>
              <a:gd name="connsiteX1496" fmla="*/ 5616900 w 12233785"/>
              <a:gd name="connsiteY1496" fmla="*/ 65603 h 949779"/>
              <a:gd name="connsiteX1497" fmla="*/ 5614019 w 12233785"/>
              <a:gd name="connsiteY1497" fmla="*/ 61562 h 949779"/>
              <a:gd name="connsiteX1498" fmla="*/ 5607772 w 12233785"/>
              <a:gd name="connsiteY1498" fmla="*/ 56833 h 949779"/>
              <a:gd name="connsiteX1499" fmla="*/ 5597550 w 12233785"/>
              <a:gd name="connsiteY1499" fmla="*/ 59442 h 949779"/>
              <a:gd name="connsiteX1500" fmla="*/ 5593826 w 12233785"/>
              <a:gd name="connsiteY1500" fmla="*/ 60068 h 949779"/>
              <a:gd name="connsiteX1501" fmla="*/ 5588841 w 12233785"/>
              <a:gd name="connsiteY1501" fmla="*/ 57404 h 949779"/>
              <a:gd name="connsiteX1502" fmla="*/ 5567324 w 12233785"/>
              <a:gd name="connsiteY1502" fmla="*/ 48923 h 949779"/>
              <a:gd name="connsiteX1503" fmla="*/ 5566882 w 12233785"/>
              <a:gd name="connsiteY1503" fmla="*/ 48923 h 949779"/>
              <a:gd name="connsiteX1504" fmla="*/ 5558110 w 12233785"/>
              <a:gd name="connsiteY1504" fmla="*/ 48923 h 949779"/>
              <a:gd name="connsiteX1505" fmla="*/ 5546626 w 12233785"/>
              <a:gd name="connsiteY1505" fmla="*/ 48923 h 949779"/>
              <a:gd name="connsiteX1506" fmla="*/ 5534700 w 12233785"/>
              <a:gd name="connsiteY1506" fmla="*/ 48923 h 949779"/>
              <a:gd name="connsiteX1507" fmla="*/ 5515453 w 12233785"/>
              <a:gd name="connsiteY1507" fmla="*/ 49033 h 949779"/>
              <a:gd name="connsiteX1508" fmla="*/ 5506745 w 12233785"/>
              <a:gd name="connsiteY1508" fmla="*/ 49114 h 949779"/>
              <a:gd name="connsiteX1509" fmla="*/ 5479549 w 12233785"/>
              <a:gd name="connsiteY1509" fmla="*/ 44684 h 949779"/>
              <a:gd name="connsiteX1510" fmla="*/ 5468002 w 12233785"/>
              <a:gd name="connsiteY1510" fmla="*/ 43678 h 949779"/>
              <a:gd name="connsiteX1511" fmla="*/ 5449386 w 12233785"/>
              <a:gd name="connsiteY1511" fmla="*/ 48271 h 949779"/>
              <a:gd name="connsiteX1512" fmla="*/ 5423009 w 12233785"/>
              <a:gd name="connsiteY1512" fmla="*/ 45417 h 949779"/>
              <a:gd name="connsiteX1513" fmla="*/ 5395182 w 12233785"/>
              <a:gd name="connsiteY1513" fmla="*/ 49848 h 949779"/>
              <a:gd name="connsiteX1514" fmla="*/ 5363757 w 12233785"/>
              <a:gd name="connsiteY1514" fmla="*/ 44711 h 949779"/>
              <a:gd name="connsiteX1515" fmla="*/ 5351325 w 12233785"/>
              <a:gd name="connsiteY1515" fmla="*/ 42863 h 949779"/>
              <a:gd name="connsiteX1516" fmla="*/ 5328294 w 12233785"/>
              <a:gd name="connsiteY1516" fmla="*/ 46423 h 949779"/>
              <a:gd name="connsiteX1517" fmla="*/ 5304630 w 12233785"/>
              <a:gd name="connsiteY1517" fmla="*/ 57105 h 949779"/>
              <a:gd name="connsiteX1518" fmla="*/ 5303810 w 12233785"/>
              <a:gd name="connsiteY1518" fmla="*/ 63220 h 949779"/>
              <a:gd name="connsiteX1519" fmla="*/ 5295354 w 12233785"/>
              <a:gd name="connsiteY1519" fmla="*/ 66944 h 949779"/>
              <a:gd name="connsiteX1520" fmla="*/ 5291631 w 12233785"/>
              <a:gd name="connsiteY1520" fmla="*/ 67161 h 949779"/>
              <a:gd name="connsiteX1521" fmla="*/ 5280336 w 12233785"/>
              <a:gd name="connsiteY1521" fmla="*/ 63275 h 949779"/>
              <a:gd name="connsiteX1522" fmla="*/ 5271250 w 12233785"/>
              <a:gd name="connsiteY1522" fmla="*/ 49060 h 949779"/>
              <a:gd name="connsiteX1523" fmla="*/ 5258881 w 12233785"/>
              <a:gd name="connsiteY1523" fmla="*/ 45091 h 949779"/>
              <a:gd name="connsiteX1524" fmla="*/ 5251057 w 12233785"/>
              <a:gd name="connsiteY1524" fmla="*/ 47021 h 949779"/>
              <a:gd name="connsiteX1525" fmla="*/ 5246766 w 12233785"/>
              <a:gd name="connsiteY1525" fmla="*/ 47972 h 949779"/>
              <a:gd name="connsiteX1526" fmla="*/ 5239572 w 12233785"/>
              <a:gd name="connsiteY1526" fmla="*/ 46342 h 949779"/>
              <a:gd name="connsiteX1527" fmla="*/ 5232001 w 12233785"/>
              <a:gd name="connsiteY1527" fmla="*/ 44711 h 949779"/>
              <a:gd name="connsiteX1528" fmla="*/ 5225248 w 12233785"/>
              <a:gd name="connsiteY1528" fmla="*/ 46559 h 949779"/>
              <a:gd name="connsiteX1529" fmla="*/ 5215405 w 12233785"/>
              <a:gd name="connsiteY1529" fmla="*/ 48951 h 949779"/>
              <a:gd name="connsiteX1530" fmla="*/ 5196916 w 12233785"/>
              <a:gd name="connsiteY1530" fmla="*/ 45037 h 949779"/>
              <a:gd name="connsiteX1531" fmla="*/ 5189028 w 12233785"/>
              <a:gd name="connsiteY1531" fmla="*/ 47646 h 949779"/>
              <a:gd name="connsiteX1532" fmla="*/ 5189028 w 12233785"/>
              <a:gd name="connsiteY1532" fmla="*/ 50636 h 949779"/>
              <a:gd name="connsiteX1533" fmla="*/ 5184800 w 12233785"/>
              <a:gd name="connsiteY1533" fmla="*/ 58980 h 949779"/>
              <a:gd name="connsiteX1534" fmla="*/ 5180509 w 12233785"/>
              <a:gd name="connsiteY1534" fmla="*/ 59496 h 949779"/>
              <a:gd name="connsiteX1535" fmla="*/ 5166438 w 12233785"/>
              <a:gd name="connsiteY1535" fmla="*/ 53490 h 949779"/>
              <a:gd name="connsiteX1536" fmla="*/ 5156784 w 12233785"/>
              <a:gd name="connsiteY1536" fmla="*/ 50908 h 949779"/>
              <a:gd name="connsiteX1537" fmla="*/ 5145551 w 12233785"/>
              <a:gd name="connsiteY1537" fmla="*/ 52865 h 949779"/>
              <a:gd name="connsiteX1538" fmla="*/ 5141765 w 12233785"/>
              <a:gd name="connsiteY1538" fmla="*/ 53327 h 949779"/>
              <a:gd name="connsiteX1539" fmla="*/ 5128514 w 12233785"/>
              <a:gd name="connsiteY1539" fmla="*/ 46505 h 949779"/>
              <a:gd name="connsiteX1540" fmla="*/ 5141576 w 12233785"/>
              <a:gd name="connsiteY1540" fmla="*/ 42699 h 949779"/>
              <a:gd name="connsiteX1541" fmla="*/ 5146118 w 12233785"/>
              <a:gd name="connsiteY1541" fmla="*/ 40634 h 949779"/>
              <a:gd name="connsiteX1542" fmla="*/ 5144289 w 12233785"/>
              <a:gd name="connsiteY1542" fmla="*/ 38759 h 949779"/>
              <a:gd name="connsiteX1543" fmla="*/ 5138988 w 12233785"/>
              <a:gd name="connsiteY1543" fmla="*/ 37318 h 949779"/>
              <a:gd name="connsiteX1544" fmla="*/ 5129271 w 12233785"/>
              <a:gd name="connsiteY1544" fmla="*/ 37644 h 949779"/>
              <a:gd name="connsiteX1545" fmla="*/ 5091221 w 12233785"/>
              <a:gd name="connsiteY1545" fmla="*/ 34138 h 949779"/>
              <a:gd name="connsiteX1546" fmla="*/ 5053107 w 12233785"/>
              <a:gd name="connsiteY1546" fmla="*/ 30632 h 949779"/>
              <a:gd name="connsiteX1547" fmla="*/ 5051971 w 12233785"/>
              <a:gd name="connsiteY1547" fmla="*/ 30632 h 949779"/>
              <a:gd name="connsiteX1548" fmla="*/ 5041686 w 12233785"/>
              <a:gd name="connsiteY1548" fmla="*/ 30659 h 949779"/>
              <a:gd name="connsiteX1549" fmla="*/ 5028182 w 12233785"/>
              <a:gd name="connsiteY1549" fmla="*/ 30632 h 949779"/>
              <a:gd name="connsiteX1550" fmla="*/ 5014677 w 12233785"/>
              <a:gd name="connsiteY1550" fmla="*/ 30604 h 949779"/>
              <a:gd name="connsiteX1551" fmla="*/ 4994170 w 12233785"/>
              <a:gd name="connsiteY1551" fmla="*/ 30768 h 949779"/>
              <a:gd name="connsiteX1552" fmla="*/ 4970255 w 12233785"/>
              <a:gd name="connsiteY1552" fmla="*/ 33540 h 949779"/>
              <a:gd name="connsiteX1553" fmla="*/ 4945455 w 12233785"/>
              <a:gd name="connsiteY1553" fmla="*/ 36829 h 949779"/>
              <a:gd name="connsiteX1554" fmla="*/ 4932267 w 12233785"/>
              <a:gd name="connsiteY1554" fmla="*/ 36448 h 949779"/>
              <a:gd name="connsiteX1555" fmla="*/ 4919016 w 12233785"/>
              <a:gd name="connsiteY1555" fmla="*/ 36068 h 949779"/>
              <a:gd name="connsiteX1556" fmla="*/ 4914220 w 12233785"/>
              <a:gd name="connsiteY1556" fmla="*/ 36149 h 949779"/>
              <a:gd name="connsiteX1557" fmla="*/ 4859763 w 12233785"/>
              <a:gd name="connsiteY1557" fmla="*/ 29572 h 949779"/>
              <a:gd name="connsiteX1558" fmla="*/ 4847458 w 12233785"/>
              <a:gd name="connsiteY1558" fmla="*/ 26283 h 949779"/>
              <a:gd name="connsiteX1559" fmla="*/ 4841716 w 12233785"/>
              <a:gd name="connsiteY1559" fmla="*/ 29599 h 949779"/>
              <a:gd name="connsiteX1560" fmla="*/ 4848090 w 12233785"/>
              <a:gd name="connsiteY1560" fmla="*/ 37481 h 949779"/>
              <a:gd name="connsiteX1561" fmla="*/ 4846764 w 12233785"/>
              <a:gd name="connsiteY1561" fmla="*/ 41884 h 949779"/>
              <a:gd name="connsiteX1562" fmla="*/ 4817107 w 12233785"/>
              <a:gd name="connsiteY1562" fmla="*/ 43080 h 949779"/>
              <a:gd name="connsiteX1563" fmla="*/ 4802656 w 12233785"/>
              <a:gd name="connsiteY1563" fmla="*/ 42319 h 949779"/>
              <a:gd name="connsiteX1564" fmla="*/ 4780444 w 12233785"/>
              <a:gd name="connsiteY1564" fmla="*/ 40498 h 949779"/>
              <a:gd name="connsiteX1565" fmla="*/ 4763343 w 12233785"/>
              <a:gd name="connsiteY1565" fmla="*/ 42373 h 949779"/>
              <a:gd name="connsiteX1566" fmla="*/ 4760377 w 12233785"/>
              <a:gd name="connsiteY1566" fmla="*/ 42699 h 949779"/>
              <a:gd name="connsiteX1567" fmla="*/ 4751164 w 12233785"/>
              <a:gd name="connsiteY1567" fmla="*/ 40933 h 949779"/>
              <a:gd name="connsiteX1568" fmla="*/ 4740690 w 12233785"/>
              <a:gd name="connsiteY1568" fmla="*/ 39166 h 949779"/>
              <a:gd name="connsiteX1569" fmla="*/ 4730656 w 12233785"/>
              <a:gd name="connsiteY1569" fmla="*/ 41259 h 949779"/>
              <a:gd name="connsiteX1570" fmla="*/ 4719741 w 12233785"/>
              <a:gd name="connsiteY1570" fmla="*/ 43108 h 949779"/>
              <a:gd name="connsiteX1571" fmla="*/ 4695131 w 12233785"/>
              <a:gd name="connsiteY1571" fmla="*/ 38677 h 949779"/>
              <a:gd name="connsiteX1572" fmla="*/ 4686486 w 12233785"/>
              <a:gd name="connsiteY1572" fmla="*/ 37726 h 949779"/>
              <a:gd name="connsiteX1573" fmla="*/ 4677841 w 12233785"/>
              <a:gd name="connsiteY1573" fmla="*/ 38759 h 949779"/>
              <a:gd name="connsiteX1574" fmla="*/ 4641115 w 12233785"/>
              <a:gd name="connsiteY1574" fmla="*/ 42645 h 949779"/>
              <a:gd name="connsiteX1575" fmla="*/ 4632975 w 12233785"/>
              <a:gd name="connsiteY1575" fmla="*/ 42836 h 949779"/>
              <a:gd name="connsiteX1576" fmla="*/ 4593474 w 12233785"/>
              <a:gd name="connsiteY1576" fmla="*/ 27914 h 949779"/>
              <a:gd name="connsiteX1577" fmla="*/ 4589624 w 12233785"/>
              <a:gd name="connsiteY1577" fmla="*/ 25467 h 949779"/>
              <a:gd name="connsiteX1578" fmla="*/ 4583819 w 12233785"/>
              <a:gd name="connsiteY1578" fmla="*/ 30143 h 949779"/>
              <a:gd name="connsiteX1579" fmla="*/ 4588300 w 12233785"/>
              <a:gd name="connsiteY1579" fmla="*/ 41830 h 949779"/>
              <a:gd name="connsiteX1580" fmla="*/ 4592653 w 12233785"/>
              <a:gd name="connsiteY1580" fmla="*/ 46668 h 949779"/>
              <a:gd name="connsiteX1581" fmla="*/ 4584766 w 12233785"/>
              <a:gd name="connsiteY1581" fmla="*/ 48543 h 949779"/>
              <a:gd name="connsiteX1582" fmla="*/ 4575363 w 12233785"/>
              <a:gd name="connsiteY1582" fmla="*/ 47428 h 949779"/>
              <a:gd name="connsiteX1583" fmla="*/ 4552269 w 12233785"/>
              <a:gd name="connsiteY1583" fmla="*/ 43216 h 949779"/>
              <a:gd name="connsiteX1584" fmla="*/ 4478502 w 12233785"/>
              <a:gd name="connsiteY1584" fmla="*/ 37318 h 949779"/>
              <a:gd name="connsiteX1585" fmla="*/ 4466134 w 12233785"/>
              <a:gd name="connsiteY1585" fmla="*/ 36041 h 949779"/>
              <a:gd name="connsiteX1586" fmla="*/ 4441713 w 12233785"/>
              <a:gd name="connsiteY1586" fmla="*/ 37019 h 949779"/>
              <a:gd name="connsiteX1587" fmla="*/ 4430734 w 12233785"/>
              <a:gd name="connsiteY1587" fmla="*/ 42672 h 949779"/>
              <a:gd name="connsiteX1588" fmla="*/ 4410226 w 12233785"/>
              <a:gd name="connsiteY1588" fmla="*/ 42890 h 949779"/>
              <a:gd name="connsiteX1589" fmla="*/ 4403284 w 12233785"/>
              <a:gd name="connsiteY1589" fmla="*/ 42890 h 949779"/>
              <a:gd name="connsiteX1590" fmla="*/ 4396154 w 12233785"/>
              <a:gd name="connsiteY1590" fmla="*/ 42890 h 949779"/>
              <a:gd name="connsiteX1591" fmla="*/ 4379369 w 12233785"/>
              <a:gd name="connsiteY1591" fmla="*/ 43025 h 949779"/>
              <a:gd name="connsiteX1592" fmla="*/ 4354510 w 12233785"/>
              <a:gd name="connsiteY1592" fmla="*/ 44797 h 949779"/>
              <a:gd name="connsiteX1593" fmla="*/ 4353814 w 12233785"/>
              <a:gd name="connsiteY1593" fmla="*/ 44684 h 949779"/>
              <a:gd name="connsiteX1594" fmla="*/ 4342267 w 12233785"/>
              <a:gd name="connsiteY1594" fmla="*/ 43678 h 949779"/>
              <a:gd name="connsiteX1595" fmla="*/ 4330916 w 12233785"/>
              <a:gd name="connsiteY1595" fmla="*/ 46479 h 949779"/>
              <a:gd name="connsiteX1596" fmla="*/ 4317593 w 12233785"/>
              <a:gd name="connsiteY1596" fmla="*/ 47428 h 949779"/>
              <a:gd name="connsiteX1597" fmla="*/ 4316681 w 12233785"/>
              <a:gd name="connsiteY1597" fmla="*/ 47517 h 949779"/>
              <a:gd name="connsiteX1598" fmla="*/ 4297274 w 12233785"/>
              <a:gd name="connsiteY1598" fmla="*/ 45417 h 949779"/>
              <a:gd name="connsiteX1599" fmla="*/ 4281090 w 12233785"/>
              <a:gd name="connsiteY1599" fmla="*/ 47994 h 949779"/>
              <a:gd name="connsiteX1600" fmla="*/ 4251083 w 12233785"/>
              <a:gd name="connsiteY1600" fmla="*/ 43189 h 949779"/>
              <a:gd name="connsiteX1601" fmla="*/ 4229124 w 12233785"/>
              <a:gd name="connsiteY1601" fmla="*/ 38433 h 949779"/>
              <a:gd name="connsiteX1602" fmla="*/ 4212654 w 12233785"/>
              <a:gd name="connsiteY1602" fmla="*/ 42672 h 949779"/>
              <a:gd name="connsiteX1603" fmla="*/ 4205398 w 12233785"/>
              <a:gd name="connsiteY1603" fmla="*/ 43596 h 949779"/>
              <a:gd name="connsiteX1604" fmla="*/ 4188991 w 12233785"/>
              <a:gd name="connsiteY1604" fmla="*/ 41368 h 949779"/>
              <a:gd name="connsiteX1605" fmla="*/ 4171575 w 12233785"/>
              <a:gd name="connsiteY1605" fmla="*/ 37399 h 949779"/>
              <a:gd name="connsiteX1606" fmla="*/ 4146524 w 12233785"/>
              <a:gd name="connsiteY1606" fmla="*/ 45200 h 949779"/>
              <a:gd name="connsiteX1607" fmla="*/ 4139606 w 12233785"/>
              <a:gd name="connsiteY1607" fmla="*/ 47164 h 949779"/>
              <a:gd name="connsiteX1608" fmla="*/ 4136789 w 12233785"/>
              <a:gd name="connsiteY1608" fmla="*/ 46260 h 949779"/>
              <a:gd name="connsiteX1609" fmla="*/ 4131380 w 12233785"/>
              <a:gd name="connsiteY1609" fmla="*/ 42020 h 949779"/>
              <a:gd name="connsiteX1610" fmla="*/ 4124438 w 12233785"/>
              <a:gd name="connsiteY1610" fmla="*/ 37644 h 949779"/>
              <a:gd name="connsiteX1611" fmla="*/ 4124312 w 12233785"/>
              <a:gd name="connsiteY1611" fmla="*/ 37644 h 949779"/>
              <a:gd name="connsiteX1612" fmla="*/ 4119012 w 12233785"/>
              <a:gd name="connsiteY1612" fmla="*/ 37808 h 949779"/>
              <a:gd name="connsiteX1613" fmla="*/ 4086262 w 12233785"/>
              <a:gd name="connsiteY1613" fmla="*/ 25413 h 949779"/>
              <a:gd name="connsiteX1614" fmla="*/ 4064050 w 12233785"/>
              <a:gd name="connsiteY1614" fmla="*/ 20113 h 949779"/>
              <a:gd name="connsiteX1615" fmla="*/ 4046507 w 12233785"/>
              <a:gd name="connsiteY1615" fmla="*/ 18075 h 949779"/>
              <a:gd name="connsiteX1616" fmla="*/ 4023917 w 12233785"/>
              <a:gd name="connsiteY1616" fmla="*/ 23212 h 949779"/>
              <a:gd name="connsiteX1617" fmla="*/ 4009215 w 12233785"/>
              <a:gd name="connsiteY1617" fmla="*/ 28267 h 949779"/>
              <a:gd name="connsiteX1618" fmla="*/ 3991356 w 12233785"/>
              <a:gd name="connsiteY1618" fmla="*/ 20792 h 949779"/>
              <a:gd name="connsiteX1619" fmla="*/ 3989842 w 12233785"/>
              <a:gd name="connsiteY1619" fmla="*/ 18211 h 949779"/>
              <a:gd name="connsiteX1620" fmla="*/ 3957408 w 12233785"/>
              <a:gd name="connsiteY1620" fmla="*/ 10763 h 949779"/>
              <a:gd name="connsiteX1621" fmla="*/ 3935133 w 12233785"/>
              <a:gd name="connsiteY1621" fmla="*/ 6523 h 949779"/>
              <a:gd name="connsiteX1622" fmla="*/ 3925793 w 12233785"/>
              <a:gd name="connsiteY1622" fmla="*/ 19596 h 949779"/>
              <a:gd name="connsiteX1623" fmla="*/ 3925163 w 12233785"/>
              <a:gd name="connsiteY1623" fmla="*/ 25740 h 949779"/>
              <a:gd name="connsiteX1624" fmla="*/ 3921818 w 12233785"/>
              <a:gd name="connsiteY1624" fmla="*/ 28158 h 949779"/>
              <a:gd name="connsiteX1625" fmla="*/ 3911974 w 12233785"/>
              <a:gd name="connsiteY1625" fmla="*/ 26392 h 949779"/>
              <a:gd name="connsiteX1626" fmla="*/ 3899985 w 12233785"/>
              <a:gd name="connsiteY1626" fmla="*/ 15982 h 949779"/>
              <a:gd name="connsiteX1627" fmla="*/ 3893990 w 12233785"/>
              <a:gd name="connsiteY1627" fmla="*/ 1848 h 949779"/>
              <a:gd name="connsiteX1628" fmla="*/ 3872600 w 12233785"/>
              <a:gd name="connsiteY1628" fmla="*/ 0 h 949779"/>
              <a:gd name="connsiteX1629" fmla="*/ 3873293 w 12233785"/>
              <a:gd name="connsiteY1629" fmla="*/ 245 h 949779"/>
              <a:gd name="connsiteX1630" fmla="*/ 3863954 w 12233785"/>
              <a:gd name="connsiteY1630" fmla="*/ 353 h 949779"/>
              <a:gd name="connsiteX1631" fmla="*/ 3857266 w 12233785"/>
              <a:gd name="connsiteY1631" fmla="*/ 435 h 949779"/>
              <a:gd name="connsiteX1632" fmla="*/ 3849126 w 12233785"/>
              <a:gd name="connsiteY1632" fmla="*/ 381 h 949779"/>
              <a:gd name="connsiteX1633" fmla="*/ 3840922 w 12233785"/>
              <a:gd name="connsiteY1633" fmla="*/ 326 h 949779"/>
              <a:gd name="connsiteX1634" fmla="*/ 3802114 w 12233785"/>
              <a:gd name="connsiteY1634" fmla="*/ 4838 h 949779"/>
              <a:gd name="connsiteX1635" fmla="*/ 3785455 w 12233785"/>
              <a:gd name="connsiteY1635" fmla="*/ 6605 h 949779"/>
              <a:gd name="connsiteX1636" fmla="*/ 3758195 w 12233785"/>
              <a:gd name="connsiteY1636" fmla="*/ 5817 h 949779"/>
              <a:gd name="connsiteX1637" fmla="*/ 3756428 w 12233785"/>
              <a:gd name="connsiteY1637" fmla="*/ 5817 h 949779"/>
              <a:gd name="connsiteX1638" fmla="*/ 3745574 w 12233785"/>
              <a:gd name="connsiteY1638" fmla="*/ 17232 h 949779"/>
              <a:gd name="connsiteX1639" fmla="*/ 3736173 w 12233785"/>
              <a:gd name="connsiteY1639" fmla="*/ 24163 h 949779"/>
              <a:gd name="connsiteX1640" fmla="*/ 3729862 w 12233785"/>
              <a:gd name="connsiteY1640" fmla="*/ 24462 h 949779"/>
              <a:gd name="connsiteX1641" fmla="*/ 3725509 w 12233785"/>
              <a:gd name="connsiteY1641" fmla="*/ 24870 h 949779"/>
              <a:gd name="connsiteX1642" fmla="*/ 3713520 w 12233785"/>
              <a:gd name="connsiteY1642" fmla="*/ 22614 h 949779"/>
              <a:gd name="connsiteX1643" fmla="*/ 3702098 w 12233785"/>
              <a:gd name="connsiteY1643" fmla="*/ 20358 h 949779"/>
              <a:gd name="connsiteX1644" fmla="*/ 3696040 w 12233785"/>
              <a:gd name="connsiteY1644" fmla="*/ 21364 h 949779"/>
              <a:gd name="connsiteX1645" fmla="*/ 3672882 w 12233785"/>
              <a:gd name="connsiteY1645" fmla="*/ 24299 h 949779"/>
              <a:gd name="connsiteX1646" fmla="*/ 3669348 w 12233785"/>
              <a:gd name="connsiteY1646" fmla="*/ 24299 h 949779"/>
              <a:gd name="connsiteX1647" fmla="*/ 3665814 w 12233785"/>
              <a:gd name="connsiteY1647" fmla="*/ 24299 h 949779"/>
              <a:gd name="connsiteX1648" fmla="*/ 3659252 w 12233785"/>
              <a:gd name="connsiteY1648" fmla="*/ 24408 h 949779"/>
              <a:gd name="connsiteX1649" fmla="*/ 3627196 w 12233785"/>
              <a:gd name="connsiteY1649" fmla="*/ 24843 h 949779"/>
              <a:gd name="connsiteX1650" fmla="*/ 3625366 w 12233785"/>
              <a:gd name="connsiteY1650" fmla="*/ 24843 h 949779"/>
              <a:gd name="connsiteX1651" fmla="*/ 3614323 w 12233785"/>
              <a:gd name="connsiteY1651" fmla="*/ 24761 h 949779"/>
              <a:gd name="connsiteX1652" fmla="*/ 3603154 w 12233785"/>
              <a:gd name="connsiteY1652" fmla="*/ 24679 h 949779"/>
              <a:gd name="connsiteX1653" fmla="*/ 3588830 w 12233785"/>
              <a:gd name="connsiteY1653" fmla="*/ 25006 h 949779"/>
              <a:gd name="connsiteX1654" fmla="*/ 3585612 w 12233785"/>
              <a:gd name="connsiteY1654" fmla="*/ 31311 h 949779"/>
              <a:gd name="connsiteX1655" fmla="*/ 3589083 w 12233785"/>
              <a:gd name="connsiteY1655" fmla="*/ 32860 h 949779"/>
              <a:gd name="connsiteX1656" fmla="*/ 3590534 w 12233785"/>
              <a:gd name="connsiteY1656" fmla="*/ 32670 h 949779"/>
              <a:gd name="connsiteX1657" fmla="*/ 3591165 w 12233785"/>
              <a:gd name="connsiteY1657" fmla="*/ 32480 h 949779"/>
              <a:gd name="connsiteX1658" fmla="*/ 3589272 w 12233785"/>
              <a:gd name="connsiteY1658" fmla="*/ 33866 h 949779"/>
              <a:gd name="connsiteX1659" fmla="*/ 3570973 w 12233785"/>
              <a:gd name="connsiteY1659" fmla="*/ 37019 h 949779"/>
              <a:gd name="connsiteX1660" fmla="*/ 3556018 w 12233785"/>
              <a:gd name="connsiteY1660" fmla="*/ 34165 h 949779"/>
              <a:gd name="connsiteX1661" fmla="*/ 3562580 w 12233785"/>
              <a:gd name="connsiteY1661" fmla="*/ 26636 h 949779"/>
              <a:gd name="connsiteX1662" fmla="*/ 3518661 w 12233785"/>
              <a:gd name="connsiteY1662" fmla="*/ 18673 h 949779"/>
              <a:gd name="connsiteX1663" fmla="*/ 3515696 w 12233785"/>
              <a:gd name="connsiteY1663" fmla="*/ 18727 h 949779"/>
              <a:gd name="connsiteX1664" fmla="*/ 3509511 w 12233785"/>
              <a:gd name="connsiteY1664" fmla="*/ 25848 h 949779"/>
              <a:gd name="connsiteX1665" fmla="*/ 3506167 w 12233785"/>
              <a:gd name="connsiteY1665" fmla="*/ 30089 h 949779"/>
              <a:gd name="connsiteX1666" fmla="*/ 3490770 w 12233785"/>
              <a:gd name="connsiteY1666" fmla="*/ 30741 h 949779"/>
              <a:gd name="connsiteX1667" fmla="*/ 3487237 w 12233785"/>
              <a:gd name="connsiteY1667" fmla="*/ 30741 h 949779"/>
              <a:gd name="connsiteX1668" fmla="*/ 3471035 w 12233785"/>
              <a:gd name="connsiteY1668" fmla="*/ 30617 h 949779"/>
              <a:gd name="connsiteX1669" fmla="*/ 3467739 w 12233785"/>
              <a:gd name="connsiteY1669" fmla="*/ 27914 h 949779"/>
              <a:gd name="connsiteX1670" fmla="*/ 3463888 w 12233785"/>
              <a:gd name="connsiteY1670" fmla="*/ 25467 h 949779"/>
              <a:gd name="connsiteX1671" fmla="*/ 3458084 w 12233785"/>
              <a:gd name="connsiteY1671" fmla="*/ 30143 h 949779"/>
              <a:gd name="connsiteX1672" fmla="*/ 3458228 w 12233785"/>
              <a:gd name="connsiteY1672" fmla="*/ 30520 h 949779"/>
              <a:gd name="connsiteX1673" fmla="*/ 3455118 w 12233785"/>
              <a:gd name="connsiteY1673" fmla="*/ 30496 h 949779"/>
              <a:gd name="connsiteX1674" fmla="*/ 3449375 w 12233785"/>
              <a:gd name="connsiteY1674" fmla="*/ 30550 h 949779"/>
              <a:gd name="connsiteX1675" fmla="*/ 3437197 w 12233785"/>
              <a:gd name="connsiteY1675" fmla="*/ 30985 h 949779"/>
              <a:gd name="connsiteX1676" fmla="*/ 3417950 w 12233785"/>
              <a:gd name="connsiteY1676" fmla="*/ 42020 h 949779"/>
              <a:gd name="connsiteX1677" fmla="*/ 3383876 w 12233785"/>
              <a:gd name="connsiteY1677" fmla="*/ 36693 h 949779"/>
              <a:gd name="connsiteX1678" fmla="*/ 3373086 w 12233785"/>
              <a:gd name="connsiteY1678" fmla="*/ 36829 h 949779"/>
              <a:gd name="connsiteX1679" fmla="*/ 3362295 w 12233785"/>
              <a:gd name="connsiteY1679" fmla="*/ 36965 h 949779"/>
              <a:gd name="connsiteX1680" fmla="*/ 3333710 w 12233785"/>
              <a:gd name="connsiteY1680" fmla="*/ 33812 h 949779"/>
              <a:gd name="connsiteX1681" fmla="*/ 3307964 w 12233785"/>
              <a:gd name="connsiteY1681" fmla="*/ 30170 h 949779"/>
              <a:gd name="connsiteX1682" fmla="*/ 3280326 w 12233785"/>
              <a:gd name="connsiteY1682" fmla="*/ 34519 h 949779"/>
              <a:gd name="connsiteX1683" fmla="*/ 3270608 w 12233785"/>
              <a:gd name="connsiteY1683" fmla="*/ 36530 h 949779"/>
              <a:gd name="connsiteX1684" fmla="*/ 3269283 w 12233785"/>
              <a:gd name="connsiteY1684" fmla="*/ 36367 h 949779"/>
              <a:gd name="connsiteX1685" fmla="*/ 3251299 w 12233785"/>
              <a:gd name="connsiteY1685" fmla="*/ 33512 h 949779"/>
              <a:gd name="connsiteX1686" fmla="*/ 3219811 w 12233785"/>
              <a:gd name="connsiteY1686" fmla="*/ 39574 h 949779"/>
              <a:gd name="connsiteX1687" fmla="*/ 3193120 w 12233785"/>
              <a:gd name="connsiteY1687" fmla="*/ 43488 h 949779"/>
              <a:gd name="connsiteX1688" fmla="*/ 3166616 w 12233785"/>
              <a:gd name="connsiteY1688" fmla="*/ 40090 h 949779"/>
              <a:gd name="connsiteX1689" fmla="*/ 3151851 w 12233785"/>
              <a:gd name="connsiteY1689" fmla="*/ 37182 h 949779"/>
              <a:gd name="connsiteX1690" fmla="*/ 3144153 w 12233785"/>
              <a:gd name="connsiteY1690" fmla="*/ 38759 h 949779"/>
              <a:gd name="connsiteX1691" fmla="*/ 3133866 w 12233785"/>
              <a:gd name="connsiteY1691" fmla="*/ 41177 h 949779"/>
              <a:gd name="connsiteX1692" fmla="*/ 3123833 w 12233785"/>
              <a:gd name="connsiteY1692" fmla="*/ 37970 h 949779"/>
              <a:gd name="connsiteX1693" fmla="*/ 3108563 w 12233785"/>
              <a:gd name="connsiteY1693" fmla="*/ 32888 h 949779"/>
              <a:gd name="connsiteX1694" fmla="*/ 3093607 w 12233785"/>
              <a:gd name="connsiteY1694" fmla="*/ 36774 h 949779"/>
              <a:gd name="connsiteX1695" fmla="*/ 3087614 w 12233785"/>
              <a:gd name="connsiteY1695" fmla="*/ 37508 h 949779"/>
              <a:gd name="connsiteX1696" fmla="*/ 3081240 w 12233785"/>
              <a:gd name="connsiteY1696" fmla="*/ 37318 h 949779"/>
              <a:gd name="connsiteX1697" fmla="*/ 3078780 w 12233785"/>
              <a:gd name="connsiteY1697" fmla="*/ 37264 h 949779"/>
              <a:gd name="connsiteX1698" fmla="*/ 3064826 w 12233785"/>
              <a:gd name="connsiteY1698" fmla="*/ 41001 h 949779"/>
              <a:gd name="connsiteX1699" fmla="*/ 3064692 w 12233785"/>
              <a:gd name="connsiteY1699" fmla="*/ 41563 h 949779"/>
              <a:gd name="connsiteX1700" fmla="*/ 3063256 w 12233785"/>
              <a:gd name="connsiteY1700" fmla="*/ 41368 h 949779"/>
              <a:gd name="connsiteX1701" fmla="*/ 3045840 w 12233785"/>
              <a:gd name="connsiteY1701" fmla="*/ 37399 h 949779"/>
              <a:gd name="connsiteX1702" fmla="*/ 3029258 w 12233785"/>
              <a:gd name="connsiteY1702" fmla="*/ 42563 h 949779"/>
              <a:gd name="connsiteX1703" fmla="*/ 3023249 w 12233785"/>
              <a:gd name="connsiteY1703" fmla="*/ 43108 h 949779"/>
              <a:gd name="connsiteX1704" fmla="*/ 3014352 w 12233785"/>
              <a:gd name="connsiteY1704" fmla="*/ 46314 h 949779"/>
              <a:gd name="connsiteX1705" fmla="*/ 3015048 w 12233785"/>
              <a:gd name="connsiteY1705" fmla="*/ 46829 h 949779"/>
              <a:gd name="connsiteX1706" fmla="*/ 3012649 w 12233785"/>
              <a:gd name="connsiteY1706" fmla="*/ 47510 h 949779"/>
              <a:gd name="connsiteX1707" fmla="*/ 3005645 w 12233785"/>
              <a:gd name="connsiteY1707" fmla="*/ 42020 h 949779"/>
              <a:gd name="connsiteX1708" fmla="*/ 2998702 w 12233785"/>
              <a:gd name="connsiteY1708" fmla="*/ 37644 h 949779"/>
              <a:gd name="connsiteX1709" fmla="*/ 2998577 w 12233785"/>
              <a:gd name="connsiteY1709" fmla="*/ 37644 h 949779"/>
              <a:gd name="connsiteX1710" fmla="*/ 2993276 w 12233785"/>
              <a:gd name="connsiteY1710" fmla="*/ 37808 h 949779"/>
              <a:gd name="connsiteX1711" fmla="*/ 2960526 w 12233785"/>
              <a:gd name="connsiteY1711" fmla="*/ 25413 h 949779"/>
              <a:gd name="connsiteX1712" fmla="*/ 2938315 w 12233785"/>
              <a:gd name="connsiteY1712" fmla="*/ 20113 h 949779"/>
              <a:gd name="connsiteX1713" fmla="*/ 2920772 w 12233785"/>
              <a:gd name="connsiteY1713" fmla="*/ 18075 h 949779"/>
              <a:gd name="connsiteX1714" fmla="*/ 2898182 w 12233785"/>
              <a:gd name="connsiteY1714" fmla="*/ 23212 h 949779"/>
              <a:gd name="connsiteX1715" fmla="*/ 2883480 w 12233785"/>
              <a:gd name="connsiteY1715" fmla="*/ 28267 h 949779"/>
              <a:gd name="connsiteX1716" fmla="*/ 2865621 w 12233785"/>
              <a:gd name="connsiteY1716" fmla="*/ 20792 h 949779"/>
              <a:gd name="connsiteX1717" fmla="*/ 2864107 w 12233785"/>
              <a:gd name="connsiteY1717" fmla="*/ 18211 h 949779"/>
              <a:gd name="connsiteX1718" fmla="*/ 2831672 w 12233785"/>
              <a:gd name="connsiteY1718" fmla="*/ 10763 h 949779"/>
              <a:gd name="connsiteX1719" fmla="*/ 2809398 w 12233785"/>
              <a:gd name="connsiteY1719" fmla="*/ 6523 h 949779"/>
              <a:gd name="connsiteX1720" fmla="*/ 2800058 w 12233785"/>
              <a:gd name="connsiteY1720" fmla="*/ 19596 h 949779"/>
              <a:gd name="connsiteX1721" fmla="*/ 2799428 w 12233785"/>
              <a:gd name="connsiteY1721" fmla="*/ 25740 h 949779"/>
              <a:gd name="connsiteX1722" fmla="*/ 2796082 w 12233785"/>
              <a:gd name="connsiteY1722" fmla="*/ 28158 h 949779"/>
              <a:gd name="connsiteX1723" fmla="*/ 2786239 w 12233785"/>
              <a:gd name="connsiteY1723" fmla="*/ 26392 h 949779"/>
              <a:gd name="connsiteX1724" fmla="*/ 2774250 w 12233785"/>
              <a:gd name="connsiteY1724" fmla="*/ 15982 h 949779"/>
              <a:gd name="connsiteX1725" fmla="*/ 2768255 w 12233785"/>
              <a:gd name="connsiteY1725" fmla="*/ 1848 h 949779"/>
              <a:gd name="connsiteX1726" fmla="*/ 2746864 w 12233785"/>
              <a:gd name="connsiteY1726" fmla="*/ 0 h 949779"/>
              <a:gd name="connsiteX1727" fmla="*/ 2747558 w 12233785"/>
              <a:gd name="connsiteY1727" fmla="*/ 245 h 949779"/>
              <a:gd name="connsiteX1728" fmla="*/ 2738219 w 12233785"/>
              <a:gd name="connsiteY1728" fmla="*/ 353 h 949779"/>
              <a:gd name="connsiteX1729" fmla="*/ 2731530 w 12233785"/>
              <a:gd name="connsiteY1729" fmla="*/ 435 h 949779"/>
              <a:gd name="connsiteX1730" fmla="*/ 2723391 w 12233785"/>
              <a:gd name="connsiteY1730" fmla="*/ 381 h 949779"/>
              <a:gd name="connsiteX1731" fmla="*/ 2715187 w 12233785"/>
              <a:gd name="connsiteY1731" fmla="*/ 326 h 949779"/>
              <a:gd name="connsiteX1732" fmla="*/ 2676379 w 12233785"/>
              <a:gd name="connsiteY1732" fmla="*/ 4838 h 949779"/>
              <a:gd name="connsiteX1733" fmla="*/ 2659720 w 12233785"/>
              <a:gd name="connsiteY1733" fmla="*/ 6605 h 949779"/>
              <a:gd name="connsiteX1734" fmla="*/ 2632460 w 12233785"/>
              <a:gd name="connsiteY1734" fmla="*/ 5817 h 949779"/>
              <a:gd name="connsiteX1735" fmla="*/ 2630693 w 12233785"/>
              <a:gd name="connsiteY1735" fmla="*/ 5817 h 949779"/>
              <a:gd name="connsiteX1736" fmla="*/ 2619840 w 12233785"/>
              <a:gd name="connsiteY1736" fmla="*/ 17232 h 949779"/>
              <a:gd name="connsiteX1737" fmla="*/ 2610438 w 12233785"/>
              <a:gd name="connsiteY1737" fmla="*/ 24163 h 949779"/>
              <a:gd name="connsiteX1738" fmla="*/ 2604127 w 12233785"/>
              <a:gd name="connsiteY1738" fmla="*/ 24462 h 949779"/>
              <a:gd name="connsiteX1739" fmla="*/ 2599774 w 12233785"/>
              <a:gd name="connsiteY1739" fmla="*/ 24870 h 949779"/>
              <a:gd name="connsiteX1740" fmla="*/ 2587784 w 12233785"/>
              <a:gd name="connsiteY1740" fmla="*/ 22614 h 949779"/>
              <a:gd name="connsiteX1741" fmla="*/ 2576363 w 12233785"/>
              <a:gd name="connsiteY1741" fmla="*/ 20358 h 949779"/>
              <a:gd name="connsiteX1742" fmla="*/ 2570305 w 12233785"/>
              <a:gd name="connsiteY1742" fmla="*/ 21364 h 949779"/>
              <a:gd name="connsiteX1743" fmla="*/ 2547147 w 12233785"/>
              <a:gd name="connsiteY1743" fmla="*/ 24299 h 949779"/>
              <a:gd name="connsiteX1744" fmla="*/ 2543613 w 12233785"/>
              <a:gd name="connsiteY1744" fmla="*/ 24299 h 949779"/>
              <a:gd name="connsiteX1745" fmla="*/ 2540079 w 12233785"/>
              <a:gd name="connsiteY1745" fmla="*/ 24299 h 949779"/>
              <a:gd name="connsiteX1746" fmla="*/ 2533516 w 12233785"/>
              <a:gd name="connsiteY1746" fmla="*/ 24408 h 949779"/>
              <a:gd name="connsiteX1747" fmla="*/ 2501462 w 12233785"/>
              <a:gd name="connsiteY1747" fmla="*/ 24843 h 949779"/>
              <a:gd name="connsiteX1748" fmla="*/ 2499631 w 12233785"/>
              <a:gd name="connsiteY1748" fmla="*/ 24843 h 949779"/>
              <a:gd name="connsiteX1749" fmla="*/ 2488588 w 12233785"/>
              <a:gd name="connsiteY1749" fmla="*/ 24761 h 949779"/>
              <a:gd name="connsiteX1750" fmla="*/ 2477420 w 12233785"/>
              <a:gd name="connsiteY1750" fmla="*/ 24679 h 949779"/>
              <a:gd name="connsiteX1751" fmla="*/ 2463095 w 12233785"/>
              <a:gd name="connsiteY1751" fmla="*/ 25006 h 949779"/>
              <a:gd name="connsiteX1752" fmla="*/ 2459877 w 12233785"/>
              <a:gd name="connsiteY1752" fmla="*/ 31311 h 949779"/>
              <a:gd name="connsiteX1753" fmla="*/ 2463348 w 12233785"/>
              <a:gd name="connsiteY1753" fmla="*/ 32860 h 949779"/>
              <a:gd name="connsiteX1754" fmla="*/ 2464799 w 12233785"/>
              <a:gd name="connsiteY1754" fmla="*/ 32670 h 949779"/>
              <a:gd name="connsiteX1755" fmla="*/ 2465430 w 12233785"/>
              <a:gd name="connsiteY1755" fmla="*/ 32480 h 949779"/>
              <a:gd name="connsiteX1756" fmla="*/ 2463537 w 12233785"/>
              <a:gd name="connsiteY1756" fmla="*/ 33866 h 949779"/>
              <a:gd name="connsiteX1757" fmla="*/ 2445238 w 12233785"/>
              <a:gd name="connsiteY1757" fmla="*/ 37019 h 949779"/>
              <a:gd name="connsiteX1758" fmla="*/ 2430282 w 12233785"/>
              <a:gd name="connsiteY1758" fmla="*/ 34165 h 949779"/>
              <a:gd name="connsiteX1759" fmla="*/ 2436845 w 12233785"/>
              <a:gd name="connsiteY1759" fmla="*/ 26636 h 949779"/>
              <a:gd name="connsiteX1760" fmla="*/ 2392926 w 12233785"/>
              <a:gd name="connsiteY1760" fmla="*/ 18673 h 949779"/>
              <a:gd name="connsiteX1761" fmla="*/ 2389961 w 12233785"/>
              <a:gd name="connsiteY1761" fmla="*/ 18727 h 949779"/>
              <a:gd name="connsiteX1762" fmla="*/ 2383776 w 12233785"/>
              <a:gd name="connsiteY1762" fmla="*/ 25848 h 949779"/>
              <a:gd name="connsiteX1763" fmla="*/ 2380432 w 12233785"/>
              <a:gd name="connsiteY1763" fmla="*/ 30089 h 949779"/>
              <a:gd name="connsiteX1764" fmla="*/ 2365035 w 12233785"/>
              <a:gd name="connsiteY1764" fmla="*/ 30741 h 949779"/>
              <a:gd name="connsiteX1765" fmla="*/ 2361502 w 12233785"/>
              <a:gd name="connsiteY1765" fmla="*/ 30741 h 949779"/>
              <a:gd name="connsiteX1766" fmla="*/ 2329383 w 12233785"/>
              <a:gd name="connsiteY1766" fmla="*/ 30496 h 949779"/>
              <a:gd name="connsiteX1767" fmla="*/ 2323640 w 12233785"/>
              <a:gd name="connsiteY1767" fmla="*/ 30550 h 949779"/>
              <a:gd name="connsiteX1768" fmla="*/ 2311462 w 12233785"/>
              <a:gd name="connsiteY1768" fmla="*/ 30985 h 949779"/>
              <a:gd name="connsiteX1769" fmla="*/ 2292216 w 12233785"/>
              <a:gd name="connsiteY1769" fmla="*/ 42020 h 949779"/>
              <a:gd name="connsiteX1770" fmla="*/ 2258140 w 12233785"/>
              <a:gd name="connsiteY1770" fmla="*/ 36693 h 949779"/>
              <a:gd name="connsiteX1771" fmla="*/ 2247350 w 12233785"/>
              <a:gd name="connsiteY1771" fmla="*/ 36829 h 949779"/>
              <a:gd name="connsiteX1772" fmla="*/ 2236560 w 12233785"/>
              <a:gd name="connsiteY1772" fmla="*/ 36965 h 949779"/>
              <a:gd name="connsiteX1773" fmla="*/ 2207975 w 12233785"/>
              <a:gd name="connsiteY1773" fmla="*/ 33812 h 949779"/>
              <a:gd name="connsiteX1774" fmla="*/ 2182229 w 12233785"/>
              <a:gd name="connsiteY1774" fmla="*/ 30170 h 949779"/>
              <a:gd name="connsiteX1775" fmla="*/ 2154591 w 12233785"/>
              <a:gd name="connsiteY1775" fmla="*/ 34519 h 949779"/>
              <a:gd name="connsiteX1776" fmla="*/ 2144873 w 12233785"/>
              <a:gd name="connsiteY1776" fmla="*/ 36530 h 949779"/>
              <a:gd name="connsiteX1777" fmla="*/ 2143548 w 12233785"/>
              <a:gd name="connsiteY1777" fmla="*/ 36367 h 949779"/>
              <a:gd name="connsiteX1778" fmla="*/ 2125564 w 12233785"/>
              <a:gd name="connsiteY1778" fmla="*/ 33512 h 949779"/>
              <a:gd name="connsiteX1779" fmla="*/ 2094076 w 12233785"/>
              <a:gd name="connsiteY1779" fmla="*/ 39574 h 949779"/>
              <a:gd name="connsiteX1780" fmla="*/ 2067385 w 12233785"/>
              <a:gd name="connsiteY1780" fmla="*/ 43488 h 949779"/>
              <a:gd name="connsiteX1781" fmla="*/ 2040881 w 12233785"/>
              <a:gd name="connsiteY1781" fmla="*/ 40090 h 949779"/>
              <a:gd name="connsiteX1782" fmla="*/ 2026116 w 12233785"/>
              <a:gd name="connsiteY1782" fmla="*/ 37182 h 949779"/>
              <a:gd name="connsiteX1783" fmla="*/ 2018418 w 12233785"/>
              <a:gd name="connsiteY1783" fmla="*/ 38759 h 949779"/>
              <a:gd name="connsiteX1784" fmla="*/ 2008132 w 12233785"/>
              <a:gd name="connsiteY1784" fmla="*/ 41177 h 949779"/>
              <a:gd name="connsiteX1785" fmla="*/ 1998098 w 12233785"/>
              <a:gd name="connsiteY1785" fmla="*/ 37970 h 949779"/>
              <a:gd name="connsiteX1786" fmla="*/ 1982828 w 12233785"/>
              <a:gd name="connsiteY1786" fmla="*/ 32888 h 949779"/>
              <a:gd name="connsiteX1787" fmla="*/ 1967872 w 12233785"/>
              <a:gd name="connsiteY1787" fmla="*/ 36774 h 949779"/>
              <a:gd name="connsiteX1788" fmla="*/ 1961879 w 12233785"/>
              <a:gd name="connsiteY1788" fmla="*/ 37508 h 949779"/>
              <a:gd name="connsiteX1789" fmla="*/ 1955505 w 12233785"/>
              <a:gd name="connsiteY1789" fmla="*/ 37318 h 949779"/>
              <a:gd name="connsiteX1790" fmla="*/ 1953044 w 12233785"/>
              <a:gd name="connsiteY1790" fmla="*/ 37264 h 949779"/>
              <a:gd name="connsiteX1791" fmla="*/ 1937206 w 12233785"/>
              <a:gd name="connsiteY1791" fmla="*/ 48896 h 949779"/>
              <a:gd name="connsiteX1792" fmla="*/ 1904708 w 12233785"/>
              <a:gd name="connsiteY1792" fmla="*/ 42455 h 949779"/>
              <a:gd name="connsiteX1793" fmla="*/ 1897514 w 12233785"/>
              <a:gd name="connsiteY1793" fmla="*/ 43108 h 949779"/>
              <a:gd name="connsiteX1794" fmla="*/ 1888617 w 12233785"/>
              <a:gd name="connsiteY1794" fmla="*/ 46314 h 949779"/>
              <a:gd name="connsiteX1795" fmla="*/ 1891961 w 12233785"/>
              <a:gd name="connsiteY1795" fmla="*/ 48788 h 949779"/>
              <a:gd name="connsiteX1796" fmla="*/ 1906475 w 12233785"/>
              <a:gd name="connsiteY1796" fmla="*/ 54523 h 949779"/>
              <a:gd name="connsiteX1797" fmla="*/ 1930075 w 12233785"/>
              <a:gd name="connsiteY1797" fmla="*/ 67215 h 949779"/>
              <a:gd name="connsiteX1798" fmla="*/ 1933545 w 12233785"/>
              <a:gd name="connsiteY1798" fmla="*/ 72190 h 949779"/>
              <a:gd name="connsiteX1799" fmla="*/ 1923575 w 12233785"/>
              <a:gd name="connsiteY1799" fmla="*/ 73576 h 949779"/>
              <a:gd name="connsiteX1800" fmla="*/ 1922060 w 12233785"/>
              <a:gd name="connsiteY1800" fmla="*/ 73385 h 949779"/>
              <a:gd name="connsiteX1801" fmla="*/ 1876123 w 12233785"/>
              <a:gd name="connsiteY1801" fmla="*/ 67841 h 949779"/>
              <a:gd name="connsiteX1802" fmla="*/ 1873346 w 12233785"/>
              <a:gd name="connsiteY1802" fmla="*/ 67841 h 949779"/>
              <a:gd name="connsiteX1803" fmla="*/ 1870254 w 12233785"/>
              <a:gd name="connsiteY1803" fmla="*/ 67841 h 949779"/>
              <a:gd name="connsiteX1804" fmla="*/ 1861168 w 12233785"/>
              <a:gd name="connsiteY1804" fmla="*/ 67759 h 949779"/>
              <a:gd name="connsiteX1805" fmla="*/ 1804692 w 12233785"/>
              <a:gd name="connsiteY1805" fmla="*/ 55990 h 949779"/>
              <a:gd name="connsiteX1806" fmla="*/ 1797308 w 12233785"/>
              <a:gd name="connsiteY1806" fmla="*/ 48136 h 949779"/>
              <a:gd name="connsiteX1807" fmla="*/ 1810245 w 12233785"/>
              <a:gd name="connsiteY1807" fmla="*/ 43216 h 949779"/>
              <a:gd name="connsiteX1808" fmla="*/ 1841669 w 12233785"/>
              <a:gd name="connsiteY1808" fmla="*/ 41667 h 949779"/>
              <a:gd name="connsiteX1809" fmla="*/ 1846464 w 12233785"/>
              <a:gd name="connsiteY1809" fmla="*/ 36720 h 949779"/>
              <a:gd name="connsiteX1810" fmla="*/ 1840470 w 12233785"/>
              <a:gd name="connsiteY1810" fmla="*/ 32045 h 949779"/>
              <a:gd name="connsiteX1811" fmla="*/ 1818511 w 12233785"/>
              <a:gd name="connsiteY1811" fmla="*/ 30768 h 949779"/>
              <a:gd name="connsiteX1812" fmla="*/ 1761720 w 12233785"/>
              <a:gd name="connsiteY1812" fmla="*/ 38514 h 949779"/>
              <a:gd name="connsiteX1813" fmla="*/ 1759889 w 12233785"/>
              <a:gd name="connsiteY1813" fmla="*/ 46478 h 949779"/>
              <a:gd name="connsiteX1814" fmla="*/ 1771058 w 12233785"/>
              <a:gd name="connsiteY1814" fmla="*/ 49114 h 949779"/>
              <a:gd name="connsiteX1815" fmla="*/ 1781471 w 12233785"/>
              <a:gd name="connsiteY1815" fmla="*/ 58137 h 949779"/>
              <a:gd name="connsiteX1816" fmla="*/ 1766515 w 12233785"/>
              <a:gd name="connsiteY1816" fmla="*/ 61481 h 949779"/>
              <a:gd name="connsiteX1817" fmla="*/ 1764747 w 12233785"/>
              <a:gd name="connsiteY1817" fmla="*/ 61372 h 949779"/>
              <a:gd name="connsiteX1818" fmla="*/ 1704423 w 12233785"/>
              <a:gd name="connsiteY1818" fmla="*/ 42211 h 949779"/>
              <a:gd name="connsiteX1819" fmla="*/ 1695336 w 12233785"/>
              <a:gd name="connsiteY1819" fmla="*/ 37073 h 949779"/>
              <a:gd name="connsiteX1820" fmla="*/ 1680129 w 12233785"/>
              <a:gd name="connsiteY1820" fmla="*/ 44167 h 949779"/>
              <a:gd name="connsiteX1821" fmla="*/ 1666246 w 12233785"/>
              <a:gd name="connsiteY1821" fmla="*/ 49222 h 949779"/>
              <a:gd name="connsiteX1822" fmla="*/ 1663028 w 12233785"/>
              <a:gd name="connsiteY1822" fmla="*/ 49250 h 949779"/>
              <a:gd name="connsiteX1823" fmla="*/ 1661640 w 12233785"/>
              <a:gd name="connsiteY1823" fmla="*/ 49250 h 949779"/>
              <a:gd name="connsiteX1824" fmla="*/ 1660251 w 12233785"/>
              <a:gd name="connsiteY1824" fmla="*/ 49250 h 949779"/>
              <a:gd name="connsiteX1825" fmla="*/ 1642836 w 12233785"/>
              <a:gd name="connsiteY1825" fmla="*/ 52294 h 949779"/>
              <a:gd name="connsiteX1826" fmla="*/ 1664732 w 12233785"/>
              <a:gd name="connsiteY1826" fmla="*/ 57703 h 949779"/>
              <a:gd name="connsiteX1827" fmla="*/ 1687133 w 12233785"/>
              <a:gd name="connsiteY1827" fmla="*/ 62976 h 949779"/>
              <a:gd name="connsiteX1828" fmla="*/ 1685051 w 12233785"/>
              <a:gd name="connsiteY1828" fmla="*/ 67297 h 949779"/>
              <a:gd name="connsiteX1829" fmla="*/ 1656339 w 12233785"/>
              <a:gd name="connsiteY1829" fmla="*/ 73168 h 949779"/>
              <a:gd name="connsiteX1830" fmla="*/ 1652680 w 12233785"/>
              <a:gd name="connsiteY1830" fmla="*/ 73440 h 949779"/>
              <a:gd name="connsiteX1831" fmla="*/ 1642142 w 12233785"/>
              <a:gd name="connsiteY1831" fmla="*/ 68955 h 949779"/>
              <a:gd name="connsiteX1832" fmla="*/ 1629268 w 12233785"/>
              <a:gd name="connsiteY1832" fmla="*/ 61698 h 949779"/>
              <a:gd name="connsiteX1833" fmla="*/ 1620119 w 12233785"/>
              <a:gd name="connsiteY1833" fmla="*/ 63437 h 949779"/>
              <a:gd name="connsiteX1834" fmla="*/ 1545722 w 12233785"/>
              <a:gd name="connsiteY1834" fmla="*/ 74255 h 949779"/>
              <a:gd name="connsiteX1835" fmla="*/ 1523384 w 12233785"/>
              <a:gd name="connsiteY1835" fmla="*/ 73711 h 949779"/>
              <a:gd name="connsiteX1836" fmla="*/ 1512152 w 12233785"/>
              <a:gd name="connsiteY1836" fmla="*/ 67922 h 949779"/>
              <a:gd name="connsiteX1837" fmla="*/ 1488994 w 12233785"/>
              <a:gd name="connsiteY1837" fmla="*/ 65286 h 949779"/>
              <a:gd name="connsiteX1838" fmla="*/ 1473534 w 12233785"/>
              <a:gd name="connsiteY1838" fmla="*/ 62133 h 949779"/>
              <a:gd name="connsiteX1839" fmla="*/ 1472335 w 12233785"/>
              <a:gd name="connsiteY1839" fmla="*/ 62296 h 949779"/>
              <a:gd name="connsiteX1840" fmla="*/ 1417752 w 12233785"/>
              <a:gd name="connsiteY1840" fmla="*/ 68249 h 949779"/>
              <a:gd name="connsiteX1841" fmla="*/ 1396865 w 12233785"/>
              <a:gd name="connsiteY1841" fmla="*/ 79066 h 949779"/>
              <a:gd name="connsiteX1842" fmla="*/ 1373392 w 12233785"/>
              <a:gd name="connsiteY1842" fmla="*/ 86649 h 949779"/>
              <a:gd name="connsiteX1843" fmla="*/ 1367271 w 12233785"/>
              <a:gd name="connsiteY1843" fmla="*/ 85970 h 949779"/>
              <a:gd name="connsiteX1844" fmla="*/ 1342597 w 12233785"/>
              <a:gd name="connsiteY1844" fmla="*/ 81077 h 949779"/>
              <a:gd name="connsiteX1845" fmla="*/ 1327768 w 12233785"/>
              <a:gd name="connsiteY1845" fmla="*/ 84529 h 949779"/>
              <a:gd name="connsiteX1846" fmla="*/ 1301203 w 12233785"/>
              <a:gd name="connsiteY1846" fmla="*/ 85508 h 949779"/>
              <a:gd name="connsiteX1847" fmla="*/ 1274700 w 12233785"/>
              <a:gd name="connsiteY1847" fmla="*/ 86486 h 949779"/>
              <a:gd name="connsiteX1848" fmla="*/ 1234756 w 12233785"/>
              <a:gd name="connsiteY1848" fmla="*/ 81159 h 949779"/>
              <a:gd name="connsiteX1849" fmla="*/ 1222766 w 12233785"/>
              <a:gd name="connsiteY1849" fmla="*/ 81349 h 949779"/>
              <a:gd name="connsiteX1850" fmla="*/ 1210904 w 12233785"/>
              <a:gd name="connsiteY1850" fmla="*/ 84285 h 949779"/>
              <a:gd name="connsiteX1851" fmla="*/ 1192037 w 12233785"/>
              <a:gd name="connsiteY1851" fmla="*/ 78033 h 949779"/>
              <a:gd name="connsiteX1852" fmla="*/ 1184464 w 12233785"/>
              <a:gd name="connsiteY1852" fmla="*/ 75968 h 949779"/>
              <a:gd name="connsiteX1853" fmla="*/ 1177838 w 12233785"/>
              <a:gd name="connsiteY1853" fmla="*/ 78196 h 949779"/>
              <a:gd name="connsiteX1854" fmla="*/ 1159035 w 12233785"/>
              <a:gd name="connsiteY1854" fmla="*/ 86568 h 949779"/>
              <a:gd name="connsiteX1855" fmla="*/ 1144331 w 12233785"/>
              <a:gd name="connsiteY1855" fmla="*/ 84258 h 949779"/>
              <a:gd name="connsiteX1856" fmla="*/ 1132784 w 12233785"/>
              <a:gd name="connsiteY1856" fmla="*/ 82436 h 949779"/>
              <a:gd name="connsiteX1857" fmla="*/ 1123634 w 12233785"/>
              <a:gd name="connsiteY1857" fmla="*/ 88226 h 949779"/>
              <a:gd name="connsiteX1858" fmla="*/ 1113853 w 12233785"/>
              <a:gd name="connsiteY1858" fmla="*/ 92003 h 949779"/>
              <a:gd name="connsiteX1859" fmla="*/ 1103190 w 12233785"/>
              <a:gd name="connsiteY1859" fmla="*/ 89911 h 949779"/>
              <a:gd name="connsiteX1860" fmla="*/ 1087603 w 12233785"/>
              <a:gd name="connsiteY1860" fmla="*/ 86513 h 949779"/>
              <a:gd name="connsiteX1861" fmla="*/ 1074919 w 12233785"/>
              <a:gd name="connsiteY1861" fmla="*/ 89122 h 949779"/>
              <a:gd name="connsiteX1862" fmla="*/ 1065076 w 12233785"/>
              <a:gd name="connsiteY1862" fmla="*/ 90590 h 949779"/>
              <a:gd name="connsiteX1863" fmla="*/ 1029991 w 12233785"/>
              <a:gd name="connsiteY1863" fmla="*/ 86106 h 949779"/>
              <a:gd name="connsiteX1864" fmla="*/ 991057 w 12233785"/>
              <a:gd name="connsiteY1864" fmla="*/ 87492 h 949779"/>
              <a:gd name="connsiteX1865" fmla="*/ 985946 w 12233785"/>
              <a:gd name="connsiteY1865" fmla="*/ 89313 h 949779"/>
              <a:gd name="connsiteX1866" fmla="*/ 990363 w 12233785"/>
              <a:gd name="connsiteY1866" fmla="*/ 91215 h 949779"/>
              <a:gd name="connsiteX1867" fmla="*/ 1040592 w 12233785"/>
              <a:gd name="connsiteY1867" fmla="*/ 92901 h 949779"/>
              <a:gd name="connsiteX1868" fmla="*/ 1045451 w 12233785"/>
              <a:gd name="connsiteY1868" fmla="*/ 94830 h 949779"/>
              <a:gd name="connsiteX1869" fmla="*/ 1038637 w 12233785"/>
              <a:gd name="connsiteY1869" fmla="*/ 98336 h 949779"/>
              <a:gd name="connsiteX1870" fmla="*/ 971307 w 12233785"/>
              <a:gd name="connsiteY1870" fmla="*/ 104343 h 949779"/>
              <a:gd name="connsiteX1871" fmla="*/ 963986 w 12233785"/>
              <a:gd name="connsiteY1871" fmla="*/ 105295 h 949779"/>
              <a:gd name="connsiteX1872" fmla="*/ 942153 w 12233785"/>
              <a:gd name="connsiteY1872" fmla="*/ 100484 h 949779"/>
              <a:gd name="connsiteX1873" fmla="*/ 932499 w 12233785"/>
              <a:gd name="connsiteY1873" fmla="*/ 98608 h 949779"/>
              <a:gd name="connsiteX1874" fmla="*/ 915146 w 12233785"/>
              <a:gd name="connsiteY1874" fmla="*/ 103854 h 949779"/>
              <a:gd name="connsiteX1875" fmla="*/ 913380 w 12233785"/>
              <a:gd name="connsiteY1875" fmla="*/ 111464 h 949779"/>
              <a:gd name="connsiteX1876" fmla="*/ 942848 w 12233785"/>
              <a:gd name="connsiteY1876" fmla="*/ 124075 h 949779"/>
              <a:gd name="connsiteX1877" fmla="*/ 968215 w 12233785"/>
              <a:gd name="connsiteY1877" fmla="*/ 120651 h 949779"/>
              <a:gd name="connsiteX1878" fmla="*/ 1008348 w 12233785"/>
              <a:gd name="connsiteY1878" fmla="*/ 116873 h 949779"/>
              <a:gd name="connsiteX1879" fmla="*/ 1017560 w 12233785"/>
              <a:gd name="connsiteY1879" fmla="*/ 116981 h 949779"/>
              <a:gd name="connsiteX1880" fmla="*/ 1037800 w 12233785"/>
              <a:gd name="connsiteY1880" fmla="*/ 120393 h 949779"/>
              <a:gd name="connsiteX1881" fmla="*/ 1040225 w 12233785"/>
              <a:gd name="connsiteY1881" fmla="*/ 122638 h 949779"/>
              <a:gd name="connsiteX1882" fmla="*/ 972771 w 12233785"/>
              <a:gd name="connsiteY1882" fmla="*/ 124959 h 949779"/>
              <a:gd name="connsiteX1883" fmla="*/ 576198 w 12233785"/>
              <a:gd name="connsiteY1883" fmla="*/ 153930 h 949779"/>
              <a:gd name="connsiteX1884" fmla="*/ 574847 w 12233785"/>
              <a:gd name="connsiteY1884" fmla="*/ 171547 h 949779"/>
              <a:gd name="connsiteX1885" fmla="*/ 499367 w 12233785"/>
              <a:gd name="connsiteY1885" fmla="*/ 178599 h 949779"/>
              <a:gd name="connsiteX1886" fmla="*/ 503312 w 12233785"/>
              <a:gd name="connsiteY1886" fmla="*/ 169716 h 949779"/>
              <a:gd name="connsiteX1887" fmla="*/ 469327 w 12233785"/>
              <a:gd name="connsiteY1887" fmla="*/ 176322 h 949779"/>
              <a:gd name="connsiteX1888" fmla="*/ 486617 w 12233785"/>
              <a:gd name="connsiteY1888" fmla="*/ 192802 h 949779"/>
              <a:gd name="connsiteX1889" fmla="*/ 468949 w 12233785"/>
              <a:gd name="connsiteY1889" fmla="*/ 204283 h 949779"/>
              <a:gd name="connsiteX1890" fmla="*/ 441232 w 12233785"/>
              <a:gd name="connsiteY1890" fmla="*/ 183745 h 949779"/>
              <a:gd name="connsiteX1891" fmla="*/ 453661 w 12233785"/>
              <a:gd name="connsiteY1891" fmla="*/ 182293 h 949779"/>
              <a:gd name="connsiteX1892" fmla="*/ 443204 w 12233785"/>
              <a:gd name="connsiteY1892" fmla="*/ 173884 h 949779"/>
              <a:gd name="connsiteX1893" fmla="*/ 393739 w 12233785"/>
              <a:gd name="connsiteY1893" fmla="*/ 189907 h 949779"/>
              <a:gd name="connsiteX1894" fmla="*/ 395036 w 12233785"/>
              <a:gd name="connsiteY1894" fmla="*/ 200992 h 949779"/>
              <a:gd name="connsiteX1895" fmla="*/ 411299 w 12233785"/>
              <a:gd name="connsiteY1895" fmla="*/ 195573 h 949779"/>
              <a:gd name="connsiteX1896" fmla="*/ 456144 w 12233785"/>
              <a:gd name="connsiteY1896" fmla="*/ 218461 h 949779"/>
              <a:gd name="connsiteX1897" fmla="*/ 464254 w 12233785"/>
              <a:gd name="connsiteY1897" fmla="*/ 226828 h 949779"/>
              <a:gd name="connsiteX1898" fmla="*/ 470152 w 12233785"/>
              <a:gd name="connsiteY1898" fmla="*/ 228944 h 949779"/>
              <a:gd name="connsiteX1899" fmla="*/ 420302 w 12233785"/>
              <a:gd name="connsiteY1899" fmla="*/ 229017 h 949779"/>
              <a:gd name="connsiteX1900" fmla="*/ 409322 w 12233785"/>
              <a:gd name="connsiteY1900" fmla="*/ 232794 h 949779"/>
              <a:gd name="connsiteX1901" fmla="*/ 398405 w 12233785"/>
              <a:gd name="connsiteY1901" fmla="*/ 240948 h 949779"/>
              <a:gd name="connsiteX1902" fmla="*/ 386227 w 12233785"/>
              <a:gd name="connsiteY1902" fmla="*/ 242117 h 949779"/>
              <a:gd name="connsiteX1903" fmla="*/ 381369 w 12233785"/>
              <a:gd name="connsiteY1903" fmla="*/ 244101 h 949779"/>
              <a:gd name="connsiteX1904" fmla="*/ 385912 w 12233785"/>
              <a:gd name="connsiteY1904" fmla="*/ 246085 h 949779"/>
              <a:gd name="connsiteX1905" fmla="*/ 426233 w 12233785"/>
              <a:gd name="connsiteY1905" fmla="*/ 251793 h 949779"/>
              <a:gd name="connsiteX1906" fmla="*/ 433995 w 12233785"/>
              <a:gd name="connsiteY1906" fmla="*/ 249047 h 949779"/>
              <a:gd name="connsiteX1907" fmla="*/ 442514 w 12233785"/>
              <a:gd name="connsiteY1907" fmla="*/ 250325 h 949779"/>
              <a:gd name="connsiteX1908" fmla="*/ 451033 w 12233785"/>
              <a:gd name="connsiteY1908" fmla="*/ 251602 h 949779"/>
              <a:gd name="connsiteX1909" fmla="*/ 457343 w 12233785"/>
              <a:gd name="connsiteY1909" fmla="*/ 249944 h 949779"/>
              <a:gd name="connsiteX1910" fmla="*/ 471245 w 12233785"/>
              <a:gd name="connsiteY1910" fmla="*/ 251467 h 949779"/>
              <a:gd name="connsiteX1911" fmla="*/ 470610 w 12233785"/>
              <a:gd name="connsiteY1911" fmla="*/ 254151 h 949779"/>
              <a:gd name="connsiteX1912" fmla="*/ 458684 w 12233785"/>
              <a:gd name="connsiteY1912" fmla="*/ 261887 h 949779"/>
              <a:gd name="connsiteX1913" fmla="*/ 473461 w 12233785"/>
              <a:gd name="connsiteY1913" fmla="*/ 271657 h 949779"/>
              <a:gd name="connsiteX1914" fmla="*/ 440936 w 12233785"/>
              <a:gd name="connsiteY1914" fmla="*/ 272613 h 949779"/>
              <a:gd name="connsiteX1915" fmla="*/ 387237 w 12233785"/>
              <a:gd name="connsiteY1915" fmla="*/ 267856 h 949779"/>
              <a:gd name="connsiteX1916" fmla="*/ 321232 w 12233785"/>
              <a:gd name="connsiteY1916" fmla="*/ 260382 h 949779"/>
              <a:gd name="connsiteX1917" fmla="*/ 310379 w 12233785"/>
              <a:gd name="connsiteY1917" fmla="*/ 263616 h 949779"/>
              <a:gd name="connsiteX1918" fmla="*/ 298894 w 12233785"/>
              <a:gd name="connsiteY1918" fmla="*/ 261904 h 949779"/>
              <a:gd name="connsiteX1919" fmla="*/ 287914 w 12233785"/>
              <a:gd name="connsiteY1919" fmla="*/ 260191 h 949779"/>
              <a:gd name="connsiteX1920" fmla="*/ 282551 w 12233785"/>
              <a:gd name="connsiteY1920" fmla="*/ 261061 h 949779"/>
              <a:gd name="connsiteX1921" fmla="*/ 248854 w 12233785"/>
              <a:gd name="connsiteY1921" fmla="*/ 266469 h 949779"/>
              <a:gd name="connsiteX1922" fmla="*/ 247151 w 12233785"/>
              <a:gd name="connsiteY1922" fmla="*/ 266469 h 949779"/>
              <a:gd name="connsiteX1923" fmla="*/ 238695 w 12233785"/>
              <a:gd name="connsiteY1923" fmla="*/ 270057 h 949779"/>
              <a:gd name="connsiteX1924" fmla="*/ 245384 w 12233785"/>
              <a:gd name="connsiteY1924" fmla="*/ 277804 h 949779"/>
              <a:gd name="connsiteX1925" fmla="*/ 262376 w 12233785"/>
              <a:gd name="connsiteY1925" fmla="*/ 281052 h 949779"/>
              <a:gd name="connsiteX1926" fmla="*/ 235273 w 12233785"/>
              <a:gd name="connsiteY1926" fmla="*/ 279529 h 949779"/>
              <a:gd name="connsiteX1927" fmla="*/ 211737 w 12233785"/>
              <a:gd name="connsiteY1927" fmla="*/ 275615 h 949779"/>
              <a:gd name="connsiteX1928" fmla="*/ 207635 w 12233785"/>
              <a:gd name="connsiteY1928" fmla="*/ 275371 h 949779"/>
              <a:gd name="connsiteX1929" fmla="*/ 192616 w 12233785"/>
              <a:gd name="connsiteY1929" fmla="*/ 281078 h 949779"/>
              <a:gd name="connsiteX1930" fmla="*/ 191417 w 12233785"/>
              <a:gd name="connsiteY1930" fmla="*/ 296516 h 949779"/>
              <a:gd name="connsiteX1931" fmla="*/ 210095 w 12233785"/>
              <a:gd name="connsiteY1931" fmla="*/ 306627 h 949779"/>
              <a:gd name="connsiteX1932" fmla="*/ 213124 w 12233785"/>
              <a:gd name="connsiteY1932" fmla="*/ 310704 h 949779"/>
              <a:gd name="connsiteX1933" fmla="*/ 186748 w 12233785"/>
              <a:gd name="connsiteY1933" fmla="*/ 318341 h 949779"/>
              <a:gd name="connsiteX1934" fmla="*/ 173938 w 12233785"/>
              <a:gd name="connsiteY1934" fmla="*/ 322309 h 949779"/>
              <a:gd name="connsiteX1935" fmla="*/ 156080 w 12233785"/>
              <a:gd name="connsiteY1935" fmla="*/ 318803 h 949779"/>
              <a:gd name="connsiteX1936" fmla="*/ 152168 w 12233785"/>
              <a:gd name="connsiteY1936" fmla="*/ 318368 h 949779"/>
              <a:gd name="connsiteX1937" fmla="*/ 145164 w 12233785"/>
              <a:gd name="connsiteY1937" fmla="*/ 323016 h 949779"/>
              <a:gd name="connsiteX1938" fmla="*/ 146741 w 12233785"/>
              <a:gd name="connsiteY1938" fmla="*/ 330355 h 949779"/>
              <a:gd name="connsiteX1939" fmla="*/ 63006 w 12233785"/>
              <a:gd name="connsiteY1939" fmla="*/ 342341 h 949779"/>
              <a:gd name="connsiteX1940" fmla="*/ 61301 w 12233785"/>
              <a:gd name="connsiteY1940" fmla="*/ 342559 h 949779"/>
              <a:gd name="connsiteX1941" fmla="*/ 52530 w 12233785"/>
              <a:gd name="connsiteY1941" fmla="*/ 340982 h 949779"/>
              <a:gd name="connsiteX1942" fmla="*/ 43065 w 12233785"/>
              <a:gd name="connsiteY1942" fmla="*/ 339406 h 949779"/>
              <a:gd name="connsiteX1943" fmla="*/ 41425 w 12233785"/>
              <a:gd name="connsiteY1943" fmla="*/ 339514 h 949779"/>
              <a:gd name="connsiteX1944" fmla="*/ 8359 w 12233785"/>
              <a:gd name="connsiteY1944" fmla="*/ 348048 h 949779"/>
              <a:gd name="connsiteX1945" fmla="*/ 9495 w 12233785"/>
              <a:gd name="connsiteY1945" fmla="*/ 363622 h 949779"/>
              <a:gd name="connsiteX1946" fmla="*/ 60923 w 12233785"/>
              <a:gd name="connsiteY1946" fmla="*/ 374087 h 949779"/>
              <a:gd name="connsiteX1947" fmla="*/ 86100 w 12233785"/>
              <a:gd name="connsiteY1947" fmla="*/ 374902 h 949779"/>
              <a:gd name="connsiteX1948" fmla="*/ 99100 w 12233785"/>
              <a:gd name="connsiteY1948" fmla="*/ 373788 h 949779"/>
              <a:gd name="connsiteX1949" fmla="*/ 164852 w 12233785"/>
              <a:gd name="connsiteY1949" fmla="*/ 364601 h 949779"/>
              <a:gd name="connsiteX1950" fmla="*/ 212683 w 12233785"/>
              <a:gd name="connsiteY1950" fmla="*/ 357208 h 949779"/>
              <a:gd name="connsiteX1951" fmla="*/ 228016 w 12233785"/>
              <a:gd name="connsiteY1951" fmla="*/ 355061 h 949779"/>
              <a:gd name="connsiteX1952" fmla="*/ 258621 w 12233785"/>
              <a:gd name="connsiteY1952" fmla="*/ 371015 h 949779"/>
              <a:gd name="connsiteX1953" fmla="*/ 283231 w 12233785"/>
              <a:gd name="connsiteY1953" fmla="*/ 379251 h 949779"/>
              <a:gd name="connsiteX1954" fmla="*/ 293769 w 12233785"/>
              <a:gd name="connsiteY1954" fmla="*/ 378272 h 949779"/>
              <a:gd name="connsiteX1955" fmla="*/ 310805 w 12233785"/>
              <a:gd name="connsiteY1955" fmla="*/ 374684 h 949779"/>
              <a:gd name="connsiteX1956" fmla="*/ 397129 w 12233785"/>
              <a:gd name="connsiteY1956" fmla="*/ 374196 h 949779"/>
              <a:gd name="connsiteX1957" fmla="*/ 403034 w 12233785"/>
              <a:gd name="connsiteY1957" fmla="*/ 374229 h 949779"/>
              <a:gd name="connsiteX1958" fmla="*/ 418850 w 12233785"/>
              <a:gd name="connsiteY1958" fmla="*/ 376574 h 949779"/>
              <a:gd name="connsiteX1959" fmla="*/ 423331 w 12233785"/>
              <a:gd name="connsiteY1959" fmla="*/ 377064 h 949779"/>
              <a:gd name="connsiteX1960" fmla="*/ 440649 w 12233785"/>
              <a:gd name="connsiteY1960" fmla="*/ 374438 h 949779"/>
              <a:gd name="connsiteX1961" fmla="*/ 445844 w 12233785"/>
              <a:gd name="connsiteY1961" fmla="*/ 374467 h 949779"/>
              <a:gd name="connsiteX1962" fmla="*/ 486986 w 12233785"/>
              <a:gd name="connsiteY1962" fmla="*/ 381290 h 949779"/>
              <a:gd name="connsiteX1963" fmla="*/ 493549 w 12233785"/>
              <a:gd name="connsiteY1963" fmla="*/ 380881 h 949779"/>
              <a:gd name="connsiteX1964" fmla="*/ 509955 w 12233785"/>
              <a:gd name="connsiteY1964" fmla="*/ 393439 h 949779"/>
              <a:gd name="connsiteX1965" fmla="*/ 525646 w 12233785"/>
              <a:gd name="connsiteY1965" fmla="*/ 398527 h 949779"/>
              <a:gd name="connsiteX1966" fmla="*/ 512872 w 12233785"/>
              <a:gd name="connsiteY1966" fmla="*/ 402966 h 949779"/>
              <a:gd name="connsiteX1967" fmla="*/ 502272 w 12233785"/>
              <a:gd name="connsiteY1967" fmla="*/ 405901 h 949779"/>
              <a:gd name="connsiteX1968" fmla="*/ 486433 w 12233785"/>
              <a:gd name="connsiteY1968" fmla="*/ 403265 h 949779"/>
              <a:gd name="connsiteX1969" fmla="*/ 472235 w 12233785"/>
              <a:gd name="connsiteY1969" fmla="*/ 401879 h 949779"/>
              <a:gd name="connsiteX1970" fmla="*/ 455828 w 12233785"/>
              <a:gd name="connsiteY1970" fmla="*/ 408076 h 949779"/>
              <a:gd name="connsiteX1971" fmla="*/ 450591 w 12233785"/>
              <a:gd name="connsiteY1971" fmla="*/ 408891 h 949779"/>
              <a:gd name="connsiteX1972" fmla="*/ 447289 w 12233785"/>
              <a:gd name="connsiteY1972" fmla="*/ 413202 h 949779"/>
              <a:gd name="connsiteX1973" fmla="*/ 433721 w 12233785"/>
              <a:gd name="connsiteY1973" fmla="*/ 411908 h 949779"/>
              <a:gd name="connsiteX1974" fmla="*/ 442410 w 12233785"/>
              <a:gd name="connsiteY1974" fmla="*/ 399146 h 949779"/>
              <a:gd name="connsiteX1975" fmla="*/ 398345 w 12233785"/>
              <a:gd name="connsiteY1975" fmla="*/ 405635 h 949779"/>
              <a:gd name="connsiteX1976" fmla="*/ 393362 w 12233785"/>
              <a:gd name="connsiteY1976" fmla="*/ 414976 h 949779"/>
              <a:gd name="connsiteX1977" fmla="*/ 394279 w 12233785"/>
              <a:gd name="connsiteY1977" fmla="*/ 430639 h 949779"/>
              <a:gd name="connsiteX1978" fmla="*/ 340736 w 12233785"/>
              <a:gd name="connsiteY1978" fmla="*/ 433237 h 949779"/>
              <a:gd name="connsiteX1979" fmla="*/ 332523 w 12233785"/>
              <a:gd name="connsiteY1979" fmla="*/ 426581 h 949779"/>
              <a:gd name="connsiteX1980" fmla="*/ 311276 w 12233785"/>
              <a:gd name="connsiteY1980" fmla="*/ 433299 h 949779"/>
              <a:gd name="connsiteX1981" fmla="*/ 329066 w 12233785"/>
              <a:gd name="connsiteY1981" fmla="*/ 437518 h 949779"/>
              <a:gd name="connsiteX1982" fmla="*/ 339698 w 12233785"/>
              <a:gd name="connsiteY1982" fmla="*/ 445563 h 949779"/>
              <a:gd name="connsiteX1983" fmla="*/ 366886 w 12233785"/>
              <a:gd name="connsiteY1983" fmla="*/ 444347 h 949779"/>
              <a:gd name="connsiteX1984" fmla="*/ 368033 w 12233785"/>
              <a:gd name="connsiteY1984" fmla="*/ 445648 h 949779"/>
              <a:gd name="connsiteX1985" fmla="*/ 339944 w 12233785"/>
              <a:gd name="connsiteY1985" fmla="*/ 445749 h 949779"/>
              <a:gd name="connsiteX1986" fmla="*/ 339698 w 12233785"/>
              <a:gd name="connsiteY1986" fmla="*/ 445563 h 949779"/>
              <a:gd name="connsiteX1987" fmla="*/ 339223 w 12233785"/>
              <a:gd name="connsiteY1987" fmla="*/ 445584 h 949779"/>
              <a:gd name="connsiteX1988" fmla="*/ 339653 w 12233785"/>
              <a:gd name="connsiteY1988" fmla="*/ 445750 h 949779"/>
              <a:gd name="connsiteX1989" fmla="*/ 295487 w 12233785"/>
              <a:gd name="connsiteY1989" fmla="*/ 445910 h 949779"/>
              <a:gd name="connsiteX1990" fmla="*/ 293972 w 12233785"/>
              <a:gd name="connsiteY1990" fmla="*/ 445910 h 949779"/>
              <a:gd name="connsiteX1991" fmla="*/ 279080 w 12233785"/>
              <a:gd name="connsiteY1991" fmla="*/ 445611 h 949779"/>
              <a:gd name="connsiteX1992" fmla="*/ 263999 w 12233785"/>
              <a:gd name="connsiteY1992" fmla="*/ 445312 h 949779"/>
              <a:gd name="connsiteX1993" fmla="*/ 227400 w 12233785"/>
              <a:gd name="connsiteY1993" fmla="*/ 450883 h 949779"/>
              <a:gd name="connsiteX1994" fmla="*/ 222478 w 12233785"/>
              <a:gd name="connsiteY1994" fmla="*/ 451455 h 949779"/>
              <a:gd name="connsiteX1995" fmla="*/ 220207 w 12233785"/>
              <a:gd name="connsiteY1995" fmla="*/ 451427 h 949779"/>
              <a:gd name="connsiteX1996" fmla="*/ 217872 w 12233785"/>
              <a:gd name="connsiteY1996" fmla="*/ 451400 h 949779"/>
              <a:gd name="connsiteX1997" fmla="*/ 214843 w 12233785"/>
              <a:gd name="connsiteY1997" fmla="*/ 451509 h 949779"/>
              <a:gd name="connsiteX1998" fmla="*/ 201023 w 12233785"/>
              <a:gd name="connsiteY1998" fmla="*/ 452052 h 949779"/>
              <a:gd name="connsiteX1999" fmla="*/ 193451 w 12233785"/>
              <a:gd name="connsiteY1999" fmla="*/ 451998 h 949779"/>
              <a:gd name="connsiteX2000" fmla="*/ 185815 w 12233785"/>
              <a:gd name="connsiteY2000" fmla="*/ 451917 h 949779"/>
              <a:gd name="connsiteX2001" fmla="*/ 158493 w 12233785"/>
              <a:gd name="connsiteY2001" fmla="*/ 454961 h 949779"/>
              <a:gd name="connsiteX2002" fmla="*/ 132242 w 12233785"/>
              <a:gd name="connsiteY2002" fmla="*/ 457760 h 949779"/>
              <a:gd name="connsiteX2003" fmla="*/ 126563 w 12233785"/>
              <a:gd name="connsiteY2003" fmla="*/ 457733 h 949779"/>
              <a:gd name="connsiteX2004" fmla="*/ 120757 w 12233785"/>
              <a:gd name="connsiteY2004" fmla="*/ 457706 h 949779"/>
              <a:gd name="connsiteX2005" fmla="*/ 102648 w 12233785"/>
              <a:gd name="connsiteY2005" fmla="*/ 458739 h 949779"/>
              <a:gd name="connsiteX2006" fmla="*/ 97663 w 12233785"/>
              <a:gd name="connsiteY2006" fmla="*/ 460668 h 949779"/>
              <a:gd name="connsiteX2007" fmla="*/ 106308 w 12233785"/>
              <a:gd name="connsiteY2007" fmla="*/ 463930 h 949779"/>
              <a:gd name="connsiteX2008" fmla="*/ 113753 w 12233785"/>
              <a:gd name="connsiteY2008" fmla="*/ 464093 h 949779"/>
              <a:gd name="connsiteX2009" fmla="*/ 118802 w 12233785"/>
              <a:gd name="connsiteY2009" fmla="*/ 464066 h 949779"/>
              <a:gd name="connsiteX2010" fmla="*/ 123976 w 12233785"/>
              <a:gd name="connsiteY2010" fmla="*/ 464039 h 949779"/>
              <a:gd name="connsiteX2011" fmla="*/ 138111 w 12233785"/>
              <a:gd name="connsiteY2011" fmla="*/ 464936 h 949779"/>
              <a:gd name="connsiteX2012" fmla="*/ 155274 w 12233785"/>
              <a:gd name="connsiteY2012" fmla="*/ 467980 h 949779"/>
              <a:gd name="connsiteX2013" fmla="*/ 165244 w 12233785"/>
              <a:gd name="connsiteY2013" fmla="*/ 465479 h 949779"/>
              <a:gd name="connsiteX2014" fmla="*/ 204115 w 12233785"/>
              <a:gd name="connsiteY2014" fmla="*/ 474965 h 949779"/>
              <a:gd name="connsiteX2015" fmla="*/ 204746 w 12233785"/>
              <a:gd name="connsiteY2015" fmla="*/ 475019 h 949779"/>
              <a:gd name="connsiteX2016" fmla="*/ 214211 w 12233785"/>
              <a:gd name="connsiteY2016" fmla="*/ 472111 h 949779"/>
              <a:gd name="connsiteX2017" fmla="*/ 230934 w 12233785"/>
              <a:gd name="connsiteY2017" fmla="*/ 469991 h 949779"/>
              <a:gd name="connsiteX2018" fmla="*/ 237433 w 12233785"/>
              <a:gd name="connsiteY2018" fmla="*/ 470100 h 949779"/>
              <a:gd name="connsiteX2019" fmla="*/ 243932 w 12233785"/>
              <a:gd name="connsiteY2019" fmla="*/ 470209 h 949779"/>
              <a:gd name="connsiteX2020" fmla="*/ 259047 w 12233785"/>
              <a:gd name="connsiteY2020" fmla="*/ 467800 h 949779"/>
              <a:gd name="connsiteX2021" fmla="*/ 259267 w 12233785"/>
              <a:gd name="connsiteY2021" fmla="*/ 469963 h 949779"/>
              <a:gd name="connsiteX2022" fmla="*/ 270168 w 12233785"/>
              <a:gd name="connsiteY2022" fmla="*/ 473075 h 949779"/>
              <a:gd name="connsiteX2023" fmla="*/ 276037 w 12233785"/>
              <a:gd name="connsiteY2023" fmla="*/ 474054 h 949779"/>
              <a:gd name="connsiteX2024" fmla="*/ 280517 w 12233785"/>
              <a:gd name="connsiteY2024" fmla="*/ 476201 h 949779"/>
              <a:gd name="connsiteX2025" fmla="*/ 276920 w 12233785"/>
              <a:gd name="connsiteY2025" fmla="*/ 478022 h 949779"/>
              <a:gd name="connsiteX2026" fmla="*/ 226501 w 12233785"/>
              <a:gd name="connsiteY2026" fmla="*/ 479979 h 949779"/>
              <a:gd name="connsiteX2027" fmla="*/ 211799 w 12233785"/>
              <a:gd name="connsiteY2027" fmla="*/ 484056 h 949779"/>
              <a:gd name="connsiteX2028" fmla="*/ 205489 w 12233785"/>
              <a:gd name="connsiteY2028" fmla="*/ 482588 h 949779"/>
              <a:gd name="connsiteX2029" fmla="*/ 186558 w 12233785"/>
              <a:gd name="connsiteY2029" fmla="*/ 479571 h 949779"/>
              <a:gd name="connsiteX2030" fmla="*/ 180059 w 12233785"/>
              <a:gd name="connsiteY2030" fmla="*/ 479680 h 949779"/>
              <a:gd name="connsiteX2031" fmla="*/ 173560 w 12233785"/>
              <a:gd name="connsiteY2031" fmla="*/ 479788 h 949779"/>
              <a:gd name="connsiteX2032" fmla="*/ 156837 w 12233785"/>
              <a:gd name="connsiteY2032" fmla="*/ 477668 h 949779"/>
              <a:gd name="connsiteX2033" fmla="*/ 147372 w 12233785"/>
              <a:gd name="connsiteY2033" fmla="*/ 474760 h 949779"/>
              <a:gd name="connsiteX2034" fmla="*/ 146741 w 12233785"/>
              <a:gd name="connsiteY2034" fmla="*/ 474815 h 949779"/>
              <a:gd name="connsiteX2035" fmla="*/ 107870 w 12233785"/>
              <a:gd name="connsiteY2035" fmla="*/ 484300 h 949779"/>
              <a:gd name="connsiteX2036" fmla="*/ 97900 w 12233785"/>
              <a:gd name="connsiteY2036" fmla="*/ 481800 h 949779"/>
              <a:gd name="connsiteX2037" fmla="*/ 80737 w 12233785"/>
              <a:gd name="connsiteY2037" fmla="*/ 484844 h 949779"/>
              <a:gd name="connsiteX2038" fmla="*/ 66602 w 12233785"/>
              <a:gd name="connsiteY2038" fmla="*/ 485741 h 949779"/>
              <a:gd name="connsiteX2039" fmla="*/ 61428 w 12233785"/>
              <a:gd name="connsiteY2039" fmla="*/ 485713 h 949779"/>
              <a:gd name="connsiteX2040" fmla="*/ 56379 w 12233785"/>
              <a:gd name="connsiteY2040" fmla="*/ 485686 h 949779"/>
              <a:gd name="connsiteX2041" fmla="*/ 48934 w 12233785"/>
              <a:gd name="connsiteY2041" fmla="*/ 485850 h 949779"/>
              <a:gd name="connsiteX2042" fmla="*/ 40289 w 12233785"/>
              <a:gd name="connsiteY2042" fmla="*/ 489111 h 949779"/>
              <a:gd name="connsiteX2043" fmla="*/ 45274 w 12233785"/>
              <a:gd name="connsiteY2043" fmla="*/ 491041 h 949779"/>
              <a:gd name="connsiteX2044" fmla="*/ 63383 w 12233785"/>
              <a:gd name="connsiteY2044" fmla="*/ 492074 h 949779"/>
              <a:gd name="connsiteX2045" fmla="*/ 69189 w 12233785"/>
              <a:gd name="connsiteY2045" fmla="*/ 492047 h 949779"/>
              <a:gd name="connsiteX2046" fmla="*/ 74868 w 12233785"/>
              <a:gd name="connsiteY2046" fmla="*/ 492019 h 949779"/>
              <a:gd name="connsiteX2047" fmla="*/ 101119 w 12233785"/>
              <a:gd name="connsiteY2047" fmla="*/ 494819 h 949779"/>
              <a:gd name="connsiteX2048" fmla="*/ 128441 w 12233785"/>
              <a:gd name="connsiteY2048" fmla="*/ 497863 h 949779"/>
              <a:gd name="connsiteX2049" fmla="*/ 136077 w 12233785"/>
              <a:gd name="connsiteY2049" fmla="*/ 497781 h 949779"/>
              <a:gd name="connsiteX2050" fmla="*/ 143649 w 12233785"/>
              <a:gd name="connsiteY2050" fmla="*/ 497727 h 949779"/>
              <a:gd name="connsiteX2051" fmla="*/ 157469 w 12233785"/>
              <a:gd name="connsiteY2051" fmla="*/ 498271 h 949779"/>
              <a:gd name="connsiteX2052" fmla="*/ 160498 w 12233785"/>
              <a:gd name="connsiteY2052" fmla="*/ 498379 h 949779"/>
              <a:gd name="connsiteX2053" fmla="*/ 162833 w 12233785"/>
              <a:gd name="connsiteY2053" fmla="*/ 498352 h 949779"/>
              <a:gd name="connsiteX2054" fmla="*/ 165104 w 12233785"/>
              <a:gd name="connsiteY2054" fmla="*/ 498325 h 949779"/>
              <a:gd name="connsiteX2055" fmla="*/ 170026 w 12233785"/>
              <a:gd name="connsiteY2055" fmla="*/ 498896 h 949779"/>
              <a:gd name="connsiteX2056" fmla="*/ 206626 w 12233785"/>
              <a:gd name="connsiteY2056" fmla="*/ 504468 h 949779"/>
              <a:gd name="connsiteX2057" fmla="*/ 221706 w 12233785"/>
              <a:gd name="connsiteY2057" fmla="*/ 504169 h 949779"/>
              <a:gd name="connsiteX2058" fmla="*/ 236598 w 12233785"/>
              <a:gd name="connsiteY2058" fmla="*/ 503870 h 949779"/>
              <a:gd name="connsiteX2059" fmla="*/ 238113 w 12233785"/>
              <a:gd name="connsiteY2059" fmla="*/ 503870 h 949779"/>
              <a:gd name="connsiteX2060" fmla="*/ 376409 w 12233785"/>
              <a:gd name="connsiteY2060" fmla="*/ 504370 h 949779"/>
              <a:gd name="connsiteX2061" fmla="*/ 374721 w 12233785"/>
              <a:gd name="connsiteY2061" fmla="*/ 505340 h 949779"/>
              <a:gd name="connsiteX2062" fmla="*/ 408760 w 12233785"/>
              <a:gd name="connsiteY2062" fmla="*/ 506649 h 949779"/>
              <a:gd name="connsiteX2063" fmla="*/ 421923 w 12233785"/>
              <a:gd name="connsiteY2063" fmla="*/ 504535 h 949779"/>
              <a:gd name="connsiteX2064" fmla="*/ 444659 w 12233785"/>
              <a:gd name="connsiteY2064" fmla="*/ 504617 h 949779"/>
              <a:gd name="connsiteX2065" fmla="*/ 466086 w 12233785"/>
              <a:gd name="connsiteY2065" fmla="*/ 515758 h 949779"/>
              <a:gd name="connsiteX2066" fmla="*/ 465816 w 12233785"/>
              <a:gd name="connsiteY2066" fmla="*/ 516129 h 949779"/>
              <a:gd name="connsiteX2067" fmla="*/ 466173 w 12233785"/>
              <a:gd name="connsiteY2067" fmla="*/ 516125 h 949779"/>
              <a:gd name="connsiteX2068" fmla="*/ 462691 w 12233785"/>
              <a:gd name="connsiteY2068" fmla="*/ 521482 h 949779"/>
              <a:gd name="connsiteX2069" fmla="*/ 447422 w 12233785"/>
              <a:gd name="connsiteY2069" fmla="*/ 529011 h 949779"/>
              <a:gd name="connsiteX2070" fmla="*/ 395993 w 12233785"/>
              <a:gd name="connsiteY2070" fmla="*/ 529582 h 949779"/>
              <a:gd name="connsiteX2071" fmla="*/ 387159 w 12233785"/>
              <a:gd name="connsiteY2071" fmla="*/ 532979 h 949779"/>
              <a:gd name="connsiteX2072" fmla="*/ 393217 w 12233785"/>
              <a:gd name="connsiteY2072" fmla="*/ 540889 h 949779"/>
              <a:gd name="connsiteX2073" fmla="*/ 398455 w 12233785"/>
              <a:gd name="connsiteY2073" fmla="*/ 541704 h 949779"/>
              <a:gd name="connsiteX2074" fmla="*/ 414861 w 12233785"/>
              <a:gd name="connsiteY2074" fmla="*/ 547901 h 949779"/>
              <a:gd name="connsiteX2075" fmla="*/ 429059 w 12233785"/>
              <a:gd name="connsiteY2075" fmla="*/ 546515 h 949779"/>
              <a:gd name="connsiteX2076" fmla="*/ 444898 w 12233785"/>
              <a:gd name="connsiteY2076" fmla="*/ 543878 h 949779"/>
              <a:gd name="connsiteX2077" fmla="*/ 455498 w 12233785"/>
              <a:gd name="connsiteY2077" fmla="*/ 546814 h 949779"/>
              <a:gd name="connsiteX2078" fmla="*/ 475754 w 12233785"/>
              <a:gd name="connsiteY2078" fmla="*/ 553853 h 949779"/>
              <a:gd name="connsiteX2079" fmla="*/ 475754 w 12233785"/>
              <a:gd name="connsiteY2079" fmla="*/ 560050 h 949779"/>
              <a:gd name="connsiteX2080" fmla="*/ 455435 w 12233785"/>
              <a:gd name="connsiteY2080" fmla="*/ 567008 h 949779"/>
              <a:gd name="connsiteX2081" fmla="*/ 425722 w 12233785"/>
              <a:gd name="connsiteY2081" fmla="*/ 575421 h 949779"/>
              <a:gd name="connsiteX2082" fmla="*/ 382174 w 12233785"/>
              <a:gd name="connsiteY2082" fmla="*/ 575174 h 949779"/>
              <a:gd name="connsiteX2083" fmla="*/ 365957 w 12233785"/>
              <a:gd name="connsiteY2083" fmla="*/ 572716 h 949779"/>
              <a:gd name="connsiteX2084" fmla="*/ 361476 w 12233785"/>
              <a:gd name="connsiteY2084" fmla="*/ 573205 h 949779"/>
              <a:gd name="connsiteX2085" fmla="*/ 360144 w 12233785"/>
              <a:gd name="connsiteY2085" fmla="*/ 573403 h 949779"/>
              <a:gd name="connsiteX2086" fmla="*/ 351143 w 12233785"/>
              <a:gd name="connsiteY2086" fmla="*/ 571508 h 949779"/>
              <a:gd name="connsiteX2087" fmla="*/ 340605 w 12233785"/>
              <a:gd name="connsiteY2087" fmla="*/ 570529 h 949779"/>
              <a:gd name="connsiteX2088" fmla="*/ 315995 w 12233785"/>
              <a:gd name="connsiteY2088" fmla="*/ 578764 h 949779"/>
              <a:gd name="connsiteX2089" fmla="*/ 315401 w 12233785"/>
              <a:gd name="connsiteY2089" fmla="*/ 579285 h 949779"/>
              <a:gd name="connsiteX2090" fmla="*/ 301088 w 12233785"/>
              <a:gd name="connsiteY2090" fmla="*/ 580734 h 949779"/>
              <a:gd name="connsiteX2091" fmla="*/ 297365 w 12233785"/>
              <a:gd name="connsiteY2091" fmla="*/ 585898 h 949779"/>
              <a:gd name="connsiteX2092" fmla="*/ 303160 w 12233785"/>
              <a:gd name="connsiteY2092" fmla="*/ 590008 h 949779"/>
              <a:gd name="connsiteX2093" fmla="*/ 302421 w 12233785"/>
              <a:gd name="connsiteY2093" fmla="*/ 590655 h 949779"/>
              <a:gd name="connsiteX2094" fmla="*/ 285390 w 12233785"/>
              <a:gd name="connsiteY2094" fmla="*/ 594718 h 949779"/>
              <a:gd name="connsiteX2095" fmla="*/ 270057 w 12233785"/>
              <a:gd name="connsiteY2095" fmla="*/ 592572 h 949779"/>
              <a:gd name="connsiteX2096" fmla="*/ 222226 w 12233785"/>
              <a:gd name="connsiteY2096" fmla="*/ 585179 h 949779"/>
              <a:gd name="connsiteX2097" fmla="*/ 156474 w 12233785"/>
              <a:gd name="connsiteY2097" fmla="*/ 575992 h 949779"/>
              <a:gd name="connsiteX2098" fmla="*/ 143474 w 12233785"/>
              <a:gd name="connsiteY2098" fmla="*/ 574877 h 949779"/>
              <a:gd name="connsiteX2099" fmla="*/ 118297 w 12233785"/>
              <a:gd name="connsiteY2099" fmla="*/ 575693 h 949779"/>
              <a:gd name="connsiteX2100" fmla="*/ 66869 w 12233785"/>
              <a:gd name="connsiteY2100" fmla="*/ 586157 h 949779"/>
              <a:gd name="connsiteX2101" fmla="*/ 65733 w 12233785"/>
              <a:gd name="connsiteY2101" fmla="*/ 601731 h 949779"/>
              <a:gd name="connsiteX2102" fmla="*/ 98799 w 12233785"/>
              <a:gd name="connsiteY2102" fmla="*/ 610266 h 949779"/>
              <a:gd name="connsiteX2103" fmla="*/ 100439 w 12233785"/>
              <a:gd name="connsiteY2103" fmla="*/ 610374 h 949779"/>
              <a:gd name="connsiteX2104" fmla="*/ 109904 w 12233785"/>
              <a:gd name="connsiteY2104" fmla="*/ 608798 h 949779"/>
              <a:gd name="connsiteX2105" fmla="*/ 118675 w 12233785"/>
              <a:gd name="connsiteY2105" fmla="*/ 607221 h 949779"/>
              <a:gd name="connsiteX2106" fmla="*/ 120380 w 12233785"/>
              <a:gd name="connsiteY2106" fmla="*/ 607438 h 949779"/>
              <a:gd name="connsiteX2107" fmla="*/ 204115 w 12233785"/>
              <a:gd name="connsiteY2107" fmla="*/ 619425 h 949779"/>
              <a:gd name="connsiteX2108" fmla="*/ 202538 w 12233785"/>
              <a:gd name="connsiteY2108" fmla="*/ 626763 h 949779"/>
              <a:gd name="connsiteX2109" fmla="*/ 209542 w 12233785"/>
              <a:gd name="connsiteY2109" fmla="*/ 631411 h 949779"/>
              <a:gd name="connsiteX2110" fmla="*/ 213454 w 12233785"/>
              <a:gd name="connsiteY2110" fmla="*/ 630977 h 949779"/>
              <a:gd name="connsiteX2111" fmla="*/ 231312 w 12233785"/>
              <a:gd name="connsiteY2111" fmla="*/ 627470 h 949779"/>
              <a:gd name="connsiteX2112" fmla="*/ 244122 w 12233785"/>
              <a:gd name="connsiteY2112" fmla="*/ 631438 h 949779"/>
              <a:gd name="connsiteX2113" fmla="*/ 270498 w 12233785"/>
              <a:gd name="connsiteY2113" fmla="*/ 639076 h 949779"/>
              <a:gd name="connsiteX2114" fmla="*/ 267469 w 12233785"/>
              <a:gd name="connsiteY2114" fmla="*/ 643153 h 949779"/>
              <a:gd name="connsiteX2115" fmla="*/ 248791 w 12233785"/>
              <a:gd name="connsiteY2115" fmla="*/ 653264 h 949779"/>
              <a:gd name="connsiteX2116" fmla="*/ 249734 w 12233785"/>
              <a:gd name="connsiteY2116" fmla="*/ 665400 h 949779"/>
              <a:gd name="connsiteX2117" fmla="*/ 245307 w 12233785"/>
              <a:gd name="connsiteY2117" fmla="*/ 665317 h 949779"/>
              <a:gd name="connsiteX2118" fmla="*/ 188010 w 12233785"/>
              <a:gd name="connsiteY2118" fmla="*/ 671976 h 949779"/>
              <a:gd name="connsiteX2119" fmla="*/ 181321 w 12233785"/>
              <a:gd name="connsiteY2119" fmla="*/ 679722 h 949779"/>
              <a:gd name="connsiteX2120" fmla="*/ 189777 w 12233785"/>
              <a:gd name="connsiteY2120" fmla="*/ 683310 h 949779"/>
              <a:gd name="connsiteX2121" fmla="*/ 191481 w 12233785"/>
              <a:gd name="connsiteY2121" fmla="*/ 683310 h 949779"/>
              <a:gd name="connsiteX2122" fmla="*/ 225177 w 12233785"/>
              <a:gd name="connsiteY2122" fmla="*/ 688719 h 949779"/>
              <a:gd name="connsiteX2123" fmla="*/ 230540 w 12233785"/>
              <a:gd name="connsiteY2123" fmla="*/ 689588 h 949779"/>
              <a:gd name="connsiteX2124" fmla="*/ 241520 w 12233785"/>
              <a:gd name="connsiteY2124" fmla="*/ 687876 h 949779"/>
              <a:gd name="connsiteX2125" fmla="*/ 253005 w 12233785"/>
              <a:gd name="connsiteY2125" fmla="*/ 686164 h 949779"/>
              <a:gd name="connsiteX2126" fmla="*/ 263858 w 12233785"/>
              <a:gd name="connsiteY2126" fmla="*/ 689398 h 949779"/>
              <a:gd name="connsiteX2127" fmla="*/ 329863 w 12233785"/>
              <a:gd name="connsiteY2127" fmla="*/ 681923 h 949779"/>
              <a:gd name="connsiteX2128" fmla="*/ 383562 w 12233785"/>
              <a:gd name="connsiteY2128" fmla="*/ 677167 h 949779"/>
              <a:gd name="connsiteX2129" fmla="*/ 442751 w 12233785"/>
              <a:gd name="connsiteY2129" fmla="*/ 678907 h 949779"/>
              <a:gd name="connsiteX2130" fmla="*/ 449946 w 12233785"/>
              <a:gd name="connsiteY2130" fmla="*/ 686517 h 949779"/>
              <a:gd name="connsiteX2131" fmla="*/ 445402 w 12233785"/>
              <a:gd name="connsiteY2131" fmla="*/ 694861 h 949779"/>
              <a:gd name="connsiteX2132" fmla="*/ 399969 w 12233785"/>
              <a:gd name="connsiteY2132" fmla="*/ 699835 h 949779"/>
              <a:gd name="connsiteX2133" fmla="*/ 393659 w 12233785"/>
              <a:gd name="connsiteY2133" fmla="*/ 698177 h 949779"/>
              <a:gd name="connsiteX2134" fmla="*/ 385140 w 12233785"/>
              <a:gd name="connsiteY2134" fmla="*/ 699454 h 949779"/>
              <a:gd name="connsiteX2135" fmla="*/ 376621 w 12233785"/>
              <a:gd name="connsiteY2135" fmla="*/ 700732 h 949779"/>
              <a:gd name="connsiteX2136" fmla="*/ 368859 w 12233785"/>
              <a:gd name="connsiteY2136" fmla="*/ 697987 h 949779"/>
              <a:gd name="connsiteX2137" fmla="*/ 328538 w 12233785"/>
              <a:gd name="connsiteY2137" fmla="*/ 703695 h 949779"/>
              <a:gd name="connsiteX2138" fmla="*/ 323995 w 12233785"/>
              <a:gd name="connsiteY2138" fmla="*/ 705679 h 949779"/>
              <a:gd name="connsiteX2139" fmla="*/ 328853 w 12233785"/>
              <a:gd name="connsiteY2139" fmla="*/ 707663 h 949779"/>
              <a:gd name="connsiteX2140" fmla="*/ 341031 w 12233785"/>
              <a:gd name="connsiteY2140" fmla="*/ 708832 h 949779"/>
              <a:gd name="connsiteX2141" fmla="*/ 351948 w 12233785"/>
              <a:gd name="connsiteY2141" fmla="*/ 716986 h 949779"/>
              <a:gd name="connsiteX2142" fmla="*/ 362928 w 12233785"/>
              <a:gd name="connsiteY2142" fmla="*/ 720763 h 949779"/>
              <a:gd name="connsiteX2143" fmla="*/ 496072 w 12233785"/>
              <a:gd name="connsiteY2143" fmla="*/ 720957 h 949779"/>
              <a:gd name="connsiteX2144" fmla="*/ 490237 w 12233785"/>
              <a:gd name="connsiteY2144" fmla="*/ 725065 h 949779"/>
              <a:gd name="connsiteX2145" fmla="*/ 495423 w 12233785"/>
              <a:gd name="connsiteY2145" fmla="*/ 731944 h 949779"/>
              <a:gd name="connsiteX2146" fmla="*/ 469813 w 12233785"/>
              <a:gd name="connsiteY2146" fmla="*/ 734146 h 949779"/>
              <a:gd name="connsiteX2147" fmla="*/ 554640 w 12233785"/>
              <a:gd name="connsiteY2147" fmla="*/ 747162 h 949779"/>
              <a:gd name="connsiteX2148" fmla="*/ 494127 w 12233785"/>
              <a:gd name="connsiteY2148" fmla="*/ 764705 h 949779"/>
              <a:gd name="connsiteX2149" fmla="*/ 494537 w 12233785"/>
              <a:gd name="connsiteY2149" fmla="*/ 764961 h 949779"/>
              <a:gd name="connsiteX2150" fmla="*/ 494776 w 12233785"/>
              <a:gd name="connsiteY2150" fmla="*/ 764729 h 949779"/>
              <a:gd name="connsiteX2151" fmla="*/ 495316 w 12233785"/>
              <a:gd name="connsiteY2151" fmla="*/ 765447 h 949779"/>
              <a:gd name="connsiteX2152" fmla="*/ 494537 w 12233785"/>
              <a:gd name="connsiteY2152" fmla="*/ 764961 h 949779"/>
              <a:gd name="connsiteX2153" fmla="*/ 486914 w 12233785"/>
              <a:gd name="connsiteY2153" fmla="*/ 772348 h 949779"/>
              <a:gd name="connsiteX2154" fmla="*/ 500836 w 12233785"/>
              <a:gd name="connsiteY2154" fmla="*/ 779213 h 949779"/>
              <a:gd name="connsiteX2155" fmla="*/ 500826 w 12233785"/>
              <a:gd name="connsiteY2155" fmla="*/ 779180 h 949779"/>
              <a:gd name="connsiteX2156" fmla="*/ 502679 w 12233785"/>
              <a:gd name="connsiteY2156" fmla="*/ 778832 h 949779"/>
              <a:gd name="connsiteX2157" fmla="*/ 510768 w 12233785"/>
              <a:gd name="connsiteY2157" fmla="*/ 774528 h 949779"/>
              <a:gd name="connsiteX2158" fmla="*/ 513740 w 12233785"/>
              <a:gd name="connsiteY2158" fmla="*/ 776756 h 949779"/>
              <a:gd name="connsiteX2159" fmla="*/ 502679 w 12233785"/>
              <a:gd name="connsiteY2159" fmla="*/ 778832 h 949779"/>
              <a:gd name="connsiteX2160" fmla="*/ 501422 w 12233785"/>
              <a:gd name="connsiteY2160" fmla="*/ 779501 h 949779"/>
              <a:gd name="connsiteX2161" fmla="*/ 500836 w 12233785"/>
              <a:gd name="connsiteY2161" fmla="*/ 779213 h 949779"/>
              <a:gd name="connsiteX2162" fmla="*/ 503149 w 12233785"/>
              <a:gd name="connsiteY2162" fmla="*/ 786724 h 949779"/>
              <a:gd name="connsiteX2163" fmla="*/ 480187 w 12233785"/>
              <a:gd name="connsiteY2163" fmla="*/ 794398 h 949779"/>
              <a:gd name="connsiteX2164" fmla="*/ 563934 w 12233785"/>
              <a:gd name="connsiteY2164" fmla="*/ 810209 h 949779"/>
              <a:gd name="connsiteX2165" fmla="*/ 506715 w 12233785"/>
              <a:gd name="connsiteY2165" fmla="*/ 820354 h 949779"/>
              <a:gd name="connsiteX2166" fmla="*/ 524113 w 12233785"/>
              <a:gd name="connsiteY2166" fmla="*/ 827233 h 949779"/>
              <a:gd name="connsiteX2167" fmla="*/ 683610 w 12233785"/>
              <a:gd name="connsiteY2167" fmla="*/ 838169 h 949779"/>
              <a:gd name="connsiteX2168" fmla="*/ 677180 w 12233785"/>
              <a:gd name="connsiteY2168" fmla="*/ 845271 h 949779"/>
              <a:gd name="connsiteX2169" fmla="*/ 753632 w 12233785"/>
              <a:gd name="connsiteY2169" fmla="*/ 838961 h 949779"/>
              <a:gd name="connsiteX2170" fmla="*/ 797005 w 12233785"/>
              <a:gd name="connsiteY2170" fmla="*/ 841646 h 949779"/>
              <a:gd name="connsiteX2171" fmla="*/ 856776 w 12233785"/>
              <a:gd name="connsiteY2171" fmla="*/ 841632 h 949779"/>
              <a:gd name="connsiteX2172" fmla="*/ 857772 w 12233785"/>
              <a:gd name="connsiteY2172" fmla="*/ 845926 h 949779"/>
              <a:gd name="connsiteX2173" fmla="*/ 875125 w 12233785"/>
              <a:gd name="connsiteY2173" fmla="*/ 851172 h 949779"/>
              <a:gd name="connsiteX2174" fmla="*/ 884779 w 12233785"/>
              <a:gd name="connsiteY2174" fmla="*/ 849296 h 949779"/>
              <a:gd name="connsiteX2175" fmla="*/ 906612 w 12233785"/>
              <a:gd name="connsiteY2175" fmla="*/ 844485 h 949779"/>
              <a:gd name="connsiteX2176" fmla="*/ 913933 w 12233785"/>
              <a:gd name="connsiteY2176" fmla="*/ 845437 h 949779"/>
              <a:gd name="connsiteX2177" fmla="*/ 981263 w 12233785"/>
              <a:gd name="connsiteY2177" fmla="*/ 851443 h 949779"/>
              <a:gd name="connsiteX2178" fmla="*/ 988077 w 12233785"/>
              <a:gd name="connsiteY2178" fmla="*/ 854950 h 949779"/>
              <a:gd name="connsiteX2179" fmla="*/ 983218 w 12233785"/>
              <a:gd name="connsiteY2179" fmla="*/ 856879 h 949779"/>
              <a:gd name="connsiteX2180" fmla="*/ 932989 w 12233785"/>
              <a:gd name="connsiteY2180" fmla="*/ 858564 h 949779"/>
              <a:gd name="connsiteX2181" fmla="*/ 928572 w 12233785"/>
              <a:gd name="connsiteY2181" fmla="*/ 860467 h 949779"/>
              <a:gd name="connsiteX2182" fmla="*/ 933683 w 12233785"/>
              <a:gd name="connsiteY2182" fmla="*/ 862288 h 949779"/>
              <a:gd name="connsiteX2183" fmla="*/ 972617 w 12233785"/>
              <a:gd name="connsiteY2183" fmla="*/ 863674 h 949779"/>
              <a:gd name="connsiteX2184" fmla="*/ 1007702 w 12233785"/>
              <a:gd name="connsiteY2184" fmla="*/ 859190 h 949779"/>
              <a:gd name="connsiteX2185" fmla="*/ 1017545 w 12233785"/>
              <a:gd name="connsiteY2185" fmla="*/ 860657 h 949779"/>
              <a:gd name="connsiteX2186" fmla="*/ 1030229 w 12233785"/>
              <a:gd name="connsiteY2186" fmla="*/ 863267 h 949779"/>
              <a:gd name="connsiteX2187" fmla="*/ 1045816 w 12233785"/>
              <a:gd name="connsiteY2187" fmla="*/ 859869 h 949779"/>
              <a:gd name="connsiteX2188" fmla="*/ 1056479 w 12233785"/>
              <a:gd name="connsiteY2188" fmla="*/ 857776 h 949779"/>
              <a:gd name="connsiteX2189" fmla="*/ 1066260 w 12233785"/>
              <a:gd name="connsiteY2189" fmla="*/ 861554 h 949779"/>
              <a:gd name="connsiteX2190" fmla="*/ 1075410 w 12233785"/>
              <a:gd name="connsiteY2190" fmla="*/ 867344 h 949779"/>
              <a:gd name="connsiteX2191" fmla="*/ 1086957 w 12233785"/>
              <a:gd name="connsiteY2191" fmla="*/ 865522 h 949779"/>
              <a:gd name="connsiteX2192" fmla="*/ 1101661 w 12233785"/>
              <a:gd name="connsiteY2192" fmla="*/ 863212 h 949779"/>
              <a:gd name="connsiteX2193" fmla="*/ 1120464 w 12233785"/>
              <a:gd name="connsiteY2193" fmla="*/ 871584 h 949779"/>
              <a:gd name="connsiteX2194" fmla="*/ 1127090 w 12233785"/>
              <a:gd name="connsiteY2194" fmla="*/ 873812 h 949779"/>
              <a:gd name="connsiteX2195" fmla="*/ 1134663 w 12233785"/>
              <a:gd name="connsiteY2195" fmla="*/ 871746 h 949779"/>
              <a:gd name="connsiteX2196" fmla="*/ 1153530 w 12233785"/>
              <a:gd name="connsiteY2196" fmla="*/ 865495 h 949779"/>
              <a:gd name="connsiteX2197" fmla="*/ 1165394 w 12233785"/>
              <a:gd name="connsiteY2197" fmla="*/ 868430 h 949779"/>
              <a:gd name="connsiteX2198" fmla="*/ 1177382 w 12233785"/>
              <a:gd name="connsiteY2198" fmla="*/ 868621 h 949779"/>
              <a:gd name="connsiteX2199" fmla="*/ 1217326 w 12233785"/>
              <a:gd name="connsiteY2199" fmla="*/ 863293 h 949779"/>
              <a:gd name="connsiteX2200" fmla="*/ 1243829 w 12233785"/>
              <a:gd name="connsiteY2200" fmla="*/ 864272 h 949779"/>
              <a:gd name="connsiteX2201" fmla="*/ 1270394 w 12233785"/>
              <a:gd name="connsiteY2201" fmla="*/ 865251 h 949779"/>
              <a:gd name="connsiteX2202" fmla="*/ 1285223 w 12233785"/>
              <a:gd name="connsiteY2202" fmla="*/ 868702 h 949779"/>
              <a:gd name="connsiteX2203" fmla="*/ 1309897 w 12233785"/>
              <a:gd name="connsiteY2203" fmla="*/ 863810 h 949779"/>
              <a:gd name="connsiteX2204" fmla="*/ 1316018 w 12233785"/>
              <a:gd name="connsiteY2204" fmla="*/ 863130 h 949779"/>
              <a:gd name="connsiteX2205" fmla="*/ 1339491 w 12233785"/>
              <a:gd name="connsiteY2205" fmla="*/ 870714 h 949779"/>
              <a:gd name="connsiteX2206" fmla="*/ 1360378 w 12233785"/>
              <a:gd name="connsiteY2206" fmla="*/ 881531 h 949779"/>
              <a:gd name="connsiteX2207" fmla="*/ 1414961 w 12233785"/>
              <a:gd name="connsiteY2207" fmla="*/ 887484 h 949779"/>
              <a:gd name="connsiteX2208" fmla="*/ 1416160 w 12233785"/>
              <a:gd name="connsiteY2208" fmla="*/ 887646 h 949779"/>
              <a:gd name="connsiteX2209" fmla="*/ 1431620 w 12233785"/>
              <a:gd name="connsiteY2209" fmla="*/ 884494 h 949779"/>
              <a:gd name="connsiteX2210" fmla="*/ 1454778 w 12233785"/>
              <a:gd name="connsiteY2210" fmla="*/ 881858 h 949779"/>
              <a:gd name="connsiteX2211" fmla="*/ 1466010 w 12233785"/>
              <a:gd name="connsiteY2211" fmla="*/ 876068 h 949779"/>
              <a:gd name="connsiteX2212" fmla="*/ 1488348 w 12233785"/>
              <a:gd name="connsiteY2212" fmla="*/ 875524 h 949779"/>
              <a:gd name="connsiteX2213" fmla="*/ 1562745 w 12233785"/>
              <a:gd name="connsiteY2213" fmla="*/ 886342 h 949779"/>
              <a:gd name="connsiteX2214" fmla="*/ 1571894 w 12233785"/>
              <a:gd name="connsiteY2214" fmla="*/ 888082 h 949779"/>
              <a:gd name="connsiteX2215" fmla="*/ 1584768 w 12233785"/>
              <a:gd name="connsiteY2215" fmla="*/ 880824 h 949779"/>
              <a:gd name="connsiteX2216" fmla="*/ 1595306 w 12233785"/>
              <a:gd name="connsiteY2216" fmla="*/ 876340 h 949779"/>
              <a:gd name="connsiteX2217" fmla="*/ 1598965 w 12233785"/>
              <a:gd name="connsiteY2217" fmla="*/ 876612 h 949779"/>
              <a:gd name="connsiteX2218" fmla="*/ 1627677 w 12233785"/>
              <a:gd name="connsiteY2218" fmla="*/ 882483 h 949779"/>
              <a:gd name="connsiteX2219" fmla="*/ 1629759 w 12233785"/>
              <a:gd name="connsiteY2219" fmla="*/ 886804 h 949779"/>
              <a:gd name="connsiteX2220" fmla="*/ 1607358 w 12233785"/>
              <a:gd name="connsiteY2220" fmla="*/ 892077 h 949779"/>
              <a:gd name="connsiteX2221" fmla="*/ 1585462 w 12233785"/>
              <a:gd name="connsiteY2221" fmla="*/ 897485 h 949779"/>
              <a:gd name="connsiteX2222" fmla="*/ 1602878 w 12233785"/>
              <a:gd name="connsiteY2222" fmla="*/ 900530 h 949779"/>
              <a:gd name="connsiteX2223" fmla="*/ 1604266 w 12233785"/>
              <a:gd name="connsiteY2223" fmla="*/ 900530 h 949779"/>
              <a:gd name="connsiteX2224" fmla="*/ 1605654 w 12233785"/>
              <a:gd name="connsiteY2224" fmla="*/ 900530 h 949779"/>
              <a:gd name="connsiteX2225" fmla="*/ 1608872 w 12233785"/>
              <a:gd name="connsiteY2225" fmla="*/ 900557 h 949779"/>
              <a:gd name="connsiteX2226" fmla="*/ 1622755 w 12233785"/>
              <a:gd name="connsiteY2226" fmla="*/ 905613 h 949779"/>
              <a:gd name="connsiteX2227" fmla="*/ 1637962 w 12233785"/>
              <a:gd name="connsiteY2227" fmla="*/ 912706 h 949779"/>
              <a:gd name="connsiteX2228" fmla="*/ 1647049 w 12233785"/>
              <a:gd name="connsiteY2228" fmla="*/ 907569 h 949779"/>
              <a:gd name="connsiteX2229" fmla="*/ 1707373 w 12233785"/>
              <a:gd name="connsiteY2229" fmla="*/ 888408 h 949779"/>
              <a:gd name="connsiteX2230" fmla="*/ 1709141 w 12233785"/>
              <a:gd name="connsiteY2230" fmla="*/ 888299 h 949779"/>
              <a:gd name="connsiteX2231" fmla="*/ 1724097 w 12233785"/>
              <a:gd name="connsiteY2231" fmla="*/ 891642 h 949779"/>
              <a:gd name="connsiteX2232" fmla="*/ 1713684 w 12233785"/>
              <a:gd name="connsiteY2232" fmla="*/ 900665 h 949779"/>
              <a:gd name="connsiteX2233" fmla="*/ 1702515 w 12233785"/>
              <a:gd name="connsiteY2233" fmla="*/ 903302 h 949779"/>
              <a:gd name="connsiteX2234" fmla="*/ 1704346 w 12233785"/>
              <a:gd name="connsiteY2234" fmla="*/ 911266 h 949779"/>
              <a:gd name="connsiteX2235" fmla="*/ 1761137 w 12233785"/>
              <a:gd name="connsiteY2235" fmla="*/ 919012 h 949779"/>
              <a:gd name="connsiteX2236" fmla="*/ 1783096 w 12233785"/>
              <a:gd name="connsiteY2236" fmla="*/ 917735 h 949779"/>
              <a:gd name="connsiteX2237" fmla="*/ 1789090 w 12233785"/>
              <a:gd name="connsiteY2237" fmla="*/ 913059 h 949779"/>
              <a:gd name="connsiteX2238" fmla="*/ 1784295 w 12233785"/>
              <a:gd name="connsiteY2238" fmla="*/ 908113 h 949779"/>
              <a:gd name="connsiteX2239" fmla="*/ 1752871 w 12233785"/>
              <a:gd name="connsiteY2239" fmla="*/ 906563 h 949779"/>
              <a:gd name="connsiteX2240" fmla="*/ 1739934 w 12233785"/>
              <a:gd name="connsiteY2240" fmla="*/ 901644 h 949779"/>
              <a:gd name="connsiteX2241" fmla="*/ 1747317 w 12233785"/>
              <a:gd name="connsiteY2241" fmla="*/ 893789 h 949779"/>
              <a:gd name="connsiteX2242" fmla="*/ 1803794 w 12233785"/>
              <a:gd name="connsiteY2242" fmla="*/ 882020 h 949779"/>
              <a:gd name="connsiteX2243" fmla="*/ 1812880 w 12233785"/>
              <a:gd name="connsiteY2243" fmla="*/ 881939 h 949779"/>
              <a:gd name="connsiteX2244" fmla="*/ 1815972 w 12233785"/>
              <a:gd name="connsiteY2244" fmla="*/ 881939 h 949779"/>
              <a:gd name="connsiteX2245" fmla="*/ 1818749 w 12233785"/>
              <a:gd name="connsiteY2245" fmla="*/ 881939 h 949779"/>
              <a:gd name="connsiteX2246" fmla="*/ 1864688 w 12233785"/>
              <a:gd name="connsiteY2246" fmla="*/ 876394 h 949779"/>
              <a:gd name="connsiteX2247" fmla="*/ 1866201 w 12233785"/>
              <a:gd name="connsiteY2247" fmla="*/ 876204 h 949779"/>
              <a:gd name="connsiteX2248" fmla="*/ 1876171 w 12233785"/>
              <a:gd name="connsiteY2248" fmla="*/ 877590 h 949779"/>
              <a:gd name="connsiteX2249" fmla="*/ 1872701 w 12233785"/>
              <a:gd name="connsiteY2249" fmla="*/ 882564 h 949779"/>
              <a:gd name="connsiteX2250" fmla="*/ 1849101 w 12233785"/>
              <a:gd name="connsiteY2250" fmla="*/ 895257 h 949779"/>
              <a:gd name="connsiteX2251" fmla="*/ 1834587 w 12233785"/>
              <a:gd name="connsiteY2251" fmla="*/ 900991 h 949779"/>
              <a:gd name="connsiteX2252" fmla="*/ 1831243 w 12233785"/>
              <a:gd name="connsiteY2252" fmla="*/ 903465 h 949779"/>
              <a:gd name="connsiteX2253" fmla="*/ 1840140 w 12233785"/>
              <a:gd name="connsiteY2253" fmla="*/ 906672 h 949779"/>
              <a:gd name="connsiteX2254" fmla="*/ 1847334 w 12233785"/>
              <a:gd name="connsiteY2254" fmla="*/ 907325 h 949779"/>
              <a:gd name="connsiteX2255" fmla="*/ 1879832 w 12233785"/>
              <a:gd name="connsiteY2255" fmla="*/ 900883 h 949779"/>
              <a:gd name="connsiteX2256" fmla="*/ 1895670 w 12233785"/>
              <a:gd name="connsiteY2256" fmla="*/ 912516 h 949779"/>
              <a:gd name="connsiteX2257" fmla="*/ 1898131 w 12233785"/>
              <a:gd name="connsiteY2257" fmla="*/ 912462 h 949779"/>
              <a:gd name="connsiteX2258" fmla="*/ 1904504 w 12233785"/>
              <a:gd name="connsiteY2258" fmla="*/ 912271 h 949779"/>
              <a:gd name="connsiteX2259" fmla="*/ 1910498 w 12233785"/>
              <a:gd name="connsiteY2259" fmla="*/ 913005 h 949779"/>
              <a:gd name="connsiteX2260" fmla="*/ 1925455 w 12233785"/>
              <a:gd name="connsiteY2260" fmla="*/ 916892 h 949779"/>
              <a:gd name="connsiteX2261" fmla="*/ 1940724 w 12233785"/>
              <a:gd name="connsiteY2261" fmla="*/ 911810 h 949779"/>
              <a:gd name="connsiteX2262" fmla="*/ 1950758 w 12233785"/>
              <a:gd name="connsiteY2262" fmla="*/ 908602 h 949779"/>
              <a:gd name="connsiteX2263" fmla="*/ 1961044 w 12233785"/>
              <a:gd name="connsiteY2263" fmla="*/ 911021 h 949779"/>
              <a:gd name="connsiteX2264" fmla="*/ 1968742 w 12233785"/>
              <a:gd name="connsiteY2264" fmla="*/ 912597 h 949779"/>
              <a:gd name="connsiteX2265" fmla="*/ 1983507 w 12233785"/>
              <a:gd name="connsiteY2265" fmla="*/ 909690 h 949779"/>
              <a:gd name="connsiteX2266" fmla="*/ 2010011 w 12233785"/>
              <a:gd name="connsiteY2266" fmla="*/ 906292 h 949779"/>
              <a:gd name="connsiteX2267" fmla="*/ 2036702 w 12233785"/>
              <a:gd name="connsiteY2267" fmla="*/ 910205 h 949779"/>
              <a:gd name="connsiteX2268" fmla="*/ 2068190 w 12233785"/>
              <a:gd name="connsiteY2268" fmla="*/ 916267 h 949779"/>
              <a:gd name="connsiteX2269" fmla="*/ 2086174 w 12233785"/>
              <a:gd name="connsiteY2269" fmla="*/ 913412 h 949779"/>
              <a:gd name="connsiteX2270" fmla="*/ 2087499 w 12233785"/>
              <a:gd name="connsiteY2270" fmla="*/ 913250 h 949779"/>
              <a:gd name="connsiteX2271" fmla="*/ 2097217 w 12233785"/>
              <a:gd name="connsiteY2271" fmla="*/ 915261 h 949779"/>
              <a:gd name="connsiteX2272" fmla="*/ 2124855 w 12233785"/>
              <a:gd name="connsiteY2272" fmla="*/ 919610 h 949779"/>
              <a:gd name="connsiteX2273" fmla="*/ 2150601 w 12233785"/>
              <a:gd name="connsiteY2273" fmla="*/ 915968 h 949779"/>
              <a:gd name="connsiteX2274" fmla="*/ 2179186 w 12233785"/>
              <a:gd name="connsiteY2274" fmla="*/ 912815 h 949779"/>
              <a:gd name="connsiteX2275" fmla="*/ 2189976 w 12233785"/>
              <a:gd name="connsiteY2275" fmla="*/ 912951 h 949779"/>
              <a:gd name="connsiteX2276" fmla="*/ 2200766 w 12233785"/>
              <a:gd name="connsiteY2276" fmla="*/ 913086 h 949779"/>
              <a:gd name="connsiteX2277" fmla="*/ 2234842 w 12233785"/>
              <a:gd name="connsiteY2277" fmla="*/ 907759 h 949779"/>
              <a:gd name="connsiteX2278" fmla="*/ 2254088 w 12233785"/>
              <a:gd name="connsiteY2278" fmla="*/ 918794 h 949779"/>
              <a:gd name="connsiteX2279" fmla="*/ 2266266 w 12233785"/>
              <a:gd name="connsiteY2279" fmla="*/ 919230 h 949779"/>
              <a:gd name="connsiteX2280" fmla="*/ 2272009 w 12233785"/>
              <a:gd name="connsiteY2280" fmla="*/ 919283 h 949779"/>
              <a:gd name="connsiteX2281" fmla="*/ 2304128 w 12233785"/>
              <a:gd name="connsiteY2281" fmla="*/ 919039 h 949779"/>
              <a:gd name="connsiteX2282" fmla="*/ 2307661 w 12233785"/>
              <a:gd name="connsiteY2282" fmla="*/ 919039 h 949779"/>
              <a:gd name="connsiteX2283" fmla="*/ 2323058 w 12233785"/>
              <a:gd name="connsiteY2283" fmla="*/ 919691 h 949779"/>
              <a:gd name="connsiteX2284" fmla="*/ 2326402 w 12233785"/>
              <a:gd name="connsiteY2284" fmla="*/ 923932 h 949779"/>
              <a:gd name="connsiteX2285" fmla="*/ 2332587 w 12233785"/>
              <a:gd name="connsiteY2285" fmla="*/ 931053 h 949779"/>
              <a:gd name="connsiteX2286" fmla="*/ 2335552 w 12233785"/>
              <a:gd name="connsiteY2286" fmla="*/ 931107 h 949779"/>
              <a:gd name="connsiteX2287" fmla="*/ 2379471 w 12233785"/>
              <a:gd name="connsiteY2287" fmla="*/ 923143 h 949779"/>
              <a:gd name="connsiteX2288" fmla="*/ 2372908 w 12233785"/>
              <a:gd name="connsiteY2288" fmla="*/ 915615 h 949779"/>
              <a:gd name="connsiteX2289" fmla="*/ 2387864 w 12233785"/>
              <a:gd name="connsiteY2289" fmla="*/ 912760 h 949779"/>
              <a:gd name="connsiteX2290" fmla="*/ 2406164 w 12233785"/>
              <a:gd name="connsiteY2290" fmla="*/ 915914 h 949779"/>
              <a:gd name="connsiteX2291" fmla="*/ 2408056 w 12233785"/>
              <a:gd name="connsiteY2291" fmla="*/ 917299 h 949779"/>
              <a:gd name="connsiteX2292" fmla="*/ 2407425 w 12233785"/>
              <a:gd name="connsiteY2292" fmla="*/ 917109 h 949779"/>
              <a:gd name="connsiteX2293" fmla="*/ 2405974 w 12233785"/>
              <a:gd name="connsiteY2293" fmla="*/ 916919 h 949779"/>
              <a:gd name="connsiteX2294" fmla="*/ 2402503 w 12233785"/>
              <a:gd name="connsiteY2294" fmla="*/ 918468 h 949779"/>
              <a:gd name="connsiteX2295" fmla="*/ 2405721 w 12233785"/>
              <a:gd name="connsiteY2295" fmla="*/ 924774 h 949779"/>
              <a:gd name="connsiteX2296" fmla="*/ 2420046 w 12233785"/>
              <a:gd name="connsiteY2296" fmla="*/ 925100 h 949779"/>
              <a:gd name="connsiteX2297" fmla="*/ 2431214 w 12233785"/>
              <a:gd name="connsiteY2297" fmla="*/ 925018 h 949779"/>
              <a:gd name="connsiteX2298" fmla="*/ 2442257 w 12233785"/>
              <a:gd name="connsiteY2298" fmla="*/ 924937 h 949779"/>
              <a:gd name="connsiteX2299" fmla="*/ 2444088 w 12233785"/>
              <a:gd name="connsiteY2299" fmla="*/ 924937 h 949779"/>
              <a:gd name="connsiteX2300" fmla="*/ 2476142 w 12233785"/>
              <a:gd name="connsiteY2300" fmla="*/ 925372 h 949779"/>
              <a:gd name="connsiteX2301" fmla="*/ 2482705 w 12233785"/>
              <a:gd name="connsiteY2301" fmla="*/ 925481 h 949779"/>
              <a:gd name="connsiteX2302" fmla="*/ 2486239 w 12233785"/>
              <a:gd name="connsiteY2302" fmla="*/ 925481 h 949779"/>
              <a:gd name="connsiteX2303" fmla="*/ 2489773 w 12233785"/>
              <a:gd name="connsiteY2303" fmla="*/ 925481 h 949779"/>
              <a:gd name="connsiteX2304" fmla="*/ 2512931 w 12233785"/>
              <a:gd name="connsiteY2304" fmla="*/ 928416 h 949779"/>
              <a:gd name="connsiteX2305" fmla="*/ 2518989 w 12233785"/>
              <a:gd name="connsiteY2305" fmla="*/ 929422 h 949779"/>
              <a:gd name="connsiteX2306" fmla="*/ 2530410 w 12233785"/>
              <a:gd name="connsiteY2306" fmla="*/ 927166 h 949779"/>
              <a:gd name="connsiteX2307" fmla="*/ 2542400 w 12233785"/>
              <a:gd name="connsiteY2307" fmla="*/ 924910 h 949779"/>
              <a:gd name="connsiteX2308" fmla="*/ 2546753 w 12233785"/>
              <a:gd name="connsiteY2308" fmla="*/ 925317 h 949779"/>
              <a:gd name="connsiteX2309" fmla="*/ 2553064 w 12233785"/>
              <a:gd name="connsiteY2309" fmla="*/ 925616 h 949779"/>
              <a:gd name="connsiteX2310" fmla="*/ 2562466 w 12233785"/>
              <a:gd name="connsiteY2310" fmla="*/ 932547 h 949779"/>
              <a:gd name="connsiteX2311" fmla="*/ 2573319 w 12233785"/>
              <a:gd name="connsiteY2311" fmla="*/ 943963 h 949779"/>
              <a:gd name="connsiteX2312" fmla="*/ 2575086 w 12233785"/>
              <a:gd name="connsiteY2312" fmla="*/ 943963 h 949779"/>
              <a:gd name="connsiteX2313" fmla="*/ 2602346 w 12233785"/>
              <a:gd name="connsiteY2313" fmla="*/ 943175 h 949779"/>
              <a:gd name="connsiteX2314" fmla="*/ 2619005 w 12233785"/>
              <a:gd name="connsiteY2314" fmla="*/ 944941 h 949779"/>
              <a:gd name="connsiteX2315" fmla="*/ 2657813 w 12233785"/>
              <a:gd name="connsiteY2315" fmla="*/ 949453 h 949779"/>
              <a:gd name="connsiteX2316" fmla="*/ 2666017 w 12233785"/>
              <a:gd name="connsiteY2316" fmla="*/ 949399 h 949779"/>
              <a:gd name="connsiteX2317" fmla="*/ 2674156 w 12233785"/>
              <a:gd name="connsiteY2317" fmla="*/ 949345 h 949779"/>
              <a:gd name="connsiteX2318" fmla="*/ 2680845 w 12233785"/>
              <a:gd name="connsiteY2318" fmla="*/ 949426 h 949779"/>
              <a:gd name="connsiteX2319" fmla="*/ 2690184 w 12233785"/>
              <a:gd name="connsiteY2319" fmla="*/ 949535 h 949779"/>
              <a:gd name="connsiteX2320" fmla="*/ 2689490 w 12233785"/>
              <a:gd name="connsiteY2320" fmla="*/ 949779 h 949779"/>
              <a:gd name="connsiteX2321" fmla="*/ 2710881 w 12233785"/>
              <a:gd name="connsiteY2321" fmla="*/ 947931 h 949779"/>
              <a:gd name="connsiteX2322" fmla="*/ 2716876 w 12233785"/>
              <a:gd name="connsiteY2322" fmla="*/ 933798 h 949779"/>
              <a:gd name="connsiteX2323" fmla="*/ 2728865 w 12233785"/>
              <a:gd name="connsiteY2323" fmla="*/ 923388 h 949779"/>
              <a:gd name="connsiteX2324" fmla="*/ 2738708 w 12233785"/>
              <a:gd name="connsiteY2324" fmla="*/ 921621 h 949779"/>
              <a:gd name="connsiteX2325" fmla="*/ 2742054 w 12233785"/>
              <a:gd name="connsiteY2325" fmla="*/ 924040 h 949779"/>
              <a:gd name="connsiteX2326" fmla="*/ 2742684 w 12233785"/>
              <a:gd name="connsiteY2326" fmla="*/ 930183 h 949779"/>
              <a:gd name="connsiteX2327" fmla="*/ 2752024 w 12233785"/>
              <a:gd name="connsiteY2327" fmla="*/ 943256 h 949779"/>
              <a:gd name="connsiteX2328" fmla="*/ 2774298 w 12233785"/>
              <a:gd name="connsiteY2328" fmla="*/ 939016 h 949779"/>
              <a:gd name="connsiteX2329" fmla="*/ 2806733 w 12233785"/>
              <a:gd name="connsiteY2329" fmla="*/ 931569 h 949779"/>
              <a:gd name="connsiteX2330" fmla="*/ 2808247 w 12233785"/>
              <a:gd name="connsiteY2330" fmla="*/ 928987 h 949779"/>
              <a:gd name="connsiteX2331" fmla="*/ 2826106 w 12233785"/>
              <a:gd name="connsiteY2331" fmla="*/ 921513 h 949779"/>
              <a:gd name="connsiteX2332" fmla="*/ 2840808 w 12233785"/>
              <a:gd name="connsiteY2332" fmla="*/ 926568 h 949779"/>
              <a:gd name="connsiteX2333" fmla="*/ 2863398 w 12233785"/>
              <a:gd name="connsiteY2333" fmla="*/ 931705 h 949779"/>
              <a:gd name="connsiteX2334" fmla="*/ 2880941 w 12233785"/>
              <a:gd name="connsiteY2334" fmla="*/ 929666 h 949779"/>
              <a:gd name="connsiteX2335" fmla="*/ 2903152 w 12233785"/>
              <a:gd name="connsiteY2335" fmla="*/ 924366 h 949779"/>
              <a:gd name="connsiteX2336" fmla="*/ 2935902 w 12233785"/>
              <a:gd name="connsiteY2336" fmla="*/ 911972 h 949779"/>
              <a:gd name="connsiteX2337" fmla="*/ 2941203 w 12233785"/>
              <a:gd name="connsiteY2337" fmla="*/ 912136 h 949779"/>
              <a:gd name="connsiteX2338" fmla="*/ 2941328 w 12233785"/>
              <a:gd name="connsiteY2338" fmla="*/ 912136 h 949779"/>
              <a:gd name="connsiteX2339" fmla="*/ 2948271 w 12233785"/>
              <a:gd name="connsiteY2339" fmla="*/ 907759 h 949779"/>
              <a:gd name="connsiteX2340" fmla="*/ 2955275 w 12233785"/>
              <a:gd name="connsiteY2340" fmla="*/ 902269 h 949779"/>
              <a:gd name="connsiteX2341" fmla="*/ 2957674 w 12233785"/>
              <a:gd name="connsiteY2341" fmla="*/ 902950 h 949779"/>
              <a:gd name="connsiteX2342" fmla="*/ 2956978 w 12233785"/>
              <a:gd name="connsiteY2342" fmla="*/ 903465 h 949779"/>
              <a:gd name="connsiteX2343" fmla="*/ 2965875 w 12233785"/>
              <a:gd name="connsiteY2343" fmla="*/ 906672 h 949779"/>
              <a:gd name="connsiteX2344" fmla="*/ 2971887 w 12233785"/>
              <a:gd name="connsiteY2344" fmla="*/ 907217 h 949779"/>
              <a:gd name="connsiteX2345" fmla="*/ 2988466 w 12233785"/>
              <a:gd name="connsiteY2345" fmla="*/ 912380 h 949779"/>
              <a:gd name="connsiteX2346" fmla="*/ 3005882 w 12233785"/>
              <a:gd name="connsiteY2346" fmla="*/ 908412 h 949779"/>
              <a:gd name="connsiteX2347" fmla="*/ 3007318 w 12233785"/>
              <a:gd name="connsiteY2347" fmla="*/ 908217 h 949779"/>
              <a:gd name="connsiteX2348" fmla="*/ 3007452 w 12233785"/>
              <a:gd name="connsiteY2348" fmla="*/ 908779 h 949779"/>
              <a:gd name="connsiteX2349" fmla="*/ 3021406 w 12233785"/>
              <a:gd name="connsiteY2349" fmla="*/ 912516 h 949779"/>
              <a:gd name="connsiteX2350" fmla="*/ 3023866 w 12233785"/>
              <a:gd name="connsiteY2350" fmla="*/ 912462 h 949779"/>
              <a:gd name="connsiteX2351" fmla="*/ 3030239 w 12233785"/>
              <a:gd name="connsiteY2351" fmla="*/ 912271 h 949779"/>
              <a:gd name="connsiteX2352" fmla="*/ 3036233 w 12233785"/>
              <a:gd name="connsiteY2352" fmla="*/ 913005 h 949779"/>
              <a:gd name="connsiteX2353" fmla="*/ 3051190 w 12233785"/>
              <a:gd name="connsiteY2353" fmla="*/ 916892 h 949779"/>
              <a:gd name="connsiteX2354" fmla="*/ 3066459 w 12233785"/>
              <a:gd name="connsiteY2354" fmla="*/ 911810 h 949779"/>
              <a:gd name="connsiteX2355" fmla="*/ 3076492 w 12233785"/>
              <a:gd name="connsiteY2355" fmla="*/ 908602 h 949779"/>
              <a:gd name="connsiteX2356" fmla="*/ 3086779 w 12233785"/>
              <a:gd name="connsiteY2356" fmla="*/ 911021 h 949779"/>
              <a:gd name="connsiteX2357" fmla="*/ 3094477 w 12233785"/>
              <a:gd name="connsiteY2357" fmla="*/ 912597 h 949779"/>
              <a:gd name="connsiteX2358" fmla="*/ 3109242 w 12233785"/>
              <a:gd name="connsiteY2358" fmla="*/ 909690 h 949779"/>
              <a:gd name="connsiteX2359" fmla="*/ 3135746 w 12233785"/>
              <a:gd name="connsiteY2359" fmla="*/ 906292 h 949779"/>
              <a:gd name="connsiteX2360" fmla="*/ 3162437 w 12233785"/>
              <a:gd name="connsiteY2360" fmla="*/ 910205 h 949779"/>
              <a:gd name="connsiteX2361" fmla="*/ 3193925 w 12233785"/>
              <a:gd name="connsiteY2361" fmla="*/ 916267 h 949779"/>
              <a:gd name="connsiteX2362" fmla="*/ 3211909 w 12233785"/>
              <a:gd name="connsiteY2362" fmla="*/ 913412 h 949779"/>
              <a:gd name="connsiteX2363" fmla="*/ 3213234 w 12233785"/>
              <a:gd name="connsiteY2363" fmla="*/ 913250 h 949779"/>
              <a:gd name="connsiteX2364" fmla="*/ 3222952 w 12233785"/>
              <a:gd name="connsiteY2364" fmla="*/ 915261 h 949779"/>
              <a:gd name="connsiteX2365" fmla="*/ 3250590 w 12233785"/>
              <a:gd name="connsiteY2365" fmla="*/ 919610 h 949779"/>
              <a:gd name="connsiteX2366" fmla="*/ 3276336 w 12233785"/>
              <a:gd name="connsiteY2366" fmla="*/ 915968 h 949779"/>
              <a:gd name="connsiteX2367" fmla="*/ 3304921 w 12233785"/>
              <a:gd name="connsiteY2367" fmla="*/ 912815 h 949779"/>
              <a:gd name="connsiteX2368" fmla="*/ 3315712 w 12233785"/>
              <a:gd name="connsiteY2368" fmla="*/ 912951 h 949779"/>
              <a:gd name="connsiteX2369" fmla="*/ 3326502 w 12233785"/>
              <a:gd name="connsiteY2369" fmla="*/ 913086 h 949779"/>
              <a:gd name="connsiteX2370" fmla="*/ 3360576 w 12233785"/>
              <a:gd name="connsiteY2370" fmla="*/ 907759 h 949779"/>
              <a:gd name="connsiteX2371" fmla="*/ 3379823 w 12233785"/>
              <a:gd name="connsiteY2371" fmla="*/ 918794 h 949779"/>
              <a:gd name="connsiteX2372" fmla="*/ 3392001 w 12233785"/>
              <a:gd name="connsiteY2372" fmla="*/ 919230 h 949779"/>
              <a:gd name="connsiteX2373" fmla="*/ 3397744 w 12233785"/>
              <a:gd name="connsiteY2373" fmla="*/ 919283 h 949779"/>
              <a:gd name="connsiteX2374" fmla="*/ 3400855 w 12233785"/>
              <a:gd name="connsiteY2374" fmla="*/ 919259 h 949779"/>
              <a:gd name="connsiteX2375" fmla="*/ 3400710 w 12233785"/>
              <a:gd name="connsiteY2375" fmla="*/ 919637 h 949779"/>
              <a:gd name="connsiteX2376" fmla="*/ 3406515 w 12233785"/>
              <a:gd name="connsiteY2376" fmla="*/ 924312 h 949779"/>
              <a:gd name="connsiteX2377" fmla="*/ 3410365 w 12233785"/>
              <a:gd name="connsiteY2377" fmla="*/ 921866 h 949779"/>
              <a:gd name="connsiteX2378" fmla="*/ 3413661 w 12233785"/>
              <a:gd name="connsiteY2378" fmla="*/ 919162 h 949779"/>
              <a:gd name="connsiteX2379" fmla="*/ 3429863 w 12233785"/>
              <a:gd name="connsiteY2379" fmla="*/ 919039 h 949779"/>
              <a:gd name="connsiteX2380" fmla="*/ 3433396 w 12233785"/>
              <a:gd name="connsiteY2380" fmla="*/ 919039 h 949779"/>
              <a:gd name="connsiteX2381" fmla="*/ 3448793 w 12233785"/>
              <a:gd name="connsiteY2381" fmla="*/ 919691 h 949779"/>
              <a:gd name="connsiteX2382" fmla="*/ 3452137 w 12233785"/>
              <a:gd name="connsiteY2382" fmla="*/ 923932 h 949779"/>
              <a:gd name="connsiteX2383" fmla="*/ 3458322 w 12233785"/>
              <a:gd name="connsiteY2383" fmla="*/ 931053 h 949779"/>
              <a:gd name="connsiteX2384" fmla="*/ 3461287 w 12233785"/>
              <a:gd name="connsiteY2384" fmla="*/ 931107 h 949779"/>
              <a:gd name="connsiteX2385" fmla="*/ 3505206 w 12233785"/>
              <a:gd name="connsiteY2385" fmla="*/ 923143 h 949779"/>
              <a:gd name="connsiteX2386" fmla="*/ 3498644 w 12233785"/>
              <a:gd name="connsiteY2386" fmla="*/ 915615 h 949779"/>
              <a:gd name="connsiteX2387" fmla="*/ 3513599 w 12233785"/>
              <a:gd name="connsiteY2387" fmla="*/ 912760 h 949779"/>
              <a:gd name="connsiteX2388" fmla="*/ 3531898 w 12233785"/>
              <a:gd name="connsiteY2388" fmla="*/ 915914 h 949779"/>
              <a:gd name="connsiteX2389" fmla="*/ 3533791 w 12233785"/>
              <a:gd name="connsiteY2389" fmla="*/ 917299 h 949779"/>
              <a:gd name="connsiteX2390" fmla="*/ 3533160 w 12233785"/>
              <a:gd name="connsiteY2390" fmla="*/ 917109 h 949779"/>
              <a:gd name="connsiteX2391" fmla="*/ 3531709 w 12233785"/>
              <a:gd name="connsiteY2391" fmla="*/ 916919 h 949779"/>
              <a:gd name="connsiteX2392" fmla="*/ 3528238 w 12233785"/>
              <a:gd name="connsiteY2392" fmla="*/ 918468 h 949779"/>
              <a:gd name="connsiteX2393" fmla="*/ 3531456 w 12233785"/>
              <a:gd name="connsiteY2393" fmla="*/ 924774 h 949779"/>
              <a:gd name="connsiteX2394" fmla="*/ 3545780 w 12233785"/>
              <a:gd name="connsiteY2394" fmla="*/ 925100 h 949779"/>
              <a:gd name="connsiteX2395" fmla="*/ 3556949 w 12233785"/>
              <a:gd name="connsiteY2395" fmla="*/ 925018 h 949779"/>
              <a:gd name="connsiteX2396" fmla="*/ 3567992 w 12233785"/>
              <a:gd name="connsiteY2396" fmla="*/ 924937 h 949779"/>
              <a:gd name="connsiteX2397" fmla="*/ 3569822 w 12233785"/>
              <a:gd name="connsiteY2397" fmla="*/ 924937 h 949779"/>
              <a:gd name="connsiteX2398" fmla="*/ 3601878 w 12233785"/>
              <a:gd name="connsiteY2398" fmla="*/ 925372 h 949779"/>
              <a:gd name="connsiteX2399" fmla="*/ 3608440 w 12233785"/>
              <a:gd name="connsiteY2399" fmla="*/ 925481 h 949779"/>
              <a:gd name="connsiteX2400" fmla="*/ 3611974 w 12233785"/>
              <a:gd name="connsiteY2400" fmla="*/ 925481 h 949779"/>
              <a:gd name="connsiteX2401" fmla="*/ 3615508 w 12233785"/>
              <a:gd name="connsiteY2401" fmla="*/ 925481 h 949779"/>
              <a:gd name="connsiteX2402" fmla="*/ 3638666 w 12233785"/>
              <a:gd name="connsiteY2402" fmla="*/ 928416 h 949779"/>
              <a:gd name="connsiteX2403" fmla="*/ 3644724 w 12233785"/>
              <a:gd name="connsiteY2403" fmla="*/ 929422 h 949779"/>
              <a:gd name="connsiteX2404" fmla="*/ 3656146 w 12233785"/>
              <a:gd name="connsiteY2404" fmla="*/ 927166 h 949779"/>
              <a:gd name="connsiteX2405" fmla="*/ 3668135 w 12233785"/>
              <a:gd name="connsiteY2405" fmla="*/ 924910 h 949779"/>
              <a:gd name="connsiteX2406" fmla="*/ 3672488 w 12233785"/>
              <a:gd name="connsiteY2406" fmla="*/ 925317 h 949779"/>
              <a:gd name="connsiteX2407" fmla="*/ 3678799 w 12233785"/>
              <a:gd name="connsiteY2407" fmla="*/ 925616 h 949779"/>
              <a:gd name="connsiteX2408" fmla="*/ 3688200 w 12233785"/>
              <a:gd name="connsiteY2408" fmla="*/ 932547 h 949779"/>
              <a:gd name="connsiteX2409" fmla="*/ 3699054 w 12233785"/>
              <a:gd name="connsiteY2409" fmla="*/ 943963 h 949779"/>
              <a:gd name="connsiteX2410" fmla="*/ 3700821 w 12233785"/>
              <a:gd name="connsiteY2410" fmla="*/ 943963 h 949779"/>
              <a:gd name="connsiteX2411" fmla="*/ 3728081 w 12233785"/>
              <a:gd name="connsiteY2411" fmla="*/ 943175 h 949779"/>
              <a:gd name="connsiteX2412" fmla="*/ 3744740 w 12233785"/>
              <a:gd name="connsiteY2412" fmla="*/ 944941 h 949779"/>
              <a:gd name="connsiteX2413" fmla="*/ 3783548 w 12233785"/>
              <a:gd name="connsiteY2413" fmla="*/ 949453 h 949779"/>
              <a:gd name="connsiteX2414" fmla="*/ 3791752 w 12233785"/>
              <a:gd name="connsiteY2414" fmla="*/ 949399 h 949779"/>
              <a:gd name="connsiteX2415" fmla="*/ 3799892 w 12233785"/>
              <a:gd name="connsiteY2415" fmla="*/ 949345 h 949779"/>
              <a:gd name="connsiteX2416" fmla="*/ 3806580 w 12233785"/>
              <a:gd name="connsiteY2416" fmla="*/ 949426 h 949779"/>
              <a:gd name="connsiteX2417" fmla="*/ 3815919 w 12233785"/>
              <a:gd name="connsiteY2417" fmla="*/ 949535 h 949779"/>
              <a:gd name="connsiteX2418" fmla="*/ 3815226 w 12233785"/>
              <a:gd name="connsiteY2418" fmla="*/ 949779 h 949779"/>
              <a:gd name="connsiteX2419" fmla="*/ 3836616 w 12233785"/>
              <a:gd name="connsiteY2419" fmla="*/ 947931 h 949779"/>
              <a:gd name="connsiteX2420" fmla="*/ 3842611 w 12233785"/>
              <a:gd name="connsiteY2420" fmla="*/ 933798 h 949779"/>
              <a:gd name="connsiteX2421" fmla="*/ 3854600 w 12233785"/>
              <a:gd name="connsiteY2421" fmla="*/ 923388 h 949779"/>
              <a:gd name="connsiteX2422" fmla="*/ 3864444 w 12233785"/>
              <a:gd name="connsiteY2422" fmla="*/ 921621 h 949779"/>
              <a:gd name="connsiteX2423" fmla="*/ 3867789 w 12233785"/>
              <a:gd name="connsiteY2423" fmla="*/ 924040 h 949779"/>
              <a:gd name="connsiteX2424" fmla="*/ 3868419 w 12233785"/>
              <a:gd name="connsiteY2424" fmla="*/ 930183 h 949779"/>
              <a:gd name="connsiteX2425" fmla="*/ 3877759 w 12233785"/>
              <a:gd name="connsiteY2425" fmla="*/ 943256 h 949779"/>
              <a:gd name="connsiteX2426" fmla="*/ 3900034 w 12233785"/>
              <a:gd name="connsiteY2426" fmla="*/ 939016 h 949779"/>
              <a:gd name="connsiteX2427" fmla="*/ 3932468 w 12233785"/>
              <a:gd name="connsiteY2427" fmla="*/ 931569 h 949779"/>
              <a:gd name="connsiteX2428" fmla="*/ 3933982 w 12233785"/>
              <a:gd name="connsiteY2428" fmla="*/ 928987 h 949779"/>
              <a:gd name="connsiteX2429" fmla="*/ 3951841 w 12233785"/>
              <a:gd name="connsiteY2429" fmla="*/ 921513 h 949779"/>
              <a:gd name="connsiteX2430" fmla="*/ 3966543 w 12233785"/>
              <a:gd name="connsiteY2430" fmla="*/ 926568 h 949779"/>
              <a:gd name="connsiteX2431" fmla="*/ 3989134 w 12233785"/>
              <a:gd name="connsiteY2431" fmla="*/ 931705 h 949779"/>
              <a:gd name="connsiteX2432" fmla="*/ 4006676 w 12233785"/>
              <a:gd name="connsiteY2432" fmla="*/ 929666 h 949779"/>
              <a:gd name="connsiteX2433" fmla="*/ 4028888 w 12233785"/>
              <a:gd name="connsiteY2433" fmla="*/ 924366 h 949779"/>
              <a:gd name="connsiteX2434" fmla="*/ 4061638 w 12233785"/>
              <a:gd name="connsiteY2434" fmla="*/ 911972 h 949779"/>
              <a:gd name="connsiteX2435" fmla="*/ 4066938 w 12233785"/>
              <a:gd name="connsiteY2435" fmla="*/ 912136 h 949779"/>
              <a:gd name="connsiteX2436" fmla="*/ 4067064 w 12233785"/>
              <a:gd name="connsiteY2436" fmla="*/ 912136 h 949779"/>
              <a:gd name="connsiteX2437" fmla="*/ 4074006 w 12233785"/>
              <a:gd name="connsiteY2437" fmla="*/ 907759 h 949779"/>
              <a:gd name="connsiteX2438" fmla="*/ 4079416 w 12233785"/>
              <a:gd name="connsiteY2438" fmla="*/ 903519 h 949779"/>
              <a:gd name="connsiteX2439" fmla="*/ 4082231 w 12233785"/>
              <a:gd name="connsiteY2439" fmla="*/ 902616 h 949779"/>
              <a:gd name="connsiteX2440" fmla="*/ 4089150 w 12233785"/>
              <a:gd name="connsiteY2440" fmla="*/ 904579 h 949779"/>
              <a:gd name="connsiteX2441" fmla="*/ 4114201 w 12233785"/>
              <a:gd name="connsiteY2441" fmla="*/ 912380 h 949779"/>
              <a:gd name="connsiteX2442" fmla="*/ 4131617 w 12233785"/>
              <a:gd name="connsiteY2442" fmla="*/ 908412 h 949779"/>
              <a:gd name="connsiteX2443" fmla="*/ 4148024 w 12233785"/>
              <a:gd name="connsiteY2443" fmla="*/ 906183 h 949779"/>
              <a:gd name="connsiteX2444" fmla="*/ 4155280 w 12233785"/>
              <a:gd name="connsiteY2444" fmla="*/ 907107 h 949779"/>
              <a:gd name="connsiteX2445" fmla="*/ 4171750 w 12233785"/>
              <a:gd name="connsiteY2445" fmla="*/ 911347 h 949779"/>
              <a:gd name="connsiteX2446" fmla="*/ 4193709 w 12233785"/>
              <a:gd name="connsiteY2446" fmla="*/ 906591 h 949779"/>
              <a:gd name="connsiteX2447" fmla="*/ 4223718 w 12233785"/>
              <a:gd name="connsiteY2447" fmla="*/ 901785 h 949779"/>
              <a:gd name="connsiteX2448" fmla="*/ 4239900 w 12233785"/>
              <a:gd name="connsiteY2448" fmla="*/ 904362 h 949779"/>
              <a:gd name="connsiteX2449" fmla="*/ 4259306 w 12233785"/>
              <a:gd name="connsiteY2449" fmla="*/ 902262 h 949779"/>
              <a:gd name="connsiteX2450" fmla="*/ 4260219 w 12233785"/>
              <a:gd name="connsiteY2450" fmla="*/ 902351 h 949779"/>
              <a:gd name="connsiteX2451" fmla="*/ 4273540 w 12233785"/>
              <a:gd name="connsiteY2451" fmla="*/ 903300 h 949779"/>
              <a:gd name="connsiteX2452" fmla="*/ 4284893 w 12233785"/>
              <a:gd name="connsiteY2452" fmla="*/ 906102 h 949779"/>
              <a:gd name="connsiteX2453" fmla="*/ 4296440 w 12233785"/>
              <a:gd name="connsiteY2453" fmla="*/ 905096 h 949779"/>
              <a:gd name="connsiteX2454" fmla="*/ 4297140 w 12233785"/>
              <a:gd name="connsiteY2454" fmla="*/ 904982 h 949779"/>
              <a:gd name="connsiteX2455" fmla="*/ 4321995 w 12233785"/>
              <a:gd name="connsiteY2455" fmla="*/ 906754 h 949779"/>
              <a:gd name="connsiteX2456" fmla="*/ 4338780 w 12233785"/>
              <a:gd name="connsiteY2456" fmla="*/ 906889 h 949779"/>
              <a:gd name="connsiteX2457" fmla="*/ 4345910 w 12233785"/>
              <a:gd name="connsiteY2457" fmla="*/ 906889 h 949779"/>
              <a:gd name="connsiteX2458" fmla="*/ 4352852 w 12233785"/>
              <a:gd name="connsiteY2458" fmla="*/ 906889 h 949779"/>
              <a:gd name="connsiteX2459" fmla="*/ 4373360 w 12233785"/>
              <a:gd name="connsiteY2459" fmla="*/ 907107 h 949779"/>
              <a:gd name="connsiteX2460" fmla="*/ 4384339 w 12233785"/>
              <a:gd name="connsiteY2460" fmla="*/ 912760 h 949779"/>
              <a:gd name="connsiteX2461" fmla="*/ 4408760 w 12233785"/>
              <a:gd name="connsiteY2461" fmla="*/ 913739 h 949779"/>
              <a:gd name="connsiteX2462" fmla="*/ 4421128 w 12233785"/>
              <a:gd name="connsiteY2462" fmla="*/ 912462 h 949779"/>
              <a:gd name="connsiteX2463" fmla="*/ 4494895 w 12233785"/>
              <a:gd name="connsiteY2463" fmla="*/ 906563 h 949779"/>
              <a:gd name="connsiteX2464" fmla="*/ 4517989 w 12233785"/>
              <a:gd name="connsiteY2464" fmla="*/ 902351 h 949779"/>
              <a:gd name="connsiteX2465" fmla="*/ 4527392 w 12233785"/>
              <a:gd name="connsiteY2465" fmla="*/ 901236 h 949779"/>
              <a:gd name="connsiteX2466" fmla="*/ 4535279 w 12233785"/>
              <a:gd name="connsiteY2466" fmla="*/ 903112 h 949779"/>
              <a:gd name="connsiteX2467" fmla="*/ 4530926 w 12233785"/>
              <a:gd name="connsiteY2467" fmla="*/ 907950 h 949779"/>
              <a:gd name="connsiteX2468" fmla="*/ 4526445 w 12233785"/>
              <a:gd name="connsiteY2468" fmla="*/ 919637 h 949779"/>
              <a:gd name="connsiteX2469" fmla="*/ 4532250 w 12233785"/>
              <a:gd name="connsiteY2469" fmla="*/ 924312 h 949779"/>
              <a:gd name="connsiteX2470" fmla="*/ 4536100 w 12233785"/>
              <a:gd name="connsiteY2470" fmla="*/ 921866 h 949779"/>
              <a:gd name="connsiteX2471" fmla="*/ 4575601 w 12233785"/>
              <a:gd name="connsiteY2471" fmla="*/ 906944 h 949779"/>
              <a:gd name="connsiteX2472" fmla="*/ 4583741 w 12233785"/>
              <a:gd name="connsiteY2472" fmla="*/ 907135 h 949779"/>
              <a:gd name="connsiteX2473" fmla="*/ 4620467 w 12233785"/>
              <a:gd name="connsiteY2473" fmla="*/ 911021 h 949779"/>
              <a:gd name="connsiteX2474" fmla="*/ 4629112 w 12233785"/>
              <a:gd name="connsiteY2474" fmla="*/ 912054 h 949779"/>
              <a:gd name="connsiteX2475" fmla="*/ 4637757 w 12233785"/>
              <a:gd name="connsiteY2475" fmla="*/ 911102 h 949779"/>
              <a:gd name="connsiteX2476" fmla="*/ 4662367 w 12233785"/>
              <a:gd name="connsiteY2476" fmla="*/ 906672 h 949779"/>
              <a:gd name="connsiteX2477" fmla="*/ 4673282 w 12233785"/>
              <a:gd name="connsiteY2477" fmla="*/ 908521 h 949779"/>
              <a:gd name="connsiteX2478" fmla="*/ 4683317 w 12233785"/>
              <a:gd name="connsiteY2478" fmla="*/ 910614 h 949779"/>
              <a:gd name="connsiteX2479" fmla="*/ 4693790 w 12233785"/>
              <a:gd name="connsiteY2479" fmla="*/ 908847 h 949779"/>
              <a:gd name="connsiteX2480" fmla="*/ 4703003 w 12233785"/>
              <a:gd name="connsiteY2480" fmla="*/ 907080 h 949779"/>
              <a:gd name="connsiteX2481" fmla="*/ 4705969 w 12233785"/>
              <a:gd name="connsiteY2481" fmla="*/ 907406 h 949779"/>
              <a:gd name="connsiteX2482" fmla="*/ 4723070 w 12233785"/>
              <a:gd name="connsiteY2482" fmla="*/ 909281 h 949779"/>
              <a:gd name="connsiteX2483" fmla="*/ 4745282 w 12233785"/>
              <a:gd name="connsiteY2483" fmla="*/ 907461 h 949779"/>
              <a:gd name="connsiteX2484" fmla="*/ 4759733 w 12233785"/>
              <a:gd name="connsiteY2484" fmla="*/ 906700 h 949779"/>
              <a:gd name="connsiteX2485" fmla="*/ 4789390 w 12233785"/>
              <a:gd name="connsiteY2485" fmla="*/ 907896 h 949779"/>
              <a:gd name="connsiteX2486" fmla="*/ 4790716 w 12233785"/>
              <a:gd name="connsiteY2486" fmla="*/ 912298 h 949779"/>
              <a:gd name="connsiteX2487" fmla="*/ 4784342 w 12233785"/>
              <a:gd name="connsiteY2487" fmla="*/ 920181 h 949779"/>
              <a:gd name="connsiteX2488" fmla="*/ 4790084 w 12233785"/>
              <a:gd name="connsiteY2488" fmla="*/ 923496 h 949779"/>
              <a:gd name="connsiteX2489" fmla="*/ 4802389 w 12233785"/>
              <a:gd name="connsiteY2489" fmla="*/ 920208 h 949779"/>
              <a:gd name="connsiteX2490" fmla="*/ 4856846 w 12233785"/>
              <a:gd name="connsiteY2490" fmla="*/ 913630 h 949779"/>
              <a:gd name="connsiteX2491" fmla="*/ 4861642 w 12233785"/>
              <a:gd name="connsiteY2491" fmla="*/ 913712 h 949779"/>
              <a:gd name="connsiteX2492" fmla="*/ 4874893 w 12233785"/>
              <a:gd name="connsiteY2492" fmla="*/ 913332 h 949779"/>
              <a:gd name="connsiteX2493" fmla="*/ 4888081 w 12233785"/>
              <a:gd name="connsiteY2493" fmla="*/ 912951 h 949779"/>
              <a:gd name="connsiteX2494" fmla="*/ 4912881 w 12233785"/>
              <a:gd name="connsiteY2494" fmla="*/ 916240 h 949779"/>
              <a:gd name="connsiteX2495" fmla="*/ 4936796 w 12233785"/>
              <a:gd name="connsiteY2495" fmla="*/ 919012 h 949779"/>
              <a:gd name="connsiteX2496" fmla="*/ 4957303 w 12233785"/>
              <a:gd name="connsiteY2496" fmla="*/ 919175 h 949779"/>
              <a:gd name="connsiteX2497" fmla="*/ 4970808 w 12233785"/>
              <a:gd name="connsiteY2497" fmla="*/ 919148 h 949779"/>
              <a:gd name="connsiteX2498" fmla="*/ 4984312 w 12233785"/>
              <a:gd name="connsiteY2498" fmla="*/ 919121 h 949779"/>
              <a:gd name="connsiteX2499" fmla="*/ 4994597 w 12233785"/>
              <a:gd name="connsiteY2499" fmla="*/ 919148 h 949779"/>
              <a:gd name="connsiteX2500" fmla="*/ 4995733 w 12233785"/>
              <a:gd name="connsiteY2500" fmla="*/ 919148 h 949779"/>
              <a:gd name="connsiteX2501" fmla="*/ 5033847 w 12233785"/>
              <a:gd name="connsiteY2501" fmla="*/ 915642 h 949779"/>
              <a:gd name="connsiteX2502" fmla="*/ 5071897 w 12233785"/>
              <a:gd name="connsiteY2502" fmla="*/ 912136 h 949779"/>
              <a:gd name="connsiteX2503" fmla="*/ 5081614 w 12233785"/>
              <a:gd name="connsiteY2503" fmla="*/ 912462 h 949779"/>
              <a:gd name="connsiteX2504" fmla="*/ 5086915 w 12233785"/>
              <a:gd name="connsiteY2504" fmla="*/ 911021 h 949779"/>
              <a:gd name="connsiteX2505" fmla="*/ 5088744 w 12233785"/>
              <a:gd name="connsiteY2505" fmla="*/ 909146 h 949779"/>
              <a:gd name="connsiteX2506" fmla="*/ 5084202 w 12233785"/>
              <a:gd name="connsiteY2506" fmla="*/ 907080 h 949779"/>
              <a:gd name="connsiteX2507" fmla="*/ 5071140 w 12233785"/>
              <a:gd name="connsiteY2507" fmla="*/ 903275 h 949779"/>
              <a:gd name="connsiteX2508" fmla="*/ 5084391 w 12233785"/>
              <a:gd name="connsiteY2508" fmla="*/ 896453 h 949779"/>
              <a:gd name="connsiteX2509" fmla="*/ 5088177 w 12233785"/>
              <a:gd name="connsiteY2509" fmla="*/ 896915 h 949779"/>
              <a:gd name="connsiteX2510" fmla="*/ 5099410 w 12233785"/>
              <a:gd name="connsiteY2510" fmla="*/ 898872 h 949779"/>
              <a:gd name="connsiteX2511" fmla="*/ 5109064 w 12233785"/>
              <a:gd name="connsiteY2511" fmla="*/ 896289 h 949779"/>
              <a:gd name="connsiteX2512" fmla="*/ 5123136 w 12233785"/>
              <a:gd name="connsiteY2512" fmla="*/ 890283 h 949779"/>
              <a:gd name="connsiteX2513" fmla="*/ 5127426 w 12233785"/>
              <a:gd name="connsiteY2513" fmla="*/ 890799 h 949779"/>
              <a:gd name="connsiteX2514" fmla="*/ 5131654 w 12233785"/>
              <a:gd name="connsiteY2514" fmla="*/ 899143 h 949779"/>
              <a:gd name="connsiteX2515" fmla="*/ 5131654 w 12233785"/>
              <a:gd name="connsiteY2515" fmla="*/ 902133 h 949779"/>
              <a:gd name="connsiteX2516" fmla="*/ 5139542 w 12233785"/>
              <a:gd name="connsiteY2516" fmla="*/ 904743 h 949779"/>
              <a:gd name="connsiteX2517" fmla="*/ 5158031 w 12233785"/>
              <a:gd name="connsiteY2517" fmla="*/ 900829 h 949779"/>
              <a:gd name="connsiteX2518" fmla="*/ 5167874 w 12233785"/>
              <a:gd name="connsiteY2518" fmla="*/ 903221 h 949779"/>
              <a:gd name="connsiteX2519" fmla="*/ 5174627 w 12233785"/>
              <a:gd name="connsiteY2519" fmla="*/ 905069 h 949779"/>
              <a:gd name="connsiteX2520" fmla="*/ 5182198 w 12233785"/>
              <a:gd name="connsiteY2520" fmla="*/ 903438 h 949779"/>
              <a:gd name="connsiteX2521" fmla="*/ 5189392 w 12233785"/>
              <a:gd name="connsiteY2521" fmla="*/ 901807 h 949779"/>
              <a:gd name="connsiteX2522" fmla="*/ 5193683 w 12233785"/>
              <a:gd name="connsiteY2522" fmla="*/ 902758 h 949779"/>
              <a:gd name="connsiteX2523" fmla="*/ 5201507 w 12233785"/>
              <a:gd name="connsiteY2523" fmla="*/ 904688 h 949779"/>
              <a:gd name="connsiteX2524" fmla="*/ 5213876 w 12233785"/>
              <a:gd name="connsiteY2524" fmla="*/ 900720 h 949779"/>
              <a:gd name="connsiteX2525" fmla="*/ 5222962 w 12233785"/>
              <a:gd name="connsiteY2525" fmla="*/ 886505 h 949779"/>
              <a:gd name="connsiteX2526" fmla="*/ 5234257 w 12233785"/>
              <a:gd name="connsiteY2526" fmla="*/ 882618 h 949779"/>
              <a:gd name="connsiteX2527" fmla="*/ 5237980 w 12233785"/>
              <a:gd name="connsiteY2527" fmla="*/ 882836 h 949779"/>
              <a:gd name="connsiteX2528" fmla="*/ 5246436 w 12233785"/>
              <a:gd name="connsiteY2528" fmla="*/ 886559 h 949779"/>
              <a:gd name="connsiteX2529" fmla="*/ 5247256 w 12233785"/>
              <a:gd name="connsiteY2529" fmla="*/ 892675 h 949779"/>
              <a:gd name="connsiteX2530" fmla="*/ 5270919 w 12233785"/>
              <a:gd name="connsiteY2530" fmla="*/ 903356 h 949779"/>
              <a:gd name="connsiteX2531" fmla="*/ 5293951 w 12233785"/>
              <a:gd name="connsiteY2531" fmla="*/ 906917 h 949779"/>
              <a:gd name="connsiteX2532" fmla="*/ 5306383 w 12233785"/>
              <a:gd name="connsiteY2532" fmla="*/ 905069 h 949779"/>
              <a:gd name="connsiteX2533" fmla="*/ 5337808 w 12233785"/>
              <a:gd name="connsiteY2533" fmla="*/ 899932 h 949779"/>
              <a:gd name="connsiteX2534" fmla="*/ 5365635 w 12233785"/>
              <a:gd name="connsiteY2534" fmla="*/ 904362 h 949779"/>
              <a:gd name="connsiteX2535" fmla="*/ 5392012 w 12233785"/>
              <a:gd name="connsiteY2535" fmla="*/ 901508 h 949779"/>
              <a:gd name="connsiteX2536" fmla="*/ 5410628 w 12233785"/>
              <a:gd name="connsiteY2536" fmla="*/ 906102 h 949779"/>
              <a:gd name="connsiteX2537" fmla="*/ 5422175 w 12233785"/>
              <a:gd name="connsiteY2537" fmla="*/ 905096 h 949779"/>
              <a:gd name="connsiteX2538" fmla="*/ 5449371 w 12233785"/>
              <a:gd name="connsiteY2538" fmla="*/ 900665 h 949779"/>
              <a:gd name="connsiteX2539" fmla="*/ 5458079 w 12233785"/>
              <a:gd name="connsiteY2539" fmla="*/ 900747 h 949779"/>
              <a:gd name="connsiteX2540" fmla="*/ 5477326 w 12233785"/>
              <a:gd name="connsiteY2540" fmla="*/ 900856 h 949779"/>
              <a:gd name="connsiteX2541" fmla="*/ 5489252 w 12233785"/>
              <a:gd name="connsiteY2541" fmla="*/ 900856 h 949779"/>
              <a:gd name="connsiteX2542" fmla="*/ 5500736 w 12233785"/>
              <a:gd name="connsiteY2542" fmla="*/ 900856 h 949779"/>
              <a:gd name="connsiteX2543" fmla="*/ 5509508 w 12233785"/>
              <a:gd name="connsiteY2543" fmla="*/ 900856 h 949779"/>
              <a:gd name="connsiteX2544" fmla="*/ 5509950 w 12233785"/>
              <a:gd name="connsiteY2544" fmla="*/ 900856 h 949779"/>
              <a:gd name="connsiteX2545" fmla="*/ 5531467 w 12233785"/>
              <a:gd name="connsiteY2545" fmla="*/ 892376 h 949779"/>
              <a:gd name="connsiteX2546" fmla="*/ 5536452 w 12233785"/>
              <a:gd name="connsiteY2546" fmla="*/ 889712 h 949779"/>
              <a:gd name="connsiteX2547" fmla="*/ 5540176 w 12233785"/>
              <a:gd name="connsiteY2547" fmla="*/ 890337 h 949779"/>
              <a:gd name="connsiteX2548" fmla="*/ 5550398 w 12233785"/>
              <a:gd name="connsiteY2548" fmla="*/ 892946 h 949779"/>
              <a:gd name="connsiteX2549" fmla="*/ 5556645 w 12233785"/>
              <a:gd name="connsiteY2549" fmla="*/ 888217 h 949779"/>
              <a:gd name="connsiteX2550" fmla="*/ 5559527 w 12233785"/>
              <a:gd name="connsiteY2550" fmla="*/ 884176 h 949779"/>
              <a:gd name="connsiteX2551" fmla="*/ 5568687 w 12233785"/>
              <a:gd name="connsiteY2551" fmla="*/ 886342 h 949779"/>
              <a:gd name="connsiteX2552" fmla="*/ 5577837 w 12233785"/>
              <a:gd name="connsiteY2552" fmla="*/ 888082 h 949779"/>
              <a:gd name="connsiteX2553" fmla="*/ 5590710 w 12233785"/>
              <a:gd name="connsiteY2553" fmla="*/ 880824 h 949779"/>
              <a:gd name="connsiteX2554" fmla="*/ 5601248 w 12233785"/>
              <a:gd name="connsiteY2554" fmla="*/ 876340 h 949779"/>
              <a:gd name="connsiteX2555" fmla="*/ 5604907 w 12233785"/>
              <a:gd name="connsiteY2555" fmla="*/ 876612 h 949779"/>
              <a:gd name="connsiteX2556" fmla="*/ 5633619 w 12233785"/>
              <a:gd name="connsiteY2556" fmla="*/ 882483 h 949779"/>
              <a:gd name="connsiteX2557" fmla="*/ 5635702 w 12233785"/>
              <a:gd name="connsiteY2557" fmla="*/ 886804 h 949779"/>
              <a:gd name="connsiteX2558" fmla="*/ 5613300 w 12233785"/>
              <a:gd name="connsiteY2558" fmla="*/ 892077 h 949779"/>
              <a:gd name="connsiteX2559" fmla="*/ 5591404 w 12233785"/>
              <a:gd name="connsiteY2559" fmla="*/ 897485 h 949779"/>
              <a:gd name="connsiteX2560" fmla="*/ 5608820 w 12233785"/>
              <a:gd name="connsiteY2560" fmla="*/ 900530 h 949779"/>
              <a:gd name="connsiteX2561" fmla="*/ 5610208 w 12233785"/>
              <a:gd name="connsiteY2561" fmla="*/ 900530 h 949779"/>
              <a:gd name="connsiteX2562" fmla="*/ 5611596 w 12233785"/>
              <a:gd name="connsiteY2562" fmla="*/ 900530 h 949779"/>
              <a:gd name="connsiteX2563" fmla="*/ 5614814 w 12233785"/>
              <a:gd name="connsiteY2563" fmla="*/ 900557 h 949779"/>
              <a:gd name="connsiteX2564" fmla="*/ 5628697 w 12233785"/>
              <a:gd name="connsiteY2564" fmla="*/ 905613 h 949779"/>
              <a:gd name="connsiteX2565" fmla="*/ 5643905 w 12233785"/>
              <a:gd name="connsiteY2565" fmla="*/ 912706 h 949779"/>
              <a:gd name="connsiteX2566" fmla="*/ 5652991 w 12233785"/>
              <a:gd name="connsiteY2566" fmla="*/ 907569 h 949779"/>
              <a:gd name="connsiteX2567" fmla="*/ 5713316 w 12233785"/>
              <a:gd name="connsiteY2567" fmla="*/ 888408 h 949779"/>
              <a:gd name="connsiteX2568" fmla="*/ 5715083 w 12233785"/>
              <a:gd name="connsiteY2568" fmla="*/ 888299 h 949779"/>
              <a:gd name="connsiteX2569" fmla="*/ 5730039 w 12233785"/>
              <a:gd name="connsiteY2569" fmla="*/ 891642 h 949779"/>
              <a:gd name="connsiteX2570" fmla="*/ 5719626 w 12233785"/>
              <a:gd name="connsiteY2570" fmla="*/ 900665 h 949779"/>
              <a:gd name="connsiteX2571" fmla="*/ 5708458 w 12233785"/>
              <a:gd name="connsiteY2571" fmla="*/ 903302 h 949779"/>
              <a:gd name="connsiteX2572" fmla="*/ 5710288 w 12233785"/>
              <a:gd name="connsiteY2572" fmla="*/ 911266 h 949779"/>
              <a:gd name="connsiteX2573" fmla="*/ 5767079 w 12233785"/>
              <a:gd name="connsiteY2573" fmla="*/ 919012 h 949779"/>
              <a:gd name="connsiteX2574" fmla="*/ 5789038 w 12233785"/>
              <a:gd name="connsiteY2574" fmla="*/ 917735 h 949779"/>
              <a:gd name="connsiteX2575" fmla="*/ 5795033 w 12233785"/>
              <a:gd name="connsiteY2575" fmla="*/ 913059 h 949779"/>
              <a:gd name="connsiteX2576" fmla="*/ 5790237 w 12233785"/>
              <a:gd name="connsiteY2576" fmla="*/ 908113 h 949779"/>
              <a:gd name="connsiteX2577" fmla="*/ 5758813 w 12233785"/>
              <a:gd name="connsiteY2577" fmla="*/ 906563 h 949779"/>
              <a:gd name="connsiteX2578" fmla="*/ 5745877 w 12233785"/>
              <a:gd name="connsiteY2578" fmla="*/ 901644 h 949779"/>
              <a:gd name="connsiteX2579" fmla="*/ 5753260 w 12233785"/>
              <a:gd name="connsiteY2579" fmla="*/ 893789 h 949779"/>
              <a:gd name="connsiteX2580" fmla="*/ 5809736 w 12233785"/>
              <a:gd name="connsiteY2580" fmla="*/ 882020 h 949779"/>
              <a:gd name="connsiteX2581" fmla="*/ 5818822 w 12233785"/>
              <a:gd name="connsiteY2581" fmla="*/ 881939 h 949779"/>
              <a:gd name="connsiteX2582" fmla="*/ 5821915 w 12233785"/>
              <a:gd name="connsiteY2582" fmla="*/ 881939 h 949779"/>
              <a:gd name="connsiteX2583" fmla="*/ 5824691 w 12233785"/>
              <a:gd name="connsiteY2583" fmla="*/ 881939 h 949779"/>
              <a:gd name="connsiteX2584" fmla="*/ 5870630 w 12233785"/>
              <a:gd name="connsiteY2584" fmla="*/ 876394 h 949779"/>
              <a:gd name="connsiteX2585" fmla="*/ 5872144 w 12233785"/>
              <a:gd name="connsiteY2585" fmla="*/ 876204 h 949779"/>
              <a:gd name="connsiteX2586" fmla="*/ 5882114 w 12233785"/>
              <a:gd name="connsiteY2586" fmla="*/ 877590 h 949779"/>
              <a:gd name="connsiteX2587" fmla="*/ 5878643 w 12233785"/>
              <a:gd name="connsiteY2587" fmla="*/ 882564 h 949779"/>
              <a:gd name="connsiteX2588" fmla="*/ 5855043 w 12233785"/>
              <a:gd name="connsiteY2588" fmla="*/ 895257 h 949779"/>
              <a:gd name="connsiteX2589" fmla="*/ 5840529 w 12233785"/>
              <a:gd name="connsiteY2589" fmla="*/ 900991 h 949779"/>
              <a:gd name="connsiteX2590" fmla="*/ 5837185 w 12233785"/>
              <a:gd name="connsiteY2590" fmla="*/ 903465 h 949779"/>
              <a:gd name="connsiteX2591" fmla="*/ 5846082 w 12233785"/>
              <a:gd name="connsiteY2591" fmla="*/ 906672 h 949779"/>
              <a:gd name="connsiteX2592" fmla="*/ 5853276 w 12233785"/>
              <a:gd name="connsiteY2592" fmla="*/ 907325 h 949779"/>
              <a:gd name="connsiteX2593" fmla="*/ 5885774 w 12233785"/>
              <a:gd name="connsiteY2593" fmla="*/ 900883 h 949779"/>
              <a:gd name="connsiteX2594" fmla="*/ 5901613 w 12233785"/>
              <a:gd name="connsiteY2594" fmla="*/ 912516 h 949779"/>
              <a:gd name="connsiteX2595" fmla="*/ 5904073 w 12233785"/>
              <a:gd name="connsiteY2595" fmla="*/ 912462 h 949779"/>
              <a:gd name="connsiteX2596" fmla="*/ 5910446 w 12233785"/>
              <a:gd name="connsiteY2596" fmla="*/ 912271 h 949779"/>
              <a:gd name="connsiteX2597" fmla="*/ 5916441 w 12233785"/>
              <a:gd name="connsiteY2597" fmla="*/ 913005 h 949779"/>
              <a:gd name="connsiteX2598" fmla="*/ 5931397 w 12233785"/>
              <a:gd name="connsiteY2598" fmla="*/ 916892 h 949779"/>
              <a:gd name="connsiteX2599" fmla="*/ 5946667 w 12233785"/>
              <a:gd name="connsiteY2599" fmla="*/ 911810 h 949779"/>
              <a:gd name="connsiteX2600" fmla="*/ 5956700 w 12233785"/>
              <a:gd name="connsiteY2600" fmla="*/ 908602 h 949779"/>
              <a:gd name="connsiteX2601" fmla="*/ 5966986 w 12233785"/>
              <a:gd name="connsiteY2601" fmla="*/ 911021 h 949779"/>
              <a:gd name="connsiteX2602" fmla="*/ 5974684 w 12233785"/>
              <a:gd name="connsiteY2602" fmla="*/ 912597 h 949779"/>
              <a:gd name="connsiteX2603" fmla="*/ 5989450 w 12233785"/>
              <a:gd name="connsiteY2603" fmla="*/ 909690 h 949779"/>
              <a:gd name="connsiteX2604" fmla="*/ 6015953 w 12233785"/>
              <a:gd name="connsiteY2604" fmla="*/ 906292 h 949779"/>
              <a:gd name="connsiteX2605" fmla="*/ 6042644 w 12233785"/>
              <a:gd name="connsiteY2605" fmla="*/ 910205 h 949779"/>
              <a:gd name="connsiteX2606" fmla="*/ 6074132 w 12233785"/>
              <a:gd name="connsiteY2606" fmla="*/ 916267 h 949779"/>
              <a:gd name="connsiteX2607" fmla="*/ 6092116 w 12233785"/>
              <a:gd name="connsiteY2607" fmla="*/ 913412 h 949779"/>
              <a:gd name="connsiteX2608" fmla="*/ 6093442 w 12233785"/>
              <a:gd name="connsiteY2608" fmla="*/ 913250 h 949779"/>
              <a:gd name="connsiteX2609" fmla="*/ 6103159 w 12233785"/>
              <a:gd name="connsiteY2609" fmla="*/ 915261 h 949779"/>
              <a:gd name="connsiteX2610" fmla="*/ 6130797 w 12233785"/>
              <a:gd name="connsiteY2610" fmla="*/ 919610 h 949779"/>
              <a:gd name="connsiteX2611" fmla="*/ 6156543 w 12233785"/>
              <a:gd name="connsiteY2611" fmla="*/ 915968 h 949779"/>
              <a:gd name="connsiteX2612" fmla="*/ 6185128 w 12233785"/>
              <a:gd name="connsiteY2612" fmla="*/ 912815 h 949779"/>
              <a:gd name="connsiteX2613" fmla="*/ 6195919 w 12233785"/>
              <a:gd name="connsiteY2613" fmla="*/ 912951 h 949779"/>
              <a:gd name="connsiteX2614" fmla="*/ 6206708 w 12233785"/>
              <a:gd name="connsiteY2614" fmla="*/ 913086 h 949779"/>
              <a:gd name="connsiteX2615" fmla="*/ 6240784 w 12233785"/>
              <a:gd name="connsiteY2615" fmla="*/ 907759 h 949779"/>
              <a:gd name="connsiteX2616" fmla="*/ 6260030 w 12233785"/>
              <a:gd name="connsiteY2616" fmla="*/ 918794 h 949779"/>
              <a:gd name="connsiteX2617" fmla="*/ 6272208 w 12233785"/>
              <a:gd name="connsiteY2617" fmla="*/ 919230 h 949779"/>
              <a:gd name="connsiteX2618" fmla="*/ 6277951 w 12233785"/>
              <a:gd name="connsiteY2618" fmla="*/ 919283 h 949779"/>
              <a:gd name="connsiteX2619" fmla="*/ 6310070 w 12233785"/>
              <a:gd name="connsiteY2619" fmla="*/ 919039 h 949779"/>
              <a:gd name="connsiteX2620" fmla="*/ 6313603 w 12233785"/>
              <a:gd name="connsiteY2620" fmla="*/ 919039 h 949779"/>
              <a:gd name="connsiteX2621" fmla="*/ 6329000 w 12233785"/>
              <a:gd name="connsiteY2621" fmla="*/ 919691 h 949779"/>
              <a:gd name="connsiteX2622" fmla="*/ 6332344 w 12233785"/>
              <a:gd name="connsiteY2622" fmla="*/ 923932 h 949779"/>
              <a:gd name="connsiteX2623" fmla="*/ 6338529 w 12233785"/>
              <a:gd name="connsiteY2623" fmla="*/ 931053 h 949779"/>
              <a:gd name="connsiteX2624" fmla="*/ 6341494 w 12233785"/>
              <a:gd name="connsiteY2624" fmla="*/ 931107 h 949779"/>
              <a:gd name="connsiteX2625" fmla="*/ 6385413 w 12233785"/>
              <a:gd name="connsiteY2625" fmla="*/ 923143 h 949779"/>
              <a:gd name="connsiteX2626" fmla="*/ 6378850 w 12233785"/>
              <a:gd name="connsiteY2626" fmla="*/ 915615 h 949779"/>
              <a:gd name="connsiteX2627" fmla="*/ 6393806 w 12233785"/>
              <a:gd name="connsiteY2627" fmla="*/ 912760 h 949779"/>
              <a:gd name="connsiteX2628" fmla="*/ 6412105 w 12233785"/>
              <a:gd name="connsiteY2628" fmla="*/ 915914 h 949779"/>
              <a:gd name="connsiteX2629" fmla="*/ 6413998 w 12233785"/>
              <a:gd name="connsiteY2629" fmla="*/ 917299 h 949779"/>
              <a:gd name="connsiteX2630" fmla="*/ 6413367 w 12233785"/>
              <a:gd name="connsiteY2630" fmla="*/ 917109 h 949779"/>
              <a:gd name="connsiteX2631" fmla="*/ 6411916 w 12233785"/>
              <a:gd name="connsiteY2631" fmla="*/ 916919 h 949779"/>
              <a:gd name="connsiteX2632" fmla="*/ 6408445 w 12233785"/>
              <a:gd name="connsiteY2632" fmla="*/ 918468 h 949779"/>
              <a:gd name="connsiteX2633" fmla="*/ 6411663 w 12233785"/>
              <a:gd name="connsiteY2633" fmla="*/ 924774 h 949779"/>
              <a:gd name="connsiteX2634" fmla="*/ 6425988 w 12233785"/>
              <a:gd name="connsiteY2634" fmla="*/ 925100 h 949779"/>
              <a:gd name="connsiteX2635" fmla="*/ 6437156 w 12233785"/>
              <a:gd name="connsiteY2635" fmla="*/ 925018 h 949779"/>
              <a:gd name="connsiteX2636" fmla="*/ 6448199 w 12233785"/>
              <a:gd name="connsiteY2636" fmla="*/ 924937 h 949779"/>
              <a:gd name="connsiteX2637" fmla="*/ 6450030 w 12233785"/>
              <a:gd name="connsiteY2637" fmla="*/ 924937 h 949779"/>
              <a:gd name="connsiteX2638" fmla="*/ 6482085 w 12233785"/>
              <a:gd name="connsiteY2638" fmla="*/ 925372 h 949779"/>
              <a:gd name="connsiteX2639" fmla="*/ 6488647 w 12233785"/>
              <a:gd name="connsiteY2639" fmla="*/ 925481 h 949779"/>
              <a:gd name="connsiteX2640" fmla="*/ 6492181 w 12233785"/>
              <a:gd name="connsiteY2640" fmla="*/ 925481 h 949779"/>
              <a:gd name="connsiteX2641" fmla="*/ 6495715 w 12233785"/>
              <a:gd name="connsiteY2641" fmla="*/ 925481 h 949779"/>
              <a:gd name="connsiteX2642" fmla="*/ 6518873 w 12233785"/>
              <a:gd name="connsiteY2642" fmla="*/ 928416 h 949779"/>
              <a:gd name="connsiteX2643" fmla="*/ 6524931 w 12233785"/>
              <a:gd name="connsiteY2643" fmla="*/ 929422 h 949779"/>
              <a:gd name="connsiteX2644" fmla="*/ 6536353 w 12233785"/>
              <a:gd name="connsiteY2644" fmla="*/ 927166 h 949779"/>
              <a:gd name="connsiteX2645" fmla="*/ 6548342 w 12233785"/>
              <a:gd name="connsiteY2645" fmla="*/ 924910 h 949779"/>
              <a:gd name="connsiteX2646" fmla="*/ 6552695 w 12233785"/>
              <a:gd name="connsiteY2646" fmla="*/ 925317 h 949779"/>
              <a:gd name="connsiteX2647" fmla="*/ 6559006 w 12233785"/>
              <a:gd name="connsiteY2647" fmla="*/ 925616 h 949779"/>
              <a:gd name="connsiteX2648" fmla="*/ 6568407 w 12233785"/>
              <a:gd name="connsiteY2648" fmla="*/ 932547 h 949779"/>
              <a:gd name="connsiteX2649" fmla="*/ 6579261 w 12233785"/>
              <a:gd name="connsiteY2649" fmla="*/ 943963 h 949779"/>
              <a:gd name="connsiteX2650" fmla="*/ 6581028 w 12233785"/>
              <a:gd name="connsiteY2650" fmla="*/ 943963 h 949779"/>
              <a:gd name="connsiteX2651" fmla="*/ 6608288 w 12233785"/>
              <a:gd name="connsiteY2651" fmla="*/ 943175 h 949779"/>
              <a:gd name="connsiteX2652" fmla="*/ 6624947 w 12233785"/>
              <a:gd name="connsiteY2652" fmla="*/ 944941 h 949779"/>
              <a:gd name="connsiteX2653" fmla="*/ 6663755 w 12233785"/>
              <a:gd name="connsiteY2653" fmla="*/ 949453 h 949779"/>
              <a:gd name="connsiteX2654" fmla="*/ 6671959 w 12233785"/>
              <a:gd name="connsiteY2654" fmla="*/ 949399 h 949779"/>
              <a:gd name="connsiteX2655" fmla="*/ 6680099 w 12233785"/>
              <a:gd name="connsiteY2655" fmla="*/ 949345 h 949779"/>
              <a:gd name="connsiteX2656" fmla="*/ 6686787 w 12233785"/>
              <a:gd name="connsiteY2656" fmla="*/ 949426 h 949779"/>
              <a:gd name="connsiteX2657" fmla="*/ 6696126 w 12233785"/>
              <a:gd name="connsiteY2657" fmla="*/ 949535 h 949779"/>
              <a:gd name="connsiteX2658" fmla="*/ 6695433 w 12233785"/>
              <a:gd name="connsiteY2658" fmla="*/ 949779 h 949779"/>
              <a:gd name="connsiteX2659" fmla="*/ 6716823 w 12233785"/>
              <a:gd name="connsiteY2659" fmla="*/ 947931 h 949779"/>
              <a:gd name="connsiteX2660" fmla="*/ 6722818 w 12233785"/>
              <a:gd name="connsiteY2660" fmla="*/ 933798 h 949779"/>
              <a:gd name="connsiteX2661" fmla="*/ 6734807 w 12233785"/>
              <a:gd name="connsiteY2661" fmla="*/ 923388 h 949779"/>
              <a:gd name="connsiteX2662" fmla="*/ 6744651 w 12233785"/>
              <a:gd name="connsiteY2662" fmla="*/ 921621 h 949779"/>
              <a:gd name="connsiteX2663" fmla="*/ 6747996 w 12233785"/>
              <a:gd name="connsiteY2663" fmla="*/ 924040 h 949779"/>
              <a:gd name="connsiteX2664" fmla="*/ 6748626 w 12233785"/>
              <a:gd name="connsiteY2664" fmla="*/ 930183 h 949779"/>
              <a:gd name="connsiteX2665" fmla="*/ 6757966 w 12233785"/>
              <a:gd name="connsiteY2665" fmla="*/ 943256 h 949779"/>
              <a:gd name="connsiteX2666" fmla="*/ 6780241 w 12233785"/>
              <a:gd name="connsiteY2666" fmla="*/ 939016 h 949779"/>
              <a:gd name="connsiteX2667" fmla="*/ 6812675 w 12233785"/>
              <a:gd name="connsiteY2667" fmla="*/ 931569 h 949779"/>
              <a:gd name="connsiteX2668" fmla="*/ 6814189 w 12233785"/>
              <a:gd name="connsiteY2668" fmla="*/ 928987 h 949779"/>
              <a:gd name="connsiteX2669" fmla="*/ 6832048 w 12233785"/>
              <a:gd name="connsiteY2669" fmla="*/ 921513 h 949779"/>
              <a:gd name="connsiteX2670" fmla="*/ 6846750 w 12233785"/>
              <a:gd name="connsiteY2670" fmla="*/ 926568 h 949779"/>
              <a:gd name="connsiteX2671" fmla="*/ 6869341 w 12233785"/>
              <a:gd name="connsiteY2671" fmla="*/ 931705 h 949779"/>
              <a:gd name="connsiteX2672" fmla="*/ 6886883 w 12233785"/>
              <a:gd name="connsiteY2672" fmla="*/ 929666 h 949779"/>
              <a:gd name="connsiteX2673" fmla="*/ 6909094 w 12233785"/>
              <a:gd name="connsiteY2673" fmla="*/ 924366 h 949779"/>
              <a:gd name="connsiteX2674" fmla="*/ 6941845 w 12233785"/>
              <a:gd name="connsiteY2674" fmla="*/ 911972 h 949779"/>
              <a:gd name="connsiteX2675" fmla="*/ 6947145 w 12233785"/>
              <a:gd name="connsiteY2675" fmla="*/ 912136 h 949779"/>
              <a:gd name="connsiteX2676" fmla="*/ 6947271 w 12233785"/>
              <a:gd name="connsiteY2676" fmla="*/ 912136 h 949779"/>
              <a:gd name="connsiteX2677" fmla="*/ 6954213 w 12233785"/>
              <a:gd name="connsiteY2677" fmla="*/ 907759 h 949779"/>
              <a:gd name="connsiteX2678" fmla="*/ 6961217 w 12233785"/>
              <a:gd name="connsiteY2678" fmla="*/ 902269 h 949779"/>
              <a:gd name="connsiteX2679" fmla="*/ 6969357 w 12233785"/>
              <a:gd name="connsiteY2679" fmla="*/ 904579 h 949779"/>
              <a:gd name="connsiteX2680" fmla="*/ 6994408 w 12233785"/>
              <a:gd name="connsiteY2680" fmla="*/ 912380 h 949779"/>
              <a:gd name="connsiteX2681" fmla="*/ 7011823 w 12233785"/>
              <a:gd name="connsiteY2681" fmla="*/ 908412 h 949779"/>
              <a:gd name="connsiteX2682" fmla="*/ 7028231 w 12233785"/>
              <a:gd name="connsiteY2682" fmla="*/ 906183 h 949779"/>
              <a:gd name="connsiteX2683" fmla="*/ 7035487 w 12233785"/>
              <a:gd name="connsiteY2683" fmla="*/ 907107 h 949779"/>
              <a:gd name="connsiteX2684" fmla="*/ 7051957 w 12233785"/>
              <a:gd name="connsiteY2684" fmla="*/ 911347 h 949779"/>
              <a:gd name="connsiteX2685" fmla="*/ 7073916 w 12233785"/>
              <a:gd name="connsiteY2685" fmla="*/ 906591 h 949779"/>
              <a:gd name="connsiteX2686" fmla="*/ 7115500 w 12233785"/>
              <a:gd name="connsiteY2686" fmla="*/ 899932 h 949779"/>
              <a:gd name="connsiteX2687" fmla="*/ 7140426 w 12233785"/>
              <a:gd name="connsiteY2687" fmla="*/ 902351 h 949779"/>
              <a:gd name="connsiteX2688" fmla="*/ 7202202 w 12233785"/>
              <a:gd name="connsiteY2688" fmla="*/ 906754 h 949779"/>
              <a:gd name="connsiteX2689" fmla="*/ 7218987 w 12233785"/>
              <a:gd name="connsiteY2689" fmla="*/ 906889 h 949779"/>
              <a:gd name="connsiteX2690" fmla="*/ 7226117 w 12233785"/>
              <a:gd name="connsiteY2690" fmla="*/ 906889 h 949779"/>
              <a:gd name="connsiteX2691" fmla="*/ 7233059 w 12233785"/>
              <a:gd name="connsiteY2691" fmla="*/ 906889 h 949779"/>
              <a:gd name="connsiteX2692" fmla="*/ 7253567 w 12233785"/>
              <a:gd name="connsiteY2692" fmla="*/ 907107 h 949779"/>
              <a:gd name="connsiteX2693" fmla="*/ 7264546 w 12233785"/>
              <a:gd name="connsiteY2693" fmla="*/ 912760 h 949779"/>
              <a:gd name="connsiteX2694" fmla="*/ 7288967 w 12233785"/>
              <a:gd name="connsiteY2694" fmla="*/ 913739 h 949779"/>
              <a:gd name="connsiteX2695" fmla="*/ 7301335 w 12233785"/>
              <a:gd name="connsiteY2695" fmla="*/ 912462 h 949779"/>
              <a:gd name="connsiteX2696" fmla="*/ 7375102 w 12233785"/>
              <a:gd name="connsiteY2696" fmla="*/ 906563 h 949779"/>
              <a:gd name="connsiteX2697" fmla="*/ 7398196 w 12233785"/>
              <a:gd name="connsiteY2697" fmla="*/ 902351 h 949779"/>
              <a:gd name="connsiteX2698" fmla="*/ 7407599 w 12233785"/>
              <a:gd name="connsiteY2698" fmla="*/ 901236 h 949779"/>
              <a:gd name="connsiteX2699" fmla="*/ 7415485 w 12233785"/>
              <a:gd name="connsiteY2699" fmla="*/ 903112 h 949779"/>
              <a:gd name="connsiteX2700" fmla="*/ 7411133 w 12233785"/>
              <a:gd name="connsiteY2700" fmla="*/ 907950 h 949779"/>
              <a:gd name="connsiteX2701" fmla="*/ 7406652 w 12233785"/>
              <a:gd name="connsiteY2701" fmla="*/ 919637 h 949779"/>
              <a:gd name="connsiteX2702" fmla="*/ 7412457 w 12233785"/>
              <a:gd name="connsiteY2702" fmla="*/ 924312 h 949779"/>
              <a:gd name="connsiteX2703" fmla="*/ 7416307 w 12233785"/>
              <a:gd name="connsiteY2703" fmla="*/ 921866 h 949779"/>
              <a:gd name="connsiteX2704" fmla="*/ 7455808 w 12233785"/>
              <a:gd name="connsiteY2704" fmla="*/ 906944 h 949779"/>
              <a:gd name="connsiteX2705" fmla="*/ 7463948 w 12233785"/>
              <a:gd name="connsiteY2705" fmla="*/ 907135 h 949779"/>
              <a:gd name="connsiteX2706" fmla="*/ 7500674 w 12233785"/>
              <a:gd name="connsiteY2706" fmla="*/ 911021 h 949779"/>
              <a:gd name="connsiteX2707" fmla="*/ 7509319 w 12233785"/>
              <a:gd name="connsiteY2707" fmla="*/ 912054 h 949779"/>
              <a:gd name="connsiteX2708" fmla="*/ 7517964 w 12233785"/>
              <a:gd name="connsiteY2708" fmla="*/ 911102 h 949779"/>
              <a:gd name="connsiteX2709" fmla="*/ 7542574 w 12233785"/>
              <a:gd name="connsiteY2709" fmla="*/ 906672 h 949779"/>
              <a:gd name="connsiteX2710" fmla="*/ 7553489 w 12233785"/>
              <a:gd name="connsiteY2710" fmla="*/ 908521 h 949779"/>
              <a:gd name="connsiteX2711" fmla="*/ 7563524 w 12233785"/>
              <a:gd name="connsiteY2711" fmla="*/ 910614 h 949779"/>
              <a:gd name="connsiteX2712" fmla="*/ 7573997 w 12233785"/>
              <a:gd name="connsiteY2712" fmla="*/ 908847 h 949779"/>
              <a:gd name="connsiteX2713" fmla="*/ 7583210 w 12233785"/>
              <a:gd name="connsiteY2713" fmla="*/ 907080 h 949779"/>
              <a:gd name="connsiteX2714" fmla="*/ 7586176 w 12233785"/>
              <a:gd name="connsiteY2714" fmla="*/ 907406 h 949779"/>
              <a:gd name="connsiteX2715" fmla="*/ 7603277 w 12233785"/>
              <a:gd name="connsiteY2715" fmla="*/ 909281 h 949779"/>
              <a:gd name="connsiteX2716" fmla="*/ 7625489 w 12233785"/>
              <a:gd name="connsiteY2716" fmla="*/ 907461 h 949779"/>
              <a:gd name="connsiteX2717" fmla="*/ 7639940 w 12233785"/>
              <a:gd name="connsiteY2717" fmla="*/ 906700 h 949779"/>
              <a:gd name="connsiteX2718" fmla="*/ 7669597 w 12233785"/>
              <a:gd name="connsiteY2718" fmla="*/ 907896 h 949779"/>
              <a:gd name="connsiteX2719" fmla="*/ 7670923 w 12233785"/>
              <a:gd name="connsiteY2719" fmla="*/ 912298 h 949779"/>
              <a:gd name="connsiteX2720" fmla="*/ 7664549 w 12233785"/>
              <a:gd name="connsiteY2720" fmla="*/ 920181 h 949779"/>
              <a:gd name="connsiteX2721" fmla="*/ 7670291 w 12233785"/>
              <a:gd name="connsiteY2721" fmla="*/ 923496 h 949779"/>
              <a:gd name="connsiteX2722" fmla="*/ 7682596 w 12233785"/>
              <a:gd name="connsiteY2722" fmla="*/ 920208 h 949779"/>
              <a:gd name="connsiteX2723" fmla="*/ 7737053 w 12233785"/>
              <a:gd name="connsiteY2723" fmla="*/ 913630 h 949779"/>
              <a:gd name="connsiteX2724" fmla="*/ 7741849 w 12233785"/>
              <a:gd name="connsiteY2724" fmla="*/ 913712 h 949779"/>
              <a:gd name="connsiteX2725" fmla="*/ 7755100 w 12233785"/>
              <a:gd name="connsiteY2725" fmla="*/ 913332 h 949779"/>
              <a:gd name="connsiteX2726" fmla="*/ 7768288 w 12233785"/>
              <a:gd name="connsiteY2726" fmla="*/ 912951 h 949779"/>
              <a:gd name="connsiteX2727" fmla="*/ 7793087 w 12233785"/>
              <a:gd name="connsiteY2727" fmla="*/ 916240 h 949779"/>
              <a:gd name="connsiteX2728" fmla="*/ 7817003 w 12233785"/>
              <a:gd name="connsiteY2728" fmla="*/ 919012 h 949779"/>
              <a:gd name="connsiteX2729" fmla="*/ 7837510 w 12233785"/>
              <a:gd name="connsiteY2729" fmla="*/ 919175 h 949779"/>
              <a:gd name="connsiteX2730" fmla="*/ 7851015 w 12233785"/>
              <a:gd name="connsiteY2730" fmla="*/ 919148 h 949779"/>
              <a:gd name="connsiteX2731" fmla="*/ 7864519 w 12233785"/>
              <a:gd name="connsiteY2731" fmla="*/ 919121 h 949779"/>
              <a:gd name="connsiteX2732" fmla="*/ 7874803 w 12233785"/>
              <a:gd name="connsiteY2732" fmla="*/ 919148 h 949779"/>
              <a:gd name="connsiteX2733" fmla="*/ 7875940 w 12233785"/>
              <a:gd name="connsiteY2733" fmla="*/ 919148 h 949779"/>
              <a:gd name="connsiteX2734" fmla="*/ 7914054 w 12233785"/>
              <a:gd name="connsiteY2734" fmla="*/ 915642 h 949779"/>
              <a:gd name="connsiteX2735" fmla="*/ 7952104 w 12233785"/>
              <a:gd name="connsiteY2735" fmla="*/ 912136 h 949779"/>
              <a:gd name="connsiteX2736" fmla="*/ 7961821 w 12233785"/>
              <a:gd name="connsiteY2736" fmla="*/ 912462 h 949779"/>
              <a:gd name="connsiteX2737" fmla="*/ 7967122 w 12233785"/>
              <a:gd name="connsiteY2737" fmla="*/ 911021 h 949779"/>
              <a:gd name="connsiteX2738" fmla="*/ 7968951 w 12233785"/>
              <a:gd name="connsiteY2738" fmla="*/ 909146 h 949779"/>
              <a:gd name="connsiteX2739" fmla="*/ 7964408 w 12233785"/>
              <a:gd name="connsiteY2739" fmla="*/ 907080 h 949779"/>
              <a:gd name="connsiteX2740" fmla="*/ 7951346 w 12233785"/>
              <a:gd name="connsiteY2740" fmla="*/ 903275 h 949779"/>
              <a:gd name="connsiteX2741" fmla="*/ 7964598 w 12233785"/>
              <a:gd name="connsiteY2741" fmla="*/ 896453 h 949779"/>
              <a:gd name="connsiteX2742" fmla="*/ 7968384 w 12233785"/>
              <a:gd name="connsiteY2742" fmla="*/ 896915 h 949779"/>
              <a:gd name="connsiteX2743" fmla="*/ 7979617 w 12233785"/>
              <a:gd name="connsiteY2743" fmla="*/ 898872 h 949779"/>
              <a:gd name="connsiteX2744" fmla="*/ 7989271 w 12233785"/>
              <a:gd name="connsiteY2744" fmla="*/ 896289 h 949779"/>
              <a:gd name="connsiteX2745" fmla="*/ 8003343 w 12233785"/>
              <a:gd name="connsiteY2745" fmla="*/ 890283 h 949779"/>
              <a:gd name="connsiteX2746" fmla="*/ 8007633 w 12233785"/>
              <a:gd name="connsiteY2746" fmla="*/ 890799 h 949779"/>
              <a:gd name="connsiteX2747" fmla="*/ 8011861 w 12233785"/>
              <a:gd name="connsiteY2747" fmla="*/ 899143 h 949779"/>
              <a:gd name="connsiteX2748" fmla="*/ 8011861 w 12233785"/>
              <a:gd name="connsiteY2748" fmla="*/ 902133 h 949779"/>
              <a:gd name="connsiteX2749" fmla="*/ 8019749 w 12233785"/>
              <a:gd name="connsiteY2749" fmla="*/ 904743 h 949779"/>
              <a:gd name="connsiteX2750" fmla="*/ 8038238 w 12233785"/>
              <a:gd name="connsiteY2750" fmla="*/ 900829 h 949779"/>
              <a:gd name="connsiteX2751" fmla="*/ 8048081 w 12233785"/>
              <a:gd name="connsiteY2751" fmla="*/ 903221 h 949779"/>
              <a:gd name="connsiteX2752" fmla="*/ 8054833 w 12233785"/>
              <a:gd name="connsiteY2752" fmla="*/ 905069 h 949779"/>
              <a:gd name="connsiteX2753" fmla="*/ 8062405 w 12233785"/>
              <a:gd name="connsiteY2753" fmla="*/ 903438 h 949779"/>
              <a:gd name="connsiteX2754" fmla="*/ 8069599 w 12233785"/>
              <a:gd name="connsiteY2754" fmla="*/ 901807 h 949779"/>
              <a:gd name="connsiteX2755" fmla="*/ 8073889 w 12233785"/>
              <a:gd name="connsiteY2755" fmla="*/ 902758 h 949779"/>
              <a:gd name="connsiteX2756" fmla="*/ 8081714 w 12233785"/>
              <a:gd name="connsiteY2756" fmla="*/ 904688 h 949779"/>
              <a:gd name="connsiteX2757" fmla="*/ 8088026 w 12233785"/>
              <a:gd name="connsiteY2757" fmla="*/ 902663 h 949779"/>
              <a:gd name="connsiteX2758" fmla="*/ 8096126 w 12233785"/>
              <a:gd name="connsiteY2758" fmla="*/ 905613 h 949779"/>
              <a:gd name="connsiteX2759" fmla="*/ 8111333 w 12233785"/>
              <a:gd name="connsiteY2759" fmla="*/ 912706 h 949779"/>
              <a:gd name="connsiteX2760" fmla="*/ 8120419 w 12233785"/>
              <a:gd name="connsiteY2760" fmla="*/ 907569 h 949779"/>
              <a:gd name="connsiteX2761" fmla="*/ 8135758 w 12233785"/>
              <a:gd name="connsiteY2761" fmla="*/ 899657 h 949779"/>
              <a:gd name="connsiteX2762" fmla="*/ 8151126 w 12233785"/>
              <a:gd name="connsiteY2762" fmla="*/ 903356 h 949779"/>
              <a:gd name="connsiteX2763" fmla="*/ 8174158 w 12233785"/>
              <a:gd name="connsiteY2763" fmla="*/ 906917 h 949779"/>
              <a:gd name="connsiteX2764" fmla="*/ 8176632 w 12233785"/>
              <a:gd name="connsiteY2764" fmla="*/ 906549 h 949779"/>
              <a:gd name="connsiteX2765" fmla="*/ 8177716 w 12233785"/>
              <a:gd name="connsiteY2765" fmla="*/ 911266 h 949779"/>
              <a:gd name="connsiteX2766" fmla="*/ 8234508 w 12233785"/>
              <a:gd name="connsiteY2766" fmla="*/ 919012 h 949779"/>
              <a:gd name="connsiteX2767" fmla="*/ 8256467 w 12233785"/>
              <a:gd name="connsiteY2767" fmla="*/ 917735 h 949779"/>
              <a:gd name="connsiteX2768" fmla="*/ 8262461 w 12233785"/>
              <a:gd name="connsiteY2768" fmla="*/ 913059 h 949779"/>
              <a:gd name="connsiteX2769" fmla="*/ 8257665 w 12233785"/>
              <a:gd name="connsiteY2769" fmla="*/ 908113 h 949779"/>
              <a:gd name="connsiteX2770" fmla="*/ 8226242 w 12233785"/>
              <a:gd name="connsiteY2770" fmla="*/ 906563 h 949779"/>
              <a:gd name="connsiteX2771" fmla="*/ 8213305 w 12233785"/>
              <a:gd name="connsiteY2771" fmla="*/ 901644 h 949779"/>
              <a:gd name="connsiteX2772" fmla="*/ 8214352 w 12233785"/>
              <a:gd name="connsiteY2772" fmla="*/ 900530 h 949779"/>
              <a:gd name="connsiteX2773" fmla="*/ 8218014 w 12233785"/>
              <a:gd name="connsiteY2773" fmla="*/ 899932 h 949779"/>
              <a:gd name="connsiteX2774" fmla="*/ 8245842 w 12233785"/>
              <a:gd name="connsiteY2774" fmla="*/ 904362 h 949779"/>
              <a:gd name="connsiteX2775" fmla="*/ 8272219 w 12233785"/>
              <a:gd name="connsiteY2775" fmla="*/ 901508 h 949779"/>
              <a:gd name="connsiteX2776" fmla="*/ 8290834 w 12233785"/>
              <a:gd name="connsiteY2776" fmla="*/ 906102 h 949779"/>
              <a:gd name="connsiteX2777" fmla="*/ 8302382 w 12233785"/>
              <a:gd name="connsiteY2777" fmla="*/ 905096 h 949779"/>
              <a:gd name="connsiteX2778" fmla="*/ 8307035 w 12233785"/>
              <a:gd name="connsiteY2778" fmla="*/ 904338 h 949779"/>
              <a:gd name="connsiteX2779" fmla="*/ 8313510 w 12233785"/>
              <a:gd name="connsiteY2779" fmla="*/ 906672 h 949779"/>
              <a:gd name="connsiteX2780" fmla="*/ 8320704 w 12233785"/>
              <a:gd name="connsiteY2780" fmla="*/ 907325 h 949779"/>
              <a:gd name="connsiteX2781" fmla="*/ 8353202 w 12233785"/>
              <a:gd name="connsiteY2781" fmla="*/ 900883 h 949779"/>
              <a:gd name="connsiteX2782" fmla="*/ 8369041 w 12233785"/>
              <a:gd name="connsiteY2782" fmla="*/ 912516 h 949779"/>
              <a:gd name="connsiteX2783" fmla="*/ 8371501 w 12233785"/>
              <a:gd name="connsiteY2783" fmla="*/ 912462 h 949779"/>
              <a:gd name="connsiteX2784" fmla="*/ 8377875 w 12233785"/>
              <a:gd name="connsiteY2784" fmla="*/ 912271 h 949779"/>
              <a:gd name="connsiteX2785" fmla="*/ 8383869 w 12233785"/>
              <a:gd name="connsiteY2785" fmla="*/ 913005 h 949779"/>
              <a:gd name="connsiteX2786" fmla="*/ 8398825 w 12233785"/>
              <a:gd name="connsiteY2786" fmla="*/ 916892 h 949779"/>
              <a:gd name="connsiteX2787" fmla="*/ 8414095 w 12233785"/>
              <a:gd name="connsiteY2787" fmla="*/ 911810 h 949779"/>
              <a:gd name="connsiteX2788" fmla="*/ 8424128 w 12233785"/>
              <a:gd name="connsiteY2788" fmla="*/ 908602 h 949779"/>
              <a:gd name="connsiteX2789" fmla="*/ 8434414 w 12233785"/>
              <a:gd name="connsiteY2789" fmla="*/ 911021 h 949779"/>
              <a:gd name="connsiteX2790" fmla="*/ 8442112 w 12233785"/>
              <a:gd name="connsiteY2790" fmla="*/ 912597 h 949779"/>
              <a:gd name="connsiteX2791" fmla="*/ 8456878 w 12233785"/>
              <a:gd name="connsiteY2791" fmla="*/ 909690 h 949779"/>
              <a:gd name="connsiteX2792" fmla="*/ 8483381 w 12233785"/>
              <a:gd name="connsiteY2792" fmla="*/ 906292 h 949779"/>
              <a:gd name="connsiteX2793" fmla="*/ 8510072 w 12233785"/>
              <a:gd name="connsiteY2793" fmla="*/ 910205 h 949779"/>
              <a:gd name="connsiteX2794" fmla="*/ 8541561 w 12233785"/>
              <a:gd name="connsiteY2794" fmla="*/ 916267 h 949779"/>
              <a:gd name="connsiteX2795" fmla="*/ 8559544 w 12233785"/>
              <a:gd name="connsiteY2795" fmla="*/ 913412 h 949779"/>
              <a:gd name="connsiteX2796" fmla="*/ 8560870 w 12233785"/>
              <a:gd name="connsiteY2796" fmla="*/ 913250 h 949779"/>
              <a:gd name="connsiteX2797" fmla="*/ 8570588 w 12233785"/>
              <a:gd name="connsiteY2797" fmla="*/ 915261 h 949779"/>
              <a:gd name="connsiteX2798" fmla="*/ 8598226 w 12233785"/>
              <a:gd name="connsiteY2798" fmla="*/ 919610 h 949779"/>
              <a:gd name="connsiteX2799" fmla="*/ 8623971 w 12233785"/>
              <a:gd name="connsiteY2799" fmla="*/ 915968 h 949779"/>
              <a:gd name="connsiteX2800" fmla="*/ 8652557 w 12233785"/>
              <a:gd name="connsiteY2800" fmla="*/ 912815 h 949779"/>
              <a:gd name="connsiteX2801" fmla="*/ 8663347 w 12233785"/>
              <a:gd name="connsiteY2801" fmla="*/ 912951 h 949779"/>
              <a:gd name="connsiteX2802" fmla="*/ 8674137 w 12233785"/>
              <a:gd name="connsiteY2802" fmla="*/ 913086 h 949779"/>
              <a:gd name="connsiteX2803" fmla="*/ 8708212 w 12233785"/>
              <a:gd name="connsiteY2803" fmla="*/ 907759 h 949779"/>
              <a:gd name="connsiteX2804" fmla="*/ 8727458 w 12233785"/>
              <a:gd name="connsiteY2804" fmla="*/ 918794 h 949779"/>
              <a:gd name="connsiteX2805" fmla="*/ 8739637 w 12233785"/>
              <a:gd name="connsiteY2805" fmla="*/ 919230 h 949779"/>
              <a:gd name="connsiteX2806" fmla="*/ 8745379 w 12233785"/>
              <a:gd name="connsiteY2806" fmla="*/ 919283 h 949779"/>
              <a:gd name="connsiteX2807" fmla="*/ 8777499 w 12233785"/>
              <a:gd name="connsiteY2807" fmla="*/ 919039 h 949779"/>
              <a:gd name="connsiteX2808" fmla="*/ 8781032 w 12233785"/>
              <a:gd name="connsiteY2808" fmla="*/ 919039 h 949779"/>
              <a:gd name="connsiteX2809" fmla="*/ 8796428 w 12233785"/>
              <a:gd name="connsiteY2809" fmla="*/ 919691 h 949779"/>
              <a:gd name="connsiteX2810" fmla="*/ 8799773 w 12233785"/>
              <a:gd name="connsiteY2810" fmla="*/ 923932 h 949779"/>
              <a:gd name="connsiteX2811" fmla="*/ 8805958 w 12233785"/>
              <a:gd name="connsiteY2811" fmla="*/ 931053 h 949779"/>
              <a:gd name="connsiteX2812" fmla="*/ 8808923 w 12233785"/>
              <a:gd name="connsiteY2812" fmla="*/ 931107 h 949779"/>
              <a:gd name="connsiteX2813" fmla="*/ 8852842 w 12233785"/>
              <a:gd name="connsiteY2813" fmla="*/ 923143 h 949779"/>
              <a:gd name="connsiteX2814" fmla="*/ 8846279 w 12233785"/>
              <a:gd name="connsiteY2814" fmla="*/ 915615 h 949779"/>
              <a:gd name="connsiteX2815" fmla="*/ 8861235 w 12233785"/>
              <a:gd name="connsiteY2815" fmla="*/ 912760 h 949779"/>
              <a:gd name="connsiteX2816" fmla="*/ 8879534 w 12233785"/>
              <a:gd name="connsiteY2816" fmla="*/ 915914 h 949779"/>
              <a:gd name="connsiteX2817" fmla="*/ 8881426 w 12233785"/>
              <a:gd name="connsiteY2817" fmla="*/ 917299 h 949779"/>
              <a:gd name="connsiteX2818" fmla="*/ 8880796 w 12233785"/>
              <a:gd name="connsiteY2818" fmla="*/ 917109 h 949779"/>
              <a:gd name="connsiteX2819" fmla="*/ 8879344 w 12233785"/>
              <a:gd name="connsiteY2819" fmla="*/ 916919 h 949779"/>
              <a:gd name="connsiteX2820" fmla="*/ 8875874 w 12233785"/>
              <a:gd name="connsiteY2820" fmla="*/ 918468 h 949779"/>
              <a:gd name="connsiteX2821" fmla="*/ 8879091 w 12233785"/>
              <a:gd name="connsiteY2821" fmla="*/ 924774 h 949779"/>
              <a:gd name="connsiteX2822" fmla="*/ 8893416 w 12233785"/>
              <a:gd name="connsiteY2822" fmla="*/ 925100 h 949779"/>
              <a:gd name="connsiteX2823" fmla="*/ 8904585 w 12233785"/>
              <a:gd name="connsiteY2823" fmla="*/ 925018 h 949779"/>
              <a:gd name="connsiteX2824" fmla="*/ 8915628 w 12233785"/>
              <a:gd name="connsiteY2824" fmla="*/ 924937 h 949779"/>
              <a:gd name="connsiteX2825" fmla="*/ 8917458 w 12233785"/>
              <a:gd name="connsiteY2825" fmla="*/ 924937 h 949779"/>
              <a:gd name="connsiteX2826" fmla="*/ 8949513 w 12233785"/>
              <a:gd name="connsiteY2826" fmla="*/ 925372 h 949779"/>
              <a:gd name="connsiteX2827" fmla="*/ 8956076 w 12233785"/>
              <a:gd name="connsiteY2827" fmla="*/ 925481 h 949779"/>
              <a:gd name="connsiteX2828" fmla="*/ 8959609 w 12233785"/>
              <a:gd name="connsiteY2828" fmla="*/ 925481 h 949779"/>
              <a:gd name="connsiteX2829" fmla="*/ 8963143 w 12233785"/>
              <a:gd name="connsiteY2829" fmla="*/ 925481 h 949779"/>
              <a:gd name="connsiteX2830" fmla="*/ 8986302 w 12233785"/>
              <a:gd name="connsiteY2830" fmla="*/ 928416 h 949779"/>
              <a:gd name="connsiteX2831" fmla="*/ 8992359 w 12233785"/>
              <a:gd name="connsiteY2831" fmla="*/ 929422 h 949779"/>
              <a:gd name="connsiteX2832" fmla="*/ 9003781 w 12233785"/>
              <a:gd name="connsiteY2832" fmla="*/ 927166 h 949779"/>
              <a:gd name="connsiteX2833" fmla="*/ 9015771 w 12233785"/>
              <a:gd name="connsiteY2833" fmla="*/ 924910 h 949779"/>
              <a:gd name="connsiteX2834" fmla="*/ 9020124 w 12233785"/>
              <a:gd name="connsiteY2834" fmla="*/ 925317 h 949779"/>
              <a:gd name="connsiteX2835" fmla="*/ 9026434 w 12233785"/>
              <a:gd name="connsiteY2835" fmla="*/ 925616 h 949779"/>
              <a:gd name="connsiteX2836" fmla="*/ 9035836 w 12233785"/>
              <a:gd name="connsiteY2836" fmla="*/ 932547 h 949779"/>
              <a:gd name="connsiteX2837" fmla="*/ 9046689 w 12233785"/>
              <a:gd name="connsiteY2837" fmla="*/ 943963 h 949779"/>
              <a:gd name="connsiteX2838" fmla="*/ 9048456 w 12233785"/>
              <a:gd name="connsiteY2838" fmla="*/ 943963 h 949779"/>
              <a:gd name="connsiteX2839" fmla="*/ 9075717 w 12233785"/>
              <a:gd name="connsiteY2839" fmla="*/ 943175 h 949779"/>
              <a:gd name="connsiteX2840" fmla="*/ 9092376 w 12233785"/>
              <a:gd name="connsiteY2840" fmla="*/ 944941 h 949779"/>
              <a:gd name="connsiteX2841" fmla="*/ 9131184 w 12233785"/>
              <a:gd name="connsiteY2841" fmla="*/ 949453 h 949779"/>
              <a:gd name="connsiteX2842" fmla="*/ 9139387 w 12233785"/>
              <a:gd name="connsiteY2842" fmla="*/ 949399 h 949779"/>
              <a:gd name="connsiteX2843" fmla="*/ 9147527 w 12233785"/>
              <a:gd name="connsiteY2843" fmla="*/ 949345 h 949779"/>
              <a:gd name="connsiteX2844" fmla="*/ 9154215 w 12233785"/>
              <a:gd name="connsiteY2844" fmla="*/ 949426 h 949779"/>
              <a:gd name="connsiteX2845" fmla="*/ 9163555 w 12233785"/>
              <a:gd name="connsiteY2845" fmla="*/ 949535 h 949779"/>
              <a:gd name="connsiteX2846" fmla="*/ 9162861 w 12233785"/>
              <a:gd name="connsiteY2846" fmla="*/ 949779 h 949779"/>
              <a:gd name="connsiteX2847" fmla="*/ 9184252 w 12233785"/>
              <a:gd name="connsiteY2847" fmla="*/ 947931 h 949779"/>
              <a:gd name="connsiteX2848" fmla="*/ 9190247 w 12233785"/>
              <a:gd name="connsiteY2848" fmla="*/ 933798 h 949779"/>
              <a:gd name="connsiteX2849" fmla="*/ 9202236 w 12233785"/>
              <a:gd name="connsiteY2849" fmla="*/ 923388 h 949779"/>
              <a:gd name="connsiteX2850" fmla="*/ 9212079 w 12233785"/>
              <a:gd name="connsiteY2850" fmla="*/ 921621 h 949779"/>
              <a:gd name="connsiteX2851" fmla="*/ 9215425 w 12233785"/>
              <a:gd name="connsiteY2851" fmla="*/ 924040 h 949779"/>
              <a:gd name="connsiteX2852" fmla="*/ 9216054 w 12233785"/>
              <a:gd name="connsiteY2852" fmla="*/ 930183 h 949779"/>
              <a:gd name="connsiteX2853" fmla="*/ 9225394 w 12233785"/>
              <a:gd name="connsiteY2853" fmla="*/ 943256 h 949779"/>
              <a:gd name="connsiteX2854" fmla="*/ 9247669 w 12233785"/>
              <a:gd name="connsiteY2854" fmla="*/ 939016 h 949779"/>
              <a:gd name="connsiteX2855" fmla="*/ 9280104 w 12233785"/>
              <a:gd name="connsiteY2855" fmla="*/ 931569 h 949779"/>
              <a:gd name="connsiteX2856" fmla="*/ 9281618 w 12233785"/>
              <a:gd name="connsiteY2856" fmla="*/ 928987 h 949779"/>
              <a:gd name="connsiteX2857" fmla="*/ 9299476 w 12233785"/>
              <a:gd name="connsiteY2857" fmla="*/ 921513 h 949779"/>
              <a:gd name="connsiteX2858" fmla="*/ 9314179 w 12233785"/>
              <a:gd name="connsiteY2858" fmla="*/ 926568 h 949779"/>
              <a:gd name="connsiteX2859" fmla="*/ 9336769 w 12233785"/>
              <a:gd name="connsiteY2859" fmla="*/ 931705 h 949779"/>
              <a:gd name="connsiteX2860" fmla="*/ 9354311 w 12233785"/>
              <a:gd name="connsiteY2860" fmla="*/ 929666 h 949779"/>
              <a:gd name="connsiteX2861" fmla="*/ 9376523 w 12233785"/>
              <a:gd name="connsiteY2861" fmla="*/ 924366 h 949779"/>
              <a:gd name="connsiteX2862" fmla="*/ 9409273 w 12233785"/>
              <a:gd name="connsiteY2862" fmla="*/ 911972 h 949779"/>
              <a:gd name="connsiteX2863" fmla="*/ 9414574 w 12233785"/>
              <a:gd name="connsiteY2863" fmla="*/ 912136 h 949779"/>
              <a:gd name="connsiteX2864" fmla="*/ 9414699 w 12233785"/>
              <a:gd name="connsiteY2864" fmla="*/ 912136 h 949779"/>
              <a:gd name="connsiteX2865" fmla="*/ 9421641 w 12233785"/>
              <a:gd name="connsiteY2865" fmla="*/ 907759 h 949779"/>
              <a:gd name="connsiteX2866" fmla="*/ 9428645 w 12233785"/>
              <a:gd name="connsiteY2866" fmla="*/ 902269 h 949779"/>
              <a:gd name="connsiteX2867" fmla="*/ 9436785 w 12233785"/>
              <a:gd name="connsiteY2867" fmla="*/ 904579 h 949779"/>
              <a:gd name="connsiteX2868" fmla="*/ 9461836 w 12233785"/>
              <a:gd name="connsiteY2868" fmla="*/ 912380 h 949779"/>
              <a:gd name="connsiteX2869" fmla="*/ 9479252 w 12233785"/>
              <a:gd name="connsiteY2869" fmla="*/ 908412 h 949779"/>
              <a:gd name="connsiteX2870" fmla="*/ 9495659 w 12233785"/>
              <a:gd name="connsiteY2870" fmla="*/ 906183 h 949779"/>
              <a:gd name="connsiteX2871" fmla="*/ 9502916 w 12233785"/>
              <a:gd name="connsiteY2871" fmla="*/ 907107 h 949779"/>
              <a:gd name="connsiteX2872" fmla="*/ 9519386 w 12233785"/>
              <a:gd name="connsiteY2872" fmla="*/ 911347 h 949779"/>
              <a:gd name="connsiteX2873" fmla="*/ 9541344 w 12233785"/>
              <a:gd name="connsiteY2873" fmla="*/ 906591 h 949779"/>
              <a:gd name="connsiteX2874" fmla="*/ 9582929 w 12233785"/>
              <a:gd name="connsiteY2874" fmla="*/ 899932 h 949779"/>
              <a:gd name="connsiteX2875" fmla="*/ 9607854 w 12233785"/>
              <a:gd name="connsiteY2875" fmla="*/ 902351 h 949779"/>
              <a:gd name="connsiteX2876" fmla="*/ 9669630 w 12233785"/>
              <a:gd name="connsiteY2876" fmla="*/ 906754 h 949779"/>
              <a:gd name="connsiteX2877" fmla="*/ 9686416 w 12233785"/>
              <a:gd name="connsiteY2877" fmla="*/ 906889 h 949779"/>
              <a:gd name="connsiteX2878" fmla="*/ 9693546 w 12233785"/>
              <a:gd name="connsiteY2878" fmla="*/ 906889 h 949779"/>
              <a:gd name="connsiteX2879" fmla="*/ 9700488 w 12233785"/>
              <a:gd name="connsiteY2879" fmla="*/ 906889 h 949779"/>
              <a:gd name="connsiteX2880" fmla="*/ 9720996 w 12233785"/>
              <a:gd name="connsiteY2880" fmla="*/ 907107 h 949779"/>
              <a:gd name="connsiteX2881" fmla="*/ 9731975 w 12233785"/>
              <a:gd name="connsiteY2881" fmla="*/ 912760 h 949779"/>
              <a:gd name="connsiteX2882" fmla="*/ 9756395 w 12233785"/>
              <a:gd name="connsiteY2882" fmla="*/ 913739 h 949779"/>
              <a:gd name="connsiteX2883" fmla="*/ 9768763 w 12233785"/>
              <a:gd name="connsiteY2883" fmla="*/ 912462 h 949779"/>
              <a:gd name="connsiteX2884" fmla="*/ 9842530 w 12233785"/>
              <a:gd name="connsiteY2884" fmla="*/ 906563 h 949779"/>
              <a:gd name="connsiteX2885" fmla="*/ 9865625 w 12233785"/>
              <a:gd name="connsiteY2885" fmla="*/ 902351 h 949779"/>
              <a:gd name="connsiteX2886" fmla="*/ 9875027 w 12233785"/>
              <a:gd name="connsiteY2886" fmla="*/ 901236 h 949779"/>
              <a:gd name="connsiteX2887" fmla="*/ 9882914 w 12233785"/>
              <a:gd name="connsiteY2887" fmla="*/ 903112 h 949779"/>
              <a:gd name="connsiteX2888" fmla="*/ 9878561 w 12233785"/>
              <a:gd name="connsiteY2888" fmla="*/ 907950 h 949779"/>
              <a:gd name="connsiteX2889" fmla="*/ 9874080 w 12233785"/>
              <a:gd name="connsiteY2889" fmla="*/ 919637 h 949779"/>
              <a:gd name="connsiteX2890" fmla="*/ 9879886 w 12233785"/>
              <a:gd name="connsiteY2890" fmla="*/ 924312 h 949779"/>
              <a:gd name="connsiteX2891" fmla="*/ 9883735 w 12233785"/>
              <a:gd name="connsiteY2891" fmla="*/ 921866 h 949779"/>
              <a:gd name="connsiteX2892" fmla="*/ 9923237 w 12233785"/>
              <a:gd name="connsiteY2892" fmla="*/ 906944 h 949779"/>
              <a:gd name="connsiteX2893" fmla="*/ 9931376 w 12233785"/>
              <a:gd name="connsiteY2893" fmla="*/ 907135 h 949779"/>
              <a:gd name="connsiteX2894" fmla="*/ 9968103 w 12233785"/>
              <a:gd name="connsiteY2894" fmla="*/ 911021 h 949779"/>
              <a:gd name="connsiteX2895" fmla="*/ 9976747 w 12233785"/>
              <a:gd name="connsiteY2895" fmla="*/ 912054 h 949779"/>
              <a:gd name="connsiteX2896" fmla="*/ 9985392 w 12233785"/>
              <a:gd name="connsiteY2896" fmla="*/ 911102 h 949779"/>
              <a:gd name="connsiteX2897" fmla="*/ 10010002 w 12233785"/>
              <a:gd name="connsiteY2897" fmla="*/ 906672 h 949779"/>
              <a:gd name="connsiteX2898" fmla="*/ 10020918 w 12233785"/>
              <a:gd name="connsiteY2898" fmla="*/ 908521 h 949779"/>
              <a:gd name="connsiteX2899" fmla="*/ 10030952 w 12233785"/>
              <a:gd name="connsiteY2899" fmla="*/ 910614 h 949779"/>
              <a:gd name="connsiteX2900" fmla="*/ 10041426 w 12233785"/>
              <a:gd name="connsiteY2900" fmla="*/ 908847 h 949779"/>
              <a:gd name="connsiteX2901" fmla="*/ 10050639 w 12233785"/>
              <a:gd name="connsiteY2901" fmla="*/ 907080 h 949779"/>
              <a:gd name="connsiteX2902" fmla="*/ 10053604 w 12233785"/>
              <a:gd name="connsiteY2902" fmla="*/ 907406 h 949779"/>
              <a:gd name="connsiteX2903" fmla="*/ 10070705 w 12233785"/>
              <a:gd name="connsiteY2903" fmla="*/ 909281 h 949779"/>
              <a:gd name="connsiteX2904" fmla="*/ 10092918 w 12233785"/>
              <a:gd name="connsiteY2904" fmla="*/ 907461 h 949779"/>
              <a:gd name="connsiteX2905" fmla="*/ 10107368 w 12233785"/>
              <a:gd name="connsiteY2905" fmla="*/ 906700 h 949779"/>
              <a:gd name="connsiteX2906" fmla="*/ 10137025 w 12233785"/>
              <a:gd name="connsiteY2906" fmla="*/ 907896 h 949779"/>
              <a:gd name="connsiteX2907" fmla="*/ 10138351 w 12233785"/>
              <a:gd name="connsiteY2907" fmla="*/ 912298 h 949779"/>
              <a:gd name="connsiteX2908" fmla="*/ 10131977 w 12233785"/>
              <a:gd name="connsiteY2908" fmla="*/ 920181 h 949779"/>
              <a:gd name="connsiteX2909" fmla="*/ 10137720 w 12233785"/>
              <a:gd name="connsiteY2909" fmla="*/ 923496 h 949779"/>
              <a:gd name="connsiteX2910" fmla="*/ 10150025 w 12233785"/>
              <a:gd name="connsiteY2910" fmla="*/ 920208 h 949779"/>
              <a:gd name="connsiteX2911" fmla="*/ 10204481 w 12233785"/>
              <a:gd name="connsiteY2911" fmla="*/ 913630 h 949779"/>
              <a:gd name="connsiteX2912" fmla="*/ 10209277 w 12233785"/>
              <a:gd name="connsiteY2912" fmla="*/ 913712 h 949779"/>
              <a:gd name="connsiteX2913" fmla="*/ 10222529 w 12233785"/>
              <a:gd name="connsiteY2913" fmla="*/ 913332 h 949779"/>
              <a:gd name="connsiteX2914" fmla="*/ 10235716 w 12233785"/>
              <a:gd name="connsiteY2914" fmla="*/ 912951 h 949779"/>
              <a:gd name="connsiteX2915" fmla="*/ 10260516 w 12233785"/>
              <a:gd name="connsiteY2915" fmla="*/ 916240 h 949779"/>
              <a:gd name="connsiteX2916" fmla="*/ 10284431 w 12233785"/>
              <a:gd name="connsiteY2916" fmla="*/ 919012 h 949779"/>
              <a:gd name="connsiteX2917" fmla="*/ 10304939 w 12233785"/>
              <a:gd name="connsiteY2917" fmla="*/ 919175 h 949779"/>
              <a:gd name="connsiteX2918" fmla="*/ 10318443 w 12233785"/>
              <a:gd name="connsiteY2918" fmla="*/ 919148 h 949779"/>
              <a:gd name="connsiteX2919" fmla="*/ 10331947 w 12233785"/>
              <a:gd name="connsiteY2919" fmla="*/ 919121 h 949779"/>
              <a:gd name="connsiteX2920" fmla="*/ 10342232 w 12233785"/>
              <a:gd name="connsiteY2920" fmla="*/ 919148 h 949779"/>
              <a:gd name="connsiteX2921" fmla="*/ 10343368 w 12233785"/>
              <a:gd name="connsiteY2921" fmla="*/ 919148 h 949779"/>
              <a:gd name="connsiteX2922" fmla="*/ 10381482 w 12233785"/>
              <a:gd name="connsiteY2922" fmla="*/ 915642 h 949779"/>
              <a:gd name="connsiteX2923" fmla="*/ 10419533 w 12233785"/>
              <a:gd name="connsiteY2923" fmla="*/ 912136 h 949779"/>
              <a:gd name="connsiteX2924" fmla="*/ 10429250 w 12233785"/>
              <a:gd name="connsiteY2924" fmla="*/ 912462 h 949779"/>
              <a:gd name="connsiteX2925" fmla="*/ 10434550 w 12233785"/>
              <a:gd name="connsiteY2925" fmla="*/ 911021 h 949779"/>
              <a:gd name="connsiteX2926" fmla="*/ 10436380 w 12233785"/>
              <a:gd name="connsiteY2926" fmla="*/ 909146 h 949779"/>
              <a:gd name="connsiteX2927" fmla="*/ 10431837 w 12233785"/>
              <a:gd name="connsiteY2927" fmla="*/ 907080 h 949779"/>
              <a:gd name="connsiteX2928" fmla="*/ 10418775 w 12233785"/>
              <a:gd name="connsiteY2928" fmla="*/ 903275 h 949779"/>
              <a:gd name="connsiteX2929" fmla="*/ 10432027 w 12233785"/>
              <a:gd name="connsiteY2929" fmla="*/ 896453 h 949779"/>
              <a:gd name="connsiteX2930" fmla="*/ 10435813 w 12233785"/>
              <a:gd name="connsiteY2930" fmla="*/ 896915 h 949779"/>
              <a:gd name="connsiteX2931" fmla="*/ 10447045 w 12233785"/>
              <a:gd name="connsiteY2931" fmla="*/ 898872 h 949779"/>
              <a:gd name="connsiteX2932" fmla="*/ 10456699 w 12233785"/>
              <a:gd name="connsiteY2932" fmla="*/ 896289 h 949779"/>
              <a:gd name="connsiteX2933" fmla="*/ 10470771 w 12233785"/>
              <a:gd name="connsiteY2933" fmla="*/ 890283 h 949779"/>
              <a:gd name="connsiteX2934" fmla="*/ 10475062 w 12233785"/>
              <a:gd name="connsiteY2934" fmla="*/ 890799 h 949779"/>
              <a:gd name="connsiteX2935" fmla="*/ 10479289 w 12233785"/>
              <a:gd name="connsiteY2935" fmla="*/ 899143 h 949779"/>
              <a:gd name="connsiteX2936" fmla="*/ 10479289 w 12233785"/>
              <a:gd name="connsiteY2936" fmla="*/ 902133 h 949779"/>
              <a:gd name="connsiteX2937" fmla="*/ 10487177 w 12233785"/>
              <a:gd name="connsiteY2937" fmla="*/ 904743 h 949779"/>
              <a:gd name="connsiteX2938" fmla="*/ 10505666 w 12233785"/>
              <a:gd name="connsiteY2938" fmla="*/ 900829 h 949779"/>
              <a:gd name="connsiteX2939" fmla="*/ 10515509 w 12233785"/>
              <a:gd name="connsiteY2939" fmla="*/ 903221 h 949779"/>
              <a:gd name="connsiteX2940" fmla="*/ 10522262 w 12233785"/>
              <a:gd name="connsiteY2940" fmla="*/ 905069 h 949779"/>
              <a:gd name="connsiteX2941" fmla="*/ 10529834 w 12233785"/>
              <a:gd name="connsiteY2941" fmla="*/ 903438 h 949779"/>
              <a:gd name="connsiteX2942" fmla="*/ 10537028 w 12233785"/>
              <a:gd name="connsiteY2942" fmla="*/ 901807 h 949779"/>
              <a:gd name="connsiteX2943" fmla="*/ 10541318 w 12233785"/>
              <a:gd name="connsiteY2943" fmla="*/ 902758 h 949779"/>
              <a:gd name="connsiteX2944" fmla="*/ 10549143 w 12233785"/>
              <a:gd name="connsiteY2944" fmla="*/ 904688 h 949779"/>
              <a:gd name="connsiteX2945" fmla="*/ 10561511 w 12233785"/>
              <a:gd name="connsiteY2945" fmla="*/ 900720 h 949779"/>
              <a:gd name="connsiteX2946" fmla="*/ 10570598 w 12233785"/>
              <a:gd name="connsiteY2946" fmla="*/ 886505 h 949779"/>
              <a:gd name="connsiteX2947" fmla="*/ 10581893 w 12233785"/>
              <a:gd name="connsiteY2947" fmla="*/ 882618 h 949779"/>
              <a:gd name="connsiteX2948" fmla="*/ 10585615 w 12233785"/>
              <a:gd name="connsiteY2948" fmla="*/ 882836 h 949779"/>
              <a:gd name="connsiteX2949" fmla="*/ 10594071 w 12233785"/>
              <a:gd name="connsiteY2949" fmla="*/ 886559 h 949779"/>
              <a:gd name="connsiteX2950" fmla="*/ 10594892 w 12233785"/>
              <a:gd name="connsiteY2950" fmla="*/ 892675 h 949779"/>
              <a:gd name="connsiteX2951" fmla="*/ 10618555 w 12233785"/>
              <a:gd name="connsiteY2951" fmla="*/ 903356 h 949779"/>
              <a:gd name="connsiteX2952" fmla="*/ 10641587 w 12233785"/>
              <a:gd name="connsiteY2952" fmla="*/ 906917 h 949779"/>
              <a:gd name="connsiteX2953" fmla="*/ 10654018 w 12233785"/>
              <a:gd name="connsiteY2953" fmla="*/ 905069 h 949779"/>
              <a:gd name="connsiteX2954" fmla="*/ 10685443 w 12233785"/>
              <a:gd name="connsiteY2954" fmla="*/ 899932 h 949779"/>
              <a:gd name="connsiteX2955" fmla="*/ 10713271 w 12233785"/>
              <a:gd name="connsiteY2955" fmla="*/ 904362 h 949779"/>
              <a:gd name="connsiteX2956" fmla="*/ 10739648 w 12233785"/>
              <a:gd name="connsiteY2956" fmla="*/ 901508 h 949779"/>
              <a:gd name="connsiteX2957" fmla="*/ 10758263 w 12233785"/>
              <a:gd name="connsiteY2957" fmla="*/ 906102 h 949779"/>
              <a:gd name="connsiteX2958" fmla="*/ 10769810 w 12233785"/>
              <a:gd name="connsiteY2958" fmla="*/ 905096 h 949779"/>
              <a:gd name="connsiteX2959" fmla="*/ 10797007 w 12233785"/>
              <a:gd name="connsiteY2959" fmla="*/ 900665 h 949779"/>
              <a:gd name="connsiteX2960" fmla="*/ 10805715 w 12233785"/>
              <a:gd name="connsiteY2960" fmla="*/ 900747 h 949779"/>
              <a:gd name="connsiteX2961" fmla="*/ 10824962 w 12233785"/>
              <a:gd name="connsiteY2961" fmla="*/ 900856 h 949779"/>
              <a:gd name="connsiteX2962" fmla="*/ 10836887 w 12233785"/>
              <a:gd name="connsiteY2962" fmla="*/ 900856 h 949779"/>
              <a:gd name="connsiteX2963" fmla="*/ 10848371 w 12233785"/>
              <a:gd name="connsiteY2963" fmla="*/ 900856 h 949779"/>
              <a:gd name="connsiteX2964" fmla="*/ 10857143 w 12233785"/>
              <a:gd name="connsiteY2964" fmla="*/ 900856 h 949779"/>
              <a:gd name="connsiteX2965" fmla="*/ 10857585 w 12233785"/>
              <a:gd name="connsiteY2965" fmla="*/ 900856 h 949779"/>
              <a:gd name="connsiteX2966" fmla="*/ 10879102 w 12233785"/>
              <a:gd name="connsiteY2966" fmla="*/ 892376 h 949779"/>
              <a:gd name="connsiteX2967" fmla="*/ 10884088 w 12233785"/>
              <a:gd name="connsiteY2967" fmla="*/ 889712 h 949779"/>
              <a:gd name="connsiteX2968" fmla="*/ 10887811 w 12233785"/>
              <a:gd name="connsiteY2968" fmla="*/ 890337 h 949779"/>
              <a:gd name="connsiteX2969" fmla="*/ 10898033 w 12233785"/>
              <a:gd name="connsiteY2969" fmla="*/ 892946 h 949779"/>
              <a:gd name="connsiteX2970" fmla="*/ 10904280 w 12233785"/>
              <a:gd name="connsiteY2970" fmla="*/ 888217 h 949779"/>
              <a:gd name="connsiteX2971" fmla="*/ 10918352 w 12233785"/>
              <a:gd name="connsiteY2971" fmla="*/ 868485 h 949779"/>
              <a:gd name="connsiteX2972" fmla="*/ 10929142 w 12233785"/>
              <a:gd name="connsiteY2972" fmla="*/ 863810 h 949779"/>
              <a:gd name="connsiteX2973" fmla="*/ 10937535 w 12233785"/>
              <a:gd name="connsiteY2973" fmla="*/ 864788 h 949779"/>
              <a:gd name="connsiteX2974" fmla="*/ 10955203 w 12233785"/>
              <a:gd name="connsiteY2974" fmla="*/ 869681 h 949779"/>
              <a:gd name="connsiteX2975" fmla="*/ 10959621 w 12233785"/>
              <a:gd name="connsiteY2975" fmla="*/ 868947 h 949779"/>
              <a:gd name="connsiteX2976" fmla="*/ 11000700 w 12233785"/>
              <a:gd name="connsiteY2976" fmla="*/ 862098 h 949779"/>
              <a:gd name="connsiteX2977" fmla="*/ 11004739 w 12233785"/>
              <a:gd name="connsiteY2977" fmla="*/ 860168 h 949779"/>
              <a:gd name="connsiteX2978" fmla="*/ 10993884 w 12233785"/>
              <a:gd name="connsiteY2978" fmla="*/ 857205 h 949779"/>
              <a:gd name="connsiteX2979" fmla="*/ 10984672 w 12233785"/>
              <a:gd name="connsiteY2979" fmla="*/ 854188 h 949779"/>
              <a:gd name="connsiteX2980" fmla="*/ 11010543 w 12233785"/>
              <a:gd name="connsiteY2980" fmla="*/ 845491 h 949779"/>
              <a:gd name="connsiteX2981" fmla="*/ 11014456 w 12233785"/>
              <a:gd name="connsiteY2981" fmla="*/ 845953 h 949779"/>
              <a:gd name="connsiteX2982" fmla="*/ 11033070 w 12233785"/>
              <a:gd name="connsiteY2982" fmla="*/ 856634 h 949779"/>
              <a:gd name="connsiteX2983" fmla="*/ 11054084 w 12233785"/>
              <a:gd name="connsiteY2983" fmla="*/ 851933 h 949779"/>
              <a:gd name="connsiteX2984" fmla="*/ 11058879 w 12233785"/>
              <a:gd name="connsiteY2984" fmla="*/ 851634 h 949779"/>
              <a:gd name="connsiteX2985" fmla="*/ 11071563 w 12233785"/>
              <a:gd name="connsiteY2985" fmla="*/ 856906 h 949779"/>
              <a:gd name="connsiteX2986" fmla="*/ 11125325 w 12233785"/>
              <a:gd name="connsiteY2986" fmla="*/ 843507 h 949779"/>
              <a:gd name="connsiteX2987" fmla="*/ 11137946 w 12233785"/>
              <a:gd name="connsiteY2987" fmla="*/ 844567 h 949779"/>
              <a:gd name="connsiteX2988" fmla="*/ 11197136 w 12233785"/>
              <a:gd name="connsiteY2988" fmla="*/ 836359 h 949779"/>
              <a:gd name="connsiteX2989" fmla="*/ 11258596 w 12233785"/>
              <a:gd name="connsiteY2989" fmla="*/ 821193 h 949779"/>
              <a:gd name="connsiteX2990" fmla="*/ 11280555 w 12233785"/>
              <a:gd name="connsiteY2990" fmla="*/ 815512 h 949779"/>
              <a:gd name="connsiteX2991" fmla="*/ 11285414 w 12233785"/>
              <a:gd name="connsiteY2991" fmla="*/ 814724 h 949779"/>
              <a:gd name="connsiteX2992" fmla="*/ 11290526 w 12233785"/>
              <a:gd name="connsiteY2992" fmla="*/ 816626 h 949779"/>
              <a:gd name="connsiteX2993" fmla="*/ 11347443 w 12233785"/>
              <a:gd name="connsiteY2993" fmla="*/ 836766 h 949779"/>
              <a:gd name="connsiteX2994" fmla="*/ 11360380 w 12233785"/>
              <a:gd name="connsiteY2994" fmla="*/ 839049 h 949779"/>
              <a:gd name="connsiteX2995" fmla="*/ 11375587 w 12233785"/>
              <a:gd name="connsiteY2995" fmla="*/ 836331 h 949779"/>
              <a:gd name="connsiteX2996" fmla="*/ 11413638 w 12233785"/>
              <a:gd name="connsiteY2996" fmla="*/ 824427 h 949779"/>
              <a:gd name="connsiteX2997" fmla="*/ 11416792 w 12233785"/>
              <a:gd name="connsiteY2997" fmla="*/ 816626 h 949779"/>
              <a:gd name="connsiteX2998" fmla="*/ 11369340 w 12233785"/>
              <a:gd name="connsiteY2998" fmla="*/ 800291 h 949779"/>
              <a:gd name="connsiteX2999" fmla="*/ 11362840 w 12233785"/>
              <a:gd name="connsiteY2999" fmla="*/ 800644 h 949779"/>
              <a:gd name="connsiteX3000" fmla="*/ 11361389 w 12233785"/>
              <a:gd name="connsiteY3000" fmla="*/ 800726 h 949779"/>
              <a:gd name="connsiteX3001" fmla="*/ 11361291 w 12233785"/>
              <a:gd name="connsiteY3001" fmla="*/ 800520 h 949779"/>
              <a:gd name="connsiteX3002" fmla="*/ 11373526 w 12233785"/>
              <a:gd name="connsiteY3002" fmla="*/ 800089 h 949779"/>
              <a:gd name="connsiteX3003" fmla="*/ 11373566 w 12233785"/>
              <a:gd name="connsiteY3003" fmla="*/ 799730 h 949779"/>
              <a:gd name="connsiteX3004" fmla="*/ 11372609 w 12233785"/>
              <a:gd name="connsiteY3004" fmla="*/ 799692 h 949779"/>
              <a:gd name="connsiteX3005" fmla="*/ 11373618 w 12233785"/>
              <a:gd name="connsiteY3005" fmla="*/ 799260 h 949779"/>
              <a:gd name="connsiteX3006" fmla="*/ 11374584 w 12233785"/>
              <a:gd name="connsiteY3006" fmla="*/ 790558 h 949779"/>
              <a:gd name="connsiteX3007" fmla="*/ 11386200 w 12233785"/>
              <a:gd name="connsiteY3007" fmla="*/ 793871 h 949779"/>
              <a:gd name="connsiteX3008" fmla="*/ 11373618 w 12233785"/>
              <a:gd name="connsiteY3008" fmla="*/ 799260 h 949779"/>
              <a:gd name="connsiteX3009" fmla="*/ 11373566 w 12233785"/>
              <a:gd name="connsiteY3009" fmla="*/ 799730 h 949779"/>
              <a:gd name="connsiteX3010" fmla="*/ 11444670 w 12233785"/>
              <a:gd name="connsiteY3010" fmla="*/ 802495 h 949779"/>
              <a:gd name="connsiteX3011" fmla="*/ 11573457 w 12233785"/>
              <a:gd name="connsiteY3011" fmla="*/ 802461 h 949779"/>
              <a:gd name="connsiteX3012" fmla="*/ 11667014 w 12233785"/>
              <a:gd name="connsiteY3012" fmla="*/ 801533 h 949779"/>
              <a:gd name="connsiteX3013" fmla="*/ 11681378 w 12233785"/>
              <a:gd name="connsiteY3013" fmla="*/ 808010 h 949779"/>
              <a:gd name="connsiteX3014" fmla="*/ 11682956 w 12233785"/>
              <a:gd name="connsiteY3014" fmla="*/ 808010 h 949779"/>
              <a:gd name="connsiteX3015" fmla="*/ 11708702 w 12233785"/>
              <a:gd name="connsiteY3015" fmla="*/ 801351 h 949779"/>
              <a:gd name="connsiteX3016" fmla="*/ 11709026 w 12233785"/>
              <a:gd name="connsiteY3016" fmla="*/ 801074 h 949779"/>
              <a:gd name="connsiteX3017" fmla="*/ 11737810 w 12233785"/>
              <a:gd name="connsiteY3017" fmla="*/ 800687 h 949779"/>
              <a:gd name="connsiteX3018" fmla="*/ 11754004 w 12233785"/>
              <a:gd name="connsiteY3018" fmla="*/ 800460 h 949779"/>
              <a:gd name="connsiteX3019" fmla="*/ 11759345 w 12233785"/>
              <a:gd name="connsiteY3019" fmla="*/ 798388 h 949779"/>
              <a:gd name="connsiteX3020" fmla="*/ 11765366 w 12233785"/>
              <a:gd name="connsiteY3020" fmla="*/ 800644 h 949779"/>
              <a:gd name="connsiteX3021" fmla="*/ 11769342 w 12233785"/>
              <a:gd name="connsiteY3021" fmla="*/ 800970 h 949779"/>
              <a:gd name="connsiteX3022" fmla="*/ 11779186 w 12233785"/>
              <a:gd name="connsiteY3022" fmla="*/ 796595 h 949779"/>
              <a:gd name="connsiteX3023" fmla="*/ 11779757 w 12233785"/>
              <a:gd name="connsiteY3023" fmla="*/ 794813 h 949779"/>
              <a:gd name="connsiteX3024" fmla="*/ 11787065 w 12233785"/>
              <a:gd name="connsiteY3024" fmla="*/ 797017 h 949779"/>
              <a:gd name="connsiteX3025" fmla="*/ 11799174 w 12233785"/>
              <a:gd name="connsiteY3025" fmla="*/ 799247 h 949779"/>
              <a:gd name="connsiteX3026" fmla="*/ 11909071 w 12233785"/>
              <a:gd name="connsiteY3026" fmla="*/ 776433 h 949779"/>
              <a:gd name="connsiteX3027" fmla="*/ 11937373 w 12233785"/>
              <a:gd name="connsiteY3027" fmla="*/ 776433 h 949779"/>
              <a:gd name="connsiteX3028" fmla="*/ 11938391 w 12233785"/>
              <a:gd name="connsiteY3028" fmla="*/ 776536 h 949779"/>
              <a:gd name="connsiteX3029" fmla="*/ 11939196 w 12233785"/>
              <a:gd name="connsiteY3029" fmla="*/ 776433 h 949779"/>
              <a:gd name="connsiteX3030" fmla="*/ 11987631 w 12233785"/>
              <a:gd name="connsiteY3030" fmla="*/ 776433 h 949779"/>
              <a:gd name="connsiteX3031" fmla="*/ 12001669 w 12233785"/>
              <a:gd name="connsiteY3031" fmla="*/ 768886 h 949779"/>
              <a:gd name="connsiteX3032" fmla="*/ 12013057 w 12233785"/>
              <a:gd name="connsiteY3032" fmla="*/ 773940 h 949779"/>
              <a:gd name="connsiteX3033" fmla="*/ 12026734 w 12233785"/>
              <a:gd name="connsiteY3033" fmla="*/ 776210 h 949779"/>
              <a:gd name="connsiteX3034" fmla="*/ 12047874 w 12233785"/>
              <a:gd name="connsiteY3034" fmla="*/ 771046 h 949779"/>
              <a:gd name="connsiteX3035" fmla="*/ 12075701 w 12233785"/>
              <a:gd name="connsiteY3035" fmla="*/ 764387 h 949779"/>
              <a:gd name="connsiteX3036" fmla="*/ 12102583 w 12233785"/>
              <a:gd name="connsiteY3036" fmla="*/ 745823 h 949779"/>
              <a:gd name="connsiteX3037" fmla="*/ 12110722 w 12233785"/>
              <a:gd name="connsiteY3037" fmla="*/ 725384 h 949779"/>
              <a:gd name="connsiteX3038" fmla="*/ 12102961 w 12233785"/>
              <a:gd name="connsiteY3038" fmla="*/ 718780 h 949779"/>
              <a:gd name="connsiteX3039" fmla="*/ 12096019 w 12233785"/>
              <a:gd name="connsiteY3039" fmla="*/ 716795 h 949779"/>
              <a:gd name="connsiteX3040" fmla="*/ 12087816 w 12233785"/>
              <a:gd name="connsiteY3040" fmla="*/ 718834 h 949779"/>
              <a:gd name="connsiteX3041" fmla="*/ 12075890 w 12233785"/>
              <a:gd name="connsiteY3041" fmla="*/ 729298 h 949779"/>
              <a:gd name="connsiteX3042" fmla="*/ 12071978 w 12233785"/>
              <a:gd name="connsiteY3042" fmla="*/ 731445 h 949779"/>
              <a:gd name="connsiteX3043" fmla="*/ 12064532 w 12233785"/>
              <a:gd name="connsiteY3043" fmla="*/ 728238 h 949779"/>
              <a:gd name="connsiteX3044" fmla="*/ 12093117 w 12233785"/>
              <a:gd name="connsiteY3044" fmla="*/ 702173 h 949779"/>
              <a:gd name="connsiteX3045" fmla="*/ 12130915 w 12233785"/>
              <a:gd name="connsiteY3045" fmla="*/ 691274 h 949779"/>
              <a:gd name="connsiteX3046" fmla="*/ 12137856 w 12233785"/>
              <a:gd name="connsiteY3046" fmla="*/ 686490 h 949779"/>
              <a:gd name="connsiteX3047" fmla="*/ 12126435 w 12233785"/>
              <a:gd name="connsiteY3047" fmla="*/ 684397 h 949779"/>
              <a:gd name="connsiteX3048" fmla="*/ 12094379 w 12233785"/>
              <a:gd name="connsiteY3048" fmla="*/ 684071 h 949779"/>
              <a:gd name="connsiteX3049" fmla="*/ 12076142 w 12233785"/>
              <a:gd name="connsiteY3049" fmla="*/ 671595 h 949779"/>
              <a:gd name="connsiteX3050" fmla="*/ 12066930 w 12233785"/>
              <a:gd name="connsiteY3050" fmla="*/ 668986 h 949779"/>
              <a:gd name="connsiteX3051" fmla="*/ 12062196 w 12233785"/>
              <a:gd name="connsiteY3051" fmla="*/ 657380 h 949779"/>
              <a:gd name="connsiteX3052" fmla="*/ 12065290 w 12233785"/>
              <a:gd name="connsiteY3052" fmla="*/ 642622 h 949779"/>
              <a:gd name="connsiteX3053" fmla="*/ 12087690 w 12233785"/>
              <a:gd name="connsiteY3053" fmla="*/ 631831 h 949779"/>
              <a:gd name="connsiteX3054" fmla="*/ 12086417 w 12233785"/>
              <a:gd name="connsiteY3054" fmla="*/ 628751 h 949779"/>
              <a:gd name="connsiteX3055" fmla="*/ 12087423 w 12233785"/>
              <a:gd name="connsiteY3055" fmla="*/ 628366 h 949779"/>
              <a:gd name="connsiteX3056" fmla="*/ 12096243 w 12233785"/>
              <a:gd name="connsiteY3056" fmla="*/ 622114 h 949779"/>
              <a:gd name="connsiteX3057" fmla="*/ 12102771 w 12233785"/>
              <a:gd name="connsiteY3057" fmla="*/ 621612 h 949779"/>
              <a:gd name="connsiteX3058" fmla="*/ 12124984 w 12233785"/>
              <a:gd name="connsiteY3058" fmla="*/ 616393 h 949779"/>
              <a:gd name="connsiteX3059" fmla="*/ 12167072 w 12233785"/>
              <a:gd name="connsiteY3059" fmla="*/ 608593 h 949779"/>
              <a:gd name="connsiteX3060" fmla="*/ 12171552 w 12233785"/>
              <a:gd name="connsiteY3060" fmla="*/ 608729 h 949779"/>
              <a:gd name="connsiteX3061" fmla="*/ 12176411 w 12233785"/>
              <a:gd name="connsiteY3061" fmla="*/ 606854 h 949779"/>
              <a:gd name="connsiteX3062" fmla="*/ 12168460 w 12233785"/>
              <a:gd name="connsiteY3062" fmla="*/ 603565 h 949779"/>
              <a:gd name="connsiteX3063" fmla="*/ 12085734 w 12233785"/>
              <a:gd name="connsiteY3063" fmla="*/ 603076 h 949779"/>
              <a:gd name="connsiteX3064" fmla="*/ 12080559 w 12233785"/>
              <a:gd name="connsiteY3064" fmla="*/ 599461 h 949779"/>
              <a:gd name="connsiteX3065" fmla="*/ 12098039 w 12233785"/>
              <a:gd name="connsiteY3065" fmla="*/ 588803 h 949779"/>
              <a:gd name="connsiteX3066" fmla="*/ 12098445 w 12233785"/>
              <a:gd name="connsiteY3066" fmla="*/ 588752 h 949779"/>
              <a:gd name="connsiteX3067" fmla="*/ 12097959 w 12233785"/>
              <a:gd name="connsiteY3067" fmla="*/ 589148 h 949779"/>
              <a:gd name="connsiteX3068" fmla="*/ 12104982 w 12233785"/>
              <a:gd name="connsiteY3068" fmla="*/ 589148 h 949779"/>
              <a:gd name="connsiteX3069" fmla="*/ 12104497 w 12233785"/>
              <a:gd name="connsiteY3069" fmla="*/ 588752 h 949779"/>
              <a:gd name="connsiteX3070" fmla="*/ 12149126 w 12233785"/>
              <a:gd name="connsiteY3070" fmla="*/ 584124 h 949779"/>
              <a:gd name="connsiteX3071" fmla="*/ 12128486 w 12233785"/>
              <a:gd name="connsiteY3071" fmla="*/ 581749 h 949779"/>
              <a:gd name="connsiteX3072" fmla="*/ 12125730 w 12233785"/>
              <a:gd name="connsiteY3072" fmla="*/ 579225 h 949779"/>
              <a:gd name="connsiteX3073" fmla="*/ 12127774 w 12233785"/>
              <a:gd name="connsiteY3073" fmla="*/ 578735 h 949779"/>
              <a:gd name="connsiteX3074" fmla="*/ 12133375 w 12233785"/>
              <a:gd name="connsiteY3074" fmla="*/ 578858 h 949779"/>
              <a:gd name="connsiteX3075" fmla="*/ 12145869 w 12233785"/>
              <a:gd name="connsiteY3075" fmla="*/ 577907 h 949779"/>
              <a:gd name="connsiteX3076" fmla="*/ 12145603 w 12233785"/>
              <a:gd name="connsiteY3076" fmla="*/ 574460 h 949779"/>
              <a:gd name="connsiteX3077" fmla="*/ 12147504 w 12233785"/>
              <a:gd name="connsiteY3077" fmla="*/ 574005 h 949779"/>
              <a:gd name="connsiteX3078" fmla="*/ 12145513 w 12233785"/>
              <a:gd name="connsiteY3078" fmla="*/ 573289 h 949779"/>
              <a:gd name="connsiteX3079" fmla="*/ 12145365 w 12233785"/>
              <a:gd name="connsiteY3079" fmla="*/ 571384 h 949779"/>
              <a:gd name="connsiteX3080" fmla="*/ 12140633 w 12233785"/>
              <a:gd name="connsiteY3080" fmla="*/ 566193 h 949779"/>
              <a:gd name="connsiteX3081" fmla="*/ 12121702 w 12233785"/>
              <a:gd name="connsiteY3081" fmla="*/ 561219 h 949779"/>
              <a:gd name="connsiteX3082" fmla="*/ 12101762 w 12233785"/>
              <a:gd name="connsiteY3082" fmla="*/ 547901 h 949779"/>
              <a:gd name="connsiteX3083" fmla="*/ 12096335 w 12233785"/>
              <a:gd name="connsiteY3083" fmla="*/ 547711 h 949779"/>
              <a:gd name="connsiteX3084" fmla="*/ 12091824 w 12233785"/>
              <a:gd name="connsiteY3084" fmla="*/ 548388 h 949779"/>
              <a:gd name="connsiteX3085" fmla="*/ 12097702 w 12233785"/>
              <a:gd name="connsiteY3085" fmla="*/ 545262 h 949779"/>
              <a:gd name="connsiteX3086" fmla="*/ 12136968 w 12233785"/>
              <a:gd name="connsiteY3086" fmla="*/ 545425 h 949779"/>
              <a:gd name="connsiteX3087" fmla="*/ 12176410 w 12233785"/>
              <a:gd name="connsiteY3087" fmla="*/ 529590 h 949779"/>
              <a:gd name="connsiteX3088" fmla="*/ 12120281 w 12233785"/>
              <a:gd name="connsiteY3088" fmla="*/ 520614 h 949779"/>
              <a:gd name="connsiteX3089" fmla="*/ 12117313 w 12233785"/>
              <a:gd name="connsiteY3089" fmla="*/ 520128 h 949779"/>
              <a:gd name="connsiteX3090" fmla="*/ 12125084 w 12233785"/>
              <a:gd name="connsiteY3090" fmla="*/ 518687 h 949779"/>
              <a:gd name="connsiteX3091" fmla="*/ 12133453 w 12233785"/>
              <a:gd name="connsiteY3091" fmla="*/ 508097 h 949779"/>
              <a:gd name="connsiteX3092" fmla="*/ 12116290 w 12233785"/>
              <a:gd name="connsiteY3092" fmla="*/ 495540 h 949779"/>
              <a:gd name="connsiteX3093" fmla="*/ 12077545 w 12233785"/>
              <a:gd name="connsiteY3093" fmla="*/ 488718 h 949779"/>
              <a:gd name="connsiteX3094" fmla="*/ 12074706 w 12233785"/>
              <a:gd name="connsiteY3094" fmla="*/ 488799 h 949779"/>
              <a:gd name="connsiteX3095" fmla="*/ 12064530 w 12233785"/>
              <a:gd name="connsiteY3095" fmla="*/ 489067 h 949779"/>
              <a:gd name="connsiteX3096" fmla="*/ 12081048 w 12233785"/>
              <a:gd name="connsiteY3096" fmla="*/ 484209 h 949779"/>
              <a:gd name="connsiteX3097" fmla="*/ 12041336 w 12233785"/>
              <a:gd name="connsiteY3097" fmla="*/ 461519 h 949779"/>
              <a:gd name="connsiteX3098" fmla="*/ 12101163 w 12233785"/>
              <a:gd name="connsiteY3098" fmla="*/ 454351 h 949779"/>
              <a:gd name="connsiteX3099" fmla="*/ 12120700 w 12233785"/>
              <a:gd name="connsiteY3099" fmla="*/ 454320 h 949779"/>
              <a:gd name="connsiteX3100" fmla="*/ 12117464 w 12233785"/>
              <a:gd name="connsiteY3100" fmla="*/ 444545 h 949779"/>
              <a:gd name="connsiteX3101" fmla="*/ 12097743 w 12233785"/>
              <a:gd name="connsiteY3101" fmla="*/ 440982 h 949779"/>
              <a:gd name="connsiteX3102" fmla="*/ 12098066 w 12233785"/>
              <a:gd name="connsiteY3102" fmla="*/ 422177 h 949779"/>
              <a:gd name="connsiteX3103" fmla="*/ 12098878 w 12233785"/>
              <a:gd name="connsiteY3103" fmla="*/ 422548 h 949779"/>
              <a:gd name="connsiteX3104" fmla="*/ 12094106 w 12233785"/>
              <a:gd name="connsiteY3104" fmla="*/ 419412 h 949779"/>
              <a:gd name="connsiteX3105" fmla="*/ 12093312 w 12233785"/>
              <a:gd name="connsiteY3105" fmla="*/ 419479 h 949779"/>
              <a:gd name="connsiteX3106" fmla="*/ 12092394 w 12233785"/>
              <a:gd name="connsiteY3106" fmla="*/ 418960 h 949779"/>
              <a:gd name="connsiteX3107" fmla="*/ 12093908 w 12233785"/>
              <a:gd name="connsiteY3107" fmla="*/ 419282 h 949779"/>
              <a:gd name="connsiteX3108" fmla="*/ 12094106 w 12233785"/>
              <a:gd name="connsiteY3108" fmla="*/ 419412 h 949779"/>
              <a:gd name="connsiteX3109" fmla="*/ 12098243 w 12233785"/>
              <a:gd name="connsiteY3109" fmla="*/ 419061 h 949779"/>
              <a:gd name="connsiteX3110" fmla="*/ 12095745 w 12233785"/>
              <a:gd name="connsiteY3110" fmla="*/ 411562 h 949779"/>
              <a:gd name="connsiteX3111" fmla="*/ 12064407 w 12233785"/>
              <a:gd name="connsiteY3111" fmla="*/ 405029 h 949779"/>
              <a:gd name="connsiteX3112" fmla="*/ 12019265 w 12233785"/>
              <a:gd name="connsiteY3112" fmla="*/ 405045 h 949779"/>
              <a:gd name="connsiteX3113" fmla="*/ 11992611 w 12233785"/>
              <a:gd name="connsiteY3113" fmla="*/ 403299 h 949779"/>
              <a:gd name="connsiteX3114" fmla="*/ 11996964 w 12233785"/>
              <a:gd name="connsiteY3114" fmla="*/ 402368 h 949779"/>
              <a:gd name="connsiteX3115" fmla="*/ 12028011 w 12233785"/>
              <a:gd name="connsiteY3115" fmla="*/ 401797 h 949779"/>
              <a:gd name="connsiteX3116" fmla="*/ 12035393 w 12233785"/>
              <a:gd name="connsiteY3116" fmla="*/ 401906 h 949779"/>
              <a:gd name="connsiteX3117" fmla="*/ 12038106 w 12233785"/>
              <a:gd name="connsiteY3117" fmla="*/ 401960 h 949779"/>
              <a:gd name="connsiteX3118" fmla="*/ 12063284 w 12233785"/>
              <a:gd name="connsiteY3118" fmla="*/ 396062 h 949779"/>
              <a:gd name="connsiteX3119" fmla="*/ 12087200 w 12233785"/>
              <a:gd name="connsiteY3119" fmla="*/ 389757 h 949779"/>
              <a:gd name="connsiteX3120" fmla="*/ 12108402 w 12233785"/>
              <a:gd name="connsiteY3120" fmla="*/ 392502 h 949779"/>
              <a:gd name="connsiteX3121" fmla="*/ 12153709 w 12233785"/>
              <a:gd name="connsiteY3121" fmla="*/ 402069 h 949779"/>
              <a:gd name="connsiteX3122" fmla="*/ 12159136 w 12233785"/>
              <a:gd name="connsiteY3122" fmla="*/ 401879 h 949779"/>
              <a:gd name="connsiteX3123" fmla="*/ 12179076 w 12233785"/>
              <a:gd name="connsiteY3123" fmla="*/ 388561 h 949779"/>
              <a:gd name="connsiteX3124" fmla="*/ 12198007 w 12233785"/>
              <a:gd name="connsiteY3124" fmla="*/ 383587 h 949779"/>
              <a:gd name="connsiteX3125" fmla="*/ 12202739 w 12233785"/>
              <a:gd name="connsiteY3125" fmla="*/ 378395 h 949779"/>
              <a:gd name="connsiteX3126" fmla="*/ 12203243 w 12233785"/>
              <a:gd name="connsiteY3126" fmla="*/ 371872 h 949779"/>
              <a:gd name="connsiteX3127" fmla="*/ 12190749 w 12233785"/>
              <a:gd name="connsiteY3127" fmla="*/ 370921 h 949779"/>
              <a:gd name="connsiteX3128" fmla="*/ 12184566 w 12233785"/>
              <a:gd name="connsiteY3128" fmla="*/ 371057 h 949779"/>
              <a:gd name="connsiteX3129" fmla="*/ 12179644 w 12233785"/>
              <a:gd name="connsiteY3129" fmla="*/ 371166 h 949779"/>
              <a:gd name="connsiteX3130" fmla="*/ 12157369 w 12233785"/>
              <a:gd name="connsiteY3130" fmla="*/ 362169 h 949779"/>
              <a:gd name="connsiteX3131" fmla="*/ 12137933 w 12233785"/>
              <a:gd name="connsiteY3131" fmla="*/ 350319 h 949779"/>
              <a:gd name="connsiteX3132" fmla="*/ 12143109 w 12233785"/>
              <a:gd name="connsiteY3132" fmla="*/ 346704 h 949779"/>
              <a:gd name="connsiteX3133" fmla="*/ 12225834 w 12233785"/>
              <a:gd name="connsiteY3133" fmla="*/ 346215 h 949779"/>
              <a:gd name="connsiteX3134" fmla="*/ 12233785 w 12233785"/>
              <a:gd name="connsiteY3134" fmla="*/ 342926 h 949779"/>
              <a:gd name="connsiteX3135" fmla="*/ 12228926 w 12233785"/>
              <a:gd name="connsiteY3135" fmla="*/ 341051 h 949779"/>
              <a:gd name="connsiteX3136" fmla="*/ 12224446 w 12233785"/>
              <a:gd name="connsiteY3136" fmla="*/ 341187 h 949779"/>
              <a:gd name="connsiteX3137" fmla="*/ 12182357 w 12233785"/>
              <a:gd name="connsiteY3137" fmla="*/ 333386 h 949779"/>
              <a:gd name="connsiteX3138" fmla="*/ 12160145 w 12233785"/>
              <a:gd name="connsiteY3138" fmla="*/ 328168 h 949779"/>
              <a:gd name="connsiteX3139" fmla="*/ 12145064 w 12233785"/>
              <a:gd name="connsiteY3139" fmla="*/ 317948 h 949779"/>
              <a:gd name="connsiteX3140" fmla="*/ 12122663 w 12233785"/>
              <a:gd name="connsiteY3140" fmla="*/ 307158 h 949779"/>
              <a:gd name="connsiteX3141" fmla="*/ 12119570 w 12233785"/>
              <a:gd name="connsiteY3141" fmla="*/ 292400 h 949779"/>
              <a:gd name="connsiteX3142" fmla="*/ 12124304 w 12233785"/>
              <a:gd name="connsiteY3142" fmla="*/ 280794 h 949779"/>
              <a:gd name="connsiteX3143" fmla="*/ 12133516 w 12233785"/>
              <a:gd name="connsiteY3143" fmla="*/ 278184 h 949779"/>
              <a:gd name="connsiteX3144" fmla="*/ 12151753 w 12233785"/>
              <a:gd name="connsiteY3144" fmla="*/ 265709 h 949779"/>
              <a:gd name="connsiteX3145" fmla="*/ 12183808 w 12233785"/>
              <a:gd name="connsiteY3145" fmla="*/ 265383 h 949779"/>
              <a:gd name="connsiteX3146" fmla="*/ 12195230 w 12233785"/>
              <a:gd name="connsiteY3146" fmla="*/ 263290 h 949779"/>
              <a:gd name="connsiteX3147" fmla="*/ 12188289 w 12233785"/>
              <a:gd name="connsiteY3147" fmla="*/ 258506 h 949779"/>
              <a:gd name="connsiteX3148" fmla="*/ 12150491 w 12233785"/>
              <a:gd name="connsiteY3148" fmla="*/ 247607 h 949779"/>
              <a:gd name="connsiteX3149" fmla="*/ 12121906 w 12233785"/>
              <a:gd name="connsiteY3149" fmla="*/ 221542 h 949779"/>
              <a:gd name="connsiteX3150" fmla="*/ 12129352 w 12233785"/>
              <a:gd name="connsiteY3150" fmla="*/ 218335 h 949779"/>
              <a:gd name="connsiteX3151" fmla="*/ 12133264 w 12233785"/>
              <a:gd name="connsiteY3151" fmla="*/ 220482 h 949779"/>
              <a:gd name="connsiteX3152" fmla="*/ 12145190 w 12233785"/>
              <a:gd name="connsiteY3152" fmla="*/ 230946 h 949779"/>
              <a:gd name="connsiteX3153" fmla="*/ 12153393 w 12233785"/>
              <a:gd name="connsiteY3153" fmla="*/ 232984 h 949779"/>
              <a:gd name="connsiteX3154" fmla="*/ 12160335 w 12233785"/>
              <a:gd name="connsiteY3154" fmla="*/ 231000 h 949779"/>
              <a:gd name="connsiteX3155" fmla="*/ 12168096 w 12233785"/>
              <a:gd name="connsiteY3155" fmla="*/ 224396 h 949779"/>
              <a:gd name="connsiteX3156" fmla="*/ 12159956 w 12233785"/>
              <a:gd name="connsiteY3156" fmla="*/ 203956 h 949779"/>
              <a:gd name="connsiteX3157" fmla="*/ 12133075 w 12233785"/>
              <a:gd name="connsiteY3157" fmla="*/ 185392 h 949779"/>
              <a:gd name="connsiteX3158" fmla="*/ 12105248 w 12233785"/>
              <a:gd name="connsiteY3158" fmla="*/ 178734 h 949779"/>
              <a:gd name="connsiteX3159" fmla="*/ 12084108 w 12233785"/>
              <a:gd name="connsiteY3159" fmla="*/ 173569 h 949779"/>
              <a:gd name="connsiteX3160" fmla="*/ 12070431 w 12233785"/>
              <a:gd name="connsiteY3160" fmla="*/ 175839 h 949779"/>
              <a:gd name="connsiteX3161" fmla="*/ 12060060 w 12233785"/>
              <a:gd name="connsiteY3161" fmla="*/ 180441 h 949779"/>
              <a:gd name="connsiteX3162" fmla="*/ 12054573 w 12233785"/>
              <a:gd name="connsiteY3162" fmla="*/ 179737 h 949779"/>
              <a:gd name="connsiteX3163" fmla="*/ 12060085 w 12233785"/>
              <a:gd name="connsiteY3163" fmla="*/ 168825 h 949779"/>
              <a:gd name="connsiteX3164" fmla="*/ 12045983 w 12233785"/>
              <a:gd name="connsiteY3164" fmla="*/ 166128 h 949779"/>
              <a:gd name="connsiteX3165" fmla="*/ 12046307 w 12233785"/>
              <a:gd name="connsiteY3165" fmla="*/ 164767 h 949779"/>
              <a:gd name="connsiteX3166" fmla="*/ 12102552 w 12233785"/>
              <a:gd name="connsiteY3166" fmla="*/ 166524 h 949779"/>
              <a:gd name="connsiteX3167" fmla="*/ 11968990 w 12233785"/>
              <a:gd name="connsiteY3167" fmla="*/ 146060 h 949779"/>
              <a:gd name="connsiteX3168" fmla="*/ 12041822 w 12233785"/>
              <a:gd name="connsiteY3168" fmla="*/ 147545 h 949779"/>
              <a:gd name="connsiteX3169" fmla="*/ 12047171 w 12233785"/>
              <a:gd name="connsiteY3169" fmla="*/ 146085 h 949779"/>
              <a:gd name="connsiteX3170" fmla="*/ 12020966 w 12233785"/>
              <a:gd name="connsiteY3170" fmla="*/ 143042 h 949779"/>
              <a:gd name="connsiteX3171" fmla="*/ 12023074 w 12233785"/>
              <a:gd name="connsiteY3171" fmla="*/ 132724 h 949779"/>
              <a:gd name="connsiteX3172" fmla="*/ 11967423 w 12233785"/>
              <a:gd name="connsiteY3172" fmla="*/ 132724 h 949779"/>
              <a:gd name="connsiteX3173" fmla="*/ 11980715 w 12233785"/>
              <a:gd name="connsiteY3173" fmla="*/ 118967 h 949779"/>
              <a:gd name="connsiteX3174" fmla="*/ 11823758 w 12233785"/>
              <a:gd name="connsiteY3174" fmla="*/ 109638 h 949779"/>
              <a:gd name="connsiteX3175" fmla="*/ 11763460 w 12233785"/>
              <a:gd name="connsiteY3175" fmla="*/ 108128 h 949779"/>
              <a:gd name="connsiteX3176" fmla="*/ 11149558 w 12233785"/>
              <a:gd name="connsiteY3176" fmla="*/ 93274 h 949779"/>
              <a:gd name="connsiteX3177" fmla="*/ 11129716 w 12233785"/>
              <a:gd name="connsiteY3177" fmla="*/ 93120 h 949779"/>
              <a:gd name="connsiteX3178" fmla="*/ 11128937 w 12233785"/>
              <a:gd name="connsiteY3178" fmla="*/ 92873 h 949779"/>
              <a:gd name="connsiteX3179" fmla="*/ 11128366 w 12233785"/>
              <a:gd name="connsiteY3179" fmla="*/ 93110 h 949779"/>
              <a:gd name="connsiteX3180" fmla="*/ 11051484 w 12233785"/>
              <a:gd name="connsiteY3180" fmla="*/ 92513 h 949779"/>
              <a:gd name="connsiteX3181" fmla="*/ 11062113 w 12233785"/>
              <a:gd name="connsiteY3181" fmla="*/ 89612 h 949779"/>
              <a:gd name="connsiteX3182" fmla="*/ 11058074 w 12233785"/>
              <a:gd name="connsiteY3182" fmla="*/ 87681 h 949779"/>
              <a:gd name="connsiteX3183" fmla="*/ 11016995 w 12233785"/>
              <a:gd name="connsiteY3183" fmla="*/ 80833 h 949779"/>
              <a:gd name="connsiteX3184" fmla="*/ 11012577 w 12233785"/>
              <a:gd name="connsiteY3184" fmla="*/ 80099 h 949779"/>
              <a:gd name="connsiteX3185" fmla="*/ 10994909 w 12233785"/>
              <a:gd name="connsiteY3185" fmla="*/ 84991 h 949779"/>
              <a:gd name="connsiteX3186" fmla="*/ 10986516 w 12233785"/>
              <a:gd name="connsiteY3186" fmla="*/ 85970 h 949779"/>
              <a:gd name="connsiteX3187" fmla="*/ 10975726 w 12233785"/>
              <a:gd name="connsiteY3187" fmla="*/ 81295 h 949779"/>
              <a:gd name="connsiteX3188" fmla="*/ 10961654 w 12233785"/>
              <a:gd name="connsiteY3188" fmla="*/ 61562 h 949779"/>
              <a:gd name="connsiteX3189" fmla="*/ 10955407 w 12233785"/>
              <a:gd name="connsiteY3189" fmla="*/ 56833 h 949779"/>
              <a:gd name="connsiteX3190" fmla="*/ 10945185 w 12233785"/>
              <a:gd name="connsiteY3190" fmla="*/ 59442 h 949779"/>
              <a:gd name="connsiteX3191" fmla="*/ 10941462 w 12233785"/>
              <a:gd name="connsiteY3191" fmla="*/ 60068 h 949779"/>
              <a:gd name="connsiteX3192" fmla="*/ 10936476 w 12233785"/>
              <a:gd name="connsiteY3192" fmla="*/ 57404 h 949779"/>
              <a:gd name="connsiteX3193" fmla="*/ 10914959 w 12233785"/>
              <a:gd name="connsiteY3193" fmla="*/ 48923 h 949779"/>
              <a:gd name="connsiteX3194" fmla="*/ 10914517 w 12233785"/>
              <a:gd name="connsiteY3194" fmla="*/ 48923 h 949779"/>
              <a:gd name="connsiteX3195" fmla="*/ 10905745 w 12233785"/>
              <a:gd name="connsiteY3195" fmla="*/ 48923 h 949779"/>
              <a:gd name="connsiteX3196" fmla="*/ 10894261 w 12233785"/>
              <a:gd name="connsiteY3196" fmla="*/ 48923 h 949779"/>
              <a:gd name="connsiteX3197" fmla="*/ 10882336 w 12233785"/>
              <a:gd name="connsiteY3197" fmla="*/ 48923 h 949779"/>
              <a:gd name="connsiteX3198" fmla="*/ 10863089 w 12233785"/>
              <a:gd name="connsiteY3198" fmla="*/ 49033 h 949779"/>
              <a:gd name="connsiteX3199" fmla="*/ 10854381 w 12233785"/>
              <a:gd name="connsiteY3199" fmla="*/ 49114 h 949779"/>
              <a:gd name="connsiteX3200" fmla="*/ 10827185 w 12233785"/>
              <a:gd name="connsiteY3200" fmla="*/ 44684 h 949779"/>
              <a:gd name="connsiteX3201" fmla="*/ 10815637 w 12233785"/>
              <a:gd name="connsiteY3201" fmla="*/ 43678 h 949779"/>
              <a:gd name="connsiteX3202" fmla="*/ 10797021 w 12233785"/>
              <a:gd name="connsiteY3202" fmla="*/ 48271 h 949779"/>
              <a:gd name="connsiteX3203" fmla="*/ 10770644 w 12233785"/>
              <a:gd name="connsiteY3203" fmla="*/ 45417 h 949779"/>
              <a:gd name="connsiteX3204" fmla="*/ 10742817 w 12233785"/>
              <a:gd name="connsiteY3204" fmla="*/ 49848 h 949779"/>
              <a:gd name="connsiteX3205" fmla="*/ 10711393 w 12233785"/>
              <a:gd name="connsiteY3205" fmla="*/ 44711 h 949779"/>
              <a:gd name="connsiteX3206" fmla="*/ 10698961 w 12233785"/>
              <a:gd name="connsiteY3206" fmla="*/ 42863 h 949779"/>
              <a:gd name="connsiteX3207" fmla="*/ 10675929 w 12233785"/>
              <a:gd name="connsiteY3207" fmla="*/ 46423 h 949779"/>
              <a:gd name="connsiteX3208" fmla="*/ 10652266 w 12233785"/>
              <a:gd name="connsiteY3208" fmla="*/ 57105 h 949779"/>
              <a:gd name="connsiteX3209" fmla="*/ 10651445 w 12233785"/>
              <a:gd name="connsiteY3209" fmla="*/ 63220 h 949779"/>
              <a:gd name="connsiteX3210" fmla="*/ 10642989 w 12233785"/>
              <a:gd name="connsiteY3210" fmla="*/ 66944 h 949779"/>
              <a:gd name="connsiteX3211" fmla="*/ 10639267 w 12233785"/>
              <a:gd name="connsiteY3211" fmla="*/ 67161 h 949779"/>
              <a:gd name="connsiteX3212" fmla="*/ 10627972 w 12233785"/>
              <a:gd name="connsiteY3212" fmla="*/ 63275 h 949779"/>
              <a:gd name="connsiteX3213" fmla="*/ 10618885 w 12233785"/>
              <a:gd name="connsiteY3213" fmla="*/ 49060 h 949779"/>
              <a:gd name="connsiteX3214" fmla="*/ 10606517 w 12233785"/>
              <a:gd name="connsiteY3214" fmla="*/ 45091 h 949779"/>
              <a:gd name="connsiteX3215" fmla="*/ 10598692 w 12233785"/>
              <a:gd name="connsiteY3215" fmla="*/ 47021 h 949779"/>
              <a:gd name="connsiteX3216" fmla="*/ 10594402 w 12233785"/>
              <a:gd name="connsiteY3216" fmla="*/ 47972 h 949779"/>
              <a:gd name="connsiteX3217" fmla="*/ 10587208 w 12233785"/>
              <a:gd name="connsiteY3217" fmla="*/ 46342 h 949779"/>
              <a:gd name="connsiteX3218" fmla="*/ 10579636 w 12233785"/>
              <a:gd name="connsiteY3218" fmla="*/ 44711 h 949779"/>
              <a:gd name="connsiteX3219" fmla="*/ 10572884 w 12233785"/>
              <a:gd name="connsiteY3219" fmla="*/ 46559 h 949779"/>
              <a:gd name="connsiteX3220" fmla="*/ 10563040 w 12233785"/>
              <a:gd name="connsiteY3220" fmla="*/ 48951 h 949779"/>
              <a:gd name="connsiteX3221" fmla="*/ 10544551 w 12233785"/>
              <a:gd name="connsiteY3221" fmla="*/ 45037 h 949779"/>
              <a:gd name="connsiteX3222" fmla="*/ 10536663 w 12233785"/>
              <a:gd name="connsiteY3222" fmla="*/ 47646 h 949779"/>
              <a:gd name="connsiteX3223" fmla="*/ 10536663 w 12233785"/>
              <a:gd name="connsiteY3223" fmla="*/ 50636 h 949779"/>
              <a:gd name="connsiteX3224" fmla="*/ 10532436 w 12233785"/>
              <a:gd name="connsiteY3224" fmla="*/ 58980 h 949779"/>
              <a:gd name="connsiteX3225" fmla="*/ 10528145 w 12233785"/>
              <a:gd name="connsiteY3225" fmla="*/ 59496 h 949779"/>
              <a:gd name="connsiteX3226" fmla="*/ 10514073 w 12233785"/>
              <a:gd name="connsiteY3226" fmla="*/ 53490 h 949779"/>
              <a:gd name="connsiteX3227" fmla="*/ 10504419 w 12233785"/>
              <a:gd name="connsiteY3227" fmla="*/ 50908 h 949779"/>
              <a:gd name="connsiteX3228" fmla="*/ 10493187 w 12233785"/>
              <a:gd name="connsiteY3228" fmla="*/ 52865 h 949779"/>
              <a:gd name="connsiteX3229" fmla="*/ 10489401 w 12233785"/>
              <a:gd name="connsiteY3229" fmla="*/ 53327 h 949779"/>
              <a:gd name="connsiteX3230" fmla="*/ 10476149 w 12233785"/>
              <a:gd name="connsiteY3230" fmla="*/ 46505 h 949779"/>
              <a:gd name="connsiteX3231" fmla="*/ 10489211 w 12233785"/>
              <a:gd name="connsiteY3231" fmla="*/ 42699 h 949779"/>
              <a:gd name="connsiteX3232" fmla="*/ 10493754 w 12233785"/>
              <a:gd name="connsiteY3232" fmla="*/ 40634 h 949779"/>
              <a:gd name="connsiteX3233" fmla="*/ 10491925 w 12233785"/>
              <a:gd name="connsiteY3233" fmla="*/ 38759 h 949779"/>
              <a:gd name="connsiteX3234" fmla="*/ 10486624 w 12233785"/>
              <a:gd name="connsiteY3234" fmla="*/ 37318 h 949779"/>
              <a:gd name="connsiteX3235" fmla="*/ 10476907 w 12233785"/>
              <a:gd name="connsiteY3235" fmla="*/ 37644 h 949779"/>
              <a:gd name="connsiteX3236" fmla="*/ 10438856 w 12233785"/>
              <a:gd name="connsiteY3236" fmla="*/ 34138 h 949779"/>
              <a:gd name="connsiteX3237" fmla="*/ 10400743 w 12233785"/>
              <a:gd name="connsiteY3237" fmla="*/ 30632 h 949779"/>
              <a:gd name="connsiteX3238" fmla="*/ 10399606 w 12233785"/>
              <a:gd name="connsiteY3238" fmla="*/ 30632 h 949779"/>
              <a:gd name="connsiteX3239" fmla="*/ 10389321 w 12233785"/>
              <a:gd name="connsiteY3239" fmla="*/ 30659 h 949779"/>
              <a:gd name="connsiteX3240" fmla="*/ 10375817 w 12233785"/>
              <a:gd name="connsiteY3240" fmla="*/ 30632 h 949779"/>
              <a:gd name="connsiteX3241" fmla="*/ 10362313 w 12233785"/>
              <a:gd name="connsiteY3241" fmla="*/ 30604 h 949779"/>
              <a:gd name="connsiteX3242" fmla="*/ 10341806 w 12233785"/>
              <a:gd name="connsiteY3242" fmla="*/ 30768 h 949779"/>
              <a:gd name="connsiteX3243" fmla="*/ 10317890 w 12233785"/>
              <a:gd name="connsiteY3243" fmla="*/ 33540 h 949779"/>
              <a:gd name="connsiteX3244" fmla="*/ 10293090 w 12233785"/>
              <a:gd name="connsiteY3244" fmla="*/ 36829 h 949779"/>
              <a:gd name="connsiteX3245" fmla="*/ 10279903 w 12233785"/>
              <a:gd name="connsiteY3245" fmla="*/ 36448 h 949779"/>
              <a:gd name="connsiteX3246" fmla="*/ 10266651 w 12233785"/>
              <a:gd name="connsiteY3246" fmla="*/ 36068 h 949779"/>
              <a:gd name="connsiteX3247" fmla="*/ 10261855 w 12233785"/>
              <a:gd name="connsiteY3247" fmla="*/ 36149 h 949779"/>
              <a:gd name="connsiteX3248" fmla="*/ 10207399 w 12233785"/>
              <a:gd name="connsiteY3248" fmla="*/ 29572 h 949779"/>
              <a:gd name="connsiteX3249" fmla="*/ 10195094 w 12233785"/>
              <a:gd name="connsiteY3249" fmla="*/ 26283 h 949779"/>
              <a:gd name="connsiteX3250" fmla="*/ 10189351 w 12233785"/>
              <a:gd name="connsiteY3250" fmla="*/ 29599 h 949779"/>
              <a:gd name="connsiteX3251" fmla="*/ 10195725 w 12233785"/>
              <a:gd name="connsiteY3251" fmla="*/ 37481 h 949779"/>
              <a:gd name="connsiteX3252" fmla="*/ 10194399 w 12233785"/>
              <a:gd name="connsiteY3252" fmla="*/ 41884 h 949779"/>
              <a:gd name="connsiteX3253" fmla="*/ 10164742 w 12233785"/>
              <a:gd name="connsiteY3253" fmla="*/ 43080 h 949779"/>
              <a:gd name="connsiteX3254" fmla="*/ 10150292 w 12233785"/>
              <a:gd name="connsiteY3254" fmla="*/ 42319 h 949779"/>
              <a:gd name="connsiteX3255" fmla="*/ 10128079 w 12233785"/>
              <a:gd name="connsiteY3255" fmla="*/ 40498 h 949779"/>
              <a:gd name="connsiteX3256" fmla="*/ 10110978 w 12233785"/>
              <a:gd name="connsiteY3256" fmla="*/ 42373 h 949779"/>
              <a:gd name="connsiteX3257" fmla="*/ 10108013 w 12233785"/>
              <a:gd name="connsiteY3257" fmla="*/ 42699 h 949779"/>
              <a:gd name="connsiteX3258" fmla="*/ 10098800 w 12233785"/>
              <a:gd name="connsiteY3258" fmla="*/ 40933 h 949779"/>
              <a:gd name="connsiteX3259" fmla="*/ 10088326 w 12233785"/>
              <a:gd name="connsiteY3259" fmla="*/ 39166 h 949779"/>
              <a:gd name="connsiteX3260" fmla="*/ 10078292 w 12233785"/>
              <a:gd name="connsiteY3260" fmla="*/ 41259 h 949779"/>
              <a:gd name="connsiteX3261" fmla="*/ 10067376 w 12233785"/>
              <a:gd name="connsiteY3261" fmla="*/ 43108 h 949779"/>
              <a:gd name="connsiteX3262" fmla="*/ 10042766 w 12233785"/>
              <a:gd name="connsiteY3262" fmla="*/ 38677 h 949779"/>
              <a:gd name="connsiteX3263" fmla="*/ 10034121 w 12233785"/>
              <a:gd name="connsiteY3263" fmla="*/ 37726 h 949779"/>
              <a:gd name="connsiteX3264" fmla="*/ 10025476 w 12233785"/>
              <a:gd name="connsiteY3264" fmla="*/ 38759 h 949779"/>
              <a:gd name="connsiteX3265" fmla="*/ 9988750 w 12233785"/>
              <a:gd name="connsiteY3265" fmla="*/ 42645 h 949779"/>
              <a:gd name="connsiteX3266" fmla="*/ 9980610 w 12233785"/>
              <a:gd name="connsiteY3266" fmla="*/ 42836 h 949779"/>
              <a:gd name="connsiteX3267" fmla="*/ 9941109 w 12233785"/>
              <a:gd name="connsiteY3267" fmla="*/ 27914 h 949779"/>
              <a:gd name="connsiteX3268" fmla="*/ 9937259 w 12233785"/>
              <a:gd name="connsiteY3268" fmla="*/ 25467 h 949779"/>
              <a:gd name="connsiteX3269" fmla="*/ 9931454 w 12233785"/>
              <a:gd name="connsiteY3269" fmla="*/ 30143 h 949779"/>
              <a:gd name="connsiteX3270" fmla="*/ 9935935 w 12233785"/>
              <a:gd name="connsiteY3270" fmla="*/ 41830 h 949779"/>
              <a:gd name="connsiteX3271" fmla="*/ 9940288 w 12233785"/>
              <a:gd name="connsiteY3271" fmla="*/ 46668 h 949779"/>
              <a:gd name="connsiteX3272" fmla="*/ 9932401 w 12233785"/>
              <a:gd name="connsiteY3272" fmla="*/ 48543 h 949779"/>
              <a:gd name="connsiteX3273" fmla="*/ 9922999 w 12233785"/>
              <a:gd name="connsiteY3273" fmla="*/ 47428 h 949779"/>
              <a:gd name="connsiteX3274" fmla="*/ 9899904 w 12233785"/>
              <a:gd name="connsiteY3274" fmla="*/ 43216 h 949779"/>
              <a:gd name="connsiteX3275" fmla="*/ 9826137 w 12233785"/>
              <a:gd name="connsiteY3275" fmla="*/ 37318 h 949779"/>
              <a:gd name="connsiteX3276" fmla="*/ 9813769 w 12233785"/>
              <a:gd name="connsiteY3276" fmla="*/ 36041 h 949779"/>
              <a:gd name="connsiteX3277" fmla="*/ 9789349 w 12233785"/>
              <a:gd name="connsiteY3277" fmla="*/ 37019 h 949779"/>
              <a:gd name="connsiteX3278" fmla="*/ 9778370 w 12233785"/>
              <a:gd name="connsiteY3278" fmla="*/ 42672 h 949779"/>
              <a:gd name="connsiteX3279" fmla="*/ 9757862 w 12233785"/>
              <a:gd name="connsiteY3279" fmla="*/ 42890 h 949779"/>
              <a:gd name="connsiteX3280" fmla="*/ 9750920 w 12233785"/>
              <a:gd name="connsiteY3280" fmla="*/ 42890 h 949779"/>
              <a:gd name="connsiteX3281" fmla="*/ 9743790 w 12233785"/>
              <a:gd name="connsiteY3281" fmla="*/ 42890 h 949779"/>
              <a:gd name="connsiteX3282" fmla="*/ 9727004 w 12233785"/>
              <a:gd name="connsiteY3282" fmla="*/ 43025 h 949779"/>
              <a:gd name="connsiteX3283" fmla="*/ 9665228 w 12233785"/>
              <a:gd name="connsiteY3283" fmla="*/ 47428 h 949779"/>
              <a:gd name="connsiteX3284" fmla="*/ 9640303 w 12233785"/>
              <a:gd name="connsiteY3284" fmla="*/ 49848 h 949779"/>
              <a:gd name="connsiteX3285" fmla="*/ 9598718 w 12233785"/>
              <a:gd name="connsiteY3285" fmla="*/ 43189 h 949779"/>
              <a:gd name="connsiteX3286" fmla="*/ 9576760 w 12233785"/>
              <a:gd name="connsiteY3286" fmla="*/ 38433 h 949779"/>
              <a:gd name="connsiteX3287" fmla="*/ 9560290 w 12233785"/>
              <a:gd name="connsiteY3287" fmla="*/ 42672 h 949779"/>
              <a:gd name="connsiteX3288" fmla="*/ 9553033 w 12233785"/>
              <a:gd name="connsiteY3288" fmla="*/ 43596 h 949779"/>
              <a:gd name="connsiteX3289" fmla="*/ 9536626 w 12233785"/>
              <a:gd name="connsiteY3289" fmla="*/ 41368 h 949779"/>
              <a:gd name="connsiteX3290" fmla="*/ 9519210 w 12233785"/>
              <a:gd name="connsiteY3290" fmla="*/ 37399 h 949779"/>
              <a:gd name="connsiteX3291" fmla="*/ 9494159 w 12233785"/>
              <a:gd name="connsiteY3291" fmla="*/ 45200 h 949779"/>
              <a:gd name="connsiteX3292" fmla="*/ 9486020 w 12233785"/>
              <a:gd name="connsiteY3292" fmla="*/ 47510 h 949779"/>
              <a:gd name="connsiteX3293" fmla="*/ 9479015 w 12233785"/>
              <a:gd name="connsiteY3293" fmla="*/ 42020 h 949779"/>
              <a:gd name="connsiteX3294" fmla="*/ 9472073 w 12233785"/>
              <a:gd name="connsiteY3294" fmla="*/ 37644 h 949779"/>
              <a:gd name="connsiteX3295" fmla="*/ 9471947 w 12233785"/>
              <a:gd name="connsiteY3295" fmla="*/ 37644 h 949779"/>
              <a:gd name="connsiteX3296" fmla="*/ 9466647 w 12233785"/>
              <a:gd name="connsiteY3296" fmla="*/ 37808 h 949779"/>
              <a:gd name="connsiteX3297" fmla="*/ 9433897 w 12233785"/>
              <a:gd name="connsiteY3297" fmla="*/ 25413 h 949779"/>
              <a:gd name="connsiteX3298" fmla="*/ 9411685 w 12233785"/>
              <a:gd name="connsiteY3298" fmla="*/ 20113 h 949779"/>
              <a:gd name="connsiteX3299" fmla="*/ 9394143 w 12233785"/>
              <a:gd name="connsiteY3299" fmla="*/ 18075 h 949779"/>
              <a:gd name="connsiteX3300" fmla="*/ 9371553 w 12233785"/>
              <a:gd name="connsiteY3300" fmla="*/ 23212 h 949779"/>
              <a:gd name="connsiteX3301" fmla="*/ 9356850 w 12233785"/>
              <a:gd name="connsiteY3301" fmla="*/ 28267 h 949779"/>
              <a:gd name="connsiteX3302" fmla="*/ 9338992 w 12233785"/>
              <a:gd name="connsiteY3302" fmla="*/ 20792 h 949779"/>
              <a:gd name="connsiteX3303" fmla="*/ 9337478 w 12233785"/>
              <a:gd name="connsiteY3303" fmla="*/ 18211 h 949779"/>
              <a:gd name="connsiteX3304" fmla="*/ 9305043 w 12233785"/>
              <a:gd name="connsiteY3304" fmla="*/ 10763 h 949779"/>
              <a:gd name="connsiteX3305" fmla="*/ 9282768 w 12233785"/>
              <a:gd name="connsiteY3305" fmla="*/ 6523 h 949779"/>
              <a:gd name="connsiteX3306" fmla="*/ 9273429 w 12233785"/>
              <a:gd name="connsiteY3306" fmla="*/ 19596 h 949779"/>
              <a:gd name="connsiteX3307" fmla="*/ 9272799 w 12233785"/>
              <a:gd name="connsiteY3307" fmla="*/ 25740 h 949779"/>
              <a:gd name="connsiteX3308" fmla="*/ 9269453 w 12233785"/>
              <a:gd name="connsiteY3308" fmla="*/ 28158 h 949779"/>
              <a:gd name="connsiteX3309" fmla="*/ 9259610 w 12233785"/>
              <a:gd name="connsiteY3309" fmla="*/ 26392 h 949779"/>
              <a:gd name="connsiteX3310" fmla="*/ 9247621 w 12233785"/>
              <a:gd name="connsiteY3310" fmla="*/ 15982 h 949779"/>
              <a:gd name="connsiteX3311" fmla="*/ 9241626 w 12233785"/>
              <a:gd name="connsiteY3311" fmla="*/ 1848 h 949779"/>
              <a:gd name="connsiteX3312" fmla="*/ 9220235 w 12233785"/>
              <a:gd name="connsiteY3312" fmla="*/ 0 h 949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Lst>
            <a:rect l="l" t="t" r="r" b="b"/>
            <a:pathLst>
              <a:path w="12233785" h="949779">
                <a:moveTo>
                  <a:pt x="2679583" y="937793"/>
                </a:moveTo>
                <a:lnTo>
                  <a:pt x="2679646" y="937821"/>
                </a:lnTo>
                <a:cubicBezTo>
                  <a:pt x="2685577" y="937821"/>
                  <a:pt x="2690248" y="940022"/>
                  <a:pt x="2687407" y="941517"/>
                </a:cubicBezTo>
                <a:cubicBezTo>
                  <a:pt x="2685325" y="942577"/>
                  <a:pt x="2681413" y="943419"/>
                  <a:pt x="2678321" y="943419"/>
                </a:cubicBezTo>
                <a:cubicBezTo>
                  <a:pt x="2678068" y="943419"/>
                  <a:pt x="2677753" y="943419"/>
                  <a:pt x="2677501" y="943419"/>
                </a:cubicBezTo>
                <a:lnTo>
                  <a:pt x="2672957" y="942305"/>
                </a:lnTo>
                <a:lnTo>
                  <a:pt x="2668540" y="940565"/>
                </a:lnTo>
                <a:cubicBezTo>
                  <a:pt x="2671505" y="939642"/>
                  <a:pt x="2674219" y="938228"/>
                  <a:pt x="2677374" y="937902"/>
                </a:cubicBezTo>
                <a:cubicBezTo>
                  <a:pt x="2678132" y="937821"/>
                  <a:pt x="2678889" y="937793"/>
                  <a:pt x="2679583" y="937793"/>
                </a:cubicBezTo>
                <a:close/>
                <a:moveTo>
                  <a:pt x="3805318" y="937793"/>
                </a:moveTo>
                <a:lnTo>
                  <a:pt x="3805381" y="937821"/>
                </a:lnTo>
                <a:cubicBezTo>
                  <a:pt x="3811312" y="937821"/>
                  <a:pt x="3815982" y="940022"/>
                  <a:pt x="3813142" y="941517"/>
                </a:cubicBezTo>
                <a:cubicBezTo>
                  <a:pt x="3811060" y="942577"/>
                  <a:pt x="3807148" y="943419"/>
                  <a:pt x="3804056" y="943419"/>
                </a:cubicBezTo>
                <a:cubicBezTo>
                  <a:pt x="3803803" y="943419"/>
                  <a:pt x="3803488" y="943419"/>
                  <a:pt x="3803236" y="943419"/>
                </a:cubicBezTo>
                <a:lnTo>
                  <a:pt x="3798692" y="942305"/>
                </a:lnTo>
                <a:lnTo>
                  <a:pt x="3794275" y="940565"/>
                </a:lnTo>
                <a:cubicBezTo>
                  <a:pt x="3797240" y="939642"/>
                  <a:pt x="3799954" y="938228"/>
                  <a:pt x="3803109" y="937902"/>
                </a:cubicBezTo>
                <a:cubicBezTo>
                  <a:pt x="3803867" y="937821"/>
                  <a:pt x="3804624" y="937793"/>
                  <a:pt x="3805318" y="937793"/>
                </a:cubicBezTo>
                <a:close/>
                <a:moveTo>
                  <a:pt x="6685525" y="937793"/>
                </a:moveTo>
                <a:lnTo>
                  <a:pt x="6685588" y="937821"/>
                </a:lnTo>
                <a:cubicBezTo>
                  <a:pt x="6691519" y="937821"/>
                  <a:pt x="6696190" y="940022"/>
                  <a:pt x="6693349" y="941517"/>
                </a:cubicBezTo>
                <a:cubicBezTo>
                  <a:pt x="6691267" y="942577"/>
                  <a:pt x="6687355" y="943419"/>
                  <a:pt x="6684263" y="943419"/>
                </a:cubicBezTo>
                <a:cubicBezTo>
                  <a:pt x="6684010" y="943419"/>
                  <a:pt x="6683695" y="943419"/>
                  <a:pt x="6683443" y="943419"/>
                </a:cubicBezTo>
                <a:lnTo>
                  <a:pt x="6678899" y="942305"/>
                </a:lnTo>
                <a:lnTo>
                  <a:pt x="6674482" y="940565"/>
                </a:lnTo>
                <a:cubicBezTo>
                  <a:pt x="6677447" y="939642"/>
                  <a:pt x="6680161" y="938228"/>
                  <a:pt x="6683316" y="937902"/>
                </a:cubicBezTo>
                <a:cubicBezTo>
                  <a:pt x="6684074" y="937821"/>
                  <a:pt x="6684831" y="937793"/>
                  <a:pt x="6685525" y="937793"/>
                </a:cubicBezTo>
                <a:close/>
                <a:moveTo>
                  <a:pt x="9152953" y="937793"/>
                </a:moveTo>
                <a:lnTo>
                  <a:pt x="9153017" y="937821"/>
                </a:lnTo>
                <a:cubicBezTo>
                  <a:pt x="9158948" y="937821"/>
                  <a:pt x="9163618" y="940022"/>
                  <a:pt x="9160778" y="941517"/>
                </a:cubicBezTo>
                <a:cubicBezTo>
                  <a:pt x="9158696" y="942577"/>
                  <a:pt x="9154784" y="943419"/>
                  <a:pt x="9151691" y="943419"/>
                </a:cubicBezTo>
                <a:cubicBezTo>
                  <a:pt x="9151438" y="943419"/>
                  <a:pt x="9151123" y="943419"/>
                  <a:pt x="9150871" y="943419"/>
                </a:cubicBezTo>
                <a:lnTo>
                  <a:pt x="9146328" y="942305"/>
                </a:lnTo>
                <a:lnTo>
                  <a:pt x="9141910" y="940565"/>
                </a:lnTo>
                <a:cubicBezTo>
                  <a:pt x="9144876" y="939642"/>
                  <a:pt x="9147589" y="938228"/>
                  <a:pt x="9150745" y="937902"/>
                </a:cubicBezTo>
                <a:cubicBezTo>
                  <a:pt x="9151503" y="937821"/>
                  <a:pt x="9152259" y="937793"/>
                  <a:pt x="9152953" y="937793"/>
                </a:cubicBezTo>
                <a:close/>
                <a:moveTo>
                  <a:pt x="2620141" y="927111"/>
                </a:moveTo>
                <a:cubicBezTo>
                  <a:pt x="2625000" y="927111"/>
                  <a:pt x="2635411" y="931134"/>
                  <a:pt x="2636043" y="933445"/>
                </a:cubicBezTo>
                <a:lnTo>
                  <a:pt x="2635538" y="935592"/>
                </a:lnTo>
                <a:cubicBezTo>
                  <a:pt x="2626325" y="937304"/>
                  <a:pt x="2617112" y="938120"/>
                  <a:pt x="2607837" y="938120"/>
                </a:cubicBezTo>
                <a:cubicBezTo>
                  <a:pt x="2599191" y="938120"/>
                  <a:pt x="2590547" y="937412"/>
                  <a:pt x="2581838" y="936054"/>
                </a:cubicBezTo>
                <a:lnTo>
                  <a:pt x="2580071" y="935293"/>
                </a:lnTo>
                <a:lnTo>
                  <a:pt x="2578558" y="934233"/>
                </a:lnTo>
                <a:lnTo>
                  <a:pt x="2581018" y="933254"/>
                </a:lnTo>
                <a:lnTo>
                  <a:pt x="2583605" y="932493"/>
                </a:lnTo>
                <a:cubicBezTo>
                  <a:pt x="2595027" y="930617"/>
                  <a:pt x="2608278" y="931950"/>
                  <a:pt x="2618500" y="927410"/>
                </a:cubicBezTo>
                <a:cubicBezTo>
                  <a:pt x="2618942" y="927220"/>
                  <a:pt x="2619510" y="927139"/>
                  <a:pt x="2620204" y="927139"/>
                </a:cubicBezTo>
                <a:close/>
                <a:moveTo>
                  <a:pt x="3745876" y="927111"/>
                </a:moveTo>
                <a:cubicBezTo>
                  <a:pt x="3750735" y="927111"/>
                  <a:pt x="3761146" y="931134"/>
                  <a:pt x="3761778" y="933445"/>
                </a:cubicBezTo>
                <a:lnTo>
                  <a:pt x="3761273" y="935592"/>
                </a:lnTo>
                <a:cubicBezTo>
                  <a:pt x="3752060" y="937304"/>
                  <a:pt x="3742847" y="938120"/>
                  <a:pt x="3733572" y="938120"/>
                </a:cubicBezTo>
                <a:cubicBezTo>
                  <a:pt x="3724926" y="938120"/>
                  <a:pt x="3716282" y="937412"/>
                  <a:pt x="3707573" y="936054"/>
                </a:cubicBezTo>
                <a:lnTo>
                  <a:pt x="3705806" y="935293"/>
                </a:lnTo>
                <a:lnTo>
                  <a:pt x="3704292" y="934233"/>
                </a:lnTo>
                <a:lnTo>
                  <a:pt x="3706753" y="933254"/>
                </a:lnTo>
                <a:lnTo>
                  <a:pt x="3709340" y="932493"/>
                </a:lnTo>
                <a:cubicBezTo>
                  <a:pt x="3720762" y="930617"/>
                  <a:pt x="3734014" y="931950"/>
                  <a:pt x="3744235" y="927410"/>
                </a:cubicBezTo>
                <a:cubicBezTo>
                  <a:pt x="3744677" y="927220"/>
                  <a:pt x="3745245" y="927139"/>
                  <a:pt x="3745939" y="927139"/>
                </a:cubicBezTo>
                <a:close/>
                <a:moveTo>
                  <a:pt x="6626083" y="927111"/>
                </a:moveTo>
                <a:cubicBezTo>
                  <a:pt x="6630942" y="927111"/>
                  <a:pt x="6641353" y="931134"/>
                  <a:pt x="6641985" y="933445"/>
                </a:cubicBezTo>
                <a:lnTo>
                  <a:pt x="6641480" y="935592"/>
                </a:lnTo>
                <a:cubicBezTo>
                  <a:pt x="6632267" y="937304"/>
                  <a:pt x="6623054" y="938120"/>
                  <a:pt x="6613779" y="938120"/>
                </a:cubicBezTo>
                <a:cubicBezTo>
                  <a:pt x="6605133" y="938120"/>
                  <a:pt x="6596489" y="937412"/>
                  <a:pt x="6587780" y="936054"/>
                </a:cubicBezTo>
                <a:lnTo>
                  <a:pt x="6586013" y="935293"/>
                </a:lnTo>
                <a:lnTo>
                  <a:pt x="6584500" y="934233"/>
                </a:lnTo>
                <a:lnTo>
                  <a:pt x="6586960" y="933254"/>
                </a:lnTo>
                <a:lnTo>
                  <a:pt x="6589547" y="932493"/>
                </a:lnTo>
                <a:cubicBezTo>
                  <a:pt x="6600969" y="930617"/>
                  <a:pt x="6614221" y="931950"/>
                  <a:pt x="6624442" y="927410"/>
                </a:cubicBezTo>
                <a:cubicBezTo>
                  <a:pt x="6624884" y="927220"/>
                  <a:pt x="6625452" y="927139"/>
                  <a:pt x="6626146" y="927139"/>
                </a:cubicBezTo>
                <a:close/>
                <a:moveTo>
                  <a:pt x="9093512" y="927111"/>
                </a:moveTo>
                <a:cubicBezTo>
                  <a:pt x="9098370" y="927111"/>
                  <a:pt x="9108782" y="931134"/>
                  <a:pt x="9109413" y="933445"/>
                </a:cubicBezTo>
                <a:lnTo>
                  <a:pt x="9108908" y="935592"/>
                </a:lnTo>
                <a:cubicBezTo>
                  <a:pt x="9099695" y="937304"/>
                  <a:pt x="9090482" y="938120"/>
                  <a:pt x="9081207" y="938120"/>
                </a:cubicBezTo>
                <a:cubicBezTo>
                  <a:pt x="9072562" y="938120"/>
                  <a:pt x="9063918" y="937412"/>
                  <a:pt x="9055209" y="936054"/>
                </a:cubicBezTo>
                <a:lnTo>
                  <a:pt x="9053442" y="935293"/>
                </a:lnTo>
                <a:lnTo>
                  <a:pt x="9051928" y="934233"/>
                </a:lnTo>
                <a:lnTo>
                  <a:pt x="9054389" y="933254"/>
                </a:lnTo>
                <a:lnTo>
                  <a:pt x="9056976" y="932493"/>
                </a:lnTo>
                <a:cubicBezTo>
                  <a:pt x="9068397" y="930617"/>
                  <a:pt x="9081649" y="931950"/>
                  <a:pt x="9091871" y="927410"/>
                </a:cubicBezTo>
                <a:cubicBezTo>
                  <a:pt x="9092312" y="927220"/>
                  <a:pt x="9092881" y="927139"/>
                  <a:pt x="9093574" y="927139"/>
                </a:cubicBezTo>
                <a:close/>
                <a:moveTo>
                  <a:pt x="4058924" y="902880"/>
                </a:moveTo>
                <a:lnTo>
                  <a:pt x="4059492" y="902976"/>
                </a:lnTo>
                <a:lnTo>
                  <a:pt x="4051856" y="905993"/>
                </a:lnTo>
                <a:cubicBezTo>
                  <a:pt x="4051856" y="905993"/>
                  <a:pt x="4051604" y="905993"/>
                  <a:pt x="4051478" y="905993"/>
                </a:cubicBezTo>
                <a:cubicBezTo>
                  <a:pt x="4048134" y="905993"/>
                  <a:pt x="4044600" y="904770"/>
                  <a:pt x="4040751" y="904009"/>
                </a:cubicBezTo>
                <a:lnTo>
                  <a:pt x="4042591" y="903344"/>
                </a:lnTo>
                <a:lnTo>
                  <a:pt x="4048892" y="905069"/>
                </a:lnTo>
                <a:cubicBezTo>
                  <a:pt x="4051604" y="905069"/>
                  <a:pt x="4054066" y="904253"/>
                  <a:pt x="4056463" y="903438"/>
                </a:cubicBezTo>
                <a:close/>
                <a:moveTo>
                  <a:pt x="2813738" y="901888"/>
                </a:moveTo>
                <a:lnTo>
                  <a:pt x="2813714" y="901897"/>
                </a:lnTo>
                <a:lnTo>
                  <a:pt x="2817650" y="902704"/>
                </a:lnTo>
                <a:lnTo>
                  <a:pt x="2813486" y="905150"/>
                </a:lnTo>
                <a:lnTo>
                  <a:pt x="2809509" y="903438"/>
                </a:lnTo>
                <a:lnTo>
                  <a:pt x="2813714" y="901897"/>
                </a:lnTo>
                <a:lnTo>
                  <a:pt x="2813674" y="901888"/>
                </a:lnTo>
                <a:close/>
                <a:moveTo>
                  <a:pt x="6819680" y="901888"/>
                </a:moveTo>
                <a:lnTo>
                  <a:pt x="6819657" y="901897"/>
                </a:lnTo>
                <a:lnTo>
                  <a:pt x="6823592" y="902704"/>
                </a:lnTo>
                <a:lnTo>
                  <a:pt x="6819427" y="905150"/>
                </a:lnTo>
                <a:lnTo>
                  <a:pt x="6815451" y="903438"/>
                </a:lnTo>
                <a:lnTo>
                  <a:pt x="6819657" y="901897"/>
                </a:lnTo>
                <a:lnTo>
                  <a:pt x="6819616" y="901888"/>
                </a:lnTo>
                <a:close/>
                <a:moveTo>
                  <a:pt x="9287108" y="901888"/>
                </a:moveTo>
                <a:lnTo>
                  <a:pt x="9287085" y="901897"/>
                </a:lnTo>
                <a:lnTo>
                  <a:pt x="9291020" y="902704"/>
                </a:lnTo>
                <a:lnTo>
                  <a:pt x="9286856" y="905150"/>
                </a:lnTo>
                <a:lnTo>
                  <a:pt x="9282880" y="903438"/>
                </a:lnTo>
                <a:lnTo>
                  <a:pt x="9287085" y="901897"/>
                </a:lnTo>
                <a:lnTo>
                  <a:pt x="9287045" y="901888"/>
                </a:lnTo>
                <a:close/>
                <a:moveTo>
                  <a:pt x="2923092" y="901182"/>
                </a:moveTo>
                <a:cubicBezTo>
                  <a:pt x="2926563" y="901182"/>
                  <a:pt x="2930160" y="902351"/>
                  <a:pt x="2933757" y="902976"/>
                </a:cubicBezTo>
                <a:lnTo>
                  <a:pt x="2926121" y="905993"/>
                </a:lnTo>
                <a:cubicBezTo>
                  <a:pt x="2926121" y="905993"/>
                  <a:pt x="2925869" y="905993"/>
                  <a:pt x="2925743" y="905993"/>
                </a:cubicBezTo>
                <a:cubicBezTo>
                  <a:pt x="2922399" y="905993"/>
                  <a:pt x="2918865" y="904770"/>
                  <a:pt x="2915016" y="904009"/>
                </a:cubicBezTo>
                <a:lnTo>
                  <a:pt x="2922840" y="901182"/>
                </a:lnTo>
                <a:close/>
                <a:moveTo>
                  <a:pt x="6929034" y="901182"/>
                </a:moveTo>
                <a:cubicBezTo>
                  <a:pt x="6932505" y="901182"/>
                  <a:pt x="6936102" y="902351"/>
                  <a:pt x="6939699" y="902976"/>
                </a:cubicBezTo>
                <a:lnTo>
                  <a:pt x="6932063" y="905993"/>
                </a:lnTo>
                <a:cubicBezTo>
                  <a:pt x="6932063" y="905993"/>
                  <a:pt x="6931811" y="905993"/>
                  <a:pt x="6931685" y="905993"/>
                </a:cubicBezTo>
                <a:cubicBezTo>
                  <a:pt x="6928341" y="905993"/>
                  <a:pt x="6924807" y="904770"/>
                  <a:pt x="6920958" y="904009"/>
                </a:cubicBezTo>
                <a:lnTo>
                  <a:pt x="6928783" y="901182"/>
                </a:lnTo>
                <a:close/>
                <a:moveTo>
                  <a:pt x="9396463" y="901182"/>
                </a:moveTo>
                <a:cubicBezTo>
                  <a:pt x="9399933" y="901182"/>
                  <a:pt x="9403531" y="902351"/>
                  <a:pt x="9407127" y="902976"/>
                </a:cubicBezTo>
                <a:lnTo>
                  <a:pt x="9399492" y="905993"/>
                </a:lnTo>
                <a:cubicBezTo>
                  <a:pt x="9399492" y="905993"/>
                  <a:pt x="9399240" y="905993"/>
                  <a:pt x="9399113" y="905993"/>
                </a:cubicBezTo>
                <a:cubicBezTo>
                  <a:pt x="9395769" y="905993"/>
                  <a:pt x="9392236" y="904770"/>
                  <a:pt x="9388387" y="904009"/>
                </a:cubicBezTo>
                <a:lnTo>
                  <a:pt x="9396211" y="901182"/>
                </a:lnTo>
                <a:close/>
                <a:moveTo>
                  <a:pt x="1881219" y="900176"/>
                </a:moveTo>
                <a:lnTo>
                  <a:pt x="1881219" y="900204"/>
                </a:lnTo>
                <a:lnTo>
                  <a:pt x="1881210" y="900204"/>
                </a:lnTo>
                <a:lnTo>
                  <a:pt x="1881030" y="900720"/>
                </a:lnTo>
                <a:lnTo>
                  <a:pt x="1879957" y="900204"/>
                </a:lnTo>
                <a:lnTo>
                  <a:pt x="1881210" y="900204"/>
                </a:lnTo>
                <a:close/>
                <a:moveTo>
                  <a:pt x="5887161" y="900176"/>
                </a:moveTo>
                <a:lnTo>
                  <a:pt x="5887161" y="900204"/>
                </a:lnTo>
                <a:lnTo>
                  <a:pt x="5887152" y="900204"/>
                </a:lnTo>
                <a:lnTo>
                  <a:pt x="5886973" y="900720"/>
                </a:lnTo>
                <a:lnTo>
                  <a:pt x="5885899" y="900204"/>
                </a:lnTo>
                <a:lnTo>
                  <a:pt x="5887152" y="900204"/>
                </a:lnTo>
                <a:close/>
                <a:moveTo>
                  <a:pt x="2441562" y="895637"/>
                </a:moveTo>
                <a:lnTo>
                  <a:pt x="2441562" y="895664"/>
                </a:lnTo>
                <a:lnTo>
                  <a:pt x="2445791" y="897568"/>
                </a:lnTo>
                <a:lnTo>
                  <a:pt x="2441058" y="899388"/>
                </a:lnTo>
                <a:lnTo>
                  <a:pt x="2436830" y="897269"/>
                </a:lnTo>
                <a:close/>
                <a:moveTo>
                  <a:pt x="6447505" y="895637"/>
                </a:moveTo>
                <a:lnTo>
                  <a:pt x="6447505" y="895664"/>
                </a:lnTo>
                <a:lnTo>
                  <a:pt x="6451733" y="897568"/>
                </a:lnTo>
                <a:lnTo>
                  <a:pt x="6447000" y="899388"/>
                </a:lnTo>
                <a:lnTo>
                  <a:pt x="6442772" y="897269"/>
                </a:lnTo>
                <a:close/>
                <a:moveTo>
                  <a:pt x="8914933" y="895637"/>
                </a:moveTo>
                <a:lnTo>
                  <a:pt x="8914933" y="895664"/>
                </a:lnTo>
                <a:lnTo>
                  <a:pt x="8919161" y="897568"/>
                </a:lnTo>
                <a:lnTo>
                  <a:pt x="8914428" y="899388"/>
                </a:lnTo>
                <a:lnTo>
                  <a:pt x="8910201" y="897269"/>
                </a:lnTo>
                <a:close/>
                <a:moveTo>
                  <a:pt x="2719716" y="894468"/>
                </a:moveTo>
                <a:lnTo>
                  <a:pt x="2721392" y="894967"/>
                </a:lnTo>
                <a:lnTo>
                  <a:pt x="2711196" y="897485"/>
                </a:lnTo>
                <a:lnTo>
                  <a:pt x="2721400" y="899269"/>
                </a:lnTo>
                <a:lnTo>
                  <a:pt x="2716372" y="900122"/>
                </a:lnTo>
                <a:lnTo>
                  <a:pt x="2707158" y="897377"/>
                </a:lnTo>
                <a:lnTo>
                  <a:pt x="2711576" y="895556"/>
                </a:lnTo>
                <a:cubicBezTo>
                  <a:pt x="2714289" y="895039"/>
                  <a:pt x="2717128" y="894496"/>
                  <a:pt x="2719779" y="894496"/>
                </a:cubicBezTo>
                <a:close/>
                <a:moveTo>
                  <a:pt x="6725657" y="894468"/>
                </a:moveTo>
                <a:cubicBezTo>
                  <a:pt x="6728181" y="894468"/>
                  <a:pt x="6730580" y="894985"/>
                  <a:pt x="6732598" y="896534"/>
                </a:cubicBezTo>
                <a:lnTo>
                  <a:pt x="6732725" y="898355"/>
                </a:lnTo>
                <a:cubicBezTo>
                  <a:pt x="6729381" y="899062"/>
                  <a:pt x="6725784" y="899551"/>
                  <a:pt x="6722314" y="900122"/>
                </a:cubicBezTo>
                <a:lnTo>
                  <a:pt x="6713101" y="897377"/>
                </a:lnTo>
                <a:lnTo>
                  <a:pt x="6717518" y="895556"/>
                </a:lnTo>
                <a:cubicBezTo>
                  <a:pt x="6720231" y="895039"/>
                  <a:pt x="6723070" y="894496"/>
                  <a:pt x="6725721" y="894496"/>
                </a:cubicBezTo>
                <a:close/>
                <a:moveTo>
                  <a:pt x="9193086" y="894468"/>
                </a:moveTo>
                <a:cubicBezTo>
                  <a:pt x="9195610" y="894468"/>
                  <a:pt x="9198008" y="894985"/>
                  <a:pt x="9200027" y="896534"/>
                </a:cubicBezTo>
                <a:lnTo>
                  <a:pt x="9200154" y="898355"/>
                </a:lnTo>
                <a:cubicBezTo>
                  <a:pt x="9196810" y="899062"/>
                  <a:pt x="9193212" y="899551"/>
                  <a:pt x="9189742" y="900122"/>
                </a:cubicBezTo>
                <a:lnTo>
                  <a:pt x="9180529" y="897377"/>
                </a:lnTo>
                <a:lnTo>
                  <a:pt x="9184946" y="895556"/>
                </a:lnTo>
                <a:cubicBezTo>
                  <a:pt x="9187660" y="895039"/>
                  <a:pt x="9190499" y="894496"/>
                  <a:pt x="9193149" y="894496"/>
                </a:cubicBezTo>
                <a:close/>
                <a:moveTo>
                  <a:pt x="1893462" y="894197"/>
                </a:moveTo>
                <a:cubicBezTo>
                  <a:pt x="1895291" y="894197"/>
                  <a:pt x="1897248" y="894279"/>
                  <a:pt x="1899204" y="894387"/>
                </a:cubicBezTo>
                <a:cubicBezTo>
                  <a:pt x="1901160" y="894468"/>
                  <a:pt x="1903116" y="894550"/>
                  <a:pt x="1905009" y="894550"/>
                </a:cubicBezTo>
                <a:lnTo>
                  <a:pt x="1905577" y="894550"/>
                </a:lnTo>
                <a:cubicBezTo>
                  <a:pt x="1904315" y="899551"/>
                  <a:pt x="1898635" y="900366"/>
                  <a:pt x="1892200" y="900366"/>
                </a:cubicBezTo>
                <a:cubicBezTo>
                  <a:pt x="1890622" y="900366"/>
                  <a:pt x="1888981" y="900312"/>
                  <a:pt x="1887278" y="900258"/>
                </a:cubicBezTo>
                <a:cubicBezTo>
                  <a:pt x="1885636" y="900204"/>
                  <a:pt x="1884059" y="900176"/>
                  <a:pt x="1882481" y="900176"/>
                </a:cubicBezTo>
                <a:cubicBezTo>
                  <a:pt x="1882104" y="900176"/>
                  <a:pt x="1881661" y="900176"/>
                  <a:pt x="1881283" y="900176"/>
                </a:cubicBezTo>
                <a:cubicBezTo>
                  <a:pt x="1882166" y="895148"/>
                  <a:pt x="1887341" y="894197"/>
                  <a:pt x="1893462" y="894197"/>
                </a:cubicBezTo>
                <a:close/>
                <a:moveTo>
                  <a:pt x="5899404" y="894197"/>
                </a:moveTo>
                <a:cubicBezTo>
                  <a:pt x="5901233" y="894197"/>
                  <a:pt x="5903190" y="894279"/>
                  <a:pt x="5905146" y="894387"/>
                </a:cubicBezTo>
                <a:cubicBezTo>
                  <a:pt x="5907102" y="894468"/>
                  <a:pt x="5909058" y="894550"/>
                  <a:pt x="5910951" y="894550"/>
                </a:cubicBezTo>
                <a:lnTo>
                  <a:pt x="5911519" y="894550"/>
                </a:lnTo>
                <a:cubicBezTo>
                  <a:pt x="5910257" y="899551"/>
                  <a:pt x="5904577" y="900366"/>
                  <a:pt x="5898142" y="900366"/>
                </a:cubicBezTo>
                <a:cubicBezTo>
                  <a:pt x="5896564" y="900366"/>
                  <a:pt x="5894924" y="900312"/>
                  <a:pt x="5893220" y="900258"/>
                </a:cubicBezTo>
                <a:cubicBezTo>
                  <a:pt x="5891578" y="900204"/>
                  <a:pt x="5890001" y="900176"/>
                  <a:pt x="5888423" y="900176"/>
                </a:cubicBezTo>
                <a:cubicBezTo>
                  <a:pt x="5888046" y="900176"/>
                  <a:pt x="5887603" y="900176"/>
                  <a:pt x="5887226" y="900176"/>
                </a:cubicBezTo>
                <a:cubicBezTo>
                  <a:pt x="5888108" y="895148"/>
                  <a:pt x="5893283" y="894197"/>
                  <a:pt x="5899404" y="894197"/>
                </a:cubicBezTo>
                <a:close/>
                <a:moveTo>
                  <a:pt x="2345081" y="888353"/>
                </a:moveTo>
                <a:cubicBezTo>
                  <a:pt x="2355555" y="888788"/>
                  <a:pt x="2366157" y="888897"/>
                  <a:pt x="2376442" y="889848"/>
                </a:cubicBezTo>
                <a:cubicBezTo>
                  <a:pt x="2378903" y="890065"/>
                  <a:pt x="2381616" y="892973"/>
                  <a:pt x="2381868" y="894713"/>
                </a:cubicBezTo>
                <a:cubicBezTo>
                  <a:pt x="2382058" y="896235"/>
                  <a:pt x="2378840" y="897839"/>
                  <a:pt x="2377136" y="899416"/>
                </a:cubicBezTo>
                <a:cubicBezTo>
                  <a:pt x="2367671" y="894795"/>
                  <a:pt x="2356881" y="893871"/>
                  <a:pt x="2345712" y="893871"/>
                </a:cubicBezTo>
                <a:cubicBezTo>
                  <a:pt x="2341989" y="893871"/>
                  <a:pt x="2338265" y="893980"/>
                  <a:pt x="2334480" y="894088"/>
                </a:cubicBezTo>
                <a:cubicBezTo>
                  <a:pt x="2330756" y="894197"/>
                  <a:pt x="2326970" y="894306"/>
                  <a:pt x="2323247" y="894306"/>
                </a:cubicBezTo>
                <a:cubicBezTo>
                  <a:pt x="2320912" y="894306"/>
                  <a:pt x="2318578" y="894251"/>
                  <a:pt x="2316306" y="894170"/>
                </a:cubicBezTo>
                <a:lnTo>
                  <a:pt x="2308229" y="890881"/>
                </a:lnTo>
                <a:lnTo>
                  <a:pt x="2313403" y="889087"/>
                </a:lnTo>
                <a:cubicBezTo>
                  <a:pt x="2317442" y="888625"/>
                  <a:pt x="2321670" y="888353"/>
                  <a:pt x="2325835" y="888353"/>
                </a:cubicBezTo>
                <a:lnTo>
                  <a:pt x="2326655" y="888353"/>
                </a:lnTo>
                <a:cubicBezTo>
                  <a:pt x="2332776" y="888353"/>
                  <a:pt x="2338960" y="888598"/>
                  <a:pt x="2345081" y="888734"/>
                </a:cubicBezTo>
                <a:lnTo>
                  <a:pt x="2345081" y="888435"/>
                </a:lnTo>
                <a:close/>
                <a:moveTo>
                  <a:pt x="6351023" y="888353"/>
                </a:moveTo>
                <a:cubicBezTo>
                  <a:pt x="6361497" y="888788"/>
                  <a:pt x="6372099" y="888897"/>
                  <a:pt x="6382384" y="889848"/>
                </a:cubicBezTo>
                <a:cubicBezTo>
                  <a:pt x="6384845" y="890065"/>
                  <a:pt x="6387558" y="892973"/>
                  <a:pt x="6387811" y="894713"/>
                </a:cubicBezTo>
                <a:cubicBezTo>
                  <a:pt x="6388000" y="896235"/>
                  <a:pt x="6384782" y="897839"/>
                  <a:pt x="6383078" y="899416"/>
                </a:cubicBezTo>
                <a:cubicBezTo>
                  <a:pt x="6373613" y="894795"/>
                  <a:pt x="6362823" y="893871"/>
                  <a:pt x="6351654" y="893871"/>
                </a:cubicBezTo>
                <a:cubicBezTo>
                  <a:pt x="6347931" y="893871"/>
                  <a:pt x="6344207" y="893980"/>
                  <a:pt x="6340422" y="894088"/>
                </a:cubicBezTo>
                <a:cubicBezTo>
                  <a:pt x="6336698" y="894197"/>
                  <a:pt x="6332912" y="894306"/>
                  <a:pt x="6329189" y="894306"/>
                </a:cubicBezTo>
                <a:cubicBezTo>
                  <a:pt x="6326855" y="894306"/>
                  <a:pt x="6324520" y="894251"/>
                  <a:pt x="6322248" y="894170"/>
                </a:cubicBezTo>
                <a:lnTo>
                  <a:pt x="6314171" y="890881"/>
                </a:lnTo>
                <a:lnTo>
                  <a:pt x="6319345" y="889087"/>
                </a:lnTo>
                <a:cubicBezTo>
                  <a:pt x="6323384" y="888625"/>
                  <a:pt x="6327612" y="888353"/>
                  <a:pt x="6331777" y="888353"/>
                </a:cubicBezTo>
                <a:lnTo>
                  <a:pt x="6332597" y="888353"/>
                </a:lnTo>
                <a:cubicBezTo>
                  <a:pt x="6338718" y="888353"/>
                  <a:pt x="6344902" y="888598"/>
                  <a:pt x="6351023" y="888734"/>
                </a:cubicBezTo>
                <a:lnTo>
                  <a:pt x="6351023" y="888435"/>
                </a:lnTo>
                <a:close/>
                <a:moveTo>
                  <a:pt x="8818452" y="888353"/>
                </a:moveTo>
                <a:cubicBezTo>
                  <a:pt x="8828925" y="888788"/>
                  <a:pt x="8839528" y="888897"/>
                  <a:pt x="8849813" y="889848"/>
                </a:cubicBezTo>
                <a:cubicBezTo>
                  <a:pt x="8852274" y="890065"/>
                  <a:pt x="8854987" y="892973"/>
                  <a:pt x="8855239" y="894713"/>
                </a:cubicBezTo>
                <a:cubicBezTo>
                  <a:pt x="8855429" y="896235"/>
                  <a:pt x="8852210" y="897839"/>
                  <a:pt x="8850506" y="899416"/>
                </a:cubicBezTo>
                <a:cubicBezTo>
                  <a:pt x="8841041" y="894795"/>
                  <a:pt x="8830252" y="893871"/>
                  <a:pt x="8819082" y="893871"/>
                </a:cubicBezTo>
                <a:cubicBezTo>
                  <a:pt x="8815359" y="893871"/>
                  <a:pt x="8811636" y="893980"/>
                  <a:pt x="8807850" y="894088"/>
                </a:cubicBezTo>
                <a:cubicBezTo>
                  <a:pt x="8804127" y="894197"/>
                  <a:pt x="8800341" y="894306"/>
                  <a:pt x="8796617" y="894306"/>
                </a:cubicBezTo>
                <a:cubicBezTo>
                  <a:pt x="8794283" y="894306"/>
                  <a:pt x="8791948" y="894251"/>
                  <a:pt x="8789676" y="894170"/>
                </a:cubicBezTo>
                <a:lnTo>
                  <a:pt x="8781599" y="890881"/>
                </a:lnTo>
                <a:lnTo>
                  <a:pt x="8786774" y="889087"/>
                </a:lnTo>
                <a:cubicBezTo>
                  <a:pt x="8790813" y="888625"/>
                  <a:pt x="8795040" y="888353"/>
                  <a:pt x="8799205" y="888353"/>
                </a:cubicBezTo>
                <a:lnTo>
                  <a:pt x="8800025" y="888353"/>
                </a:lnTo>
                <a:cubicBezTo>
                  <a:pt x="8806146" y="888353"/>
                  <a:pt x="8812330" y="888598"/>
                  <a:pt x="8818452" y="888734"/>
                </a:cubicBezTo>
                <a:lnTo>
                  <a:pt x="8818452" y="888435"/>
                </a:lnTo>
                <a:close/>
                <a:moveTo>
                  <a:pt x="8103065" y="886668"/>
                </a:moveTo>
                <a:lnTo>
                  <a:pt x="8103130" y="886804"/>
                </a:lnTo>
                <a:lnTo>
                  <a:pt x="8102950" y="886846"/>
                </a:lnTo>
                <a:close/>
                <a:moveTo>
                  <a:pt x="8391520" y="879282"/>
                </a:moveTo>
                <a:lnTo>
                  <a:pt x="8391794" y="880153"/>
                </a:lnTo>
                <a:lnTo>
                  <a:pt x="8390913" y="879900"/>
                </a:lnTo>
                <a:close/>
                <a:moveTo>
                  <a:pt x="5355653" y="877516"/>
                </a:moveTo>
                <a:lnTo>
                  <a:pt x="5357613" y="878254"/>
                </a:lnTo>
                <a:lnTo>
                  <a:pt x="5357370" y="880716"/>
                </a:lnTo>
                <a:lnTo>
                  <a:pt x="5353015" y="878704"/>
                </a:lnTo>
                <a:close/>
                <a:moveTo>
                  <a:pt x="1912140" y="877046"/>
                </a:moveTo>
                <a:lnTo>
                  <a:pt x="1912265" y="877074"/>
                </a:lnTo>
                <a:lnTo>
                  <a:pt x="1912262" y="877076"/>
                </a:lnTo>
                <a:lnTo>
                  <a:pt x="1917882" y="878433"/>
                </a:lnTo>
                <a:cubicBezTo>
                  <a:pt x="1931323" y="883434"/>
                  <a:pt x="1932333" y="885037"/>
                  <a:pt x="1921416" y="889658"/>
                </a:cubicBezTo>
                <a:lnTo>
                  <a:pt x="1907096" y="893671"/>
                </a:lnTo>
                <a:lnTo>
                  <a:pt x="1907091" y="893708"/>
                </a:lnTo>
                <a:lnTo>
                  <a:pt x="1906965" y="893739"/>
                </a:lnTo>
                <a:lnTo>
                  <a:pt x="1906965" y="894550"/>
                </a:lnTo>
                <a:lnTo>
                  <a:pt x="1905639" y="894550"/>
                </a:lnTo>
                <a:lnTo>
                  <a:pt x="1905892" y="894007"/>
                </a:lnTo>
                <a:lnTo>
                  <a:pt x="1906965" y="893739"/>
                </a:lnTo>
                <a:lnTo>
                  <a:pt x="1906965" y="893708"/>
                </a:lnTo>
                <a:lnTo>
                  <a:pt x="1907096" y="893671"/>
                </a:lnTo>
                <a:lnTo>
                  <a:pt x="1909048" y="879357"/>
                </a:lnTo>
                <a:lnTo>
                  <a:pt x="1912262" y="877076"/>
                </a:lnTo>
                <a:close/>
                <a:moveTo>
                  <a:pt x="5918082" y="877046"/>
                </a:moveTo>
                <a:lnTo>
                  <a:pt x="5918207" y="877074"/>
                </a:lnTo>
                <a:lnTo>
                  <a:pt x="5918204" y="877076"/>
                </a:lnTo>
                <a:lnTo>
                  <a:pt x="5923824" y="878433"/>
                </a:lnTo>
                <a:cubicBezTo>
                  <a:pt x="5937265" y="883434"/>
                  <a:pt x="5938275" y="885037"/>
                  <a:pt x="5927358" y="889658"/>
                </a:cubicBezTo>
                <a:lnTo>
                  <a:pt x="5913038" y="893671"/>
                </a:lnTo>
                <a:lnTo>
                  <a:pt x="5913033" y="893708"/>
                </a:lnTo>
                <a:lnTo>
                  <a:pt x="5912907" y="893739"/>
                </a:lnTo>
                <a:lnTo>
                  <a:pt x="5912907" y="894550"/>
                </a:lnTo>
                <a:lnTo>
                  <a:pt x="5911582" y="894550"/>
                </a:lnTo>
                <a:lnTo>
                  <a:pt x="5911835" y="894007"/>
                </a:lnTo>
                <a:lnTo>
                  <a:pt x="5912907" y="893739"/>
                </a:lnTo>
                <a:lnTo>
                  <a:pt x="5912907" y="893708"/>
                </a:lnTo>
                <a:lnTo>
                  <a:pt x="5913038" y="893671"/>
                </a:lnTo>
                <a:lnTo>
                  <a:pt x="5914990" y="879357"/>
                </a:lnTo>
                <a:lnTo>
                  <a:pt x="5918204" y="877076"/>
                </a:lnTo>
                <a:close/>
                <a:moveTo>
                  <a:pt x="2003132" y="876938"/>
                </a:moveTo>
                <a:cubicBezTo>
                  <a:pt x="2009379" y="878405"/>
                  <a:pt x="2009064" y="879846"/>
                  <a:pt x="2002754" y="880851"/>
                </a:cubicBezTo>
                <a:lnTo>
                  <a:pt x="1998273" y="878759"/>
                </a:lnTo>
                <a:lnTo>
                  <a:pt x="2001050" y="877536"/>
                </a:lnTo>
                <a:close/>
                <a:moveTo>
                  <a:pt x="6009074" y="876938"/>
                </a:moveTo>
                <a:cubicBezTo>
                  <a:pt x="6015322" y="878405"/>
                  <a:pt x="6015006" y="879846"/>
                  <a:pt x="6008696" y="880851"/>
                </a:cubicBezTo>
                <a:lnTo>
                  <a:pt x="6004215" y="878759"/>
                </a:lnTo>
                <a:lnTo>
                  <a:pt x="6006992" y="877536"/>
                </a:lnTo>
                <a:close/>
                <a:moveTo>
                  <a:pt x="8476503" y="876938"/>
                </a:moveTo>
                <a:cubicBezTo>
                  <a:pt x="8482750" y="878405"/>
                  <a:pt x="8482434" y="879846"/>
                  <a:pt x="8476124" y="880851"/>
                </a:cubicBezTo>
                <a:lnTo>
                  <a:pt x="8471643" y="878759"/>
                </a:lnTo>
                <a:lnTo>
                  <a:pt x="8474421" y="877536"/>
                </a:lnTo>
                <a:close/>
                <a:moveTo>
                  <a:pt x="10705383" y="876883"/>
                </a:moveTo>
                <a:cubicBezTo>
                  <a:pt x="10711442" y="878351"/>
                  <a:pt x="10711125" y="879765"/>
                  <a:pt x="10705005" y="880716"/>
                </a:cubicBezTo>
                <a:lnTo>
                  <a:pt x="10700651" y="878704"/>
                </a:lnTo>
                <a:lnTo>
                  <a:pt x="10703364" y="877482"/>
                </a:lnTo>
                <a:close/>
                <a:moveTo>
                  <a:pt x="10756432" y="876883"/>
                </a:moveTo>
                <a:lnTo>
                  <a:pt x="10759776" y="877753"/>
                </a:lnTo>
                <a:lnTo>
                  <a:pt x="10756054" y="880471"/>
                </a:lnTo>
                <a:lnTo>
                  <a:pt x="10752836" y="878596"/>
                </a:lnTo>
                <a:close/>
                <a:moveTo>
                  <a:pt x="5470425" y="876856"/>
                </a:moveTo>
                <a:lnTo>
                  <a:pt x="5474423" y="877318"/>
                </a:lnTo>
                <a:cubicBezTo>
                  <a:pt x="5476757" y="877835"/>
                  <a:pt x="5477642" y="879873"/>
                  <a:pt x="5478904" y="881504"/>
                </a:cubicBezTo>
                <a:lnTo>
                  <a:pt x="5480859" y="881504"/>
                </a:lnTo>
                <a:cubicBezTo>
                  <a:pt x="5480859" y="881504"/>
                  <a:pt x="5481553" y="882265"/>
                  <a:pt x="5481553" y="882265"/>
                </a:cubicBezTo>
                <a:cubicBezTo>
                  <a:pt x="5486097" y="882373"/>
                  <a:pt x="5490387" y="882672"/>
                  <a:pt x="5489442" y="886016"/>
                </a:cubicBezTo>
                <a:lnTo>
                  <a:pt x="5485340" y="886288"/>
                </a:lnTo>
                <a:lnTo>
                  <a:pt x="5481553" y="882265"/>
                </a:lnTo>
                <a:lnTo>
                  <a:pt x="5479471" y="882211"/>
                </a:lnTo>
                <a:lnTo>
                  <a:pt x="5478904" y="881504"/>
                </a:lnTo>
                <a:cubicBezTo>
                  <a:pt x="5477767" y="881449"/>
                  <a:pt x="5476632" y="881422"/>
                  <a:pt x="5475495" y="881422"/>
                </a:cubicBezTo>
                <a:lnTo>
                  <a:pt x="5475495" y="881449"/>
                </a:lnTo>
                <a:cubicBezTo>
                  <a:pt x="5464390" y="881449"/>
                  <a:pt x="5455303" y="884086"/>
                  <a:pt x="5446279" y="887266"/>
                </a:cubicBezTo>
                <a:lnTo>
                  <a:pt x="5434795" y="886369"/>
                </a:lnTo>
                <a:lnTo>
                  <a:pt x="5435954" y="884822"/>
                </a:lnTo>
                <a:lnTo>
                  <a:pt x="5437562" y="884494"/>
                </a:lnTo>
                <a:cubicBezTo>
                  <a:pt x="5445197" y="883434"/>
                  <a:pt x="5453021" y="882700"/>
                  <a:pt x="5460720" y="881858"/>
                </a:cubicBezTo>
                <a:close/>
                <a:moveTo>
                  <a:pt x="5513846" y="876704"/>
                </a:moveTo>
                <a:lnTo>
                  <a:pt x="5527335" y="877518"/>
                </a:lnTo>
                <a:lnTo>
                  <a:pt x="5518594" y="881341"/>
                </a:lnTo>
                <a:cubicBezTo>
                  <a:pt x="5517585" y="881341"/>
                  <a:pt x="5516512" y="881341"/>
                  <a:pt x="5515439" y="881260"/>
                </a:cubicBezTo>
                <a:lnTo>
                  <a:pt x="5510707" y="879900"/>
                </a:lnTo>
                <a:close/>
                <a:moveTo>
                  <a:pt x="8445106" y="876642"/>
                </a:moveTo>
                <a:lnTo>
                  <a:pt x="8452587" y="878134"/>
                </a:lnTo>
                <a:cubicBezTo>
                  <a:pt x="8453660" y="881885"/>
                  <a:pt x="8446718" y="881205"/>
                  <a:pt x="8442049" y="881667"/>
                </a:cubicBezTo>
                <a:lnTo>
                  <a:pt x="8441621" y="881529"/>
                </a:lnTo>
                <a:close/>
                <a:moveTo>
                  <a:pt x="1969814" y="876259"/>
                </a:moveTo>
                <a:cubicBezTo>
                  <a:pt x="1973222" y="876259"/>
                  <a:pt x="1978964" y="877291"/>
                  <a:pt x="1979217" y="878134"/>
                </a:cubicBezTo>
                <a:cubicBezTo>
                  <a:pt x="1980290" y="881885"/>
                  <a:pt x="1973348" y="881205"/>
                  <a:pt x="1968678" y="881667"/>
                </a:cubicBezTo>
                <a:lnTo>
                  <a:pt x="1959592" y="878731"/>
                </a:lnTo>
                <a:cubicBezTo>
                  <a:pt x="1962874" y="877862"/>
                  <a:pt x="1966028" y="876367"/>
                  <a:pt x="1969373" y="876259"/>
                </a:cubicBezTo>
                <a:cubicBezTo>
                  <a:pt x="1969499" y="876259"/>
                  <a:pt x="1969688" y="876259"/>
                  <a:pt x="1969814" y="876259"/>
                </a:cubicBezTo>
                <a:close/>
                <a:moveTo>
                  <a:pt x="5975756" y="876259"/>
                </a:moveTo>
                <a:cubicBezTo>
                  <a:pt x="5979164" y="876259"/>
                  <a:pt x="5984906" y="877291"/>
                  <a:pt x="5985159" y="878134"/>
                </a:cubicBezTo>
                <a:cubicBezTo>
                  <a:pt x="5986232" y="881885"/>
                  <a:pt x="5979290" y="881205"/>
                  <a:pt x="5974621" y="881667"/>
                </a:cubicBezTo>
                <a:lnTo>
                  <a:pt x="5965534" y="878731"/>
                </a:lnTo>
                <a:cubicBezTo>
                  <a:pt x="5968816" y="877862"/>
                  <a:pt x="5971970" y="876367"/>
                  <a:pt x="5975315" y="876259"/>
                </a:cubicBezTo>
                <a:cubicBezTo>
                  <a:pt x="5975441" y="876259"/>
                  <a:pt x="5975631" y="876259"/>
                  <a:pt x="5975756" y="876259"/>
                </a:cubicBezTo>
                <a:close/>
                <a:moveTo>
                  <a:pt x="8339572" y="876204"/>
                </a:moveTo>
                <a:cubicBezTo>
                  <a:pt x="8342159" y="876204"/>
                  <a:pt x="8346388" y="877237"/>
                  <a:pt x="8349542" y="877590"/>
                </a:cubicBezTo>
                <a:cubicBezTo>
                  <a:pt x="8348407" y="879248"/>
                  <a:pt x="8348091" y="881178"/>
                  <a:pt x="8346071" y="882564"/>
                </a:cubicBezTo>
                <a:lnTo>
                  <a:pt x="8345132" y="883554"/>
                </a:lnTo>
                <a:lnTo>
                  <a:pt x="8326486" y="887266"/>
                </a:lnTo>
                <a:lnTo>
                  <a:pt x="8315002" y="886369"/>
                </a:lnTo>
                <a:lnTo>
                  <a:pt x="8319504" y="880357"/>
                </a:lnTo>
                <a:lnTo>
                  <a:pt x="8338058" y="876394"/>
                </a:lnTo>
                <a:cubicBezTo>
                  <a:pt x="8338436" y="876259"/>
                  <a:pt x="8339005" y="876204"/>
                  <a:pt x="8339572" y="876204"/>
                </a:cubicBezTo>
                <a:close/>
                <a:moveTo>
                  <a:pt x="5324934" y="876014"/>
                </a:moveTo>
                <a:lnTo>
                  <a:pt x="5324925" y="876018"/>
                </a:lnTo>
                <a:lnTo>
                  <a:pt x="5328847" y="876177"/>
                </a:lnTo>
                <a:lnTo>
                  <a:pt x="5332317" y="877455"/>
                </a:lnTo>
                <a:lnTo>
                  <a:pt x="5335536" y="879438"/>
                </a:lnTo>
                <a:lnTo>
                  <a:pt x="5333202" y="880552"/>
                </a:lnTo>
                <a:lnTo>
                  <a:pt x="5330740" y="881260"/>
                </a:lnTo>
                <a:lnTo>
                  <a:pt x="5313331" y="881691"/>
                </a:lnTo>
                <a:lnTo>
                  <a:pt x="5313324" y="881694"/>
                </a:lnTo>
                <a:lnTo>
                  <a:pt x="5313199" y="881694"/>
                </a:lnTo>
                <a:lnTo>
                  <a:pt x="5313072" y="882129"/>
                </a:lnTo>
                <a:lnTo>
                  <a:pt x="5312062" y="882129"/>
                </a:lnTo>
                <a:lnTo>
                  <a:pt x="5311997" y="882130"/>
                </a:lnTo>
                <a:lnTo>
                  <a:pt x="5298874" y="887755"/>
                </a:lnTo>
                <a:cubicBezTo>
                  <a:pt x="5297927" y="887755"/>
                  <a:pt x="5296918" y="887728"/>
                  <a:pt x="5295908" y="887674"/>
                </a:cubicBezTo>
                <a:cubicBezTo>
                  <a:pt x="5290102" y="887348"/>
                  <a:pt x="5284360" y="886614"/>
                  <a:pt x="5278744" y="885934"/>
                </a:cubicBezTo>
                <a:lnTo>
                  <a:pt x="5278050" y="884304"/>
                </a:lnTo>
                <a:lnTo>
                  <a:pt x="5282846" y="882564"/>
                </a:lnTo>
                <a:lnTo>
                  <a:pt x="5311997" y="882130"/>
                </a:lnTo>
                <a:lnTo>
                  <a:pt x="5311999" y="882129"/>
                </a:lnTo>
                <a:lnTo>
                  <a:pt x="5312062" y="882129"/>
                </a:lnTo>
                <a:lnTo>
                  <a:pt x="5312314" y="881694"/>
                </a:lnTo>
                <a:lnTo>
                  <a:pt x="5313199" y="881694"/>
                </a:lnTo>
                <a:lnTo>
                  <a:pt x="5313331" y="881691"/>
                </a:lnTo>
                <a:lnTo>
                  <a:pt x="5324925" y="876018"/>
                </a:lnTo>
                <a:lnTo>
                  <a:pt x="5324808" y="876014"/>
                </a:lnTo>
                <a:close/>
                <a:moveTo>
                  <a:pt x="10672570" y="876014"/>
                </a:moveTo>
                <a:lnTo>
                  <a:pt x="10672561" y="876018"/>
                </a:lnTo>
                <a:lnTo>
                  <a:pt x="10676482" y="876177"/>
                </a:lnTo>
                <a:lnTo>
                  <a:pt x="10679953" y="877455"/>
                </a:lnTo>
                <a:lnTo>
                  <a:pt x="10683171" y="879438"/>
                </a:lnTo>
                <a:lnTo>
                  <a:pt x="10680837" y="880552"/>
                </a:lnTo>
                <a:lnTo>
                  <a:pt x="10678376" y="881260"/>
                </a:lnTo>
                <a:lnTo>
                  <a:pt x="10660967" y="881691"/>
                </a:lnTo>
                <a:lnTo>
                  <a:pt x="10660959" y="881694"/>
                </a:lnTo>
                <a:lnTo>
                  <a:pt x="10660834" y="881694"/>
                </a:lnTo>
                <a:lnTo>
                  <a:pt x="10660708" y="882129"/>
                </a:lnTo>
                <a:lnTo>
                  <a:pt x="10659698" y="882129"/>
                </a:lnTo>
                <a:lnTo>
                  <a:pt x="10659632" y="882130"/>
                </a:lnTo>
                <a:lnTo>
                  <a:pt x="10646509" y="887755"/>
                </a:lnTo>
                <a:cubicBezTo>
                  <a:pt x="10645562" y="887755"/>
                  <a:pt x="10644553" y="887728"/>
                  <a:pt x="10643543" y="887674"/>
                </a:cubicBezTo>
                <a:cubicBezTo>
                  <a:pt x="10637738" y="887348"/>
                  <a:pt x="10631995" y="886614"/>
                  <a:pt x="10626379" y="885934"/>
                </a:cubicBezTo>
                <a:lnTo>
                  <a:pt x="10625686" y="884304"/>
                </a:lnTo>
                <a:lnTo>
                  <a:pt x="10630481" y="882564"/>
                </a:lnTo>
                <a:lnTo>
                  <a:pt x="10659632" y="882130"/>
                </a:lnTo>
                <a:lnTo>
                  <a:pt x="10659634" y="882129"/>
                </a:lnTo>
                <a:lnTo>
                  <a:pt x="10659698" y="882129"/>
                </a:lnTo>
                <a:lnTo>
                  <a:pt x="10659950" y="881694"/>
                </a:lnTo>
                <a:lnTo>
                  <a:pt x="10660834" y="881694"/>
                </a:lnTo>
                <a:lnTo>
                  <a:pt x="10660967" y="881691"/>
                </a:lnTo>
                <a:lnTo>
                  <a:pt x="10672561" y="876018"/>
                </a:lnTo>
                <a:lnTo>
                  <a:pt x="10672443" y="876014"/>
                </a:lnTo>
                <a:close/>
                <a:moveTo>
                  <a:pt x="10806788" y="875551"/>
                </a:moveTo>
                <a:cubicBezTo>
                  <a:pt x="10811772" y="875551"/>
                  <a:pt x="10816948" y="876204"/>
                  <a:pt x="10822059" y="877318"/>
                </a:cubicBezTo>
                <a:cubicBezTo>
                  <a:pt x="10824393" y="877835"/>
                  <a:pt x="10825277" y="879873"/>
                  <a:pt x="10826539" y="881504"/>
                </a:cubicBezTo>
                <a:lnTo>
                  <a:pt x="10828495" y="881504"/>
                </a:lnTo>
                <a:cubicBezTo>
                  <a:pt x="10828495" y="881504"/>
                  <a:pt x="10829188" y="882265"/>
                  <a:pt x="10829188" y="882265"/>
                </a:cubicBezTo>
                <a:cubicBezTo>
                  <a:pt x="10833732" y="882373"/>
                  <a:pt x="10838023" y="882672"/>
                  <a:pt x="10837077" y="886016"/>
                </a:cubicBezTo>
                <a:lnTo>
                  <a:pt x="10832975" y="886288"/>
                </a:lnTo>
                <a:lnTo>
                  <a:pt x="10829188" y="882265"/>
                </a:lnTo>
                <a:lnTo>
                  <a:pt x="10827106" y="882211"/>
                </a:lnTo>
                <a:lnTo>
                  <a:pt x="10826539" y="881504"/>
                </a:lnTo>
                <a:cubicBezTo>
                  <a:pt x="10825403" y="881449"/>
                  <a:pt x="10824267" y="881422"/>
                  <a:pt x="10823131" y="881422"/>
                </a:cubicBezTo>
                <a:lnTo>
                  <a:pt x="10823131" y="881449"/>
                </a:lnTo>
                <a:cubicBezTo>
                  <a:pt x="10812025" y="881449"/>
                  <a:pt x="10802939" y="884086"/>
                  <a:pt x="10793915" y="887266"/>
                </a:cubicBezTo>
                <a:lnTo>
                  <a:pt x="10782431" y="886369"/>
                </a:lnTo>
                <a:cubicBezTo>
                  <a:pt x="10776499" y="883270"/>
                  <a:pt x="10783819" y="881395"/>
                  <a:pt x="10787479" y="879629"/>
                </a:cubicBezTo>
                <a:cubicBezTo>
                  <a:pt x="10793347" y="876775"/>
                  <a:pt x="10799909" y="875551"/>
                  <a:pt x="10806788" y="875551"/>
                </a:cubicBezTo>
                <a:close/>
                <a:moveTo>
                  <a:pt x="10886360" y="870741"/>
                </a:moveTo>
                <a:cubicBezTo>
                  <a:pt x="10888694" y="870741"/>
                  <a:pt x="10890335" y="871991"/>
                  <a:pt x="10888631" y="873323"/>
                </a:cubicBezTo>
                <a:cubicBezTo>
                  <a:pt x="10887306" y="874383"/>
                  <a:pt x="10883456" y="874736"/>
                  <a:pt x="10880238" y="875252"/>
                </a:cubicBezTo>
                <a:lnTo>
                  <a:pt x="10879797" y="875905"/>
                </a:lnTo>
                <a:lnTo>
                  <a:pt x="10878672" y="875905"/>
                </a:lnTo>
                <a:lnTo>
                  <a:pt x="10878660" y="875932"/>
                </a:lnTo>
                <a:lnTo>
                  <a:pt x="10878594" y="875934"/>
                </a:lnTo>
                <a:lnTo>
                  <a:pt x="10866230" y="881341"/>
                </a:lnTo>
                <a:cubicBezTo>
                  <a:pt x="10865220" y="881341"/>
                  <a:pt x="10864147" y="881341"/>
                  <a:pt x="10863074" y="881260"/>
                </a:cubicBezTo>
                <a:lnTo>
                  <a:pt x="10858342" y="879900"/>
                </a:lnTo>
                <a:lnTo>
                  <a:pt x="10861813" y="876367"/>
                </a:lnTo>
                <a:lnTo>
                  <a:pt x="10878594" y="875934"/>
                </a:lnTo>
                <a:lnTo>
                  <a:pt x="10878660" y="875905"/>
                </a:lnTo>
                <a:lnTo>
                  <a:pt x="10878672" y="875905"/>
                </a:lnTo>
                <a:lnTo>
                  <a:pt x="10878850" y="875470"/>
                </a:lnTo>
                <a:lnTo>
                  <a:pt x="10880238" y="875252"/>
                </a:lnTo>
                <a:cubicBezTo>
                  <a:pt x="10881249" y="873703"/>
                  <a:pt x="10881816" y="871882"/>
                  <a:pt x="10884024" y="871121"/>
                </a:cubicBezTo>
                <a:cubicBezTo>
                  <a:pt x="10884782" y="870849"/>
                  <a:pt x="10885602" y="870741"/>
                  <a:pt x="10886296" y="870741"/>
                </a:cubicBezTo>
                <a:close/>
                <a:moveTo>
                  <a:pt x="1390036" y="864163"/>
                </a:moveTo>
                <a:cubicBezTo>
                  <a:pt x="1390729" y="864163"/>
                  <a:pt x="1391424" y="864163"/>
                  <a:pt x="1392118" y="864218"/>
                </a:cubicBezTo>
                <a:cubicBezTo>
                  <a:pt x="1398554" y="864544"/>
                  <a:pt x="1403224" y="865414"/>
                  <a:pt x="1403161" y="869192"/>
                </a:cubicBezTo>
                <a:cubicBezTo>
                  <a:pt x="1403161" y="872507"/>
                  <a:pt x="1397797" y="875144"/>
                  <a:pt x="1391298" y="875144"/>
                </a:cubicBezTo>
                <a:cubicBezTo>
                  <a:pt x="1390036" y="875144"/>
                  <a:pt x="1388774" y="875035"/>
                  <a:pt x="1387448" y="874845"/>
                </a:cubicBezTo>
                <a:cubicBezTo>
                  <a:pt x="1381391" y="873867"/>
                  <a:pt x="1378236" y="871665"/>
                  <a:pt x="1379624" y="868131"/>
                </a:cubicBezTo>
                <a:cubicBezTo>
                  <a:pt x="1380949" y="865495"/>
                  <a:pt x="1384356" y="864163"/>
                  <a:pt x="1390036" y="864163"/>
                </a:cubicBezTo>
                <a:close/>
                <a:moveTo>
                  <a:pt x="11343279" y="813772"/>
                </a:moveTo>
                <a:lnTo>
                  <a:pt x="11343328" y="813801"/>
                </a:lnTo>
                <a:lnTo>
                  <a:pt x="11361389" y="814288"/>
                </a:lnTo>
                <a:lnTo>
                  <a:pt x="11365553" y="816218"/>
                </a:lnTo>
                <a:lnTo>
                  <a:pt x="11358613" y="819643"/>
                </a:lnTo>
                <a:cubicBezTo>
                  <a:pt x="11356909" y="819833"/>
                  <a:pt x="11355331" y="819942"/>
                  <a:pt x="11353879" y="819942"/>
                </a:cubicBezTo>
                <a:lnTo>
                  <a:pt x="11343328" y="813801"/>
                </a:lnTo>
                <a:lnTo>
                  <a:pt x="11343279" y="813800"/>
                </a:lnTo>
                <a:close/>
                <a:moveTo>
                  <a:pt x="11336085" y="808717"/>
                </a:moveTo>
                <a:cubicBezTo>
                  <a:pt x="11336780" y="808717"/>
                  <a:pt x="11337536" y="808825"/>
                  <a:pt x="11338294" y="809043"/>
                </a:cubicBezTo>
                <a:cubicBezTo>
                  <a:pt x="11340881" y="809831"/>
                  <a:pt x="11341512" y="812060"/>
                  <a:pt x="11342964" y="813690"/>
                </a:cubicBezTo>
                <a:lnTo>
                  <a:pt x="11343153" y="813690"/>
                </a:lnTo>
                <a:cubicBezTo>
                  <a:pt x="11343153" y="813690"/>
                  <a:pt x="11343153" y="813800"/>
                  <a:pt x="11343153" y="813800"/>
                </a:cubicBezTo>
                <a:lnTo>
                  <a:pt x="11343026" y="813800"/>
                </a:lnTo>
                <a:cubicBezTo>
                  <a:pt x="11343026" y="813800"/>
                  <a:pt x="11342964" y="813690"/>
                  <a:pt x="11342964" y="813690"/>
                </a:cubicBezTo>
                <a:cubicBezTo>
                  <a:pt x="11339619" y="812984"/>
                  <a:pt x="11334887" y="812631"/>
                  <a:pt x="11333372" y="811408"/>
                </a:cubicBezTo>
                <a:cubicBezTo>
                  <a:pt x="11331732" y="810022"/>
                  <a:pt x="11333498" y="808717"/>
                  <a:pt x="11336022" y="808717"/>
                </a:cubicBezTo>
                <a:close/>
                <a:moveTo>
                  <a:pt x="11437714" y="793358"/>
                </a:moveTo>
                <a:lnTo>
                  <a:pt x="11443225" y="795313"/>
                </a:lnTo>
                <a:lnTo>
                  <a:pt x="11439766" y="797441"/>
                </a:lnTo>
                <a:lnTo>
                  <a:pt x="11435769" y="795758"/>
                </a:lnTo>
                <a:lnTo>
                  <a:pt x="11435715" y="795758"/>
                </a:lnTo>
                <a:cubicBezTo>
                  <a:pt x="11436363" y="794967"/>
                  <a:pt x="11437066" y="794150"/>
                  <a:pt x="11437714" y="793358"/>
                </a:cubicBezTo>
                <a:close/>
                <a:moveTo>
                  <a:pt x="11267628" y="787617"/>
                </a:moveTo>
                <a:lnTo>
                  <a:pt x="11268927" y="790405"/>
                </a:lnTo>
                <a:lnTo>
                  <a:pt x="11263012" y="789198"/>
                </a:lnTo>
                <a:lnTo>
                  <a:pt x="11262603" y="788731"/>
                </a:lnTo>
                <a:lnTo>
                  <a:pt x="11262549" y="788731"/>
                </a:lnTo>
                <a:close/>
                <a:moveTo>
                  <a:pt x="11531834" y="787320"/>
                </a:moveTo>
                <a:cubicBezTo>
                  <a:pt x="11535940" y="790067"/>
                  <a:pt x="11535886" y="788929"/>
                  <a:pt x="11532050" y="791676"/>
                </a:cubicBezTo>
                <a:cubicBezTo>
                  <a:pt x="11527458" y="790117"/>
                  <a:pt x="11526810" y="791255"/>
                  <a:pt x="11531834" y="787320"/>
                </a:cubicBezTo>
                <a:close/>
                <a:moveTo>
                  <a:pt x="11918157" y="734959"/>
                </a:moveTo>
                <a:lnTo>
                  <a:pt x="11919418" y="735719"/>
                </a:lnTo>
                <a:lnTo>
                  <a:pt x="11920165" y="736568"/>
                </a:lnTo>
                <a:lnTo>
                  <a:pt x="11916495" y="738322"/>
                </a:lnTo>
                <a:lnTo>
                  <a:pt x="11912457" y="736174"/>
                </a:lnTo>
                <a:lnTo>
                  <a:pt x="11914127" y="735494"/>
                </a:lnTo>
                <a:close/>
                <a:moveTo>
                  <a:pt x="12007109" y="715708"/>
                </a:moveTo>
                <a:lnTo>
                  <a:pt x="12007067" y="715739"/>
                </a:lnTo>
                <a:lnTo>
                  <a:pt x="12012284" y="723128"/>
                </a:lnTo>
                <a:lnTo>
                  <a:pt x="12004584" y="725058"/>
                </a:lnTo>
                <a:cubicBezTo>
                  <a:pt x="12003260" y="723400"/>
                  <a:pt x="12000610" y="721688"/>
                  <a:pt x="12001052" y="720138"/>
                </a:cubicBezTo>
                <a:lnTo>
                  <a:pt x="12007067" y="715739"/>
                </a:lnTo>
                <a:lnTo>
                  <a:pt x="12007047" y="715708"/>
                </a:lnTo>
                <a:close/>
                <a:moveTo>
                  <a:pt x="442121" y="704266"/>
                </a:moveTo>
                <a:lnTo>
                  <a:pt x="449314" y="705434"/>
                </a:lnTo>
                <a:lnTo>
                  <a:pt x="445275" y="707011"/>
                </a:lnTo>
                <a:lnTo>
                  <a:pt x="441742" y="706141"/>
                </a:lnTo>
                <a:close/>
                <a:moveTo>
                  <a:pt x="483326" y="690893"/>
                </a:moveTo>
                <a:lnTo>
                  <a:pt x="487743" y="693068"/>
                </a:lnTo>
                <a:cubicBezTo>
                  <a:pt x="488784" y="695595"/>
                  <a:pt x="490267" y="697810"/>
                  <a:pt x="492965" y="699394"/>
                </a:cubicBezTo>
                <a:lnTo>
                  <a:pt x="497156" y="700242"/>
                </a:lnTo>
                <a:lnTo>
                  <a:pt x="488021" y="701608"/>
                </a:lnTo>
                <a:lnTo>
                  <a:pt x="500396" y="708284"/>
                </a:lnTo>
                <a:lnTo>
                  <a:pt x="494747" y="708260"/>
                </a:lnTo>
                <a:cubicBezTo>
                  <a:pt x="478404" y="708098"/>
                  <a:pt x="471841" y="701602"/>
                  <a:pt x="479162" y="693068"/>
                </a:cubicBezTo>
                <a:close/>
                <a:moveTo>
                  <a:pt x="336881" y="612847"/>
                </a:moveTo>
                <a:cubicBezTo>
                  <a:pt x="346914" y="612847"/>
                  <a:pt x="354360" y="616924"/>
                  <a:pt x="352215" y="622089"/>
                </a:cubicBezTo>
                <a:cubicBezTo>
                  <a:pt x="350258" y="626736"/>
                  <a:pt x="346157" y="631166"/>
                  <a:pt x="343065" y="635678"/>
                </a:cubicBezTo>
                <a:lnTo>
                  <a:pt x="354653" y="640991"/>
                </a:lnTo>
                <a:lnTo>
                  <a:pt x="345890" y="640991"/>
                </a:lnTo>
                <a:cubicBezTo>
                  <a:pt x="338508" y="640991"/>
                  <a:pt x="333333" y="645394"/>
                  <a:pt x="333902" y="650151"/>
                </a:cubicBezTo>
                <a:cubicBezTo>
                  <a:pt x="334406" y="654445"/>
                  <a:pt x="336046" y="658332"/>
                  <a:pt x="346837" y="659174"/>
                </a:cubicBezTo>
                <a:cubicBezTo>
                  <a:pt x="353967" y="659745"/>
                  <a:pt x="357438" y="661593"/>
                  <a:pt x="358574" y="665181"/>
                </a:cubicBezTo>
                <a:cubicBezTo>
                  <a:pt x="359709" y="668850"/>
                  <a:pt x="356050" y="671323"/>
                  <a:pt x="345260" y="671323"/>
                </a:cubicBezTo>
                <a:cubicBezTo>
                  <a:pt x="344060" y="671323"/>
                  <a:pt x="342798" y="671296"/>
                  <a:pt x="341411" y="671242"/>
                </a:cubicBezTo>
                <a:cubicBezTo>
                  <a:pt x="339391" y="671161"/>
                  <a:pt x="337309" y="671107"/>
                  <a:pt x="335289" y="671107"/>
                </a:cubicBezTo>
                <a:cubicBezTo>
                  <a:pt x="330493" y="671107"/>
                  <a:pt x="325572" y="671323"/>
                  <a:pt x="320713" y="671514"/>
                </a:cubicBezTo>
                <a:cubicBezTo>
                  <a:pt x="315791" y="671731"/>
                  <a:pt x="310870" y="671921"/>
                  <a:pt x="306074" y="671921"/>
                </a:cubicBezTo>
                <a:lnTo>
                  <a:pt x="289674" y="670745"/>
                </a:lnTo>
                <a:lnTo>
                  <a:pt x="292647" y="670251"/>
                </a:lnTo>
                <a:cubicBezTo>
                  <a:pt x="305078" y="669164"/>
                  <a:pt x="318014" y="669327"/>
                  <a:pt x="330382" y="668131"/>
                </a:cubicBezTo>
                <a:cubicBezTo>
                  <a:pt x="336629" y="667533"/>
                  <a:pt x="341109" y="664326"/>
                  <a:pt x="338900" y="661118"/>
                </a:cubicBezTo>
                <a:cubicBezTo>
                  <a:pt x="335682" y="656444"/>
                  <a:pt x="331075" y="651959"/>
                  <a:pt x="326280" y="647584"/>
                </a:cubicBezTo>
                <a:cubicBezTo>
                  <a:pt x="324513" y="645925"/>
                  <a:pt x="322620" y="645354"/>
                  <a:pt x="320727" y="645354"/>
                </a:cubicBezTo>
                <a:cubicBezTo>
                  <a:pt x="317510" y="645354"/>
                  <a:pt x="314228" y="647040"/>
                  <a:pt x="311452" y="647882"/>
                </a:cubicBezTo>
                <a:cubicBezTo>
                  <a:pt x="309685" y="648453"/>
                  <a:pt x="308044" y="648752"/>
                  <a:pt x="306656" y="648752"/>
                </a:cubicBezTo>
                <a:cubicBezTo>
                  <a:pt x="304573" y="648752"/>
                  <a:pt x="303058" y="648045"/>
                  <a:pt x="302239" y="646333"/>
                </a:cubicBezTo>
                <a:cubicBezTo>
                  <a:pt x="300914" y="643533"/>
                  <a:pt x="300914" y="640598"/>
                  <a:pt x="300472" y="637717"/>
                </a:cubicBezTo>
                <a:cubicBezTo>
                  <a:pt x="284507" y="636929"/>
                  <a:pt x="290691" y="624562"/>
                  <a:pt x="272328" y="624562"/>
                </a:cubicBezTo>
                <a:cubicBezTo>
                  <a:pt x="272076" y="624562"/>
                  <a:pt x="271886" y="624562"/>
                  <a:pt x="271634" y="624562"/>
                </a:cubicBezTo>
                <a:cubicBezTo>
                  <a:pt x="271508" y="624562"/>
                  <a:pt x="271445" y="624562"/>
                  <a:pt x="271381" y="624562"/>
                </a:cubicBezTo>
                <a:cubicBezTo>
                  <a:pt x="266459" y="624562"/>
                  <a:pt x="265009" y="622116"/>
                  <a:pt x="267596" y="620757"/>
                </a:cubicBezTo>
                <a:lnTo>
                  <a:pt x="272518" y="619017"/>
                </a:lnTo>
                <a:cubicBezTo>
                  <a:pt x="274600" y="619126"/>
                  <a:pt x="276682" y="619180"/>
                  <a:pt x="278702" y="619180"/>
                </a:cubicBezTo>
                <a:cubicBezTo>
                  <a:pt x="297947" y="619180"/>
                  <a:pt x="315174" y="614533"/>
                  <a:pt x="333664" y="612983"/>
                </a:cubicBezTo>
                <a:cubicBezTo>
                  <a:pt x="334736" y="612902"/>
                  <a:pt x="335809" y="612847"/>
                  <a:pt x="336881" y="612847"/>
                </a:cubicBezTo>
                <a:close/>
                <a:moveTo>
                  <a:pt x="11937025" y="609892"/>
                </a:moveTo>
                <a:cubicBezTo>
                  <a:pt x="11944433" y="609908"/>
                  <a:pt x="11948296" y="611751"/>
                  <a:pt x="11951537" y="615376"/>
                </a:cubicBezTo>
                <a:lnTo>
                  <a:pt x="11901236" y="615376"/>
                </a:lnTo>
                <a:cubicBezTo>
                  <a:pt x="11918661" y="611689"/>
                  <a:pt x="11929616" y="609877"/>
                  <a:pt x="11937025" y="609892"/>
                </a:cubicBezTo>
                <a:close/>
                <a:moveTo>
                  <a:pt x="12039543" y="597993"/>
                </a:moveTo>
                <a:lnTo>
                  <a:pt x="12039607" y="598020"/>
                </a:lnTo>
                <a:cubicBezTo>
                  <a:pt x="12040553" y="598020"/>
                  <a:pt x="12041563" y="598047"/>
                  <a:pt x="12042572" y="598128"/>
                </a:cubicBezTo>
                <a:cubicBezTo>
                  <a:pt x="12045728" y="598346"/>
                  <a:pt x="12049829" y="599977"/>
                  <a:pt x="12050838" y="601390"/>
                </a:cubicBezTo>
                <a:cubicBezTo>
                  <a:pt x="12051911" y="602939"/>
                  <a:pt x="12051280" y="605630"/>
                  <a:pt x="12049071" y="606745"/>
                </a:cubicBezTo>
                <a:lnTo>
                  <a:pt x="12035848" y="609247"/>
                </a:lnTo>
                <a:lnTo>
                  <a:pt x="12020696" y="604315"/>
                </a:lnTo>
                <a:lnTo>
                  <a:pt x="12020904" y="603442"/>
                </a:lnTo>
                <a:lnTo>
                  <a:pt x="12027136" y="600235"/>
                </a:lnTo>
                <a:cubicBezTo>
                  <a:pt x="12030631" y="598896"/>
                  <a:pt x="12034622" y="597993"/>
                  <a:pt x="12039543" y="597993"/>
                </a:cubicBezTo>
                <a:close/>
                <a:moveTo>
                  <a:pt x="404322" y="537110"/>
                </a:moveTo>
                <a:lnTo>
                  <a:pt x="408298" y="537355"/>
                </a:lnTo>
                <a:cubicBezTo>
                  <a:pt x="409497" y="540671"/>
                  <a:pt x="405080" y="540997"/>
                  <a:pt x="400537" y="541160"/>
                </a:cubicBezTo>
                <a:lnTo>
                  <a:pt x="399969" y="541758"/>
                </a:lnTo>
                <a:lnTo>
                  <a:pt x="398833" y="541242"/>
                </a:lnTo>
                <a:lnTo>
                  <a:pt x="400473" y="541160"/>
                </a:lnTo>
                <a:lnTo>
                  <a:pt x="404260" y="537110"/>
                </a:lnTo>
                <a:close/>
                <a:moveTo>
                  <a:pt x="12033447" y="468992"/>
                </a:moveTo>
                <a:lnTo>
                  <a:pt x="12032259" y="472357"/>
                </a:lnTo>
                <a:lnTo>
                  <a:pt x="12032259" y="472382"/>
                </a:lnTo>
                <a:lnTo>
                  <a:pt x="12020751" y="471342"/>
                </a:lnTo>
                <a:cubicBezTo>
                  <a:pt x="12021993" y="468448"/>
                  <a:pt x="12019075" y="468992"/>
                  <a:pt x="12033447" y="468992"/>
                </a:cubicBezTo>
                <a:close/>
                <a:moveTo>
                  <a:pt x="11951836" y="461862"/>
                </a:moveTo>
                <a:cubicBezTo>
                  <a:pt x="11961115" y="461810"/>
                  <a:pt x="11970395" y="462559"/>
                  <a:pt x="11979688" y="463598"/>
                </a:cubicBezTo>
                <a:cubicBezTo>
                  <a:pt x="11970584" y="466617"/>
                  <a:pt x="11961318" y="467414"/>
                  <a:pt x="11951998" y="467226"/>
                </a:cubicBezTo>
                <a:lnTo>
                  <a:pt x="11929471" y="465383"/>
                </a:lnTo>
                <a:lnTo>
                  <a:pt x="11948286" y="462254"/>
                </a:lnTo>
                <a:close/>
                <a:moveTo>
                  <a:pt x="12121408" y="454319"/>
                </a:moveTo>
                <a:lnTo>
                  <a:pt x="12120700" y="454320"/>
                </a:lnTo>
                <a:lnTo>
                  <a:pt x="12120814" y="454665"/>
                </a:lnTo>
                <a:close/>
                <a:moveTo>
                  <a:pt x="310912" y="433213"/>
                </a:moveTo>
                <a:lnTo>
                  <a:pt x="310533" y="433534"/>
                </a:lnTo>
                <a:lnTo>
                  <a:pt x="311276" y="433299"/>
                </a:lnTo>
                <a:close/>
                <a:moveTo>
                  <a:pt x="476342" y="420453"/>
                </a:moveTo>
                <a:lnTo>
                  <a:pt x="498233" y="420696"/>
                </a:lnTo>
                <a:lnTo>
                  <a:pt x="498233" y="426012"/>
                </a:lnTo>
                <a:lnTo>
                  <a:pt x="474460" y="421212"/>
                </a:lnTo>
                <a:close/>
                <a:moveTo>
                  <a:pt x="12099148" y="418985"/>
                </a:moveTo>
                <a:lnTo>
                  <a:pt x="12098243" y="419061"/>
                </a:lnTo>
                <a:lnTo>
                  <a:pt x="12098283" y="419183"/>
                </a:lnTo>
                <a:close/>
                <a:moveTo>
                  <a:pt x="457343" y="408021"/>
                </a:moveTo>
                <a:lnTo>
                  <a:pt x="457911" y="408619"/>
                </a:lnTo>
                <a:cubicBezTo>
                  <a:pt x="462454" y="408782"/>
                  <a:pt x="466871" y="409109"/>
                  <a:pt x="465672" y="412424"/>
                </a:cubicBezTo>
                <a:lnTo>
                  <a:pt x="461696" y="412669"/>
                </a:lnTo>
                <a:lnTo>
                  <a:pt x="461634" y="412669"/>
                </a:lnTo>
                <a:lnTo>
                  <a:pt x="457847" y="408619"/>
                </a:lnTo>
                <a:lnTo>
                  <a:pt x="456207" y="408538"/>
                </a:lnTo>
                <a:close/>
                <a:moveTo>
                  <a:pt x="442583" y="398893"/>
                </a:moveTo>
                <a:lnTo>
                  <a:pt x="442410" y="399146"/>
                </a:lnTo>
                <a:lnTo>
                  <a:pt x="443123" y="399041"/>
                </a:lnTo>
                <a:close/>
                <a:moveTo>
                  <a:pt x="12090040" y="372226"/>
                </a:moveTo>
                <a:lnTo>
                  <a:pt x="12094015" y="373748"/>
                </a:lnTo>
                <a:lnTo>
                  <a:pt x="12088524" y="375650"/>
                </a:lnTo>
                <a:lnTo>
                  <a:pt x="12086442" y="373965"/>
                </a:lnTo>
                <a:close/>
                <a:moveTo>
                  <a:pt x="11942570" y="359642"/>
                </a:moveTo>
                <a:cubicBezTo>
                  <a:pt x="11943012" y="359642"/>
                  <a:pt x="11943391" y="359669"/>
                  <a:pt x="11943770" y="359669"/>
                </a:cubicBezTo>
                <a:lnTo>
                  <a:pt x="11944067" y="359832"/>
                </a:lnTo>
                <a:lnTo>
                  <a:pt x="11940821" y="359822"/>
                </a:lnTo>
                <a:close/>
                <a:moveTo>
                  <a:pt x="11833476" y="350317"/>
                </a:moveTo>
                <a:cubicBezTo>
                  <a:pt x="11842706" y="350239"/>
                  <a:pt x="11856546" y="350446"/>
                  <a:pt x="11878220" y="350821"/>
                </a:cubicBezTo>
                <a:lnTo>
                  <a:pt x="11915306" y="351429"/>
                </a:lnTo>
                <a:lnTo>
                  <a:pt x="11896886" y="359071"/>
                </a:lnTo>
                <a:cubicBezTo>
                  <a:pt x="11896381" y="359071"/>
                  <a:pt x="11895812" y="359071"/>
                  <a:pt x="11895307" y="359071"/>
                </a:cubicBezTo>
                <a:cubicBezTo>
                  <a:pt x="11876251" y="358690"/>
                  <a:pt x="11856942" y="359424"/>
                  <a:pt x="11840536" y="352983"/>
                </a:cubicBezTo>
                <a:lnTo>
                  <a:pt x="11831794" y="350635"/>
                </a:lnTo>
                <a:close/>
                <a:moveTo>
                  <a:pt x="12090355" y="339991"/>
                </a:moveTo>
                <a:cubicBezTo>
                  <a:pt x="12096223" y="339991"/>
                  <a:pt x="12101776" y="340671"/>
                  <a:pt x="12106445" y="343035"/>
                </a:cubicBezTo>
                <a:cubicBezTo>
                  <a:pt x="12108654" y="344150"/>
                  <a:pt x="12109285" y="346840"/>
                  <a:pt x="12108212" y="348389"/>
                </a:cubicBezTo>
                <a:cubicBezTo>
                  <a:pt x="12107203" y="349803"/>
                  <a:pt x="12103102" y="351433"/>
                  <a:pt x="12099946" y="351651"/>
                </a:cubicBezTo>
                <a:cubicBezTo>
                  <a:pt x="12098937" y="351732"/>
                  <a:pt x="12097927" y="351759"/>
                  <a:pt x="12096981" y="351759"/>
                </a:cubicBezTo>
                <a:lnTo>
                  <a:pt x="12096917" y="351787"/>
                </a:lnTo>
                <a:lnTo>
                  <a:pt x="12085575" y="349737"/>
                </a:lnTo>
                <a:lnTo>
                  <a:pt x="12086018" y="349628"/>
                </a:lnTo>
                <a:lnTo>
                  <a:pt x="12082822" y="348676"/>
                </a:lnTo>
                <a:lnTo>
                  <a:pt x="12075084" y="344693"/>
                </a:lnTo>
                <a:lnTo>
                  <a:pt x="12073255" y="342383"/>
                </a:lnTo>
                <a:lnTo>
                  <a:pt x="12078113" y="340616"/>
                </a:lnTo>
                <a:cubicBezTo>
                  <a:pt x="12082152" y="340317"/>
                  <a:pt x="12086317" y="339991"/>
                  <a:pt x="12090355" y="339991"/>
                </a:cubicBezTo>
                <a:close/>
                <a:moveTo>
                  <a:pt x="12013619" y="339360"/>
                </a:moveTo>
                <a:cubicBezTo>
                  <a:pt x="12014970" y="338642"/>
                  <a:pt x="12013942" y="338146"/>
                  <a:pt x="12019075" y="339730"/>
                </a:cubicBezTo>
                <a:lnTo>
                  <a:pt x="12017617" y="340571"/>
                </a:lnTo>
                <a:lnTo>
                  <a:pt x="12017563" y="340571"/>
                </a:lnTo>
                <a:cubicBezTo>
                  <a:pt x="12016266" y="340176"/>
                  <a:pt x="12014916" y="339755"/>
                  <a:pt x="12013619" y="339360"/>
                </a:cubicBezTo>
                <a:close/>
                <a:moveTo>
                  <a:pt x="12035331" y="322487"/>
                </a:moveTo>
                <a:cubicBezTo>
                  <a:pt x="12040505" y="322487"/>
                  <a:pt x="12045868" y="322786"/>
                  <a:pt x="12051043" y="322922"/>
                </a:cubicBezTo>
                <a:lnTo>
                  <a:pt x="12056216" y="324689"/>
                </a:lnTo>
                <a:lnTo>
                  <a:pt x="12051925" y="326700"/>
                </a:lnTo>
                <a:lnTo>
                  <a:pt x="12048844" y="327408"/>
                </a:lnTo>
                <a:lnTo>
                  <a:pt x="12046901" y="323919"/>
                </a:lnTo>
                <a:cubicBezTo>
                  <a:pt x="12039121" y="323968"/>
                  <a:pt x="12032205" y="324414"/>
                  <a:pt x="12026194" y="325620"/>
                </a:cubicBezTo>
                <a:lnTo>
                  <a:pt x="12011664" y="331580"/>
                </a:lnTo>
                <a:lnTo>
                  <a:pt x="12012982" y="331785"/>
                </a:lnTo>
                <a:lnTo>
                  <a:pt x="12035743" y="330669"/>
                </a:lnTo>
                <a:lnTo>
                  <a:pt x="12035327" y="331511"/>
                </a:lnTo>
                <a:lnTo>
                  <a:pt x="12024465" y="333572"/>
                </a:lnTo>
                <a:lnTo>
                  <a:pt x="12012982" y="331785"/>
                </a:lnTo>
                <a:lnTo>
                  <a:pt x="12010917" y="331887"/>
                </a:lnTo>
                <a:lnTo>
                  <a:pt x="12011664" y="331580"/>
                </a:lnTo>
                <a:lnTo>
                  <a:pt x="12011565" y="331565"/>
                </a:lnTo>
                <a:lnTo>
                  <a:pt x="11984779" y="327040"/>
                </a:lnTo>
                <a:lnTo>
                  <a:pt x="11985102" y="326913"/>
                </a:lnTo>
                <a:lnTo>
                  <a:pt x="11983878" y="323160"/>
                </a:lnTo>
                <a:lnTo>
                  <a:pt x="12001129" y="323574"/>
                </a:lnTo>
                <a:lnTo>
                  <a:pt x="12001254" y="323411"/>
                </a:lnTo>
                <a:cubicBezTo>
                  <a:pt x="12012551" y="323411"/>
                  <a:pt x="12022646" y="323248"/>
                  <a:pt x="12026370" y="322868"/>
                </a:cubicBezTo>
                <a:cubicBezTo>
                  <a:pt x="12029272" y="322596"/>
                  <a:pt x="12032302" y="322487"/>
                  <a:pt x="12035331" y="322487"/>
                </a:cubicBezTo>
                <a:close/>
                <a:moveTo>
                  <a:pt x="12105436" y="321672"/>
                </a:moveTo>
                <a:cubicBezTo>
                  <a:pt x="12107013" y="321672"/>
                  <a:pt x="12108591" y="321726"/>
                  <a:pt x="12110105" y="321889"/>
                </a:cubicBezTo>
                <a:cubicBezTo>
                  <a:pt x="12113766" y="322324"/>
                  <a:pt x="12116983" y="323601"/>
                  <a:pt x="12120391" y="324498"/>
                </a:cubicBezTo>
                <a:cubicBezTo>
                  <a:pt x="12117362" y="325504"/>
                  <a:pt x="12114523" y="327216"/>
                  <a:pt x="12111305" y="327379"/>
                </a:cubicBezTo>
                <a:cubicBezTo>
                  <a:pt x="12101272" y="327842"/>
                  <a:pt x="12090734" y="327135"/>
                  <a:pt x="12082783" y="331103"/>
                </a:cubicBezTo>
                <a:cubicBezTo>
                  <a:pt x="12080638" y="332163"/>
                  <a:pt x="12078681" y="332734"/>
                  <a:pt x="12077040" y="332734"/>
                </a:cubicBezTo>
                <a:cubicBezTo>
                  <a:pt x="12075653" y="332734"/>
                  <a:pt x="12074453" y="332326"/>
                  <a:pt x="12073697" y="331402"/>
                </a:cubicBezTo>
                <a:cubicBezTo>
                  <a:pt x="12072245" y="329744"/>
                  <a:pt x="12070983" y="327570"/>
                  <a:pt x="12071993" y="325966"/>
                </a:cubicBezTo>
                <a:cubicBezTo>
                  <a:pt x="12072939" y="324390"/>
                  <a:pt x="12076535" y="322432"/>
                  <a:pt x="12079627" y="322106"/>
                </a:cubicBezTo>
                <a:cubicBezTo>
                  <a:pt x="12082026" y="321862"/>
                  <a:pt x="12084550" y="321780"/>
                  <a:pt x="12087074" y="321780"/>
                </a:cubicBezTo>
                <a:cubicBezTo>
                  <a:pt x="12090671" y="321780"/>
                  <a:pt x="12094330" y="321944"/>
                  <a:pt x="12097927" y="321944"/>
                </a:cubicBezTo>
                <a:lnTo>
                  <a:pt x="12097927" y="321807"/>
                </a:lnTo>
                <a:cubicBezTo>
                  <a:pt x="12100387" y="321807"/>
                  <a:pt x="12102976" y="321672"/>
                  <a:pt x="12105436" y="321672"/>
                </a:cubicBezTo>
                <a:close/>
                <a:moveTo>
                  <a:pt x="402634" y="278456"/>
                </a:moveTo>
                <a:lnTo>
                  <a:pt x="405305" y="279689"/>
                </a:lnTo>
                <a:lnTo>
                  <a:pt x="404638" y="279801"/>
                </a:lnTo>
                <a:lnTo>
                  <a:pt x="400329" y="278505"/>
                </a:lnTo>
                <a:close/>
                <a:moveTo>
                  <a:pt x="363448" y="277858"/>
                </a:moveTo>
                <a:lnTo>
                  <a:pt x="364856" y="277898"/>
                </a:lnTo>
                <a:lnTo>
                  <a:pt x="367085" y="281697"/>
                </a:lnTo>
                <a:cubicBezTo>
                  <a:pt x="369664" y="283300"/>
                  <a:pt x="371574" y="284951"/>
                  <a:pt x="365641" y="286378"/>
                </a:cubicBezTo>
                <a:cubicBezTo>
                  <a:pt x="358574" y="288091"/>
                  <a:pt x="346900" y="286324"/>
                  <a:pt x="341473" y="288525"/>
                </a:cubicBezTo>
                <a:cubicBezTo>
                  <a:pt x="321912" y="296489"/>
                  <a:pt x="304117" y="305485"/>
                  <a:pt x="285691" y="314101"/>
                </a:cubicBezTo>
                <a:cubicBezTo>
                  <a:pt x="288783" y="318613"/>
                  <a:pt x="292884" y="323043"/>
                  <a:pt x="294841" y="327691"/>
                </a:cubicBezTo>
                <a:cubicBezTo>
                  <a:pt x="296986" y="332855"/>
                  <a:pt x="289540" y="336932"/>
                  <a:pt x="279507" y="336932"/>
                </a:cubicBezTo>
                <a:cubicBezTo>
                  <a:pt x="278435" y="336932"/>
                  <a:pt x="277362" y="336878"/>
                  <a:pt x="276290" y="336796"/>
                </a:cubicBezTo>
                <a:cubicBezTo>
                  <a:pt x="257800" y="335247"/>
                  <a:pt x="240573" y="330599"/>
                  <a:pt x="221328" y="330599"/>
                </a:cubicBezTo>
                <a:cubicBezTo>
                  <a:pt x="219308" y="330599"/>
                  <a:pt x="217226" y="330654"/>
                  <a:pt x="215144" y="330762"/>
                </a:cubicBezTo>
                <a:lnTo>
                  <a:pt x="210222" y="329023"/>
                </a:lnTo>
                <a:cubicBezTo>
                  <a:pt x="207635" y="327664"/>
                  <a:pt x="209085" y="325217"/>
                  <a:pt x="214007" y="325217"/>
                </a:cubicBezTo>
                <a:cubicBezTo>
                  <a:pt x="214071" y="325217"/>
                  <a:pt x="214134" y="325217"/>
                  <a:pt x="214260" y="325217"/>
                </a:cubicBezTo>
                <a:cubicBezTo>
                  <a:pt x="214512" y="325217"/>
                  <a:pt x="214702" y="325217"/>
                  <a:pt x="214954" y="325217"/>
                </a:cubicBezTo>
                <a:cubicBezTo>
                  <a:pt x="233317" y="325217"/>
                  <a:pt x="227133" y="312851"/>
                  <a:pt x="243098" y="312063"/>
                </a:cubicBezTo>
                <a:cubicBezTo>
                  <a:pt x="243540" y="309182"/>
                  <a:pt x="243540" y="306246"/>
                  <a:pt x="244865" y="303447"/>
                </a:cubicBezTo>
                <a:cubicBezTo>
                  <a:pt x="245684" y="301735"/>
                  <a:pt x="247199" y="301028"/>
                  <a:pt x="249282" y="301028"/>
                </a:cubicBezTo>
                <a:cubicBezTo>
                  <a:pt x="250670" y="301028"/>
                  <a:pt x="252311" y="301327"/>
                  <a:pt x="254078" y="301897"/>
                </a:cubicBezTo>
                <a:cubicBezTo>
                  <a:pt x="256854" y="302740"/>
                  <a:pt x="260136" y="304425"/>
                  <a:pt x="263353" y="304425"/>
                </a:cubicBezTo>
                <a:cubicBezTo>
                  <a:pt x="265246" y="304425"/>
                  <a:pt x="267139" y="303855"/>
                  <a:pt x="268906" y="302196"/>
                </a:cubicBezTo>
                <a:cubicBezTo>
                  <a:pt x="273702" y="297821"/>
                  <a:pt x="278308" y="293336"/>
                  <a:pt x="281526" y="288661"/>
                </a:cubicBezTo>
                <a:lnTo>
                  <a:pt x="274927" y="283229"/>
                </a:lnTo>
                <a:lnTo>
                  <a:pt x="302681" y="284463"/>
                </a:lnTo>
                <a:cubicBezTo>
                  <a:pt x="312272" y="284463"/>
                  <a:pt x="321989" y="284164"/>
                  <a:pt x="331707" y="283919"/>
                </a:cubicBezTo>
                <a:cubicBezTo>
                  <a:pt x="341236" y="279000"/>
                  <a:pt x="352152" y="277858"/>
                  <a:pt x="363448" y="277858"/>
                </a:cubicBezTo>
                <a:close/>
                <a:moveTo>
                  <a:pt x="12061958" y="224722"/>
                </a:moveTo>
                <a:lnTo>
                  <a:pt x="12069658" y="226652"/>
                </a:lnTo>
                <a:lnTo>
                  <a:pt x="12064441" y="234041"/>
                </a:lnTo>
                <a:lnTo>
                  <a:pt x="12064483" y="234072"/>
                </a:lnTo>
                <a:lnTo>
                  <a:pt x="12064421" y="234072"/>
                </a:lnTo>
                <a:lnTo>
                  <a:pt x="12064441" y="234041"/>
                </a:lnTo>
                <a:lnTo>
                  <a:pt x="12058426" y="229641"/>
                </a:lnTo>
                <a:cubicBezTo>
                  <a:pt x="12057984" y="228092"/>
                  <a:pt x="12060635" y="226380"/>
                  <a:pt x="12061958" y="224722"/>
                </a:cubicBezTo>
                <a:close/>
                <a:moveTo>
                  <a:pt x="506229" y="223657"/>
                </a:moveTo>
                <a:cubicBezTo>
                  <a:pt x="513685" y="223657"/>
                  <a:pt x="521196" y="224895"/>
                  <a:pt x="528652" y="225661"/>
                </a:cubicBezTo>
                <a:lnTo>
                  <a:pt x="527181" y="228860"/>
                </a:lnTo>
                <a:lnTo>
                  <a:pt x="501368" y="228898"/>
                </a:lnTo>
                <a:lnTo>
                  <a:pt x="499523" y="227789"/>
                </a:lnTo>
                <a:cubicBezTo>
                  <a:pt x="500422" y="225748"/>
                  <a:pt x="503501" y="223657"/>
                  <a:pt x="506229" y="223657"/>
                </a:cubicBezTo>
                <a:close/>
                <a:moveTo>
                  <a:pt x="11972448" y="214577"/>
                </a:moveTo>
                <a:lnTo>
                  <a:pt x="11972379" y="214643"/>
                </a:lnTo>
                <a:lnTo>
                  <a:pt x="11972292" y="214608"/>
                </a:lnTo>
                <a:close/>
                <a:moveTo>
                  <a:pt x="11973869" y="211458"/>
                </a:moveTo>
                <a:lnTo>
                  <a:pt x="11977908" y="213388"/>
                </a:lnTo>
                <a:lnTo>
                  <a:pt x="11974437" y="215481"/>
                </a:lnTo>
                <a:lnTo>
                  <a:pt x="11972856" y="214837"/>
                </a:lnTo>
                <a:lnTo>
                  <a:pt x="11972988" y="214848"/>
                </a:lnTo>
                <a:lnTo>
                  <a:pt x="11970170" y="213424"/>
                </a:lnTo>
                <a:close/>
                <a:moveTo>
                  <a:pt x="454577" y="182186"/>
                </a:moveTo>
                <a:lnTo>
                  <a:pt x="453661" y="182293"/>
                </a:lnTo>
                <a:lnTo>
                  <a:pt x="453928" y="182508"/>
                </a:lnTo>
                <a:close/>
                <a:moveTo>
                  <a:pt x="821524" y="177088"/>
                </a:moveTo>
                <a:cubicBezTo>
                  <a:pt x="895538" y="176016"/>
                  <a:pt x="859018" y="187791"/>
                  <a:pt x="851643" y="187902"/>
                </a:cubicBezTo>
                <a:cubicBezTo>
                  <a:pt x="734532" y="189610"/>
                  <a:pt x="740114" y="189745"/>
                  <a:pt x="723898" y="189705"/>
                </a:cubicBezTo>
                <a:lnTo>
                  <a:pt x="695105" y="189659"/>
                </a:lnTo>
                <a:lnTo>
                  <a:pt x="695064" y="189684"/>
                </a:lnTo>
                <a:lnTo>
                  <a:pt x="695064" y="189659"/>
                </a:lnTo>
                <a:lnTo>
                  <a:pt x="695105" y="189659"/>
                </a:lnTo>
                <a:lnTo>
                  <a:pt x="705492" y="183350"/>
                </a:lnTo>
                <a:cubicBezTo>
                  <a:pt x="759900" y="179230"/>
                  <a:pt x="796853" y="177445"/>
                  <a:pt x="821524" y="177088"/>
                </a:cubicBezTo>
                <a:close/>
                <a:moveTo>
                  <a:pt x="442636" y="173427"/>
                </a:moveTo>
                <a:lnTo>
                  <a:pt x="443204" y="173884"/>
                </a:lnTo>
                <a:lnTo>
                  <a:pt x="443393" y="173824"/>
                </a:lnTo>
                <a:close/>
                <a:moveTo>
                  <a:pt x="709166" y="169171"/>
                </a:moveTo>
                <a:cubicBezTo>
                  <a:pt x="710570" y="169616"/>
                  <a:pt x="711976" y="170038"/>
                  <a:pt x="713326" y="170483"/>
                </a:cubicBezTo>
                <a:cubicBezTo>
                  <a:pt x="710976" y="171584"/>
                  <a:pt x="709247" y="172264"/>
                  <a:pt x="708450" y="172165"/>
                </a:cubicBezTo>
                <a:cubicBezTo>
                  <a:pt x="707653" y="172067"/>
                  <a:pt x="707788" y="171188"/>
                  <a:pt x="709166" y="169171"/>
                </a:cubicBezTo>
                <a:close/>
                <a:moveTo>
                  <a:pt x="12013977" y="165976"/>
                </a:moveTo>
                <a:cubicBezTo>
                  <a:pt x="12017941" y="166852"/>
                  <a:pt x="12020156" y="168899"/>
                  <a:pt x="12020642" y="172908"/>
                </a:cubicBezTo>
                <a:lnTo>
                  <a:pt x="11996815" y="166079"/>
                </a:lnTo>
                <a:cubicBezTo>
                  <a:pt x="12004299" y="165398"/>
                  <a:pt x="12010012" y="165101"/>
                  <a:pt x="12013977" y="165976"/>
                </a:cubicBezTo>
                <a:close/>
                <a:moveTo>
                  <a:pt x="780809" y="155538"/>
                </a:moveTo>
                <a:lnTo>
                  <a:pt x="781404" y="158680"/>
                </a:lnTo>
                <a:lnTo>
                  <a:pt x="764547" y="160239"/>
                </a:lnTo>
                <a:lnTo>
                  <a:pt x="763195" y="155538"/>
                </a:lnTo>
                <a:lnTo>
                  <a:pt x="763250" y="155538"/>
                </a:lnTo>
                <a:close/>
                <a:moveTo>
                  <a:pt x="824304" y="153707"/>
                </a:moveTo>
                <a:lnTo>
                  <a:pt x="824357" y="153731"/>
                </a:lnTo>
                <a:lnTo>
                  <a:pt x="832462" y="156750"/>
                </a:lnTo>
                <a:cubicBezTo>
                  <a:pt x="830246" y="157789"/>
                  <a:pt x="828303" y="159249"/>
                  <a:pt x="825708" y="159670"/>
                </a:cubicBezTo>
                <a:cubicBezTo>
                  <a:pt x="824411" y="159868"/>
                  <a:pt x="820522" y="158185"/>
                  <a:pt x="820359" y="157245"/>
                </a:cubicBezTo>
                <a:cubicBezTo>
                  <a:pt x="820144" y="156156"/>
                  <a:pt x="822791" y="154944"/>
                  <a:pt x="824304" y="153707"/>
                </a:cubicBezTo>
                <a:close/>
                <a:moveTo>
                  <a:pt x="11835354" y="146436"/>
                </a:moveTo>
                <a:cubicBezTo>
                  <a:pt x="11851359" y="143531"/>
                  <a:pt x="11879462" y="147762"/>
                  <a:pt x="11893401" y="152271"/>
                </a:cubicBezTo>
                <a:cubicBezTo>
                  <a:pt x="11883352" y="154399"/>
                  <a:pt x="11864888" y="156335"/>
                  <a:pt x="11849536" y="156734"/>
                </a:cubicBezTo>
                <a:lnTo>
                  <a:pt x="11836934" y="154352"/>
                </a:lnTo>
                <a:lnTo>
                  <a:pt x="11836560" y="153185"/>
                </a:lnTo>
                <a:lnTo>
                  <a:pt x="11828800" y="149736"/>
                </a:lnTo>
                <a:close/>
                <a:moveTo>
                  <a:pt x="754929" y="145220"/>
                </a:moveTo>
                <a:lnTo>
                  <a:pt x="754716" y="146070"/>
                </a:lnTo>
                <a:lnTo>
                  <a:pt x="754766" y="146085"/>
                </a:lnTo>
                <a:lnTo>
                  <a:pt x="754712" y="146085"/>
                </a:lnTo>
                <a:lnTo>
                  <a:pt x="754716" y="146070"/>
                </a:lnTo>
                <a:lnTo>
                  <a:pt x="753092" y="145566"/>
                </a:lnTo>
                <a:close/>
                <a:moveTo>
                  <a:pt x="975852" y="139525"/>
                </a:moveTo>
                <a:lnTo>
                  <a:pt x="980850" y="139756"/>
                </a:lnTo>
                <a:lnTo>
                  <a:pt x="978753" y="140030"/>
                </a:lnTo>
                <a:cubicBezTo>
                  <a:pt x="978626" y="140084"/>
                  <a:pt x="978374" y="140111"/>
                  <a:pt x="978122" y="140111"/>
                </a:cubicBezTo>
                <a:close/>
                <a:moveTo>
                  <a:pt x="1448672" y="74635"/>
                </a:moveTo>
                <a:cubicBezTo>
                  <a:pt x="1455171" y="74635"/>
                  <a:pt x="1460535" y="77272"/>
                  <a:pt x="1460535" y="80588"/>
                </a:cubicBezTo>
                <a:cubicBezTo>
                  <a:pt x="1460598" y="84366"/>
                  <a:pt x="1455928" y="85236"/>
                  <a:pt x="1449492" y="85562"/>
                </a:cubicBezTo>
                <a:cubicBezTo>
                  <a:pt x="1448798" y="85616"/>
                  <a:pt x="1448103" y="85616"/>
                  <a:pt x="1447410" y="85616"/>
                </a:cubicBezTo>
                <a:cubicBezTo>
                  <a:pt x="1441730" y="85616"/>
                  <a:pt x="1438323" y="84285"/>
                  <a:pt x="1436998" y="81648"/>
                </a:cubicBezTo>
                <a:cubicBezTo>
                  <a:pt x="1435610" y="78115"/>
                  <a:pt x="1438765" y="75913"/>
                  <a:pt x="1444822" y="74934"/>
                </a:cubicBezTo>
                <a:cubicBezTo>
                  <a:pt x="1446148" y="74744"/>
                  <a:pt x="1447410" y="74635"/>
                  <a:pt x="1448672" y="74635"/>
                </a:cubicBezTo>
                <a:close/>
                <a:moveTo>
                  <a:pt x="8449168" y="69626"/>
                </a:moveTo>
                <a:lnTo>
                  <a:pt x="8448894" y="70497"/>
                </a:lnTo>
                <a:lnTo>
                  <a:pt x="8448287" y="69879"/>
                </a:lnTo>
                <a:close/>
                <a:moveTo>
                  <a:pt x="10813428" y="69308"/>
                </a:moveTo>
                <a:lnTo>
                  <a:pt x="10817150" y="72026"/>
                </a:lnTo>
                <a:lnTo>
                  <a:pt x="10813806" y="72896"/>
                </a:lnTo>
                <a:lnTo>
                  <a:pt x="10810210" y="71184"/>
                </a:lnTo>
                <a:close/>
                <a:moveTo>
                  <a:pt x="5414744" y="69064"/>
                </a:moveTo>
                <a:lnTo>
                  <a:pt x="5414987" y="71526"/>
                </a:lnTo>
                <a:lnTo>
                  <a:pt x="5413027" y="72264"/>
                </a:lnTo>
                <a:lnTo>
                  <a:pt x="5410389" y="71075"/>
                </a:lnTo>
                <a:close/>
                <a:moveTo>
                  <a:pt x="10762379" y="69064"/>
                </a:moveTo>
                <a:cubicBezTo>
                  <a:pt x="10768499" y="70015"/>
                  <a:pt x="10768815" y="71428"/>
                  <a:pt x="10762757" y="72896"/>
                </a:cubicBezTo>
                <a:lnTo>
                  <a:pt x="10760738" y="72298"/>
                </a:lnTo>
                <a:lnTo>
                  <a:pt x="10758025" y="71075"/>
                </a:lnTo>
                <a:close/>
                <a:moveTo>
                  <a:pt x="2060128" y="68928"/>
                </a:moveTo>
                <a:cubicBezTo>
                  <a:pt x="2066438" y="69933"/>
                  <a:pt x="2066753" y="71374"/>
                  <a:pt x="2060506" y="72842"/>
                </a:cubicBezTo>
                <a:lnTo>
                  <a:pt x="2058424" y="72244"/>
                </a:lnTo>
                <a:lnTo>
                  <a:pt x="2055647" y="71021"/>
                </a:lnTo>
                <a:close/>
                <a:moveTo>
                  <a:pt x="6066070" y="68928"/>
                </a:moveTo>
                <a:cubicBezTo>
                  <a:pt x="6072380" y="69933"/>
                  <a:pt x="6072696" y="71374"/>
                  <a:pt x="6066448" y="72842"/>
                </a:cubicBezTo>
                <a:lnTo>
                  <a:pt x="6064366" y="72244"/>
                </a:lnTo>
                <a:lnTo>
                  <a:pt x="6061589" y="71021"/>
                </a:lnTo>
                <a:close/>
                <a:moveTo>
                  <a:pt x="8533498" y="68928"/>
                </a:moveTo>
                <a:cubicBezTo>
                  <a:pt x="8539808" y="69933"/>
                  <a:pt x="8540124" y="71374"/>
                  <a:pt x="8533877" y="72842"/>
                </a:cubicBezTo>
                <a:lnTo>
                  <a:pt x="8531794" y="72244"/>
                </a:lnTo>
                <a:lnTo>
                  <a:pt x="8529018" y="71021"/>
                </a:lnTo>
                <a:close/>
                <a:moveTo>
                  <a:pt x="5575968" y="68439"/>
                </a:moveTo>
                <a:lnTo>
                  <a:pt x="5584708" y="72261"/>
                </a:lnTo>
                <a:lnTo>
                  <a:pt x="5571220" y="73075"/>
                </a:lnTo>
                <a:lnTo>
                  <a:pt x="5568081" y="69879"/>
                </a:lnTo>
                <a:lnTo>
                  <a:pt x="5572813" y="68520"/>
                </a:lnTo>
                <a:cubicBezTo>
                  <a:pt x="5573886" y="68439"/>
                  <a:pt x="5574959" y="68439"/>
                  <a:pt x="5575968" y="68439"/>
                </a:cubicBezTo>
                <a:close/>
                <a:moveTo>
                  <a:pt x="10923603" y="68439"/>
                </a:moveTo>
                <a:lnTo>
                  <a:pt x="10935968" y="73846"/>
                </a:lnTo>
                <a:lnTo>
                  <a:pt x="10936034" y="73847"/>
                </a:lnTo>
                <a:lnTo>
                  <a:pt x="10936045" y="73875"/>
                </a:lnTo>
                <a:lnTo>
                  <a:pt x="10937171" y="73875"/>
                </a:lnTo>
                <a:lnTo>
                  <a:pt x="10937612" y="74527"/>
                </a:lnTo>
                <a:cubicBezTo>
                  <a:pt x="10940830" y="75043"/>
                  <a:pt x="10944680" y="75397"/>
                  <a:pt x="10946005" y="76456"/>
                </a:cubicBezTo>
                <a:cubicBezTo>
                  <a:pt x="10947709" y="77789"/>
                  <a:pt x="10946067" y="79039"/>
                  <a:pt x="10943734" y="79039"/>
                </a:cubicBezTo>
                <a:lnTo>
                  <a:pt x="10943670" y="79039"/>
                </a:lnTo>
                <a:cubicBezTo>
                  <a:pt x="10942976" y="79039"/>
                  <a:pt x="10942156" y="78930"/>
                  <a:pt x="10941398" y="78659"/>
                </a:cubicBezTo>
                <a:cubicBezTo>
                  <a:pt x="10939190" y="77897"/>
                  <a:pt x="10938623" y="76076"/>
                  <a:pt x="10937612" y="74527"/>
                </a:cubicBezTo>
                <a:lnTo>
                  <a:pt x="10936224" y="74310"/>
                </a:lnTo>
                <a:lnTo>
                  <a:pt x="10936045" y="73875"/>
                </a:lnTo>
                <a:lnTo>
                  <a:pt x="10936034" y="73875"/>
                </a:lnTo>
                <a:lnTo>
                  <a:pt x="10935968" y="73846"/>
                </a:lnTo>
                <a:lnTo>
                  <a:pt x="10919187" y="73412"/>
                </a:lnTo>
                <a:lnTo>
                  <a:pt x="10915716" y="69879"/>
                </a:lnTo>
                <a:lnTo>
                  <a:pt x="10920448" y="68520"/>
                </a:lnTo>
                <a:cubicBezTo>
                  <a:pt x="10921521" y="68439"/>
                  <a:pt x="10922594" y="68439"/>
                  <a:pt x="10923603" y="68439"/>
                </a:cubicBezTo>
                <a:close/>
                <a:moveTo>
                  <a:pt x="2026052" y="68113"/>
                </a:moveTo>
                <a:cubicBezTo>
                  <a:pt x="2030722" y="68575"/>
                  <a:pt x="2037664" y="67895"/>
                  <a:pt x="2036591" y="71646"/>
                </a:cubicBezTo>
                <a:cubicBezTo>
                  <a:pt x="2036338" y="72489"/>
                  <a:pt x="2030596" y="73521"/>
                  <a:pt x="2027188" y="73521"/>
                </a:cubicBezTo>
                <a:cubicBezTo>
                  <a:pt x="2027062" y="73521"/>
                  <a:pt x="2026873" y="73521"/>
                  <a:pt x="2026747" y="73521"/>
                </a:cubicBezTo>
                <a:cubicBezTo>
                  <a:pt x="2023402" y="73412"/>
                  <a:pt x="2020248" y="71917"/>
                  <a:pt x="2016966" y="71048"/>
                </a:cubicBezTo>
                <a:close/>
                <a:moveTo>
                  <a:pt x="6031995" y="68113"/>
                </a:moveTo>
                <a:cubicBezTo>
                  <a:pt x="6036664" y="68575"/>
                  <a:pt x="6043606" y="67895"/>
                  <a:pt x="6042533" y="71646"/>
                </a:cubicBezTo>
                <a:cubicBezTo>
                  <a:pt x="6042280" y="72489"/>
                  <a:pt x="6036538" y="73521"/>
                  <a:pt x="6033130" y="73521"/>
                </a:cubicBezTo>
                <a:cubicBezTo>
                  <a:pt x="6033005" y="73521"/>
                  <a:pt x="6032815" y="73521"/>
                  <a:pt x="6032689" y="73521"/>
                </a:cubicBezTo>
                <a:cubicBezTo>
                  <a:pt x="6029344" y="73412"/>
                  <a:pt x="6026190" y="71917"/>
                  <a:pt x="6022908" y="71048"/>
                </a:cubicBezTo>
                <a:close/>
                <a:moveTo>
                  <a:pt x="8499423" y="68113"/>
                </a:moveTo>
                <a:cubicBezTo>
                  <a:pt x="8504092" y="68575"/>
                  <a:pt x="8511035" y="67895"/>
                  <a:pt x="8509961" y="71646"/>
                </a:cubicBezTo>
                <a:lnTo>
                  <a:pt x="8502480" y="73138"/>
                </a:lnTo>
                <a:lnTo>
                  <a:pt x="8498995" y="68251"/>
                </a:lnTo>
                <a:close/>
                <a:moveTo>
                  <a:pt x="8160325" y="62933"/>
                </a:moveTo>
                <a:lnTo>
                  <a:pt x="8160504" y="62976"/>
                </a:lnTo>
                <a:lnTo>
                  <a:pt x="8160438" y="63112"/>
                </a:lnTo>
                <a:close/>
                <a:moveTo>
                  <a:pt x="5503653" y="62513"/>
                </a:moveTo>
                <a:cubicBezTo>
                  <a:pt x="5512677" y="65693"/>
                  <a:pt x="5521764" y="68330"/>
                  <a:pt x="5532869" y="68330"/>
                </a:cubicBezTo>
                <a:lnTo>
                  <a:pt x="5532869" y="68357"/>
                </a:lnTo>
                <a:cubicBezTo>
                  <a:pt x="5534006" y="68357"/>
                  <a:pt x="5535141" y="68330"/>
                  <a:pt x="5536278" y="68276"/>
                </a:cubicBezTo>
                <a:lnTo>
                  <a:pt x="5536845" y="67569"/>
                </a:lnTo>
                <a:lnTo>
                  <a:pt x="5538927" y="67514"/>
                </a:lnTo>
                <a:lnTo>
                  <a:pt x="5542714" y="63492"/>
                </a:lnTo>
                <a:lnTo>
                  <a:pt x="5546816" y="63764"/>
                </a:lnTo>
                <a:cubicBezTo>
                  <a:pt x="5547761" y="67107"/>
                  <a:pt x="5543471" y="67406"/>
                  <a:pt x="5538927" y="67514"/>
                </a:cubicBezTo>
                <a:cubicBezTo>
                  <a:pt x="5538927" y="67514"/>
                  <a:pt x="5538233" y="68276"/>
                  <a:pt x="5538233" y="68276"/>
                </a:cubicBezTo>
                <a:lnTo>
                  <a:pt x="5536278" y="68276"/>
                </a:lnTo>
                <a:cubicBezTo>
                  <a:pt x="5535016" y="69906"/>
                  <a:pt x="5534131" y="71945"/>
                  <a:pt x="5531797" y="72462"/>
                </a:cubicBezTo>
                <a:lnTo>
                  <a:pt x="5527799" y="72924"/>
                </a:lnTo>
                <a:lnTo>
                  <a:pt x="5518094" y="67922"/>
                </a:lnTo>
                <a:cubicBezTo>
                  <a:pt x="5510395" y="67080"/>
                  <a:pt x="5502571" y="66346"/>
                  <a:pt x="5494936" y="65286"/>
                </a:cubicBezTo>
                <a:lnTo>
                  <a:pt x="5493328" y="64958"/>
                </a:lnTo>
                <a:lnTo>
                  <a:pt x="5492169" y="63410"/>
                </a:lnTo>
                <a:close/>
                <a:moveTo>
                  <a:pt x="8383860" y="62513"/>
                </a:moveTo>
                <a:lnTo>
                  <a:pt x="8402506" y="66226"/>
                </a:lnTo>
                <a:lnTo>
                  <a:pt x="8403445" y="67215"/>
                </a:lnTo>
                <a:cubicBezTo>
                  <a:pt x="8405465" y="68602"/>
                  <a:pt x="8405781" y="70531"/>
                  <a:pt x="8406916" y="72190"/>
                </a:cubicBezTo>
                <a:cubicBezTo>
                  <a:pt x="8403760" y="72543"/>
                  <a:pt x="8399533" y="73576"/>
                  <a:pt x="8396946" y="73576"/>
                </a:cubicBezTo>
                <a:cubicBezTo>
                  <a:pt x="8396378" y="73576"/>
                  <a:pt x="8395809" y="73521"/>
                  <a:pt x="8395431" y="73385"/>
                </a:cubicBezTo>
                <a:lnTo>
                  <a:pt x="8376878" y="69423"/>
                </a:lnTo>
                <a:lnTo>
                  <a:pt x="8372376" y="63410"/>
                </a:lnTo>
                <a:close/>
                <a:moveTo>
                  <a:pt x="10851289" y="62513"/>
                </a:moveTo>
                <a:cubicBezTo>
                  <a:pt x="10860312" y="65693"/>
                  <a:pt x="10869399" y="68330"/>
                  <a:pt x="10880505" y="68330"/>
                </a:cubicBezTo>
                <a:lnTo>
                  <a:pt x="10880505" y="68357"/>
                </a:lnTo>
                <a:cubicBezTo>
                  <a:pt x="10881641" y="68357"/>
                  <a:pt x="10882776" y="68330"/>
                  <a:pt x="10883913" y="68276"/>
                </a:cubicBezTo>
                <a:lnTo>
                  <a:pt x="10884480" y="67569"/>
                </a:lnTo>
                <a:lnTo>
                  <a:pt x="10886562" y="67514"/>
                </a:lnTo>
                <a:lnTo>
                  <a:pt x="10890349" y="63492"/>
                </a:lnTo>
                <a:lnTo>
                  <a:pt x="10894451" y="63764"/>
                </a:lnTo>
                <a:cubicBezTo>
                  <a:pt x="10895397" y="67107"/>
                  <a:pt x="10891106" y="67406"/>
                  <a:pt x="10886562" y="67514"/>
                </a:cubicBezTo>
                <a:cubicBezTo>
                  <a:pt x="10886562" y="67514"/>
                  <a:pt x="10885869" y="68276"/>
                  <a:pt x="10885869" y="68276"/>
                </a:cubicBezTo>
                <a:lnTo>
                  <a:pt x="10883913" y="68276"/>
                </a:lnTo>
                <a:cubicBezTo>
                  <a:pt x="10882651" y="69906"/>
                  <a:pt x="10881767" y="71945"/>
                  <a:pt x="10879433" y="72462"/>
                </a:cubicBezTo>
                <a:cubicBezTo>
                  <a:pt x="10874322" y="73576"/>
                  <a:pt x="10869146" y="74228"/>
                  <a:pt x="10864162" y="74228"/>
                </a:cubicBezTo>
                <a:cubicBezTo>
                  <a:pt x="10857283" y="74228"/>
                  <a:pt x="10850721" y="73005"/>
                  <a:pt x="10844853" y="70151"/>
                </a:cubicBezTo>
                <a:cubicBezTo>
                  <a:pt x="10841193" y="68384"/>
                  <a:pt x="10833873" y="66509"/>
                  <a:pt x="10839805" y="63410"/>
                </a:cubicBezTo>
                <a:close/>
                <a:moveTo>
                  <a:pt x="5356248" y="62024"/>
                </a:moveTo>
                <a:lnTo>
                  <a:pt x="5369371" y="67649"/>
                </a:lnTo>
                <a:lnTo>
                  <a:pt x="5369436" y="67651"/>
                </a:lnTo>
                <a:lnTo>
                  <a:pt x="5370446" y="67651"/>
                </a:lnTo>
                <a:lnTo>
                  <a:pt x="5370573" y="68085"/>
                </a:lnTo>
                <a:lnTo>
                  <a:pt x="5370698" y="68085"/>
                </a:lnTo>
                <a:lnTo>
                  <a:pt x="5370705" y="68088"/>
                </a:lnTo>
                <a:lnTo>
                  <a:pt x="5388114" y="68520"/>
                </a:lnTo>
                <a:lnTo>
                  <a:pt x="5390576" y="69227"/>
                </a:lnTo>
                <a:lnTo>
                  <a:pt x="5392910" y="70342"/>
                </a:lnTo>
                <a:lnTo>
                  <a:pt x="5389691" y="72325"/>
                </a:lnTo>
                <a:lnTo>
                  <a:pt x="5386221" y="73603"/>
                </a:lnTo>
                <a:lnTo>
                  <a:pt x="5382299" y="73761"/>
                </a:lnTo>
                <a:lnTo>
                  <a:pt x="5382308" y="73766"/>
                </a:lnTo>
                <a:lnTo>
                  <a:pt x="5382182" y="73766"/>
                </a:lnTo>
                <a:lnTo>
                  <a:pt x="5382299" y="73761"/>
                </a:lnTo>
                <a:lnTo>
                  <a:pt x="5370705" y="68088"/>
                </a:lnTo>
                <a:lnTo>
                  <a:pt x="5370573" y="68085"/>
                </a:lnTo>
                <a:lnTo>
                  <a:pt x="5369688" y="68085"/>
                </a:lnTo>
                <a:lnTo>
                  <a:pt x="5369436" y="67651"/>
                </a:lnTo>
                <a:lnTo>
                  <a:pt x="5369373" y="67651"/>
                </a:lnTo>
                <a:lnTo>
                  <a:pt x="5369371" y="67649"/>
                </a:lnTo>
                <a:lnTo>
                  <a:pt x="5340220" y="67215"/>
                </a:lnTo>
                <a:lnTo>
                  <a:pt x="5335424" y="65476"/>
                </a:lnTo>
                <a:lnTo>
                  <a:pt x="5336118" y="63845"/>
                </a:lnTo>
                <a:cubicBezTo>
                  <a:pt x="5341734" y="63166"/>
                  <a:pt x="5347476" y="62432"/>
                  <a:pt x="5353282" y="62106"/>
                </a:cubicBezTo>
                <a:cubicBezTo>
                  <a:pt x="5354292" y="62052"/>
                  <a:pt x="5355301" y="62024"/>
                  <a:pt x="5356248" y="62024"/>
                </a:cubicBezTo>
                <a:close/>
                <a:moveTo>
                  <a:pt x="10703883" y="62024"/>
                </a:moveTo>
                <a:lnTo>
                  <a:pt x="10717006" y="67649"/>
                </a:lnTo>
                <a:lnTo>
                  <a:pt x="10717072" y="67651"/>
                </a:lnTo>
                <a:lnTo>
                  <a:pt x="10718082" y="67651"/>
                </a:lnTo>
                <a:lnTo>
                  <a:pt x="10718208" y="68085"/>
                </a:lnTo>
                <a:lnTo>
                  <a:pt x="10718334" y="68085"/>
                </a:lnTo>
                <a:lnTo>
                  <a:pt x="10718341" y="68088"/>
                </a:lnTo>
                <a:lnTo>
                  <a:pt x="10735750" y="68520"/>
                </a:lnTo>
                <a:lnTo>
                  <a:pt x="10738211" y="69227"/>
                </a:lnTo>
                <a:lnTo>
                  <a:pt x="10740545" y="70342"/>
                </a:lnTo>
                <a:lnTo>
                  <a:pt x="10737326" y="72325"/>
                </a:lnTo>
                <a:lnTo>
                  <a:pt x="10733856" y="73603"/>
                </a:lnTo>
                <a:lnTo>
                  <a:pt x="10729935" y="73761"/>
                </a:lnTo>
                <a:lnTo>
                  <a:pt x="10729944" y="73766"/>
                </a:lnTo>
                <a:lnTo>
                  <a:pt x="10729817" y="73766"/>
                </a:lnTo>
                <a:lnTo>
                  <a:pt x="10729935" y="73761"/>
                </a:lnTo>
                <a:lnTo>
                  <a:pt x="10718341" y="68088"/>
                </a:lnTo>
                <a:lnTo>
                  <a:pt x="10718208" y="68085"/>
                </a:lnTo>
                <a:lnTo>
                  <a:pt x="10717324" y="68085"/>
                </a:lnTo>
                <a:lnTo>
                  <a:pt x="10717072" y="67651"/>
                </a:lnTo>
                <a:lnTo>
                  <a:pt x="10717008" y="67651"/>
                </a:lnTo>
                <a:lnTo>
                  <a:pt x="10717006" y="67649"/>
                </a:lnTo>
                <a:lnTo>
                  <a:pt x="10687855" y="67215"/>
                </a:lnTo>
                <a:lnTo>
                  <a:pt x="10683060" y="65476"/>
                </a:lnTo>
                <a:lnTo>
                  <a:pt x="10683754" y="63845"/>
                </a:lnTo>
                <a:cubicBezTo>
                  <a:pt x="10689370" y="63166"/>
                  <a:pt x="10695112" y="62432"/>
                  <a:pt x="10700918" y="62106"/>
                </a:cubicBezTo>
                <a:cubicBezTo>
                  <a:pt x="10701928" y="62052"/>
                  <a:pt x="10702936" y="62024"/>
                  <a:pt x="10703883" y="62024"/>
                </a:cubicBezTo>
                <a:close/>
                <a:moveTo>
                  <a:pt x="1964338" y="55230"/>
                </a:moveTo>
                <a:lnTo>
                  <a:pt x="1964338" y="56041"/>
                </a:lnTo>
                <a:lnTo>
                  <a:pt x="1964465" y="56072"/>
                </a:lnTo>
                <a:lnTo>
                  <a:pt x="1964470" y="56109"/>
                </a:lnTo>
                <a:lnTo>
                  <a:pt x="1978790" y="60122"/>
                </a:lnTo>
                <a:cubicBezTo>
                  <a:pt x="1989706" y="64743"/>
                  <a:pt x="1988697" y="66346"/>
                  <a:pt x="1975256" y="71347"/>
                </a:cubicBezTo>
                <a:lnTo>
                  <a:pt x="1969636" y="72704"/>
                </a:lnTo>
                <a:lnTo>
                  <a:pt x="1969639" y="72706"/>
                </a:lnTo>
                <a:lnTo>
                  <a:pt x="1969514" y="72733"/>
                </a:lnTo>
                <a:lnTo>
                  <a:pt x="1969636" y="72704"/>
                </a:lnTo>
                <a:lnTo>
                  <a:pt x="1966422" y="70423"/>
                </a:lnTo>
                <a:lnTo>
                  <a:pt x="1964470" y="56109"/>
                </a:lnTo>
                <a:lnTo>
                  <a:pt x="1964338" y="56072"/>
                </a:lnTo>
                <a:lnTo>
                  <a:pt x="1964338" y="56041"/>
                </a:lnTo>
                <a:lnTo>
                  <a:pt x="1963266" y="55773"/>
                </a:lnTo>
                <a:lnTo>
                  <a:pt x="1963013" y="55230"/>
                </a:lnTo>
                <a:close/>
                <a:moveTo>
                  <a:pt x="5970281" y="55230"/>
                </a:moveTo>
                <a:lnTo>
                  <a:pt x="5970281" y="56041"/>
                </a:lnTo>
                <a:lnTo>
                  <a:pt x="5970407" y="56072"/>
                </a:lnTo>
                <a:lnTo>
                  <a:pt x="5970412" y="56109"/>
                </a:lnTo>
                <a:lnTo>
                  <a:pt x="5984732" y="60122"/>
                </a:lnTo>
                <a:cubicBezTo>
                  <a:pt x="5995648" y="64743"/>
                  <a:pt x="5994639" y="66346"/>
                  <a:pt x="5981198" y="71347"/>
                </a:cubicBezTo>
                <a:lnTo>
                  <a:pt x="5975578" y="72704"/>
                </a:lnTo>
                <a:lnTo>
                  <a:pt x="5975581" y="72706"/>
                </a:lnTo>
                <a:lnTo>
                  <a:pt x="5975456" y="72733"/>
                </a:lnTo>
                <a:lnTo>
                  <a:pt x="5975578" y="72704"/>
                </a:lnTo>
                <a:lnTo>
                  <a:pt x="5972364" y="70423"/>
                </a:lnTo>
                <a:lnTo>
                  <a:pt x="5970412" y="56109"/>
                </a:lnTo>
                <a:lnTo>
                  <a:pt x="5970281" y="56072"/>
                </a:lnTo>
                <a:lnTo>
                  <a:pt x="5970281" y="56041"/>
                </a:lnTo>
                <a:lnTo>
                  <a:pt x="5969209" y="55773"/>
                </a:lnTo>
                <a:lnTo>
                  <a:pt x="5968956" y="55230"/>
                </a:lnTo>
                <a:close/>
                <a:moveTo>
                  <a:pt x="2498432" y="50391"/>
                </a:moveTo>
                <a:lnTo>
                  <a:pt x="2503165" y="52212"/>
                </a:lnTo>
                <a:lnTo>
                  <a:pt x="2498936" y="54115"/>
                </a:lnTo>
                <a:lnTo>
                  <a:pt x="2498936" y="54142"/>
                </a:lnTo>
                <a:lnTo>
                  <a:pt x="2494204" y="52511"/>
                </a:lnTo>
                <a:close/>
                <a:moveTo>
                  <a:pt x="6504374" y="50391"/>
                </a:moveTo>
                <a:lnTo>
                  <a:pt x="6509107" y="52212"/>
                </a:lnTo>
                <a:lnTo>
                  <a:pt x="6504878" y="54115"/>
                </a:lnTo>
                <a:lnTo>
                  <a:pt x="6504878" y="54142"/>
                </a:lnTo>
                <a:lnTo>
                  <a:pt x="6500146" y="52511"/>
                </a:lnTo>
                <a:close/>
                <a:moveTo>
                  <a:pt x="8971802" y="50391"/>
                </a:moveTo>
                <a:lnTo>
                  <a:pt x="8976536" y="52212"/>
                </a:lnTo>
                <a:lnTo>
                  <a:pt x="8972307" y="54115"/>
                </a:lnTo>
                <a:lnTo>
                  <a:pt x="8972307" y="54142"/>
                </a:lnTo>
                <a:lnTo>
                  <a:pt x="8967574" y="52511"/>
                </a:lnTo>
                <a:close/>
                <a:moveTo>
                  <a:pt x="2434510" y="50364"/>
                </a:moveTo>
                <a:cubicBezTo>
                  <a:pt x="2436214" y="51941"/>
                  <a:pt x="2439432" y="53545"/>
                  <a:pt x="2439242" y="55066"/>
                </a:cubicBezTo>
                <a:cubicBezTo>
                  <a:pt x="2438990" y="56806"/>
                  <a:pt x="2436277" y="59714"/>
                  <a:pt x="2433816" y="59931"/>
                </a:cubicBezTo>
                <a:cubicBezTo>
                  <a:pt x="2423531" y="60883"/>
                  <a:pt x="2412929" y="60991"/>
                  <a:pt x="2402455" y="61426"/>
                </a:cubicBezTo>
                <a:lnTo>
                  <a:pt x="2402455" y="61344"/>
                </a:lnTo>
                <a:lnTo>
                  <a:pt x="2402455" y="61045"/>
                </a:lnTo>
                <a:cubicBezTo>
                  <a:pt x="2396334" y="61182"/>
                  <a:pt x="2390150" y="61426"/>
                  <a:pt x="2384029" y="61426"/>
                </a:cubicBezTo>
                <a:lnTo>
                  <a:pt x="2383209" y="61426"/>
                </a:lnTo>
                <a:cubicBezTo>
                  <a:pt x="2379044" y="61426"/>
                  <a:pt x="2374816" y="61155"/>
                  <a:pt x="2370777" y="60692"/>
                </a:cubicBezTo>
                <a:lnTo>
                  <a:pt x="2365603" y="58899"/>
                </a:lnTo>
                <a:lnTo>
                  <a:pt x="2373680" y="55610"/>
                </a:lnTo>
                <a:cubicBezTo>
                  <a:pt x="2375952" y="55529"/>
                  <a:pt x="2378286" y="55474"/>
                  <a:pt x="2380621" y="55474"/>
                </a:cubicBezTo>
                <a:cubicBezTo>
                  <a:pt x="2384344" y="55474"/>
                  <a:pt x="2388130" y="55583"/>
                  <a:pt x="2391854" y="55691"/>
                </a:cubicBezTo>
                <a:cubicBezTo>
                  <a:pt x="2395639" y="55800"/>
                  <a:pt x="2399363" y="55909"/>
                  <a:pt x="2403085" y="55909"/>
                </a:cubicBezTo>
                <a:cubicBezTo>
                  <a:pt x="2414255" y="55909"/>
                  <a:pt x="2425045" y="54985"/>
                  <a:pt x="2434510" y="50364"/>
                </a:cubicBezTo>
                <a:close/>
                <a:moveTo>
                  <a:pt x="6440452" y="50364"/>
                </a:moveTo>
                <a:cubicBezTo>
                  <a:pt x="6442156" y="51941"/>
                  <a:pt x="6445374" y="53545"/>
                  <a:pt x="6445184" y="55066"/>
                </a:cubicBezTo>
                <a:cubicBezTo>
                  <a:pt x="6444933" y="56806"/>
                  <a:pt x="6442219" y="59714"/>
                  <a:pt x="6439758" y="59931"/>
                </a:cubicBezTo>
                <a:cubicBezTo>
                  <a:pt x="6429473" y="60883"/>
                  <a:pt x="6418871" y="60991"/>
                  <a:pt x="6408397" y="61426"/>
                </a:cubicBezTo>
                <a:lnTo>
                  <a:pt x="6408397" y="61344"/>
                </a:lnTo>
                <a:lnTo>
                  <a:pt x="6408397" y="61045"/>
                </a:lnTo>
                <a:cubicBezTo>
                  <a:pt x="6402276" y="61182"/>
                  <a:pt x="6396092" y="61426"/>
                  <a:pt x="6389971" y="61426"/>
                </a:cubicBezTo>
                <a:lnTo>
                  <a:pt x="6389151" y="61426"/>
                </a:lnTo>
                <a:cubicBezTo>
                  <a:pt x="6384986" y="61426"/>
                  <a:pt x="6380758" y="61155"/>
                  <a:pt x="6376719" y="60692"/>
                </a:cubicBezTo>
                <a:lnTo>
                  <a:pt x="6371545" y="58899"/>
                </a:lnTo>
                <a:lnTo>
                  <a:pt x="6379622" y="55610"/>
                </a:lnTo>
                <a:cubicBezTo>
                  <a:pt x="6381893" y="55529"/>
                  <a:pt x="6384229" y="55474"/>
                  <a:pt x="6386563" y="55474"/>
                </a:cubicBezTo>
                <a:cubicBezTo>
                  <a:pt x="6390286" y="55474"/>
                  <a:pt x="6394072" y="55583"/>
                  <a:pt x="6397796" y="55691"/>
                </a:cubicBezTo>
                <a:cubicBezTo>
                  <a:pt x="6401581" y="55800"/>
                  <a:pt x="6405305" y="55909"/>
                  <a:pt x="6409027" y="55909"/>
                </a:cubicBezTo>
                <a:cubicBezTo>
                  <a:pt x="6420197" y="55909"/>
                  <a:pt x="6430987" y="54985"/>
                  <a:pt x="6440452" y="50364"/>
                </a:cubicBezTo>
                <a:close/>
                <a:moveTo>
                  <a:pt x="8907881" y="50364"/>
                </a:moveTo>
                <a:cubicBezTo>
                  <a:pt x="8909585" y="51941"/>
                  <a:pt x="8912803" y="53545"/>
                  <a:pt x="8912613" y="55066"/>
                </a:cubicBezTo>
                <a:cubicBezTo>
                  <a:pt x="8912361" y="56806"/>
                  <a:pt x="8909648" y="59714"/>
                  <a:pt x="8907187" y="59931"/>
                </a:cubicBezTo>
                <a:cubicBezTo>
                  <a:pt x="8896902" y="60883"/>
                  <a:pt x="8886299" y="60991"/>
                  <a:pt x="8875825" y="61426"/>
                </a:cubicBezTo>
                <a:lnTo>
                  <a:pt x="8875825" y="61344"/>
                </a:lnTo>
                <a:lnTo>
                  <a:pt x="8875825" y="61045"/>
                </a:lnTo>
                <a:cubicBezTo>
                  <a:pt x="8869704" y="61182"/>
                  <a:pt x="8863520" y="61426"/>
                  <a:pt x="8857400" y="61426"/>
                </a:cubicBezTo>
                <a:lnTo>
                  <a:pt x="8856579" y="61426"/>
                </a:lnTo>
                <a:cubicBezTo>
                  <a:pt x="8852414" y="61426"/>
                  <a:pt x="8848187" y="61155"/>
                  <a:pt x="8844148" y="60692"/>
                </a:cubicBezTo>
                <a:lnTo>
                  <a:pt x="8838973" y="58899"/>
                </a:lnTo>
                <a:lnTo>
                  <a:pt x="8847050" y="55610"/>
                </a:lnTo>
                <a:cubicBezTo>
                  <a:pt x="8849322" y="55529"/>
                  <a:pt x="8851657" y="55474"/>
                  <a:pt x="8853991" y="55474"/>
                </a:cubicBezTo>
                <a:cubicBezTo>
                  <a:pt x="8857715" y="55474"/>
                  <a:pt x="8861500" y="55583"/>
                  <a:pt x="8865224" y="55691"/>
                </a:cubicBezTo>
                <a:cubicBezTo>
                  <a:pt x="8869010" y="55800"/>
                  <a:pt x="8872733" y="55909"/>
                  <a:pt x="8876456" y="55909"/>
                </a:cubicBezTo>
                <a:cubicBezTo>
                  <a:pt x="8887626" y="55909"/>
                  <a:pt x="8898416" y="54985"/>
                  <a:pt x="8907881" y="50364"/>
                </a:cubicBezTo>
                <a:close/>
                <a:moveTo>
                  <a:pt x="2773746" y="49658"/>
                </a:moveTo>
                <a:lnTo>
                  <a:pt x="2778773" y="50510"/>
                </a:lnTo>
                <a:lnTo>
                  <a:pt x="2768570" y="52294"/>
                </a:lnTo>
                <a:lnTo>
                  <a:pt x="2778765" y="54812"/>
                </a:lnTo>
                <a:lnTo>
                  <a:pt x="2777090" y="55311"/>
                </a:lnTo>
                <a:lnTo>
                  <a:pt x="2777153" y="55284"/>
                </a:lnTo>
                <a:cubicBezTo>
                  <a:pt x="2774502" y="55284"/>
                  <a:pt x="2771663" y="54740"/>
                  <a:pt x="2768950" y="54224"/>
                </a:cubicBezTo>
                <a:lnTo>
                  <a:pt x="2764532" y="52403"/>
                </a:lnTo>
                <a:close/>
                <a:moveTo>
                  <a:pt x="6779688" y="49658"/>
                </a:moveTo>
                <a:cubicBezTo>
                  <a:pt x="6783158" y="50229"/>
                  <a:pt x="6786755" y="50717"/>
                  <a:pt x="6790099" y="51424"/>
                </a:cubicBezTo>
                <a:lnTo>
                  <a:pt x="6789973" y="53245"/>
                </a:lnTo>
                <a:cubicBezTo>
                  <a:pt x="6787954" y="54794"/>
                  <a:pt x="6785555" y="55311"/>
                  <a:pt x="6783031" y="55311"/>
                </a:cubicBezTo>
                <a:lnTo>
                  <a:pt x="6783095" y="55284"/>
                </a:lnTo>
                <a:cubicBezTo>
                  <a:pt x="6780444" y="55284"/>
                  <a:pt x="6777605" y="54740"/>
                  <a:pt x="6774892" y="54224"/>
                </a:cubicBezTo>
                <a:lnTo>
                  <a:pt x="6770475" y="52403"/>
                </a:lnTo>
                <a:close/>
                <a:moveTo>
                  <a:pt x="9247116" y="49658"/>
                </a:moveTo>
                <a:cubicBezTo>
                  <a:pt x="9250587" y="50229"/>
                  <a:pt x="9254183" y="50717"/>
                  <a:pt x="9257528" y="51424"/>
                </a:cubicBezTo>
                <a:lnTo>
                  <a:pt x="9257401" y="53245"/>
                </a:lnTo>
                <a:cubicBezTo>
                  <a:pt x="9255383" y="54794"/>
                  <a:pt x="9252984" y="55311"/>
                  <a:pt x="9250460" y="55311"/>
                </a:cubicBezTo>
                <a:lnTo>
                  <a:pt x="9250523" y="55284"/>
                </a:lnTo>
                <a:cubicBezTo>
                  <a:pt x="9247873" y="55284"/>
                  <a:pt x="9245034" y="54740"/>
                  <a:pt x="9242320" y="54224"/>
                </a:cubicBezTo>
                <a:lnTo>
                  <a:pt x="9237903" y="52403"/>
                </a:lnTo>
                <a:close/>
                <a:moveTo>
                  <a:pt x="1949574" y="49413"/>
                </a:moveTo>
                <a:cubicBezTo>
                  <a:pt x="1956009" y="49413"/>
                  <a:pt x="1961689" y="50229"/>
                  <a:pt x="1962951" y="55230"/>
                </a:cubicBezTo>
                <a:lnTo>
                  <a:pt x="1962383" y="55230"/>
                </a:lnTo>
                <a:cubicBezTo>
                  <a:pt x="1960490" y="55230"/>
                  <a:pt x="1958534" y="55311"/>
                  <a:pt x="1956578" y="55392"/>
                </a:cubicBezTo>
                <a:cubicBezTo>
                  <a:pt x="1954622" y="55501"/>
                  <a:pt x="1952665" y="55583"/>
                  <a:pt x="1950836" y="55583"/>
                </a:cubicBezTo>
                <a:cubicBezTo>
                  <a:pt x="1944715" y="55583"/>
                  <a:pt x="1939540" y="54632"/>
                  <a:pt x="1938657" y="49603"/>
                </a:cubicBezTo>
                <a:cubicBezTo>
                  <a:pt x="1939035" y="49603"/>
                  <a:pt x="1939478" y="49603"/>
                  <a:pt x="1939855" y="49603"/>
                </a:cubicBezTo>
                <a:cubicBezTo>
                  <a:pt x="1941433" y="49603"/>
                  <a:pt x="1943010" y="49576"/>
                  <a:pt x="1944652" y="49522"/>
                </a:cubicBezTo>
                <a:cubicBezTo>
                  <a:pt x="1946355" y="49467"/>
                  <a:pt x="1947996" y="49413"/>
                  <a:pt x="1949574" y="49413"/>
                </a:cubicBezTo>
                <a:close/>
                <a:moveTo>
                  <a:pt x="5955516" y="49413"/>
                </a:moveTo>
                <a:cubicBezTo>
                  <a:pt x="5961951" y="49413"/>
                  <a:pt x="5967631" y="50229"/>
                  <a:pt x="5968893" y="55230"/>
                </a:cubicBezTo>
                <a:lnTo>
                  <a:pt x="5968325" y="55230"/>
                </a:lnTo>
                <a:cubicBezTo>
                  <a:pt x="5966432" y="55230"/>
                  <a:pt x="5964476" y="55311"/>
                  <a:pt x="5962520" y="55392"/>
                </a:cubicBezTo>
                <a:cubicBezTo>
                  <a:pt x="5960564" y="55501"/>
                  <a:pt x="5958607" y="55583"/>
                  <a:pt x="5956778" y="55583"/>
                </a:cubicBezTo>
                <a:cubicBezTo>
                  <a:pt x="5950657" y="55583"/>
                  <a:pt x="5945482" y="54632"/>
                  <a:pt x="5944599" y="49603"/>
                </a:cubicBezTo>
                <a:cubicBezTo>
                  <a:pt x="5944977" y="49603"/>
                  <a:pt x="5945420" y="49603"/>
                  <a:pt x="5945797" y="49603"/>
                </a:cubicBezTo>
                <a:cubicBezTo>
                  <a:pt x="5947375" y="49603"/>
                  <a:pt x="5948952" y="49576"/>
                  <a:pt x="5950594" y="49522"/>
                </a:cubicBezTo>
                <a:cubicBezTo>
                  <a:pt x="5952298" y="49467"/>
                  <a:pt x="5953938" y="49413"/>
                  <a:pt x="5955516" y="49413"/>
                </a:cubicBezTo>
                <a:close/>
                <a:moveTo>
                  <a:pt x="1938404" y="49060"/>
                </a:moveTo>
                <a:lnTo>
                  <a:pt x="1938584" y="49576"/>
                </a:lnTo>
                <a:lnTo>
                  <a:pt x="1938593" y="49576"/>
                </a:lnTo>
                <a:lnTo>
                  <a:pt x="1938593" y="49603"/>
                </a:lnTo>
                <a:lnTo>
                  <a:pt x="1938584" y="49576"/>
                </a:lnTo>
                <a:lnTo>
                  <a:pt x="1937331" y="49576"/>
                </a:lnTo>
                <a:close/>
                <a:moveTo>
                  <a:pt x="5944346" y="49060"/>
                </a:moveTo>
                <a:lnTo>
                  <a:pt x="5944526" y="49576"/>
                </a:lnTo>
                <a:lnTo>
                  <a:pt x="5944535" y="49576"/>
                </a:lnTo>
                <a:lnTo>
                  <a:pt x="5944535" y="49603"/>
                </a:lnTo>
                <a:lnTo>
                  <a:pt x="5944526" y="49576"/>
                </a:lnTo>
                <a:lnTo>
                  <a:pt x="5943273" y="49576"/>
                </a:lnTo>
                <a:close/>
                <a:moveTo>
                  <a:pt x="2870858" y="44630"/>
                </a:moveTo>
                <a:lnTo>
                  <a:pt x="2875024" y="47075"/>
                </a:lnTo>
                <a:lnTo>
                  <a:pt x="2871088" y="47883"/>
                </a:lnTo>
                <a:lnTo>
                  <a:pt x="2871112" y="47891"/>
                </a:lnTo>
                <a:lnTo>
                  <a:pt x="2871048" y="47891"/>
                </a:lnTo>
                <a:lnTo>
                  <a:pt x="2871088" y="47883"/>
                </a:lnTo>
                <a:lnTo>
                  <a:pt x="2866883" y="46342"/>
                </a:lnTo>
                <a:close/>
                <a:moveTo>
                  <a:pt x="6876801" y="44630"/>
                </a:moveTo>
                <a:lnTo>
                  <a:pt x="6880966" y="47075"/>
                </a:lnTo>
                <a:lnTo>
                  <a:pt x="6877031" y="47883"/>
                </a:lnTo>
                <a:lnTo>
                  <a:pt x="6877053" y="47891"/>
                </a:lnTo>
                <a:lnTo>
                  <a:pt x="6876990" y="47891"/>
                </a:lnTo>
                <a:lnTo>
                  <a:pt x="6877031" y="47883"/>
                </a:lnTo>
                <a:lnTo>
                  <a:pt x="6872825" y="46342"/>
                </a:lnTo>
                <a:close/>
                <a:moveTo>
                  <a:pt x="9344229" y="44630"/>
                </a:moveTo>
                <a:lnTo>
                  <a:pt x="9348394" y="47075"/>
                </a:lnTo>
                <a:lnTo>
                  <a:pt x="9344459" y="47883"/>
                </a:lnTo>
                <a:lnTo>
                  <a:pt x="9344482" y="47891"/>
                </a:lnTo>
                <a:lnTo>
                  <a:pt x="9344419" y="47891"/>
                </a:lnTo>
                <a:lnTo>
                  <a:pt x="9344459" y="47883"/>
                </a:lnTo>
                <a:lnTo>
                  <a:pt x="9340253" y="46342"/>
                </a:lnTo>
                <a:close/>
                <a:moveTo>
                  <a:pt x="2983495" y="43787"/>
                </a:moveTo>
                <a:lnTo>
                  <a:pt x="2991131" y="46804"/>
                </a:lnTo>
                <a:cubicBezTo>
                  <a:pt x="2987534" y="47428"/>
                  <a:pt x="2983937" y="48597"/>
                  <a:pt x="2980466" y="48597"/>
                </a:cubicBezTo>
                <a:lnTo>
                  <a:pt x="2980214" y="48597"/>
                </a:lnTo>
                <a:lnTo>
                  <a:pt x="2972390" y="45771"/>
                </a:lnTo>
                <a:cubicBezTo>
                  <a:pt x="2976239" y="45010"/>
                  <a:pt x="2979773" y="43787"/>
                  <a:pt x="2983117" y="43787"/>
                </a:cubicBezTo>
                <a:cubicBezTo>
                  <a:pt x="2983243" y="43787"/>
                  <a:pt x="2983495" y="43787"/>
                  <a:pt x="2983495" y="43787"/>
                </a:cubicBezTo>
                <a:close/>
                <a:moveTo>
                  <a:pt x="4109230" y="43787"/>
                </a:moveTo>
                <a:lnTo>
                  <a:pt x="4116866" y="46804"/>
                </a:lnTo>
                <a:lnTo>
                  <a:pt x="4116298" y="46899"/>
                </a:lnTo>
                <a:lnTo>
                  <a:pt x="4113837" y="46342"/>
                </a:lnTo>
                <a:cubicBezTo>
                  <a:pt x="4111440" y="45526"/>
                  <a:pt x="4108978" y="44711"/>
                  <a:pt x="4106266" y="44711"/>
                </a:cubicBezTo>
                <a:lnTo>
                  <a:pt x="4099965" y="46435"/>
                </a:lnTo>
                <a:lnTo>
                  <a:pt x="4098125" y="45771"/>
                </a:lnTo>
                <a:cubicBezTo>
                  <a:pt x="4101974" y="45010"/>
                  <a:pt x="4105508" y="43787"/>
                  <a:pt x="4108852" y="43787"/>
                </a:cubicBezTo>
                <a:cubicBezTo>
                  <a:pt x="4108978" y="43787"/>
                  <a:pt x="4109230" y="43787"/>
                  <a:pt x="4109230" y="43787"/>
                </a:cubicBezTo>
                <a:close/>
                <a:moveTo>
                  <a:pt x="6989437" y="43787"/>
                </a:moveTo>
                <a:lnTo>
                  <a:pt x="6997073" y="46804"/>
                </a:lnTo>
                <a:cubicBezTo>
                  <a:pt x="6993476" y="47428"/>
                  <a:pt x="6989879" y="48597"/>
                  <a:pt x="6986409" y="48597"/>
                </a:cubicBezTo>
                <a:lnTo>
                  <a:pt x="6986157" y="48597"/>
                </a:lnTo>
                <a:lnTo>
                  <a:pt x="6978332" y="45771"/>
                </a:lnTo>
                <a:cubicBezTo>
                  <a:pt x="6982181" y="45010"/>
                  <a:pt x="6985715" y="43787"/>
                  <a:pt x="6989059" y="43787"/>
                </a:cubicBezTo>
                <a:cubicBezTo>
                  <a:pt x="6989185" y="43787"/>
                  <a:pt x="6989437" y="43787"/>
                  <a:pt x="6989437" y="43787"/>
                </a:cubicBezTo>
                <a:close/>
                <a:moveTo>
                  <a:pt x="9456866" y="43787"/>
                </a:moveTo>
                <a:lnTo>
                  <a:pt x="9464501" y="46804"/>
                </a:lnTo>
                <a:cubicBezTo>
                  <a:pt x="9460904" y="47428"/>
                  <a:pt x="9457308" y="48597"/>
                  <a:pt x="9453837" y="48597"/>
                </a:cubicBezTo>
                <a:lnTo>
                  <a:pt x="9453585" y="48597"/>
                </a:lnTo>
                <a:lnTo>
                  <a:pt x="9445760" y="45771"/>
                </a:lnTo>
                <a:cubicBezTo>
                  <a:pt x="9449610" y="45010"/>
                  <a:pt x="9453143" y="43787"/>
                  <a:pt x="9456487" y="43787"/>
                </a:cubicBezTo>
                <a:cubicBezTo>
                  <a:pt x="9456614" y="43787"/>
                  <a:pt x="9456866" y="43787"/>
                  <a:pt x="9456866" y="43787"/>
                </a:cubicBezTo>
                <a:close/>
                <a:moveTo>
                  <a:pt x="2665211" y="11660"/>
                </a:moveTo>
                <a:cubicBezTo>
                  <a:pt x="2674486" y="11660"/>
                  <a:pt x="2683699" y="12476"/>
                  <a:pt x="2692912" y="14188"/>
                </a:cubicBezTo>
                <a:lnTo>
                  <a:pt x="2693417" y="16335"/>
                </a:lnTo>
                <a:cubicBezTo>
                  <a:pt x="2692785" y="18646"/>
                  <a:pt x="2682374" y="22668"/>
                  <a:pt x="2677515" y="22668"/>
                </a:cubicBezTo>
                <a:lnTo>
                  <a:pt x="2677578" y="22641"/>
                </a:lnTo>
                <a:cubicBezTo>
                  <a:pt x="2676884" y="22641"/>
                  <a:pt x="2676316" y="22559"/>
                  <a:pt x="2675874" y="22369"/>
                </a:cubicBezTo>
                <a:cubicBezTo>
                  <a:pt x="2665652" y="17830"/>
                  <a:pt x="2652401" y="19162"/>
                  <a:pt x="2640979" y="17286"/>
                </a:cubicBezTo>
                <a:lnTo>
                  <a:pt x="2638392" y="16526"/>
                </a:lnTo>
                <a:lnTo>
                  <a:pt x="2635931" y="15547"/>
                </a:lnTo>
                <a:lnTo>
                  <a:pt x="2637445" y="14487"/>
                </a:lnTo>
                <a:lnTo>
                  <a:pt x="2639212" y="13726"/>
                </a:lnTo>
                <a:cubicBezTo>
                  <a:pt x="2647920" y="12367"/>
                  <a:pt x="2656566" y="11660"/>
                  <a:pt x="2665211" y="11660"/>
                </a:cubicBezTo>
                <a:close/>
                <a:moveTo>
                  <a:pt x="3790946" y="11660"/>
                </a:moveTo>
                <a:cubicBezTo>
                  <a:pt x="3800221" y="11660"/>
                  <a:pt x="3809434" y="12476"/>
                  <a:pt x="3818647" y="14188"/>
                </a:cubicBezTo>
                <a:lnTo>
                  <a:pt x="3819152" y="16335"/>
                </a:lnTo>
                <a:cubicBezTo>
                  <a:pt x="3818520" y="18646"/>
                  <a:pt x="3808109" y="22668"/>
                  <a:pt x="3803250" y="22668"/>
                </a:cubicBezTo>
                <a:lnTo>
                  <a:pt x="3803313" y="22641"/>
                </a:lnTo>
                <a:cubicBezTo>
                  <a:pt x="3802619" y="22641"/>
                  <a:pt x="3802051" y="22559"/>
                  <a:pt x="3801609" y="22369"/>
                </a:cubicBezTo>
                <a:cubicBezTo>
                  <a:pt x="3791388" y="17830"/>
                  <a:pt x="3778136" y="19162"/>
                  <a:pt x="3766714" y="17286"/>
                </a:cubicBezTo>
                <a:lnTo>
                  <a:pt x="3764127" y="16526"/>
                </a:lnTo>
                <a:lnTo>
                  <a:pt x="3761666" y="15547"/>
                </a:lnTo>
                <a:lnTo>
                  <a:pt x="3763180" y="14487"/>
                </a:lnTo>
                <a:lnTo>
                  <a:pt x="3764947" y="13726"/>
                </a:lnTo>
                <a:cubicBezTo>
                  <a:pt x="3773655" y="12367"/>
                  <a:pt x="3782301" y="11660"/>
                  <a:pt x="3790946" y="11660"/>
                </a:cubicBezTo>
                <a:close/>
                <a:moveTo>
                  <a:pt x="6671153" y="11660"/>
                </a:moveTo>
                <a:cubicBezTo>
                  <a:pt x="6680428" y="11660"/>
                  <a:pt x="6689641" y="12476"/>
                  <a:pt x="6698854" y="14188"/>
                </a:cubicBezTo>
                <a:lnTo>
                  <a:pt x="6699359" y="16335"/>
                </a:lnTo>
                <a:cubicBezTo>
                  <a:pt x="6698727" y="18646"/>
                  <a:pt x="6688316" y="22668"/>
                  <a:pt x="6683457" y="22668"/>
                </a:cubicBezTo>
                <a:lnTo>
                  <a:pt x="6683520" y="22641"/>
                </a:lnTo>
                <a:cubicBezTo>
                  <a:pt x="6682826" y="22641"/>
                  <a:pt x="6682258" y="22559"/>
                  <a:pt x="6681816" y="22369"/>
                </a:cubicBezTo>
                <a:cubicBezTo>
                  <a:pt x="6671595" y="17830"/>
                  <a:pt x="6658343" y="19162"/>
                  <a:pt x="6646921" y="17286"/>
                </a:cubicBezTo>
                <a:lnTo>
                  <a:pt x="6644334" y="16526"/>
                </a:lnTo>
                <a:lnTo>
                  <a:pt x="6641873" y="15547"/>
                </a:lnTo>
                <a:lnTo>
                  <a:pt x="6643387" y="14487"/>
                </a:lnTo>
                <a:lnTo>
                  <a:pt x="6645154" y="13726"/>
                </a:lnTo>
                <a:cubicBezTo>
                  <a:pt x="6653862" y="12367"/>
                  <a:pt x="6662508" y="11660"/>
                  <a:pt x="6671153" y="11660"/>
                </a:cubicBezTo>
                <a:close/>
                <a:moveTo>
                  <a:pt x="9138582" y="11660"/>
                </a:moveTo>
                <a:cubicBezTo>
                  <a:pt x="9147857" y="11660"/>
                  <a:pt x="9157069" y="12476"/>
                  <a:pt x="9166282" y="14188"/>
                </a:cubicBezTo>
                <a:lnTo>
                  <a:pt x="9166788" y="16335"/>
                </a:lnTo>
                <a:cubicBezTo>
                  <a:pt x="9166156" y="18646"/>
                  <a:pt x="9155744" y="22668"/>
                  <a:pt x="9150886" y="22668"/>
                </a:cubicBezTo>
                <a:lnTo>
                  <a:pt x="9150949" y="22641"/>
                </a:lnTo>
                <a:cubicBezTo>
                  <a:pt x="9150255" y="22641"/>
                  <a:pt x="9149686" y="22559"/>
                  <a:pt x="9149245" y="22369"/>
                </a:cubicBezTo>
                <a:cubicBezTo>
                  <a:pt x="9139023" y="17830"/>
                  <a:pt x="9125771" y="19162"/>
                  <a:pt x="9114349" y="17286"/>
                </a:cubicBezTo>
                <a:lnTo>
                  <a:pt x="9111763" y="16526"/>
                </a:lnTo>
                <a:lnTo>
                  <a:pt x="9109302" y="15547"/>
                </a:lnTo>
                <a:lnTo>
                  <a:pt x="9110816" y="14487"/>
                </a:lnTo>
                <a:lnTo>
                  <a:pt x="9112583" y="13726"/>
                </a:lnTo>
                <a:cubicBezTo>
                  <a:pt x="9121291" y="12367"/>
                  <a:pt x="9129936" y="11660"/>
                  <a:pt x="9138582" y="11660"/>
                </a:cubicBezTo>
                <a:close/>
                <a:moveTo>
                  <a:pt x="2735695" y="6360"/>
                </a:moveTo>
                <a:cubicBezTo>
                  <a:pt x="2738787" y="6360"/>
                  <a:pt x="2742699" y="7203"/>
                  <a:pt x="2744781" y="8263"/>
                </a:cubicBezTo>
                <a:cubicBezTo>
                  <a:pt x="2747620" y="9758"/>
                  <a:pt x="2742951" y="11959"/>
                  <a:pt x="2737020" y="11959"/>
                </a:cubicBezTo>
                <a:lnTo>
                  <a:pt x="2736957" y="11987"/>
                </a:lnTo>
                <a:cubicBezTo>
                  <a:pt x="2736263" y="11987"/>
                  <a:pt x="2735506" y="11959"/>
                  <a:pt x="2734748" y="11878"/>
                </a:cubicBezTo>
                <a:cubicBezTo>
                  <a:pt x="2731593" y="11551"/>
                  <a:pt x="2728880" y="10138"/>
                  <a:pt x="2725914" y="9214"/>
                </a:cubicBezTo>
                <a:lnTo>
                  <a:pt x="2730331" y="7475"/>
                </a:lnTo>
                <a:lnTo>
                  <a:pt x="2734875" y="6360"/>
                </a:lnTo>
                <a:cubicBezTo>
                  <a:pt x="2735126" y="6360"/>
                  <a:pt x="2735442" y="6360"/>
                  <a:pt x="2735695" y="6360"/>
                </a:cubicBezTo>
                <a:close/>
                <a:moveTo>
                  <a:pt x="3861430" y="6360"/>
                </a:moveTo>
                <a:cubicBezTo>
                  <a:pt x="3864522" y="6360"/>
                  <a:pt x="3868434" y="7203"/>
                  <a:pt x="3870516" y="8263"/>
                </a:cubicBezTo>
                <a:cubicBezTo>
                  <a:pt x="3873356" y="9758"/>
                  <a:pt x="3868686" y="11959"/>
                  <a:pt x="3862755" y="11959"/>
                </a:cubicBezTo>
                <a:lnTo>
                  <a:pt x="3862692" y="11987"/>
                </a:lnTo>
                <a:cubicBezTo>
                  <a:pt x="3861998" y="11987"/>
                  <a:pt x="3861241" y="11959"/>
                  <a:pt x="3860483" y="11878"/>
                </a:cubicBezTo>
                <a:cubicBezTo>
                  <a:pt x="3857328" y="11551"/>
                  <a:pt x="3854615" y="10138"/>
                  <a:pt x="3851649" y="9214"/>
                </a:cubicBezTo>
                <a:lnTo>
                  <a:pt x="3856066" y="7475"/>
                </a:lnTo>
                <a:lnTo>
                  <a:pt x="3860610" y="6360"/>
                </a:lnTo>
                <a:cubicBezTo>
                  <a:pt x="3860862" y="6360"/>
                  <a:pt x="3861177" y="6360"/>
                  <a:pt x="3861430" y="6360"/>
                </a:cubicBezTo>
                <a:close/>
                <a:moveTo>
                  <a:pt x="6741637" y="6360"/>
                </a:moveTo>
                <a:cubicBezTo>
                  <a:pt x="6744729" y="6360"/>
                  <a:pt x="6748641" y="7203"/>
                  <a:pt x="6750723" y="8263"/>
                </a:cubicBezTo>
                <a:cubicBezTo>
                  <a:pt x="6753563" y="9758"/>
                  <a:pt x="6748893" y="11959"/>
                  <a:pt x="6742962" y="11959"/>
                </a:cubicBezTo>
                <a:lnTo>
                  <a:pt x="6742899" y="11987"/>
                </a:lnTo>
                <a:cubicBezTo>
                  <a:pt x="6742205" y="11987"/>
                  <a:pt x="6741448" y="11959"/>
                  <a:pt x="6740690" y="11878"/>
                </a:cubicBezTo>
                <a:cubicBezTo>
                  <a:pt x="6737535" y="11551"/>
                  <a:pt x="6734822" y="10138"/>
                  <a:pt x="6731856" y="9214"/>
                </a:cubicBezTo>
                <a:lnTo>
                  <a:pt x="6736273" y="7475"/>
                </a:lnTo>
                <a:lnTo>
                  <a:pt x="6740817" y="6360"/>
                </a:lnTo>
                <a:cubicBezTo>
                  <a:pt x="6741068" y="6360"/>
                  <a:pt x="6741384" y="6360"/>
                  <a:pt x="6741637" y="6360"/>
                </a:cubicBezTo>
                <a:close/>
                <a:moveTo>
                  <a:pt x="9209065" y="6360"/>
                </a:moveTo>
                <a:cubicBezTo>
                  <a:pt x="9212158" y="6360"/>
                  <a:pt x="9216070" y="7203"/>
                  <a:pt x="9218152" y="8263"/>
                </a:cubicBezTo>
                <a:cubicBezTo>
                  <a:pt x="9220991" y="9758"/>
                  <a:pt x="9216322" y="11959"/>
                  <a:pt x="9210390" y="11959"/>
                </a:cubicBezTo>
                <a:lnTo>
                  <a:pt x="9210327" y="11987"/>
                </a:lnTo>
                <a:cubicBezTo>
                  <a:pt x="9209633" y="11987"/>
                  <a:pt x="9208877" y="11959"/>
                  <a:pt x="9208119" y="11878"/>
                </a:cubicBezTo>
                <a:cubicBezTo>
                  <a:pt x="9204963" y="11551"/>
                  <a:pt x="9202251" y="10138"/>
                  <a:pt x="9199284" y="9214"/>
                </a:cubicBezTo>
                <a:lnTo>
                  <a:pt x="9203702" y="7475"/>
                </a:lnTo>
                <a:lnTo>
                  <a:pt x="9208245" y="6360"/>
                </a:lnTo>
                <a:cubicBezTo>
                  <a:pt x="9208497" y="6360"/>
                  <a:pt x="9208812" y="6360"/>
                  <a:pt x="9209065" y="6360"/>
                </a:cubicBezTo>
                <a:close/>
                <a:moveTo>
                  <a:pt x="9220235" y="0"/>
                </a:moveTo>
                <a:lnTo>
                  <a:pt x="9220929" y="245"/>
                </a:lnTo>
                <a:cubicBezTo>
                  <a:pt x="9217773" y="245"/>
                  <a:pt x="9214618" y="299"/>
                  <a:pt x="9211590" y="353"/>
                </a:cubicBezTo>
                <a:cubicBezTo>
                  <a:pt x="9209381" y="435"/>
                  <a:pt x="9207110" y="435"/>
                  <a:pt x="9204901" y="435"/>
                </a:cubicBezTo>
                <a:cubicBezTo>
                  <a:pt x="9202188" y="435"/>
                  <a:pt x="9199474" y="381"/>
                  <a:pt x="9196761" y="381"/>
                </a:cubicBezTo>
                <a:cubicBezTo>
                  <a:pt x="9194048" y="326"/>
                  <a:pt x="9191271" y="326"/>
                  <a:pt x="9188557" y="326"/>
                </a:cubicBezTo>
                <a:cubicBezTo>
                  <a:pt x="9175559" y="326"/>
                  <a:pt x="9162622" y="897"/>
                  <a:pt x="9149750" y="4838"/>
                </a:cubicBezTo>
                <a:cubicBezTo>
                  <a:pt x="9145269" y="6197"/>
                  <a:pt x="9139401" y="6605"/>
                  <a:pt x="9133091" y="6605"/>
                </a:cubicBezTo>
                <a:cubicBezTo>
                  <a:pt x="9124256" y="6605"/>
                  <a:pt x="9114475" y="5817"/>
                  <a:pt x="9105830" y="5817"/>
                </a:cubicBezTo>
                <a:lnTo>
                  <a:pt x="9104064" y="5817"/>
                </a:lnTo>
                <a:cubicBezTo>
                  <a:pt x="9090876" y="5817"/>
                  <a:pt x="9091001" y="6224"/>
                  <a:pt x="9093210" y="17232"/>
                </a:cubicBezTo>
                <a:cubicBezTo>
                  <a:pt x="9093905" y="20684"/>
                  <a:pt x="9089929" y="22885"/>
                  <a:pt x="9083808" y="24163"/>
                </a:cubicBezTo>
                <a:lnTo>
                  <a:pt x="9077498" y="24462"/>
                </a:lnTo>
                <a:cubicBezTo>
                  <a:pt x="9075984" y="24734"/>
                  <a:pt x="9074533" y="24870"/>
                  <a:pt x="9073145" y="24870"/>
                </a:cubicBezTo>
                <a:cubicBezTo>
                  <a:pt x="9068853" y="24870"/>
                  <a:pt x="9064941" y="23728"/>
                  <a:pt x="9061155" y="22614"/>
                </a:cubicBezTo>
                <a:cubicBezTo>
                  <a:pt x="9057306" y="21500"/>
                  <a:pt x="9053646" y="20358"/>
                  <a:pt x="9049733" y="20358"/>
                </a:cubicBezTo>
                <a:cubicBezTo>
                  <a:pt x="9047777" y="20358"/>
                  <a:pt x="9045758" y="20630"/>
                  <a:pt x="9043676" y="21364"/>
                </a:cubicBezTo>
                <a:cubicBezTo>
                  <a:pt x="9036103" y="24000"/>
                  <a:pt x="9028342" y="24299"/>
                  <a:pt x="9020517" y="24299"/>
                </a:cubicBezTo>
                <a:cubicBezTo>
                  <a:pt x="9019319" y="24299"/>
                  <a:pt x="9018183" y="24299"/>
                  <a:pt x="9016984" y="24299"/>
                </a:cubicBezTo>
                <a:cubicBezTo>
                  <a:pt x="9015848" y="24299"/>
                  <a:pt x="9014648" y="24299"/>
                  <a:pt x="9013450" y="24299"/>
                </a:cubicBezTo>
                <a:cubicBezTo>
                  <a:pt x="9011304" y="24299"/>
                  <a:pt x="9009096" y="24326"/>
                  <a:pt x="9006887" y="24408"/>
                </a:cubicBezTo>
                <a:cubicBezTo>
                  <a:pt x="8996223" y="24843"/>
                  <a:pt x="8985496" y="24788"/>
                  <a:pt x="8974832" y="24843"/>
                </a:cubicBezTo>
                <a:cubicBezTo>
                  <a:pt x="8974200" y="24843"/>
                  <a:pt x="8973634" y="24843"/>
                  <a:pt x="8973002" y="24843"/>
                </a:cubicBezTo>
                <a:cubicBezTo>
                  <a:pt x="8969342" y="24843"/>
                  <a:pt x="8965619" y="24815"/>
                  <a:pt x="8961959" y="24761"/>
                </a:cubicBezTo>
                <a:cubicBezTo>
                  <a:pt x="8958236" y="24734"/>
                  <a:pt x="8954513" y="24679"/>
                  <a:pt x="8950790" y="24679"/>
                </a:cubicBezTo>
                <a:cubicBezTo>
                  <a:pt x="8945994" y="24679"/>
                  <a:pt x="8941199" y="24734"/>
                  <a:pt x="8936465" y="25006"/>
                </a:cubicBezTo>
                <a:cubicBezTo>
                  <a:pt x="8928452" y="25440"/>
                  <a:pt x="8930407" y="28267"/>
                  <a:pt x="8933247" y="31311"/>
                </a:cubicBezTo>
                <a:cubicBezTo>
                  <a:pt x="8934383" y="32534"/>
                  <a:pt x="8935645" y="32860"/>
                  <a:pt x="8936718" y="32860"/>
                </a:cubicBezTo>
                <a:cubicBezTo>
                  <a:pt x="8937286" y="32860"/>
                  <a:pt x="8937791" y="32779"/>
                  <a:pt x="8938170" y="32670"/>
                </a:cubicBezTo>
                <a:cubicBezTo>
                  <a:pt x="8938549" y="32561"/>
                  <a:pt x="8938800" y="32480"/>
                  <a:pt x="8938800" y="32480"/>
                </a:cubicBezTo>
                <a:cubicBezTo>
                  <a:pt x="8938864" y="32480"/>
                  <a:pt x="8938358" y="32779"/>
                  <a:pt x="8936908" y="33866"/>
                </a:cubicBezTo>
                <a:cubicBezTo>
                  <a:pt x="8934195" y="35904"/>
                  <a:pt x="8926180" y="37019"/>
                  <a:pt x="8918609" y="37019"/>
                </a:cubicBezTo>
                <a:cubicBezTo>
                  <a:pt x="8911856" y="37019"/>
                  <a:pt x="8905482" y="36122"/>
                  <a:pt x="8903653" y="34165"/>
                </a:cubicBezTo>
                <a:cubicBezTo>
                  <a:pt x="8902075" y="32480"/>
                  <a:pt x="8907818" y="29192"/>
                  <a:pt x="8910216" y="26636"/>
                </a:cubicBezTo>
                <a:cubicBezTo>
                  <a:pt x="8895070" y="24652"/>
                  <a:pt x="8883082" y="18673"/>
                  <a:pt x="8866296" y="18673"/>
                </a:cubicBezTo>
                <a:cubicBezTo>
                  <a:pt x="8865350" y="18673"/>
                  <a:pt x="8864341" y="18700"/>
                  <a:pt x="8863332" y="18727"/>
                </a:cubicBezTo>
                <a:cubicBezTo>
                  <a:pt x="8850395" y="19243"/>
                  <a:pt x="8850017" y="21717"/>
                  <a:pt x="8857147" y="25848"/>
                </a:cubicBezTo>
                <a:cubicBezTo>
                  <a:pt x="8860618" y="27859"/>
                  <a:pt x="8859798" y="29518"/>
                  <a:pt x="8853802" y="30089"/>
                </a:cubicBezTo>
                <a:cubicBezTo>
                  <a:pt x="8848817" y="30577"/>
                  <a:pt x="8843579" y="30741"/>
                  <a:pt x="8838406" y="30741"/>
                </a:cubicBezTo>
                <a:cubicBezTo>
                  <a:pt x="8837207" y="30741"/>
                  <a:pt x="8836070" y="30741"/>
                  <a:pt x="8834873" y="30741"/>
                </a:cubicBezTo>
                <a:cubicBezTo>
                  <a:pt x="8831149" y="30714"/>
                  <a:pt x="8812533" y="30496"/>
                  <a:pt x="8802753" y="30496"/>
                </a:cubicBezTo>
                <a:cubicBezTo>
                  <a:pt x="8799851" y="30496"/>
                  <a:pt x="8797769" y="30496"/>
                  <a:pt x="8797011" y="30550"/>
                </a:cubicBezTo>
                <a:cubicBezTo>
                  <a:pt x="8792973" y="30822"/>
                  <a:pt x="8788871" y="30849"/>
                  <a:pt x="8784832" y="30985"/>
                </a:cubicBezTo>
                <a:cubicBezTo>
                  <a:pt x="8781930" y="36041"/>
                  <a:pt x="8773979" y="39112"/>
                  <a:pt x="8765586" y="42020"/>
                </a:cubicBezTo>
                <a:cubicBezTo>
                  <a:pt x="8755364" y="37535"/>
                  <a:pt x="8743626" y="36693"/>
                  <a:pt x="8731511" y="36693"/>
                </a:cubicBezTo>
                <a:cubicBezTo>
                  <a:pt x="8727914" y="36693"/>
                  <a:pt x="8724318" y="36747"/>
                  <a:pt x="8720721" y="36829"/>
                </a:cubicBezTo>
                <a:cubicBezTo>
                  <a:pt x="8717124" y="36883"/>
                  <a:pt x="8713527" y="36965"/>
                  <a:pt x="8709931" y="36965"/>
                </a:cubicBezTo>
                <a:cubicBezTo>
                  <a:pt x="8700024" y="36965"/>
                  <a:pt x="8690306" y="36421"/>
                  <a:pt x="8681345" y="33812"/>
                </a:cubicBezTo>
                <a:cubicBezTo>
                  <a:pt x="8673206" y="31447"/>
                  <a:pt x="8664435" y="30170"/>
                  <a:pt x="8655600" y="30170"/>
                </a:cubicBezTo>
                <a:cubicBezTo>
                  <a:pt x="8646387" y="30170"/>
                  <a:pt x="8636985" y="31556"/>
                  <a:pt x="8627962" y="34519"/>
                </a:cubicBezTo>
                <a:cubicBezTo>
                  <a:pt x="8625248" y="35388"/>
                  <a:pt x="8620768" y="36530"/>
                  <a:pt x="8618244" y="36530"/>
                </a:cubicBezTo>
                <a:cubicBezTo>
                  <a:pt x="8617675" y="36530"/>
                  <a:pt x="8617234" y="36475"/>
                  <a:pt x="8616919" y="36367"/>
                </a:cubicBezTo>
                <a:cubicBezTo>
                  <a:pt x="8610671" y="34328"/>
                  <a:pt x="8604677" y="33512"/>
                  <a:pt x="8598935" y="33512"/>
                </a:cubicBezTo>
                <a:cubicBezTo>
                  <a:pt x="8587513" y="33512"/>
                  <a:pt x="8577165" y="36666"/>
                  <a:pt x="8567447" y="39574"/>
                </a:cubicBezTo>
                <a:cubicBezTo>
                  <a:pt x="8558360" y="42292"/>
                  <a:pt x="8549652" y="43488"/>
                  <a:pt x="8540756" y="43488"/>
                </a:cubicBezTo>
                <a:cubicBezTo>
                  <a:pt x="8531857" y="43488"/>
                  <a:pt x="8523085" y="42238"/>
                  <a:pt x="8514252" y="40090"/>
                </a:cubicBezTo>
                <a:cubicBezTo>
                  <a:pt x="8509204" y="38867"/>
                  <a:pt x="8504472" y="37182"/>
                  <a:pt x="8499487" y="37182"/>
                </a:cubicBezTo>
                <a:cubicBezTo>
                  <a:pt x="8496963" y="37182"/>
                  <a:pt x="8494438" y="37617"/>
                  <a:pt x="8491788" y="38759"/>
                </a:cubicBezTo>
                <a:cubicBezTo>
                  <a:pt x="8488064" y="40362"/>
                  <a:pt x="8484658" y="41177"/>
                  <a:pt x="8481502" y="41177"/>
                </a:cubicBezTo>
                <a:cubicBezTo>
                  <a:pt x="8477905" y="41177"/>
                  <a:pt x="8474624" y="40118"/>
                  <a:pt x="8471469" y="37970"/>
                </a:cubicBezTo>
                <a:cubicBezTo>
                  <a:pt x="8466548" y="34600"/>
                  <a:pt x="8461562" y="32888"/>
                  <a:pt x="8456198" y="32888"/>
                </a:cubicBezTo>
                <a:cubicBezTo>
                  <a:pt x="8451529" y="32888"/>
                  <a:pt x="8446607" y="34165"/>
                  <a:pt x="8441243" y="36774"/>
                </a:cubicBezTo>
                <a:cubicBezTo>
                  <a:pt x="8440044" y="37345"/>
                  <a:pt x="8437773" y="37508"/>
                  <a:pt x="8435249" y="37508"/>
                </a:cubicBezTo>
                <a:cubicBezTo>
                  <a:pt x="8433103" y="37508"/>
                  <a:pt x="8430769" y="37372"/>
                  <a:pt x="8428875" y="37318"/>
                </a:cubicBezTo>
                <a:cubicBezTo>
                  <a:pt x="8427992" y="37264"/>
                  <a:pt x="8427172" y="37264"/>
                  <a:pt x="8426415" y="37264"/>
                </a:cubicBezTo>
                <a:cubicBezTo>
                  <a:pt x="8409819" y="37264"/>
                  <a:pt x="8411081" y="43352"/>
                  <a:pt x="8410576" y="48896"/>
                </a:cubicBezTo>
                <a:cubicBezTo>
                  <a:pt x="8398966" y="47918"/>
                  <a:pt x="8390194" y="42455"/>
                  <a:pt x="8378078" y="42455"/>
                </a:cubicBezTo>
                <a:cubicBezTo>
                  <a:pt x="8375807" y="42455"/>
                  <a:pt x="8373408" y="42672"/>
                  <a:pt x="8370884" y="43108"/>
                </a:cubicBezTo>
                <a:lnTo>
                  <a:pt x="8364408" y="45442"/>
                </a:lnTo>
                <a:lnTo>
                  <a:pt x="8359756" y="44684"/>
                </a:lnTo>
                <a:lnTo>
                  <a:pt x="8348208" y="43678"/>
                </a:lnTo>
                <a:cubicBezTo>
                  <a:pt x="8342276" y="47184"/>
                  <a:pt x="8335966" y="48271"/>
                  <a:pt x="8329593" y="48271"/>
                </a:cubicBezTo>
                <a:cubicBezTo>
                  <a:pt x="8320885" y="48271"/>
                  <a:pt x="8311987" y="46233"/>
                  <a:pt x="8303216" y="45417"/>
                </a:cubicBezTo>
                <a:cubicBezTo>
                  <a:pt x="8293814" y="48435"/>
                  <a:pt x="8284601" y="49848"/>
                  <a:pt x="8275388" y="49848"/>
                </a:cubicBezTo>
                <a:lnTo>
                  <a:pt x="8271726" y="49250"/>
                </a:lnTo>
                <a:lnTo>
                  <a:pt x="8270679" y="48136"/>
                </a:lnTo>
                <a:cubicBezTo>
                  <a:pt x="8270427" y="44819"/>
                  <a:pt x="8276422" y="43406"/>
                  <a:pt x="8283616" y="43216"/>
                </a:cubicBezTo>
                <a:cubicBezTo>
                  <a:pt x="8294090" y="42944"/>
                  <a:pt x="8304691" y="42482"/>
                  <a:pt x="8315039" y="41667"/>
                </a:cubicBezTo>
                <a:cubicBezTo>
                  <a:pt x="8320151" y="41259"/>
                  <a:pt x="8321918" y="39057"/>
                  <a:pt x="8319835" y="36720"/>
                </a:cubicBezTo>
                <a:cubicBezTo>
                  <a:pt x="8318258" y="35007"/>
                  <a:pt x="8316491" y="32344"/>
                  <a:pt x="8313841" y="32045"/>
                </a:cubicBezTo>
                <a:cubicBezTo>
                  <a:pt x="8306395" y="31175"/>
                  <a:pt x="8299075" y="30768"/>
                  <a:pt x="8291882" y="30768"/>
                </a:cubicBezTo>
                <a:cubicBezTo>
                  <a:pt x="8272068" y="30768"/>
                  <a:pt x="8253263" y="33839"/>
                  <a:pt x="8235090" y="38514"/>
                </a:cubicBezTo>
                <a:lnTo>
                  <a:pt x="8234006" y="43231"/>
                </a:lnTo>
                <a:lnTo>
                  <a:pt x="8231532" y="42863"/>
                </a:lnTo>
                <a:cubicBezTo>
                  <a:pt x="8224024" y="42863"/>
                  <a:pt x="8216514" y="44630"/>
                  <a:pt x="8208500" y="46423"/>
                </a:cubicBezTo>
                <a:lnTo>
                  <a:pt x="8193132" y="50123"/>
                </a:lnTo>
                <a:lnTo>
                  <a:pt x="8177793" y="42211"/>
                </a:lnTo>
                <a:cubicBezTo>
                  <a:pt x="8174701" y="38813"/>
                  <a:pt x="8171989" y="37073"/>
                  <a:pt x="8168707" y="37073"/>
                </a:cubicBezTo>
                <a:cubicBezTo>
                  <a:pt x="8164857" y="37073"/>
                  <a:pt x="8160251" y="39411"/>
                  <a:pt x="8153499" y="44167"/>
                </a:cubicBezTo>
                <a:lnTo>
                  <a:pt x="8145400" y="47117"/>
                </a:lnTo>
                <a:lnTo>
                  <a:pt x="8139088" y="45091"/>
                </a:lnTo>
                <a:cubicBezTo>
                  <a:pt x="8136816" y="45091"/>
                  <a:pt x="8134230" y="45635"/>
                  <a:pt x="8131263" y="47021"/>
                </a:cubicBezTo>
                <a:cubicBezTo>
                  <a:pt x="8129749" y="47701"/>
                  <a:pt x="8128361" y="47972"/>
                  <a:pt x="8126973" y="47972"/>
                </a:cubicBezTo>
                <a:cubicBezTo>
                  <a:pt x="8124511" y="47972"/>
                  <a:pt x="8122177" y="47157"/>
                  <a:pt x="8119779" y="46342"/>
                </a:cubicBezTo>
                <a:cubicBezTo>
                  <a:pt x="8117381" y="45526"/>
                  <a:pt x="8114920" y="44711"/>
                  <a:pt x="8112207" y="44711"/>
                </a:cubicBezTo>
                <a:cubicBezTo>
                  <a:pt x="8110124" y="44711"/>
                  <a:pt x="8107915" y="45200"/>
                  <a:pt x="8105455" y="46559"/>
                </a:cubicBezTo>
                <a:cubicBezTo>
                  <a:pt x="8102363" y="48298"/>
                  <a:pt x="8099019" y="48951"/>
                  <a:pt x="8095611" y="48951"/>
                </a:cubicBezTo>
                <a:cubicBezTo>
                  <a:pt x="8089427" y="48951"/>
                  <a:pt x="8083054" y="46804"/>
                  <a:pt x="8077122" y="45037"/>
                </a:cubicBezTo>
                <a:cubicBezTo>
                  <a:pt x="8077122" y="45037"/>
                  <a:pt x="8069234" y="47646"/>
                  <a:pt x="8069234" y="47646"/>
                </a:cubicBezTo>
                <a:lnTo>
                  <a:pt x="8069234" y="50636"/>
                </a:lnTo>
                <a:cubicBezTo>
                  <a:pt x="8068099" y="53545"/>
                  <a:pt x="8068414" y="58192"/>
                  <a:pt x="8065007" y="58980"/>
                </a:cubicBezTo>
                <a:cubicBezTo>
                  <a:pt x="8063429" y="59333"/>
                  <a:pt x="8062040" y="59496"/>
                  <a:pt x="8060716" y="59496"/>
                </a:cubicBezTo>
                <a:cubicBezTo>
                  <a:pt x="8054280" y="59496"/>
                  <a:pt x="8050746" y="55583"/>
                  <a:pt x="8046644" y="53490"/>
                </a:cubicBezTo>
                <a:cubicBezTo>
                  <a:pt x="8042984" y="51642"/>
                  <a:pt x="8040082" y="50908"/>
                  <a:pt x="8036991" y="50908"/>
                </a:cubicBezTo>
                <a:cubicBezTo>
                  <a:pt x="8033772" y="50908"/>
                  <a:pt x="8030302" y="51724"/>
                  <a:pt x="8025758" y="52865"/>
                </a:cubicBezTo>
                <a:cubicBezTo>
                  <a:pt x="8024496" y="53191"/>
                  <a:pt x="8023234" y="53327"/>
                  <a:pt x="8021972" y="53327"/>
                </a:cubicBezTo>
                <a:cubicBezTo>
                  <a:pt x="8015472" y="53327"/>
                  <a:pt x="8010108" y="49222"/>
                  <a:pt x="8008720" y="46505"/>
                </a:cubicBezTo>
                <a:cubicBezTo>
                  <a:pt x="8007080" y="43324"/>
                  <a:pt x="8016418" y="43434"/>
                  <a:pt x="8021783" y="42699"/>
                </a:cubicBezTo>
                <a:lnTo>
                  <a:pt x="8026325" y="40634"/>
                </a:lnTo>
                <a:lnTo>
                  <a:pt x="8024496" y="38759"/>
                </a:lnTo>
                <a:lnTo>
                  <a:pt x="8019195" y="37318"/>
                </a:lnTo>
                <a:cubicBezTo>
                  <a:pt x="8015914" y="37535"/>
                  <a:pt x="8012696" y="37644"/>
                  <a:pt x="8009478" y="37644"/>
                </a:cubicBezTo>
                <a:cubicBezTo>
                  <a:pt x="7996415" y="37644"/>
                  <a:pt x="7983922" y="35877"/>
                  <a:pt x="7971427" y="34138"/>
                </a:cubicBezTo>
                <a:cubicBezTo>
                  <a:pt x="7958870" y="32371"/>
                  <a:pt x="7946376" y="30632"/>
                  <a:pt x="7933314" y="30632"/>
                </a:cubicBezTo>
                <a:cubicBezTo>
                  <a:pt x="7932935" y="30632"/>
                  <a:pt x="7932557" y="30632"/>
                  <a:pt x="7932178" y="30632"/>
                </a:cubicBezTo>
                <a:cubicBezTo>
                  <a:pt x="7928770" y="30659"/>
                  <a:pt x="7925300" y="30659"/>
                  <a:pt x="7921892" y="30659"/>
                </a:cubicBezTo>
                <a:cubicBezTo>
                  <a:pt x="7917349" y="30659"/>
                  <a:pt x="7912869" y="30632"/>
                  <a:pt x="7908389" y="30632"/>
                </a:cubicBezTo>
                <a:cubicBezTo>
                  <a:pt x="7903908" y="30604"/>
                  <a:pt x="7899365" y="30604"/>
                  <a:pt x="7894884" y="30604"/>
                </a:cubicBezTo>
                <a:cubicBezTo>
                  <a:pt x="7888006" y="30604"/>
                  <a:pt x="7881192" y="30632"/>
                  <a:pt x="7874377" y="30768"/>
                </a:cubicBezTo>
                <a:cubicBezTo>
                  <a:pt x="7866236" y="30931"/>
                  <a:pt x="7856898" y="31447"/>
                  <a:pt x="7850462" y="33540"/>
                </a:cubicBezTo>
                <a:cubicBezTo>
                  <a:pt x="7842321" y="36149"/>
                  <a:pt x="7834055" y="36829"/>
                  <a:pt x="7825662" y="36829"/>
                </a:cubicBezTo>
                <a:cubicBezTo>
                  <a:pt x="7821308" y="36829"/>
                  <a:pt x="7816891" y="36639"/>
                  <a:pt x="7812474" y="36448"/>
                </a:cubicBezTo>
                <a:cubicBezTo>
                  <a:pt x="7807994" y="36258"/>
                  <a:pt x="7803640" y="36068"/>
                  <a:pt x="7799223" y="36068"/>
                </a:cubicBezTo>
                <a:cubicBezTo>
                  <a:pt x="7797582" y="36068"/>
                  <a:pt x="7796004" y="36095"/>
                  <a:pt x="7794427" y="36149"/>
                </a:cubicBezTo>
                <a:cubicBezTo>
                  <a:pt x="7779220" y="28295"/>
                  <a:pt x="7758206" y="31556"/>
                  <a:pt x="7739970" y="29572"/>
                </a:cubicBezTo>
                <a:cubicBezTo>
                  <a:pt x="7735995" y="29137"/>
                  <a:pt x="7731578" y="26283"/>
                  <a:pt x="7727665" y="26283"/>
                </a:cubicBezTo>
                <a:cubicBezTo>
                  <a:pt x="7725582" y="26283"/>
                  <a:pt x="7723627" y="27126"/>
                  <a:pt x="7721923" y="29599"/>
                </a:cubicBezTo>
                <a:cubicBezTo>
                  <a:pt x="7720471" y="31719"/>
                  <a:pt x="7724763" y="35279"/>
                  <a:pt x="7728297" y="37481"/>
                </a:cubicBezTo>
                <a:cubicBezTo>
                  <a:pt x="7732209" y="39873"/>
                  <a:pt x="7732966" y="41640"/>
                  <a:pt x="7726971" y="41884"/>
                </a:cubicBezTo>
                <a:cubicBezTo>
                  <a:pt x="7717190" y="42292"/>
                  <a:pt x="7707094" y="43080"/>
                  <a:pt x="7697314" y="43080"/>
                </a:cubicBezTo>
                <a:cubicBezTo>
                  <a:pt x="7692392" y="43080"/>
                  <a:pt x="7687532" y="42890"/>
                  <a:pt x="7682863" y="42319"/>
                </a:cubicBezTo>
                <a:cubicBezTo>
                  <a:pt x="7674974" y="41368"/>
                  <a:pt x="7667908" y="40498"/>
                  <a:pt x="7660651" y="40498"/>
                </a:cubicBezTo>
                <a:cubicBezTo>
                  <a:pt x="7655161" y="40498"/>
                  <a:pt x="7649609" y="41015"/>
                  <a:pt x="7643550" y="42373"/>
                </a:cubicBezTo>
                <a:cubicBezTo>
                  <a:pt x="7642541" y="42591"/>
                  <a:pt x="7641594" y="42699"/>
                  <a:pt x="7640584" y="42699"/>
                </a:cubicBezTo>
                <a:cubicBezTo>
                  <a:pt x="7637556" y="42699"/>
                  <a:pt x="7634590" y="41803"/>
                  <a:pt x="7631371" y="40933"/>
                </a:cubicBezTo>
                <a:cubicBezTo>
                  <a:pt x="7628153" y="40036"/>
                  <a:pt x="7624747" y="39166"/>
                  <a:pt x="7620897" y="39166"/>
                </a:cubicBezTo>
                <a:cubicBezTo>
                  <a:pt x="7617868" y="39166"/>
                  <a:pt x="7614523" y="39709"/>
                  <a:pt x="7610863" y="41259"/>
                </a:cubicBezTo>
                <a:cubicBezTo>
                  <a:pt x="7607708" y="42564"/>
                  <a:pt x="7603985" y="43108"/>
                  <a:pt x="7599948" y="43108"/>
                </a:cubicBezTo>
                <a:cubicBezTo>
                  <a:pt x="7591996" y="43108"/>
                  <a:pt x="7583035" y="41042"/>
                  <a:pt x="7575338" y="38677"/>
                </a:cubicBezTo>
                <a:cubicBezTo>
                  <a:pt x="7573256" y="38052"/>
                  <a:pt x="7570037" y="37726"/>
                  <a:pt x="7566693" y="37726"/>
                </a:cubicBezTo>
                <a:cubicBezTo>
                  <a:pt x="7563348" y="37726"/>
                  <a:pt x="7560004" y="38052"/>
                  <a:pt x="7558048" y="38759"/>
                </a:cubicBezTo>
                <a:cubicBezTo>
                  <a:pt x="7546563" y="42863"/>
                  <a:pt x="7533942" y="42101"/>
                  <a:pt x="7521322" y="42645"/>
                </a:cubicBezTo>
                <a:cubicBezTo>
                  <a:pt x="7518483" y="42781"/>
                  <a:pt x="7515769" y="42836"/>
                  <a:pt x="7513182" y="42836"/>
                </a:cubicBezTo>
                <a:cubicBezTo>
                  <a:pt x="7493179" y="42836"/>
                  <a:pt x="7478792" y="39003"/>
                  <a:pt x="7473681" y="27914"/>
                </a:cubicBezTo>
                <a:lnTo>
                  <a:pt x="7469830" y="25467"/>
                </a:lnTo>
                <a:cubicBezTo>
                  <a:pt x="7467749" y="27017"/>
                  <a:pt x="7463837" y="28648"/>
                  <a:pt x="7464026" y="30143"/>
                </a:cubicBezTo>
                <a:cubicBezTo>
                  <a:pt x="7464531" y="34084"/>
                  <a:pt x="7466550" y="37970"/>
                  <a:pt x="7468507" y="41830"/>
                </a:cubicBezTo>
                <a:cubicBezTo>
                  <a:pt x="7469390" y="43569"/>
                  <a:pt x="7473933" y="46015"/>
                  <a:pt x="7472860" y="46668"/>
                </a:cubicBezTo>
                <a:cubicBezTo>
                  <a:pt x="7470589" y="48054"/>
                  <a:pt x="7468001" y="48543"/>
                  <a:pt x="7464973" y="48543"/>
                </a:cubicBezTo>
                <a:cubicBezTo>
                  <a:pt x="7461944" y="48543"/>
                  <a:pt x="7458662" y="48027"/>
                  <a:pt x="7455570" y="47428"/>
                </a:cubicBezTo>
                <a:cubicBezTo>
                  <a:pt x="7447872" y="45988"/>
                  <a:pt x="7440363" y="43542"/>
                  <a:pt x="7432476" y="43216"/>
                </a:cubicBezTo>
                <a:cubicBezTo>
                  <a:pt x="7407613" y="42183"/>
                  <a:pt x="7382562" y="44086"/>
                  <a:pt x="7358709" y="37318"/>
                </a:cubicBezTo>
                <a:cubicBezTo>
                  <a:pt x="7355302" y="36340"/>
                  <a:pt x="7351011" y="36041"/>
                  <a:pt x="7346341" y="36041"/>
                </a:cubicBezTo>
                <a:cubicBezTo>
                  <a:pt x="7338643" y="36041"/>
                  <a:pt x="7329809" y="36911"/>
                  <a:pt x="7321920" y="37019"/>
                </a:cubicBezTo>
                <a:cubicBezTo>
                  <a:pt x="7321100" y="40172"/>
                  <a:pt x="7317125" y="42510"/>
                  <a:pt x="7310941" y="42672"/>
                </a:cubicBezTo>
                <a:cubicBezTo>
                  <a:pt x="7304126" y="42863"/>
                  <a:pt x="7297311" y="42890"/>
                  <a:pt x="7290433" y="42890"/>
                </a:cubicBezTo>
                <a:cubicBezTo>
                  <a:pt x="7288162" y="42890"/>
                  <a:pt x="7285826" y="42890"/>
                  <a:pt x="7283491" y="42890"/>
                </a:cubicBezTo>
                <a:cubicBezTo>
                  <a:pt x="7281094" y="42890"/>
                  <a:pt x="7278759" y="42890"/>
                  <a:pt x="7276361" y="42890"/>
                </a:cubicBezTo>
                <a:cubicBezTo>
                  <a:pt x="7270746" y="42890"/>
                  <a:pt x="7265193" y="42917"/>
                  <a:pt x="7259576" y="43025"/>
                </a:cubicBezTo>
                <a:cubicBezTo>
                  <a:pt x="7238752" y="43406"/>
                  <a:pt x="7218938" y="43108"/>
                  <a:pt x="7197800" y="47428"/>
                </a:cubicBezTo>
                <a:cubicBezTo>
                  <a:pt x="7190101" y="49005"/>
                  <a:pt x="7181646" y="49848"/>
                  <a:pt x="7172874" y="49848"/>
                </a:cubicBezTo>
                <a:cubicBezTo>
                  <a:pt x="7159056" y="49848"/>
                  <a:pt x="7144542" y="47755"/>
                  <a:pt x="7131290" y="43189"/>
                </a:cubicBezTo>
                <a:cubicBezTo>
                  <a:pt x="7125612" y="41232"/>
                  <a:pt x="7117786" y="38433"/>
                  <a:pt x="7109331" y="38433"/>
                </a:cubicBezTo>
                <a:cubicBezTo>
                  <a:pt x="7104031" y="38433"/>
                  <a:pt x="7098415" y="39547"/>
                  <a:pt x="7092861" y="42672"/>
                </a:cubicBezTo>
                <a:cubicBezTo>
                  <a:pt x="7091726" y="43297"/>
                  <a:pt x="7088949" y="43596"/>
                  <a:pt x="7085605" y="43596"/>
                </a:cubicBezTo>
                <a:cubicBezTo>
                  <a:pt x="7079799" y="43596"/>
                  <a:pt x="7072416" y="42754"/>
                  <a:pt x="7069198" y="41368"/>
                </a:cubicBezTo>
                <a:cubicBezTo>
                  <a:pt x="7062510" y="38514"/>
                  <a:pt x="7056894" y="37399"/>
                  <a:pt x="7051781" y="37399"/>
                </a:cubicBezTo>
                <a:cubicBezTo>
                  <a:pt x="7042380" y="37399"/>
                  <a:pt x="7034934" y="41259"/>
                  <a:pt x="7026731" y="45200"/>
                </a:cubicBezTo>
                <a:cubicBezTo>
                  <a:pt x="7023449" y="46804"/>
                  <a:pt x="7020737" y="47510"/>
                  <a:pt x="7018591" y="47510"/>
                </a:cubicBezTo>
                <a:cubicBezTo>
                  <a:pt x="7014867" y="47510"/>
                  <a:pt x="7012659" y="45390"/>
                  <a:pt x="7011587" y="42020"/>
                </a:cubicBezTo>
                <a:cubicBezTo>
                  <a:pt x="7011082" y="40389"/>
                  <a:pt x="7006791" y="37644"/>
                  <a:pt x="7004645" y="37644"/>
                </a:cubicBezTo>
                <a:cubicBezTo>
                  <a:pt x="7004582" y="37644"/>
                  <a:pt x="7004519" y="37644"/>
                  <a:pt x="7004519" y="37644"/>
                </a:cubicBezTo>
                <a:cubicBezTo>
                  <a:pt x="7002689" y="37753"/>
                  <a:pt x="7000922" y="37808"/>
                  <a:pt x="6999219" y="37808"/>
                </a:cubicBezTo>
                <a:cubicBezTo>
                  <a:pt x="6982434" y="37808"/>
                  <a:pt x="6974293" y="32426"/>
                  <a:pt x="6966469" y="25413"/>
                </a:cubicBezTo>
                <a:cubicBezTo>
                  <a:pt x="6963250" y="22559"/>
                  <a:pt x="6952018" y="21690"/>
                  <a:pt x="6944257" y="20113"/>
                </a:cubicBezTo>
                <a:cubicBezTo>
                  <a:pt x="6938073" y="18836"/>
                  <a:pt x="6932330" y="18075"/>
                  <a:pt x="6926714" y="18075"/>
                </a:cubicBezTo>
                <a:cubicBezTo>
                  <a:pt x="6919016" y="18075"/>
                  <a:pt x="6911634" y="19516"/>
                  <a:pt x="6904124" y="23212"/>
                </a:cubicBezTo>
                <a:cubicBezTo>
                  <a:pt x="6897308" y="26555"/>
                  <a:pt x="6893271" y="28267"/>
                  <a:pt x="6889422" y="28267"/>
                </a:cubicBezTo>
                <a:cubicBezTo>
                  <a:pt x="6884752" y="28267"/>
                  <a:pt x="6880334" y="25821"/>
                  <a:pt x="6871563" y="20792"/>
                </a:cubicBezTo>
                <a:lnTo>
                  <a:pt x="6870049" y="18211"/>
                </a:lnTo>
                <a:cubicBezTo>
                  <a:pt x="6859258" y="15737"/>
                  <a:pt x="6848343" y="13345"/>
                  <a:pt x="6837614" y="10763"/>
                </a:cubicBezTo>
                <a:cubicBezTo>
                  <a:pt x="6826635" y="8100"/>
                  <a:pt x="6819757" y="6523"/>
                  <a:pt x="6815340" y="6523"/>
                </a:cubicBezTo>
                <a:cubicBezTo>
                  <a:pt x="6808525" y="6523"/>
                  <a:pt x="6807452" y="10302"/>
                  <a:pt x="6806000" y="19596"/>
                </a:cubicBezTo>
                <a:cubicBezTo>
                  <a:pt x="6805685" y="21635"/>
                  <a:pt x="6806000" y="23728"/>
                  <a:pt x="6805370" y="25740"/>
                </a:cubicBezTo>
                <a:lnTo>
                  <a:pt x="6802025" y="28158"/>
                </a:lnTo>
                <a:cubicBezTo>
                  <a:pt x="6798617" y="27887"/>
                  <a:pt x="6794706" y="27452"/>
                  <a:pt x="6792181" y="26392"/>
                </a:cubicBezTo>
                <a:cubicBezTo>
                  <a:pt x="6785619" y="23701"/>
                  <a:pt x="6781770" y="20331"/>
                  <a:pt x="6780192" y="15982"/>
                </a:cubicBezTo>
                <a:cubicBezTo>
                  <a:pt x="6778426" y="11144"/>
                  <a:pt x="6785367" y="4594"/>
                  <a:pt x="6774197" y="1848"/>
                </a:cubicBezTo>
                <a:cubicBezTo>
                  <a:pt x="6768076" y="353"/>
                  <a:pt x="6760441" y="0"/>
                  <a:pt x="6752807" y="0"/>
                </a:cubicBezTo>
                <a:lnTo>
                  <a:pt x="6753500" y="245"/>
                </a:lnTo>
                <a:cubicBezTo>
                  <a:pt x="6750345" y="245"/>
                  <a:pt x="6747189" y="299"/>
                  <a:pt x="6744161" y="353"/>
                </a:cubicBezTo>
                <a:cubicBezTo>
                  <a:pt x="6741953" y="435"/>
                  <a:pt x="6739681" y="435"/>
                  <a:pt x="6737472" y="435"/>
                </a:cubicBezTo>
                <a:cubicBezTo>
                  <a:pt x="6734759" y="435"/>
                  <a:pt x="6732045" y="381"/>
                  <a:pt x="6729333" y="381"/>
                </a:cubicBezTo>
                <a:cubicBezTo>
                  <a:pt x="6726619" y="326"/>
                  <a:pt x="6723842" y="326"/>
                  <a:pt x="6721129" y="326"/>
                </a:cubicBezTo>
                <a:cubicBezTo>
                  <a:pt x="6708130" y="326"/>
                  <a:pt x="6695194" y="897"/>
                  <a:pt x="6682321" y="4838"/>
                </a:cubicBezTo>
                <a:cubicBezTo>
                  <a:pt x="6677841" y="6197"/>
                  <a:pt x="6671972" y="6605"/>
                  <a:pt x="6665662" y="6605"/>
                </a:cubicBezTo>
                <a:cubicBezTo>
                  <a:pt x="6656828" y="6605"/>
                  <a:pt x="6647046" y="5817"/>
                  <a:pt x="6638402" y="5817"/>
                </a:cubicBezTo>
                <a:lnTo>
                  <a:pt x="6636635" y="5817"/>
                </a:lnTo>
                <a:cubicBezTo>
                  <a:pt x="6623448" y="5817"/>
                  <a:pt x="6623573" y="6224"/>
                  <a:pt x="6625782" y="17232"/>
                </a:cubicBezTo>
                <a:cubicBezTo>
                  <a:pt x="6626476" y="20684"/>
                  <a:pt x="6622501" y="22885"/>
                  <a:pt x="6616380" y="24163"/>
                </a:cubicBezTo>
                <a:lnTo>
                  <a:pt x="6610069" y="24462"/>
                </a:lnTo>
                <a:cubicBezTo>
                  <a:pt x="6608555" y="24734"/>
                  <a:pt x="6607104" y="24870"/>
                  <a:pt x="6605716" y="24870"/>
                </a:cubicBezTo>
                <a:cubicBezTo>
                  <a:pt x="6601424" y="24870"/>
                  <a:pt x="6597512" y="23728"/>
                  <a:pt x="6593727" y="22614"/>
                </a:cubicBezTo>
                <a:cubicBezTo>
                  <a:pt x="6589877" y="21500"/>
                  <a:pt x="6586217" y="20358"/>
                  <a:pt x="6582305" y="20358"/>
                </a:cubicBezTo>
                <a:cubicBezTo>
                  <a:pt x="6580348" y="20358"/>
                  <a:pt x="6578329" y="20630"/>
                  <a:pt x="6576247" y="21364"/>
                </a:cubicBezTo>
                <a:cubicBezTo>
                  <a:pt x="6568675" y="24000"/>
                  <a:pt x="6560913" y="24299"/>
                  <a:pt x="6553089" y="24299"/>
                </a:cubicBezTo>
                <a:cubicBezTo>
                  <a:pt x="6551890" y="24299"/>
                  <a:pt x="6550754" y="24299"/>
                  <a:pt x="6549555" y="24299"/>
                </a:cubicBezTo>
                <a:cubicBezTo>
                  <a:pt x="6548420" y="24299"/>
                  <a:pt x="6547220" y="24299"/>
                  <a:pt x="6546021" y="24299"/>
                </a:cubicBezTo>
                <a:cubicBezTo>
                  <a:pt x="6543876" y="24299"/>
                  <a:pt x="6541667" y="24326"/>
                  <a:pt x="6539459" y="24408"/>
                </a:cubicBezTo>
                <a:cubicBezTo>
                  <a:pt x="6528795" y="24843"/>
                  <a:pt x="6518067" y="24788"/>
                  <a:pt x="6507403" y="24843"/>
                </a:cubicBezTo>
                <a:cubicBezTo>
                  <a:pt x="6506772" y="24843"/>
                  <a:pt x="6506205" y="24843"/>
                  <a:pt x="6505573" y="24843"/>
                </a:cubicBezTo>
                <a:cubicBezTo>
                  <a:pt x="6501913" y="24843"/>
                  <a:pt x="6498191" y="24815"/>
                  <a:pt x="6494530" y="24761"/>
                </a:cubicBezTo>
                <a:cubicBezTo>
                  <a:pt x="6490808" y="24734"/>
                  <a:pt x="6487084" y="24679"/>
                  <a:pt x="6483362" y="24679"/>
                </a:cubicBezTo>
                <a:cubicBezTo>
                  <a:pt x="6478566" y="24679"/>
                  <a:pt x="6473770" y="24734"/>
                  <a:pt x="6469037" y="25006"/>
                </a:cubicBezTo>
                <a:cubicBezTo>
                  <a:pt x="6461023" y="25440"/>
                  <a:pt x="6462979" y="28267"/>
                  <a:pt x="6465819" y="31311"/>
                </a:cubicBezTo>
                <a:cubicBezTo>
                  <a:pt x="6466954" y="32534"/>
                  <a:pt x="6468217" y="32860"/>
                  <a:pt x="6469290" y="32860"/>
                </a:cubicBezTo>
                <a:cubicBezTo>
                  <a:pt x="6469858" y="32860"/>
                  <a:pt x="6470362" y="32779"/>
                  <a:pt x="6470741" y="32670"/>
                </a:cubicBezTo>
                <a:cubicBezTo>
                  <a:pt x="6471120" y="32561"/>
                  <a:pt x="6471372" y="32480"/>
                  <a:pt x="6471372" y="32480"/>
                </a:cubicBezTo>
                <a:cubicBezTo>
                  <a:pt x="6471435" y="32480"/>
                  <a:pt x="6470930" y="32779"/>
                  <a:pt x="6469479" y="33866"/>
                </a:cubicBezTo>
                <a:cubicBezTo>
                  <a:pt x="6466766" y="35904"/>
                  <a:pt x="6458752" y="37019"/>
                  <a:pt x="6451180" y="37019"/>
                </a:cubicBezTo>
                <a:cubicBezTo>
                  <a:pt x="6444428" y="37019"/>
                  <a:pt x="6438054" y="36122"/>
                  <a:pt x="6436225" y="34165"/>
                </a:cubicBezTo>
                <a:cubicBezTo>
                  <a:pt x="6434647" y="32480"/>
                  <a:pt x="6440389" y="29192"/>
                  <a:pt x="6442787" y="26636"/>
                </a:cubicBezTo>
                <a:cubicBezTo>
                  <a:pt x="6427642" y="24652"/>
                  <a:pt x="6415653" y="18673"/>
                  <a:pt x="6398868" y="18673"/>
                </a:cubicBezTo>
                <a:cubicBezTo>
                  <a:pt x="6397922" y="18673"/>
                  <a:pt x="6396912" y="18700"/>
                  <a:pt x="6395903" y="18727"/>
                </a:cubicBezTo>
                <a:cubicBezTo>
                  <a:pt x="6382967" y="19243"/>
                  <a:pt x="6382588" y="21717"/>
                  <a:pt x="6389718" y="25848"/>
                </a:cubicBezTo>
                <a:cubicBezTo>
                  <a:pt x="6393190" y="27859"/>
                  <a:pt x="6392369" y="29518"/>
                  <a:pt x="6386374" y="30089"/>
                </a:cubicBezTo>
                <a:cubicBezTo>
                  <a:pt x="6381389" y="30577"/>
                  <a:pt x="6376151" y="30741"/>
                  <a:pt x="6370977" y="30741"/>
                </a:cubicBezTo>
                <a:cubicBezTo>
                  <a:pt x="6369778" y="30741"/>
                  <a:pt x="6368642" y="30741"/>
                  <a:pt x="6367444" y="30741"/>
                </a:cubicBezTo>
                <a:cubicBezTo>
                  <a:pt x="6363721" y="30714"/>
                  <a:pt x="6345105" y="30496"/>
                  <a:pt x="6335325" y="30496"/>
                </a:cubicBezTo>
                <a:cubicBezTo>
                  <a:pt x="6332422" y="30496"/>
                  <a:pt x="6330340" y="30496"/>
                  <a:pt x="6329582" y="30550"/>
                </a:cubicBezTo>
                <a:cubicBezTo>
                  <a:pt x="6325545" y="30822"/>
                  <a:pt x="6321443" y="30849"/>
                  <a:pt x="6317404" y="30985"/>
                </a:cubicBezTo>
                <a:cubicBezTo>
                  <a:pt x="6314501" y="36041"/>
                  <a:pt x="6306550" y="39112"/>
                  <a:pt x="6298158" y="42020"/>
                </a:cubicBezTo>
                <a:cubicBezTo>
                  <a:pt x="6287936" y="37535"/>
                  <a:pt x="6276198" y="36693"/>
                  <a:pt x="6264083" y="36693"/>
                </a:cubicBezTo>
                <a:cubicBezTo>
                  <a:pt x="6260486" y="36693"/>
                  <a:pt x="6256890" y="36747"/>
                  <a:pt x="6253293" y="36829"/>
                </a:cubicBezTo>
                <a:cubicBezTo>
                  <a:pt x="6249695" y="36883"/>
                  <a:pt x="6246098" y="36965"/>
                  <a:pt x="6242502" y="36965"/>
                </a:cubicBezTo>
                <a:cubicBezTo>
                  <a:pt x="6232596" y="36965"/>
                  <a:pt x="6222878" y="36421"/>
                  <a:pt x="6213917" y="33812"/>
                </a:cubicBezTo>
                <a:cubicBezTo>
                  <a:pt x="6205777" y="31447"/>
                  <a:pt x="6197006" y="30170"/>
                  <a:pt x="6188171" y="30170"/>
                </a:cubicBezTo>
                <a:cubicBezTo>
                  <a:pt x="6178958" y="30170"/>
                  <a:pt x="6169557" y="31556"/>
                  <a:pt x="6160533" y="34519"/>
                </a:cubicBezTo>
                <a:cubicBezTo>
                  <a:pt x="6157820" y="35388"/>
                  <a:pt x="6153339" y="36530"/>
                  <a:pt x="6150815" y="36530"/>
                </a:cubicBezTo>
                <a:cubicBezTo>
                  <a:pt x="6150247" y="36530"/>
                  <a:pt x="6149806" y="36475"/>
                  <a:pt x="6149490" y="36367"/>
                </a:cubicBezTo>
                <a:cubicBezTo>
                  <a:pt x="6143243" y="34328"/>
                  <a:pt x="6137249" y="33512"/>
                  <a:pt x="6131506" y="33512"/>
                </a:cubicBezTo>
                <a:cubicBezTo>
                  <a:pt x="6120084" y="33512"/>
                  <a:pt x="6109736" y="36666"/>
                  <a:pt x="6100018" y="39574"/>
                </a:cubicBezTo>
                <a:cubicBezTo>
                  <a:pt x="6090932" y="42292"/>
                  <a:pt x="6082224" y="43488"/>
                  <a:pt x="6073327" y="43488"/>
                </a:cubicBezTo>
                <a:cubicBezTo>
                  <a:pt x="6064429" y="43488"/>
                  <a:pt x="6055657" y="42238"/>
                  <a:pt x="6046824" y="40090"/>
                </a:cubicBezTo>
                <a:cubicBezTo>
                  <a:pt x="6041776" y="38867"/>
                  <a:pt x="6037043" y="37182"/>
                  <a:pt x="6032058" y="37182"/>
                </a:cubicBezTo>
                <a:cubicBezTo>
                  <a:pt x="6029534" y="37182"/>
                  <a:pt x="6027009" y="37617"/>
                  <a:pt x="6024360" y="38759"/>
                </a:cubicBezTo>
                <a:cubicBezTo>
                  <a:pt x="6020636" y="40362"/>
                  <a:pt x="6017229" y="41177"/>
                  <a:pt x="6014074" y="41177"/>
                </a:cubicBezTo>
                <a:cubicBezTo>
                  <a:pt x="6010477" y="41177"/>
                  <a:pt x="6007196" y="40118"/>
                  <a:pt x="6004041" y="37970"/>
                </a:cubicBezTo>
                <a:cubicBezTo>
                  <a:pt x="5999119" y="34600"/>
                  <a:pt x="5994134" y="32888"/>
                  <a:pt x="5988770" y="32888"/>
                </a:cubicBezTo>
                <a:cubicBezTo>
                  <a:pt x="5984101" y="32888"/>
                  <a:pt x="5979178" y="34165"/>
                  <a:pt x="5973815" y="36774"/>
                </a:cubicBezTo>
                <a:cubicBezTo>
                  <a:pt x="5972616" y="37345"/>
                  <a:pt x="5970345" y="37508"/>
                  <a:pt x="5967821" y="37508"/>
                </a:cubicBezTo>
                <a:cubicBezTo>
                  <a:pt x="5965675" y="37508"/>
                  <a:pt x="5963341" y="37372"/>
                  <a:pt x="5961447" y="37318"/>
                </a:cubicBezTo>
                <a:cubicBezTo>
                  <a:pt x="5960564" y="37264"/>
                  <a:pt x="5959744" y="37264"/>
                  <a:pt x="5958987" y="37264"/>
                </a:cubicBezTo>
                <a:cubicBezTo>
                  <a:pt x="5942391" y="37264"/>
                  <a:pt x="5943653" y="43352"/>
                  <a:pt x="5943148" y="48896"/>
                </a:cubicBezTo>
                <a:cubicBezTo>
                  <a:pt x="5931537" y="47918"/>
                  <a:pt x="5922765" y="42455"/>
                  <a:pt x="5910650" y="42455"/>
                </a:cubicBezTo>
                <a:cubicBezTo>
                  <a:pt x="5908378" y="42455"/>
                  <a:pt x="5905980" y="42672"/>
                  <a:pt x="5903456" y="43108"/>
                </a:cubicBezTo>
                <a:cubicBezTo>
                  <a:pt x="5900112" y="43706"/>
                  <a:pt x="5897273" y="45091"/>
                  <a:pt x="5894559" y="46314"/>
                </a:cubicBezTo>
                <a:lnTo>
                  <a:pt x="5897903" y="48788"/>
                </a:lnTo>
                <a:cubicBezTo>
                  <a:pt x="5902573" y="50881"/>
                  <a:pt x="5907431" y="54441"/>
                  <a:pt x="5912417" y="54523"/>
                </a:cubicBezTo>
                <a:cubicBezTo>
                  <a:pt x="5930528" y="54849"/>
                  <a:pt x="5929266" y="62622"/>
                  <a:pt x="5936017" y="67215"/>
                </a:cubicBezTo>
                <a:cubicBezTo>
                  <a:pt x="5938037" y="68602"/>
                  <a:pt x="5938352" y="70531"/>
                  <a:pt x="5939488" y="72190"/>
                </a:cubicBezTo>
                <a:cubicBezTo>
                  <a:pt x="5936332" y="72543"/>
                  <a:pt x="5932105" y="73576"/>
                  <a:pt x="5929518" y="73576"/>
                </a:cubicBezTo>
                <a:cubicBezTo>
                  <a:pt x="5928949" y="73576"/>
                  <a:pt x="5928381" y="73521"/>
                  <a:pt x="5928003" y="73385"/>
                </a:cubicBezTo>
                <a:cubicBezTo>
                  <a:pt x="5913994" y="68113"/>
                  <a:pt x="5898030" y="67841"/>
                  <a:pt x="5882065" y="67841"/>
                </a:cubicBezTo>
                <a:lnTo>
                  <a:pt x="5879289" y="67841"/>
                </a:lnTo>
                <a:cubicBezTo>
                  <a:pt x="5878280" y="67841"/>
                  <a:pt x="5877205" y="67841"/>
                  <a:pt x="5876196" y="67841"/>
                </a:cubicBezTo>
                <a:cubicBezTo>
                  <a:pt x="5873168" y="67841"/>
                  <a:pt x="5870139" y="67814"/>
                  <a:pt x="5867110" y="67759"/>
                </a:cubicBezTo>
                <a:cubicBezTo>
                  <a:pt x="5844709" y="67352"/>
                  <a:pt x="5826220" y="63248"/>
                  <a:pt x="5810634" y="55990"/>
                </a:cubicBezTo>
                <a:cubicBezTo>
                  <a:pt x="5806596" y="54088"/>
                  <a:pt x="5803440" y="50827"/>
                  <a:pt x="5803251" y="48136"/>
                </a:cubicBezTo>
                <a:cubicBezTo>
                  <a:pt x="5802999" y="44819"/>
                  <a:pt x="5808993" y="43406"/>
                  <a:pt x="5816187" y="43216"/>
                </a:cubicBezTo>
                <a:cubicBezTo>
                  <a:pt x="5826661" y="42944"/>
                  <a:pt x="5837262" y="42482"/>
                  <a:pt x="5847611" y="41667"/>
                </a:cubicBezTo>
                <a:cubicBezTo>
                  <a:pt x="5852723" y="41259"/>
                  <a:pt x="5854490" y="39057"/>
                  <a:pt x="5852407" y="36720"/>
                </a:cubicBezTo>
                <a:cubicBezTo>
                  <a:pt x="5850829" y="35007"/>
                  <a:pt x="5849063" y="32344"/>
                  <a:pt x="5846412" y="32045"/>
                </a:cubicBezTo>
                <a:cubicBezTo>
                  <a:pt x="5838966" y="31175"/>
                  <a:pt x="5831647" y="30768"/>
                  <a:pt x="5824453" y="30768"/>
                </a:cubicBezTo>
                <a:cubicBezTo>
                  <a:pt x="5804639" y="30768"/>
                  <a:pt x="5785835" y="33839"/>
                  <a:pt x="5767662" y="38514"/>
                </a:cubicBezTo>
                <a:cubicBezTo>
                  <a:pt x="5763812" y="39492"/>
                  <a:pt x="5762172" y="45146"/>
                  <a:pt x="5765832" y="46478"/>
                </a:cubicBezTo>
                <a:cubicBezTo>
                  <a:pt x="5769050" y="47674"/>
                  <a:pt x="5773403" y="48136"/>
                  <a:pt x="5777000" y="49114"/>
                </a:cubicBezTo>
                <a:cubicBezTo>
                  <a:pt x="5785204" y="51343"/>
                  <a:pt x="5791514" y="56779"/>
                  <a:pt x="5787413" y="58137"/>
                </a:cubicBezTo>
                <a:cubicBezTo>
                  <a:pt x="5782995" y="59551"/>
                  <a:pt x="5776937" y="61481"/>
                  <a:pt x="5772457" y="61481"/>
                </a:cubicBezTo>
                <a:cubicBezTo>
                  <a:pt x="5771826" y="61481"/>
                  <a:pt x="5771259" y="61454"/>
                  <a:pt x="5770690" y="61372"/>
                </a:cubicBezTo>
                <a:cubicBezTo>
                  <a:pt x="5746901" y="57948"/>
                  <a:pt x="5722165" y="55392"/>
                  <a:pt x="5710365" y="42211"/>
                </a:cubicBezTo>
                <a:cubicBezTo>
                  <a:pt x="5707273" y="38813"/>
                  <a:pt x="5704560" y="37073"/>
                  <a:pt x="5701279" y="37073"/>
                </a:cubicBezTo>
                <a:cubicBezTo>
                  <a:pt x="5697429" y="37073"/>
                  <a:pt x="5692823" y="39411"/>
                  <a:pt x="5686071" y="44167"/>
                </a:cubicBezTo>
                <a:cubicBezTo>
                  <a:pt x="5682348" y="46776"/>
                  <a:pt x="5679572" y="49060"/>
                  <a:pt x="5672188" y="49222"/>
                </a:cubicBezTo>
                <a:cubicBezTo>
                  <a:pt x="5671116" y="49250"/>
                  <a:pt x="5670044" y="49250"/>
                  <a:pt x="5668970" y="49250"/>
                </a:cubicBezTo>
                <a:cubicBezTo>
                  <a:pt x="5668529" y="49250"/>
                  <a:pt x="5668024" y="49250"/>
                  <a:pt x="5667582" y="49250"/>
                </a:cubicBezTo>
                <a:lnTo>
                  <a:pt x="5666194" y="49250"/>
                </a:lnTo>
                <a:cubicBezTo>
                  <a:pt x="5659821" y="49250"/>
                  <a:pt x="5653510" y="49413"/>
                  <a:pt x="5648778" y="52294"/>
                </a:cubicBezTo>
                <a:cubicBezTo>
                  <a:pt x="5656098" y="54115"/>
                  <a:pt x="5663355" y="55936"/>
                  <a:pt x="5670674" y="57703"/>
                </a:cubicBezTo>
                <a:cubicBezTo>
                  <a:pt x="5678120" y="59469"/>
                  <a:pt x="5685818" y="61018"/>
                  <a:pt x="5693076" y="62976"/>
                </a:cubicBezTo>
                <a:cubicBezTo>
                  <a:pt x="5697429" y="64145"/>
                  <a:pt x="5696546" y="66047"/>
                  <a:pt x="5690993" y="67297"/>
                </a:cubicBezTo>
                <a:cubicBezTo>
                  <a:pt x="5681591" y="69390"/>
                  <a:pt x="5672126" y="71646"/>
                  <a:pt x="5662281" y="73168"/>
                </a:cubicBezTo>
                <a:cubicBezTo>
                  <a:pt x="5661019" y="73358"/>
                  <a:pt x="5659757" y="73440"/>
                  <a:pt x="5658622" y="73440"/>
                </a:cubicBezTo>
                <a:cubicBezTo>
                  <a:pt x="5653447" y="73440"/>
                  <a:pt x="5649346" y="71646"/>
                  <a:pt x="5648084" y="68955"/>
                </a:cubicBezTo>
                <a:cubicBezTo>
                  <a:pt x="5646065" y="64498"/>
                  <a:pt x="5641458" y="61698"/>
                  <a:pt x="5635211" y="61698"/>
                </a:cubicBezTo>
                <a:cubicBezTo>
                  <a:pt x="5632497" y="61698"/>
                  <a:pt x="5629406" y="62242"/>
                  <a:pt x="5626061" y="63437"/>
                </a:cubicBezTo>
                <a:lnTo>
                  <a:pt x="5616900" y="65603"/>
                </a:lnTo>
                <a:lnTo>
                  <a:pt x="5614019" y="61562"/>
                </a:lnTo>
                <a:cubicBezTo>
                  <a:pt x="5612694" y="58002"/>
                  <a:pt x="5610485" y="56833"/>
                  <a:pt x="5607772" y="56833"/>
                </a:cubicBezTo>
                <a:cubicBezTo>
                  <a:pt x="5604806" y="56833"/>
                  <a:pt x="5601272" y="58220"/>
                  <a:pt x="5597550" y="59442"/>
                </a:cubicBezTo>
                <a:cubicBezTo>
                  <a:pt x="5596287" y="59850"/>
                  <a:pt x="5595025" y="60068"/>
                  <a:pt x="5593826" y="60068"/>
                </a:cubicBezTo>
                <a:cubicBezTo>
                  <a:pt x="5591365" y="60068"/>
                  <a:pt x="5589409" y="59198"/>
                  <a:pt x="5588841" y="57404"/>
                </a:cubicBezTo>
                <a:cubicBezTo>
                  <a:pt x="5586948" y="51153"/>
                  <a:pt x="5579313" y="48923"/>
                  <a:pt x="5567324" y="48923"/>
                </a:cubicBezTo>
                <a:cubicBezTo>
                  <a:pt x="5567197" y="48923"/>
                  <a:pt x="5567008" y="48923"/>
                  <a:pt x="5566882" y="48923"/>
                </a:cubicBezTo>
                <a:cubicBezTo>
                  <a:pt x="5563916" y="48923"/>
                  <a:pt x="5561013" y="48923"/>
                  <a:pt x="5558110" y="48923"/>
                </a:cubicBezTo>
                <a:cubicBezTo>
                  <a:pt x="5554261" y="48923"/>
                  <a:pt x="5550475" y="48923"/>
                  <a:pt x="5546626" y="48923"/>
                </a:cubicBezTo>
                <a:cubicBezTo>
                  <a:pt x="5542650" y="48923"/>
                  <a:pt x="5538676" y="48923"/>
                  <a:pt x="5534700" y="48923"/>
                </a:cubicBezTo>
                <a:cubicBezTo>
                  <a:pt x="5528326" y="48923"/>
                  <a:pt x="5521890" y="48951"/>
                  <a:pt x="5515453" y="49033"/>
                </a:cubicBezTo>
                <a:cubicBezTo>
                  <a:pt x="5512488" y="49060"/>
                  <a:pt x="5509585" y="49114"/>
                  <a:pt x="5506745" y="49114"/>
                </a:cubicBezTo>
                <a:cubicBezTo>
                  <a:pt x="5496965" y="49114"/>
                  <a:pt x="5487626" y="48489"/>
                  <a:pt x="5479549" y="44684"/>
                </a:cubicBezTo>
                <a:lnTo>
                  <a:pt x="5468002" y="43678"/>
                </a:lnTo>
                <a:cubicBezTo>
                  <a:pt x="5462070" y="47184"/>
                  <a:pt x="5455759" y="48271"/>
                  <a:pt x="5449386" y="48271"/>
                </a:cubicBezTo>
                <a:cubicBezTo>
                  <a:pt x="5440678" y="48271"/>
                  <a:pt x="5431781" y="46233"/>
                  <a:pt x="5423009" y="45417"/>
                </a:cubicBezTo>
                <a:cubicBezTo>
                  <a:pt x="5413608" y="48435"/>
                  <a:pt x="5404395" y="49848"/>
                  <a:pt x="5395182" y="49848"/>
                </a:cubicBezTo>
                <a:cubicBezTo>
                  <a:pt x="5384770" y="49848"/>
                  <a:pt x="5374357" y="48027"/>
                  <a:pt x="5363757" y="44711"/>
                </a:cubicBezTo>
                <a:cubicBezTo>
                  <a:pt x="5359529" y="43379"/>
                  <a:pt x="5355427" y="42863"/>
                  <a:pt x="5351325" y="42863"/>
                </a:cubicBezTo>
                <a:cubicBezTo>
                  <a:pt x="5343817" y="42863"/>
                  <a:pt x="5336308" y="44630"/>
                  <a:pt x="5328294" y="46423"/>
                </a:cubicBezTo>
                <a:cubicBezTo>
                  <a:pt x="5306397" y="51343"/>
                  <a:pt x="5305577" y="50582"/>
                  <a:pt x="5304630" y="57105"/>
                </a:cubicBezTo>
                <a:cubicBezTo>
                  <a:pt x="5304315" y="59170"/>
                  <a:pt x="5305388" y="61454"/>
                  <a:pt x="5303810" y="63220"/>
                </a:cubicBezTo>
                <a:cubicBezTo>
                  <a:pt x="5302422" y="64797"/>
                  <a:pt x="5298699" y="66536"/>
                  <a:pt x="5295354" y="66944"/>
                </a:cubicBezTo>
                <a:cubicBezTo>
                  <a:pt x="5294156" y="67080"/>
                  <a:pt x="5292893" y="67161"/>
                  <a:pt x="5291631" y="67161"/>
                </a:cubicBezTo>
                <a:cubicBezTo>
                  <a:pt x="5286331" y="67161"/>
                  <a:pt x="5281408" y="65829"/>
                  <a:pt x="5280336" y="63275"/>
                </a:cubicBezTo>
                <a:cubicBezTo>
                  <a:pt x="5278254" y="58355"/>
                  <a:pt x="5280146" y="53028"/>
                  <a:pt x="5271250" y="49060"/>
                </a:cubicBezTo>
                <a:cubicBezTo>
                  <a:pt x="5267211" y="47266"/>
                  <a:pt x="5263551" y="45091"/>
                  <a:pt x="5258881" y="45091"/>
                </a:cubicBezTo>
                <a:cubicBezTo>
                  <a:pt x="5256610" y="45091"/>
                  <a:pt x="5254023" y="45635"/>
                  <a:pt x="5251057" y="47021"/>
                </a:cubicBezTo>
                <a:cubicBezTo>
                  <a:pt x="5249543" y="47701"/>
                  <a:pt x="5248155" y="47972"/>
                  <a:pt x="5246766" y="47972"/>
                </a:cubicBezTo>
                <a:cubicBezTo>
                  <a:pt x="5244305" y="47972"/>
                  <a:pt x="5241970" y="47157"/>
                  <a:pt x="5239572" y="46342"/>
                </a:cubicBezTo>
                <a:cubicBezTo>
                  <a:pt x="5237175" y="45526"/>
                  <a:pt x="5234713" y="44711"/>
                  <a:pt x="5232001" y="44711"/>
                </a:cubicBezTo>
                <a:cubicBezTo>
                  <a:pt x="5229917" y="44711"/>
                  <a:pt x="5227709" y="45200"/>
                  <a:pt x="5225248" y="46559"/>
                </a:cubicBezTo>
                <a:cubicBezTo>
                  <a:pt x="5222156" y="48298"/>
                  <a:pt x="5218812" y="48951"/>
                  <a:pt x="5215405" y="48951"/>
                </a:cubicBezTo>
                <a:cubicBezTo>
                  <a:pt x="5209221" y="48951"/>
                  <a:pt x="5202848" y="46804"/>
                  <a:pt x="5196916" y="45037"/>
                </a:cubicBezTo>
                <a:cubicBezTo>
                  <a:pt x="5196916" y="45037"/>
                  <a:pt x="5189028" y="47646"/>
                  <a:pt x="5189028" y="47646"/>
                </a:cubicBezTo>
                <a:lnTo>
                  <a:pt x="5189028" y="50636"/>
                </a:lnTo>
                <a:cubicBezTo>
                  <a:pt x="5187892" y="53545"/>
                  <a:pt x="5188208" y="58192"/>
                  <a:pt x="5184800" y="58980"/>
                </a:cubicBezTo>
                <a:cubicBezTo>
                  <a:pt x="5183222" y="59333"/>
                  <a:pt x="5181834" y="59496"/>
                  <a:pt x="5180509" y="59496"/>
                </a:cubicBezTo>
                <a:cubicBezTo>
                  <a:pt x="5174073" y="59496"/>
                  <a:pt x="5170540" y="55583"/>
                  <a:pt x="5166438" y="53490"/>
                </a:cubicBezTo>
                <a:cubicBezTo>
                  <a:pt x="5162777" y="51642"/>
                  <a:pt x="5159875" y="50908"/>
                  <a:pt x="5156784" y="50908"/>
                </a:cubicBezTo>
                <a:cubicBezTo>
                  <a:pt x="5153565" y="50908"/>
                  <a:pt x="5150095" y="51724"/>
                  <a:pt x="5145551" y="52865"/>
                </a:cubicBezTo>
                <a:cubicBezTo>
                  <a:pt x="5144289" y="53191"/>
                  <a:pt x="5143027" y="53327"/>
                  <a:pt x="5141765" y="53327"/>
                </a:cubicBezTo>
                <a:cubicBezTo>
                  <a:pt x="5135265" y="53327"/>
                  <a:pt x="5129902" y="49222"/>
                  <a:pt x="5128514" y="46505"/>
                </a:cubicBezTo>
                <a:cubicBezTo>
                  <a:pt x="5126873" y="43324"/>
                  <a:pt x="5136212" y="43434"/>
                  <a:pt x="5141576" y="42699"/>
                </a:cubicBezTo>
                <a:lnTo>
                  <a:pt x="5146118" y="40634"/>
                </a:lnTo>
                <a:lnTo>
                  <a:pt x="5144289" y="38759"/>
                </a:lnTo>
                <a:lnTo>
                  <a:pt x="5138988" y="37318"/>
                </a:lnTo>
                <a:cubicBezTo>
                  <a:pt x="5135707" y="37535"/>
                  <a:pt x="5132489" y="37644"/>
                  <a:pt x="5129271" y="37644"/>
                </a:cubicBezTo>
                <a:cubicBezTo>
                  <a:pt x="5116208" y="37644"/>
                  <a:pt x="5103715" y="35877"/>
                  <a:pt x="5091221" y="34138"/>
                </a:cubicBezTo>
                <a:cubicBezTo>
                  <a:pt x="5078663" y="32371"/>
                  <a:pt x="5066169" y="30632"/>
                  <a:pt x="5053107" y="30632"/>
                </a:cubicBezTo>
                <a:cubicBezTo>
                  <a:pt x="5052728" y="30632"/>
                  <a:pt x="5052350" y="30632"/>
                  <a:pt x="5051971" y="30632"/>
                </a:cubicBezTo>
                <a:cubicBezTo>
                  <a:pt x="5048563" y="30659"/>
                  <a:pt x="5045093" y="30659"/>
                  <a:pt x="5041686" y="30659"/>
                </a:cubicBezTo>
                <a:cubicBezTo>
                  <a:pt x="5037142" y="30659"/>
                  <a:pt x="5032662" y="30632"/>
                  <a:pt x="5028182" y="30632"/>
                </a:cubicBezTo>
                <a:cubicBezTo>
                  <a:pt x="5023701" y="30604"/>
                  <a:pt x="5019158" y="30604"/>
                  <a:pt x="5014677" y="30604"/>
                </a:cubicBezTo>
                <a:cubicBezTo>
                  <a:pt x="5007799" y="30604"/>
                  <a:pt x="5000985" y="30632"/>
                  <a:pt x="4994170" y="30768"/>
                </a:cubicBezTo>
                <a:cubicBezTo>
                  <a:pt x="4986029" y="30931"/>
                  <a:pt x="4976691" y="31447"/>
                  <a:pt x="4970255" y="33540"/>
                </a:cubicBezTo>
                <a:cubicBezTo>
                  <a:pt x="4962114" y="36149"/>
                  <a:pt x="4953848" y="36829"/>
                  <a:pt x="4945455" y="36829"/>
                </a:cubicBezTo>
                <a:cubicBezTo>
                  <a:pt x="4941101" y="36829"/>
                  <a:pt x="4936684" y="36639"/>
                  <a:pt x="4932267" y="36448"/>
                </a:cubicBezTo>
                <a:cubicBezTo>
                  <a:pt x="4927787" y="36258"/>
                  <a:pt x="4923433" y="36068"/>
                  <a:pt x="4919016" y="36068"/>
                </a:cubicBezTo>
                <a:cubicBezTo>
                  <a:pt x="4917375" y="36068"/>
                  <a:pt x="4915798" y="36095"/>
                  <a:pt x="4914220" y="36149"/>
                </a:cubicBezTo>
                <a:cubicBezTo>
                  <a:pt x="4899013" y="28295"/>
                  <a:pt x="4878000" y="31556"/>
                  <a:pt x="4859763" y="29572"/>
                </a:cubicBezTo>
                <a:cubicBezTo>
                  <a:pt x="4855788" y="29137"/>
                  <a:pt x="4851371" y="26283"/>
                  <a:pt x="4847458" y="26283"/>
                </a:cubicBezTo>
                <a:cubicBezTo>
                  <a:pt x="4845375" y="26283"/>
                  <a:pt x="4843420" y="27126"/>
                  <a:pt x="4841716" y="29599"/>
                </a:cubicBezTo>
                <a:cubicBezTo>
                  <a:pt x="4840264" y="31719"/>
                  <a:pt x="4844556" y="35279"/>
                  <a:pt x="4848090" y="37481"/>
                </a:cubicBezTo>
                <a:cubicBezTo>
                  <a:pt x="4852002" y="39873"/>
                  <a:pt x="4852759" y="41640"/>
                  <a:pt x="4846764" y="41884"/>
                </a:cubicBezTo>
                <a:cubicBezTo>
                  <a:pt x="4836983" y="42292"/>
                  <a:pt x="4826887" y="43080"/>
                  <a:pt x="4817107" y="43080"/>
                </a:cubicBezTo>
                <a:cubicBezTo>
                  <a:pt x="4812185" y="43080"/>
                  <a:pt x="4807326" y="42890"/>
                  <a:pt x="4802656" y="42319"/>
                </a:cubicBezTo>
                <a:cubicBezTo>
                  <a:pt x="4794768" y="41368"/>
                  <a:pt x="4787701" y="40498"/>
                  <a:pt x="4780444" y="40498"/>
                </a:cubicBezTo>
                <a:cubicBezTo>
                  <a:pt x="4774954" y="40498"/>
                  <a:pt x="4769402" y="41015"/>
                  <a:pt x="4763343" y="42373"/>
                </a:cubicBezTo>
                <a:cubicBezTo>
                  <a:pt x="4762334" y="42591"/>
                  <a:pt x="4761387" y="42699"/>
                  <a:pt x="4760377" y="42699"/>
                </a:cubicBezTo>
                <a:cubicBezTo>
                  <a:pt x="4757349" y="42699"/>
                  <a:pt x="4754383" y="41803"/>
                  <a:pt x="4751164" y="40933"/>
                </a:cubicBezTo>
                <a:cubicBezTo>
                  <a:pt x="4747946" y="40036"/>
                  <a:pt x="4744540" y="39166"/>
                  <a:pt x="4740690" y="39166"/>
                </a:cubicBezTo>
                <a:cubicBezTo>
                  <a:pt x="4737662" y="39166"/>
                  <a:pt x="4734317" y="39709"/>
                  <a:pt x="4730656" y="41259"/>
                </a:cubicBezTo>
                <a:cubicBezTo>
                  <a:pt x="4727501" y="42564"/>
                  <a:pt x="4723778" y="43108"/>
                  <a:pt x="4719741" y="43108"/>
                </a:cubicBezTo>
                <a:cubicBezTo>
                  <a:pt x="4711789" y="43108"/>
                  <a:pt x="4702829" y="41042"/>
                  <a:pt x="4695131" y="38677"/>
                </a:cubicBezTo>
                <a:cubicBezTo>
                  <a:pt x="4693049" y="38052"/>
                  <a:pt x="4689830" y="37726"/>
                  <a:pt x="4686486" y="37726"/>
                </a:cubicBezTo>
                <a:cubicBezTo>
                  <a:pt x="4683141" y="37726"/>
                  <a:pt x="4679797" y="38052"/>
                  <a:pt x="4677841" y="38759"/>
                </a:cubicBezTo>
                <a:cubicBezTo>
                  <a:pt x="4666356" y="42863"/>
                  <a:pt x="4653735" y="42101"/>
                  <a:pt x="4641115" y="42645"/>
                </a:cubicBezTo>
                <a:cubicBezTo>
                  <a:pt x="4638276" y="42781"/>
                  <a:pt x="4635562" y="42836"/>
                  <a:pt x="4632975" y="42836"/>
                </a:cubicBezTo>
                <a:cubicBezTo>
                  <a:pt x="4612972" y="42836"/>
                  <a:pt x="4598585" y="39003"/>
                  <a:pt x="4593474" y="27914"/>
                </a:cubicBezTo>
                <a:lnTo>
                  <a:pt x="4589624" y="25467"/>
                </a:lnTo>
                <a:cubicBezTo>
                  <a:pt x="4587542" y="27017"/>
                  <a:pt x="4583630" y="28648"/>
                  <a:pt x="4583819" y="30143"/>
                </a:cubicBezTo>
                <a:cubicBezTo>
                  <a:pt x="4584324" y="34084"/>
                  <a:pt x="4586343" y="37970"/>
                  <a:pt x="4588300" y="41830"/>
                </a:cubicBezTo>
                <a:cubicBezTo>
                  <a:pt x="4589183" y="43569"/>
                  <a:pt x="4593726" y="46015"/>
                  <a:pt x="4592653" y="46668"/>
                </a:cubicBezTo>
                <a:cubicBezTo>
                  <a:pt x="4590382" y="48054"/>
                  <a:pt x="4587795" y="48543"/>
                  <a:pt x="4584766" y="48543"/>
                </a:cubicBezTo>
                <a:cubicBezTo>
                  <a:pt x="4581737" y="48543"/>
                  <a:pt x="4578455" y="48027"/>
                  <a:pt x="4575363" y="47428"/>
                </a:cubicBezTo>
                <a:cubicBezTo>
                  <a:pt x="4567665" y="45988"/>
                  <a:pt x="4560156" y="43542"/>
                  <a:pt x="4552269" y="43216"/>
                </a:cubicBezTo>
                <a:cubicBezTo>
                  <a:pt x="4527406" y="42183"/>
                  <a:pt x="4502355" y="44086"/>
                  <a:pt x="4478502" y="37318"/>
                </a:cubicBezTo>
                <a:cubicBezTo>
                  <a:pt x="4475095" y="36340"/>
                  <a:pt x="4470804" y="36041"/>
                  <a:pt x="4466134" y="36041"/>
                </a:cubicBezTo>
                <a:cubicBezTo>
                  <a:pt x="4458436" y="36041"/>
                  <a:pt x="4449602" y="36911"/>
                  <a:pt x="4441713" y="37019"/>
                </a:cubicBezTo>
                <a:cubicBezTo>
                  <a:pt x="4440893" y="40172"/>
                  <a:pt x="4436918" y="42510"/>
                  <a:pt x="4430734" y="42672"/>
                </a:cubicBezTo>
                <a:cubicBezTo>
                  <a:pt x="4423919" y="42863"/>
                  <a:pt x="4417104" y="42890"/>
                  <a:pt x="4410226" y="42890"/>
                </a:cubicBezTo>
                <a:cubicBezTo>
                  <a:pt x="4407955" y="42890"/>
                  <a:pt x="4405619" y="42890"/>
                  <a:pt x="4403284" y="42890"/>
                </a:cubicBezTo>
                <a:cubicBezTo>
                  <a:pt x="4400887" y="42890"/>
                  <a:pt x="4398552" y="42890"/>
                  <a:pt x="4396154" y="42890"/>
                </a:cubicBezTo>
                <a:cubicBezTo>
                  <a:pt x="4390539" y="42890"/>
                  <a:pt x="4384986" y="42917"/>
                  <a:pt x="4379369" y="43025"/>
                </a:cubicBezTo>
                <a:lnTo>
                  <a:pt x="4354510" y="44797"/>
                </a:lnTo>
                <a:lnTo>
                  <a:pt x="4353814" y="44684"/>
                </a:lnTo>
                <a:lnTo>
                  <a:pt x="4342267" y="43678"/>
                </a:lnTo>
                <a:lnTo>
                  <a:pt x="4330916" y="46479"/>
                </a:lnTo>
                <a:lnTo>
                  <a:pt x="4317593" y="47428"/>
                </a:lnTo>
                <a:lnTo>
                  <a:pt x="4316681" y="47517"/>
                </a:lnTo>
                <a:lnTo>
                  <a:pt x="4297274" y="45417"/>
                </a:lnTo>
                <a:lnTo>
                  <a:pt x="4281090" y="47994"/>
                </a:lnTo>
                <a:lnTo>
                  <a:pt x="4251083" y="43189"/>
                </a:lnTo>
                <a:cubicBezTo>
                  <a:pt x="4245405" y="41232"/>
                  <a:pt x="4237579" y="38433"/>
                  <a:pt x="4229124" y="38433"/>
                </a:cubicBezTo>
                <a:cubicBezTo>
                  <a:pt x="4223824" y="38433"/>
                  <a:pt x="4218208" y="39547"/>
                  <a:pt x="4212654" y="42672"/>
                </a:cubicBezTo>
                <a:cubicBezTo>
                  <a:pt x="4211519" y="43297"/>
                  <a:pt x="4208742" y="43596"/>
                  <a:pt x="4205398" y="43596"/>
                </a:cubicBezTo>
                <a:cubicBezTo>
                  <a:pt x="4199592" y="43596"/>
                  <a:pt x="4192209" y="42754"/>
                  <a:pt x="4188991" y="41368"/>
                </a:cubicBezTo>
                <a:cubicBezTo>
                  <a:pt x="4182303" y="38514"/>
                  <a:pt x="4176687" y="37399"/>
                  <a:pt x="4171575" y="37399"/>
                </a:cubicBezTo>
                <a:cubicBezTo>
                  <a:pt x="4162173" y="37399"/>
                  <a:pt x="4154727" y="41259"/>
                  <a:pt x="4146524" y="45200"/>
                </a:cubicBezTo>
                <a:lnTo>
                  <a:pt x="4139606" y="47164"/>
                </a:lnTo>
                <a:lnTo>
                  <a:pt x="4136789" y="46260"/>
                </a:lnTo>
                <a:lnTo>
                  <a:pt x="4131380" y="42020"/>
                </a:lnTo>
                <a:cubicBezTo>
                  <a:pt x="4130875" y="40389"/>
                  <a:pt x="4126584" y="37644"/>
                  <a:pt x="4124438" y="37644"/>
                </a:cubicBezTo>
                <a:cubicBezTo>
                  <a:pt x="4124375" y="37644"/>
                  <a:pt x="4124312" y="37644"/>
                  <a:pt x="4124312" y="37644"/>
                </a:cubicBezTo>
                <a:cubicBezTo>
                  <a:pt x="4122482" y="37753"/>
                  <a:pt x="4120715" y="37808"/>
                  <a:pt x="4119012" y="37808"/>
                </a:cubicBezTo>
                <a:cubicBezTo>
                  <a:pt x="4102227" y="37808"/>
                  <a:pt x="4094086" y="32426"/>
                  <a:pt x="4086262" y="25413"/>
                </a:cubicBezTo>
                <a:cubicBezTo>
                  <a:pt x="4083043" y="22559"/>
                  <a:pt x="4071811" y="21690"/>
                  <a:pt x="4064050" y="20113"/>
                </a:cubicBezTo>
                <a:cubicBezTo>
                  <a:pt x="4057866" y="18836"/>
                  <a:pt x="4052123" y="18075"/>
                  <a:pt x="4046507" y="18075"/>
                </a:cubicBezTo>
                <a:cubicBezTo>
                  <a:pt x="4038809" y="18075"/>
                  <a:pt x="4031427" y="19516"/>
                  <a:pt x="4023917" y="23212"/>
                </a:cubicBezTo>
                <a:cubicBezTo>
                  <a:pt x="4017102" y="26555"/>
                  <a:pt x="4013064" y="28267"/>
                  <a:pt x="4009215" y="28267"/>
                </a:cubicBezTo>
                <a:cubicBezTo>
                  <a:pt x="4004545" y="28267"/>
                  <a:pt x="4000127" y="25821"/>
                  <a:pt x="3991356" y="20792"/>
                </a:cubicBezTo>
                <a:lnTo>
                  <a:pt x="3989842" y="18211"/>
                </a:lnTo>
                <a:cubicBezTo>
                  <a:pt x="3979051" y="15737"/>
                  <a:pt x="3968136" y="13345"/>
                  <a:pt x="3957408" y="10763"/>
                </a:cubicBezTo>
                <a:cubicBezTo>
                  <a:pt x="3946428" y="8100"/>
                  <a:pt x="3939550" y="6523"/>
                  <a:pt x="3935133" y="6523"/>
                </a:cubicBezTo>
                <a:cubicBezTo>
                  <a:pt x="3928318" y="6523"/>
                  <a:pt x="3927245" y="10302"/>
                  <a:pt x="3925793" y="19596"/>
                </a:cubicBezTo>
                <a:cubicBezTo>
                  <a:pt x="3925478" y="21635"/>
                  <a:pt x="3925793" y="23728"/>
                  <a:pt x="3925163" y="25740"/>
                </a:cubicBezTo>
                <a:lnTo>
                  <a:pt x="3921818" y="28158"/>
                </a:lnTo>
                <a:cubicBezTo>
                  <a:pt x="3918410" y="27887"/>
                  <a:pt x="3914499" y="27452"/>
                  <a:pt x="3911974" y="26392"/>
                </a:cubicBezTo>
                <a:cubicBezTo>
                  <a:pt x="3905413" y="23701"/>
                  <a:pt x="3901563" y="20331"/>
                  <a:pt x="3899985" y="15982"/>
                </a:cubicBezTo>
                <a:cubicBezTo>
                  <a:pt x="3898219" y="11144"/>
                  <a:pt x="3905160" y="4594"/>
                  <a:pt x="3893990" y="1848"/>
                </a:cubicBezTo>
                <a:cubicBezTo>
                  <a:pt x="3887869" y="353"/>
                  <a:pt x="3880234" y="0"/>
                  <a:pt x="3872600" y="0"/>
                </a:cubicBezTo>
                <a:lnTo>
                  <a:pt x="3873293" y="245"/>
                </a:lnTo>
                <a:cubicBezTo>
                  <a:pt x="3870138" y="245"/>
                  <a:pt x="3866983" y="299"/>
                  <a:pt x="3863954" y="353"/>
                </a:cubicBezTo>
                <a:cubicBezTo>
                  <a:pt x="3861746" y="435"/>
                  <a:pt x="3859474" y="435"/>
                  <a:pt x="3857266" y="435"/>
                </a:cubicBezTo>
                <a:cubicBezTo>
                  <a:pt x="3854552" y="435"/>
                  <a:pt x="3851839" y="381"/>
                  <a:pt x="3849126" y="381"/>
                </a:cubicBezTo>
                <a:cubicBezTo>
                  <a:pt x="3846412" y="326"/>
                  <a:pt x="3843635" y="326"/>
                  <a:pt x="3840922" y="326"/>
                </a:cubicBezTo>
                <a:cubicBezTo>
                  <a:pt x="3827923" y="326"/>
                  <a:pt x="3814986" y="897"/>
                  <a:pt x="3802114" y="4838"/>
                </a:cubicBezTo>
                <a:cubicBezTo>
                  <a:pt x="3797634" y="6197"/>
                  <a:pt x="3791765" y="6605"/>
                  <a:pt x="3785455" y="6605"/>
                </a:cubicBezTo>
                <a:cubicBezTo>
                  <a:pt x="3776621" y="6605"/>
                  <a:pt x="3766840" y="5817"/>
                  <a:pt x="3758195" y="5817"/>
                </a:cubicBezTo>
                <a:lnTo>
                  <a:pt x="3756428" y="5817"/>
                </a:lnTo>
                <a:cubicBezTo>
                  <a:pt x="3743240" y="5817"/>
                  <a:pt x="3743366" y="6224"/>
                  <a:pt x="3745574" y="17232"/>
                </a:cubicBezTo>
                <a:cubicBezTo>
                  <a:pt x="3746269" y="20684"/>
                  <a:pt x="3742294" y="22885"/>
                  <a:pt x="3736173" y="24163"/>
                </a:cubicBezTo>
                <a:lnTo>
                  <a:pt x="3729862" y="24462"/>
                </a:lnTo>
                <a:cubicBezTo>
                  <a:pt x="3728348" y="24734"/>
                  <a:pt x="3726897" y="24870"/>
                  <a:pt x="3725509" y="24870"/>
                </a:cubicBezTo>
                <a:cubicBezTo>
                  <a:pt x="3721218" y="24870"/>
                  <a:pt x="3717305" y="23728"/>
                  <a:pt x="3713520" y="22614"/>
                </a:cubicBezTo>
                <a:cubicBezTo>
                  <a:pt x="3709670" y="21500"/>
                  <a:pt x="3706010" y="20358"/>
                  <a:pt x="3702098" y="20358"/>
                </a:cubicBezTo>
                <a:cubicBezTo>
                  <a:pt x="3700141" y="20358"/>
                  <a:pt x="3698122" y="20630"/>
                  <a:pt x="3696040" y="21364"/>
                </a:cubicBezTo>
                <a:cubicBezTo>
                  <a:pt x="3688468" y="24000"/>
                  <a:pt x="3680706" y="24299"/>
                  <a:pt x="3672882" y="24299"/>
                </a:cubicBezTo>
                <a:cubicBezTo>
                  <a:pt x="3671683" y="24299"/>
                  <a:pt x="3670547" y="24299"/>
                  <a:pt x="3669348" y="24299"/>
                </a:cubicBezTo>
                <a:cubicBezTo>
                  <a:pt x="3668212" y="24299"/>
                  <a:pt x="3667013" y="24299"/>
                  <a:pt x="3665814" y="24299"/>
                </a:cubicBezTo>
                <a:cubicBezTo>
                  <a:pt x="3663669" y="24299"/>
                  <a:pt x="3661460" y="24326"/>
                  <a:pt x="3659252" y="24408"/>
                </a:cubicBezTo>
                <a:cubicBezTo>
                  <a:pt x="3648588" y="24843"/>
                  <a:pt x="3637860" y="24788"/>
                  <a:pt x="3627196" y="24843"/>
                </a:cubicBezTo>
                <a:cubicBezTo>
                  <a:pt x="3626565" y="24843"/>
                  <a:pt x="3625998" y="24843"/>
                  <a:pt x="3625366" y="24843"/>
                </a:cubicBezTo>
                <a:cubicBezTo>
                  <a:pt x="3621706" y="24843"/>
                  <a:pt x="3617984" y="24815"/>
                  <a:pt x="3614323" y="24761"/>
                </a:cubicBezTo>
                <a:cubicBezTo>
                  <a:pt x="3610601" y="24734"/>
                  <a:pt x="3606877" y="24679"/>
                  <a:pt x="3603154" y="24679"/>
                </a:cubicBezTo>
                <a:cubicBezTo>
                  <a:pt x="3598359" y="24679"/>
                  <a:pt x="3593563" y="24734"/>
                  <a:pt x="3588830" y="25006"/>
                </a:cubicBezTo>
                <a:cubicBezTo>
                  <a:pt x="3580816" y="25440"/>
                  <a:pt x="3582772" y="28267"/>
                  <a:pt x="3585612" y="31311"/>
                </a:cubicBezTo>
                <a:cubicBezTo>
                  <a:pt x="3586748" y="32534"/>
                  <a:pt x="3588010" y="32860"/>
                  <a:pt x="3589083" y="32860"/>
                </a:cubicBezTo>
                <a:cubicBezTo>
                  <a:pt x="3589651" y="32860"/>
                  <a:pt x="3590155" y="32779"/>
                  <a:pt x="3590534" y="32670"/>
                </a:cubicBezTo>
                <a:cubicBezTo>
                  <a:pt x="3590913" y="32561"/>
                  <a:pt x="3591165" y="32480"/>
                  <a:pt x="3591165" y="32480"/>
                </a:cubicBezTo>
                <a:cubicBezTo>
                  <a:pt x="3591228" y="32480"/>
                  <a:pt x="3590723" y="32779"/>
                  <a:pt x="3589272" y="33866"/>
                </a:cubicBezTo>
                <a:cubicBezTo>
                  <a:pt x="3586559" y="35904"/>
                  <a:pt x="3578544" y="37019"/>
                  <a:pt x="3570973" y="37019"/>
                </a:cubicBezTo>
                <a:cubicBezTo>
                  <a:pt x="3564220" y="37019"/>
                  <a:pt x="3557847" y="36122"/>
                  <a:pt x="3556018" y="34165"/>
                </a:cubicBezTo>
                <a:cubicBezTo>
                  <a:pt x="3554440" y="32480"/>
                  <a:pt x="3560182" y="29192"/>
                  <a:pt x="3562580" y="26636"/>
                </a:cubicBezTo>
                <a:cubicBezTo>
                  <a:pt x="3547435" y="24652"/>
                  <a:pt x="3535446" y="18673"/>
                  <a:pt x="3518661" y="18673"/>
                </a:cubicBezTo>
                <a:cubicBezTo>
                  <a:pt x="3517715" y="18673"/>
                  <a:pt x="3516705" y="18700"/>
                  <a:pt x="3515696" y="18727"/>
                </a:cubicBezTo>
                <a:cubicBezTo>
                  <a:pt x="3502760" y="19243"/>
                  <a:pt x="3502381" y="21717"/>
                  <a:pt x="3509511" y="25848"/>
                </a:cubicBezTo>
                <a:cubicBezTo>
                  <a:pt x="3512982" y="27859"/>
                  <a:pt x="3512162" y="29518"/>
                  <a:pt x="3506167" y="30089"/>
                </a:cubicBezTo>
                <a:cubicBezTo>
                  <a:pt x="3501182" y="30577"/>
                  <a:pt x="3495944" y="30741"/>
                  <a:pt x="3490770" y="30741"/>
                </a:cubicBezTo>
                <a:cubicBezTo>
                  <a:pt x="3489571" y="30741"/>
                  <a:pt x="3488435" y="30741"/>
                  <a:pt x="3487237" y="30741"/>
                </a:cubicBezTo>
                <a:lnTo>
                  <a:pt x="3471035" y="30617"/>
                </a:lnTo>
                <a:lnTo>
                  <a:pt x="3467739" y="27914"/>
                </a:lnTo>
                <a:lnTo>
                  <a:pt x="3463888" y="25467"/>
                </a:lnTo>
                <a:cubicBezTo>
                  <a:pt x="3461806" y="27017"/>
                  <a:pt x="3457895" y="28648"/>
                  <a:pt x="3458084" y="30143"/>
                </a:cubicBezTo>
                <a:lnTo>
                  <a:pt x="3458228" y="30520"/>
                </a:lnTo>
                <a:lnTo>
                  <a:pt x="3455118" y="30496"/>
                </a:lnTo>
                <a:cubicBezTo>
                  <a:pt x="3452215" y="30496"/>
                  <a:pt x="3450133" y="30496"/>
                  <a:pt x="3449375" y="30550"/>
                </a:cubicBezTo>
                <a:cubicBezTo>
                  <a:pt x="3445338" y="30822"/>
                  <a:pt x="3441236" y="30849"/>
                  <a:pt x="3437197" y="30985"/>
                </a:cubicBezTo>
                <a:cubicBezTo>
                  <a:pt x="3434294" y="36041"/>
                  <a:pt x="3426343" y="39112"/>
                  <a:pt x="3417950" y="42020"/>
                </a:cubicBezTo>
                <a:cubicBezTo>
                  <a:pt x="3407729" y="37535"/>
                  <a:pt x="3395991" y="36693"/>
                  <a:pt x="3383876" y="36693"/>
                </a:cubicBezTo>
                <a:cubicBezTo>
                  <a:pt x="3380278" y="36693"/>
                  <a:pt x="3376682" y="36747"/>
                  <a:pt x="3373086" y="36829"/>
                </a:cubicBezTo>
                <a:cubicBezTo>
                  <a:pt x="3369488" y="36883"/>
                  <a:pt x="3365891" y="36965"/>
                  <a:pt x="3362295" y="36965"/>
                </a:cubicBezTo>
                <a:cubicBezTo>
                  <a:pt x="3352388" y="36965"/>
                  <a:pt x="3342671" y="36421"/>
                  <a:pt x="3333710" y="33812"/>
                </a:cubicBezTo>
                <a:cubicBezTo>
                  <a:pt x="3325570" y="31447"/>
                  <a:pt x="3316799" y="30170"/>
                  <a:pt x="3307964" y="30170"/>
                </a:cubicBezTo>
                <a:cubicBezTo>
                  <a:pt x="3298751" y="30170"/>
                  <a:pt x="3289350" y="31556"/>
                  <a:pt x="3280326" y="34519"/>
                </a:cubicBezTo>
                <a:cubicBezTo>
                  <a:pt x="3277613" y="35388"/>
                  <a:pt x="3273132" y="36530"/>
                  <a:pt x="3270608" y="36530"/>
                </a:cubicBezTo>
                <a:cubicBezTo>
                  <a:pt x="3270040" y="36530"/>
                  <a:pt x="3269598" y="36475"/>
                  <a:pt x="3269283" y="36367"/>
                </a:cubicBezTo>
                <a:cubicBezTo>
                  <a:pt x="3263036" y="34328"/>
                  <a:pt x="3257042" y="33512"/>
                  <a:pt x="3251299" y="33512"/>
                </a:cubicBezTo>
                <a:cubicBezTo>
                  <a:pt x="3239877" y="33512"/>
                  <a:pt x="3229529" y="36666"/>
                  <a:pt x="3219811" y="39574"/>
                </a:cubicBezTo>
                <a:cubicBezTo>
                  <a:pt x="3210724" y="42292"/>
                  <a:pt x="3202017" y="43488"/>
                  <a:pt x="3193120" y="43488"/>
                </a:cubicBezTo>
                <a:cubicBezTo>
                  <a:pt x="3184222" y="43488"/>
                  <a:pt x="3175450" y="42238"/>
                  <a:pt x="3166616" y="40090"/>
                </a:cubicBezTo>
                <a:cubicBezTo>
                  <a:pt x="3161569" y="38867"/>
                  <a:pt x="3156836" y="37182"/>
                  <a:pt x="3151851" y="37182"/>
                </a:cubicBezTo>
                <a:cubicBezTo>
                  <a:pt x="3149327" y="37182"/>
                  <a:pt x="3146802" y="37617"/>
                  <a:pt x="3144153" y="38759"/>
                </a:cubicBezTo>
                <a:cubicBezTo>
                  <a:pt x="3140429" y="40362"/>
                  <a:pt x="3137022" y="41177"/>
                  <a:pt x="3133866" y="41177"/>
                </a:cubicBezTo>
                <a:cubicBezTo>
                  <a:pt x="3130270" y="41177"/>
                  <a:pt x="3126989" y="40118"/>
                  <a:pt x="3123833" y="37970"/>
                </a:cubicBezTo>
                <a:cubicBezTo>
                  <a:pt x="3118912" y="34600"/>
                  <a:pt x="3113927" y="32888"/>
                  <a:pt x="3108563" y="32888"/>
                </a:cubicBezTo>
                <a:cubicBezTo>
                  <a:pt x="3103894" y="32888"/>
                  <a:pt x="3098971" y="34165"/>
                  <a:pt x="3093607" y="36774"/>
                </a:cubicBezTo>
                <a:cubicBezTo>
                  <a:pt x="3092409" y="37345"/>
                  <a:pt x="3090138" y="37508"/>
                  <a:pt x="3087614" y="37508"/>
                </a:cubicBezTo>
                <a:cubicBezTo>
                  <a:pt x="3085468" y="37508"/>
                  <a:pt x="3083134" y="37372"/>
                  <a:pt x="3081240" y="37318"/>
                </a:cubicBezTo>
                <a:cubicBezTo>
                  <a:pt x="3080357" y="37264"/>
                  <a:pt x="3079536" y="37264"/>
                  <a:pt x="3078780" y="37264"/>
                </a:cubicBezTo>
                <a:cubicBezTo>
                  <a:pt x="3070482" y="37264"/>
                  <a:pt x="3066649" y="38786"/>
                  <a:pt x="3064826" y="41001"/>
                </a:cubicBezTo>
                <a:lnTo>
                  <a:pt x="3064692" y="41563"/>
                </a:lnTo>
                <a:lnTo>
                  <a:pt x="3063256" y="41368"/>
                </a:lnTo>
                <a:cubicBezTo>
                  <a:pt x="3056568" y="38514"/>
                  <a:pt x="3050952" y="37399"/>
                  <a:pt x="3045840" y="37399"/>
                </a:cubicBezTo>
                <a:lnTo>
                  <a:pt x="3029258" y="42563"/>
                </a:lnTo>
                <a:lnTo>
                  <a:pt x="3023249" y="43108"/>
                </a:lnTo>
                <a:cubicBezTo>
                  <a:pt x="3019905" y="43706"/>
                  <a:pt x="3017066" y="45091"/>
                  <a:pt x="3014352" y="46314"/>
                </a:cubicBezTo>
                <a:lnTo>
                  <a:pt x="3015048" y="46829"/>
                </a:lnTo>
                <a:lnTo>
                  <a:pt x="3012649" y="47510"/>
                </a:lnTo>
                <a:cubicBezTo>
                  <a:pt x="3008926" y="47510"/>
                  <a:pt x="3006717" y="45390"/>
                  <a:pt x="3005645" y="42020"/>
                </a:cubicBezTo>
                <a:cubicBezTo>
                  <a:pt x="3005140" y="40389"/>
                  <a:pt x="3000849" y="37644"/>
                  <a:pt x="2998702" y="37644"/>
                </a:cubicBezTo>
                <a:cubicBezTo>
                  <a:pt x="2998640" y="37644"/>
                  <a:pt x="2998577" y="37644"/>
                  <a:pt x="2998577" y="37644"/>
                </a:cubicBezTo>
                <a:cubicBezTo>
                  <a:pt x="2996747" y="37753"/>
                  <a:pt x="2994980" y="37808"/>
                  <a:pt x="2993276" y="37808"/>
                </a:cubicBezTo>
                <a:cubicBezTo>
                  <a:pt x="2976492" y="37808"/>
                  <a:pt x="2968351" y="32426"/>
                  <a:pt x="2960526" y="25413"/>
                </a:cubicBezTo>
                <a:cubicBezTo>
                  <a:pt x="2957308" y="22559"/>
                  <a:pt x="2946076" y="21690"/>
                  <a:pt x="2938315" y="20113"/>
                </a:cubicBezTo>
                <a:cubicBezTo>
                  <a:pt x="2932131" y="18836"/>
                  <a:pt x="2926388" y="18075"/>
                  <a:pt x="2920772" y="18075"/>
                </a:cubicBezTo>
                <a:cubicBezTo>
                  <a:pt x="2913074" y="18075"/>
                  <a:pt x="2905692" y="19516"/>
                  <a:pt x="2898182" y="23212"/>
                </a:cubicBezTo>
                <a:cubicBezTo>
                  <a:pt x="2891366" y="26555"/>
                  <a:pt x="2887329" y="28267"/>
                  <a:pt x="2883480" y="28267"/>
                </a:cubicBezTo>
                <a:cubicBezTo>
                  <a:pt x="2878810" y="28267"/>
                  <a:pt x="2874392" y="25821"/>
                  <a:pt x="2865621" y="20792"/>
                </a:cubicBezTo>
                <a:lnTo>
                  <a:pt x="2864107" y="18211"/>
                </a:lnTo>
                <a:cubicBezTo>
                  <a:pt x="2853316" y="15737"/>
                  <a:pt x="2842400" y="13345"/>
                  <a:pt x="2831672" y="10763"/>
                </a:cubicBezTo>
                <a:cubicBezTo>
                  <a:pt x="2820693" y="8100"/>
                  <a:pt x="2813815" y="6523"/>
                  <a:pt x="2809398" y="6523"/>
                </a:cubicBezTo>
                <a:cubicBezTo>
                  <a:pt x="2802583" y="6523"/>
                  <a:pt x="2801510" y="10302"/>
                  <a:pt x="2800058" y="19596"/>
                </a:cubicBezTo>
                <a:cubicBezTo>
                  <a:pt x="2799743" y="21635"/>
                  <a:pt x="2800058" y="23728"/>
                  <a:pt x="2799428" y="25740"/>
                </a:cubicBezTo>
                <a:lnTo>
                  <a:pt x="2796082" y="28158"/>
                </a:lnTo>
                <a:cubicBezTo>
                  <a:pt x="2792675" y="27887"/>
                  <a:pt x="2788764" y="27452"/>
                  <a:pt x="2786239" y="26392"/>
                </a:cubicBezTo>
                <a:cubicBezTo>
                  <a:pt x="2779678" y="23701"/>
                  <a:pt x="2775828" y="20331"/>
                  <a:pt x="2774250" y="15982"/>
                </a:cubicBezTo>
                <a:cubicBezTo>
                  <a:pt x="2772484" y="11144"/>
                  <a:pt x="2779424" y="4594"/>
                  <a:pt x="2768255" y="1848"/>
                </a:cubicBezTo>
                <a:cubicBezTo>
                  <a:pt x="2762134" y="353"/>
                  <a:pt x="2754499" y="0"/>
                  <a:pt x="2746864" y="0"/>
                </a:cubicBezTo>
                <a:lnTo>
                  <a:pt x="2747558" y="245"/>
                </a:lnTo>
                <a:cubicBezTo>
                  <a:pt x="2744403" y="245"/>
                  <a:pt x="2741248" y="299"/>
                  <a:pt x="2738219" y="353"/>
                </a:cubicBezTo>
                <a:cubicBezTo>
                  <a:pt x="2736011" y="435"/>
                  <a:pt x="2733739" y="435"/>
                  <a:pt x="2731530" y="435"/>
                </a:cubicBezTo>
                <a:cubicBezTo>
                  <a:pt x="2728817" y="435"/>
                  <a:pt x="2726104" y="381"/>
                  <a:pt x="2723391" y="381"/>
                </a:cubicBezTo>
                <a:cubicBezTo>
                  <a:pt x="2720677" y="326"/>
                  <a:pt x="2717900" y="326"/>
                  <a:pt x="2715187" y="326"/>
                </a:cubicBezTo>
                <a:cubicBezTo>
                  <a:pt x="2702188" y="326"/>
                  <a:pt x="2689252" y="897"/>
                  <a:pt x="2676379" y="4838"/>
                </a:cubicBezTo>
                <a:cubicBezTo>
                  <a:pt x="2671899" y="6197"/>
                  <a:pt x="2666030" y="6605"/>
                  <a:pt x="2659720" y="6605"/>
                </a:cubicBezTo>
                <a:cubicBezTo>
                  <a:pt x="2650886" y="6605"/>
                  <a:pt x="2641104" y="5817"/>
                  <a:pt x="2632460" y="5817"/>
                </a:cubicBezTo>
                <a:lnTo>
                  <a:pt x="2630693" y="5817"/>
                </a:lnTo>
                <a:cubicBezTo>
                  <a:pt x="2617506" y="5817"/>
                  <a:pt x="2617631" y="6224"/>
                  <a:pt x="2619840" y="17232"/>
                </a:cubicBezTo>
                <a:cubicBezTo>
                  <a:pt x="2620534" y="20684"/>
                  <a:pt x="2616559" y="22885"/>
                  <a:pt x="2610438" y="24163"/>
                </a:cubicBezTo>
                <a:lnTo>
                  <a:pt x="2604127" y="24462"/>
                </a:lnTo>
                <a:cubicBezTo>
                  <a:pt x="2602613" y="24734"/>
                  <a:pt x="2601162" y="24870"/>
                  <a:pt x="2599774" y="24870"/>
                </a:cubicBezTo>
                <a:cubicBezTo>
                  <a:pt x="2595482" y="24870"/>
                  <a:pt x="2591570" y="23728"/>
                  <a:pt x="2587784" y="22614"/>
                </a:cubicBezTo>
                <a:cubicBezTo>
                  <a:pt x="2583936" y="21500"/>
                  <a:pt x="2580275" y="20358"/>
                  <a:pt x="2576363" y="20358"/>
                </a:cubicBezTo>
                <a:cubicBezTo>
                  <a:pt x="2574406" y="20358"/>
                  <a:pt x="2572387" y="20630"/>
                  <a:pt x="2570305" y="21364"/>
                </a:cubicBezTo>
                <a:cubicBezTo>
                  <a:pt x="2562732" y="24000"/>
                  <a:pt x="2554971" y="24299"/>
                  <a:pt x="2547147" y="24299"/>
                </a:cubicBezTo>
                <a:cubicBezTo>
                  <a:pt x="2545948" y="24299"/>
                  <a:pt x="2544812" y="24299"/>
                  <a:pt x="2543613" y="24299"/>
                </a:cubicBezTo>
                <a:cubicBezTo>
                  <a:pt x="2542478" y="24299"/>
                  <a:pt x="2541278" y="24299"/>
                  <a:pt x="2540079" y="24299"/>
                </a:cubicBezTo>
                <a:cubicBezTo>
                  <a:pt x="2537934" y="24299"/>
                  <a:pt x="2535725" y="24326"/>
                  <a:pt x="2533516" y="24408"/>
                </a:cubicBezTo>
                <a:cubicBezTo>
                  <a:pt x="2522853" y="24843"/>
                  <a:pt x="2512125" y="24788"/>
                  <a:pt x="2501462" y="24843"/>
                </a:cubicBezTo>
                <a:cubicBezTo>
                  <a:pt x="2500830" y="24843"/>
                  <a:pt x="2500263" y="24843"/>
                  <a:pt x="2499631" y="24843"/>
                </a:cubicBezTo>
                <a:cubicBezTo>
                  <a:pt x="2495971" y="24843"/>
                  <a:pt x="2492248" y="24815"/>
                  <a:pt x="2488588" y="24761"/>
                </a:cubicBezTo>
                <a:cubicBezTo>
                  <a:pt x="2484866" y="24734"/>
                  <a:pt x="2481142" y="24679"/>
                  <a:pt x="2477420" y="24679"/>
                </a:cubicBezTo>
                <a:cubicBezTo>
                  <a:pt x="2472624" y="24679"/>
                  <a:pt x="2467828" y="24734"/>
                  <a:pt x="2463095" y="25006"/>
                </a:cubicBezTo>
                <a:cubicBezTo>
                  <a:pt x="2455081" y="25440"/>
                  <a:pt x="2457037" y="28267"/>
                  <a:pt x="2459877" y="31311"/>
                </a:cubicBezTo>
                <a:cubicBezTo>
                  <a:pt x="2461012" y="32534"/>
                  <a:pt x="2462274" y="32860"/>
                  <a:pt x="2463348" y="32860"/>
                </a:cubicBezTo>
                <a:cubicBezTo>
                  <a:pt x="2463916" y="32860"/>
                  <a:pt x="2464420" y="32779"/>
                  <a:pt x="2464799" y="32670"/>
                </a:cubicBezTo>
                <a:cubicBezTo>
                  <a:pt x="2465178" y="32561"/>
                  <a:pt x="2465430" y="32480"/>
                  <a:pt x="2465430" y="32480"/>
                </a:cubicBezTo>
                <a:cubicBezTo>
                  <a:pt x="2465493" y="32480"/>
                  <a:pt x="2464988" y="32779"/>
                  <a:pt x="2463537" y="33866"/>
                </a:cubicBezTo>
                <a:cubicBezTo>
                  <a:pt x="2460824" y="35904"/>
                  <a:pt x="2452810" y="37019"/>
                  <a:pt x="2445238" y="37019"/>
                </a:cubicBezTo>
                <a:cubicBezTo>
                  <a:pt x="2438486" y="37019"/>
                  <a:pt x="2432112" y="36122"/>
                  <a:pt x="2430282" y="34165"/>
                </a:cubicBezTo>
                <a:cubicBezTo>
                  <a:pt x="2428704" y="32480"/>
                  <a:pt x="2434447" y="29192"/>
                  <a:pt x="2436845" y="26636"/>
                </a:cubicBezTo>
                <a:cubicBezTo>
                  <a:pt x="2421700" y="24652"/>
                  <a:pt x="2409711" y="18673"/>
                  <a:pt x="2392926" y="18673"/>
                </a:cubicBezTo>
                <a:cubicBezTo>
                  <a:pt x="2391980" y="18673"/>
                  <a:pt x="2390970" y="18700"/>
                  <a:pt x="2389961" y="18727"/>
                </a:cubicBezTo>
                <a:cubicBezTo>
                  <a:pt x="2377025" y="19243"/>
                  <a:pt x="2376646" y="21717"/>
                  <a:pt x="2383776" y="25848"/>
                </a:cubicBezTo>
                <a:cubicBezTo>
                  <a:pt x="2387248" y="27859"/>
                  <a:pt x="2386427" y="29518"/>
                  <a:pt x="2380432" y="30089"/>
                </a:cubicBezTo>
                <a:cubicBezTo>
                  <a:pt x="2375446" y="30577"/>
                  <a:pt x="2370209" y="30741"/>
                  <a:pt x="2365035" y="30741"/>
                </a:cubicBezTo>
                <a:cubicBezTo>
                  <a:pt x="2363836" y="30741"/>
                  <a:pt x="2362700" y="30741"/>
                  <a:pt x="2361502" y="30741"/>
                </a:cubicBezTo>
                <a:cubicBezTo>
                  <a:pt x="2357778" y="30714"/>
                  <a:pt x="2339163" y="30496"/>
                  <a:pt x="2329383" y="30496"/>
                </a:cubicBezTo>
                <a:cubicBezTo>
                  <a:pt x="2326480" y="30496"/>
                  <a:pt x="2324398" y="30496"/>
                  <a:pt x="2323640" y="30550"/>
                </a:cubicBezTo>
                <a:cubicBezTo>
                  <a:pt x="2319602" y="30822"/>
                  <a:pt x="2315500" y="30849"/>
                  <a:pt x="2311462" y="30985"/>
                </a:cubicBezTo>
                <a:cubicBezTo>
                  <a:pt x="2308559" y="36041"/>
                  <a:pt x="2300608" y="39112"/>
                  <a:pt x="2292216" y="42020"/>
                </a:cubicBezTo>
                <a:cubicBezTo>
                  <a:pt x="2281994" y="37535"/>
                  <a:pt x="2270256" y="36693"/>
                  <a:pt x="2258140" y="36693"/>
                </a:cubicBezTo>
                <a:cubicBezTo>
                  <a:pt x="2254544" y="36693"/>
                  <a:pt x="2250948" y="36747"/>
                  <a:pt x="2247350" y="36829"/>
                </a:cubicBezTo>
                <a:cubicBezTo>
                  <a:pt x="2243753" y="36883"/>
                  <a:pt x="2240156" y="36965"/>
                  <a:pt x="2236560" y="36965"/>
                </a:cubicBezTo>
                <a:cubicBezTo>
                  <a:pt x="2226654" y="36965"/>
                  <a:pt x="2216936" y="36421"/>
                  <a:pt x="2207975" y="33812"/>
                </a:cubicBezTo>
                <a:cubicBezTo>
                  <a:pt x="2199835" y="31447"/>
                  <a:pt x="2191064" y="30170"/>
                  <a:pt x="2182229" y="30170"/>
                </a:cubicBezTo>
                <a:cubicBezTo>
                  <a:pt x="2173016" y="30170"/>
                  <a:pt x="2163614" y="31556"/>
                  <a:pt x="2154591" y="34519"/>
                </a:cubicBezTo>
                <a:cubicBezTo>
                  <a:pt x="2151878" y="35388"/>
                  <a:pt x="2147397" y="36530"/>
                  <a:pt x="2144873" y="36530"/>
                </a:cubicBezTo>
                <a:cubicBezTo>
                  <a:pt x="2144305" y="36530"/>
                  <a:pt x="2143864" y="36475"/>
                  <a:pt x="2143548" y="36367"/>
                </a:cubicBezTo>
                <a:cubicBezTo>
                  <a:pt x="2137301" y="34328"/>
                  <a:pt x="2131306" y="33512"/>
                  <a:pt x="2125564" y="33512"/>
                </a:cubicBezTo>
                <a:cubicBezTo>
                  <a:pt x="2114142" y="33512"/>
                  <a:pt x="2103794" y="36666"/>
                  <a:pt x="2094076" y="39574"/>
                </a:cubicBezTo>
                <a:cubicBezTo>
                  <a:pt x="2084990" y="42292"/>
                  <a:pt x="2076282" y="43488"/>
                  <a:pt x="2067385" y="43488"/>
                </a:cubicBezTo>
                <a:cubicBezTo>
                  <a:pt x="2058487" y="43488"/>
                  <a:pt x="2049715" y="42238"/>
                  <a:pt x="2040881" y="40090"/>
                </a:cubicBezTo>
                <a:cubicBezTo>
                  <a:pt x="2035834" y="38867"/>
                  <a:pt x="2031101" y="37182"/>
                  <a:pt x="2026116" y="37182"/>
                </a:cubicBezTo>
                <a:cubicBezTo>
                  <a:pt x="2023592" y="37182"/>
                  <a:pt x="2021067" y="37617"/>
                  <a:pt x="2018418" y="38759"/>
                </a:cubicBezTo>
                <a:cubicBezTo>
                  <a:pt x="2014694" y="40362"/>
                  <a:pt x="2011287" y="41177"/>
                  <a:pt x="2008132" y="41177"/>
                </a:cubicBezTo>
                <a:cubicBezTo>
                  <a:pt x="2004534" y="41177"/>
                  <a:pt x="2001254" y="40118"/>
                  <a:pt x="1998098" y="37970"/>
                </a:cubicBezTo>
                <a:cubicBezTo>
                  <a:pt x="1993177" y="34600"/>
                  <a:pt x="1988192" y="32888"/>
                  <a:pt x="1982828" y="32888"/>
                </a:cubicBezTo>
                <a:cubicBezTo>
                  <a:pt x="1978158" y="32888"/>
                  <a:pt x="1973236" y="34165"/>
                  <a:pt x="1967872" y="36774"/>
                </a:cubicBezTo>
                <a:cubicBezTo>
                  <a:pt x="1966674" y="37345"/>
                  <a:pt x="1964403" y="37508"/>
                  <a:pt x="1961879" y="37508"/>
                </a:cubicBezTo>
                <a:cubicBezTo>
                  <a:pt x="1959733" y="37508"/>
                  <a:pt x="1957398" y="37372"/>
                  <a:pt x="1955505" y="37318"/>
                </a:cubicBezTo>
                <a:cubicBezTo>
                  <a:pt x="1954622" y="37264"/>
                  <a:pt x="1953801" y="37264"/>
                  <a:pt x="1953044" y="37264"/>
                </a:cubicBezTo>
                <a:cubicBezTo>
                  <a:pt x="1936449" y="37264"/>
                  <a:pt x="1937711" y="43352"/>
                  <a:pt x="1937206" y="48896"/>
                </a:cubicBezTo>
                <a:cubicBezTo>
                  <a:pt x="1925595" y="47918"/>
                  <a:pt x="1916823" y="42455"/>
                  <a:pt x="1904708" y="42455"/>
                </a:cubicBezTo>
                <a:cubicBezTo>
                  <a:pt x="1902436" y="42455"/>
                  <a:pt x="1900038" y="42672"/>
                  <a:pt x="1897514" y="43108"/>
                </a:cubicBezTo>
                <a:cubicBezTo>
                  <a:pt x="1894170" y="43706"/>
                  <a:pt x="1891330" y="45091"/>
                  <a:pt x="1888617" y="46314"/>
                </a:cubicBezTo>
                <a:lnTo>
                  <a:pt x="1891961" y="48788"/>
                </a:lnTo>
                <a:cubicBezTo>
                  <a:pt x="1896631" y="50881"/>
                  <a:pt x="1901489" y="54441"/>
                  <a:pt x="1906475" y="54523"/>
                </a:cubicBezTo>
                <a:cubicBezTo>
                  <a:pt x="1924585" y="54849"/>
                  <a:pt x="1923323" y="62622"/>
                  <a:pt x="1930075" y="67215"/>
                </a:cubicBezTo>
                <a:cubicBezTo>
                  <a:pt x="1932095" y="68602"/>
                  <a:pt x="1932410" y="70531"/>
                  <a:pt x="1933545" y="72190"/>
                </a:cubicBezTo>
                <a:cubicBezTo>
                  <a:pt x="1930390" y="72543"/>
                  <a:pt x="1926162" y="73576"/>
                  <a:pt x="1923575" y="73576"/>
                </a:cubicBezTo>
                <a:cubicBezTo>
                  <a:pt x="1923007" y="73576"/>
                  <a:pt x="1922439" y="73521"/>
                  <a:pt x="1922060" y="73385"/>
                </a:cubicBezTo>
                <a:cubicBezTo>
                  <a:pt x="1908052" y="68113"/>
                  <a:pt x="1892088" y="67841"/>
                  <a:pt x="1876123" y="67841"/>
                </a:cubicBezTo>
                <a:lnTo>
                  <a:pt x="1873346" y="67841"/>
                </a:lnTo>
                <a:cubicBezTo>
                  <a:pt x="1872337" y="67841"/>
                  <a:pt x="1871263" y="67841"/>
                  <a:pt x="1870254" y="67841"/>
                </a:cubicBezTo>
                <a:cubicBezTo>
                  <a:pt x="1867225" y="67841"/>
                  <a:pt x="1864197" y="67814"/>
                  <a:pt x="1861168" y="67759"/>
                </a:cubicBezTo>
                <a:cubicBezTo>
                  <a:pt x="1838766" y="67352"/>
                  <a:pt x="1820278" y="63248"/>
                  <a:pt x="1804692" y="55990"/>
                </a:cubicBezTo>
                <a:cubicBezTo>
                  <a:pt x="1800654" y="54088"/>
                  <a:pt x="1797498" y="50827"/>
                  <a:pt x="1797308" y="48136"/>
                </a:cubicBezTo>
                <a:cubicBezTo>
                  <a:pt x="1797056" y="44819"/>
                  <a:pt x="1803051" y="43406"/>
                  <a:pt x="1810245" y="43216"/>
                </a:cubicBezTo>
                <a:cubicBezTo>
                  <a:pt x="1820719" y="42944"/>
                  <a:pt x="1831320" y="42482"/>
                  <a:pt x="1841669" y="41667"/>
                </a:cubicBezTo>
                <a:cubicBezTo>
                  <a:pt x="1846781" y="41259"/>
                  <a:pt x="1848548" y="39057"/>
                  <a:pt x="1846464" y="36720"/>
                </a:cubicBezTo>
                <a:cubicBezTo>
                  <a:pt x="1844887" y="35007"/>
                  <a:pt x="1843120" y="32344"/>
                  <a:pt x="1840470" y="32045"/>
                </a:cubicBezTo>
                <a:cubicBezTo>
                  <a:pt x="1833024" y="31175"/>
                  <a:pt x="1825704" y="30768"/>
                  <a:pt x="1818511" y="30768"/>
                </a:cubicBezTo>
                <a:cubicBezTo>
                  <a:pt x="1798697" y="30768"/>
                  <a:pt x="1779892" y="33839"/>
                  <a:pt x="1761720" y="38514"/>
                </a:cubicBezTo>
                <a:cubicBezTo>
                  <a:pt x="1757870" y="39492"/>
                  <a:pt x="1756230" y="45146"/>
                  <a:pt x="1759889" y="46478"/>
                </a:cubicBezTo>
                <a:cubicBezTo>
                  <a:pt x="1763108" y="47674"/>
                  <a:pt x="1767461" y="48136"/>
                  <a:pt x="1771058" y="49114"/>
                </a:cubicBezTo>
                <a:cubicBezTo>
                  <a:pt x="1779262" y="51343"/>
                  <a:pt x="1785572" y="56779"/>
                  <a:pt x="1781471" y="58137"/>
                </a:cubicBezTo>
                <a:cubicBezTo>
                  <a:pt x="1777052" y="59551"/>
                  <a:pt x="1770995" y="61481"/>
                  <a:pt x="1766515" y="61481"/>
                </a:cubicBezTo>
                <a:cubicBezTo>
                  <a:pt x="1765884" y="61481"/>
                  <a:pt x="1765317" y="61454"/>
                  <a:pt x="1764747" y="61372"/>
                </a:cubicBezTo>
                <a:cubicBezTo>
                  <a:pt x="1740958" y="57948"/>
                  <a:pt x="1716223" y="55392"/>
                  <a:pt x="1704423" y="42211"/>
                </a:cubicBezTo>
                <a:cubicBezTo>
                  <a:pt x="1701331" y="38813"/>
                  <a:pt x="1698618" y="37073"/>
                  <a:pt x="1695336" y="37073"/>
                </a:cubicBezTo>
                <a:cubicBezTo>
                  <a:pt x="1691486" y="37073"/>
                  <a:pt x="1686880" y="39411"/>
                  <a:pt x="1680129" y="44167"/>
                </a:cubicBezTo>
                <a:cubicBezTo>
                  <a:pt x="1676406" y="46776"/>
                  <a:pt x="1673630" y="49060"/>
                  <a:pt x="1666246" y="49222"/>
                </a:cubicBezTo>
                <a:cubicBezTo>
                  <a:pt x="1665174" y="49250"/>
                  <a:pt x="1664102" y="49250"/>
                  <a:pt x="1663028" y="49250"/>
                </a:cubicBezTo>
                <a:cubicBezTo>
                  <a:pt x="1662586" y="49250"/>
                  <a:pt x="1662082" y="49250"/>
                  <a:pt x="1661640" y="49250"/>
                </a:cubicBezTo>
                <a:lnTo>
                  <a:pt x="1660251" y="49250"/>
                </a:lnTo>
                <a:cubicBezTo>
                  <a:pt x="1653878" y="49250"/>
                  <a:pt x="1647568" y="49413"/>
                  <a:pt x="1642836" y="52294"/>
                </a:cubicBezTo>
                <a:cubicBezTo>
                  <a:pt x="1650156" y="54115"/>
                  <a:pt x="1657412" y="55936"/>
                  <a:pt x="1664732" y="57703"/>
                </a:cubicBezTo>
                <a:cubicBezTo>
                  <a:pt x="1672178" y="59469"/>
                  <a:pt x="1679876" y="61018"/>
                  <a:pt x="1687133" y="62976"/>
                </a:cubicBezTo>
                <a:cubicBezTo>
                  <a:pt x="1691486" y="64145"/>
                  <a:pt x="1690604" y="66047"/>
                  <a:pt x="1685051" y="67297"/>
                </a:cubicBezTo>
                <a:cubicBezTo>
                  <a:pt x="1675648" y="69390"/>
                  <a:pt x="1666184" y="71646"/>
                  <a:pt x="1656339" y="73168"/>
                </a:cubicBezTo>
                <a:cubicBezTo>
                  <a:pt x="1655077" y="73358"/>
                  <a:pt x="1653815" y="73440"/>
                  <a:pt x="1652680" y="73440"/>
                </a:cubicBezTo>
                <a:cubicBezTo>
                  <a:pt x="1647505" y="73440"/>
                  <a:pt x="1643404" y="71646"/>
                  <a:pt x="1642142" y="68955"/>
                </a:cubicBezTo>
                <a:cubicBezTo>
                  <a:pt x="1640123" y="64498"/>
                  <a:pt x="1635516" y="61698"/>
                  <a:pt x="1629268" y="61698"/>
                </a:cubicBezTo>
                <a:cubicBezTo>
                  <a:pt x="1626555" y="61698"/>
                  <a:pt x="1623464" y="62242"/>
                  <a:pt x="1620119" y="63437"/>
                </a:cubicBezTo>
                <a:cubicBezTo>
                  <a:pt x="1597150" y="71673"/>
                  <a:pt x="1572035" y="74255"/>
                  <a:pt x="1545722" y="74255"/>
                </a:cubicBezTo>
                <a:cubicBezTo>
                  <a:pt x="1538340" y="74255"/>
                  <a:pt x="1530893" y="74038"/>
                  <a:pt x="1523384" y="73711"/>
                </a:cubicBezTo>
                <a:cubicBezTo>
                  <a:pt x="1517137" y="73440"/>
                  <a:pt x="1513161" y="71075"/>
                  <a:pt x="1512152" y="67922"/>
                </a:cubicBezTo>
                <a:cubicBezTo>
                  <a:pt x="1504453" y="67080"/>
                  <a:pt x="1496629" y="66346"/>
                  <a:pt x="1488994" y="65286"/>
                </a:cubicBezTo>
                <a:cubicBezTo>
                  <a:pt x="1483883" y="64552"/>
                  <a:pt x="1476878" y="62133"/>
                  <a:pt x="1473534" y="62133"/>
                </a:cubicBezTo>
                <a:cubicBezTo>
                  <a:pt x="1473092" y="62133"/>
                  <a:pt x="1472650" y="62187"/>
                  <a:pt x="1472335" y="62296"/>
                </a:cubicBezTo>
                <a:cubicBezTo>
                  <a:pt x="1455550" y="68493"/>
                  <a:pt x="1435925" y="66400"/>
                  <a:pt x="1417752" y="68249"/>
                </a:cubicBezTo>
                <a:cubicBezTo>
                  <a:pt x="1409549" y="69091"/>
                  <a:pt x="1403048" y="75043"/>
                  <a:pt x="1396865" y="79066"/>
                </a:cubicBezTo>
                <a:cubicBezTo>
                  <a:pt x="1390113" y="83415"/>
                  <a:pt x="1381468" y="86649"/>
                  <a:pt x="1373392" y="86649"/>
                </a:cubicBezTo>
                <a:cubicBezTo>
                  <a:pt x="1371308" y="86649"/>
                  <a:pt x="1369226" y="86432"/>
                  <a:pt x="1367271" y="85970"/>
                </a:cubicBezTo>
                <a:cubicBezTo>
                  <a:pt x="1358815" y="83986"/>
                  <a:pt x="1350927" y="81077"/>
                  <a:pt x="1342597" y="81077"/>
                </a:cubicBezTo>
                <a:cubicBezTo>
                  <a:pt x="1337865" y="81077"/>
                  <a:pt x="1333006" y="82001"/>
                  <a:pt x="1327768" y="84529"/>
                </a:cubicBezTo>
                <a:cubicBezTo>
                  <a:pt x="1318934" y="84529"/>
                  <a:pt x="1310100" y="85018"/>
                  <a:pt x="1301203" y="85508"/>
                </a:cubicBezTo>
                <a:cubicBezTo>
                  <a:pt x="1292368" y="85997"/>
                  <a:pt x="1283472" y="86486"/>
                  <a:pt x="1274700" y="86486"/>
                </a:cubicBezTo>
                <a:cubicBezTo>
                  <a:pt x="1261133" y="86486"/>
                  <a:pt x="1247755" y="85317"/>
                  <a:pt x="1234756" y="81159"/>
                </a:cubicBezTo>
                <a:lnTo>
                  <a:pt x="1222766" y="81349"/>
                </a:lnTo>
                <a:cubicBezTo>
                  <a:pt x="1218224" y="83469"/>
                  <a:pt x="1214312" y="84285"/>
                  <a:pt x="1210904" y="84285"/>
                </a:cubicBezTo>
                <a:cubicBezTo>
                  <a:pt x="1203584" y="84285"/>
                  <a:pt x="1198221" y="80561"/>
                  <a:pt x="1192037" y="78033"/>
                </a:cubicBezTo>
                <a:cubicBezTo>
                  <a:pt x="1189513" y="76973"/>
                  <a:pt x="1187114" y="75968"/>
                  <a:pt x="1184464" y="75968"/>
                </a:cubicBezTo>
                <a:cubicBezTo>
                  <a:pt x="1182445" y="75968"/>
                  <a:pt x="1180300" y="76566"/>
                  <a:pt x="1177838" y="78196"/>
                </a:cubicBezTo>
                <a:cubicBezTo>
                  <a:pt x="1169068" y="84094"/>
                  <a:pt x="1165281" y="86568"/>
                  <a:pt x="1159035" y="86568"/>
                </a:cubicBezTo>
                <a:cubicBezTo>
                  <a:pt x="1155438" y="86568"/>
                  <a:pt x="1151020" y="85753"/>
                  <a:pt x="1144331" y="84258"/>
                </a:cubicBezTo>
                <a:cubicBezTo>
                  <a:pt x="1139284" y="83116"/>
                  <a:pt x="1135623" y="82436"/>
                  <a:pt x="1132784" y="82436"/>
                </a:cubicBezTo>
                <a:cubicBezTo>
                  <a:pt x="1128430" y="82436"/>
                  <a:pt x="1126095" y="84067"/>
                  <a:pt x="1123634" y="88226"/>
                </a:cubicBezTo>
                <a:cubicBezTo>
                  <a:pt x="1122121" y="90781"/>
                  <a:pt x="1118334" y="92003"/>
                  <a:pt x="1113853" y="92003"/>
                </a:cubicBezTo>
                <a:cubicBezTo>
                  <a:pt x="1110446" y="92003"/>
                  <a:pt x="1106597" y="91269"/>
                  <a:pt x="1103190" y="89911"/>
                </a:cubicBezTo>
                <a:cubicBezTo>
                  <a:pt x="1097952" y="87845"/>
                  <a:pt x="1092904" y="86513"/>
                  <a:pt x="1087603" y="86513"/>
                </a:cubicBezTo>
                <a:cubicBezTo>
                  <a:pt x="1083501" y="86513"/>
                  <a:pt x="1079337" y="87301"/>
                  <a:pt x="1074919" y="89122"/>
                </a:cubicBezTo>
                <a:lnTo>
                  <a:pt x="1065076" y="90590"/>
                </a:lnTo>
                <a:cubicBezTo>
                  <a:pt x="1053718" y="87057"/>
                  <a:pt x="1041918" y="86106"/>
                  <a:pt x="1029991" y="86106"/>
                </a:cubicBezTo>
                <a:cubicBezTo>
                  <a:pt x="1017055" y="86106"/>
                  <a:pt x="1003994" y="87247"/>
                  <a:pt x="991057" y="87492"/>
                </a:cubicBezTo>
                <a:lnTo>
                  <a:pt x="985946" y="89313"/>
                </a:lnTo>
                <a:lnTo>
                  <a:pt x="990363" y="91215"/>
                </a:lnTo>
                <a:cubicBezTo>
                  <a:pt x="1007086" y="91867"/>
                  <a:pt x="1023870" y="92276"/>
                  <a:pt x="1040592" y="92901"/>
                </a:cubicBezTo>
                <a:lnTo>
                  <a:pt x="1045451" y="94830"/>
                </a:lnTo>
                <a:lnTo>
                  <a:pt x="1038637" y="98336"/>
                </a:lnTo>
                <a:cubicBezTo>
                  <a:pt x="1015478" y="98581"/>
                  <a:pt x="992762" y="97983"/>
                  <a:pt x="971307" y="104343"/>
                </a:cubicBezTo>
                <a:cubicBezTo>
                  <a:pt x="969035" y="104996"/>
                  <a:pt x="966573" y="105295"/>
                  <a:pt x="963986" y="105295"/>
                </a:cubicBezTo>
                <a:cubicBezTo>
                  <a:pt x="956793" y="105295"/>
                  <a:pt x="948779" y="103011"/>
                  <a:pt x="942153" y="100484"/>
                </a:cubicBezTo>
                <a:cubicBezTo>
                  <a:pt x="938684" y="99152"/>
                  <a:pt x="935465" y="98608"/>
                  <a:pt x="932499" y="98608"/>
                </a:cubicBezTo>
                <a:cubicBezTo>
                  <a:pt x="925874" y="98608"/>
                  <a:pt x="920383" y="101244"/>
                  <a:pt x="915146" y="103854"/>
                </a:cubicBezTo>
                <a:cubicBezTo>
                  <a:pt x="910540" y="106137"/>
                  <a:pt x="909846" y="108094"/>
                  <a:pt x="913380" y="111464"/>
                </a:cubicBezTo>
                <a:cubicBezTo>
                  <a:pt x="922150" y="119863"/>
                  <a:pt x="929912" y="124075"/>
                  <a:pt x="942848" y="124075"/>
                </a:cubicBezTo>
                <a:cubicBezTo>
                  <a:pt x="949600" y="124075"/>
                  <a:pt x="957740" y="122934"/>
                  <a:pt x="968215" y="120651"/>
                </a:cubicBezTo>
                <a:cubicBezTo>
                  <a:pt x="981970" y="117634"/>
                  <a:pt x="994970" y="116873"/>
                  <a:pt x="1008348" y="116873"/>
                </a:cubicBezTo>
                <a:cubicBezTo>
                  <a:pt x="1011376" y="116873"/>
                  <a:pt x="1014468" y="116927"/>
                  <a:pt x="1017560" y="116981"/>
                </a:cubicBezTo>
                <a:cubicBezTo>
                  <a:pt x="1025700" y="117145"/>
                  <a:pt x="1032594" y="118273"/>
                  <a:pt x="1037800" y="120393"/>
                </a:cubicBezTo>
                <a:lnTo>
                  <a:pt x="1040225" y="122638"/>
                </a:lnTo>
                <a:lnTo>
                  <a:pt x="972771" y="124959"/>
                </a:lnTo>
                <a:cubicBezTo>
                  <a:pt x="778996" y="132731"/>
                  <a:pt x="635624" y="142257"/>
                  <a:pt x="576198" y="153930"/>
                </a:cubicBezTo>
                <a:cubicBezTo>
                  <a:pt x="570471" y="159794"/>
                  <a:pt x="564852" y="165658"/>
                  <a:pt x="574847" y="171547"/>
                </a:cubicBezTo>
                <a:cubicBezTo>
                  <a:pt x="554694" y="178946"/>
                  <a:pt x="521196" y="181890"/>
                  <a:pt x="499367" y="178599"/>
                </a:cubicBezTo>
                <a:cubicBezTo>
                  <a:pt x="500719" y="175580"/>
                  <a:pt x="502016" y="172586"/>
                  <a:pt x="503312" y="169716"/>
                </a:cubicBezTo>
                <a:cubicBezTo>
                  <a:pt x="486455" y="166029"/>
                  <a:pt x="478945" y="171473"/>
                  <a:pt x="469327" y="176322"/>
                </a:cubicBezTo>
                <a:lnTo>
                  <a:pt x="486617" y="192802"/>
                </a:lnTo>
                <a:lnTo>
                  <a:pt x="468949" y="204283"/>
                </a:lnTo>
                <a:lnTo>
                  <a:pt x="441232" y="183745"/>
                </a:lnTo>
                <a:lnTo>
                  <a:pt x="453661" y="182293"/>
                </a:lnTo>
                <a:lnTo>
                  <a:pt x="443204" y="173884"/>
                </a:lnTo>
                <a:lnTo>
                  <a:pt x="393739" y="189907"/>
                </a:lnTo>
                <a:lnTo>
                  <a:pt x="395036" y="200992"/>
                </a:lnTo>
                <a:lnTo>
                  <a:pt x="411299" y="195573"/>
                </a:lnTo>
                <a:cubicBezTo>
                  <a:pt x="447877" y="212349"/>
                  <a:pt x="455981" y="215393"/>
                  <a:pt x="456144" y="218461"/>
                </a:cubicBezTo>
                <a:cubicBezTo>
                  <a:pt x="456360" y="222507"/>
                  <a:pt x="459777" y="224932"/>
                  <a:pt x="464254" y="226828"/>
                </a:cubicBezTo>
                <a:lnTo>
                  <a:pt x="470152" y="228944"/>
                </a:lnTo>
                <a:lnTo>
                  <a:pt x="420302" y="229017"/>
                </a:lnTo>
                <a:cubicBezTo>
                  <a:pt x="415191" y="229044"/>
                  <a:pt x="404716" y="229315"/>
                  <a:pt x="409322" y="232794"/>
                </a:cubicBezTo>
                <a:cubicBezTo>
                  <a:pt x="419987" y="240812"/>
                  <a:pt x="410584" y="240785"/>
                  <a:pt x="398405" y="240948"/>
                </a:cubicBezTo>
                <a:cubicBezTo>
                  <a:pt x="394304" y="241002"/>
                  <a:pt x="390139" y="241519"/>
                  <a:pt x="386227" y="242117"/>
                </a:cubicBezTo>
                <a:lnTo>
                  <a:pt x="381369" y="244101"/>
                </a:lnTo>
                <a:lnTo>
                  <a:pt x="385912" y="246085"/>
                </a:lnTo>
                <a:cubicBezTo>
                  <a:pt x="399290" y="248069"/>
                  <a:pt x="412792" y="249917"/>
                  <a:pt x="426233" y="251793"/>
                </a:cubicBezTo>
                <a:cubicBezTo>
                  <a:pt x="428568" y="249727"/>
                  <a:pt x="431282" y="249047"/>
                  <a:pt x="433995" y="249047"/>
                </a:cubicBezTo>
                <a:cubicBezTo>
                  <a:pt x="436709" y="249047"/>
                  <a:pt x="439611" y="249700"/>
                  <a:pt x="442514" y="250325"/>
                </a:cubicBezTo>
                <a:cubicBezTo>
                  <a:pt x="445416" y="250977"/>
                  <a:pt x="448319" y="251602"/>
                  <a:pt x="451033" y="251602"/>
                </a:cubicBezTo>
                <a:cubicBezTo>
                  <a:pt x="453305" y="251602"/>
                  <a:pt x="455387" y="251168"/>
                  <a:pt x="457343" y="249944"/>
                </a:cubicBezTo>
                <a:lnTo>
                  <a:pt x="471245" y="251467"/>
                </a:lnTo>
                <a:lnTo>
                  <a:pt x="470610" y="254151"/>
                </a:lnTo>
                <a:cubicBezTo>
                  <a:pt x="467085" y="256981"/>
                  <a:pt x="461980" y="259375"/>
                  <a:pt x="458684" y="261887"/>
                </a:cubicBezTo>
                <a:lnTo>
                  <a:pt x="473461" y="271657"/>
                </a:lnTo>
                <a:lnTo>
                  <a:pt x="440936" y="272613"/>
                </a:lnTo>
                <a:cubicBezTo>
                  <a:pt x="423079" y="272613"/>
                  <a:pt x="405221" y="271552"/>
                  <a:pt x="387237" y="267856"/>
                </a:cubicBezTo>
                <a:cubicBezTo>
                  <a:pt x="367170" y="263725"/>
                  <a:pt x="342876" y="263833"/>
                  <a:pt x="321232" y="260382"/>
                </a:cubicBezTo>
                <a:cubicBezTo>
                  <a:pt x="317762" y="262801"/>
                  <a:pt x="314228" y="263616"/>
                  <a:pt x="310379" y="263616"/>
                </a:cubicBezTo>
                <a:cubicBezTo>
                  <a:pt x="306530" y="263616"/>
                  <a:pt x="302681" y="262774"/>
                  <a:pt x="298894" y="261904"/>
                </a:cubicBezTo>
                <a:cubicBezTo>
                  <a:pt x="295108" y="261061"/>
                  <a:pt x="291385" y="260191"/>
                  <a:pt x="287914" y="260191"/>
                </a:cubicBezTo>
                <a:cubicBezTo>
                  <a:pt x="286022" y="260191"/>
                  <a:pt x="284255" y="260436"/>
                  <a:pt x="282551" y="261061"/>
                </a:cubicBezTo>
                <a:cubicBezTo>
                  <a:pt x="271886" y="264894"/>
                  <a:pt x="261412" y="266469"/>
                  <a:pt x="248854" y="266469"/>
                </a:cubicBezTo>
                <a:cubicBezTo>
                  <a:pt x="248286" y="266469"/>
                  <a:pt x="247718" y="266469"/>
                  <a:pt x="247151" y="266469"/>
                </a:cubicBezTo>
                <a:lnTo>
                  <a:pt x="238695" y="270057"/>
                </a:lnTo>
                <a:cubicBezTo>
                  <a:pt x="237244" y="273047"/>
                  <a:pt x="239263" y="275982"/>
                  <a:pt x="245384" y="277804"/>
                </a:cubicBezTo>
                <a:lnTo>
                  <a:pt x="262376" y="281052"/>
                </a:lnTo>
                <a:lnTo>
                  <a:pt x="235273" y="279529"/>
                </a:lnTo>
                <a:cubicBezTo>
                  <a:pt x="227196" y="278822"/>
                  <a:pt x="219750" y="276566"/>
                  <a:pt x="211737" y="275615"/>
                </a:cubicBezTo>
                <a:cubicBezTo>
                  <a:pt x="210347" y="275451"/>
                  <a:pt x="209023" y="275371"/>
                  <a:pt x="207635" y="275371"/>
                </a:cubicBezTo>
                <a:cubicBezTo>
                  <a:pt x="199937" y="275371"/>
                  <a:pt x="193058" y="277898"/>
                  <a:pt x="192616" y="281078"/>
                </a:cubicBezTo>
                <a:cubicBezTo>
                  <a:pt x="191922" y="286215"/>
                  <a:pt x="191734" y="291379"/>
                  <a:pt x="191417" y="296516"/>
                </a:cubicBezTo>
                <a:cubicBezTo>
                  <a:pt x="191039" y="302713"/>
                  <a:pt x="197791" y="305540"/>
                  <a:pt x="210095" y="306627"/>
                </a:cubicBezTo>
                <a:cubicBezTo>
                  <a:pt x="215712" y="307116"/>
                  <a:pt x="216784" y="309589"/>
                  <a:pt x="213124" y="310704"/>
                </a:cubicBezTo>
                <a:cubicBezTo>
                  <a:pt x="204354" y="313340"/>
                  <a:pt x="192427" y="314699"/>
                  <a:pt x="186748" y="318341"/>
                </a:cubicBezTo>
                <a:cubicBezTo>
                  <a:pt x="182142" y="321304"/>
                  <a:pt x="177977" y="322309"/>
                  <a:pt x="173938" y="322309"/>
                </a:cubicBezTo>
                <a:cubicBezTo>
                  <a:pt x="168007" y="322309"/>
                  <a:pt x="162328" y="320162"/>
                  <a:pt x="156080" y="318803"/>
                </a:cubicBezTo>
                <a:cubicBezTo>
                  <a:pt x="154692" y="318504"/>
                  <a:pt x="153367" y="318368"/>
                  <a:pt x="152168" y="318368"/>
                </a:cubicBezTo>
                <a:cubicBezTo>
                  <a:pt x="147498" y="318368"/>
                  <a:pt x="144407" y="320380"/>
                  <a:pt x="145164" y="323016"/>
                </a:cubicBezTo>
                <a:cubicBezTo>
                  <a:pt x="145858" y="325435"/>
                  <a:pt x="156207" y="327148"/>
                  <a:pt x="146741" y="330355"/>
                </a:cubicBezTo>
                <a:cubicBezTo>
                  <a:pt x="121690" y="338862"/>
                  <a:pt x="88877" y="334676"/>
                  <a:pt x="63006" y="342341"/>
                </a:cubicBezTo>
                <a:cubicBezTo>
                  <a:pt x="62501" y="342477"/>
                  <a:pt x="61933" y="342559"/>
                  <a:pt x="61301" y="342559"/>
                </a:cubicBezTo>
                <a:cubicBezTo>
                  <a:pt x="59030" y="342559"/>
                  <a:pt x="55812" y="341770"/>
                  <a:pt x="52530" y="340982"/>
                </a:cubicBezTo>
                <a:cubicBezTo>
                  <a:pt x="49249" y="340194"/>
                  <a:pt x="45842" y="339406"/>
                  <a:pt x="43065" y="339406"/>
                </a:cubicBezTo>
                <a:cubicBezTo>
                  <a:pt x="42497" y="339406"/>
                  <a:pt x="41992" y="339433"/>
                  <a:pt x="41425" y="339514"/>
                </a:cubicBezTo>
                <a:cubicBezTo>
                  <a:pt x="29688" y="341199"/>
                  <a:pt x="18835" y="344733"/>
                  <a:pt x="8359" y="348048"/>
                </a:cubicBezTo>
                <a:cubicBezTo>
                  <a:pt x="-3062" y="351664"/>
                  <a:pt x="-2873" y="359926"/>
                  <a:pt x="9495" y="363622"/>
                </a:cubicBezTo>
                <a:cubicBezTo>
                  <a:pt x="25333" y="368352"/>
                  <a:pt x="40730" y="374059"/>
                  <a:pt x="60923" y="374087"/>
                </a:cubicBezTo>
                <a:cubicBezTo>
                  <a:pt x="69064" y="374087"/>
                  <a:pt x="77960" y="374902"/>
                  <a:pt x="86100" y="374902"/>
                </a:cubicBezTo>
                <a:cubicBezTo>
                  <a:pt x="90770" y="374902"/>
                  <a:pt x="95187" y="374630"/>
                  <a:pt x="99100" y="373788"/>
                </a:cubicBezTo>
                <a:cubicBezTo>
                  <a:pt x="120490" y="369113"/>
                  <a:pt x="144912" y="369874"/>
                  <a:pt x="164852" y="364601"/>
                </a:cubicBezTo>
                <a:cubicBezTo>
                  <a:pt x="180122" y="360579"/>
                  <a:pt x="197096" y="361177"/>
                  <a:pt x="212683" y="357208"/>
                </a:cubicBezTo>
                <a:cubicBezTo>
                  <a:pt x="218299" y="355767"/>
                  <a:pt x="223410" y="355061"/>
                  <a:pt x="228016" y="355061"/>
                </a:cubicBezTo>
                <a:cubicBezTo>
                  <a:pt x="240953" y="355061"/>
                  <a:pt x="250291" y="360579"/>
                  <a:pt x="258621" y="371015"/>
                </a:cubicBezTo>
                <a:cubicBezTo>
                  <a:pt x="262723" y="376152"/>
                  <a:pt x="272440" y="379251"/>
                  <a:pt x="283231" y="379251"/>
                </a:cubicBezTo>
                <a:cubicBezTo>
                  <a:pt x="286701" y="379251"/>
                  <a:pt x="290235" y="378925"/>
                  <a:pt x="293769" y="378272"/>
                </a:cubicBezTo>
                <a:cubicBezTo>
                  <a:pt x="299574" y="377185"/>
                  <a:pt x="305064" y="374739"/>
                  <a:pt x="310805" y="374684"/>
                </a:cubicBezTo>
                <a:cubicBezTo>
                  <a:pt x="339580" y="374440"/>
                  <a:pt x="368354" y="374196"/>
                  <a:pt x="397129" y="374196"/>
                </a:cubicBezTo>
                <a:lnTo>
                  <a:pt x="403034" y="374229"/>
                </a:lnTo>
                <a:lnTo>
                  <a:pt x="418850" y="376574"/>
                </a:lnTo>
                <a:cubicBezTo>
                  <a:pt x="420050" y="376928"/>
                  <a:pt x="421627" y="377064"/>
                  <a:pt x="423331" y="377064"/>
                </a:cubicBezTo>
                <a:lnTo>
                  <a:pt x="440649" y="374438"/>
                </a:lnTo>
                <a:lnTo>
                  <a:pt x="445844" y="374467"/>
                </a:lnTo>
                <a:cubicBezTo>
                  <a:pt x="460231" y="374630"/>
                  <a:pt x="471779" y="381290"/>
                  <a:pt x="486986" y="381290"/>
                </a:cubicBezTo>
                <a:cubicBezTo>
                  <a:pt x="489132" y="381290"/>
                  <a:pt x="491277" y="381153"/>
                  <a:pt x="493549" y="380881"/>
                </a:cubicBezTo>
                <a:cubicBezTo>
                  <a:pt x="498975" y="385067"/>
                  <a:pt x="503960" y="389416"/>
                  <a:pt x="509955" y="393439"/>
                </a:cubicBezTo>
                <a:lnTo>
                  <a:pt x="525646" y="398527"/>
                </a:lnTo>
                <a:lnTo>
                  <a:pt x="512872" y="402966"/>
                </a:lnTo>
                <a:cubicBezTo>
                  <a:pt x="509023" y="405168"/>
                  <a:pt x="505616" y="405901"/>
                  <a:pt x="502272" y="405901"/>
                </a:cubicBezTo>
                <a:cubicBezTo>
                  <a:pt x="497223" y="405901"/>
                  <a:pt x="492364" y="404216"/>
                  <a:pt x="486433" y="403265"/>
                </a:cubicBezTo>
                <a:cubicBezTo>
                  <a:pt x="482079" y="402558"/>
                  <a:pt x="477030" y="401879"/>
                  <a:pt x="472235" y="401879"/>
                </a:cubicBezTo>
                <a:cubicBezTo>
                  <a:pt x="465357" y="401879"/>
                  <a:pt x="458983" y="403292"/>
                  <a:pt x="455828" y="408076"/>
                </a:cubicBezTo>
                <a:lnTo>
                  <a:pt x="450591" y="408891"/>
                </a:lnTo>
                <a:lnTo>
                  <a:pt x="447289" y="413202"/>
                </a:lnTo>
                <a:lnTo>
                  <a:pt x="433721" y="411908"/>
                </a:lnTo>
                <a:lnTo>
                  <a:pt x="442410" y="399146"/>
                </a:lnTo>
                <a:lnTo>
                  <a:pt x="398345" y="405635"/>
                </a:lnTo>
                <a:cubicBezTo>
                  <a:pt x="390632" y="409118"/>
                  <a:pt x="389552" y="413058"/>
                  <a:pt x="393362" y="414976"/>
                </a:cubicBezTo>
                <a:cubicBezTo>
                  <a:pt x="398008" y="417327"/>
                  <a:pt x="394279" y="423933"/>
                  <a:pt x="394279" y="430639"/>
                </a:cubicBezTo>
                <a:cubicBezTo>
                  <a:pt x="375964" y="425938"/>
                  <a:pt x="357864" y="429055"/>
                  <a:pt x="340736" y="433237"/>
                </a:cubicBezTo>
                <a:lnTo>
                  <a:pt x="332523" y="426581"/>
                </a:lnTo>
                <a:lnTo>
                  <a:pt x="311276" y="433299"/>
                </a:lnTo>
                <a:lnTo>
                  <a:pt x="329066" y="437518"/>
                </a:lnTo>
                <a:lnTo>
                  <a:pt x="339698" y="445563"/>
                </a:lnTo>
                <a:lnTo>
                  <a:pt x="366886" y="444347"/>
                </a:lnTo>
                <a:lnTo>
                  <a:pt x="368033" y="445648"/>
                </a:lnTo>
                <a:lnTo>
                  <a:pt x="339944" y="445749"/>
                </a:lnTo>
                <a:lnTo>
                  <a:pt x="339698" y="445563"/>
                </a:lnTo>
                <a:lnTo>
                  <a:pt x="339223" y="445584"/>
                </a:lnTo>
                <a:lnTo>
                  <a:pt x="339653" y="445750"/>
                </a:lnTo>
                <a:lnTo>
                  <a:pt x="295487" y="445910"/>
                </a:lnTo>
                <a:cubicBezTo>
                  <a:pt x="294982" y="445910"/>
                  <a:pt x="294477" y="445910"/>
                  <a:pt x="293972" y="445910"/>
                </a:cubicBezTo>
                <a:cubicBezTo>
                  <a:pt x="289050" y="445910"/>
                  <a:pt x="284065" y="445774"/>
                  <a:pt x="279080" y="445611"/>
                </a:cubicBezTo>
                <a:cubicBezTo>
                  <a:pt x="274032" y="445475"/>
                  <a:pt x="268984" y="445312"/>
                  <a:pt x="263999" y="445312"/>
                </a:cubicBezTo>
                <a:cubicBezTo>
                  <a:pt x="251252" y="445312"/>
                  <a:pt x="238758" y="446318"/>
                  <a:pt x="227400" y="450883"/>
                </a:cubicBezTo>
                <a:cubicBezTo>
                  <a:pt x="226264" y="451346"/>
                  <a:pt x="224434" y="451455"/>
                  <a:pt x="222478" y="451455"/>
                </a:cubicBezTo>
                <a:cubicBezTo>
                  <a:pt x="221784" y="451455"/>
                  <a:pt x="220964" y="451427"/>
                  <a:pt x="220207" y="451427"/>
                </a:cubicBezTo>
                <a:cubicBezTo>
                  <a:pt x="219386" y="451400"/>
                  <a:pt x="218628" y="451400"/>
                  <a:pt x="217872" y="451400"/>
                </a:cubicBezTo>
                <a:cubicBezTo>
                  <a:pt x="216862" y="451400"/>
                  <a:pt x="215789" y="451427"/>
                  <a:pt x="214843" y="451509"/>
                </a:cubicBezTo>
                <a:cubicBezTo>
                  <a:pt x="210299" y="451944"/>
                  <a:pt x="205693" y="452052"/>
                  <a:pt x="201023" y="452052"/>
                </a:cubicBezTo>
                <a:cubicBezTo>
                  <a:pt x="198499" y="452052"/>
                  <a:pt x="195975" y="452025"/>
                  <a:pt x="193451" y="451998"/>
                </a:cubicBezTo>
                <a:cubicBezTo>
                  <a:pt x="190864" y="451944"/>
                  <a:pt x="188340" y="451917"/>
                  <a:pt x="185815" y="451917"/>
                </a:cubicBezTo>
                <a:cubicBezTo>
                  <a:pt x="176477" y="451917"/>
                  <a:pt x="167264" y="452351"/>
                  <a:pt x="158493" y="454961"/>
                </a:cubicBezTo>
                <a:cubicBezTo>
                  <a:pt x="150226" y="457407"/>
                  <a:pt x="141330" y="457760"/>
                  <a:pt x="132242" y="457760"/>
                </a:cubicBezTo>
                <a:cubicBezTo>
                  <a:pt x="130349" y="457760"/>
                  <a:pt x="128456" y="457733"/>
                  <a:pt x="126563" y="457733"/>
                </a:cubicBezTo>
                <a:cubicBezTo>
                  <a:pt x="124606" y="457706"/>
                  <a:pt x="122651" y="457706"/>
                  <a:pt x="120757" y="457706"/>
                </a:cubicBezTo>
                <a:cubicBezTo>
                  <a:pt x="114574" y="457706"/>
                  <a:pt x="108517" y="457869"/>
                  <a:pt x="102648" y="458739"/>
                </a:cubicBezTo>
                <a:lnTo>
                  <a:pt x="97663" y="460668"/>
                </a:lnTo>
                <a:lnTo>
                  <a:pt x="106308" y="463930"/>
                </a:lnTo>
                <a:cubicBezTo>
                  <a:pt x="108769" y="464066"/>
                  <a:pt x="111229" y="464093"/>
                  <a:pt x="113753" y="464093"/>
                </a:cubicBezTo>
                <a:cubicBezTo>
                  <a:pt x="115458" y="464093"/>
                  <a:pt x="117098" y="464066"/>
                  <a:pt x="118802" y="464066"/>
                </a:cubicBezTo>
                <a:cubicBezTo>
                  <a:pt x="120569" y="464039"/>
                  <a:pt x="122272" y="464039"/>
                  <a:pt x="123976" y="464039"/>
                </a:cubicBezTo>
                <a:cubicBezTo>
                  <a:pt x="128898" y="464039"/>
                  <a:pt x="133694" y="464202"/>
                  <a:pt x="138111" y="464936"/>
                </a:cubicBezTo>
                <a:cubicBezTo>
                  <a:pt x="144232" y="465941"/>
                  <a:pt x="149658" y="467980"/>
                  <a:pt x="155274" y="467980"/>
                </a:cubicBezTo>
                <a:cubicBezTo>
                  <a:pt x="158493" y="467980"/>
                  <a:pt x="161710" y="467328"/>
                  <a:pt x="165244" y="465479"/>
                </a:cubicBezTo>
                <a:cubicBezTo>
                  <a:pt x="178117" y="468714"/>
                  <a:pt x="190864" y="472138"/>
                  <a:pt x="204115" y="474965"/>
                </a:cubicBezTo>
                <a:cubicBezTo>
                  <a:pt x="204305" y="475019"/>
                  <a:pt x="204494" y="475019"/>
                  <a:pt x="204746" y="475019"/>
                </a:cubicBezTo>
                <a:cubicBezTo>
                  <a:pt x="207018" y="475019"/>
                  <a:pt x="211246" y="473144"/>
                  <a:pt x="214211" y="472111"/>
                </a:cubicBezTo>
                <a:cubicBezTo>
                  <a:pt x="219323" y="470372"/>
                  <a:pt x="225065" y="469991"/>
                  <a:pt x="230934" y="469991"/>
                </a:cubicBezTo>
                <a:cubicBezTo>
                  <a:pt x="233079" y="469991"/>
                  <a:pt x="235288" y="470046"/>
                  <a:pt x="237433" y="470100"/>
                </a:cubicBezTo>
                <a:cubicBezTo>
                  <a:pt x="239642" y="470154"/>
                  <a:pt x="241787" y="470209"/>
                  <a:pt x="243932" y="470209"/>
                </a:cubicBezTo>
                <a:lnTo>
                  <a:pt x="259047" y="467800"/>
                </a:lnTo>
                <a:lnTo>
                  <a:pt x="259267" y="469963"/>
                </a:lnTo>
                <a:cubicBezTo>
                  <a:pt x="260987" y="471567"/>
                  <a:pt x="264426" y="472735"/>
                  <a:pt x="270168" y="473075"/>
                </a:cubicBezTo>
                <a:lnTo>
                  <a:pt x="276037" y="474054"/>
                </a:lnTo>
                <a:lnTo>
                  <a:pt x="280517" y="476201"/>
                </a:lnTo>
                <a:lnTo>
                  <a:pt x="276920" y="478022"/>
                </a:lnTo>
                <a:cubicBezTo>
                  <a:pt x="260136" y="478756"/>
                  <a:pt x="243287" y="479163"/>
                  <a:pt x="226501" y="479979"/>
                </a:cubicBezTo>
                <a:cubicBezTo>
                  <a:pt x="221075" y="480251"/>
                  <a:pt x="217415" y="484056"/>
                  <a:pt x="211799" y="484056"/>
                </a:cubicBezTo>
                <a:cubicBezTo>
                  <a:pt x="209970" y="484056"/>
                  <a:pt x="207888" y="483648"/>
                  <a:pt x="205489" y="482588"/>
                </a:cubicBezTo>
                <a:cubicBezTo>
                  <a:pt x="199810" y="480060"/>
                  <a:pt x="193311" y="479571"/>
                  <a:pt x="186558" y="479571"/>
                </a:cubicBezTo>
                <a:cubicBezTo>
                  <a:pt x="184413" y="479571"/>
                  <a:pt x="182268" y="479625"/>
                  <a:pt x="180059" y="479680"/>
                </a:cubicBezTo>
                <a:cubicBezTo>
                  <a:pt x="177914" y="479734"/>
                  <a:pt x="175705" y="479788"/>
                  <a:pt x="173560" y="479788"/>
                </a:cubicBezTo>
                <a:cubicBezTo>
                  <a:pt x="167691" y="479788"/>
                  <a:pt x="161949" y="479408"/>
                  <a:pt x="156837" y="477668"/>
                </a:cubicBezTo>
                <a:cubicBezTo>
                  <a:pt x="153872" y="476636"/>
                  <a:pt x="149644" y="474760"/>
                  <a:pt x="147372" y="474760"/>
                </a:cubicBezTo>
                <a:cubicBezTo>
                  <a:pt x="147120" y="474760"/>
                  <a:pt x="146931" y="474760"/>
                  <a:pt x="146741" y="474815"/>
                </a:cubicBezTo>
                <a:cubicBezTo>
                  <a:pt x="133490" y="477641"/>
                  <a:pt x="120743" y="481066"/>
                  <a:pt x="107870" y="484300"/>
                </a:cubicBezTo>
                <a:cubicBezTo>
                  <a:pt x="104336" y="482452"/>
                  <a:pt x="101119" y="481800"/>
                  <a:pt x="97900" y="481800"/>
                </a:cubicBezTo>
                <a:cubicBezTo>
                  <a:pt x="92284" y="481800"/>
                  <a:pt x="86858" y="483838"/>
                  <a:pt x="80737" y="484844"/>
                </a:cubicBezTo>
                <a:cubicBezTo>
                  <a:pt x="76320" y="485578"/>
                  <a:pt x="71524" y="485741"/>
                  <a:pt x="66602" y="485741"/>
                </a:cubicBezTo>
                <a:cubicBezTo>
                  <a:pt x="64898" y="485741"/>
                  <a:pt x="63195" y="485741"/>
                  <a:pt x="61428" y="485713"/>
                </a:cubicBezTo>
                <a:cubicBezTo>
                  <a:pt x="59724" y="485713"/>
                  <a:pt x="58084" y="485686"/>
                  <a:pt x="56379" y="485686"/>
                </a:cubicBezTo>
                <a:cubicBezTo>
                  <a:pt x="53855" y="485686"/>
                  <a:pt x="51395" y="485713"/>
                  <a:pt x="48934" y="485850"/>
                </a:cubicBezTo>
                <a:lnTo>
                  <a:pt x="40289" y="489111"/>
                </a:lnTo>
                <a:lnTo>
                  <a:pt x="45274" y="491041"/>
                </a:lnTo>
                <a:cubicBezTo>
                  <a:pt x="51143" y="491910"/>
                  <a:pt x="57200" y="492074"/>
                  <a:pt x="63383" y="492074"/>
                </a:cubicBezTo>
                <a:cubicBezTo>
                  <a:pt x="65277" y="492074"/>
                  <a:pt x="67232" y="492074"/>
                  <a:pt x="69189" y="492047"/>
                </a:cubicBezTo>
                <a:cubicBezTo>
                  <a:pt x="71082" y="492047"/>
                  <a:pt x="72975" y="492019"/>
                  <a:pt x="74868" y="492019"/>
                </a:cubicBezTo>
                <a:cubicBezTo>
                  <a:pt x="83956" y="492019"/>
                  <a:pt x="92852" y="492373"/>
                  <a:pt x="101119" y="494819"/>
                </a:cubicBezTo>
                <a:cubicBezTo>
                  <a:pt x="109890" y="497428"/>
                  <a:pt x="119103" y="497863"/>
                  <a:pt x="128441" y="497863"/>
                </a:cubicBezTo>
                <a:cubicBezTo>
                  <a:pt x="130966" y="497863"/>
                  <a:pt x="133490" y="497835"/>
                  <a:pt x="136077" y="497781"/>
                </a:cubicBezTo>
                <a:cubicBezTo>
                  <a:pt x="138601" y="497754"/>
                  <a:pt x="141125" y="497727"/>
                  <a:pt x="143649" y="497727"/>
                </a:cubicBezTo>
                <a:cubicBezTo>
                  <a:pt x="148319" y="497727"/>
                  <a:pt x="152925" y="497835"/>
                  <a:pt x="157469" y="498271"/>
                </a:cubicBezTo>
                <a:cubicBezTo>
                  <a:pt x="158415" y="498352"/>
                  <a:pt x="159488" y="498379"/>
                  <a:pt x="160498" y="498379"/>
                </a:cubicBezTo>
                <a:cubicBezTo>
                  <a:pt x="161255" y="498379"/>
                  <a:pt x="162012" y="498379"/>
                  <a:pt x="162833" y="498352"/>
                </a:cubicBezTo>
                <a:cubicBezTo>
                  <a:pt x="163590" y="498352"/>
                  <a:pt x="164410" y="498325"/>
                  <a:pt x="165104" y="498325"/>
                </a:cubicBezTo>
                <a:cubicBezTo>
                  <a:pt x="167060" y="498325"/>
                  <a:pt x="168890" y="498433"/>
                  <a:pt x="170026" y="498896"/>
                </a:cubicBezTo>
                <a:cubicBezTo>
                  <a:pt x="181384" y="503462"/>
                  <a:pt x="193878" y="504468"/>
                  <a:pt x="206626" y="504468"/>
                </a:cubicBezTo>
                <a:cubicBezTo>
                  <a:pt x="211610" y="504468"/>
                  <a:pt x="216658" y="504304"/>
                  <a:pt x="221706" y="504169"/>
                </a:cubicBezTo>
                <a:cubicBezTo>
                  <a:pt x="226691" y="504006"/>
                  <a:pt x="231676" y="503870"/>
                  <a:pt x="236598" y="503870"/>
                </a:cubicBezTo>
                <a:cubicBezTo>
                  <a:pt x="237103" y="503870"/>
                  <a:pt x="237608" y="503870"/>
                  <a:pt x="238113" y="503870"/>
                </a:cubicBezTo>
                <a:lnTo>
                  <a:pt x="376409" y="504370"/>
                </a:lnTo>
                <a:lnTo>
                  <a:pt x="374721" y="505340"/>
                </a:lnTo>
                <a:cubicBezTo>
                  <a:pt x="386770" y="506676"/>
                  <a:pt x="398035" y="507184"/>
                  <a:pt x="408760" y="506649"/>
                </a:cubicBezTo>
                <a:lnTo>
                  <a:pt x="421923" y="504535"/>
                </a:lnTo>
                <a:lnTo>
                  <a:pt x="444659" y="504617"/>
                </a:lnTo>
                <a:lnTo>
                  <a:pt x="466086" y="515758"/>
                </a:lnTo>
                <a:lnTo>
                  <a:pt x="465816" y="516129"/>
                </a:lnTo>
                <a:lnTo>
                  <a:pt x="466173" y="516125"/>
                </a:lnTo>
                <a:lnTo>
                  <a:pt x="462691" y="521482"/>
                </a:lnTo>
                <a:cubicBezTo>
                  <a:pt x="461682" y="526402"/>
                  <a:pt x="457644" y="528929"/>
                  <a:pt x="447422" y="529011"/>
                </a:cubicBezTo>
                <a:cubicBezTo>
                  <a:pt x="430258" y="529174"/>
                  <a:pt x="413094" y="529120"/>
                  <a:pt x="395993" y="529582"/>
                </a:cubicBezTo>
                <a:cubicBezTo>
                  <a:pt x="392712" y="529663"/>
                  <a:pt x="386906" y="531946"/>
                  <a:pt x="387159" y="532979"/>
                </a:cubicBezTo>
                <a:cubicBezTo>
                  <a:pt x="387664" y="535697"/>
                  <a:pt x="390630" y="538361"/>
                  <a:pt x="393217" y="540889"/>
                </a:cubicBezTo>
                <a:lnTo>
                  <a:pt x="398455" y="541704"/>
                </a:lnTo>
                <a:cubicBezTo>
                  <a:pt x="401609" y="546488"/>
                  <a:pt x="407983" y="547901"/>
                  <a:pt x="414861" y="547901"/>
                </a:cubicBezTo>
                <a:cubicBezTo>
                  <a:pt x="419656" y="547901"/>
                  <a:pt x="424705" y="547221"/>
                  <a:pt x="429059" y="546515"/>
                </a:cubicBezTo>
                <a:cubicBezTo>
                  <a:pt x="434990" y="545563"/>
                  <a:pt x="439849" y="543878"/>
                  <a:pt x="444898" y="543878"/>
                </a:cubicBezTo>
                <a:cubicBezTo>
                  <a:pt x="448242" y="543878"/>
                  <a:pt x="451649" y="544612"/>
                  <a:pt x="455498" y="546814"/>
                </a:cubicBezTo>
                <a:cubicBezTo>
                  <a:pt x="460736" y="549803"/>
                  <a:pt x="468182" y="552386"/>
                  <a:pt x="475754" y="553853"/>
                </a:cubicBezTo>
                <a:cubicBezTo>
                  <a:pt x="488753" y="556408"/>
                  <a:pt x="488816" y="557495"/>
                  <a:pt x="475754" y="560050"/>
                </a:cubicBezTo>
                <a:cubicBezTo>
                  <a:pt x="468245" y="561518"/>
                  <a:pt x="462187" y="564643"/>
                  <a:pt x="455435" y="567008"/>
                </a:cubicBezTo>
                <a:lnTo>
                  <a:pt x="425722" y="575421"/>
                </a:lnTo>
                <a:lnTo>
                  <a:pt x="382174" y="575174"/>
                </a:lnTo>
                <a:lnTo>
                  <a:pt x="365957" y="572716"/>
                </a:lnTo>
                <a:cubicBezTo>
                  <a:pt x="364253" y="572716"/>
                  <a:pt x="362676" y="572852"/>
                  <a:pt x="361476" y="573205"/>
                </a:cubicBezTo>
                <a:lnTo>
                  <a:pt x="360144" y="573403"/>
                </a:lnTo>
                <a:lnTo>
                  <a:pt x="351143" y="571508"/>
                </a:lnTo>
                <a:cubicBezTo>
                  <a:pt x="347609" y="570855"/>
                  <a:pt x="344075" y="570529"/>
                  <a:pt x="340605" y="570529"/>
                </a:cubicBezTo>
                <a:cubicBezTo>
                  <a:pt x="329814" y="570529"/>
                  <a:pt x="320097" y="573627"/>
                  <a:pt x="315995" y="578764"/>
                </a:cubicBezTo>
                <a:lnTo>
                  <a:pt x="315401" y="579285"/>
                </a:lnTo>
                <a:lnTo>
                  <a:pt x="301088" y="580734"/>
                </a:lnTo>
                <a:cubicBezTo>
                  <a:pt x="298690" y="581142"/>
                  <a:pt x="296923" y="584240"/>
                  <a:pt x="297365" y="585898"/>
                </a:cubicBezTo>
                <a:lnTo>
                  <a:pt x="303160" y="590008"/>
                </a:lnTo>
                <a:lnTo>
                  <a:pt x="302421" y="590655"/>
                </a:lnTo>
                <a:cubicBezTo>
                  <a:pt x="297427" y="593339"/>
                  <a:pt x="291858" y="594718"/>
                  <a:pt x="285390" y="594718"/>
                </a:cubicBezTo>
                <a:cubicBezTo>
                  <a:pt x="280784" y="594718"/>
                  <a:pt x="275673" y="594012"/>
                  <a:pt x="270057" y="592572"/>
                </a:cubicBezTo>
                <a:cubicBezTo>
                  <a:pt x="254470" y="588603"/>
                  <a:pt x="237496" y="589201"/>
                  <a:pt x="222226" y="585179"/>
                </a:cubicBezTo>
                <a:cubicBezTo>
                  <a:pt x="202286" y="579906"/>
                  <a:pt x="177864" y="580667"/>
                  <a:pt x="156474" y="575992"/>
                </a:cubicBezTo>
                <a:cubicBezTo>
                  <a:pt x="152561" y="575149"/>
                  <a:pt x="148144" y="574877"/>
                  <a:pt x="143474" y="574877"/>
                </a:cubicBezTo>
                <a:cubicBezTo>
                  <a:pt x="135334" y="574877"/>
                  <a:pt x="126438" y="575693"/>
                  <a:pt x="118297" y="575693"/>
                </a:cubicBezTo>
                <a:cubicBezTo>
                  <a:pt x="98104" y="575720"/>
                  <a:pt x="82707" y="581427"/>
                  <a:pt x="66869" y="586157"/>
                </a:cubicBezTo>
                <a:cubicBezTo>
                  <a:pt x="54501" y="589854"/>
                  <a:pt x="54312" y="598116"/>
                  <a:pt x="65733" y="601731"/>
                </a:cubicBezTo>
                <a:cubicBezTo>
                  <a:pt x="76209" y="605047"/>
                  <a:pt x="87062" y="608580"/>
                  <a:pt x="98799" y="610266"/>
                </a:cubicBezTo>
                <a:cubicBezTo>
                  <a:pt x="99366" y="610347"/>
                  <a:pt x="99871" y="610374"/>
                  <a:pt x="100439" y="610374"/>
                </a:cubicBezTo>
                <a:cubicBezTo>
                  <a:pt x="103216" y="610374"/>
                  <a:pt x="106623" y="609586"/>
                  <a:pt x="109904" y="608798"/>
                </a:cubicBezTo>
                <a:cubicBezTo>
                  <a:pt x="113186" y="608010"/>
                  <a:pt x="116404" y="607221"/>
                  <a:pt x="118675" y="607221"/>
                </a:cubicBezTo>
                <a:cubicBezTo>
                  <a:pt x="119307" y="607221"/>
                  <a:pt x="119875" y="607303"/>
                  <a:pt x="120380" y="607438"/>
                </a:cubicBezTo>
                <a:cubicBezTo>
                  <a:pt x="146251" y="615103"/>
                  <a:pt x="179064" y="610918"/>
                  <a:pt x="204115" y="619425"/>
                </a:cubicBezTo>
                <a:cubicBezTo>
                  <a:pt x="213581" y="622632"/>
                  <a:pt x="203232" y="624344"/>
                  <a:pt x="202538" y="626763"/>
                </a:cubicBezTo>
                <a:cubicBezTo>
                  <a:pt x="201781" y="629400"/>
                  <a:pt x="204872" y="631411"/>
                  <a:pt x="209542" y="631411"/>
                </a:cubicBezTo>
                <a:cubicBezTo>
                  <a:pt x="210741" y="631411"/>
                  <a:pt x="212066" y="631276"/>
                  <a:pt x="213454" y="630977"/>
                </a:cubicBezTo>
                <a:cubicBezTo>
                  <a:pt x="219702" y="629617"/>
                  <a:pt x="225381" y="627470"/>
                  <a:pt x="231312" y="627470"/>
                </a:cubicBezTo>
                <a:cubicBezTo>
                  <a:pt x="235351" y="627470"/>
                  <a:pt x="239516" y="628476"/>
                  <a:pt x="244122" y="631438"/>
                </a:cubicBezTo>
                <a:cubicBezTo>
                  <a:pt x="249801" y="635080"/>
                  <a:pt x="261728" y="636439"/>
                  <a:pt x="270498" y="639076"/>
                </a:cubicBezTo>
                <a:cubicBezTo>
                  <a:pt x="274158" y="640191"/>
                  <a:pt x="273086" y="642663"/>
                  <a:pt x="267469" y="643153"/>
                </a:cubicBezTo>
                <a:cubicBezTo>
                  <a:pt x="255165" y="644240"/>
                  <a:pt x="248413" y="647067"/>
                  <a:pt x="248791" y="653264"/>
                </a:cubicBezTo>
                <a:lnTo>
                  <a:pt x="249734" y="665400"/>
                </a:lnTo>
                <a:lnTo>
                  <a:pt x="245307" y="665317"/>
                </a:lnTo>
                <a:cubicBezTo>
                  <a:pt x="225556" y="665317"/>
                  <a:pt x="206121" y="666567"/>
                  <a:pt x="188010" y="671976"/>
                </a:cubicBezTo>
                <a:cubicBezTo>
                  <a:pt x="181889" y="673797"/>
                  <a:pt x="179870" y="676732"/>
                  <a:pt x="181321" y="679722"/>
                </a:cubicBezTo>
                <a:lnTo>
                  <a:pt x="189777" y="683310"/>
                </a:lnTo>
                <a:cubicBezTo>
                  <a:pt x="190344" y="683310"/>
                  <a:pt x="190912" y="683310"/>
                  <a:pt x="191481" y="683310"/>
                </a:cubicBezTo>
                <a:cubicBezTo>
                  <a:pt x="204038" y="683310"/>
                  <a:pt x="214512" y="684886"/>
                  <a:pt x="225177" y="688719"/>
                </a:cubicBezTo>
                <a:cubicBezTo>
                  <a:pt x="226881" y="689343"/>
                  <a:pt x="228648" y="689588"/>
                  <a:pt x="230540" y="689588"/>
                </a:cubicBezTo>
                <a:cubicBezTo>
                  <a:pt x="234011" y="689588"/>
                  <a:pt x="237734" y="688719"/>
                  <a:pt x="241520" y="687876"/>
                </a:cubicBezTo>
                <a:cubicBezTo>
                  <a:pt x="245307" y="687006"/>
                  <a:pt x="249156" y="686164"/>
                  <a:pt x="253005" y="686164"/>
                </a:cubicBezTo>
                <a:cubicBezTo>
                  <a:pt x="256854" y="686164"/>
                  <a:pt x="260388" y="686979"/>
                  <a:pt x="263858" y="689398"/>
                </a:cubicBezTo>
                <a:cubicBezTo>
                  <a:pt x="285502" y="685946"/>
                  <a:pt x="309796" y="686055"/>
                  <a:pt x="329863" y="681923"/>
                </a:cubicBezTo>
                <a:cubicBezTo>
                  <a:pt x="347847" y="678227"/>
                  <a:pt x="365705" y="677167"/>
                  <a:pt x="383562" y="677167"/>
                </a:cubicBezTo>
                <a:cubicBezTo>
                  <a:pt x="403250" y="677167"/>
                  <a:pt x="422938" y="678445"/>
                  <a:pt x="442751" y="678907"/>
                </a:cubicBezTo>
                <a:cubicBezTo>
                  <a:pt x="445528" y="678961"/>
                  <a:pt x="448999" y="683772"/>
                  <a:pt x="449946" y="686517"/>
                </a:cubicBezTo>
                <a:cubicBezTo>
                  <a:pt x="450829" y="689316"/>
                  <a:pt x="452343" y="692796"/>
                  <a:pt x="445402" y="694861"/>
                </a:cubicBezTo>
                <a:lnTo>
                  <a:pt x="399969" y="699835"/>
                </a:lnTo>
                <a:cubicBezTo>
                  <a:pt x="398013" y="698612"/>
                  <a:pt x="395931" y="698177"/>
                  <a:pt x="393659" y="698177"/>
                </a:cubicBezTo>
                <a:cubicBezTo>
                  <a:pt x="390945" y="698177"/>
                  <a:pt x="388042" y="698802"/>
                  <a:pt x="385140" y="699454"/>
                </a:cubicBezTo>
                <a:cubicBezTo>
                  <a:pt x="382237" y="700080"/>
                  <a:pt x="379335" y="700732"/>
                  <a:pt x="376621" y="700732"/>
                </a:cubicBezTo>
                <a:cubicBezTo>
                  <a:pt x="373908" y="700732"/>
                  <a:pt x="371194" y="700052"/>
                  <a:pt x="368859" y="697987"/>
                </a:cubicBezTo>
                <a:cubicBezTo>
                  <a:pt x="355418" y="699862"/>
                  <a:pt x="341916" y="701710"/>
                  <a:pt x="328538" y="703695"/>
                </a:cubicBezTo>
                <a:lnTo>
                  <a:pt x="323995" y="705679"/>
                </a:lnTo>
                <a:lnTo>
                  <a:pt x="328853" y="707663"/>
                </a:lnTo>
                <a:cubicBezTo>
                  <a:pt x="332765" y="708260"/>
                  <a:pt x="336930" y="708777"/>
                  <a:pt x="341031" y="708832"/>
                </a:cubicBezTo>
                <a:cubicBezTo>
                  <a:pt x="353210" y="708995"/>
                  <a:pt x="362613" y="708968"/>
                  <a:pt x="351948" y="716986"/>
                </a:cubicBezTo>
                <a:cubicBezTo>
                  <a:pt x="347342" y="720464"/>
                  <a:pt x="357817" y="720736"/>
                  <a:pt x="362928" y="720763"/>
                </a:cubicBezTo>
                <a:lnTo>
                  <a:pt x="496072" y="720957"/>
                </a:lnTo>
                <a:lnTo>
                  <a:pt x="490237" y="725065"/>
                </a:lnTo>
                <a:lnTo>
                  <a:pt x="495423" y="731944"/>
                </a:lnTo>
                <a:lnTo>
                  <a:pt x="469813" y="734146"/>
                </a:lnTo>
                <a:cubicBezTo>
                  <a:pt x="495910" y="734740"/>
                  <a:pt x="576577" y="733998"/>
                  <a:pt x="554640" y="747162"/>
                </a:cubicBezTo>
                <a:cubicBezTo>
                  <a:pt x="526653" y="763938"/>
                  <a:pt x="498936" y="764061"/>
                  <a:pt x="494127" y="764705"/>
                </a:cubicBezTo>
                <a:lnTo>
                  <a:pt x="494537" y="764961"/>
                </a:lnTo>
                <a:lnTo>
                  <a:pt x="494776" y="764729"/>
                </a:lnTo>
                <a:lnTo>
                  <a:pt x="495316" y="765447"/>
                </a:lnTo>
                <a:lnTo>
                  <a:pt x="494537" y="764961"/>
                </a:lnTo>
                <a:lnTo>
                  <a:pt x="486914" y="772348"/>
                </a:lnTo>
                <a:lnTo>
                  <a:pt x="500836" y="779213"/>
                </a:lnTo>
                <a:lnTo>
                  <a:pt x="500826" y="779180"/>
                </a:lnTo>
                <a:lnTo>
                  <a:pt x="502679" y="778832"/>
                </a:lnTo>
                <a:lnTo>
                  <a:pt x="510768" y="774528"/>
                </a:lnTo>
                <a:lnTo>
                  <a:pt x="513740" y="776756"/>
                </a:lnTo>
                <a:lnTo>
                  <a:pt x="502679" y="778832"/>
                </a:lnTo>
                <a:lnTo>
                  <a:pt x="501422" y="779501"/>
                </a:lnTo>
                <a:lnTo>
                  <a:pt x="500836" y="779213"/>
                </a:lnTo>
                <a:lnTo>
                  <a:pt x="503149" y="786724"/>
                </a:lnTo>
                <a:cubicBezTo>
                  <a:pt x="498989" y="788880"/>
                  <a:pt x="490614" y="791057"/>
                  <a:pt x="480187" y="794398"/>
                </a:cubicBezTo>
                <a:cubicBezTo>
                  <a:pt x="502609" y="809194"/>
                  <a:pt x="539512" y="801004"/>
                  <a:pt x="563934" y="810209"/>
                </a:cubicBezTo>
                <a:cubicBezTo>
                  <a:pt x="548480" y="827776"/>
                  <a:pt x="517035" y="804097"/>
                  <a:pt x="506715" y="820354"/>
                </a:cubicBezTo>
                <a:cubicBezTo>
                  <a:pt x="512821" y="822654"/>
                  <a:pt x="522223" y="824313"/>
                  <a:pt x="524113" y="827233"/>
                </a:cubicBezTo>
                <a:cubicBezTo>
                  <a:pt x="534974" y="844083"/>
                  <a:pt x="639251" y="829954"/>
                  <a:pt x="683610" y="838169"/>
                </a:cubicBezTo>
                <a:lnTo>
                  <a:pt x="677180" y="845271"/>
                </a:lnTo>
                <a:cubicBezTo>
                  <a:pt x="707059" y="851729"/>
                  <a:pt x="709921" y="825080"/>
                  <a:pt x="753632" y="838961"/>
                </a:cubicBezTo>
                <a:cubicBezTo>
                  <a:pt x="760197" y="841051"/>
                  <a:pt x="760184" y="841553"/>
                  <a:pt x="797005" y="841646"/>
                </a:cubicBezTo>
                <a:lnTo>
                  <a:pt x="856776" y="841632"/>
                </a:lnTo>
                <a:lnTo>
                  <a:pt x="857772" y="845926"/>
                </a:lnTo>
                <a:cubicBezTo>
                  <a:pt x="863009" y="848535"/>
                  <a:pt x="868500" y="851172"/>
                  <a:pt x="875125" y="851172"/>
                </a:cubicBezTo>
                <a:cubicBezTo>
                  <a:pt x="878091" y="851172"/>
                  <a:pt x="881310" y="850628"/>
                  <a:pt x="884779" y="849296"/>
                </a:cubicBezTo>
                <a:cubicBezTo>
                  <a:pt x="891405" y="846768"/>
                  <a:pt x="899419" y="844485"/>
                  <a:pt x="906612" y="844485"/>
                </a:cubicBezTo>
                <a:cubicBezTo>
                  <a:pt x="909199" y="844485"/>
                  <a:pt x="911661" y="844784"/>
                  <a:pt x="913933" y="845437"/>
                </a:cubicBezTo>
                <a:cubicBezTo>
                  <a:pt x="935388" y="851797"/>
                  <a:pt x="958104" y="851199"/>
                  <a:pt x="981263" y="851443"/>
                </a:cubicBezTo>
                <a:lnTo>
                  <a:pt x="988077" y="854950"/>
                </a:lnTo>
                <a:lnTo>
                  <a:pt x="983218" y="856879"/>
                </a:lnTo>
                <a:cubicBezTo>
                  <a:pt x="966496" y="857504"/>
                  <a:pt x="949712" y="857912"/>
                  <a:pt x="932989" y="858564"/>
                </a:cubicBezTo>
                <a:lnTo>
                  <a:pt x="928572" y="860467"/>
                </a:lnTo>
                <a:lnTo>
                  <a:pt x="933683" y="862288"/>
                </a:lnTo>
                <a:cubicBezTo>
                  <a:pt x="946620" y="862532"/>
                  <a:pt x="959682" y="863674"/>
                  <a:pt x="972617" y="863674"/>
                </a:cubicBezTo>
                <a:cubicBezTo>
                  <a:pt x="984544" y="863674"/>
                  <a:pt x="996344" y="862723"/>
                  <a:pt x="1007702" y="859190"/>
                </a:cubicBezTo>
                <a:lnTo>
                  <a:pt x="1017545" y="860657"/>
                </a:lnTo>
                <a:cubicBezTo>
                  <a:pt x="1021963" y="862478"/>
                  <a:pt x="1026127" y="863267"/>
                  <a:pt x="1030229" y="863267"/>
                </a:cubicBezTo>
                <a:cubicBezTo>
                  <a:pt x="1035530" y="863267"/>
                  <a:pt x="1040578" y="861934"/>
                  <a:pt x="1045816" y="859869"/>
                </a:cubicBezTo>
                <a:cubicBezTo>
                  <a:pt x="1049223" y="858510"/>
                  <a:pt x="1053072" y="857776"/>
                  <a:pt x="1056479" y="857776"/>
                </a:cubicBezTo>
                <a:cubicBezTo>
                  <a:pt x="1060960" y="857776"/>
                  <a:pt x="1064747" y="858999"/>
                  <a:pt x="1066260" y="861554"/>
                </a:cubicBezTo>
                <a:cubicBezTo>
                  <a:pt x="1068721" y="865713"/>
                  <a:pt x="1071056" y="867344"/>
                  <a:pt x="1075410" y="867344"/>
                </a:cubicBezTo>
                <a:cubicBezTo>
                  <a:pt x="1078249" y="867344"/>
                  <a:pt x="1081910" y="866663"/>
                  <a:pt x="1086957" y="865522"/>
                </a:cubicBezTo>
                <a:cubicBezTo>
                  <a:pt x="1093646" y="864027"/>
                  <a:pt x="1098064" y="863212"/>
                  <a:pt x="1101661" y="863212"/>
                </a:cubicBezTo>
                <a:cubicBezTo>
                  <a:pt x="1107907" y="863212"/>
                  <a:pt x="1111694" y="865685"/>
                  <a:pt x="1120464" y="871584"/>
                </a:cubicBezTo>
                <a:cubicBezTo>
                  <a:pt x="1122926" y="873214"/>
                  <a:pt x="1125071" y="873812"/>
                  <a:pt x="1127090" y="873812"/>
                </a:cubicBezTo>
                <a:cubicBezTo>
                  <a:pt x="1129740" y="873812"/>
                  <a:pt x="1132138" y="872806"/>
                  <a:pt x="1134663" y="871746"/>
                </a:cubicBezTo>
                <a:cubicBezTo>
                  <a:pt x="1140847" y="869219"/>
                  <a:pt x="1146210" y="865495"/>
                  <a:pt x="1153530" y="865495"/>
                </a:cubicBezTo>
                <a:cubicBezTo>
                  <a:pt x="1156938" y="865495"/>
                  <a:pt x="1160850" y="866310"/>
                  <a:pt x="1165394" y="868430"/>
                </a:cubicBezTo>
                <a:lnTo>
                  <a:pt x="1177382" y="868621"/>
                </a:lnTo>
                <a:cubicBezTo>
                  <a:pt x="1190381" y="864462"/>
                  <a:pt x="1203759" y="863293"/>
                  <a:pt x="1217326" y="863293"/>
                </a:cubicBezTo>
                <a:cubicBezTo>
                  <a:pt x="1226098" y="863293"/>
                  <a:pt x="1234994" y="863783"/>
                  <a:pt x="1243829" y="864272"/>
                </a:cubicBezTo>
                <a:cubicBezTo>
                  <a:pt x="1252726" y="864761"/>
                  <a:pt x="1261560" y="865251"/>
                  <a:pt x="1270394" y="865251"/>
                </a:cubicBezTo>
                <a:cubicBezTo>
                  <a:pt x="1275632" y="867778"/>
                  <a:pt x="1280491" y="868702"/>
                  <a:pt x="1285223" y="868702"/>
                </a:cubicBezTo>
                <a:cubicBezTo>
                  <a:pt x="1293553" y="868702"/>
                  <a:pt x="1301441" y="865794"/>
                  <a:pt x="1309897" y="863810"/>
                </a:cubicBezTo>
                <a:cubicBezTo>
                  <a:pt x="1311852" y="863348"/>
                  <a:pt x="1313936" y="863130"/>
                  <a:pt x="1316018" y="863130"/>
                </a:cubicBezTo>
                <a:cubicBezTo>
                  <a:pt x="1324094" y="863130"/>
                  <a:pt x="1332739" y="866365"/>
                  <a:pt x="1339491" y="870714"/>
                </a:cubicBezTo>
                <a:cubicBezTo>
                  <a:pt x="1345674" y="874736"/>
                  <a:pt x="1352175" y="880689"/>
                  <a:pt x="1360378" y="881531"/>
                </a:cubicBezTo>
                <a:cubicBezTo>
                  <a:pt x="1378551" y="883380"/>
                  <a:pt x="1398176" y="881287"/>
                  <a:pt x="1414961" y="887484"/>
                </a:cubicBezTo>
                <a:cubicBezTo>
                  <a:pt x="1415276" y="887592"/>
                  <a:pt x="1415718" y="887646"/>
                  <a:pt x="1416160" y="887646"/>
                </a:cubicBezTo>
                <a:cubicBezTo>
                  <a:pt x="1419504" y="887646"/>
                  <a:pt x="1426508" y="885227"/>
                  <a:pt x="1431620" y="884494"/>
                </a:cubicBezTo>
                <a:cubicBezTo>
                  <a:pt x="1439255" y="883434"/>
                  <a:pt x="1447079" y="882700"/>
                  <a:pt x="1454778" y="881858"/>
                </a:cubicBezTo>
                <a:cubicBezTo>
                  <a:pt x="1455787" y="878704"/>
                  <a:pt x="1459763" y="876340"/>
                  <a:pt x="1466010" y="876068"/>
                </a:cubicBezTo>
                <a:cubicBezTo>
                  <a:pt x="1473520" y="875742"/>
                  <a:pt x="1480966" y="875524"/>
                  <a:pt x="1488348" y="875524"/>
                </a:cubicBezTo>
                <a:cubicBezTo>
                  <a:pt x="1514661" y="875524"/>
                  <a:pt x="1539776" y="878107"/>
                  <a:pt x="1562745" y="886342"/>
                </a:cubicBezTo>
                <a:cubicBezTo>
                  <a:pt x="1566090" y="887538"/>
                  <a:pt x="1569181" y="888082"/>
                  <a:pt x="1571894" y="888082"/>
                </a:cubicBezTo>
                <a:cubicBezTo>
                  <a:pt x="1578142" y="888082"/>
                  <a:pt x="1582748" y="885282"/>
                  <a:pt x="1584768" y="880824"/>
                </a:cubicBezTo>
                <a:cubicBezTo>
                  <a:pt x="1586030" y="878134"/>
                  <a:pt x="1590131" y="876340"/>
                  <a:pt x="1595306" y="876340"/>
                </a:cubicBezTo>
                <a:cubicBezTo>
                  <a:pt x="1596441" y="876340"/>
                  <a:pt x="1597703" y="876421"/>
                  <a:pt x="1598965" y="876612"/>
                </a:cubicBezTo>
                <a:cubicBezTo>
                  <a:pt x="1608810" y="878134"/>
                  <a:pt x="1618274" y="880390"/>
                  <a:pt x="1627677" y="882483"/>
                </a:cubicBezTo>
                <a:cubicBezTo>
                  <a:pt x="1633230" y="883733"/>
                  <a:pt x="1634112" y="885635"/>
                  <a:pt x="1629759" y="886804"/>
                </a:cubicBezTo>
                <a:cubicBezTo>
                  <a:pt x="1622502" y="888761"/>
                  <a:pt x="1614804" y="890310"/>
                  <a:pt x="1607358" y="892077"/>
                </a:cubicBezTo>
                <a:cubicBezTo>
                  <a:pt x="1600038" y="893843"/>
                  <a:pt x="1592782" y="895664"/>
                  <a:pt x="1585462" y="897485"/>
                </a:cubicBezTo>
                <a:cubicBezTo>
                  <a:pt x="1590194" y="900366"/>
                  <a:pt x="1596505" y="900530"/>
                  <a:pt x="1602878" y="900530"/>
                </a:cubicBezTo>
                <a:lnTo>
                  <a:pt x="1604266" y="900530"/>
                </a:lnTo>
                <a:cubicBezTo>
                  <a:pt x="1604708" y="900530"/>
                  <a:pt x="1605213" y="900530"/>
                  <a:pt x="1605654" y="900530"/>
                </a:cubicBezTo>
                <a:cubicBezTo>
                  <a:pt x="1606728" y="900530"/>
                  <a:pt x="1607800" y="900530"/>
                  <a:pt x="1608872" y="900557"/>
                </a:cubicBezTo>
                <a:cubicBezTo>
                  <a:pt x="1616256" y="900720"/>
                  <a:pt x="1619032" y="903003"/>
                  <a:pt x="1622755" y="905613"/>
                </a:cubicBezTo>
                <a:cubicBezTo>
                  <a:pt x="1629506" y="910369"/>
                  <a:pt x="1634112" y="912706"/>
                  <a:pt x="1637962" y="912706"/>
                </a:cubicBezTo>
                <a:cubicBezTo>
                  <a:pt x="1641244" y="912706"/>
                  <a:pt x="1643957" y="910967"/>
                  <a:pt x="1647049" y="907569"/>
                </a:cubicBezTo>
                <a:cubicBezTo>
                  <a:pt x="1658849" y="894387"/>
                  <a:pt x="1683584" y="891832"/>
                  <a:pt x="1707373" y="888408"/>
                </a:cubicBezTo>
                <a:cubicBezTo>
                  <a:pt x="1707943" y="888326"/>
                  <a:pt x="1708510" y="888299"/>
                  <a:pt x="1709141" y="888299"/>
                </a:cubicBezTo>
                <a:cubicBezTo>
                  <a:pt x="1713621" y="888299"/>
                  <a:pt x="1719678" y="890229"/>
                  <a:pt x="1724097" y="891642"/>
                </a:cubicBezTo>
                <a:cubicBezTo>
                  <a:pt x="1728198" y="893001"/>
                  <a:pt x="1721888" y="898437"/>
                  <a:pt x="1713684" y="900665"/>
                </a:cubicBezTo>
                <a:cubicBezTo>
                  <a:pt x="1710087" y="901644"/>
                  <a:pt x="1705734" y="902106"/>
                  <a:pt x="1702515" y="903302"/>
                </a:cubicBezTo>
                <a:cubicBezTo>
                  <a:pt x="1698856" y="904634"/>
                  <a:pt x="1700496" y="910288"/>
                  <a:pt x="1704346" y="911266"/>
                </a:cubicBezTo>
                <a:cubicBezTo>
                  <a:pt x="1722518" y="915941"/>
                  <a:pt x="1741323" y="919012"/>
                  <a:pt x="1761137" y="919012"/>
                </a:cubicBezTo>
                <a:cubicBezTo>
                  <a:pt x="1768330" y="919012"/>
                  <a:pt x="1775650" y="918604"/>
                  <a:pt x="1783096" y="917735"/>
                </a:cubicBezTo>
                <a:cubicBezTo>
                  <a:pt x="1785746" y="917435"/>
                  <a:pt x="1787513" y="914772"/>
                  <a:pt x="1789090" y="913059"/>
                </a:cubicBezTo>
                <a:cubicBezTo>
                  <a:pt x="1791174" y="910722"/>
                  <a:pt x="1789406" y="908521"/>
                  <a:pt x="1784295" y="908113"/>
                </a:cubicBezTo>
                <a:cubicBezTo>
                  <a:pt x="1773946" y="907298"/>
                  <a:pt x="1763345" y="906835"/>
                  <a:pt x="1752871" y="906563"/>
                </a:cubicBezTo>
                <a:cubicBezTo>
                  <a:pt x="1745677" y="906373"/>
                  <a:pt x="1739682" y="904960"/>
                  <a:pt x="1739934" y="901644"/>
                </a:cubicBezTo>
                <a:cubicBezTo>
                  <a:pt x="1740124" y="898953"/>
                  <a:pt x="1743280" y="895691"/>
                  <a:pt x="1747317" y="893789"/>
                </a:cubicBezTo>
                <a:cubicBezTo>
                  <a:pt x="1762904" y="886532"/>
                  <a:pt x="1781392" y="882428"/>
                  <a:pt x="1803794" y="882020"/>
                </a:cubicBezTo>
                <a:cubicBezTo>
                  <a:pt x="1806823" y="881966"/>
                  <a:pt x="1809852" y="881939"/>
                  <a:pt x="1812880" y="881939"/>
                </a:cubicBezTo>
                <a:cubicBezTo>
                  <a:pt x="1813889" y="881939"/>
                  <a:pt x="1814963" y="881939"/>
                  <a:pt x="1815972" y="881939"/>
                </a:cubicBezTo>
                <a:lnTo>
                  <a:pt x="1818749" y="881939"/>
                </a:lnTo>
                <a:cubicBezTo>
                  <a:pt x="1834714" y="881939"/>
                  <a:pt x="1850678" y="881667"/>
                  <a:pt x="1864688" y="876394"/>
                </a:cubicBezTo>
                <a:cubicBezTo>
                  <a:pt x="1865065" y="876259"/>
                  <a:pt x="1865634" y="876204"/>
                  <a:pt x="1866201" y="876204"/>
                </a:cubicBezTo>
                <a:cubicBezTo>
                  <a:pt x="1868788" y="876204"/>
                  <a:pt x="1873017" y="877237"/>
                  <a:pt x="1876171" y="877590"/>
                </a:cubicBezTo>
                <a:cubicBezTo>
                  <a:pt x="1875036" y="879248"/>
                  <a:pt x="1874721" y="881178"/>
                  <a:pt x="1872701" y="882564"/>
                </a:cubicBezTo>
                <a:cubicBezTo>
                  <a:pt x="1865950" y="887157"/>
                  <a:pt x="1867211" y="894931"/>
                  <a:pt x="1849101" y="895257"/>
                </a:cubicBezTo>
                <a:cubicBezTo>
                  <a:pt x="1844115" y="895338"/>
                  <a:pt x="1839257" y="898899"/>
                  <a:pt x="1834587" y="900991"/>
                </a:cubicBezTo>
                <a:lnTo>
                  <a:pt x="1831243" y="903465"/>
                </a:lnTo>
                <a:cubicBezTo>
                  <a:pt x="1833956" y="904688"/>
                  <a:pt x="1836796" y="906074"/>
                  <a:pt x="1840140" y="906672"/>
                </a:cubicBezTo>
                <a:cubicBezTo>
                  <a:pt x="1842664" y="907107"/>
                  <a:pt x="1845062" y="907325"/>
                  <a:pt x="1847334" y="907325"/>
                </a:cubicBezTo>
                <a:cubicBezTo>
                  <a:pt x="1859449" y="907325"/>
                  <a:pt x="1868221" y="901861"/>
                  <a:pt x="1879832" y="900883"/>
                </a:cubicBezTo>
                <a:cubicBezTo>
                  <a:pt x="1880337" y="906428"/>
                  <a:pt x="1879075" y="912516"/>
                  <a:pt x="1895670" y="912516"/>
                </a:cubicBezTo>
                <a:cubicBezTo>
                  <a:pt x="1896427" y="912516"/>
                  <a:pt x="1897248" y="912516"/>
                  <a:pt x="1898131" y="912462"/>
                </a:cubicBezTo>
                <a:cubicBezTo>
                  <a:pt x="1900024" y="912407"/>
                  <a:pt x="1902359" y="912271"/>
                  <a:pt x="1904504" y="912271"/>
                </a:cubicBezTo>
                <a:cubicBezTo>
                  <a:pt x="1907029" y="912271"/>
                  <a:pt x="1909300" y="912434"/>
                  <a:pt x="1910498" y="913005"/>
                </a:cubicBezTo>
                <a:cubicBezTo>
                  <a:pt x="1915862" y="915615"/>
                  <a:pt x="1920784" y="916892"/>
                  <a:pt x="1925455" y="916892"/>
                </a:cubicBezTo>
                <a:cubicBezTo>
                  <a:pt x="1930818" y="916892"/>
                  <a:pt x="1935803" y="915180"/>
                  <a:pt x="1940724" y="911810"/>
                </a:cubicBezTo>
                <a:cubicBezTo>
                  <a:pt x="1943880" y="909662"/>
                  <a:pt x="1947160" y="908602"/>
                  <a:pt x="1950758" y="908602"/>
                </a:cubicBezTo>
                <a:cubicBezTo>
                  <a:pt x="1953913" y="908602"/>
                  <a:pt x="1957320" y="909418"/>
                  <a:pt x="1961044" y="911021"/>
                </a:cubicBezTo>
                <a:cubicBezTo>
                  <a:pt x="1963693" y="912163"/>
                  <a:pt x="1966218" y="912597"/>
                  <a:pt x="1968742" y="912597"/>
                </a:cubicBezTo>
                <a:cubicBezTo>
                  <a:pt x="1973727" y="912597"/>
                  <a:pt x="1978460" y="910912"/>
                  <a:pt x="1983507" y="909690"/>
                </a:cubicBezTo>
                <a:cubicBezTo>
                  <a:pt x="1992341" y="907542"/>
                  <a:pt x="2001113" y="906292"/>
                  <a:pt x="2010011" y="906292"/>
                </a:cubicBezTo>
                <a:cubicBezTo>
                  <a:pt x="2018908" y="906292"/>
                  <a:pt x="2027616" y="907488"/>
                  <a:pt x="2036702" y="910205"/>
                </a:cubicBezTo>
                <a:cubicBezTo>
                  <a:pt x="2046420" y="913114"/>
                  <a:pt x="2056768" y="916267"/>
                  <a:pt x="2068190" y="916267"/>
                </a:cubicBezTo>
                <a:cubicBezTo>
                  <a:pt x="2073932" y="916267"/>
                  <a:pt x="2079927" y="915451"/>
                  <a:pt x="2086174" y="913412"/>
                </a:cubicBezTo>
                <a:cubicBezTo>
                  <a:pt x="2086489" y="913304"/>
                  <a:pt x="2086931" y="913250"/>
                  <a:pt x="2087499" y="913250"/>
                </a:cubicBezTo>
                <a:cubicBezTo>
                  <a:pt x="2090023" y="913250"/>
                  <a:pt x="2094504" y="914391"/>
                  <a:pt x="2097217" y="915261"/>
                </a:cubicBezTo>
                <a:cubicBezTo>
                  <a:pt x="2106240" y="918224"/>
                  <a:pt x="2115642" y="919610"/>
                  <a:pt x="2124855" y="919610"/>
                </a:cubicBezTo>
                <a:cubicBezTo>
                  <a:pt x="2133690" y="919610"/>
                  <a:pt x="2142461" y="918333"/>
                  <a:pt x="2150601" y="915968"/>
                </a:cubicBezTo>
                <a:cubicBezTo>
                  <a:pt x="2159562" y="913359"/>
                  <a:pt x="2169280" y="912815"/>
                  <a:pt x="2179186" y="912815"/>
                </a:cubicBezTo>
                <a:cubicBezTo>
                  <a:pt x="2182782" y="912815"/>
                  <a:pt x="2186379" y="912896"/>
                  <a:pt x="2189976" y="912951"/>
                </a:cubicBezTo>
                <a:cubicBezTo>
                  <a:pt x="2193574" y="913032"/>
                  <a:pt x="2197170" y="913086"/>
                  <a:pt x="2200766" y="913086"/>
                </a:cubicBezTo>
                <a:cubicBezTo>
                  <a:pt x="2212882" y="913086"/>
                  <a:pt x="2224620" y="912244"/>
                  <a:pt x="2234842" y="907759"/>
                </a:cubicBezTo>
                <a:cubicBezTo>
                  <a:pt x="2243234" y="910668"/>
                  <a:pt x="2251185" y="913739"/>
                  <a:pt x="2254088" y="918794"/>
                </a:cubicBezTo>
                <a:cubicBezTo>
                  <a:pt x="2258126" y="918930"/>
                  <a:pt x="2262228" y="918957"/>
                  <a:pt x="2266266" y="919230"/>
                </a:cubicBezTo>
                <a:cubicBezTo>
                  <a:pt x="2267024" y="919283"/>
                  <a:pt x="2269106" y="919283"/>
                  <a:pt x="2272009" y="919283"/>
                </a:cubicBezTo>
                <a:cubicBezTo>
                  <a:pt x="2281789" y="919283"/>
                  <a:pt x="2300404" y="919066"/>
                  <a:pt x="2304128" y="919039"/>
                </a:cubicBezTo>
                <a:cubicBezTo>
                  <a:pt x="2305326" y="919039"/>
                  <a:pt x="2306462" y="919039"/>
                  <a:pt x="2307661" y="919039"/>
                </a:cubicBezTo>
                <a:cubicBezTo>
                  <a:pt x="2312835" y="919039"/>
                  <a:pt x="2318072" y="919203"/>
                  <a:pt x="2323058" y="919691"/>
                </a:cubicBezTo>
                <a:cubicBezTo>
                  <a:pt x="2329053" y="920262"/>
                  <a:pt x="2329874" y="921920"/>
                  <a:pt x="2326402" y="923932"/>
                </a:cubicBezTo>
                <a:cubicBezTo>
                  <a:pt x="2319272" y="928063"/>
                  <a:pt x="2319651" y="930536"/>
                  <a:pt x="2332587" y="931053"/>
                </a:cubicBezTo>
                <a:cubicBezTo>
                  <a:pt x="2333596" y="931080"/>
                  <a:pt x="2334606" y="931107"/>
                  <a:pt x="2335552" y="931107"/>
                </a:cubicBezTo>
                <a:cubicBezTo>
                  <a:pt x="2352337" y="931107"/>
                  <a:pt x="2364326" y="925127"/>
                  <a:pt x="2379471" y="923143"/>
                </a:cubicBezTo>
                <a:cubicBezTo>
                  <a:pt x="2377073" y="920588"/>
                  <a:pt x="2371330" y="917299"/>
                  <a:pt x="2372908" y="915615"/>
                </a:cubicBezTo>
                <a:cubicBezTo>
                  <a:pt x="2374738" y="913658"/>
                  <a:pt x="2381112" y="912760"/>
                  <a:pt x="2387864" y="912760"/>
                </a:cubicBezTo>
                <a:cubicBezTo>
                  <a:pt x="2395436" y="912760"/>
                  <a:pt x="2403450" y="913875"/>
                  <a:pt x="2406164" y="915914"/>
                </a:cubicBezTo>
                <a:cubicBezTo>
                  <a:pt x="2407614" y="917000"/>
                  <a:pt x="2408119" y="917299"/>
                  <a:pt x="2408056" y="917299"/>
                </a:cubicBezTo>
                <a:cubicBezTo>
                  <a:pt x="2408056" y="917299"/>
                  <a:pt x="2407804" y="917218"/>
                  <a:pt x="2407425" y="917109"/>
                </a:cubicBezTo>
                <a:cubicBezTo>
                  <a:pt x="2407046" y="917000"/>
                  <a:pt x="2406542" y="916919"/>
                  <a:pt x="2405974" y="916919"/>
                </a:cubicBezTo>
                <a:cubicBezTo>
                  <a:pt x="2404900" y="916919"/>
                  <a:pt x="2403638" y="917245"/>
                  <a:pt x="2402503" y="918468"/>
                </a:cubicBezTo>
                <a:cubicBezTo>
                  <a:pt x="2399663" y="921513"/>
                  <a:pt x="2397707" y="924339"/>
                  <a:pt x="2405721" y="924774"/>
                </a:cubicBezTo>
                <a:cubicBezTo>
                  <a:pt x="2410454" y="925046"/>
                  <a:pt x="2415250" y="925100"/>
                  <a:pt x="2420046" y="925100"/>
                </a:cubicBezTo>
                <a:cubicBezTo>
                  <a:pt x="2423768" y="925100"/>
                  <a:pt x="2427492" y="925046"/>
                  <a:pt x="2431214" y="925018"/>
                </a:cubicBezTo>
                <a:cubicBezTo>
                  <a:pt x="2434874" y="924964"/>
                  <a:pt x="2438597" y="924937"/>
                  <a:pt x="2442257" y="924937"/>
                </a:cubicBezTo>
                <a:cubicBezTo>
                  <a:pt x="2442889" y="924937"/>
                  <a:pt x="2443456" y="924937"/>
                  <a:pt x="2444088" y="924937"/>
                </a:cubicBezTo>
                <a:cubicBezTo>
                  <a:pt x="2454751" y="924991"/>
                  <a:pt x="2465479" y="924937"/>
                  <a:pt x="2476142" y="925372"/>
                </a:cubicBezTo>
                <a:cubicBezTo>
                  <a:pt x="2478351" y="925454"/>
                  <a:pt x="2480560" y="925481"/>
                  <a:pt x="2482705" y="925481"/>
                </a:cubicBezTo>
                <a:cubicBezTo>
                  <a:pt x="2483905" y="925481"/>
                  <a:pt x="2485104" y="925481"/>
                  <a:pt x="2486239" y="925481"/>
                </a:cubicBezTo>
                <a:cubicBezTo>
                  <a:pt x="2487438" y="925481"/>
                  <a:pt x="2488574" y="925481"/>
                  <a:pt x="2489773" y="925481"/>
                </a:cubicBezTo>
                <a:cubicBezTo>
                  <a:pt x="2497597" y="925481"/>
                  <a:pt x="2505360" y="925780"/>
                  <a:pt x="2512931" y="928416"/>
                </a:cubicBezTo>
                <a:cubicBezTo>
                  <a:pt x="2515013" y="929150"/>
                  <a:pt x="2517032" y="929422"/>
                  <a:pt x="2518989" y="929422"/>
                </a:cubicBezTo>
                <a:cubicBezTo>
                  <a:pt x="2522901" y="929422"/>
                  <a:pt x="2526562" y="928280"/>
                  <a:pt x="2530410" y="927166"/>
                </a:cubicBezTo>
                <a:cubicBezTo>
                  <a:pt x="2534196" y="926052"/>
                  <a:pt x="2538108" y="924910"/>
                  <a:pt x="2542400" y="924910"/>
                </a:cubicBezTo>
                <a:cubicBezTo>
                  <a:pt x="2543788" y="924910"/>
                  <a:pt x="2545239" y="925046"/>
                  <a:pt x="2546753" y="925317"/>
                </a:cubicBezTo>
                <a:lnTo>
                  <a:pt x="2553064" y="925616"/>
                </a:lnTo>
                <a:cubicBezTo>
                  <a:pt x="2559185" y="926894"/>
                  <a:pt x="2563160" y="929096"/>
                  <a:pt x="2562466" y="932547"/>
                </a:cubicBezTo>
                <a:cubicBezTo>
                  <a:pt x="2560257" y="943555"/>
                  <a:pt x="2560132" y="943963"/>
                  <a:pt x="2573319" y="943963"/>
                </a:cubicBezTo>
                <a:lnTo>
                  <a:pt x="2575086" y="943963"/>
                </a:lnTo>
                <a:cubicBezTo>
                  <a:pt x="2583730" y="943963"/>
                  <a:pt x="2593512" y="943175"/>
                  <a:pt x="2602346" y="943175"/>
                </a:cubicBezTo>
                <a:cubicBezTo>
                  <a:pt x="2608656" y="943175"/>
                  <a:pt x="2614525" y="943582"/>
                  <a:pt x="2619005" y="944941"/>
                </a:cubicBezTo>
                <a:cubicBezTo>
                  <a:pt x="2631878" y="948882"/>
                  <a:pt x="2644814" y="949453"/>
                  <a:pt x="2657813" y="949453"/>
                </a:cubicBezTo>
                <a:cubicBezTo>
                  <a:pt x="2660526" y="949453"/>
                  <a:pt x="2663303" y="949453"/>
                  <a:pt x="2666017" y="949399"/>
                </a:cubicBezTo>
                <a:cubicBezTo>
                  <a:pt x="2668730" y="949399"/>
                  <a:pt x="2671443" y="949345"/>
                  <a:pt x="2674156" y="949345"/>
                </a:cubicBezTo>
                <a:cubicBezTo>
                  <a:pt x="2676365" y="949345"/>
                  <a:pt x="2678637" y="949345"/>
                  <a:pt x="2680845" y="949426"/>
                </a:cubicBezTo>
                <a:cubicBezTo>
                  <a:pt x="2683874" y="949480"/>
                  <a:pt x="2687029" y="949535"/>
                  <a:pt x="2690184" y="949535"/>
                </a:cubicBezTo>
                <a:lnTo>
                  <a:pt x="2689490" y="949779"/>
                </a:lnTo>
                <a:cubicBezTo>
                  <a:pt x="2697125" y="949779"/>
                  <a:pt x="2704760" y="949426"/>
                  <a:pt x="2710881" y="947931"/>
                </a:cubicBezTo>
                <a:cubicBezTo>
                  <a:pt x="2722050" y="945186"/>
                  <a:pt x="2715110" y="938636"/>
                  <a:pt x="2716876" y="933798"/>
                </a:cubicBezTo>
                <a:cubicBezTo>
                  <a:pt x="2718454" y="929449"/>
                  <a:pt x="2722304" y="926079"/>
                  <a:pt x="2728865" y="923388"/>
                </a:cubicBezTo>
                <a:cubicBezTo>
                  <a:pt x="2731390" y="922328"/>
                  <a:pt x="2735301" y="921893"/>
                  <a:pt x="2738708" y="921621"/>
                </a:cubicBezTo>
                <a:lnTo>
                  <a:pt x="2742054" y="924040"/>
                </a:lnTo>
                <a:cubicBezTo>
                  <a:pt x="2742684" y="926052"/>
                  <a:pt x="2742369" y="928144"/>
                  <a:pt x="2742684" y="930183"/>
                </a:cubicBezTo>
                <a:cubicBezTo>
                  <a:pt x="2744136" y="939478"/>
                  <a:pt x="2745209" y="943256"/>
                  <a:pt x="2752024" y="943256"/>
                </a:cubicBezTo>
                <a:cubicBezTo>
                  <a:pt x="2756441" y="943256"/>
                  <a:pt x="2763319" y="941680"/>
                  <a:pt x="2774298" y="939016"/>
                </a:cubicBezTo>
                <a:cubicBezTo>
                  <a:pt x="2785026" y="936434"/>
                  <a:pt x="2795942" y="934042"/>
                  <a:pt x="2806733" y="931569"/>
                </a:cubicBezTo>
                <a:lnTo>
                  <a:pt x="2808247" y="928987"/>
                </a:lnTo>
                <a:cubicBezTo>
                  <a:pt x="2817018" y="923959"/>
                  <a:pt x="2821436" y="921513"/>
                  <a:pt x="2826106" y="921513"/>
                </a:cubicBezTo>
                <a:cubicBezTo>
                  <a:pt x="2829955" y="921513"/>
                  <a:pt x="2833994" y="923225"/>
                  <a:pt x="2840808" y="926568"/>
                </a:cubicBezTo>
                <a:cubicBezTo>
                  <a:pt x="2848318" y="930264"/>
                  <a:pt x="2855700" y="931705"/>
                  <a:pt x="2863398" y="931705"/>
                </a:cubicBezTo>
                <a:cubicBezTo>
                  <a:pt x="2869014" y="931705"/>
                  <a:pt x="2874757" y="930944"/>
                  <a:pt x="2880941" y="929666"/>
                </a:cubicBezTo>
                <a:cubicBezTo>
                  <a:pt x="2888702" y="928090"/>
                  <a:pt x="2899934" y="927220"/>
                  <a:pt x="2903152" y="924366"/>
                </a:cubicBezTo>
                <a:cubicBezTo>
                  <a:pt x="2910977" y="917354"/>
                  <a:pt x="2919118" y="911972"/>
                  <a:pt x="2935902" y="911972"/>
                </a:cubicBezTo>
                <a:cubicBezTo>
                  <a:pt x="2937606" y="911972"/>
                  <a:pt x="2939373" y="912027"/>
                  <a:pt x="2941203" y="912136"/>
                </a:cubicBezTo>
                <a:cubicBezTo>
                  <a:pt x="2941203" y="912136"/>
                  <a:pt x="2941266" y="912136"/>
                  <a:pt x="2941328" y="912136"/>
                </a:cubicBezTo>
                <a:cubicBezTo>
                  <a:pt x="2943475" y="912136"/>
                  <a:pt x="2947766" y="909390"/>
                  <a:pt x="2948271" y="907759"/>
                </a:cubicBezTo>
                <a:cubicBezTo>
                  <a:pt x="2949343" y="904389"/>
                  <a:pt x="2951552" y="902269"/>
                  <a:pt x="2955275" y="902269"/>
                </a:cubicBezTo>
                <a:lnTo>
                  <a:pt x="2957674" y="902950"/>
                </a:lnTo>
                <a:lnTo>
                  <a:pt x="2956978" y="903465"/>
                </a:lnTo>
                <a:cubicBezTo>
                  <a:pt x="2959692" y="904688"/>
                  <a:pt x="2962531" y="906074"/>
                  <a:pt x="2965875" y="906672"/>
                </a:cubicBezTo>
                <a:lnTo>
                  <a:pt x="2971887" y="907217"/>
                </a:lnTo>
                <a:lnTo>
                  <a:pt x="2988466" y="912380"/>
                </a:lnTo>
                <a:cubicBezTo>
                  <a:pt x="2993578" y="912380"/>
                  <a:pt x="2999194" y="911266"/>
                  <a:pt x="3005882" y="908412"/>
                </a:cubicBezTo>
                <a:lnTo>
                  <a:pt x="3007318" y="908217"/>
                </a:lnTo>
                <a:lnTo>
                  <a:pt x="3007452" y="908779"/>
                </a:lnTo>
                <a:cubicBezTo>
                  <a:pt x="3009275" y="910994"/>
                  <a:pt x="3013108" y="912516"/>
                  <a:pt x="3021406" y="912516"/>
                </a:cubicBezTo>
                <a:cubicBezTo>
                  <a:pt x="3022162" y="912516"/>
                  <a:pt x="3022983" y="912516"/>
                  <a:pt x="3023866" y="912462"/>
                </a:cubicBezTo>
                <a:cubicBezTo>
                  <a:pt x="3025760" y="912407"/>
                  <a:pt x="3028094" y="912271"/>
                  <a:pt x="3030239" y="912271"/>
                </a:cubicBezTo>
                <a:cubicBezTo>
                  <a:pt x="3032764" y="912271"/>
                  <a:pt x="3035035" y="912434"/>
                  <a:pt x="3036233" y="913005"/>
                </a:cubicBezTo>
                <a:cubicBezTo>
                  <a:pt x="3041597" y="915615"/>
                  <a:pt x="3046520" y="916892"/>
                  <a:pt x="3051190" y="916892"/>
                </a:cubicBezTo>
                <a:cubicBezTo>
                  <a:pt x="3056553" y="916892"/>
                  <a:pt x="3061538" y="915180"/>
                  <a:pt x="3066459" y="911810"/>
                </a:cubicBezTo>
                <a:cubicBezTo>
                  <a:pt x="3069615" y="909662"/>
                  <a:pt x="3072896" y="908602"/>
                  <a:pt x="3076492" y="908602"/>
                </a:cubicBezTo>
                <a:cubicBezTo>
                  <a:pt x="3079648" y="908602"/>
                  <a:pt x="3083055" y="909418"/>
                  <a:pt x="3086779" y="911021"/>
                </a:cubicBezTo>
                <a:cubicBezTo>
                  <a:pt x="3089428" y="912163"/>
                  <a:pt x="3091953" y="912597"/>
                  <a:pt x="3094477" y="912597"/>
                </a:cubicBezTo>
                <a:cubicBezTo>
                  <a:pt x="3099462" y="912597"/>
                  <a:pt x="3104195" y="910912"/>
                  <a:pt x="3109242" y="909690"/>
                </a:cubicBezTo>
                <a:cubicBezTo>
                  <a:pt x="3118076" y="907542"/>
                  <a:pt x="3126848" y="906292"/>
                  <a:pt x="3135746" y="906292"/>
                </a:cubicBezTo>
                <a:cubicBezTo>
                  <a:pt x="3144643" y="906292"/>
                  <a:pt x="3153351" y="907488"/>
                  <a:pt x="3162437" y="910205"/>
                </a:cubicBezTo>
                <a:cubicBezTo>
                  <a:pt x="3172155" y="913114"/>
                  <a:pt x="3182503" y="916267"/>
                  <a:pt x="3193925" y="916267"/>
                </a:cubicBezTo>
                <a:cubicBezTo>
                  <a:pt x="3199667" y="916267"/>
                  <a:pt x="3205662" y="915451"/>
                  <a:pt x="3211909" y="913412"/>
                </a:cubicBezTo>
                <a:cubicBezTo>
                  <a:pt x="3212224" y="913304"/>
                  <a:pt x="3212666" y="913250"/>
                  <a:pt x="3213234" y="913250"/>
                </a:cubicBezTo>
                <a:cubicBezTo>
                  <a:pt x="3215758" y="913250"/>
                  <a:pt x="3220239" y="914391"/>
                  <a:pt x="3222952" y="915261"/>
                </a:cubicBezTo>
                <a:cubicBezTo>
                  <a:pt x="3231976" y="918224"/>
                  <a:pt x="3241377" y="919610"/>
                  <a:pt x="3250590" y="919610"/>
                </a:cubicBezTo>
                <a:cubicBezTo>
                  <a:pt x="3259425" y="919610"/>
                  <a:pt x="3268196" y="918333"/>
                  <a:pt x="3276336" y="915968"/>
                </a:cubicBezTo>
                <a:cubicBezTo>
                  <a:pt x="3285297" y="913359"/>
                  <a:pt x="3295014" y="912815"/>
                  <a:pt x="3304921" y="912815"/>
                </a:cubicBezTo>
                <a:cubicBezTo>
                  <a:pt x="3308517" y="912815"/>
                  <a:pt x="3312114" y="912896"/>
                  <a:pt x="3315712" y="912951"/>
                </a:cubicBezTo>
                <a:cubicBezTo>
                  <a:pt x="3319308" y="913032"/>
                  <a:pt x="3322904" y="913086"/>
                  <a:pt x="3326502" y="913086"/>
                </a:cubicBezTo>
                <a:cubicBezTo>
                  <a:pt x="3338617" y="913086"/>
                  <a:pt x="3350355" y="912244"/>
                  <a:pt x="3360576" y="907759"/>
                </a:cubicBezTo>
                <a:cubicBezTo>
                  <a:pt x="3368969" y="910668"/>
                  <a:pt x="3376920" y="913739"/>
                  <a:pt x="3379823" y="918794"/>
                </a:cubicBezTo>
                <a:cubicBezTo>
                  <a:pt x="3383862" y="918930"/>
                  <a:pt x="3387964" y="918957"/>
                  <a:pt x="3392001" y="919230"/>
                </a:cubicBezTo>
                <a:cubicBezTo>
                  <a:pt x="3392759" y="919283"/>
                  <a:pt x="3394841" y="919283"/>
                  <a:pt x="3397744" y="919283"/>
                </a:cubicBezTo>
                <a:lnTo>
                  <a:pt x="3400855" y="919259"/>
                </a:lnTo>
                <a:lnTo>
                  <a:pt x="3400710" y="919637"/>
                </a:lnTo>
                <a:cubicBezTo>
                  <a:pt x="3400521" y="921132"/>
                  <a:pt x="3404432" y="922763"/>
                  <a:pt x="3406515" y="924312"/>
                </a:cubicBezTo>
                <a:lnTo>
                  <a:pt x="3410365" y="921866"/>
                </a:lnTo>
                <a:lnTo>
                  <a:pt x="3413661" y="919162"/>
                </a:lnTo>
                <a:lnTo>
                  <a:pt x="3429863" y="919039"/>
                </a:lnTo>
                <a:cubicBezTo>
                  <a:pt x="3431061" y="919039"/>
                  <a:pt x="3432197" y="919039"/>
                  <a:pt x="3433396" y="919039"/>
                </a:cubicBezTo>
                <a:cubicBezTo>
                  <a:pt x="3438570" y="919039"/>
                  <a:pt x="3443808" y="919203"/>
                  <a:pt x="3448793" y="919691"/>
                </a:cubicBezTo>
                <a:cubicBezTo>
                  <a:pt x="3454788" y="920262"/>
                  <a:pt x="3455608" y="921920"/>
                  <a:pt x="3452137" y="923932"/>
                </a:cubicBezTo>
                <a:cubicBezTo>
                  <a:pt x="3445007" y="928063"/>
                  <a:pt x="3445386" y="930536"/>
                  <a:pt x="3458322" y="931053"/>
                </a:cubicBezTo>
                <a:cubicBezTo>
                  <a:pt x="3459331" y="931080"/>
                  <a:pt x="3460341" y="931107"/>
                  <a:pt x="3461287" y="931107"/>
                </a:cubicBezTo>
                <a:cubicBezTo>
                  <a:pt x="3478072" y="931107"/>
                  <a:pt x="3490061" y="925127"/>
                  <a:pt x="3505206" y="923143"/>
                </a:cubicBezTo>
                <a:cubicBezTo>
                  <a:pt x="3502808" y="920588"/>
                  <a:pt x="3497066" y="917299"/>
                  <a:pt x="3498644" y="915615"/>
                </a:cubicBezTo>
                <a:cubicBezTo>
                  <a:pt x="3500473" y="913658"/>
                  <a:pt x="3506846" y="912760"/>
                  <a:pt x="3513599" y="912760"/>
                </a:cubicBezTo>
                <a:cubicBezTo>
                  <a:pt x="3521170" y="912760"/>
                  <a:pt x="3529185" y="913875"/>
                  <a:pt x="3531898" y="915914"/>
                </a:cubicBezTo>
                <a:cubicBezTo>
                  <a:pt x="3533349" y="917000"/>
                  <a:pt x="3533854" y="917299"/>
                  <a:pt x="3533791" y="917299"/>
                </a:cubicBezTo>
                <a:cubicBezTo>
                  <a:pt x="3533791" y="917299"/>
                  <a:pt x="3533539" y="917218"/>
                  <a:pt x="3533160" y="917109"/>
                </a:cubicBezTo>
                <a:cubicBezTo>
                  <a:pt x="3532781" y="917000"/>
                  <a:pt x="3532277" y="916919"/>
                  <a:pt x="3531709" y="916919"/>
                </a:cubicBezTo>
                <a:cubicBezTo>
                  <a:pt x="3530636" y="916919"/>
                  <a:pt x="3529374" y="917245"/>
                  <a:pt x="3528238" y="918468"/>
                </a:cubicBezTo>
                <a:cubicBezTo>
                  <a:pt x="3525398" y="921513"/>
                  <a:pt x="3523442" y="924339"/>
                  <a:pt x="3531456" y="924774"/>
                </a:cubicBezTo>
                <a:cubicBezTo>
                  <a:pt x="3536189" y="925046"/>
                  <a:pt x="3540985" y="925100"/>
                  <a:pt x="3545780" y="925100"/>
                </a:cubicBezTo>
                <a:cubicBezTo>
                  <a:pt x="3549503" y="925100"/>
                  <a:pt x="3553227" y="925046"/>
                  <a:pt x="3556949" y="925018"/>
                </a:cubicBezTo>
                <a:cubicBezTo>
                  <a:pt x="3560610" y="924964"/>
                  <a:pt x="3564332" y="924937"/>
                  <a:pt x="3567992" y="924937"/>
                </a:cubicBezTo>
                <a:cubicBezTo>
                  <a:pt x="3568624" y="924937"/>
                  <a:pt x="3569191" y="924937"/>
                  <a:pt x="3569822" y="924937"/>
                </a:cubicBezTo>
                <a:cubicBezTo>
                  <a:pt x="3580486" y="924991"/>
                  <a:pt x="3591214" y="924937"/>
                  <a:pt x="3601878" y="925372"/>
                </a:cubicBezTo>
                <a:cubicBezTo>
                  <a:pt x="3604086" y="925454"/>
                  <a:pt x="3606295" y="925481"/>
                  <a:pt x="3608440" y="925481"/>
                </a:cubicBezTo>
                <a:cubicBezTo>
                  <a:pt x="3609640" y="925481"/>
                  <a:pt x="3610838" y="925481"/>
                  <a:pt x="3611974" y="925481"/>
                </a:cubicBezTo>
                <a:cubicBezTo>
                  <a:pt x="3613173" y="925481"/>
                  <a:pt x="3614309" y="925481"/>
                  <a:pt x="3615508" y="925481"/>
                </a:cubicBezTo>
                <a:cubicBezTo>
                  <a:pt x="3623332" y="925481"/>
                  <a:pt x="3631095" y="925780"/>
                  <a:pt x="3638666" y="928416"/>
                </a:cubicBezTo>
                <a:cubicBezTo>
                  <a:pt x="3640748" y="929150"/>
                  <a:pt x="3642767" y="929422"/>
                  <a:pt x="3644724" y="929422"/>
                </a:cubicBezTo>
                <a:cubicBezTo>
                  <a:pt x="3648636" y="929422"/>
                  <a:pt x="3652296" y="928280"/>
                  <a:pt x="3656146" y="927166"/>
                </a:cubicBezTo>
                <a:cubicBezTo>
                  <a:pt x="3659931" y="926052"/>
                  <a:pt x="3663844" y="924910"/>
                  <a:pt x="3668135" y="924910"/>
                </a:cubicBezTo>
                <a:cubicBezTo>
                  <a:pt x="3669523" y="924910"/>
                  <a:pt x="3670974" y="925046"/>
                  <a:pt x="3672488" y="925317"/>
                </a:cubicBezTo>
                <a:lnTo>
                  <a:pt x="3678799" y="925616"/>
                </a:lnTo>
                <a:cubicBezTo>
                  <a:pt x="3684920" y="926894"/>
                  <a:pt x="3688895" y="929096"/>
                  <a:pt x="3688200" y="932547"/>
                </a:cubicBezTo>
                <a:cubicBezTo>
                  <a:pt x="3685992" y="943555"/>
                  <a:pt x="3685866" y="943963"/>
                  <a:pt x="3699054" y="943963"/>
                </a:cubicBezTo>
                <a:lnTo>
                  <a:pt x="3700821" y="943963"/>
                </a:lnTo>
                <a:cubicBezTo>
                  <a:pt x="3709466" y="943963"/>
                  <a:pt x="3719247" y="943175"/>
                  <a:pt x="3728081" y="943175"/>
                </a:cubicBezTo>
                <a:cubicBezTo>
                  <a:pt x="3734391" y="943175"/>
                  <a:pt x="3740260" y="943582"/>
                  <a:pt x="3744740" y="944941"/>
                </a:cubicBezTo>
                <a:cubicBezTo>
                  <a:pt x="3757612" y="948882"/>
                  <a:pt x="3770549" y="949453"/>
                  <a:pt x="3783548" y="949453"/>
                </a:cubicBezTo>
                <a:cubicBezTo>
                  <a:pt x="3786262" y="949453"/>
                  <a:pt x="3789038" y="949453"/>
                  <a:pt x="3791752" y="949399"/>
                </a:cubicBezTo>
                <a:cubicBezTo>
                  <a:pt x="3794464" y="949399"/>
                  <a:pt x="3797178" y="949345"/>
                  <a:pt x="3799892" y="949345"/>
                </a:cubicBezTo>
                <a:cubicBezTo>
                  <a:pt x="3802100" y="949345"/>
                  <a:pt x="3804372" y="949345"/>
                  <a:pt x="3806580" y="949426"/>
                </a:cubicBezTo>
                <a:cubicBezTo>
                  <a:pt x="3809608" y="949480"/>
                  <a:pt x="3812764" y="949535"/>
                  <a:pt x="3815919" y="949535"/>
                </a:cubicBezTo>
                <a:lnTo>
                  <a:pt x="3815226" y="949779"/>
                </a:lnTo>
                <a:cubicBezTo>
                  <a:pt x="3822860" y="949779"/>
                  <a:pt x="3830495" y="949426"/>
                  <a:pt x="3836616" y="947931"/>
                </a:cubicBezTo>
                <a:cubicBezTo>
                  <a:pt x="3847786" y="945186"/>
                  <a:pt x="3840844" y="938636"/>
                  <a:pt x="3842611" y="933798"/>
                </a:cubicBezTo>
                <a:cubicBezTo>
                  <a:pt x="3844188" y="929449"/>
                  <a:pt x="3848039" y="926079"/>
                  <a:pt x="3854600" y="923388"/>
                </a:cubicBezTo>
                <a:cubicBezTo>
                  <a:pt x="3857125" y="922328"/>
                  <a:pt x="3861036" y="921893"/>
                  <a:pt x="3864444" y="921621"/>
                </a:cubicBezTo>
                <a:lnTo>
                  <a:pt x="3867789" y="924040"/>
                </a:lnTo>
                <a:cubicBezTo>
                  <a:pt x="3868419" y="926052"/>
                  <a:pt x="3868104" y="928144"/>
                  <a:pt x="3868419" y="930183"/>
                </a:cubicBezTo>
                <a:cubicBezTo>
                  <a:pt x="3869871" y="939478"/>
                  <a:pt x="3870944" y="943256"/>
                  <a:pt x="3877759" y="943256"/>
                </a:cubicBezTo>
                <a:cubicBezTo>
                  <a:pt x="3882176" y="943256"/>
                  <a:pt x="3889054" y="941680"/>
                  <a:pt x="3900034" y="939016"/>
                </a:cubicBezTo>
                <a:cubicBezTo>
                  <a:pt x="3910762" y="936434"/>
                  <a:pt x="3921677" y="934042"/>
                  <a:pt x="3932468" y="931569"/>
                </a:cubicBezTo>
                <a:lnTo>
                  <a:pt x="3933982" y="928987"/>
                </a:lnTo>
                <a:cubicBezTo>
                  <a:pt x="3942753" y="923959"/>
                  <a:pt x="3947171" y="921513"/>
                  <a:pt x="3951841" y="921513"/>
                </a:cubicBezTo>
                <a:cubicBezTo>
                  <a:pt x="3955690" y="921513"/>
                  <a:pt x="3959729" y="923225"/>
                  <a:pt x="3966543" y="926568"/>
                </a:cubicBezTo>
                <a:cubicBezTo>
                  <a:pt x="3974053" y="930264"/>
                  <a:pt x="3981435" y="931705"/>
                  <a:pt x="3989134" y="931705"/>
                </a:cubicBezTo>
                <a:cubicBezTo>
                  <a:pt x="3994749" y="931705"/>
                  <a:pt x="4000492" y="930944"/>
                  <a:pt x="4006676" y="929666"/>
                </a:cubicBezTo>
                <a:cubicBezTo>
                  <a:pt x="4014437" y="928090"/>
                  <a:pt x="4025669" y="927220"/>
                  <a:pt x="4028888" y="924366"/>
                </a:cubicBezTo>
                <a:cubicBezTo>
                  <a:pt x="4036712" y="917354"/>
                  <a:pt x="4044853" y="911972"/>
                  <a:pt x="4061638" y="911972"/>
                </a:cubicBezTo>
                <a:cubicBezTo>
                  <a:pt x="4063341" y="911972"/>
                  <a:pt x="4065108" y="912027"/>
                  <a:pt x="4066938" y="912136"/>
                </a:cubicBezTo>
                <a:cubicBezTo>
                  <a:pt x="4066938" y="912136"/>
                  <a:pt x="4067001" y="912136"/>
                  <a:pt x="4067064" y="912136"/>
                </a:cubicBezTo>
                <a:cubicBezTo>
                  <a:pt x="4069210" y="912136"/>
                  <a:pt x="4073501" y="909390"/>
                  <a:pt x="4074006" y="907759"/>
                </a:cubicBezTo>
                <a:lnTo>
                  <a:pt x="4079416" y="903519"/>
                </a:lnTo>
                <a:lnTo>
                  <a:pt x="4082231" y="902616"/>
                </a:lnTo>
                <a:lnTo>
                  <a:pt x="4089150" y="904579"/>
                </a:lnTo>
                <a:cubicBezTo>
                  <a:pt x="4097353" y="908521"/>
                  <a:pt x="4104799" y="912380"/>
                  <a:pt x="4114201" y="912380"/>
                </a:cubicBezTo>
                <a:cubicBezTo>
                  <a:pt x="4119313" y="912380"/>
                  <a:pt x="4124929" y="911266"/>
                  <a:pt x="4131617" y="908412"/>
                </a:cubicBezTo>
                <a:cubicBezTo>
                  <a:pt x="4134835" y="907026"/>
                  <a:pt x="4142218" y="906183"/>
                  <a:pt x="4148024" y="906183"/>
                </a:cubicBezTo>
                <a:cubicBezTo>
                  <a:pt x="4151368" y="906183"/>
                  <a:pt x="4154145" y="906482"/>
                  <a:pt x="4155280" y="907107"/>
                </a:cubicBezTo>
                <a:cubicBezTo>
                  <a:pt x="4160834" y="910233"/>
                  <a:pt x="4166450" y="911347"/>
                  <a:pt x="4171750" y="911347"/>
                </a:cubicBezTo>
                <a:cubicBezTo>
                  <a:pt x="4180205" y="911347"/>
                  <a:pt x="4188031" y="908548"/>
                  <a:pt x="4193709" y="906591"/>
                </a:cubicBezTo>
                <a:lnTo>
                  <a:pt x="4223718" y="901785"/>
                </a:lnTo>
                <a:lnTo>
                  <a:pt x="4239900" y="904362"/>
                </a:lnTo>
                <a:lnTo>
                  <a:pt x="4259306" y="902262"/>
                </a:lnTo>
                <a:lnTo>
                  <a:pt x="4260219" y="902351"/>
                </a:lnTo>
                <a:lnTo>
                  <a:pt x="4273540" y="903300"/>
                </a:lnTo>
                <a:lnTo>
                  <a:pt x="4284893" y="906102"/>
                </a:lnTo>
                <a:lnTo>
                  <a:pt x="4296440" y="905096"/>
                </a:lnTo>
                <a:lnTo>
                  <a:pt x="4297140" y="904982"/>
                </a:lnTo>
                <a:lnTo>
                  <a:pt x="4321995" y="906754"/>
                </a:lnTo>
                <a:cubicBezTo>
                  <a:pt x="4327612" y="906862"/>
                  <a:pt x="4333165" y="906889"/>
                  <a:pt x="4338780" y="906889"/>
                </a:cubicBezTo>
                <a:cubicBezTo>
                  <a:pt x="4341178" y="906889"/>
                  <a:pt x="4343513" y="906889"/>
                  <a:pt x="4345910" y="906889"/>
                </a:cubicBezTo>
                <a:cubicBezTo>
                  <a:pt x="4348245" y="906889"/>
                  <a:pt x="4350581" y="906889"/>
                  <a:pt x="4352852" y="906889"/>
                </a:cubicBezTo>
                <a:cubicBezTo>
                  <a:pt x="4359730" y="906889"/>
                  <a:pt x="4366545" y="906917"/>
                  <a:pt x="4373360" y="907107"/>
                </a:cubicBezTo>
                <a:cubicBezTo>
                  <a:pt x="4379544" y="907270"/>
                  <a:pt x="4383519" y="909608"/>
                  <a:pt x="4384339" y="912760"/>
                </a:cubicBezTo>
                <a:cubicBezTo>
                  <a:pt x="4392228" y="912869"/>
                  <a:pt x="4401062" y="913739"/>
                  <a:pt x="4408760" y="913739"/>
                </a:cubicBezTo>
                <a:cubicBezTo>
                  <a:pt x="4413430" y="913739"/>
                  <a:pt x="4417721" y="913440"/>
                  <a:pt x="4421128" y="912462"/>
                </a:cubicBezTo>
                <a:cubicBezTo>
                  <a:pt x="4444981" y="905694"/>
                  <a:pt x="4470032" y="907597"/>
                  <a:pt x="4494895" y="906563"/>
                </a:cubicBezTo>
                <a:cubicBezTo>
                  <a:pt x="4502782" y="906237"/>
                  <a:pt x="4510291" y="903792"/>
                  <a:pt x="4517989" y="902351"/>
                </a:cubicBezTo>
                <a:cubicBezTo>
                  <a:pt x="4521081" y="901753"/>
                  <a:pt x="4524363" y="901236"/>
                  <a:pt x="4527392" y="901236"/>
                </a:cubicBezTo>
                <a:cubicBezTo>
                  <a:pt x="4530421" y="901236"/>
                  <a:pt x="4533008" y="901726"/>
                  <a:pt x="4535279" y="903112"/>
                </a:cubicBezTo>
                <a:cubicBezTo>
                  <a:pt x="4536352" y="903764"/>
                  <a:pt x="4531809" y="906210"/>
                  <a:pt x="4530926" y="907950"/>
                </a:cubicBezTo>
                <a:cubicBezTo>
                  <a:pt x="4528969" y="911810"/>
                  <a:pt x="4526950" y="915696"/>
                  <a:pt x="4526445" y="919637"/>
                </a:cubicBezTo>
                <a:cubicBezTo>
                  <a:pt x="4526256" y="921132"/>
                  <a:pt x="4530168" y="922763"/>
                  <a:pt x="4532250" y="924312"/>
                </a:cubicBezTo>
                <a:lnTo>
                  <a:pt x="4536100" y="921866"/>
                </a:lnTo>
                <a:cubicBezTo>
                  <a:pt x="4541211" y="910776"/>
                  <a:pt x="4555598" y="906944"/>
                  <a:pt x="4575601" y="906944"/>
                </a:cubicBezTo>
                <a:cubicBezTo>
                  <a:pt x="4578188" y="906944"/>
                  <a:pt x="4580902" y="906999"/>
                  <a:pt x="4583741" y="907135"/>
                </a:cubicBezTo>
                <a:cubicBezTo>
                  <a:pt x="4596361" y="907678"/>
                  <a:pt x="4608982" y="906917"/>
                  <a:pt x="4620467" y="911021"/>
                </a:cubicBezTo>
                <a:cubicBezTo>
                  <a:pt x="4622423" y="911728"/>
                  <a:pt x="4625767" y="912054"/>
                  <a:pt x="4629112" y="912054"/>
                </a:cubicBezTo>
                <a:cubicBezTo>
                  <a:pt x="4632456" y="912054"/>
                  <a:pt x="4635675" y="911728"/>
                  <a:pt x="4637757" y="911102"/>
                </a:cubicBezTo>
                <a:cubicBezTo>
                  <a:pt x="4645455" y="908738"/>
                  <a:pt x="4654415" y="906672"/>
                  <a:pt x="4662367" y="906672"/>
                </a:cubicBezTo>
                <a:cubicBezTo>
                  <a:pt x="4666404" y="906672"/>
                  <a:pt x="4670127" y="907216"/>
                  <a:pt x="4673282" y="908521"/>
                </a:cubicBezTo>
                <a:cubicBezTo>
                  <a:pt x="4676943" y="910070"/>
                  <a:pt x="4680288" y="910614"/>
                  <a:pt x="4683317" y="910614"/>
                </a:cubicBezTo>
                <a:cubicBezTo>
                  <a:pt x="4687166" y="910614"/>
                  <a:pt x="4690572" y="909744"/>
                  <a:pt x="4693790" y="908847"/>
                </a:cubicBezTo>
                <a:cubicBezTo>
                  <a:pt x="4697009" y="907977"/>
                  <a:pt x="4699975" y="907080"/>
                  <a:pt x="4703003" y="907080"/>
                </a:cubicBezTo>
                <a:cubicBezTo>
                  <a:pt x="4704013" y="907080"/>
                  <a:pt x="4704960" y="907188"/>
                  <a:pt x="4705969" y="907406"/>
                </a:cubicBezTo>
                <a:cubicBezTo>
                  <a:pt x="4712028" y="908765"/>
                  <a:pt x="4717580" y="909281"/>
                  <a:pt x="4723070" y="909281"/>
                </a:cubicBezTo>
                <a:cubicBezTo>
                  <a:pt x="4730327" y="909281"/>
                  <a:pt x="4737394" y="908412"/>
                  <a:pt x="4745282" y="907461"/>
                </a:cubicBezTo>
                <a:cubicBezTo>
                  <a:pt x="4749952" y="906889"/>
                  <a:pt x="4754811" y="906700"/>
                  <a:pt x="4759733" y="906700"/>
                </a:cubicBezTo>
                <a:cubicBezTo>
                  <a:pt x="4769513" y="906700"/>
                  <a:pt x="4779609" y="907488"/>
                  <a:pt x="4789390" y="907896"/>
                </a:cubicBezTo>
                <a:cubicBezTo>
                  <a:pt x="4795385" y="908140"/>
                  <a:pt x="4794628" y="909907"/>
                  <a:pt x="4790716" y="912298"/>
                </a:cubicBezTo>
                <a:cubicBezTo>
                  <a:pt x="4787182" y="914500"/>
                  <a:pt x="4782890" y="918061"/>
                  <a:pt x="4784342" y="920181"/>
                </a:cubicBezTo>
                <a:cubicBezTo>
                  <a:pt x="4786046" y="922654"/>
                  <a:pt x="4788001" y="923496"/>
                  <a:pt x="4790084" y="923496"/>
                </a:cubicBezTo>
                <a:cubicBezTo>
                  <a:pt x="4793997" y="923496"/>
                  <a:pt x="4798414" y="920643"/>
                  <a:pt x="4802389" y="920208"/>
                </a:cubicBezTo>
                <a:cubicBezTo>
                  <a:pt x="4820626" y="918224"/>
                  <a:pt x="4841639" y="921485"/>
                  <a:pt x="4856846" y="913630"/>
                </a:cubicBezTo>
                <a:cubicBezTo>
                  <a:pt x="4858424" y="913685"/>
                  <a:pt x="4860001" y="913712"/>
                  <a:pt x="4861642" y="913712"/>
                </a:cubicBezTo>
                <a:cubicBezTo>
                  <a:pt x="4866059" y="913712"/>
                  <a:pt x="4870413" y="913522"/>
                  <a:pt x="4874893" y="913332"/>
                </a:cubicBezTo>
                <a:cubicBezTo>
                  <a:pt x="4879310" y="913141"/>
                  <a:pt x="4883727" y="912951"/>
                  <a:pt x="4888081" y="912951"/>
                </a:cubicBezTo>
                <a:cubicBezTo>
                  <a:pt x="4896474" y="912951"/>
                  <a:pt x="4904740" y="913630"/>
                  <a:pt x="4912881" y="916240"/>
                </a:cubicBezTo>
                <a:cubicBezTo>
                  <a:pt x="4919317" y="918333"/>
                  <a:pt x="4928655" y="918849"/>
                  <a:pt x="4936796" y="919012"/>
                </a:cubicBezTo>
                <a:cubicBezTo>
                  <a:pt x="4943611" y="919148"/>
                  <a:pt x="4950425" y="919175"/>
                  <a:pt x="4957303" y="919175"/>
                </a:cubicBezTo>
                <a:cubicBezTo>
                  <a:pt x="4961784" y="919175"/>
                  <a:pt x="4966327" y="919175"/>
                  <a:pt x="4970808" y="919148"/>
                </a:cubicBezTo>
                <a:cubicBezTo>
                  <a:pt x="4975288" y="919148"/>
                  <a:pt x="4979768" y="919121"/>
                  <a:pt x="4984312" y="919121"/>
                </a:cubicBezTo>
                <a:cubicBezTo>
                  <a:pt x="4987719" y="919121"/>
                  <a:pt x="4991189" y="919121"/>
                  <a:pt x="4994597" y="919148"/>
                </a:cubicBezTo>
                <a:cubicBezTo>
                  <a:pt x="4994976" y="919148"/>
                  <a:pt x="4995354" y="919148"/>
                  <a:pt x="4995733" y="919148"/>
                </a:cubicBezTo>
                <a:cubicBezTo>
                  <a:pt x="5008795" y="919148"/>
                  <a:pt x="5021289" y="917409"/>
                  <a:pt x="5033847" y="915642"/>
                </a:cubicBezTo>
                <a:cubicBezTo>
                  <a:pt x="5046341" y="913902"/>
                  <a:pt x="5058834" y="912136"/>
                  <a:pt x="5071897" y="912136"/>
                </a:cubicBezTo>
                <a:cubicBezTo>
                  <a:pt x="5075115" y="912136"/>
                  <a:pt x="5078333" y="912244"/>
                  <a:pt x="5081614" y="912462"/>
                </a:cubicBezTo>
                <a:lnTo>
                  <a:pt x="5086915" y="911021"/>
                </a:lnTo>
                <a:lnTo>
                  <a:pt x="5088744" y="909146"/>
                </a:lnTo>
                <a:lnTo>
                  <a:pt x="5084202" y="907080"/>
                </a:lnTo>
                <a:cubicBezTo>
                  <a:pt x="5078838" y="906346"/>
                  <a:pt x="5069499" y="906455"/>
                  <a:pt x="5071140" y="903275"/>
                </a:cubicBezTo>
                <a:cubicBezTo>
                  <a:pt x="5072528" y="900557"/>
                  <a:pt x="5077891" y="896453"/>
                  <a:pt x="5084391" y="896453"/>
                </a:cubicBezTo>
                <a:cubicBezTo>
                  <a:pt x="5085653" y="896453"/>
                  <a:pt x="5086915" y="896588"/>
                  <a:pt x="5088177" y="896915"/>
                </a:cubicBezTo>
                <a:cubicBezTo>
                  <a:pt x="5092721" y="898056"/>
                  <a:pt x="5096191" y="898872"/>
                  <a:pt x="5099410" y="898872"/>
                </a:cubicBezTo>
                <a:cubicBezTo>
                  <a:pt x="5102501" y="898872"/>
                  <a:pt x="5105403" y="898138"/>
                  <a:pt x="5109064" y="896289"/>
                </a:cubicBezTo>
                <a:cubicBezTo>
                  <a:pt x="5113166" y="894197"/>
                  <a:pt x="5116699" y="890283"/>
                  <a:pt x="5123136" y="890283"/>
                </a:cubicBezTo>
                <a:cubicBezTo>
                  <a:pt x="5124460" y="890283"/>
                  <a:pt x="5125848" y="890446"/>
                  <a:pt x="5127426" y="890799"/>
                </a:cubicBezTo>
                <a:cubicBezTo>
                  <a:pt x="5130834" y="891588"/>
                  <a:pt x="5130518" y="896235"/>
                  <a:pt x="5131654" y="899143"/>
                </a:cubicBezTo>
                <a:lnTo>
                  <a:pt x="5131654" y="902133"/>
                </a:lnTo>
                <a:cubicBezTo>
                  <a:pt x="5131654" y="902133"/>
                  <a:pt x="5139542" y="904743"/>
                  <a:pt x="5139542" y="904743"/>
                </a:cubicBezTo>
                <a:cubicBezTo>
                  <a:pt x="5145474" y="902976"/>
                  <a:pt x="5151847" y="900829"/>
                  <a:pt x="5158031" y="900829"/>
                </a:cubicBezTo>
                <a:cubicBezTo>
                  <a:pt x="5161438" y="900829"/>
                  <a:pt x="5164782" y="901481"/>
                  <a:pt x="5167874" y="903221"/>
                </a:cubicBezTo>
                <a:cubicBezTo>
                  <a:pt x="5170335" y="904579"/>
                  <a:pt x="5172543" y="905069"/>
                  <a:pt x="5174627" y="905069"/>
                </a:cubicBezTo>
                <a:cubicBezTo>
                  <a:pt x="5177339" y="905069"/>
                  <a:pt x="5179801" y="904253"/>
                  <a:pt x="5182198" y="903438"/>
                </a:cubicBezTo>
                <a:cubicBezTo>
                  <a:pt x="5184596" y="902623"/>
                  <a:pt x="5186931" y="901807"/>
                  <a:pt x="5189392" y="901807"/>
                </a:cubicBezTo>
                <a:cubicBezTo>
                  <a:pt x="5190781" y="901807"/>
                  <a:pt x="5192169" y="902079"/>
                  <a:pt x="5193683" y="902758"/>
                </a:cubicBezTo>
                <a:cubicBezTo>
                  <a:pt x="5196650" y="904145"/>
                  <a:pt x="5199236" y="904688"/>
                  <a:pt x="5201507" y="904688"/>
                </a:cubicBezTo>
                <a:cubicBezTo>
                  <a:pt x="5206177" y="904688"/>
                  <a:pt x="5209837" y="902514"/>
                  <a:pt x="5213876" y="900720"/>
                </a:cubicBezTo>
                <a:cubicBezTo>
                  <a:pt x="5222772" y="896752"/>
                  <a:pt x="5220880" y="891425"/>
                  <a:pt x="5222962" y="886505"/>
                </a:cubicBezTo>
                <a:cubicBezTo>
                  <a:pt x="5224034" y="883950"/>
                  <a:pt x="5228957" y="882618"/>
                  <a:pt x="5234257" y="882618"/>
                </a:cubicBezTo>
                <a:cubicBezTo>
                  <a:pt x="5235519" y="882618"/>
                  <a:pt x="5236782" y="882700"/>
                  <a:pt x="5237980" y="882836"/>
                </a:cubicBezTo>
                <a:cubicBezTo>
                  <a:pt x="5241325" y="883243"/>
                  <a:pt x="5245048" y="884983"/>
                  <a:pt x="5246436" y="886559"/>
                </a:cubicBezTo>
                <a:cubicBezTo>
                  <a:pt x="5248014" y="888326"/>
                  <a:pt x="5246941" y="890609"/>
                  <a:pt x="5247256" y="892675"/>
                </a:cubicBezTo>
                <a:cubicBezTo>
                  <a:pt x="5248203" y="899198"/>
                  <a:pt x="5249023" y="898437"/>
                  <a:pt x="5270919" y="903356"/>
                </a:cubicBezTo>
                <a:cubicBezTo>
                  <a:pt x="5278934" y="905150"/>
                  <a:pt x="5286443" y="906917"/>
                  <a:pt x="5293951" y="906917"/>
                </a:cubicBezTo>
                <a:cubicBezTo>
                  <a:pt x="5298053" y="906917"/>
                  <a:pt x="5302155" y="906401"/>
                  <a:pt x="5306383" y="905069"/>
                </a:cubicBezTo>
                <a:cubicBezTo>
                  <a:pt x="5316983" y="901753"/>
                  <a:pt x="5327396" y="899932"/>
                  <a:pt x="5337808" y="899932"/>
                </a:cubicBezTo>
                <a:cubicBezTo>
                  <a:pt x="5347021" y="899932"/>
                  <a:pt x="5356234" y="901345"/>
                  <a:pt x="5365635" y="904362"/>
                </a:cubicBezTo>
                <a:cubicBezTo>
                  <a:pt x="5374407" y="903547"/>
                  <a:pt x="5383304" y="901508"/>
                  <a:pt x="5392012" y="901508"/>
                </a:cubicBezTo>
                <a:cubicBezTo>
                  <a:pt x="5398385" y="901508"/>
                  <a:pt x="5404696" y="902596"/>
                  <a:pt x="5410628" y="906102"/>
                </a:cubicBezTo>
                <a:lnTo>
                  <a:pt x="5422175" y="905096"/>
                </a:lnTo>
                <a:cubicBezTo>
                  <a:pt x="5430252" y="901291"/>
                  <a:pt x="5439591" y="900665"/>
                  <a:pt x="5449371" y="900665"/>
                </a:cubicBezTo>
                <a:cubicBezTo>
                  <a:pt x="5452211" y="900665"/>
                  <a:pt x="5455114" y="900720"/>
                  <a:pt x="5458079" y="900747"/>
                </a:cubicBezTo>
                <a:cubicBezTo>
                  <a:pt x="5464516" y="900829"/>
                  <a:pt x="5470952" y="900856"/>
                  <a:pt x="5477326" y="900856"/>
                </a:cubicBezTo>
                <a:cubicBezTo>
                  <a:pt x="5481302" y="900856"/>
                  <a:pt x="5485276" y="900856"/>
                  <a:pt x="5489252" y="900856"/>
                </a:cubicBezTo>
                <a:cubicBezTo>
                  <a:pt x="5493101" y="900856"/>
                  <a:pt x="5496887" y="900856"/>
                  <a:pt x="5500736" y="900856"/>
                </a:cubicBezTo>
                <a:cubicBezTo>
                  <a:pt x="5503639" y="900856"/>
                  <a:pt x="5506542" y="900856"/>
                  <a:pt x="5509508" y="900856"/>
                </a:cubicBezTo>
                <a:cubicBezTo>
                  <a:pt x="5509634" y="900856"/>
                  <a:pt x="5509823" y="900856"/>
                  <a:pt x="5509950" y="900856"/>
                </a:cubicBezTo>
                <a:cubicBezTo>
                  <a:pt x="5521939" y="900856"/>
                  <a:pt x="5529574" y="898627"/>
                  <a:pt x="5531467" y="892376"/>
                </a:cubicBezTo>
                <a:cubicBezTo>
                  <a:pt x="5532035" y="890582"/>
                  <a:pt x="5533991" y="889712"/>
                  <a:pt x="5536452" y="889712"/>
                </a:cubicBezTo>
                <a:cubicBezTo>
                  <a:pt x="5537651" y="889712"/>
                  <a:pt x="5538913" y="889930"/>
                  <a:pt x="5540176" y="890337"/>
                </a:cubicBezTo>
                <a:cubicBezTo>
                  <a:pt x="5543898" y="891560"/>
                  <a:pt x="5547432" y="892946"/>
                  <a:pt x="5550398" y="892946"/>
                </a:cubicBezTo>
                <a:cubicBezTo>
                  <a:pt x="5553111" y="892946"/>
                  <a:pt x="5555320" y="891778"/>
                  <a:pt x="5556645" y="888217"/>
                </a:cubicBezTo>
                <a:lnTo>
                  <a:pt x="5559527" y="884176"/>
                </a:lnTo>
                <a:lnTo>
                  <a:pt x="5568687" y="886342"/>
                </a:lnTo>
                <a:cubicBezTo>
                  <a:pt x="5572032" y="887538"/>
                  <a:pt x="5575123" y="888082"/>
                  <a:pt x="5577837" y="888082"/>
                </a:cubicBezTo>
                <a:cubicBezTo>
                  <a:pt x="5584084" y="888082"/>
                  <a:pt x="5588690" y="885282"/>
                  <a:pt x="5590710" y="880824"/>
                </a:cubicBezTo>
                <a:cubicBezTo>
                  <a:pt x="5591972" y="878134"/>
                  <a:pt x="5596073" y="876340"/>
                  <a:pt x="5601248" y="876340"/>
                </a:cubicBezTo>
                <a:cubicBezTo>
                  <a:pt x="5602384" y="876340"/>
                  <a:pt x="5603645" y="876421"/>
                  <a:pt x="5604907" y="876612"/>
                </a:cubicBezTo>
                <a:cubicBezTo>
                  <a:pt x="5614752" y="878134"/>
                  <a:pt x="5624217" y="880390"/>
                  <a:pt x="5633619" y="882483"/>
                </a:cubicBezTo>
                <a:cubicBezTo>
                  <a:pt x="5639172" y="883733"/>
                  <a:pt x="5640055" y="885635"/>
                  <a:pt x="5635702" y="886804"/>
                </a:cubicBezTo>
                <a:cubicBezTo>
                  <a:pt x="5628444" y="888761"/>
                  <a:pt x="5620746" y="890310"/>
                  <a:pt x="5613300" y="892077"/>
                </a:cubicBezTo>
                <a:cubicBezTo>
                  <a:pt x="5605981" y="893843"/>
                  <a:pt x="5598724" y="895664"/>
                  <a:pt x="5591404" y="897485"/>
                </a:cubicBezTo>
                <a:cubicBezTo>
                  <a:pt x="5596136" y="900366"/>
                  <a:pt x="5602447" y="900530"/>
                  <a:pt x="5608820" y="900530"/>
                </a:cubicBezTo>
                <a:lnTo>
                  <a:pt x="5610208" y="900530"/>
                </a:lnTo>
                <a:cubicBezTo>
                  <a:pt x="5610650" y="900530"/>
                  <a:pt x="5611155" y="900530"/>
                  <a:pt x="5611596" y="900530"/>
                </a:cubicBezTo>
                <a:cubicBezTo>
                  <a:pt x="5612670" y="900530"/>
                  <a:pt x="5613742" y="900530"/>
                  <a:pt x="5614814" y="900557"/>
                </a:cubicBezTo>
                <a:cubicBezTo>
                  <a:pt x="5622198" y="900720"/>
                  <a:pt x="5624974" y="903003"/>
                  <a:pt x="5628697" y="905613"/>
                </a:cubicBezTo>
                <a:cubicBezTo>
                  <a:pt x="5635449" y="910369"/>
                  <a:pt x="5640055" y="912706"/>
                  <a:pt x="5643905" y="912706"/>
                </a:cubicBezTo>
                <a:cubicBezTo>
                  <a:pt x="5647186" y="912706"/>
                  <a:pt x="5649899" y="910967"/>
                  <a:pt x="5652991" y="907569"/>
                </a:cubicBezTo>
                <a:cubicBezTo>
                  <a:pt x="5664791" y="894387"/>
                  <a:pt x="5689527" y="891832"/>
                  <a:pt x="5713316" y="888408"/>
                </a:cubicBezTo>
                <a:cubicBezTo>
                  <a:pt x="5713885" y="888326"/>
                  <a:pt x="5714452" y="888299"/>
                  <a:pt x="5715083" y="888299"/>
                </a:cubicBezTo>
                <a:cubicBezTo>
                  <a:pt x="5719563" y="888299"/>
                  <a:pt x="5725621" y="890229"/>
                  <a:pt x="5730039" y="891642"/>
                </a:cubicBezTo>
                <a:cubicBezTo>
                  <a:pt x="5734140" y="893001"/>
                  <a:pt x="5727830" y="898437"/>
                  <a:pt x="5719626" y="900665"/>
                </a:cubicBezTo>
                <a:cubicBezTo>
                  <a:pt x="5716029" y="901644"/>
                  <a:pt x="5711676" y="902106"/>
                  <a:pt x="5708458" y="903302"/>
                </a:cubicBezTo>
                <a:cubicBezTo>
                  <a:pt x="5704798" y="904634"/>
                  <a:pt x="5706438" y="910288"/>
                  <a:pt x="5710288" y="911266"/>
                </a:cubicBezTo>
                <a:cubicBezTo>
                  <a:pt x="5728461" y="915941"/>
                  <a:pt x="5747265" y="919012"/>
                  <a:pt x="5767079" y="919012"/>
                </a:cubicBezTo>
                <a:cubicBezTo>
                  <a:pt x="5774273" y="919012"/>
                  <a:pt x="5781592" y="918604"/>
                  <a:pt x="5789038" y="917735"/>
                </a:cubicBezTo>
                <a:cubicBezTo>
                  <a:pt x="5791689" y="917435"/>
                  <a:pt x="5793455" y="914772"/>
                  <a:pt x="5795033" y="913059"/>
                </a:cubicBezTo>
                <a:cubicBezTo>
                  <a:pt x="5797116" y="910722"/>
                  <a:pt x="5795348" y="908521"/>
                  <a:pt x="5790237" y="908113"/>
                </a:cubicBezTo>
                <a:cubicBezTo>
                  <a:pt x="5779888" y="907298"/>
                  <a:pt x="5769287" y="906835"/>
                  <a:pt x="5758813" y="906563"/>
                </a:cubicBezTo>
                <a:cubicBezTo>
                  <a:pt x="5751619" y="906373"/>
                  <a:pt x="5745625" y="904960"/>
                  <a:pt x="5745877" y="901644"/>
                </a:cubicBezTo>
                <a:cubicBezTo>
                  <a:pt x="5746066" y="898953"/>
                  <a:pt x="5749222" y="895691"/>
                  <a:pt x="5753260" y="893789"/>
                </a:cubicBezTo>
                <a:cubicBezTo>
                  <a:pt x="5768846" y="886532"/>
                  <a:pt x="5787335" y="882428"/>
                  <a:pt x="5809736" y="882020"/>
                </a:cubicBezTo>
                <a:cubicBezTo>
                  <a:pt x="5812765" y="881966"/>
                  <a:pt x="5815794" y="881939"/>
                  <a:pt x="5818822" y="881939"/>
                </a:cubicBezTo>
                <a:cubicBezTo>
                  <a:pt x="5819831" y="881939"/>
                  <a:pt x="5820906" y="881939"/>
                  <a:pt x="5821915" y="881939"/>
                </a:cubicBezTo>
                <a:lnTo>
                  <a:pt x="5824691" y="881939"/>
                </a:lnTo>
                <a:cubicBezTo>
                  <a:pt x="5840656" y="881939"/>
                  <a:pt x="5856620" y="881667"/>
                  <a:pt x="5870630" y="876394"/>
                </a:cubicBezTo>
                <a:cubicBezTo>
                  <a:pt x="5871007" y="876259"/>
                  <a:pt x="5871576" y="876204"/>
                  <a:pt x="5872144" y="876204"/>
                </a:cubicBezTo>
                <a:cubicBezTo>
                  <a:pt x="5874731" y="876204"/>
                  <a:pt x="5878959" y="877237"/>
                  <a:pt x="5882114" y="877590"/>
                </a:cubicBezTo>
                <a:cubicBezTo>
                  <a:pt x="5880978" y="879248"/>
                  <a:pt x="5880663" y="881178"/>
                  <a:pt x="5878643" y="882564"/>
                </a:cubicBezTo>
                <a:cubicBezTo>
                  <a:pt x="5871892" y="887157"/>
                  <a:pt x="5873154" y="894931"/>
                  <a:pt x="5855043" y="895257"/>
                </a:cubicBezTo>
                <a:cubicBezTo>
                  <a:pt x="5850057" y="895338"/>
                  <a:pt x="5845199" y="898899"/>
                  <a:pt x="5840529" y="900991"/>
                </a:cubicBezTo>
                <a:lnTo>
                  <a:pt x="5837185" y="903465"/>
                </a:lnTo>
                <a:cubicBezTo>
                  <a:pt x="5839899" y="904688"/>
                  <a:pt x="5842738" y="906074"/>
                  <a:pt x="5846082" y="906672"/>
                </a:cubicBezTo>
                <a:cubicBezTo>
                  <a:pt x="5848606" y="907107"/>
                  <a:pt x="5851004" y="907325"/>
                  <a:pt x="5853276" y="907325"/>
                </a:cubicBezTo>
                <a:cubicBezTo>
                  <a:pt x="5865391" y="907325"/>
                  <a:pt x="5874164" y="901861"/>
                  <a:pt x="5885774" y="900883"/>
                </a:cubicBezTo>
                <a:cubicBezTo>
                  <a:pt x="5886279" y="906428"/>
                  <a:pt x="5885017" y="912516"/>
                  <a:pt x="5901613" y="912516"/>
                </a:cubicBezTo>
                <a:cubicBezTo>
                  <a:pt x="5902370" y="912516"/>
                  <a:pt x="5903190" y="912516"/>
                  <a:pt x="5904073" y="912462"/>
                </a:cubicBezTo>
                <a:cubicBezTo>
                  <a:pt x="5905967" y="912407"/>
                  <a:pt x="5908301" y="912271"/>
                  <a:pt x="5910446" y="912271"/>
                </a:cubicBezTo>
                <a:cubicBezTo>
                  <a:pt x="5912971" y="912271"/>
                  <a:pt x="5915242" y="912434"/>
                  <a:pt x="5916441" y="913005"/>
                </a:cubicBezTo>
                <a:cubicBezTo>
                  <a:pt x="5921804" y="915615"/>
                  <a:pt x="5926727" y="916892"/>
                  <a:pt x="5931397" y="916892"/>
                </a:cubicBezTo>
                <a:cubicBezTo>
                  <a:pt x="5936760" y="916892"/>
                  <a:pt x="5941745" y="915180"/>
                  <a:pt x="5946667" y="911810"/>
                </a:cubicBezTo>
                <a:cubicBezTo>
                  <a:pt x="5949822" y="909662"/>
                  <a:pt x="5953103" y="908602"/>
                  <a:pt x="5956700" y="908602"/>
                </a:cubicBezTo>
                <a:cubicBezTo>
                  <a:pt x="5959855" y="908602"/>
                  <a:pt x="5963262" y="909418"/>
                  <a:pt x="5966986" y="911021"/>
                </a:cubicBezTo>
                <a:cubicBezTo>
                  <a:pt x="5969635" y="912163"/>
                  <a:pt x="5972160" y="912597"/>
                  <a:pt x="5974684" y="912597"/>
                </a:cubicBezTo>
                <a:cubicBezTo>
                  <a:pt x="5979669" y="912597"/>
                  <a:pt x="5984402" y="910912"/>
                  <a:pt x="5989450" y="909690"/>
                </a:cubicBezTo>
                <a:cubicBezTo>
                  <a:pt x="5998283" y="907542"/>
                  <a:pt x="6007055" y="906292"/>
                  <a:pt x="6015953" y="906292"/>
                </a:cubicBezTo>
                <a:cubicBezTo>
                  <a:pt x="6024850" y="906292"/>
                  <a:pt x="6033558" y="907488"/>
                  <a:pt x="6042644" y="910205"/>
                </a:cubicBezTo>
                <a:cubicBezTo>
                  <a:pt x="6052362" y="913114"/>
                  <a:pt x="6062711" y="916267"/>
                  <a:pt x="6074132" y="916267"/>
                </a:cubicBezTo>
                <a:cubicBezTo>
                  <a:pt x="6079875" y="916267"/>
                  <a:pt x="6085869" y="915451"/>
                  <a:pt x="6092116" y="913412"/>
                </a:cubicBezTo>
                <a:cubicBezTo>
                  <a:pt x="6092432" y="913304"/>
                  <a:pt x="6092873" y="913250"/>
                  <a:pt x="6093442" y="913250"/>
                </a:cubicBezTo>
                <a:cubicBezTo>
                  <a:pt x="6095965" y="913250"/>
                  <a:pt x="6100446" y="914391"/>
                  <a:pt x="6103159" y="915261"/>
                </a:cubicBezTo>
                <a:cubicBezTo>
                  <a:pt x="6112183" y="918224"/>
                  <a:pt x="6121584" y="919610"/>
                  <a:pt x="6130797" y="919610"/>
                </a:cubicBezTo>
                <a:cubicBezTo>
                  <a:pt x="6139632" y="919610"/>
                  <a:pt x="6148403" y="918333"/>
                  <a:pt x="6156543" y="915968"/>
                </a:cubicBezTo>
                <a:cubicBezTo>
                  <a:pt x="6165504" y="913359"/>
                  <a:pt x="6175221" y="912815"/>
                  <a:pt x="6185128" y="912815"/>
                </a:cubicBezTo>
                <a:cubicBezTo>
                  <a:pt x="6188724" y="912815"/>
                  <a:pt x="6192321" y="912896"/>
                  <a:pt x="6195919" y="912951"/>
                </a:cubicBezTo>
                <a:cubicBezTo>
                  <a:pt x="6199515" y="913032"/>
                  <a:pt x="6203111" y="913086"/>
                  <a:pt x="6206708" y="913086"/>
                </a:cubicBezTo>
                <a:cubicBezTo>
                  <a:pt x="6218824" y="913086"/>
                  <a:pt x="6230562" y="912244"/>
                  <a:pt x="6240784" y="907759"/>
                </a:cubicBezTo>
                <a:cubicBezTo>
                  <a:pt x="6249176" y="910668"/>
                  <a:pt x="6257127" y="913739"/>
                  <a:pt x="6260030" y="918794"/>
                </a:cubicBezTo>
                <a:cubicBezTo>
                  <a:pt x="6264069" y="918930"/>
                  <a:pt x="6268170" y="918957"/>
                  <a:pt x="6272208" y="919230"/>
                </a:cubicBezTo>
                <a:cubicBezTo>
                  <a:pt x="6272966" y="919283"/>
                  <a:pt x="6275048" y="919283"/>
                  <a:pt x="6277951" y="919283"/>
                </a:cubicBezTo>
                <a:cubicBezTo>
                  <a:pt x="6287731" y="919283"/>
                  <a:pt x="6306347" y="919066"/>
                  <a:pt x="6310070" y="919039"/>
                </a:cubicBezTo>
                <a:cubicBezTo>
                  <a:pt x="6311268" y="919039"/>
                  <a:pt x="6312404" y="919039"/>
                  <a:pt x="6313603" y="919039"/>
                </a:cubicBezTo>
                <a:cubicBezTo>
                  <a:pt x="6318777" y="919039"/>
                  <a:pt x="6324015" y="919203"/>
                  <a:pt x="6329000" y="919691"/>
                </a:cubicBezTo>
                <a:cubicBezTo>
                  <a:pt x="6334995" y="920262"/>
                  <a:pt x="6335815" y="921920"/>
                  <a:pt x="6332344" y="923932"/>
                </a:cubicBezTo>
                <a:cubicBezTo>
                  <a:pt x="6325214" y="928063"/>
                  <a:pt x="6325593" y="930536"/>
                  <a:pt x="6338529" y="931053"/>
                </a:cubicBezTo>
                <a:cubicBezTo>
                  <a:pt x="6339538" y="931080"/>
                  <a:pt x="6340548" y="931107"/>
                  <a:pt x="6341494" y="931107"/>
                </a:cubicBezTo>
                <a:cubicBezTo>
                  <a:pt x="6358279" y="931107"/>
                  <a:pt x="6370268" y="925127"/>
                  <a:pt x="6385413" y="923143"/>
                </a:cubicBezTo>
                <a:cubicBezTo>
                  <a:pt x="6383015" y="920588"/>
                  <a:pt x="6377273" y="917299"/>
                  <a:pt x="6378850" y="915615"/>
                </a:cubicBezTo>
                <a:cubicBezTo>
                  <a:pt x="6380680" y="913658"/>
                  <a:pt x="6387054" y="912760"/>
                  <a:pt x="6393806" y="912760"/>
                </a:cubicBezTo>
                <a:cubicBezTo>
                  <a:pt x="6401378" y="912760"/>
                  <a:pt x="6409392" y="913875"/>
                  <a:pt x="6412105" y="915914"/>
                </a:cubicBezTo>
                <a:cubicBezTo>
                  <a:pt x="6413556" y="917000"/>
                  <a:pt x="6414061" y="917299"/>
                  <a:pt x="6413998" y="917299"/>
                </a:cubicBezTo>
                <a:cubicBezTo>
                  <a:pt x="6413998" y="917299"/>
                  <a:pt x="6413746" y="917218"/>
                  <a:pt x="6413367" y="917109"/>
                </a:cubicBezTo>
                <a:cubicBezTo>
                  <a:pt x="6412988" y="917000"/>
                  <a:pt x="6412484" y="916919"/>
                  <a:pt x="6411916" y="916919"/>
                </a:cubicBezTo>
                <a:cubicBezTo>
                  <a:pt x="6410843" y="916919"/>
                  <a:pt x="6409580" y="917245"/>
                  <a:pt x="6408445" y="918468"/>
                </a:cubicBezTo>
                <a:cubicBezTo>
                  <a:pt x="6405605" y="921513"/>
                  <a:pt x="6403649" y="924339"/>
                  <a:pt x="6411663" y="924774"/>
                </a:cubicBezTo>
                <a:cubicBezTo>
                  <a:pt x="6416396" y="925046"/>
                  <a:pt x="6421192" y="925100"/>
                  <a:pt x="6425988" y="925100"/>
                </a:cubicBezTo>
                <a:cubicBezTo>
                  <a:pt x="6429710" y="925100"/>
                  <a:pt x="6433434" y="925046"/>
                  <a:pt x="6437156" y="925018"/>
                </a:cubicBezTo>
                <a:cubicBezTo>
                  <a:pt x="6440817" y="924964"/>
                  <a:pt x="6444539" y="924937"/>
                  <a:pt x="6448199" y="924937"/>
                </a:cubicBezTo>
                <a:cubicBezTo>
                  <a:pt x="6448831" y="924937"/>
                  <a:pt x="6449398" y="924937"/>
                  <a:pt x="6450030" y="924937"/>
                </a:cubicBezTo>
                <a:cubicBezTo>
                  <a:pt x="6460693" y="924991"/>
                  <a:pt x="6471421" y="924937"/>
                  <a:pt x="6482085" y="925372"/>
                </a:cubicBezTo>
                <a:cubicBezTo>
                  <a:pt x="6484293" y="925454"/>
                  <a:pt x="6486502" y="925481"/>
                  <a:pt x="6488647" y="925481"/>
                </a:cubicBezTo>
                <a:cubicBezTo>
                  <a:pt x="6489847" y="925481"/>
                  <a:pt x="6491046" y="925481"/>
                  <a:pt x="6492181" y="925481"/>
                </a:cubicBezTo>
                <a:cubicBezTo>
                  <a:pt x="6493380" y="925481"/>
                  <a:pt x="6494516" y="925481"/>
                  <a:pt x="6495715" y="925481"/>
                </a:cubicBezTo>
                <a:cubicBezTo>
                  <a:pt x="6503539" y="925481"/>
                  <a:pt x="6511302" y="925780"/>
                  <a:pt x="6518873" y="928416"/>
                </a:cubicBezTo>
                <a:cubicBezTo>
                  <a:pt x="6520955" y="929150"/>
                  <a:pt x="6522974" y="929422"/>
                  <a:pt x="6524931" y="929422"/>
                </a:cubicBezTo>
                <a:cubicBezTo>
                  <a:pt x="6528843" y="929422"/>
                  <a:pt x="6532504" y="928280"/>
                  <a:pt x="6536353" y="927166"/>
                </a:cubicBezTo>
                <a:cubicBezTo>
                  <a:pt x="6540138" y="926052"/>
                  <a:pt x="6544051" y="924910"/>
                  <a:pt x="6548342" y="924910"/>
                </a:cubicBezTo>
                <a:cubicBezTo>
                  <a:pt x="6549730" y="924910"/>
                  <a:pt x="6551181" y="925046"/>
                  <a:pt x="6552695" y="925317"/>
                </a:cubicBezTo>
                <a:lnTo>
                  <a:pt x="6559006" y="925616"/>
                </a:lnTo>
                <a:cubicBezTo>
                  <a:pt x="6565127" y="926894"/>
                  <a:pt x="6569102" y="929096"/>
                  <a:pt x="6568407" y="932547"/>
                </a:cubicBezTo>
                <a:cubicBezTo>
                  <a:pt x="6566199" y="943555"/>
                  <a:pt x="6566074" y="943963"/>
                  <a:pt x="6579261" y="943963"/>
                </a:cubicBezTo>
                <a:lnTo>
                  <a:pt x="6581028" y="943963"/>
                </a:lnTo>
                <a:cubicBezTo>
                  <a:pt x="6589673" y="943963"/>
                  <a:pt x="6599454" y="943175"/>
                  <a:pt x="6608288" y="943175"/>
                </a:cubicBezTo>
                <a:cubicBezTo>
                  <a:pt x="6614598" y="943175"/>
                  <a:pt x="6620467" y="943582"/>
                  <a:pt x="6624947" y="944941"/>
                </a:cubicBezTo>
                <a:cubicBezTo>
                  <a:pt x="6637819" y="948882"/>
                  <a:pt x="6650756" y="949453"/>
                  <a:pt x="6663755" y="949453"/>
                </a:cubicBezTo>
                <a:cubicBezTo>
                  <a:pt x="6666469" y="949453"/>
                  <a:pt x="6669245" y="949453"/>
                  <a:pt x="6671959" y="949399"/>
                </a:cubicBezTo>
                <a:cubicBezTo>
                  <a:pt x="6674672" y="949399"/>
                  <a:pt x="6677385" y="949345"/>
                  <a:pt x="6680099" y="949345"/>
                </a:cubicBezTo>
                <a:cubicBezTo>
                  <a:pt x="6682307" y="949345"/>
                  <a:pt x="6684579" y="949345"/>
                  <a:pt x="6686787" y="949426"/>
                </a:cubicBezTo>
                <a:cubicBezTo>
                  <a:pt x="6689816" y="949480"/>
                  <a:pt x="6692971" y="949535"/>
                  <a:pt x="6696126" y="949535"/>
                </a:cubicBezTo>
                <a:lnTo>
                  <a:pt x="6695433" y="949779"/>
                </a:lnTo>
                <a:cubicBezTo>
                  <a:pt x="6703067" y="949779"/>
                  <a:pt x="6710702" y="949426"/>
                  <a:pt x="6716823" y="947931"/>
                </a:cubicBezTo>
                <a:cubicBezTo>
                  <a:pt x="6727993" y="945186"/>
                  <a:pt x="6721051" y="938636"/>
                  <a:pt x="6722818" y="933798"/>
                </a:cubicBezTo>
                <a:cubicBezTo>
                  <a:pt x="6724396" y="929449"/>
                  <a:pt x="6728245" y="926079"/>
                  <a:pt x="6734807" y="923388"/>
                </a:cubicBezTo>
                <a:cubicBezTo>
                  <a:pt x="6737332" y="922328"/>
                  <a:pt x="6741243" y="921893"/>
                  <a:pt x="6744651" y="921621"/>
                </a:cubicBezTo>
                <a:lnTo>
                  <a:pt x="6747996" y="924040"/>
                </a:lnTo>
                <a:cubicBezTo>
                  <a:pt x="6748626" y="926052"/>
                  <a:pt x="6748311" y="928144"/>
                  <a:pt x="6748626" y="930183"/>
                </a:cubicBezTo>
                <a:cubicBezTo>
                  <a:pt x="6750078" y="939478"/>
                  <a:pt x="6751151" y="943256"/>
                  <a:pt x="6757966" y="943256"/>
                </a:cubicBezTo>
                <a:cubicBezTo>
                  <a:pt x="6762383" y="943256"/>
                  <a:pt x="6769261" y="941680"/>
                  <a:pt x="6780241" y="939016"/>
                </a:cubicBezTo>
                <a:cubicBezTo>
                  <a:pt x="6790969" y="936434"/>
                  <a:pt x="6801884" y="934042"/>
                  <a:pt x="6812675" y="931569"/>
                </a:cubicBezTo>
                <a:lnTo>
                  <a:pt x="6814189" y="928987"/>
                </a:lnTo>
                <a:cubicBezTo>
                  <a:pt x="6822960" y="923959"/>
                  <a:pt x="6827377" y="921513"/>
                  <a:pt x="6832048" y="921513"/>
                </a:cubicBezTo>
                <a:cubicBezTo>
                  <a:pt x="6835897" y="921513"/>
                  <a:pt x="6839936" y="923225"/>
                  <a:pt x="6846750" y="926568"/>
                </a:cubicBezTo>
                <a:cubicBezTo>
                  <a:pt x="6854260" y="930264"/>
                  <a:pt x="6861642" y="931705"/>
                  <a:pt x="6869341" y="931705"/>
                </a:cubicBezTo>
                <a:cubicBezTo>
                  <a:pt x="6874956" y="931705"/>
                  <a:pt x="6880699" y="930944"/>
                  <a:pt x="6886883" y="929666"/>
                </a:cubicBezTo>
                <a:cubicBezTo>
                  <a:pt x="6894644" y="928090"/>
                  <a:pt x="6905876" y="927220"/>
                  <a:pt x="6909094" y="924366"/>
                </a:cubicBezTo>
                <a:cubicBezTo>
                  <a:pt x="6916919" y="917354"/>
                  <a:pt x="6925060" y="911972"/>
                  <a:pt x="6941845" y="911972"/>
                </a:cubicBezTo>
                <a:cubicBezTo>
                  <a:pt x="6943548" y="911972"/>
                  <a:pt x="6945315" y="912027"/>
                  <a:pt x="6947145" y="912136"/>
                </a:cubicBezTo>
                <a:cubicBezTo>
                  <a:pt x="6947145" y="912136"/>
                  <a:pt x="6947208" y="912136"/>
                  <a:pt x="6947271" y="912136"/>
                </a:cubicBezTo>
                <a:cubicBezTo>
                  <a:pt x="6949417" y="912136"/>
                  <a:pt x="6953708" y="909390"/>
                  <a:pt x="6954213" y="907759"/>
                </a:cubicBezTo>
                <a:cubicBezTo>
                  <a:pt x="6955285" y="904389"/>
                  <a:pt x="6957494" y="902269"/>
                  <a:pt x="6961217" y="902269"/>
                </a:cubicBezTo>
                <a:cubicBezTo>
                  <a:pt x="6963363" y="902269"/>
                  <a:pt x="6966075" y="902976"/>
                  <a:pt x="6969357" y="904579"/>
                </a:cubicBezTo>
                <a:cubicBezTo>
                  <a:pt x="6977560" y="908521"/>
                  <a:pt x="6985006" y="912380"/>
                  <a:pt x="6994408" y="912380"/>
                </a:cubicBezTo>
                <a:cubicBezTo>
                  <a:pt x="6999519" y="912380"/>
                  <a:pt x="7005136" y="911266"/>
                  <a:pt x="7011823" y="908412"/>
                </a:cubicBezTo>
                <a:cubicBezTo>
                  <a:pt x="7015042" y="907026"/>
                  <a:pt x="7022425" y="906183"/>
                  <a:pt x="7028231" y="906183"/>
                </a:cubicBezTo>
                <a:cubicBezTo>
                  <a:pt x="7031575" y="906183"/>
                  <a:pt x="7034352" y="906482"/>
                  <a:pt x="7035487" y="907107"/>
                </a:cubicBezTo>
                <a:cubicBezTo>
                  <a:pt x="7041041" y="910233"/>
                  <a:pt x="7046657" y="911347"/>
                  <a:pt x="7051957" y="911347"/>
                </a:cubicBezTo>
                <a:cubicBezTo>
                  <a:pt x="7060412" y="911347"/>
                  <a:pt x="7068238" y="908548"/>
                  <a:pt x="7073916" y="906591"/>
                </a:cubicBezTo>
                <a:cubicBezTo>
                  <a:pt x="7087168" y="902025"/>
                  <a:pt x="7101682" y="899932"/>
                  <a:pt x="7115500" y="899932"/>
                </a:cubicBezTo>
                <a:cubicBezTo>
                  <a:pt x="7124271" y="899932"/>
                  <a:pt x="7132727" y="900774"/>
                  <a:pt x="7140426" y="902351"/>
                </a:cubicBezTo>
                <a:cubicBezTo>
                  <a:pt x="7161564" y="906672"/>
                  <a:pt x="7181379" y="906373"/>
                  <a:pt x="7202202" y="906754"/>
                </a:cubicBezTo>
                <a:cubicBezTo>
                  <a:pt x="7207819" y="906862"/>
                  <a:pt x="7213372" y="906889"/>
                  <a:pt x="7218987" y="906889"/>
                </a:cubicBezTo>
                <a:cubicBezTo>
                  <a:pt x="7221385" y="906889"/>
                  <a:pt x="7223720" y="906889"/>
                  <a:pt x="7226117" y="906889"/>
                </a:cubicBezTo>
                <a:cubicBezTo>
                  <a:pt x="7228452" y="906889"/>
                  <a:pt x="7230788" y="906889"/>
                  <a:pt x="7233059" y="906889"/>
                </a:cubicBezTo>
                <a:cubicBezTo>
                  <a:pt x="7239937" y="906889"/>
                  <a:pt x="7246752" y="906917"/>
                  <a:pt x="7253567" y="907107"/>
                </a:cubicBezTo>
                <a:cubicBezTo>
                  <a:pt x="7259751" y="907270"/>
                  <a:pt x="7263726" y="909608"/>
                  <a:pt x="7264546" y="912760"/>
                </a:cubicBezTo>
                <a:cubicBezTo>
                  <a:pt x="7272435" y="912869"/>
                  <a:pt x="7281268" y="913739"/>
                  <a:pt x="7288967" y="913739"/>
                </a:cubicBezTo>
                <a:cubicBezTo>
                  <a:pt x="7293637" y="913739"/>
                  <a:pt x="7297928" y="913440"/>
                  <a:pt x="7301335" y="912462"/>
                </a:cubicBezTo>
                <a:cubicBezTo>
                  <a:pt x="7325188" y="905694"/>
                  <a:pt x="7350239" y="907597"/>
                  <a:pt x="7375102" y="906563"/>
                </a:cubicBezTo>
                <a:cubicBezTo>
                  <a:pt x="7382989" y="906237"/>
                  <a:pt x="7390498" y="903792"/>
                  <a:pt x="7398196" y="902351"/>
                </a:cubicBezTo>
                <a:cubicBezTo>
                  <a:pt x="7401288" y="901753"/>
                  <a:pt x="7404570" y="901236"/>
                  <a:pt x="7407599" y="901236"/>
                </a:cubicBezTo>
                <a:cubicBezTo>
                  <a:pt x="7410628" y="901236"/>
                  <a:pt x="7413214" y="901726"/>
                  <a:pt x="7415485" y="903112"/>
                </a:cubicBezTo>
                <a:cubicBezTo>
                  <a:pt x="7416559" y="903764"/>
                  <a:pt x="7412016" y="906210"/>
                  <a:pt x="7411133" y="907950"/>
                </a:cubicBezTo>
                <a:cubicBezTo>
                  <a:pt x="7409176" y="911810"/>
                  <a:pt x="7407157" y="915696"/>
                  <a:pt x="7406652" y="919637"/>
                </a:cubicBezTo>
                <a:cubicBezTo>
                  <a:pt x="7406463" y="921132"/>
                  <a:pt x="7410375" y="922763"/>
                  <a:pt x="7412457" y="924312"/>
                </a:cubicBezTo>
                <a:lnTo>
                  <a:pt x="7416307" y="921866"/>
                </a:lnTo>
                <a:cubicBezTo>
                  <a:pt x="7421418" y="910776"/>
                  <a:pt x="7435805" y="906944"/>
                  <a:pt x="7455808" y="906944"/>
                </a:cubicBezTo>
                <a:cubicBezTo>
                  <a:pt x="7458395" y="906944"/>
                  <a:pt x="7461109" y="906999"/>
                  <a:pt x="7463948" y="907135"/>
                </a:cubicBezTo>
                <a:cubicBezTo>
                  <a:pt x="7476568" y="907678"/>
                  <a:pt x="7489189" y="906917"/>
                  <a:pt x="7500674" y="911021"/>
                </a:cubicBezTo>
                <a:cubicBezTo>
                  <a:pt x="7502630" y="911728"/>
                  <a:pt x="7505974" y="912054"/>
                  <a:pt x="7509319" y="912054"/>
                </a:cubicBezTo>
                <a:cubicBezTo>
                  <a:pt x="7512663" y="912054"/>
                  <a:pt x="7515882" y="911728"/>
                  <a:pt x="7517964" y="911102"/>
                </a:cubicBezTo>
                <a:cubicBezTo>
                  <a:pt x="7525661" y="908738"/>
                  <a:pt x="7534622" y="906672"/>
                  <a:pt x="7542574" y="906672"/>
                </a:cubicBezTo>
                <a:cubicBezTo>
                  <a:pt x="7546611" y="906672"/>
                  <a:pt x="7550334" y="907216"/>
                  <a:pt x="7553489" y="908521"/>
                </a:cubicBezTo>
                <a:cubicBezTo>
                  <a:pt x="7557150" y="910070"/>
                  <a:pt x="7560494" y="910614"/>
                  <a:pt x="7563524" y="910614"/>
                </a:cubicBezTo>
                <a:cubicBezTo>
                  <a:pt x="7567373" y="910614"/>
                  <a:pt x="7570779" y="909744"/>
                  <a:pt x="7573997" y="908847"/>
                </a:cubicBezTo>
                <a:cubicBezTo>
                  <a:pt x="7577216" y="907977"/>
                  <a:pt x="7580182" y="907080"/>
                  <a:pt x="7583210" y="907080"/>
                </a:cubicBezTo>
                <a:cubicBezTo>
                  <a:pt x="7584220" y="907080"/>
                  <a:pt x="7585167" y="907188"/>
                  <a:pt x="7586176" y="907406"/>
                </a:cubicBezTo>
                <a:cubicBezTo>
                  <a:pt x="7592235" y="908765"/>
                  <a:pt x="7597787" y="909281"/>
                  <a:pt x="7603277" y="909281"/>
                </a:cubicBezTo>
                <a:cubicBezTo>
                  <a:pt x="7610534" y="909281"/>
                  <a:pt x="7617601" y="908412"/>
                  <a:pt x="7625489" y="907461"/>
                </a:cubicBezTo>
                <a:cubicBezTo>
                  <a:pt x="7630159" y="906889"/>
                  <a:pt x="7635018" y="906700"/>
                  <a:pt x="7639940" y="906700"/>
                </a:cubicBezTo>
                <a:cubicBezTo>
                  <a:pt x="7649720" y="906700"/>
                  <a:pt x="7659816" y="907488"/>
                  <a:pt x="7669597" y="907896"/>
                </a:cubicBezTo>
                <a:cubicBezTo>
                  <a:pt x="7675592" y="908140"/>
                  <a:pt x="7674835" y="909907"/>
                  <a:pt x="7670923" y="912298"/>
                </a:cubicBezTo>
                <a:cubicBezTo>
                  <a:pt x="7667389" y="914500"/>
                  <a:pt x="7663097" y="918061"/>
                  <a:pt x="7664549" y="920181"/>
                </a:cubicBezTo>
                <a:cubicBezTo>
                  <a:pt x="7666253" y="922654"/>
                  <a:pt x="7668208" y="923496"/>
                  <a:pt x="7670291" y="923496"/>
                </a:cubicBezTo>
                <a:cubicBezTo>
                  <a:pt x="7674204" y="923496"/>
                  <a:pt x="7678621" y="920643"/>
                  <a:pt x="7682596" y="920208"/>
                </a:cubicBezTo>
                <a:cubicBezTo>
                  <a:pt x="7700832" y="918224"/>
                  <a:pt x="7721846" y="921485"/>
                  <a:pt x="7737053" y="913630"/>
                </a:cubicBezTo>
                <a:cubicBezTo>
                  <a:pt x="7738631" y="913685"/>
                  <a:pt x="7740208" y="913712"/>
                  <a:pt x="7741849" y="913712"/>
                </a:cubicBezTo>
                <a:cubicBezTo>
                  <a:pt x="7746266" y="913712"/>
                  <a:pt x="7750619" y="913522"/>
                  <a:pt x="7755100" y="913332"/>
                </a:cubicBezTo>
                <a:cubicBezTo>
                  <a:pt x="7759517" y="913141"/>
                  <a:pt x="7763934" y="912951"/>
                  <a:pt x="7768288" y="912951"/>
                </a:cubicBezTo>
                <a:cubicBezTo>
                  <a:pt x="7776681" y="912951"/>
                  <a:pt x="7784947" y="913630"/>
                  <a:pt x="7793087" y="916240"/>
                </a:cubicBezTo>
                <a:cubicBezTo>
                  <a:pt x="7799524" y="918333"/>
                  <a:pt x="7808862" y="918849"/>
                  <a:pt x="7817003" y="919012"/>
                </a:cubicBezTo>
                <a:cubicBezTo>
                  <a:pt x="7823818" y="919148"/>
                  <a:pt x="7830632" y="919175"/>
                  <a:pt x="7837510" y="919175"/>
                </a:cubicBezTo>
                <a:cubicBezTo>
                  <a:pt x="7841991" y="919175"/>
                  <a:pt x="7846534" y="919175"/>
                  <a:pt x="7851015" y="919148"/>
                </a:cubicBezTo>
                <a:cubicBezTo>
                  <a:pt x="7855495" y="919148"/>
                  <a:pt x="7859975" y="919121"/>
                  <a:pt x="7864519" y="919121"/>
                </a:cubicBezTo>
                <a:cubicBezTo>
                  <a:pt x="7867926" y="919121"/>
                  <a:pt x="7871396" y="919121"/>
                  <a:pt x="7874803" y="919148"/>
                </a:cubicBezTo>
                <a:cubicBezTo>
                  <a:pt x="7875183" y="919148"/>
                  <a:pt x="7875561" y="919148"/>
                  <a:pt x="7875940" y="919148"/>
                </a:cubicBezTo>
                <a:cubicBezTo>
                  <a:pt x="7889002" y="919148"/>
                  <a:pt x="7901496" y="917409"/>
                  <a:pt x="7914054" y="915642"/>
                </a:cubicBezTo>
                <a:cubicBezTo>
                  <a:pt x="7926548" y="913902"/>
                  <a:pt x="7939040" y="912136"/>
                  <a:pt x="7952104" y="912136"/>
                </a:cubicBezTo>
                <a:cubicBezTo>
                  <a:pt x="7955321" y="912136"/>
                  <a:pt x="7958540" y="912244"/>
                  <a:pt x="7961821" y="912462"/>
                </a:cubicBezTo>
                <a:lnTo>
                  <a:pt x="7967122" y="911021"/>
                </a:lnTo>
                <a:lnTo>
                  <a:pt x="7968951" y="909146"/>
                </a:lnTo>
                <a:lnTo>
                  <a:pt x="7964408" y="907080"/>
                </a:lnTo>
                <a:cubicBezTo>
                  <a:pt x="7959044" y="906346"/>
                  <a:pt x="7949706" y="906455"/>
                  <a:pt x="7951346" y="903275"/>
                </a:cubicBezTo>
                <a:cubicBezTo>
                  <a:pt x="7952735" y="900557"/>
                  <a:pt x="7958098" y="896453"/>
                  <a:pt x="7964598" y="896453"/>
                </a:cubicBezTo>
                <a:cubicBezTo>
                  <a:pt x="7965860" y="896453"/>
                  <a:pt x="7967122" y="896588"/>
                  <a:pt x="7968384" y="896915"/>
                </a:cubicBezTo>
                <a:cubicBezTo>
                  <a:pt x="7972928" y="898056"/>
                  <a:pt x="7976398" y="898872"/>
                  <a:pt x="7979617" y="898872"/>
                </a:cubicBezTo>
                <a:cubicBezTo>
                  <a:pt x="7982708" y="898872"/>
                  <a:pt x="7985610" y="898138"/>
                  <a:pt x="7989271" y="896289"/>
                </a:cubicBezTo>
                <a:cubicBezTo>
                  <a:pt x="7993372" y="894197"/>
                  <a:pt x="7996906" y="890283"/>
                  <a:pt x="8003343" y="890283"/>
                </a:cubicBezTo>
                <a:cubicBezTo>
                  <a:pt x="8004666" y="890283"/>
                  <a:pt x="8006055" y="890446"/>
                  <a:pt x="8007633" y="890799"/>
                </a:cubicBezTo>
                <a:cubicBezTo>
                  <a:pt x="8011041" y="891588"/>
                  <a:pt x="8010725" y="896235"/>
                  <a:pt x="8011861" y="899143"/>
                </a:cubicBezTo>
                <a:lnTo>
                  <a:pt x="8011861" y="902133"/>
                </a:lnTo>
                <a:cubicBezTo>
                  <a:pt x="8011861" y="902133"/>
                  <a:pt x="8019749" y="904743"/>
                  <a:pt x="8019749" y="904743"/>
                </a:cubicBezTo>
                <a:cubicBezTo>
                  <a:pt x="8025680" y="902976"/>
                  <a:pt x="8032053" y="900829"/>
                  <a:pt x="8038238" y="900829"/>
                </a:cubicBezTo>
                <a:cubicBezTo>
                  <a:pt x="8041645" y="900829"/>
                  <a:pt x="8044989" y="901481"/>
                  <a:pt x="8048081" y="903221"/>
                </a:cubicBezTo>
                <a:cubicBezTo>
                  <a:pt x="8050541" y="904579"/>
                  <a:pt x="8052750" y="905069"/>
                  <a:pt x="8054833" y="905069"/>
                </a:cubicBezTo>
                <a:cubicBezTo>
                  <a:pt x="8057546" y="905069"/>
                  <a:pt x="8060007" y="904253"/>
                  <a:pt x="8062405" y="903438"/>
                </a:cubicBezTo>
                <a:cubicBezTo>
                  <a:pt x="8064803" y="902623"/>
                  <a:pt x="8067137" y="901807"/>
                  <a:pt x="8069599" y="901807"/>
                </a:cubicBezTo>
                <a:cubicBezTo>
                  <a:pt x="8070987" y="901807"/>
                  <a:pt x="8072376" y="902079"/>
                  <a:pt x="8073889" y="902758"/>
                </a:cubicBezTo>
                <a:cubicBezTo>
                  <a:pt x="8076856" y="904145"/>
                  <a:pt x="8079442" y="904688"/>
                  <a:pt x="8081714" y="904688"/>
                </a:cubicBezTo>
                <a:lnTo>
                  <a:pt x="8088026" y="902663"/>
                </a:lnTo>
                <a:lnTo>
                  <a:pt x="8096126" y="905613"/>
                </a:lnTo>
                <a:cubicBezTo>
                  <a:pt x="8102877" y="910369"/>
                  <a:pt x="8107483" y="912706"/>
                  <a:pt x="8111333" y="912706"/>
                </a:cubicBezTo>
                <a:cubicBezTo>
                  <a:pt x="8114615" y="912706"/>
                  <a:pt x="8117328" y="910967"/>
                  <a:pt x="8120419" y="907569"/>
                </a:cubicBezTo>
                <a:lnTo>
                  <a:pt x="8135758" y="899657"/>
                </a:lnTo>
                <a:lnTo>
                  <a:pt x="8151126" y="903356"/>
                </a:lnTo>
                <a:cubicBezTo>
                  <a:pt x="8159140" y="905150"/>
                  <a:pt x="8166650" y="906917"/>
                  <a:pt x="8174158" y="906917"/>
                </a:cubicBezTo>
                <a:lnTo>
                  <a:pt x="8176632" y="906549"/>
                </a:lnTo>
                <a:lnTo>
                  <a:pt x="8177716" y="911266"/>
                </a:lnTo>
                <a:cubicBezTo>
                  <a:pt x="8195889" y="915941"/>
                  <a:pt x="8214694" y="919012"/>
                  <a:pt x="8234508" y="919012"/>
                </a:cubicBezTo>
                <a:cubicBezTo>
                  <a:pt x="8241701" y="919012"/>
                  <a:pt x="8249021" y="918604"/>
                  <a:pt x="8256467" y="917735"/>
                </a:cubicBezTo>
                <a:cubicBezTo>
                  <a:pt x="8259117" y="917435"/>
                  <a:pt x="8260884" y="914772"/>
                  <a:pt x="8262461" y="913059"/>
                </a:cubicBezTo>
                <a:cubicBezTo>
                  <a:pt x="8264544" y="910722"/>
                  <a:pt x="8262776" y="908521"/>
                  <a:pt x="8257665" y="908113"/>
                </a:cubicBezTo>
                <a:cubicBezTo>
                  <a:pt x="8247317" y="907298"/>
                  <a:pt x="8236716" y="906835"/>
                  <a:pt x="8226242" y="906563"/>
                </a:cubicBezTo>
                <a:cubicBezTo>
                  <a:pt x="8219048" y="906373"/>
                  <a:pt x="8213053" y="904960"/>
                  <a:pt x="8213305" y="901644"/>
                </a:cubicBezTo>
                <a:lnTo>
                  <a:pt x="8214352" y="900530"/>
                </a:lnTo>
                <a:lnTo>
                  <a:pt x="8218014" y="899932"/>
                </a:lnTo>
                <a:cubicBezTo>
                  <a:pt x="8227227" y="899932"/>
                  <a:pt x="8236440" y="901345"/>
                  <a:pt x="8245842" y="904362"/>
                </a:cubicBezTo>
                <a:cubicBezTo>
                  <a:pt x="8254613" y="903547"/>
                  <a:pt x="8263511" y="901508"/>
                  <a:pt x="8272219" y="901508"/>
                </a:cubicBezTo>
                <a:cubicBezTo>
                  <a:pt x="8278592" y="901508"/>
                  <a:pt x="8284902" y="902596"/>
                  <a:pt x="8290834" y="906102"/>
                </a:cubicBezTo>
                <a:lnTo>
                  <a:pt x="8302382" y="905096"/>
                </a:lnTo>
                <a:lnTo>
                  <a:pt x="8307035" y="904338"/>
                </a:lnTo>
                <a:lnTo>
                  <a:pt x="8313510" y="906672"/>
                </a:lnTo>
                <a:cubicBezTo>
                  <a:pt x="8316034" y="907107"/>
                  <a:pt x="8318432" y="907325"/>
                  <a:pt x="8320704" y="907325"/>
                </a:cubicBezTo>
                <a:cubicBezTo>
                  <a:pt x="8332820" y="907325"/>
                  <a:pt x="8341592" y="901861"/>
                  <a:pt x="8353202" y="900883"/>
                </a:cubicBezTo>
                <a:cubicBezTo>
                  <a:pt x="8353707" y="906428"/>
                  <a:pt x="8352445" y="912516"/>
                  <a:pt x="8369041" y="912516"/>
                </a:cubicBezTo>
                <a:cubicBezTo>
                  <a:pt x="8369798" y="912516"/>
                  <a:pt x="8370618" y="912516"/>
                  <a:pt x="8371501" y="912462"/>
                </a:cubicBezTo>
                <a:cubicBezTo>
                  <a:pt x="8373395" y="912407"/>
                  <a:pt x="8375729" y="912271"/>
                  <a:pt x="8377875" y="912271"/>
                </a:cubicBezTo>
                <a:cubicBezTo>
                  <a:pt x="8380400" y="912271"/>
                  <a:pt x="8382670" y="912434"/>
                  <a:pt x="8383869" y="913005"/>
                </a:cubicBezTo>
                <a:cubicBezTo>
                  <a:pt x="8389233" y="915615"/>
                  <a:pt x="8394155" y="916892"/>
                  <a:pt x="8398825" y="916892"/>
                </a:cubicBezTo>
                <a:cubicBezTo>
                  <a:pt x="8404188" y="916892"/>
                  <a:pt x="8409173" y="915180"/>
                  <a:pt x="8414095" y="911810"/>
                </a:cubicBezTo>
                <a:cubicBezTo>
                  <a:pt x="8417250" y="909662"/>
                  <a:pt x="8420531" y="908602"/>
                  <a:pt x="8424128" y="908602"/>
                </a:cubicBezTo>
                <a:cubicBezTo>
                  <a:pt x="8427283" y="908602"/>
                  <a:pt x="8430690" y="909418"/>
                  <a:pt x="8434414" y="911021"/>
                </a:cubicBezTo>
                <a:cubicBezTo>
                  <a:pt x="8437063" y="912163"/>
                  <a:pt x="8439589" y="912597"/>
                  <a:pt x="8442112" y="912597"/>
                </a:cubicBezTo>
                <a:cubicBezTo>
                  <a:pt x="8447098" y="912597"/>
                  <a:pt x="8451830" y="910912"/>
                  <a:pt x="8456878" y="909690"/>
                </a:cubicBezTo>
                <a:cubicBezTo>
                  <a:pt x="8465712" y="907542"/>
                  <a:pt x="8474483" y="906292"/>
                  <a:pt x="8483381" y="906292"/>
                </a:cubicBezTo>
                <a:cubicBezTo>
                  <a:pt x="8492278" y="906292"/>
                  <a:pt x="8500986" y="907488"/>
                  <a:pt x="8510072" y="910205"/>
                </a:cubicBezTo>
                <a:cubicBezTo>
                  <a:pt x="8519791" y="913114"/>
                  <a:pt x="8530139" y="916267"/>
                  <a:pt x="8541561" y="916267"/>
                </a:cubicBezTo>
                <a:cubicBezTo>
                  <a:pt x="8547303" y="916267"/>
                  <a:pt x="8553297" y="915451"/>
                  <a:pt x="8559544" y="913412"/>
                </a:cubicBezTo>
                <a:cubicBezTo>
                  <a:pt x="8559860" y="913304"/>
                  <a:pt x="8560301" y="913250"/>
                  <a:pt x="8560870" y="913250"/>
                </a:cubicBezTo>
                <a:cubicBezTo>
                  <a:pt x="8563394" y="913250"/>
                  <a:pt x="8567874" y="914391"/>
                  <a:pt x="8570588" y="915261"/>
                </a:cubicBezTo>
                <a:cubicBezTo>
                  <a:pt x="8579611" y="918224"/>
                  <a:pt x="8589013" y="919610"/>
                  <a:pt x="8598226" y="919610"/>
                </a:cubicBezTo>
                <a:cubicBezTo>
                  <a:pt x="8607061" y="919610"/>
                  <a:pt x="8615832" y="918333"/>
                  <a:pt x="8623971" y="915968"/>
                </a:cubicBezTo>
                <a:cubicBezTo>
                  <a:pt x="8632932" y="913359"/>
                  <a:pt x="8642650" y="912815"/>
                  <a:pt x="8652557" y="912815"/>
                </a:cubicBezTo>
                <a:cubicBezTo>
                  <a:pt x="8656153" y="912815"/>
                  <a:pt x="8659750" y="912896"/>
                  <a:pt x="8663347" y="912951"/>
                </a:cubicBezTo>
                <a:cubicBezTo>
                  <a:pt x="8666944" y="913032"/>
                  <a:pt x="8670540" y="913086"/>
                  <a:pt x="8674137" y="913086"/>
                </a:cubicBezTo>
                <a:cubicBezTo>
                  <a:pt x="8686252" y="913086"/>
                  <a:pt x="8697990" y="912244"/>
                  <a:pt x="8708212" y="907759"/>
                </a:cubicBezTo>
                <a:cubicBezTo>
                  <a:pt x="8716605" y="910668"/>
                  <a:pt x="8724556" y="913739"/>
                  <a:pt x="8727458" y="918794"/>
                </a:cubicBezTo>
                <a:cubicBezTo>
                  <a:pt x="8731497" y="918930"/>
                  <a:pt x="8735599" y="918957"/>
                  <a:pt x="8739637" y="919230"/>
                </a:cubicBezTo>
                <a:cubicBezTo>
                  <a:pt x="8740395" y="919283"/>
                  <a:pt x="8742477" y="919283"/>
                  <a:pt x="8745379" y="919283"/>
                </a:cubicBezTo>
                <a:cubicBezTo>
                  <a:pt x="8755159" y="919283"/>
                  <a:pt x="8773775" y="919066"/>
                  <a:pt x="8777499" y="919039"/>
                </a:cubicBezTo>
                <a:cubicBezTo>
                  <a:pt x="8778696" y="919039"/>
                  <a:pt x="8779833" y="919039"/>
                  <a:pt x="8781032" y="919039"/>
                </a:cubicBezTo>
                <a:cubicBezTo>
                  <a:pt x="8786205" y="919039"/>
                  <a:pt x="8791443" y="919203"/>
                  <a:pt x="8796428" y="919691"/>
                </a:cubicBezTo>
                <a:cubicBezTo>
                  <a:pt x="8802424" y="920262"/>
                  <a:pt x="8803244" y="921920"/>
                  <a:pt x="8799773" y="923932"/>
                </a:cubicBezTo>
                <a:cubicBezTo>
                  <a:pt x="8792643" y="928063"/>
                  <a:pt x="8793021" y="930536"/>
                  <a:pt x="8805958" y="931053"/>
                </a:cubicBezTo>
                <a:cubicBezTo>
                  <a:pt x="8806967" y="931080"/>
                  <a:pt x="8807976" y="931107"/>
                  <a:pt x="8808923" y="931107"/>
                </a:cubicBezTo>
                <a:cubicBezTo>
                  <a:pt x="8825708" y="931107"/>
                  <a:pt x="8837696" y="925127"/>
                  <a:pt x="8852842" y="923143"/>
                </a:cubicBezTo>
                <a:cubicBezTo>
                  <a:pt x="8850443" y="920588"/>
                  <a:pt x="8844701" y="917299"/>
                  <a:pt x="8846279" y="915615"/>
                </a:cubicBezTo>
                <a:cubicBezTo>
                  <a:pt x="8848108" y="913658"/>
                  <a:pt x="8854482" y="912760"/>
                  <a:pt x="8861235" y="912760"/>
                </a:cubicBezTo>
                <a:cubicBezTo>
                  <a:pt x="8868806" y="912760"/>
                  <a:pt x="8876820" y="913875"/>
                  <a:pt x="8879534" y="915914"/>
                </a:cubicBezTo>
                <a:cubicBezTo>
                  <a:pt x="8880985" y="917000"/>
                  <a:pt x="8881489" y="917299"/>
                  <a:pt x="8881426" y="917299"/>
                </a:cubicBezTo>
                <a:cubicBezTo>
                  <a:pt x="8881426" y="917299"/>
                  <a:pt x="8881174" y="917218"/>
                  <a:pt x="8880796" y="917109"/>
                </a:cubicBezTo>
                <a:cubicBezTo>
                  <a:pt x="8880416" y="917000"/>
                  <a:pt x="8879912" y="916919"/>
                  <a:pt x="8879344" y="916919"/>
                </a:cubicBezTo>
                <a:cubicBezTo>
                  <a:pt x="8878271" y="916919"/>
                  <a:pt x="8877009" y="917245"/>
                  <a:pt x="8875874" y="918468"/>
                </a:cubicBezTo>
                <a:cubicBezTo>
                  <a:pt x="8873033" y="921513"/>
                  <a:pt x="8871078" y="924339"/>
                  <a:pt x="8879091" y="924774"/>
                </a:cubicBezTo>
                <a:cubicBezTo>
                  <a:pt x="8883825" y="925046"/>
                  <a:pt x="8888620" y="925100"/>
                  <a:pt x="8893416" y="925100"/>
                </a:cubicBezTo>
                <a:cubicBezTo>
                  <a:pt x="8897139" y="925100"/>
                  <a:pt x="8900862" y="925046"/>
                  <a:pt x="8904585" y="925018"/>
                </a:cubicBezTo>
                <a:cubicBezTo>
                  <a:pt x="8908245" y="924964"/>
                  <a:pt x="8911968" y="924937"/>
                  <a:pt x="8915628" y="924937"/>
                </a:cubicBezTo>
                <a:cubicBezTo>
                  <a:pt x="8916259" y="924937"/>
                  <a:pt x="8916826" y="924937"/>
                  <a:pt x="8917458" y="924937"/>
                </a:cubicBezTo>
                <a:cubicBezTo>
                  <a:pt x="8928122" y="924991"/>
                  <a:pt x="8938849" y="924937"/>
                  <a:pt x="8949513" y="925372"/>
                </a:cubicBezTo>
                <a:cubicBezTo>
                  <a:pt x="8951722" y="925454"/>
                  <a:pt x="8953930" y="925481"/>
                  <a:pt x="8956076" y="925481"/>
                </a:cubicBezTo>
                <a:cubicBezTo>
                  <a:pt x="8957276" y="925481"/>
                  <a:pt x="8958474" y="925481"/>
                  <a:pt x="8959609" y="925481"/>
                </a:cubicBezTo>
                <a:cubicBezTo>
                  <a:pt x="8960809" y="925481"/>
                  <a:pt x="8961945" y="925481"/>
                  <a:pt x="8963143" y="925481"/>
                </a:cubicBezTo>
                <a:cubicBezTo>
                  <a:pt x="8970968" y="925481"/>
                  <a:pt x="8978730" y="925780"/>
                  <a:pt x="8986302" y="928416"/>
                </a:cubicBezTo>
                <a:cubicBezTo>
                  <a:pt x="8988384" y="929150"/>
                  <a:pt x="8990403" y="929422"/>
                  <a:pt x="8992359" y="929422"/>
                </a:cubicBezTo>
                <a:cubicBezTo>
                  <a:pt x="8996271" y="929422"/>
                  <a:pt x="8999932" y="928280"/>
                  <a:pt x="9003781" y="927166"/>
                </a:cubicBezTo>
                <a:cubicBezTo>
                  <a:pt x="9007567" y="926052"/>
                  <a:pt x="9011479" y="924910"/>
                  <a:pt x="9015771" y="924910"/>
                </a:cubicBezTo>
                <a:cubicBezTo>
                  <a:pt x="9017158" y="924910"/>
                  <a:pt x="9018610" y="925046"/>
                  <a:pt x="9020124" y="925317"/>
                </a:cubicBezTo>
                <a:lnTo>
                  <a:pt x="9026434" y="925616"/>
                </a:lnTo>
                <a:cubicBezTo>
                  <a:pt x="9032555" y="926894"/>
                  <a:pt x="9036531" y="929096"/>
                  <a:pt x="9035836" y="932547"/>
                </a:cubicBezTo>
                <a:cubicBezTo>
                  <a:pt x="9033627" y="943555"/>
                  <a:pt x="9033502" y="943963"/>
                  <a:pt x="9046689" y="943963"/>
                </a:cubicBezTo>
                <a:lnTo>
                  <a:pt x="9048456" y="943963"/>
                </a:lnTo>
                <a:cubicBezTo>
                  <a:pt x="9057101" y="943963"/>
                  <a:pt x="9066882" y="943175"/>
                  <a:pt x="9075717" y="943175"/>
                </a:cubicBezTo>
                <a:cubicBezTo>
                  <a:pt x="9082027" y="943175"/>
                  <a:pt x="9087895" y="943582"/>
                  <a:pt x="9092376" y="944941"/>
                </a:cubicBezTo>
                <a:cubicBezTo>
                  <a:pt x="9105248" y="948882"/>
                  <a:pt x="9118184" y="949453"/>
                  <a:pt x="9131184" y="949453"/>
                </a:cubicBezTo>
                <a:cubicBezTo>
                  <a:pt x="9133897" y="949453"/>
                  <a:pt x="9136674" y="949453"/>
                  <a:pt x="9139387" y="949399"/>
                </a:cubicBezTo>
                <a:cubicBezTo>
                  <a:pt x="9142100" y="949399"/>
                  <a:pt x="9144813" y="949345"/>
                  <a:pt x="9147527" y="949345"/>
                </a:cubicBezTo>
                <a:cubicBezTo>
                  <a:pt x="9149736" y="949345"/>
                  <a:pt x="9152007" y="949345"/>
                  <a:pt x="9154215" y="949426"/>
                </a:cubicBezTo>
                <a:cubicBezTo>
                  <a:pt x="9157244" y="949480"/>
                  <a:pt x="9160399" y="949535"/>
                  <a:pt x="9163555" y="949535"/>
                </a:cubicBezTo>
                <a:lnTo>
                  <a:pt x="9162861" y="949779"/>
                </a:lnTo>
                <a:cubicBezTo>
                  <a:pt x="9170496" y="949779"/>
                  <a:pt x="9178131" y="949426"/>
                  <a:pt x="9184252" y="947931"/>
                </a:cubicBezTo>
                <a:cubicBezTo>
                  <a:pt x="9195421" y="945186"/>
                  <a:pt x="9188480" y="938636"/>
                  <a:pt x="9190247" y="933798"/>
                </a:cubicBezTo>
                <a:cubicBezTo>
                  <a:pt x="9191824" y="929449"/>
                  <a:pt x="9195674" y="926079"/>
                  <a:pt x="9202236" y="923388"/>
                </a:cubicBezTo>
                <a:cubicBezTo>
                  <a:pt x="9204760" y="922328"/>
                  <a:pt x="9208672" y="921893"/>
                  <a:pt x="9212079" y="921621"/>
                </a:cubicBezTo>
                <a:lnTo>
                  <a:pt x="9215425" y="924040"/>
                </a:lnTo>
                <a:cubicBezTo>
                  <a:pt x="9216054" y="926052"/>
                  <a:pt x="9215740" y="928144"/>
                  <a:pt x="9216054" y="930183"/>
                </a:cubicBezTo>
                <a:cubicBezTo>
                  <a:pt x="9217506" y="939478"/>
                  <a:pt x="9218579" y="943256"/>
                  <a:pt x="9225394" y="943256"/>
                </a:cubicBezTo>
                <a:cubicBezTo>
                  <a:pt x="9229811" y="943256"/>
                  <a:pt x="9236689" y="941680"/>
                  <a:pt x="9247669" y="939016"/>
                </a:cubicBezTo>
                <a:cubicBezTo>
                  <a:pt x="9258397" y="936434"/>
                  <a:pt x="9269312" y="934042"/>
                  <a:pt x="9280104" y="931569"/>
                </a:cubicBezTo>
                <a:lnTo>
                  <a:pt x="9281618" y="928987"/>
                </a:lnTo>
                <a:cubicBezTo>
                  <a:pt x="9290389" y="923959"/>
                  <a:pt x="9294806" y="921513"/>
                  <a:pt x="9299476" y="921513"/>
                </a:cubicBezTo>
                <a:cubicBezTo>
                  <a:pt x="9303326" y="921513"/>
                  <a:pt x="9307364" y="923225"/>
                  <a:pt x="9314179" y="926568"/>
                </a:cubicBezTo>
                <a:cubicBezTo>
                  <a:pt x="9321688" y="930264"/>
                  <a:pt x="9329071" y="931705"/>
                  <a:pt x="9336769" y="931705"/>
                </a:cubicBezTo>
                <a:cubicBezTo>
                  <a:pt x="9342385" y="931705"/>
                  <a:pt x="9348127" y="930944"/>
                  <a:pt x="9354311" y="929666"/>
                </a:cubicBezTo>
                <a:cubicBezTo>
                  <a:pt x="9362073" y="928090"/>
                  <a:pt x="9373304" y="927220"/>
                  <a:pt x="9376523" y="924366"/>
                </a:cubicBezTo>
                <a:cubicBezTo>
                  <a:pt x="9384348" y="917354"/>
                  <a:pt x="9392489" y="911972"/>
                  <a:pt x="9409273" y="911972"/>
                </a:cubicBezTo>
                <a:cubicBezTo>
                  <a:pt x="9410977" y="911972"/>
                  <a:pt x="9412743" y="912027"/>
                  <a:pt x="9414574" y="912136"/>
                </a:cubicBezTo>
                <a:cubicBezTo>
                  <a:pt x="9414574" y="912136"/>
                  <a:pt x="9414637" y="912136"/>
                  <a:pt x="9414699" y="912136"/>
                </a:cubicBezTo>
                <a:cubicBezTo>
                  <a:pt x="9416846" y="912136"/>
                  <a:pt x="9421136" y="909390"/>
                  <a:pt x="9421641" y="907759"/>
                </a:cubicBezTo>
                <a:cubicBezTo>
                  <a:pt x="9422714" y="904389"/>
                  <a:pt x="9424922" y="902269"/>
                  <a:pt x="9428645" y="902269"/>
                </a:cubicBezTo>
                <a:cubicBezTo>
                  <a:pt x="9430791" y="902269"/>
                  <a:pt x="9433504" y="902976"/>
                  <a:pt x="9436785" y="904579"/>
                </a:cubicBezTo>
                <a:cubicBezTo>
                  <a:pt x="9444988" y="908521"/>
                  <a:pt x="9452435" y="912380"/>
                  <a:pt x="9461836" y="912380"/>
                </a:cubicBezTo>
                <a:cubicBezTo>
                  <a:pt x="9466948" y="912380"/>
                  <a:pt x="9472564" y="911266"/>
                  <a:pt x="9479252" y="908412"/>
                </a:cubicBezTo>
                <a:cubicBezTo>
                  <a:pt x="9482471" y="907026"/>
                  <a:pt x="9489853" y="906183"/>
                  <a:pt x="9495659" y="906183"/>
                </a:cubicBezTo>
                <a:cubicBezTo>
                  <a:pt x="9499003" y="906183"/>
                  <a:pt x="9501780" y="906482"/>
                  <a:pt x="9502916" y="907107"/>
                </a:cubicBezTo>
                <a:cubicBezTo>
                  <a:pt x="9508469" y="910233"/>
                  <a:pt x="9514085" y="911347"/>
                  <a:pt x="9519386" y="911347"/>
                </a:cubicBezTo>
                <a:cubicBezTo>
                  <a:pt x="9527841" y="911347"/>
                  <a:pt x="9535666" y="908548"/>
                  <a:pt x="9541344" y="906591"/>
                </a:cubicBezTo>
                <a:cubicBezTo>
                  <a:pt x="9554596" y="902025"/>
                  <a:pt x="9569110" y="899932"/>
                  <a:pt x="9582929" y="899932"/>
                </a:cubicBezTo>
                <a:cubicBezTo>
                  <a:pt x="9591700" y="899932"/>
                  <a:pt x="9600155" y="900774"/>
                  <a:pt x="9607854" y="902351"/>
                </a:cubicBezTo>
                <a:cubicBezTo>
                  <a:pt x="9628993" y="906672"/>
                  <a:pt x="9648807" y="906373"/>
                  <a:pt x="9669630" y="906754"/>
                </a:cubicBezTo>
                <a:cubicBezTo>
                  <a:pt x="9675247" y="906862"/>
                  <a:pt x="9680800" y="906889"/>
                  <a:pt x="9686416" y="906889"/>
                </a:cubicBezTo>
                <a:cubicBezTo>
                  <a:pt x="9688813" y="906889"/>
                  <a:pt x="9691148" y="906889"/>
                  <a:pt x="9693546" y="906889"/>
                </a:cubicBezTo>
                <a:cubicBezTo>
                  <a:pt x="9695881" y="906889"/>
                  <a:pt x="9698216" y="906889"/>
                  <a:pt x="9700488" y="906889"/>
                </a:cubicBezTo>
                <a:cubicBezTo>
                  <a:pt x="9707366" y="906889"/>
                  <a:pt x="9714180" y="906917"/>
                  <a:pt x="9720996" y="907107"/>
                </a:cubicBezTo>
                <a:cubicBezTo>
                  <a:pt x="9727179" y="907270"/>
                  <a:pt x="9731155" y="909608"/>
                  <a:pt x="9731975" y="912760"/>
                </a:cubicBezTo>
                <a:cubicBezTo>
                  <a:pt x="9739864" y="912869"/>
                  <a:pt x="9748697" y="913739"/>
                  <a:pt x="9756395" y="913739"/>
                </a:cubicBezTo>
                <a:cubicBezTo>
                  <a:pt x="9761065" y="913739"/>
                  <a:pt x="9765356" y="913440"/>
                  <a:pt x="9768763" y="912462"/>
                </a:cubicBezTo>
                <a:cubicBezTo>
                  <a:pt x="9792617" y="905694"/>
                  <a:pt x="9817668" y="907597"/>
                  <a:pt x="9842530" y="906563"/>
                </a:cubicBezTo>
                <a:cubicBezTo>
                  <a:pt x="9850417" y="906237"/>
                  <a:pt x="9857926" y="903792"/>
                  <a:pt x="9865625" y="902351"/>
                </a:cubicBezTo>
                <a:cubicBezTo>
                  <a:pt x="9868716" y="901753"/>
                  <a:pt x="9871998" y="901236"/>
                  <a:pt x="9875027" y="901236"/>
                </a:cubicBezTo>
                <a:cubicBezTo>
                  <a:pt x="9878056" y="901236"/>
                  <a:pt x="9880643" y="901726"/>
                  <a:pt x="9882914" y="903112"/>
                </a:cubicBezTo>
                <a:cubicBezTo>
                  <a:pt x="9883987" y="903764"/>
                  <a:pt x="9879445" y="906210"/>
                  <a:pt x="9878561" y="907950"/>
                </a:cubicBezTo>
                <a:cubicBezTo>
                  <a:pt x="9876604" y="911810"/>
                  <a:pt x="9874586" y="915696"/>
                  <a:pt x="9874080" y="919637"/>
                </a:cubicBezTo>
                <a:cubicBezTo>
                  <a:pt x="9873892" y="921132"/>
                  <a:pt x="9877803" y="922763"/>
                  <a:pt x="9879886" y="924312"/>
                </a:cubicBezTo>
                <a:lnTo>
                  <a:pt x="9883735" y="921866"/>
                </a:lnTo>
                <a:cubicBezTo>
                  <a:pt x="9888846" y="910776"/>
                  <a:pt x="9903233" y="906944"/>
                  <a:pt x="9923237" y="906944"/>
                </a:cubicBezTo>
                <a:cubicBezTo>
                  <a:pt x="9925823" y="906944"/>
                  <a:pt x="9928537" y="906999"/>
                  <a:pt x="9931376" y="907135"/>
                </a:cubicBezTo>
                <a:cubicBezTo>
                  <a:pt x="9943996" y="907678"/>
                  <a:pt x="9956618" y="906917"/>
                  <a:pt x="9968103" y="911021"/>
                </a:cubicBezTo>
                <a:cubicBezTo>
                  <a:pt x="9970058" y="911728"/>
                  <a:pt x="9973402" y="912054"/>
                  <a:pt x="9976747" y="912054"/>
                </a:cubicBezTo>
                <a:cubicBezTo>
                  <a:pt x="9980091" y="912054"/>
                  <a:pt x="9983310" y="911728"/>
                  <a:pt x="9985392" y="911102"/>
                </a:cubicBezTo>
                <a:cubicBezTo>
                  <a:pt x="9993090" y="908738"/>
                  <a:pt x="10002050" y="906672"/>
                  <a:pt x="10010002" y="906672"/>
                </a:cubicBezTo>
                <a:cubicBezTo>
                  <a:pt x="10014040" y="906672"/>
                  <a:pt x="10017762" y="907216"/>
                  <a:pt x="10020918" y="908521"/>
                </a:cubicBezTo>
                <a:cubicBezTo>
                  <a:pt x="10024578" y="910070"/>
                  <a:pt x="10027923" y="910614"/>
                  <a:pt x="10030952" y="910614"/>
                </a:cubicBezTo>
                <a:cubicBezTo>
                  <a:pt x="10034801" y="910614"/>
                  <a:pt x="10038207" y="909744"/>
                  <a:pt x="10041426" y="908847"/>
                </a:cubicBezTo>
                <a:cubicBezTo>
                  <a:pt x="10044644" y="907977"/>
                  <a:pt x="10047610" y="907080"/>
                  <a:pt x="10050639" y="907080"/>
                </a:cubicBezTo>
                <a:cubicBezTo>
                  <a:pt x="10051649" y="907080"/>
                  <a:pt x="10052596" y="907188"/>
                  <a:pt x="10053604" y="907406"/>
                </a:cubicBezTo>
                <a:cubicBezTo>
                  <a:pt x="10059663" y="908765"/>
                  <a:pt x="10065216" y="909281"/>
                  <a:pt x="10070705" y="909281"/>
                </a:cubicBezTo>
                <a:cubicBezTo>
                  <a:pt x="10077963" y="909281"/>
                  <a:pt x="10085029" y="908412"/>
                  <a:pt x="10092918" y="907461"/>
                </a:cubicBezTo>
                <a:cubicBezTo>
                  <a:pt x="10097587" y="906889"/>
                  <a:pt x="10102446" y="906700"/>
                  <a:pt x="10107368" y="906700"/>
                </a:cubicBezTo>
                <a:cubicBezTo>
                  <a:pt x="10117148" y="906700"/>
                  <a:pt x="10127245" y="907488"/>
                  <a:pt x="10137025" y="907896"/>
                </a:cubicBezTo>
                <a:cubicBezTo>
                  <a:pt x="10143020" y="908140"/>
                  <a:pt x="10142264" y="909907"/>
                  <a:pt x="10138351" y="912298"/>
                </a:cubicBezTo>
                <a:cubicBezTo>
                  <a:pt x="10134817" y="914500"/>
                  <a:pt x="10130525" y="918061"/>
                  <a:pt x="10131977" y="920181"/>
                </a:cubicBezTo>
                <a:cubicBezTo>
                  <a:pt x="10133681" y="922654"/>
                  <a:pt x="10135636" y="923496"/>
                  <a:pt x="10137720" y="923496"/>
                </a:cubicBezTo>
                <a:cubicBezTo>
                  <a:pt x="10141632" y="923496"/>
                  <a:pt x="10146049" y="920643"/>
                  <a:pt x="10150025" y="920208"/>
                </a:cubicBezTo>
                <a:cubicBezTo>
                  <a:pt x="10168261" y="918224"/>
                  <a:pt x="10189274" y="921485"/>
                  <a:pt x="10204481" y="913630"/>
                </a:cubicBezTo>
                <a:cubicBezTo>
                  <a:pt x="10206060" y="913685"/>
                  <a:pt x="10207637" y="913712"/>
                  <a:pt x="10209277" y="913712"/>
                </a:cubicBezTo>
                <a:cubicBezTo>
                  <a:pt x="10213694" y="913712"/>
                  <a:pt x="10218048" y="913522"/>
                  <a:pt x="10222529" y="913332"/>
                </a:cubicBezTo>
                <a:cubicBezTo>
                  <a:pt x="10226945" y="913141"/>
                  <a:pt x="10231362" y="912951"/>
                  <a:pt x="10235716" y="912951"/>
                </a:cubicBezTo>
                <a:cubicBezTo>
                  <a:pt x="10244109" y="912951"/>
                  <a:pt x="10252375" y="913630"/>
                  <a:pt x="10260516" y="916240"/>
                </a:cubicBezTo>
                <a:cubicBezTo>
                  <a:pt x="10266952" y="918333"/>
                  <a:pt x="10276291" y="918849"/>
                  <a:pt x="10284431" y="919012"/>
                </a:cubicBezTo>
                <a:cubicBezTo>
                  <a:pt x="10291246" y="919148"/>
                  <a:pt x="10298061" y="919175"/>
                  <a:pt x="10304939" y="919175"/>
                </a:cubicBezTo>
                <a:cubicBezTo>
                  <a:pt x="10309419" y="919175"/>
                  <a:pt x="10313963" y="919175"/>
                  <a:pt x="10318443" y="919148"/>
                </a:cubicBezTo>
                <a:cubicBezTo>
                  <a:pt x="10322924" y="919148"/>
                  <a:pt x="10327403" y="919121"/>
                  <a:pt x="10331947" y="919121"/>
                </a:cubicBezTo>
                <a:cubicBezTo>
                  <a:pt x="10335354" y="919121"/>
                  <a:pt x="10338825" y="919121"/>
                  <a:pt x="10342232" y="919148"/>
                </a:cubicBezTo>
                <a:cubicBezTo>
                  <a:pt x="10342611" y="919148"/>
                  <a:pt x="10342989" y="919148"/>
                  <a:pt x="10343368" y="919148"/>
                </a:cubicBezTo>
                <a:cubicBezTo>
                  <a:pt x="10356431" y="919148"/>
                  <a:pt x="10368924" y="917409"/>
                  <a:pt x="10381482" y="915642"/>
                </a:cubicBezTo>
                <a:cubicBezTo>
                  <a:pt x="10393976" y="913902"/>
                  <a:pt x="10406470" y="912136"/>
                  <a:pt x="10419533" y="912136"/>
                </a:cubicBezTo>
                <a:cubicBezTo>
                  <a:pt x="10422751" y="912136"/>
                  <a:pt x="10425968" y="912244"/>
                  <a:pt x="10429250" y="912462"/>
                </a:cubicBezTo>
                <a:lnTo>
                  <a:pt x="10434550" y="911021"/>
                </a:lnTo>
                <a:lnTo>
                  <a:pt x="10436380" y="909146"/>
                </a:lnTo>
                <a:lnTo>
                  <a:pt x="10431837" y="907080"/>
                </a:lnTo>
                <a:cubicBezTo>
                  <a:pt x="10426473" y="906346"/>
                  <a:pt x="10417135" y="906455"/>
                  <a:pt x="10418775" y="903275"/>
                </a:cubicBezTo>
                <a:cubicBezTo>
                  <a:pt x="10420163" y="900557"/>
                  <a:pt x="10425526" y="896453"/>
                  <a:pt x="10432027" y="896453"/>
                </a:cubicBezTo>
                <a:cubicBezTo>
                  <a:pt x="10433289" y="896453"/>
                  <a:pt x="10434550" y="896588"/>
                  <a:pt x="10435813" y="896915"/>
                </a:cubicBezTo>
                <a:cubicBezTo>
                  <a:pt x="10440356" y="898056"/>
                  <a:pt x="10443827" y="898872"/>
                  <a:pt x="10447045" y="898872"/>
                </a:cubicBezTo>
                <a:cubicBezTo>
                  <a:pt x="10450136" y="898872"/>
                  <a:pt x="10453039" y="898138"/>
                  <a:pt x="10456699" y="896289"/>
                </a:cubicBezTo>
                <a:cubicBezTo>
                  <a:pt x="10460801" y="894197"/>
                  <a:pt x="10464335" y="890283"/>
                  <a:pt x="10470771" y="890283"/>
                </a:cubicBezTo>
                <a:cubicBezTo>
                  <a:pt x="10472095" y="890283"/>
                  <a:pt x="10473484" y="890446"/>
                  <a:pt x="10475062" y="890799"/>
                </a:cubicBezTo>
                <a:cubicBezTo>
                  <a:pt x="10478469" y="891588"/>
                  <a:pt x="10478154" y="896235"/>
                  <a:pt x="10479289" y="899143"/>
                </a:cubicBezTo>
                <a:lnTo>
                  <a:pt x="10479289" y="902133"/>
                </a:lnTo>
                <a:cubicBezTo>
                  <a:pt x="10479289" y="902133"/>
                  <a:pt x="10487177" y="904743"/>
                  <a:pt x="10487177" y="904743"/>
                </a:cubicBezTo>
                <a:cubicBezTo>
                  <a:pt x="10493109" y="902976"/>
                  <a:pt x="10499482" y="900829"/>
                  <a:pt x="10505666" y="900829"/>
                </a:cubicBezTo>
                <a:cubicBezTo>
                  <a:pt x="10509074" y="900829"/>
                  <a:pt x="10512418" y="901481"/>
                  <a:pt x="10515509" y="903221"/>
                </a:cubicBezTo>
                <a:cubicBezTo>
                  <a:pt x="10517970" y="904579"/>
                  <a:pt x="10520179" y="905069"/>
                  <a:pt x="10522262" y="905069"/>
                </a:cubicBezTo>
                <a:cubicBezTo>
                  <a:pt x="10524975" y="905069"/>
                  <a:pt x="10527436" y="904253"/>
                  <a:pt x="10529834" y="903438"/>
                </a:cubicBezTo>
                <a:cubicBezTo>
                  <a:pt x="10532232" y="902623"/>
                  <a:pt x="10534566" y="901807"/>
                  <a:pt x="10537028" y="901807"/>
                </a:cubicBezTo>
                <a:cubicBezTo>
                  <a:pt x="10538416" y="901807"/>
                  <a:pt x="10539805" y="902079"/>
                  <a:pt x="10541318" y="902758"/>
                </a:cubicBezTo>
                <a:cubicBezTo>
                  <a:pt x="10544285" y="904145"/>
                  <a:pt x="10546871" y="904688"/>
                  <a:pt x="10549143" y="904688"/>
                </a:cubicBezTo>
                <a:cubicBezTo>
                  <a:pt x="10553812" y="904688"/>
                  <a:pt x="10557472" y="902514"/>
                  <a:pt x="10561511" y="900720"/>
                </a:cubicBezTo>
                <a:cubicBezTo>
                  <a:pt x="10570408" y="896752"/>
                  <a:pt x="10568516" y="891425"/>
                  <a:pt x="10570598" y="886505"/>
                </a:cubicBezTo>
                <a:cubicBezTo>
                  <a:pt x="10571670" y="883950"/>
                  <a:pt x="10576592" y="882618"/>
                  <a:pt x="10581893" y="882618"/>
                </a:cubicBezTo>
                <a:cubicBezTo>
                  <a:pt x="10583155" y="882618"/>
                  <a:pt x="10584418" y="882700"/>
                  <a:pt x="10585615" y="882836"/>
                </a:cubicBezTo>
                <a:cubicBezTo>
                  <a:pt x="10588960" y="883243"/>
                  <a:pt x="10592684" y="884983"/>
                  <a:pt x="10594071" y="886559"/>
                </a:cubicBezTo>
                <a:cubicBezTo>
                  <a:pt x="10595650" y="888326"/>
                  <a:pt x="10594576" y="890609"/>
                  <a:pt x="10594892" y="892675"/>
                </a:cubicBezTo>
                <a:cubicBezTo>
                  <a:pt x="10595838" y="899198"/>
                  <a:pt x="10596658" y="898437"/>
                  <a:pt x="10618555" y="903356"/>
                </a:cubicBezTo>
                <a:cubicBezTo>
                  <a:pt x="10626569" y="905150"/>
                  <a:pt x="10634079" y="906917"/>
                  <a:pt x="10641587" y="906917"/>
                </a:cubicBezTo>
                <a:cubicBezTo>
                  <a:pt x="10645689" y="906917"/>
                  <a:pt x="10649791" y="906401"/>
                  <a:pt x="10654018" y="905069"/>
                </a:cubicBezTo>
                <a:cubicBezTo>
                  <a:pt x="10664619" y="901753"/>
                  <a:pt x="10675032" y="899932"/>
                  <a:pt x="10685443" y="899932"/>
                </a:cubicBezTo>
                <a:cubicBezTo>
                  <a:pt x="10694656" y="899932"/>
                  <a:pt x="10703869" y="901345"/>
                  <a:pt x="10713271" y="904362"/>
                </a:cubicBezTo>
                <a:cubicBezTo>
                  <a:pt x="10722042" y="903547"/>
                  <a:pt x="10730940" y="901508"/>
                  <a:pt x="10739648" y="901508"/>
                </a:cubicBezTo>
                <a:cubicBezTo>
                  <a:pt x="10746021" y="901508"/>
                  <a:pt x="10752331" y="902596"/>
                  <a:pt x="10758263" y="906102"/>
                </a:cubicBezTo>
                <a:lnTo>
                  <a:pt x="10769810" y="905096"/>
                </a:lnTo>
                <a:cubicBezTo>
                  <a:pt x="10777887" y="901291"/>
                  <a:pt x="10787227" y="900665"/>
                  <a:pt x="10797007" y="900665"/>
                </a:cubicBezTo>
                <a:cubicBezTo>
                  <a:pt x="10799847" y="900665"/>
                  <a:pt x="10802749" y="900720"/>
                  <a:pt x="10805715" y="900747"/>
                </a:cubicBezTo>
                <a:cubicBezTo>
                  <a:pt x="10812152" y="900829"/>
                  <a:pt x="10818587" y="900856"/>
                  <a:pt x="10824962" y="900856"/>
                </a:cubicBezTo>
                <a:cubicBezTo>
                  <a:pt x="10828937" y="900856"/>
                  <a:pt x="10832912" y="900856"/>
                  <a:pt x="10836887" y="900856"/>
                </a:cubicBezTo>
                <a:cubicBezTo>
                  <a:pt x="10840736" y="900856"/>
                  <a:pt x="10844522" y="900856"/>
                  <a:pt x="10848371" y="900856"/>
                </a:cubicBezTo>
                <a:cubicBezTo>
                  <a:pt x="10851275" y="900856"/>
                  <a:pt x="10854178" y="900856"/>
                  <a:pt x="10857143" y="900856"/>
                </a:cubicBezTo>
                <a:cubicBezTo>
                  <a:pt x="10857270" y="900856"/>
                  <a:pt x="10857459" y="900856"/>
                  <a:pt x="10857585" y="900856"/>
                </a:cubicBezTo>
                <a:cubicBezTo>
                  <a:pt x="10869574" y="900856"/>
                  <a:pt x="10877209" y="898627"/>
                  <a:pt x="10879102" y="892376"/>
                </a:cubicBezTo>
                <a:cubicBezTo>
                  <a:pt x="10879670" y="890582"/>
                  <a:pt x="10881626" y="889712"/>
                  <a:pt x="10884088" y="889712"/>
                </a:cubicBezTo>
                <a:cubicBezTo>
                  <a:pt x="10885286" y="889712"/>
                  <a:pt x="10886548" y="889930"/>
                  <a:pt x="10887811" y="890337"/>
                </a:cubicBezTo>
                <a:cubicBezTo>
                  <a:pt x="10891534" y="891560"/>
                  <a:pt x="10895068" y="892946"/>
                  <a:pt x="10898033" y="892946"/>
                </a:cubicBezTo>
                <a:cubicBezTo>
                  <a:pt x="10900746" y="892946"/>
                  <a:pt x="10902955" y="891778"/>
                  <a:pt x="10904280" y="888217"/>
                </a:cubicBezTo>
                <a:cubicBezTo>
                  <a:pt x="10906867" y="881449"/>
                  <a:pt x="10919740" y="876448"/>
                  <a:pt x="10918352" y="868485"/>
                </a:cubicBezTo>
                <a:cubicBezTo>
                  <a:pt x="10917847" y="865550"/>
                  <a:pt x="10922832" y="863810"/>
                  <a:pt x="10929142" y="863810"/>
                </a:cubicBezTo>
                <a:cubicBezTo>
                  <a:pt x="10931792" y="863810"/>
                  <a:pt x="10934695" y="864136"/>
                  <a:pt x="10937535" y="864788"/>
                </a:cubicBezTo>
                <a:cubicBezTo>
                  <a:pt x="10943403" y="866202"/>
                  <a:pt x="10949271" y="869681"/>
                  <a:pt x="10955203" y="869681"/>
                </a:cubicBezTo>
                <a:cubicBezTo>
                  <a:pt x="10956655" y="869681"/>
                  <a:pt x="10958106" y="869464"/>
                  <a:pt x="10959621" y="868947"/>
                </a:cubicBezTo>
                <a:cubicBezTo>
                  <a:pt x="10972367" y="864462"/>
                  <a:pt x="10987006" y="864245"/>
                  <a:pt x="11000700" y="862098"/>
                </a:cubicBezTo>
                <a:lnTo>
                  <a:pt x="11004739" y="860168"/>
                </a:lnTo>
                <a:cubicBezTo>
                  <a:pt x="11001142" y="859190"/>
                  <a:pt x="10997481" y="858238"/>
                  <a:pt x="10993884" y="857205"/>
                </a:cubicBezTo>
                <a:cubicBezTo>
                  <a:pt x="10990604" y="856254"/>
                  <a:pt x="10984672" y="855222"/>
                  <a:pt x="10984672" y="854188"/>
                </a:cubicBezTo>
                <a:cubicBezTo>
                  <a:pt x="10984608" y="850546"/>
                  <a:pt x="11001267" y="845491"/>
                  <a:pt x="11010543" y="845491"/>
                </a:cubicBezTo>
                <a:cubicBezTo>
                  <a:pt x="11012120" y="845491"/>
                  <a:pt x="11013447" y="845627"/>
                  <a:pt x="11014456" y="845953"/>
                </a:cubicBezTo>
                <a:cubicBezTo>
                  <a:pt x="11022912" y="848535"/>
                  <a:pt x="11030673" y="851606"/>
                  <a:pt x="11033070" y="856634"/>
                </a:cubicBezTo>
                <a:cubicBezTo>
                  <a:pt x="11040011" y="854977"/>
                  <a:pt x="11046764" y="852857"/>
                  <a:pt x="11054084" y="851933"/>
                </a:cubicBezTo>
                <a:cubicBezTo>
                  <a:pt x="11055725" y="851715"/>
                  <a:pt x="11057365" y="851634"/>
                  <a:pt x="11058879" y="851634"/>
                </a:cubicBezTo>
                <a:cubicBezTo>
                  <a:pt x="11065001" y="851634"/>
                  <a:pt x="11069859" y="853291"/>
                  <a:pt x="11071563" y="856906"/>
                </a:cubicBezTo>
                <a:cubicBezTo>
                  <a:pt x="11089926" y="853020"/>
                  <a:pt x="11103808" y="843507"/>
                  <a:pt x="11125325" y="843507"/>
                </a:cubicBezTo>
                <a:cubicBezTo>
                  <a:pt x="11129238" y="843507"/>
                  <a:pt x="11133466" y="843833"/>
                  <a:pt x="11137946" y="844567"/>
                </a:cubicBezTo>
                <a:cubicBezTo>
                  <a:pt x="11154037" y="835734"/>
                  <a:pt x="11178520" y="840870"/>
                  <a:pt x="11197136" y="836359"/>
                </a:cubicBezTo>
                <a:cubicBezTo>
                  <a:pt x="11217707" y="831385"/>
                  <a:pt x="11238151" y="826275"/>
                  <a:pt x="11258596" y="821193"/>
                </a:cubicBezTo>
                <a:cubicBezTo>
                  <a:pt x="11265980" y="819371"/>
                  <a:pt x="11273487" y="817605"/>
                  <a:pt x="11280555" y="815512"/>
                </a:cubicBezTo>
                <a:cubicBezTo>
                  <a:pt x="11282197" y="815022"/>
                  <a:pt x="11283837" y="814724"/>
                  <a:pt x="11285414" y="814724"/>
                </a:cubicBezTo>
                <a:cubicBezTo>
                  <a:pt x="11287434" y="814724"/>
                  <a:pt x="11289263" y="815240"/>
                  <a:pt x="11290526" y="816626"/>
                </a:cubicBezTo>
                <a:cubicBezTo>
                  <a:pt x="11301442" y="828476"/>
                  <a:pt x="11339115" y="822524"/>
                  <a:pt x="11347443" y="836766"/>
                </a:cubicBezTo>
                <a:cubicBezTo>
                  <a:pt x="11348327" y="838288"/>
                  <a:pt x="11354259" y="839049"/>
                  <a:pt x="11360380" y="839049"/>
                </a:cubicBezTo>
                <a:cubicBezTo>
                  <a:pt x="11367258" y="839049"/>
                  <a:pt x="11374514" y="838125"/>
                  <a:pt x="11375587" y="836331"/>
                </a:cubicBezTo>
                <a:cubicBezTo>
                  <a:pt x="11381456" y="826248"/>
                  <a:pt x="11398493" y="826682"/>
                  <a:pt x="11413638" y="824427"/>
                </a:cubicBezTo>
                <a:cubicBezTo>
                  <a:pt x="11416161" y="824046"/>
                  <a:pt x="11415846" y="819317"/>
                  <a:pt x="11416792" y="816626"/>
                </a:cubicBezTo>
                <a:cubicBezTo>
                  <a:pt x="11396284" y="814914"/>
                  <a:pt x="11392498" y="800291"/>
                  <a:pt x="11369340" y="800291"/>
                </a:cubicBezTo>
                <a:cubicBezTo>
                  <a:pt x="11367320" y="800291"/>
                  <a:pt x="11365176" y="800400"/>
                  <a:pt x="11362840" y="800644"/>
                </a:cubicBezTo>
                <a:cubicBezTo>
                  <a:pt x="11362336" y="800699"/>
                  <a:pt x="11361831" y="800726"/>
                  <a:pt x="11361389" y="800726"/>
                </a:cubicBezTo>
                <a:lnTo>
                  <a:pt x="11361291" y="800520"/>
                </a:lnTo>
                <a:lnTo>
                  <a:pt x="11373526" y="800089"/>
                </a:lnTo>
                <a:lnTo>
                  <a:pt x="11373566" y="799730"/>
                </a:lnTo>
                <a:lnTo>
                  <a:pt x="11372609" y="799692"/>
                </a:lnTo>
                <a:lnTo>
                  <a:pt x="11373618" y="799260"/>
                </a:lnTo>
                <a:lnTo>
                  <a:pt x="11374584" y="790558"/>
                </a:lnTo>
                <a:cubicBezTo>
                  <a:pt x="11379028" y="787471"/>
                  <a:pt x="11388266" y="790135"/>
                  <a:pt x="11386200" y="793871"/>
                </a:cubicBezTo>
                <a:lnTo>
                  <a:pt x="11373618" y="799260"/>
                </a:lnTo>
                <a:lnTo>
                  <a:pt x="11373566" y="799730"/>
                </a:lnTo>
                <a:lnTo>
                  <a:pt x="11444670" y="802495"/>
                </a:lnTo>
                <a:cubicBezTo>
                  <a:pt x="11481578" y="802865"/>
                  <a:pt x="11527941" y="802762"/>
                  <a:pt x="11573457" y="802461"/>
                </a:cubicBezTo>
                <a:lnTo>
                  <a:pt x="11667014" y="801533"/>
                </a:lnTo>
                <a:lnTo>
                  <a:pt x="11681378" y="808010"/>
                </a:lnTo>
                <a:cubicBezTo>
                  <a:pt x="11681883" y="808010"/>
                  <a:pt x="11682451" y="808010"/>
                  <a:pt x="11682956" y="808010"/>
                </a:cubicBezTo>
                <a:cubicBezTo>
                  <a:pt x="11694188" y="808010"/>
                  <a:pt x="11702579" y="805346"/>
                  <a:pt x="11708702" y="801351"/>
                </a:cubicBezTo>
                <a:lnTo>
                  <a:pt x="11709026" y="801074"/>
                </a:lnTo>
                <a:lnTo>
                  <a:pt x="11737810" y="800687"/>
                </a:lnTo>
                <a:cubicBezTo>
                  <a:pt x="11747711" y="800547"/>
                  <a:pt x="11753539" y="800460"/>
                  <a:pt x="11754004" y="800460"/>
                </a:cubicBezTo>
                <a:lnTo>
                  <a:pt x="11759345" y="798388"/>
                </a:lnTo>
                <a:lnTo>
                  <a:pt x="11765366" y="800644"/>
                </a:lnTo>
                <a:cubicBezTo>
                  <a:pt x="11766755" y="800862"/>
                  <a:pt x="11768080" y="800970"/>
                  <a:pt x="11769342" y="800970"/>
                </a:cubicBezTo>
                <a:cubicBezTo>
                  <a:pt x="11774705" y="800970"/>
                  <a:pt x="11778617" y="799068"/>
                  <a:pt x="11779186" y="796595"/>
                </a:cubicBezTo>
                <a:lnTo>
                  <a:pt x="11779757" y="794813"/>
                </a:lnTo>
                <a:lnTo>
                  <a:pt x="11787065" y="797017"/>
                </a:lnTo>
                <a:cubicBezTo>
                  <a:pt x="11791259" y="798270"/>
                  <a:pt x="11795202" y="799210"/>
                  <a:pt x="11799174" y="799247"/>
                </a:cubicBezTo>
                <a:cubicBezTo>
                  <a:pt x="11851529" y="799668"/>
                  <a:pt x="11956670" y="796550"/>
                  <a:pt x="11909071" y="776433"/>
                </a:cubicBezTo>
                <a:lnTo>
                  <a:pt x="11937373" y="776433"/>
                </a:lnTo>
                <a:lnTo>
                  <a:pt x="11938391" y="776536"/>
                </a:lnTo>
                <a:lnTo>
                  <a:pt x="11939196" y="776433"/>
                </a:lnTo>
                <a:lnTo>
                  <a:pt x="11987631" y="776433"/>
                </a:lnTo>
                <a:lnTo>
                  <a:pt x="12001669" y="768886"/>
                </a:lnTo>
                <a:lnTo>
                  <a:pt x="12013057" y="773940"/>
                </a:lnTo>
                <a:cubicBezTo>
                  <a:pt x="12017442" y="775367"/>
                  <a:pt x="12021938" y="776210"/>
                  <a:pt x="12026734" y="776210"/>
                </a:cubicBezTo>
                <a:cubicBezTo>
                  <a:pt x="12033171" y="776210"/>
                  <a:pt x="12040049" y="774688"/>
                  <a:pt x="12047874" y="771046"/>
                </a:cubicBezTo>
                <a:cubicBezTo>
                  <a:pt x="12054940" y="767730"/>
                  <a:pt x="12065920" y="766099"/>
                  <a:pt x="12075701" y="764387"/>
                </a:cubicBezTo>
                <a:cubicBezTo>
                  <a:pt x="12094000" y="761153"/>
                  <a:pt x="12101825" y="755255"/>
                  <a:pt x="12102583" y="745823"/>
                </a:cubicBezTo>
                <a:cubicBezTo>
                  <a:pt x="12103087" y="739028"/>
                  <a:pt x="12097975" y="731608"/>
                  <a:pt x="12110722" y="725384"/>
                </a:cubicBezTo>
                <a:cubicBezTo>
                  <a:pt x="12115833" y="722884"/>
                  <a:pt x="12106305" y="720845"/>
                  <a:pt x="12102961" y="718780"/>
                </a:cubicBezTo>
                <a:cubicBezTo>
                  <a:pt x="12100689" y="717366"/>
                  <a:pt x="12098418" y="716795"/>
                  <a:pt x="12096019" y="716795"/>
                </a:cubicBezTo>
                <a:cubicBezTo>
                  <a:pt x="12093306" y="716795"/>
                  <a:pt x="12090530" y="717584"/>
                  <a:pt x="12087816" y="718834"/>
                </a:cubicBezTo>
                <a:cubicBezTo>
                  <a:pt x="12081379" y="721715"/>
                  <a:pt x="12076521" y="724867"/>
                  <a:pt x="12075890" y="729298"/>
                </a:cubicBezTo>
                <a:lnTo>
                  <a:pt x="12071978" y="731445"/>
                </a:lnTo>
                <a:lnTo>
                  <a:pt x="12064532" y="728238"/>
                </a:lnTo>
                <a:cubicBezTo>
                  <a:pt x="12060494" y="711522"/>
                  <a:pt x="12062008" y="710380"/>
                  <a:pt x="12093117" y="702173"/>
                </a:cubicBezTo>
                <a:cubicBezTo>
                  <a:pt x="12105989" y="698775"/>
                  <a:pt x="12118610" y="695133"/>
                  <a:pt x="12130915" y="691274"/>
                </a:cubicBezTo>
                <a:cubicBezTo>
                  <a:pt x="12134070" y="690295"/>
                  <a:pt x="12135584" y="688120"/>
                  <a:pt x="12137856" y="686490"/>
                </a:cubicBezTo>
                <a:cubicBezTo>
                  <a:pt x="12134070" y="685756"/>
                  <a:pt x="12130284" y="684533"/>
                  <a:pt x="12126435" y="684397"/>
                </a:cubicBezTo>
                <a:cubicBezTo>
                  <a:pt x="12115771" y="684043"/>
                  <a:pt x="12105043" y="684288"/>
                  <a:pt x="12094379" y="684071"/>
                </a:cubicBezTo>
                <a:cubicBezTo>
                  <a:pt x="12080181" y="683772"/>
                  <a:pt x="12080055" y="683636"/>
                  <a:pt x="12076142" y="671595"/>
                </a:cubicBezTo>
                <a:cubicBezTo>
                  <a:pt x="12072608" y="670808"/>
                  <a:pt x="12067751" y="670209"/>
                  <a:pt x="12066930" y="668986"/>
                </a:cubicBezTo>
                <a:cubicBezTo>
                  <a:pt x="12064468" y="665236"/>
                  <a:pt x="12066487" y="660315"/>
                  <a:pt x="12062196" y="657380"/>
                </a:cubicBezTo>
                <a:cubicBezTo>
                  <a:pt x="12053489" y="651482"/>
                  <a:pt x="12051280" y="647351"/>
                  <a:pt x="12065290" y="642622"/>
                </a:cubicBezTo>
                <a:cubicBezTo>
                  <a:pt x="12073808" y="639741"/>
                  <a:pt x="12080307" y="635473"/>
                  <a:pt x="12087690" y="631831"/>
                </a:cubicBezTo>
                <a:lnTo>
                  <a:pt x="12086417" y="628751"/>
                </a:lnTo>
                <a:lnTo>
                  <a:pt x="12087423" y="628366"/>
                </a:lnTo>
                <a:lnTo>
                  <a:pt x="12096243" y="622114"/>
                </a:lnTo>
                <a:lnTo>
                  <a:pt x="12102771" y="621612"/>
                </a:lnTo>
                <a:cubicBezTo>
                  <a:pt x="12110596" y="620959"/>
                  <a:pt x="12117222" y="617589"/>
                  <a:pt x="12124984" y="616393"/>
                </a:cubicBezTo>
                <a:cubicBezTo>
                  <a:pt x="12139307" y="614219"/>
                  <a:pt x="12151171" y="608593"/>
                  <a:pt x="12167072" y="608593"/>
                </a:cubicBezTo>
                <a:cubicBezTo>
                  <a:pt x="12168522" y="608593"/>
                  <a:pt x="12170038" y="608648"/>
                  <a:pt x="12171552" y="608729"/>
                </a:cubicBezTo>
                <a:lnTo>
                  <a:pt x="12176411" y="606854"/>
                </a:lnTo>
                <a:lnTo>
                  <a:pt x="12168460" y="603565"/>
                </a:lnTo>
                <a:cubicBezTo>
                  <a:pt x="12140885" y="603266"/>
                  <a:pt x="12113309" y="603375"/>
                  <a:pt x="12085734" y="603076"/>
                </a:cubicBezTo>
                <a:lnTo>
                  <a:pt x="12080559" y="599461"/>
                </a:lnTo>
                <a:lnTo>
                  <a:pt x="12098039" y="588803"/>
                </a:lnTo>
                <a:lnTo>
                  <a:pt x="12098445" y="588752"/>
                </a:lnTo>
                <a:cubicBezTo>
                  <a:pt x="12098445" y="588752"/>
                  <a:pt x="12097959" y="589148"/>
                  <a:pt x="12097959" y="589148"/>
                </a:cubicBezTo>
                <a:lnTo>
                  <a:pt x="12104982" y="589148"/>
                </a:lnTo>
                <a:lnTo>
                  <a:pt x="12104497" y="588752"/>
                </a:lnTo>
                <a:lnTo>
                  <a:pt x="12149126" y="584124"/>
                </a:lnTo>
                <a:lnTo>
                  <a:pt x="12128486" y="581749"/>
                </a:lnTo>
                <a:lnTo>
                  <a:pt x="12125730" y="579225"/>
                </a:lnTo>
                <a:lnTo>
                  <a:pt x="12127774" y="578735"/>
                </a:lnTo>
                <a:lnTo>
                  <a:pt x="12133375" y="578858"/>
                </a:lnTo>
                <a:cubicBezTo>
                  <a:pt x="12137666" y="578858"/>
                  <a:pt x="12142084" y="578614"/>
                  <a:pt x="12145869" y="577907"/>
                </a:cubicBezTo>
                <a:lnTo>
                  <a:pt x="12145603" y="574460"/>
                </a:lnTo>
                <a:lnTo>
                  <a:pt x="12147504" y="574005"/>
                </a:lnTo>
                <a:lnTo>
                  <a:pt x="12145513" y="573289"/>
                </a:lnTo>
                <a:lnTo>
                  <a:pt x="12145365" y="571384"/>
                </a:lnTo>
                <a:cubicBezTo>
                  <a:pt x="12143661" y="569699"/>
                  <a:pt x="12142210" y="567932"/>
                  <a:pt x="12140633" y="566193"/>
                </a:cubicBezTo>
                <a:cubicBezTo>
                  <a:pt x="12134385" y="564317"/>
                  <a:pt x="12128264" y="561518"/>
                  <a:pt x="12121702" y="561219"/>
                </a:cubicBezTo>
                <a:cubicBezTo>
                  <a:pt x="12102898" y="560349"/>
                  <a:pt x="12101825" y="554479"/>
                  <a:pt x="12101762" y="547901"/>
                </a:cubicBezTo>
                <a:cubicBezTo>
                  <a:pt x="12099868" y="547765"/>
                  <a:pt x="12098038" y="547711"/>
                  <a:pt x="12096335" y="547711"/>
                </a:cubicBezTo>
                <a:lnTo>
                  <a:pt x="12091824" y="548388"/>
                </a:lnTo>
                <a:lnTo>
                  <a:pt x="12097702" y="545262"/>
                </a:lnTo>
                <a:cubicBezTo>
                  <a:pt x="12110306" y="541245"/>
                  <a:pt x="12124002" y="543773"/>
                  <a:pt x="12136968" y="545425"/>
                </a:cubicBezTo>
                <a:cubicBezTo>
                  <a:pt x="12150909" y="539710"/>
                  <a:pt x="12156852" y="529416"/>
                  <a:pt x="12176410" y="529590"/>
                </a:cubicBezTo>
                <a:cubicBezTo>
                  <a:pt x="12175303" y="529404"/>
                  <a:pt x="12147774" y="525049"/>
                  <a:pt x="12120281" y="520614"/>
                </a:cubicBezTo>
                <a:lnTo>
                  <a:pt x="12117313" y="520128"/>
                </a:lnTo>
                <a:lnTo>
                  <a:pt x="12125084" y="518687"/>
                </a:lnTo>
                <a:cubicBezTo>
                  <a:pt x="12130109" y="516203"/>
                  <a:pt x="12133075" y="512595"/>
                  <a:pt x="12133453" y="508097"/>
                </a:cubicBezTo>
                <a:cubicBezTo>
                  <a:pt x="12134337" y="497579"/>
                  <a:pt x="12134527" y="495948"/>
                  <a:pt x="12116290" y="495540"/>
                </a:cubicBezTo>
                <a:cubicBezTo>
                  <a:pt x="12101082" y="495187"/>
                  <a:pt x="12092122" y="488718"/>
                  <a:pt x="12077545" y="488718"/>
                </a:cubicBezTo>
                <a:cubicBezTo>
                  <a:pt x="12076599" y="488718"/>
                  <a:pt x="12075653" y="488745"/>
                  <a:pt x="12074706" y="488799"/>
                </a:cubicBezTo>
                <a:lnTo>
                  <a:pt x="12064530" y="489067"/>
                </a:lnTo>
                <a:lnTo>
                  <a:pt x="12081048" y="484209"/>
                </a:lnTo>
                <a:cubicBezTo>
                  <a:pt x="12076509" y="466963"/>
                  <a:pt x="12054087" y="480547"/>
                  <a:pt x="12041336" y="461519"/>
                </a:cubicBezTo>
                <a:cubicBezTo>
                  <a:pt x="12063543" y="461927"/>
                  <a:pt x="12081616" y="456114"/>
                  <a:pt x="12101163" y="454351"/>
                </a:cubicBezTo>
                <a:lnTo>
                  <a:pt x="12120700" y="454320"/>
                </a:lnTo>
                <a:lnTo>
                  <a:pt x="12117464" y="444545"/>
                </a:lnTo>
                <a:lnTo>
                  <a:pt x="12097743" y="440982"/>
                </a:lnTo>
                <a:cubicBezTo>
                  <a:pt x="12093384" y="433047"/>
                  <a:pt x="12093493" y="426779"/>
                  <a:pt x="12098066" y="422177"/>
                </a:cubicBezTo>
                <a:lnTo>
                  <a:pt x="12098878" y="422548"/>
                </a:lnTo>
                <a:lnTo>
                  <a:pt x="12094106" y="419412"/>
                </a:lnTo>
                <a:lnTo>
                  <a:pt x="12093312" y="419479"/>
                </a:lnTo>
                <a:lnTo>
                  <a:pt x="12092394" y="418960"/>
                </a:lnTo>
                <a:lnTo>
                  <a:pt x="12093908" y="419282"/>
                </a:lnTo>
                <a:lnTo>
                  <a:pt x="12094106" y="419412"/>
                </a:lnTo>
                <a:lnTo>
                  <a:pt x="12098243" y="419061"/>
                </a:lnTo>
                <a:lnTo>
                  <a:pt x="12095745" y="411562"/>
                </a:lnTo>
                <a:cubicBezTo>
                  <a:pt x="12087423" y="407330"/>
                  <a:pt x="12077968" y="403421"/>
                  <a:pt x="12064407" y="405029"/>
                </a:cubicBezTo>
                <a:cubicBezTo>
                  <a:pt x="12049143" y="406823"/>
                  <a:pt x="12034178" y="406180"/>
                  <a:pt x="12019265" y="405045"/>
                </a:cubicBezTo>
                <a:lnTo>
                  <a:pt x="11992611" y="403299"/>
                </a:lnTo>
                <a:lnTo>
                  <a:pt x="11996964" y="402368"/>
                </a:lnTo>
                <a:cubicBezTo>
                  <a:pt x="12007313" y="402341"/>
                  <a:pt x="12017662" y="401797"/>
                  <a:pt x="12028011" y="401797"/>
                </a:cubicBezTo>
                <a:cubicBezTo>
                  <a:pt x="12030471" y="401797"/>
                  <a:pt x="12032932" y="401825"/>
                  <a:pt x="12035393" y="401906"/>
                </a:cubicBezTo>
                <a:cubicBezTo>
                  <a:pt x="12036339" y="401960"/>
                  <a:pt x="12037223" y="401960"/>
                  <a:pt x="12038106" y="401960"/>
                </a:cubicBezTo>
                <a:cubicBezTo>
                  <a:pt x="12048708" y="401960"/>
                  <a:pt x="12056848" y="399922"/>
                  <a:pt x="12063284" y="396062"/>
                </a:cubicBezTo>
                <a:cubicBezTo>
                  <a:pt x="12070793" y="391605"/>
                  <a:pt x="12078492" y="389757"/>
                  <a:pt x="12087200" y="389757"/>
                </a:cubicBezTo>
                <a:cubicBezTo>
                  <a:pt x="12093636" y="389757"/>
                  <a:pt x="12100640" y="390762"/>
                  <a:pt x="12108402" y="392502"/>
                </a:cubicBezTo>
                <a:cubicBezTo>
                  <a:pt x="12123168" y="395763"/>
                  <a:pt x="12136166" y="402069"/>
                  <a:pt x="12153709" y="402069"/>
                </a:cubicBezTo>
                <a:cubicBezTo>
                  <a:pt x="12155413" y="402069"/>
                  <a:pt x="12157242" y="402015"/>
                  <a:pt x="12159136" y="401879"/>
                </a:cubicBezTo>
                <a:cubicBezTo>
                  <a:pt x="12159198" y="395301"/>
                  <a:pt x="12160271" y="389431"/>
                  <a:pt x="12179076" y="388561"/>
                </a:cubicBezTo>
                <a:cubicBezTo>
                  <a:pt x="12185638" y="388262"/>
                  <a:pt x="12191759" y="385462"/>
                  <a:pt x="12198007" y="383587"/>
                </a:cubicBezTo>
                <a:cubicBezTo>
                  <a:pt x="12199584" y="381847"/>
                  <a:pt x="12201035" y="380081"/>
                  <a:pt x="12202739" y="378395"/>
                </a:cubicBezTo>
                <a:cubicBezTo>
                  <a:pt x="12204947" y="376194"/>
                  <a:pt x="12213592" y="373829"/>
                  <a:pt x="12203243" y="371872"/>
                </a:cubicBezTo>
                <a:cubicBezTo>
                  <a:pt x="12199458" y="371166"/>
                  <a:pt x="12195040" y="370921"/>
                  <a:pt x="12190749" y="370921"/>
                </a:cubicBezTo>
                <a:cubicBezTo>
                  <a:pt x="12188667" y="370921"/>
                  <a:pt x="12186585" y="370975"/>
                  <a:pt x="12184566" y="371057"/>
                </a:cubicBezTo>
                <a:cubicBezTo>
                  <a:pt x="12182861" y="371139"/>
                  <a:pt x="12181222" y="371166"/>
                  <a:pt x="12179644" y="371166"/>
                </a:cubicBezTo>
                <a:cubicBezTo>
                  <a:pt x="12168160" y="371166"/>
                  <a:pt x="12161091" y="368937"/>
                  <a:pt x="12157369" y="362169"/>
                </a:cubicBezTo>
                <a:cubicBezTo>
                  <a:pt x="12154972" y="357739"/>
                  <a:pt x="12144244" y="354396"/>
                  <a:pt x="12137933" y="350319"/>
                </a:cubicBezTo>
                <a:lnTo>
                  <a:pt x="12143109" y="346704"/>
                </a:lnTo>
                <a:cubicBezTo>
                  <a:pt x="12170683" y="346405"/>
                  <a:pt x="12198259" y="346514"/>
                  <a:pt x="12225834" y="346215"/>
                </a:cubicBezTo>
                <a:lnTo>
                  <a:pt x="12233785" y="342926"/>
                </a:lnTo>
                <a:lnTo>
                  <a:pt x="12228926" y="341051"/>
                </a:lnTo>
                <a:cubicBezTo>
                  <a:pt x="12227412" y="341132"/>
                  <a:pt x="12225896" y="341187"/>
                  <a:pt x="12224446" y="341187"/>
                </a:cubicBezTo>
                <a:cubicBezTo>
                  <a:pt x="12208545" y="341187"/>
                  <a:pt x="12196681" y="335561"/>
                  <a:pt x="12182357" y="333386"/>
                </a:cubicBezTo>
                <a:cubicBezTo>
                  <a:pt x="12174596" y="332190"/>
                  <a:pt x="12167970" y="328820"/>
                  <a:pt x="12160145" y="328168"/>
                </a:cubicBezTo>
                <a:cubicBezTo>
                  <a:pt x="12146831" y="327053"/>
                  <a:pt x="12128595" y="328847"/>
                  <a:pt x="12145064" y="317948"/>
                </a:cubicBezTo>
                <a:cubicBezTo>
                  <a:pt x="12137682" y="314306"/>
                  <a:pt x="12131182" y="310039"/>
                  <a:pt x="12122663" y="307158"/>
                </a:cubicBezTo>
                <a:cubicBezTo>
                  <a:pt x="12108654" y="302429"/>
                  <a:pt x="12110863" y="298297"/>
                  <a:pt x="12119570" y="292400"/>
                </a:cubicBezTo>
                <a:cubicBezTo>
                  <a:pt x="12123861" y="289464"/>
                  <a:pt x="12121842" y="284544"/>
                  <a:pt x="12124304" y="280794"/>
                </a:cubicBezTo>
                <a:cubicBezTo>
                  <a:pt x="12125125" y="279570"/>
                  <a:pt x="12129982" y="278972"/>
                  <a:pt x="12133516" y="278184"/>
                </a:cubicBezTo>
                <a:cubicBezTo>
                  <a:pt x="12137429" y="266143"/>
                  <a:pt x="12137555" y="266008"/>
                  <a:pt x="12151753" y="265709"/>
                </a:cubicBezTo>
                <a:cubicBezTo>
                  <a:pt x="12162417" y="265491"/>
                  <a:pt x="12173145" y="265736"/>
                  <a:pt x="12183808" y="265383"/>
                </a:cubicBezTo>
                <a:cubicBezTo>
                  <a:pt x="12187658" y="265247"/>
                  <a:pt x="12191444" y="264024"/>
                  <a:pt x="12195230" y="263290"/>
                </a:cubicBezTo>
                <a:cubicBezTo>
                  <a:pt x="12192958" y="261659"/>
                  <a:pt x="12191444" y="259485"/>
                  <a:pt x="12188289" y="258506"/>
                </a:cubicBezTo>
                <a:cubicBezTo>
                  <a:pt x="12175984" y="254646"/>
                  <a:pt x="12163363" y="251005"/>
                  <a:pt x="12150491" y="247607"/>
                </a:cubicBezTo>
                <a:cubicBezTo>
                  <a:pt x="12119382" y="239399"/>
                  <a:pt x="12117868" y="238258"/>
                  <a:pt x="12121906" y="221542"/>
                </a:cubicBezTo>
                <a:lnTo>
                  <a:pt x="12129352" y="218335"/>
                </a:lnTo>
                <a:lnTo>
                  <a:pt x="12133264" y="220482"/>
                </a:lnTo>
                <a:cubicBezTo>
                  <a:pt x="12133895" y="224912"/>
                  <a:pt x="12138753" y="228065"/>
                  <a:pt x="12145190" y="230946"/>
                </a:cubicBezTo>
                <a:cubicBezTo>
                  <a:pt x="12147904" y="232196"/>
                  <a:pt x="12150680" y="232984"/>
                  <a:pt x="12153393" y="232984"/>
                </a:cubicBezTo>
                <a:cubicBezTo>
                  <a:pt x="12155792" y="232984"/>
                  <a:pt x="12158063" y="232414"/>
                  <a:pt x="12160335" y="231000"/>
                </a:cubicBezTo>
                <a:cubicBezTo>
                  <a:pt x="12163679" y="228935"/>
                  <a:pt x="12173207" y="226896"/>
                  <a:pt x="12168096" y="224396"/>
                </a:cubicBezTo>
                <a:cubicBezTo>
                  <a:pt x="12155349" y="218171"/>
                  <a:pt x="12160461" y="210752"/>
                  <a:pt x="12159956" y="203956"/>
                </a:cubicBezTo>
                <a:cubicBezTo>
                  <a:pt x="12159198" y="194525"/>
                  <a:pt x="12151374" y="188627"/>
                  <a:pt x="12133075" y="185392"/>
                </a:cubicBezTo>
                <a:cubicBezTo>
                  <a:pt x="12123294" y="183681"/>
                  <a:pt x="12112314" y="182050"/>
                  <a:pt x="12105248" y="178734"/>
                </a:cubicBezTo>
                <a:cubicBezTo>
                  <a:pt x="12097423" y="175092"/>
                  <a:pt x="12090544" y="173569"/>
                  <a:pt x="12084108" y="173569"/>
                </a:cubicBezTo>
                <a:cubicBezTo>
                  <a:pt x="12079312" y="173569"/>
                  <a:pt x="12074816" y="174412"/>
                  <a:pt x="12070431" y="175839"/>
                </a:cubicBezTo>
                <a:lnTo>
                  <a:pt x="12060060" y="180441"/>
                </a:lnTo>
                <a:lnTo>
                  <a:pt x="12054573" y="179737"/>
                </a:lnTo>
                <a:lnTo>
                  <a:pt x="12060085" y="168825"/>
                </a:lnTo>
                <a:lnTo>
                  <a:pt x="12045983" y="166128"/>
                </a:lnTo>
                <a:lnTo>
                  <a:pt x="12046307" y="164767"/>
                </a:lnTo>
                <a:lnTo>
                  <a:pt x="12102552" y="166524"/>
                </a:lnTo>
                <a:cubicBezTo>
                  <a:pt x="12098283" y="152642"/>
                  <a:pt x="11981417" y="177238"/>
                  <a:pt x="11968990" y="146060"/>
                </a:cubicBezTo>
                <a:cubicBezTo>
                  <a:pt x="12015024" y="143858"/>
                  <a:pt x="11994817" y="144057"/>
                  <a:pt x="12041822" y="147545"/>
                </a:cubicBezTo>
                <a:cubicBezTo>
                  <a:pt x="12042740" y="147619"/>
                  <a:pt x="12043875" y="147025"/>
                  <a:pt x="12047171" y="146085"/>
                </a:cubicBezTo>
                <a:lnTo>
                  <a:pt x="12020966" y="143042"/>
                </a:lnTo>
                <a:lnTo>
                  <a:pt x="12023074" y="132724"/>
                </a:lnTo>
                <a:lnTo>
                  <a:pt x="11967423" y="132724"/>
                </a:lnTo>
                <a:lnTo>
                  <a:pt x="11980715" y="118967"/>
                </a:lnTo>
                <a:cubicBezTo>
                  <a:pt x="11927766" y="120550"/>
                  <a:pt x="11944568" y="113869"/>
                  <a:pt x="11823758" y="109638"/>
                </a:cubicBezTo>
                <a:cubicBezTo>
                  <a:pt x="11804631" y="108970"/>
                  <a:pt x="11790259" y="116368"/>
                  <a:pt x="11763460" y="108128"/>
                </a:cubicBezTo>
                <a:cubicBezTo>
                  <a:pt x="11713449" y="92772"/>
                  <a:pt x="11393478" y="94262"/>
                  <a:pt x="11149558" y="93274"/>
                </a:cubicBezTo>
                <a:lnTo>
                  <a:pt x="11129716" y="93120"/>
                </a:lnTo>
                <a:lnTo>
                  <a:pt x="11128937" y="92873"/>
                </a:lnTo>
                <a:lnTo>
                  <a:pt x="11128366" y="93110"/>
                </a:lnTo>
                <a:lnTo>
                  <a:pt x="11051484" y="92513"/>
                </a:lnTo>
                <a:lnTo>
                  <a:pt x="11062113" y="89612"/>
                </a:lnTo>
                <a:lnTo>
                  <a:pt x="11058074" y="87681"/>
                </a:lnTo>
                <a:cubicBezTo>
                  <a:pt x="11044380" y="85535"/>
                  <a:pt x="11029741" y="85317"/>
                  <a:pt x="11016995" y="80833"/>
                </a:cubicBezTo>
                <a:cubicBezTo>
                  <a:pt x="11015479" y="80316"/>
                  <a:pt x="11014029" y="80099"/>
                  <a:pt x="11012577" y="80099"/>
                </a:cubicBezTo>
                <a:cubicBezTo>
                  <a:pt x="11006645" y="80099"/>
                  <a:pt x="11000777" y="83578"/>
                  <a:pt x="10994909" y="84991"/>
                </a:cubicBezTo>
                <a:cubicBezTo>
                  <a:pt x="10992069" y="85643"/>
                  <a:pt x="10989166" y="85970"/>
                  <a:pt x="10986516" y="85970"/>
                </a:cubicBezTo>
                <a:cubicBezTo>
                  <a:pt x="10980206" y="85970"/>
                  <a:pt x="10975221" y="84230"/>
                  <a:pt x="10975726" y="81295"/>
                </a:cubicBezTo>
                <a:cubicBezTo>
                  <a:pt x="10977114" y="73331"/>
                  <a:pt x="10964242" y="68330"/>
                  <a:pt x="10961654" y="61562"/>
                </a:cubicBezTo>
                <a:cubicBezTo>
                  <a:pt x="10960329" y="58002"/>
                  <a:pt x="10958121" y="56833"/>
                  <a:pt x="10955407" y="56833"/>
                </a:cubicBezTo>
                <a:cubicBezTo>
                  <a:pt x="10952442" y="56833"/>
                  <a:pt x="10948908" y="58220"/>
                  <a:pt x="10945185" y="59442"/>
                </a:cubicBezTo>
                <a:cubicBezTo>
                  <a:pt x="10943922" y="59850"/>
                  <a:pt x="10942660" y="60068"/>
                  <a:pt x="10941462" y="60068"/>
                </a:cubicBezTo>
                <a:cubicBezTo>
                  <a:pt x="10939000" y="60068"/>
                  <a:pt x="10937044" y="59198"/>
                  <a:pt x="10936476" y="57404"/>
                </a:cubicBezTo>
                <a:cubicBezTo>
                  <a:pt x="10934584" y="51153"/>
                  <a:pt x="10926948" y="48923"/>
                  <a:pt x="10914959" y="48923"/>
                </a:cubicBezTo>
                <a:cubicBezTo>
                  <a:pt x="10914833" y="48923"/>
                  <a:pt x="10914644" y="48923"/>
                  <a:pt x="10914517" y="48923"/>
                </a:cubicBezTo>
                <a:cubicBezTo>
                  <a:pt x="10911552" y="48923"/>
                  <a:pt x="10908649" y="48923"/>
                  <a:pt x="10905745" y="48923"/>
                </a:cubicBezTo>
                <a:cubicBezTo>
                  <a:pt x="10901896" y="48923"/>
                  <a:pt x="10898110" y="48923"/>
                  <a:pt x="10894261" y="48923"/>
                </a:cubicBezTo>
                <a:cubicBezTo>
                  <a:pt x="10890286" y="48923"/>
                  <a:pt x="10886311" y="48923"/>
                  <a:pt x="10882336" y="48923"/>
                </a:cubicBezTo>
                <a:cubicBezTo>
                  <a:pt x="10875962" y="48923"/>
                  <a:pt x="10869526" y="48951"/>
                  <a:pt x="10863089" y="49033"/>
                </a:cubicBezTo>
                <a:cubicBezTo>
                  <a:pt x="10860123" y="49060"/>
                  <a:pt x="10857221" y="49114"/>
                  <a:pt x="10854381" y="49114"/>
                </a:cubicBezTo>
                <a:cubicBezTo>
                  <a:pt x="10844601" y="49114"/>
                  <a:pt x="10835261" y="48489"/>
                  <a:pt x="10827185" y="44684"/>
                </a:cubicBezTo>
                <a:lnTo>
                  <a:pt x="10815637" y="43678"/>
                </a:lnTo>
                <a:cubicBezTo>
                  <a:pt x="10809705" y="47184"/>
                  <a:pt x="10803395" y="48271"/>
                  <a:pt x="10797021" y="48271"/>
                </a:cubicBezTo>
                <a:cubicBezTo>
                  <a:pt x="10788314" y="48271"/>
                  <a:pt x="10779416" y="46233"/>
                  <a:pt x="10770644" y="45417"/>
                </a:cubicBezTo>
                <a:cubicBezTo>
                  <a:pt x="10761243" y="48435"/>
                  <a:pt x="10752030" y="49848"/>
                  <a:pt x="10742817" y="49848"/>
                </a:cubicBezTo>
                <a:cubicBezTo>
                  <a:pt x="10732406" y="49848"/>
                  <a:pt x="10721993" y="48027"/>
                  <a:pt x="10711393" y="44711"/>
                </a:cubicBezTo>
                <a:cubicBezTo>
                  <a:pt x="10707165" y="43379"/>
                  <a:pt x="10703063" y="42863"/>
                  <a:pt x="10698961" y="42863"/>
                </a:cubicBezTo>
                <a:cubicBezTo>
                  <a:pt x="10691453" y="42863"/>
                  <a:pt x="10683943" y="44630"/>
                  <a:pt x="10675929" y="46423"/>
                </a:cubicBezTo>
                <a:cubicBezTo>
                  <a:pt x="10654032" y="51343"/>
                  <a:pt x="10653212" y="50582"/>
                  <a:pt x="10652266" y="57105"/>
                </a:cubicBezTo>
                <a:cubicBezTo>
                  <a:pt x="10651950" y="59170"/>
                  <a:pt x="10653024" y="61454"/>
                  <a:pt x="10651445" y="63220"/>
                </a:cubicBezTo>
                <a:cubicBezTo>
                  <a:pt x="10650058" y="64797"/>
                  <a:pt x="10646334" y="66536"/>
                  <a:pt x="10642989" y="66944"/>
                </a:cubicBezTo>
                <a:cubicBezTo>
                  <a:pt x="10641792" y="67080"/>
                  <a:pt x="10640529" y="67161"/>
                  <a:pt x="10639267" y="67161"/>
                </a:cubicBezTo>
                <a:cubicBezTo>
                  <a:pt x="10633966" y="67161"/>
                  <a:pt x="10629044" y="65829"/>
                  <a:pt x="10627972" y="63275"/>
                </a:cubicBezTo>
                <a:cubicBezTo>
                  <a:pt x="10625890" y="58355"/>
                  <a:pt x="10627782" y="53028"/>
                  <a:pt x="10618885" y="49060"/>
                </a:cubicBezTo>
                <a:cubicBezTo>
                  <a:pt x="10614846" y="47266"/>
                  <a:pt x="10611186" y="45091"/>
                  <a:pt x="10606517" y="45091"/>
                </a:cubicBezTo>
                <a:cubicBezTo>
                  <a:pt x="10604245" y="45091"/>
                  <a:pt x="10601659" y="45635"/>
                  <a:pt x="10598692" y="47021"/>
                </a:cubicBezTo>
                <a:cubicBezTo>
                  <a:pt x="10597178" y="47701"/>
                  <a:pt x="10595790" y="47972"/>
                  <a:pt x="10594402" y="47972"/>
                </a:cubicBezTo>
                <a:cubicBezTo>
                  <a:pt x="10591940" y="47972"/>
                  <a:pt x="10589606" y="47157"/>
                  <a:pt x="10587208" y="46342"/>
                </a:cubicBezTo>
                <a:cubicBezTo>
                  <a:pt x="10584810" y="45526"/>
                  <a:pt x="10582349" y="44711"/>
                  <a:pt x="10579636" y="44711"/>
                </a:cubicBezTo>
                <a:cubicBezTo>
                  <a:pt x="10577553" y="44711"/>
                  <a:pt x="10575344" y="45200"/>
                  <a:pt x="10572884" y="46559"/>
                </a:cubicBezTo>
                <a:cubicBezTo>
                  <a:pt x="10569792" y="48298"/>
                  <a:pt x="10566448" y="48951"/>
                  <a:pt x="10563040" y="48951"/>
                </a:cubicBezTo>
                <a:cubicBezTo>
                  <a:pt x="10556856" y="48951"/>
                  <a:pt x="10550483" y="46804"/>
                  <a:pt x="10544551" y="45037"/>
                </a:cubicBezTo>
                <a:cubicBezTo>
                  <a:pt x="10544551" y="45037"/>
                  <a:pt x="10536663" y="47646"/>
                  <a:pt x="10536663" y="47646"/>
                </a:cubicBezTo>
                <a:lnTo>
                  <a:pt x="10536663" y="50636"/>
                </a:lnTo>
                <a:cubicBezTo>
                  <a:pt x="10535528" y="53545"/>
                  <a:pt x="10535843" y="58192"/>
                  <a:pt x="10532436" y="58980"/>
                </a:cubicBezTo>
                <a:cubicBezTo>
                  <a:pt x="10530857" y="59333"/>
                  <a:pt x="10529469" y="59496"/>
                  <a:pt x="10528145" y="59496"/>
                </a:cubicBezTo>
                <a:cubicBezTo>
                  <a:pt x="10521709" y="59496"/>
                  <a:pt x="10518175" y="55583"/>
                  <a:pt x="10514073" y="53490"/>
                </a:cubicBezTo>
                <a:cubicBezTo>
                  <a:pt x="10510413" y="51642"/>
                  <a:pt x="10507510" y="50908"/>
                  <a:pt x="10504419" y="50908"/>
                </a:cubicBezTo>
                <a:cubicBezTo>
                  <a:pt x="10501201" y="50908"/>
                  <a:pt x="10497730" y="51724"/>
                  <a:pt x="10493187" y="52865"/>
                </a:cubicBezTo>
                <a:cubicBezTo>
                  <a:pt x="10491925" y="53191"/>
                  <a:pt x="10490663" y="53327"/>
                  <a:pt x="10489401" y="53327"/>
                </a:cubicBezTo>
                <a:cubicBezTo>
                  <a:pt x="10482900" y="53327"/>
                  <a:pt x="10477537" y="49222"/>
                  <a:pt x="10476149" y="46505"/>
                </a:cubicBezTo>
                <a:cubicBezTo>
                  <a:pt x="10474509" y="43324"/>
                  <a:pt x="10483847" y="43434"/>
                  <a:pt x="10489211" y="42699"/>
                </a:cubicBezTo>
                <a:lnTo>
                  <a:pt x="10493754" y="40634"/>
                </a:lnTo>
                <a:lnTo>
                  <a:pt x="10491925" y="38759"/>
                </a:lnTo>
                <a:lnTo>
                  <a:pt x="10486624" y="37318"/>
                </a:lnTo>
                <a:cubicBezTo>
                  <a:pt x="10483342" y="37535"/>
                  <a:pt x="10480125" y="37644"/>
                  <a:pt x="10476907" y="37644"/>
                </a:cubicBezTo>
                <a:cubicBezTo>
                  <a:pt x="10463844" y="37644"/>
                  <a:pt x="10451350" y="35877"/>
                  <a:pt x="10438856" y="34138"/>
                </a:cubicBezTo>
                <a:cubicBezTo>
                  <a:pt x="10426298" y="32371"/>
                  <a:pt x="10413805" y="30632"/>
                  <a:pt x="10400743" y="30632"/>
                </a:cubicBezTo>
                <a:cubicBezTo>
                  <a:pt x="10400363" y="30632"/>
                  <a:pt x="10399986" y="30632"/>
                  <a:pt x="10399606" y="30632"/>
                </a:cubicBezTo>
                <a:cubicBezTo>
                  <a:pt x="10396199" y="30659"/>
                  <a:pt x="10392728" y="30659"/>
                  <a:pt x="10389321" y="30659"/>
                </a:cubicBezTo>
                <a:cubicBezTo>
                  <a:pt x="10384777" y="30659"/>
                  <a:pt x="10380298" y="30632"/>
                  <a:pt x="10375817" y="30632"/>
                </a:cubicBezTo>
                <a:cubicBezTo>
                  <a:pt x="10371337" y="30604"/>
                  <a:pt x="10366793" y="30604"/>
                  <a:pt x="10362313" y="30604"/>
                </a:cubicBezTo>
                <a:cubicBezTo>
                  <a:pt x="10355435" y="30604"/>
                  <a:pt x="10348620" y="30632"/>
                  <a:pt x="10341806" y="30768"/>
                </a:cubicBezTo>
                <a:cubicBezTo>
                  <a:pt x="10333665" y="30931"/>
                  <a:pt x="10324326" y="31447"/>
                  <a:pt x="10317890" y="33540"/>
                </a:cubicBezTo>
                <a:cubicBezTo>
                  <a:pt x="10309749" y="36149"/>
                  <a:pt x="10301483" y="36829"/>
                  <a:pt x="10293090" y="36829"/>
                </a:cubicBezTo>
                <a:cubicBezTo>
                  <a:pt x="10288736" y="36829"/>
                  <a:pt x="10284319" y="36639"/>
                  <a:pt x="10279903" y="36448"/>
                </a:cubicBezTo>
                <a:cubicBezTo>
                  <a:pt x="10275422" y="36258"/>
                  <a:pt x="10271068" y="36068"/>
                  <a:pt x="10266651" y="36068"/>
                </a:cubicBezTo>
                <a:cubicBezTo>
                  <a:pt x="10265011" y="36068"/>
                  <a:pt x="10263434" y="36095"/>
                  <a:pt x="10261855" y="36149"/>
                </a:cubicBezTo>
                <a:cubicBezTo>
                  <a:pt x="10246648" y="28295"/>
                  <a:pt x="10225635" y="31556"/>
                  <a:pt x="10207399" y="29572"/>
                </a:cubicBezTo>
                <a:cubicBezTo>
                  <a:pt x="10203423" y="29137"/>
                  <a:pt x="10199006" y="26283"/>
                  <a:pt x="10195094" y="26283"/>
                </a:cubicBezTo>
                <a:cubicBezTo>
                  <a:pt x="10193011" y="26283"/>
                  <a:pt x="10191055" y="27126"/>
                  <a:pt x="10189351" y="29599"/>
                </a:cubicBezTo>
                <a:cubicBezTo>
                  <a:pt x="10187900" y="31719"/>
                  <a:pt x="10192191" y="35279"/>
                  <a:pt x="10195725" y="37481"/>
                </a:cubicBezTo>
                <a:cubicBezTo>
                  <a:pt x="10199638" y="39873"/>
                  <a:pt x="10200394" y="41640"/>
                  <a:pt x="10194399" y="41884"/>
                </a:cubicBezTo>
                <a:cubicBezTo>
                  <a:pt x="10184619" y="42292"/>
                  <a:pt x="10174522" y="43080"/>
                  <a:pt x="10164742" y="43080"/>
                </a:cubicBezTo>
                <a:cubicBezTo>
                  <a:pt x="10159820" y="43080"/>
                  <a:pt x="10154961" y="42890"/>
                  <a:pt x="10150292" y="42319"/>
                </a:cubicBezTo>
                <a:cubicBezTo>
                  <a:pt x="10142403" y="41368"/>
                  <a:pt x="10135337" y="40498"/>
                  <a:pt x="10128079" y="40498"/>
                </a:cubicBezTo>
                <a:cubicBezTo>
                  <a:pt x="10122590" y="40498"/>
                  <a:pt x="10117037" y="41015"/>
                  <a:pt x="10110978" y="42373"/>
                </a:cubicBezTo>
                <a:cubicBezTo>
                  <a:pt x="10109969" y="42591"/>
                  <a:pt x="10109023" y="42699"/>
                  <a:pt x="10108013" y="42699"/>
                </a:cubicBezTo>
                <a:cubicBezTo>
                  <a:pt x="10104984" y="42699"/>
                  <a:pt x="10102018" y="41803"/>
                  <a:pt x="10098800" y="40933"/>
                </a:cubicBezTo>
                <a:cubicBezTo>
                  <a:pt x="10095581" y="40036"/>
                  <a:pt x="10092175" y="39166"/>
                  <a:pt x="10088326" y="39166"/>
                </a:cubicBezTo>
                <a:cubicBezTo>
                  <a:pt x="10085297" y="39166"/>
                  <a:pt x="10081952" y="39709"/>
                  <a:pt x="10078292" y="41259"/>
                </a:cubicBezTo>
                <a:cubicBezTo>
                  <a:pt x="10075136" y="42564"/>
                  <a:pt x="10071414" y="43108"/>
                  <a:pt x="10067376" y="43108"/>
                </a:cubicBezTo>
                <a:cubicBezTo>
                  <a:pt x="10059424" y="43108"/>
                  <a:pt x="10050464" y="41042"/>
                  <a:pt x="10042766" y="38677"/>
                </a:cubicBezTo>
                <a:cubicBezTo>
                  <a:pt x="10040684" y="38052"/>
                  <a:pt x="10037465" y="37726"/>
                  <a:pt x="10034121" y="37726"/>
                </a:cubicBezTo>
                <a:cubicBezTo>
                  <a:pt x="10030776" y="37726"/>
                  <a:pt x="10027432" y="38052"/>
                  <a:pt x="10025476" y="38759"/>
                </a:cubicBezTo>
                <a:cubicBezTo>
                  <a:pt x="10013992" y="42863"/>
                  <a:pt x="10001370" y="42101"/>
                  <a:pt x="9988750" y="42645"/>
                </a:cubicBezTo>
                <a:cubicBezTo>
                  <a:pt x="9985911" y="42781"/>
                  <a:pt x="9983197" y="42836"/>
                  <a:pt x="9980610" y="42836"/>
                </a:cubicBezTo>
                <a:cubicBezTo>
                  <a:pt x="9960607" y="42836"/>
                  <a:pt x="9946220" y="39003"/>
                  <a:pt x="9941109" y="27914"/>
                </a:cubicBezTo>
                <a:lnTo>
                  <a:pt x="9937259" y="25467"/>
                </a:lnTo>
                <a:cubicBezTo>
                  <a:pt x="9935177" y="27017"/>
                  <a:pt x="9931266" y="28648"/>
                  <a:pt x="9931454" y="30143"/>
                </a:cubicBezTo>
                <a:cubicBezTo>
                  <a:pt x="9931960" y="34084"/>
                  <a:pt x="9933978" y="37970"/>
                  <a:pt x="9935935" y="41830"/>
                </a:cubicBezTo>
                <a:cubicBezTo>
                  <a:pt x="9936819" y="43569"/>
                  <a:pt x="9941361" y="46015"/>
                  <a:pt x="9940288" y="46668"/>
                </a:cubicBezTo>
                <a:cubicBezTo>
                  <a:pt x="9938017" y="48054"/>
                  <a:pt x="9935430" y="48543"/>
                  <a:pt x="9932401" y="48543"/>
                </a:cubicBezTo>
                <a:cubicBezTo>
                  <a:pt x="9929372" y="48543"/>
                  <a:pt x="9926090" y="48027"/>
                  <a:pt x="9922999" y="47428"/>
                </a:cubicBezTo>
                <a:cubicBezTo>
                  <a:pt x="9915300" y="45988"/>
                  <a:pt x="9907791" y="43542"/>
                  <a:pt x="9899904" y="43216"/>
                </a:cubicBezTo>
                <a:cubicBezTo>
                  <a:pt x="9875041" y="42183"/>
                  <a:pt x="9849991" y="44086"/>
                  <a:pt x="9826137" y="37318"/>
                </a:cubicBezTo>
                <a:cubicBezTo>
                  <a:pt x="9822730" y="36340"/>
                  <a:pt x="9818439" y="36041"/>
                  <a:pt x="9813769" y="36041"/>
                </a:cubicBezTo>
                <a:cubicBezTo>
                  <a:pt x="9806071" y="36041"/>
                  <a:pt x="9797237" y="36911"/>
                  <a:pt x="9789349" y="37019"/>
                </a:cubicBezTo>
                <a:cubicBezTo>
                  <a:pt x="9788529" y="40172"/>
                  <a:pt x="9784553" y="42510"/>
                  <a:pt x="9778370" y="42672"/>
                </a:cubicBezTo>
                <a:cubicBezTo>
                  <a:pt x="9771554" y="42863"/>
                  <a:pt x="9764740" y="42890"/>
                  <a:pt x="9757862" y="42890"/>
                </a:cubicBezTo>
                <a:cubicBezTo>
                  <a:pt x="9755590" y="42890"/>
                  <a:pt x="9753255" y="42890"/>
                  <a:pt x="9750920" y="42890"/>
                </a:cubicBezTo>
                <a:cubicBezTo>
                  <a:pt x="9748522" y="42890"/>
                  <a:pt x="9746187" y="42890"/>
                  <a:pt x="9743790" y="42890"/>
                </a:cubicBezTo>
                <a:cubicBezTo>
                  <a:pt x="9738174" y="42890"/>
                  <a:pt x="9732621" y="42917"/>
                  <a:pt x="9727004" y="43025"/>
                </a:cubicBezTo>
                <a:cubicBezTo>
                  <a:pt x="9706181" y="43406"/>
                  <a:pt x="9686367" y="43108"/>
                  <a:pt x="9665228" y="47428"/>
                </a:cubicBezTo>
                <a:cubicBezTo>
                  <a:pt x="9657529" y="49005"/>
                  <a:pt x="9649074" y="49848"/>
                  <a:pt x="9640303" y="49848"/>
                </a:cubicBezTo>
                <a:cubicBezTo>
                  <a:pt x="9626484" y="49848"/>
                  <a:pt x="9611970" y="47755"/>
                  <a:pt x="9598718" y="43189"/>
                </a:cubicBezTo>
                <a:cubicBezTo>
                  <a:pt x="9593040" y="41232"/>
                  <a:pt x="9585215" y="38433"/>
                  <a:pt x="9576760" y="38433"/>
                </a:cubicBezTo>
                <a:cubicBezTo>
                  <a:pt x="9571459" y="38433"/>
                  <a:pt x="9565843" y="39547"/>
                  <a:pt x="9560290" y="42672"/>
                </a:cubicBezTo>
                <a:cubicBezTo>
                  <a:pt x="9559154" y="43297"/>
                  <a:pt x="9556377" y="43596"/>
                  <a:pt x="9553033" y="43596"/>
                </a:cubicBezTo>
                <a:cubicBezTo>
                  <a:pt x="9547228" y="43596"/>
                  <a:pt x="9539845" y="42754"/>
                  <a:pt x="9536626" y="41368"/>
                </a:cubicBezTo>
                <a:cubicBezTo>
                  <a:pt x="9529938" y="38514"/>
                  <a:pt x="9524322" y="37399"/>
                  <a:pt x="9519210" y="37399"/>
                </a:cubicBezTo>
                <a:cubicBezTo>
                  <a:pt x="9509809" y="37399"/>
                  <a:pt x="9502362" y="41259"/>
                  <a:pt x="9494159" y="45200"/>
                </a:cubicBezTo>
                <a:cubicBezTo>
                  <a:pt x="9490878" y="46804"/>
                  <a:pt x="9488165" y="47510"/>
                  <a:pt x="9486020" y="47510"/>
                </a:cubicBezTo>
                <a:cubicBezTo>
                  <a:pt x="9482296" y="47510"/>
                  <a:pt x="9480087" y="45390"/>
                  <a:pt x="9479015" y="42020"/>
                </a:cubicBezTo>
                <a:cubicBezTo>
                  <a:pt x="9478510" y="40389"/>
                  <a:pt x="9474220" y="37644"/>
                  <a:pt x="9472073" y="37644"/>
                </a:cubicBezTo>
                <a:cubicBezTo>
                  <a:pt x="9472011" y="37644"/>
                  <a:pt x="9471947" y="37644"/>
                  <a:pt x="9471947" y="37644"/>
                </a:cubicBezTo>
                <a:cubicBezTo>
                  <a:pt x="9470118" y="37753"/>
                  <a:pt x="9468351" y="37808"/>
                  <a:pt x="9466647" y="37808"/>
                </a:cubicBezTo>
                <a:cubicBezTo>
                  <a:pt x="9449862" y="37808"/>
                  <a:pt x="9441721" y="32426"/>
                  <a:pt x="9433897" y="25413"/>
                </a:cubicBezTo>
                <a:cubicBezTo>
                  <a:pt x="9430679" y="22559"/>
                  <a:pt x="9419447" y="21690"/>
                  <a:pt x="9411685" y="20113"/>
                </a:cubicBezTo>
                <a:cubicBezTo>
                  <a:pt x="9405502" y="18836"/>
                  <a:pt x="9399759" y="18075"/>
                  <a:pt x="9394143" y="18075"/>
                </a:cubicBezTo>
                <a:cubicBezTo>
                  <a:pt x="9386445" y="18075"/>
                  <a:pt x="9379062" y="19516"/>
                  <a:pt x="9371553" y="23212"/>
                </a:cubicBezTo>
                <a:cubicBezTo>
                  <a:pt x="9364737" y="26555"/>
                  <a:pt x="9360700" y="28267"/>
                  <a:pt x="9356850" y="28267"/>
                </a:cubicBezTo>
                <a:cubicBezTo>
                  <a:pt x="9352180" y="28267"/>
                  <a:pt x="9347763" y="25821"/>
                  <a:pt x="9338992" y="20792"/>
                </a:cubicBezTo>
                <a:lnTo>
                  <a:pt x="9337478" y="18211"/>
                </a:lnTo>
                <a:cubicBezTo>
                  <a:pt x="9326686" y="15737"/>
                  <a:pt x="9315771" y="13345"/>
                  <a:pt x="9305043" y="10763"/>
                </a:cubicBezTo>
                <a:cubicBezTo>
                  <a:pt x="9294064" y="8100"/>
                  <a:pt x="9287185" y="6523"/>
                  <a:pt x="9282768" y="6523"/>
                </a:cubicBezTo>
                <a:cubicBezTo>
                  <a:pt x="9275954" y="6523"/>
                  <a:pt x="9274880" y="10302"/>
                  <a:pt x="9273429" y="19596"/>
                </a:cubicBezTo>
                <a:cubicBezTo>
                  <a:pt x="9273114" y="21635"/>
                  <a:pt x="9273429" y="23728"/>
                  <a:pt x="9272799" y="25740"/>
                </a:cubicBezTo>
                <a:lnTo>
                  <a:pt x="9269453" y="28158"/>
                </a:lnTo>
                <a:cubicBezTo>
                  <a:pt x="9266046" y="27887"/>
                  <a:pt x="9262135" y="27452"/>
                  <a:pt x="9259610" y="26392"/>
                </a:cubicBezTo>
                <a:cubicBezTo>
                  <a:pt x="9253048" y="23701"/>
                  <a:pt x="9249198" y="20331"/>
                  <a:pt x="9247621" y="15982"/>
                </a:cubicBezTo>
                <a:cubicBezTo>
                  <a:pt x="9245854" y="11144"/>
                  <a:pt x="9252795" y="4594"/>
                  <a:pt x="9241626" y="1848"/>
                </a:cubicBezTo>
                <a:cubicBezTo>
                  <a:pt x="9235504" y="353"/>
                  <a:pt x="9227870" y="0"/>
                  <a:pt x="9220235" y="0"/>
                </a:cubicBezTo>
                <a:close/>
              </a:path>
            </a:pathLst>
          </a:custGeom>
          <a:solidFill>
            <a:schemeClr val="accent5"/>
          </a:solidFill>
          <a:ln w="9525" cap="flat">
            <a:noFill/>
            <a:prstDash val="solid"/>
            <a:miter/>
          </a:ln>
        </p:spPr>
        <p:txBody>
          <a:bodyPr wrap="square" rtlCol="0" anchor="ctr">
            <a:noAutofit/>
          </a:bodyPr>
          <a:lstStyle/>
          <a:p>
            <a:endParaRPr lang="en-IN" dirty="0"/>
          </a:p>
        </p:txBody>
      </p:sp>
      <p:sp>
        <p:nvSpPr>
          <p:cNvPr id="3" name="TextBox 2">
            <a:extLst>
              <a:ext uri="{FF2B5EF4-FFF2-40B4-BE49-F238E27FC236}">
                <a16:creationId xmlns:a16="http://schemas.microsoft.com/office/drawing/2014/main" id="{3923F8A1-0DFF-C1BB-B709-2F5C442B3F4B}"/>
              </a:ext>
            </a:extLst>
          </p:cNvPr>
          <p:cNvSpPr txBox="1"/>
          <p:nvPr/>
        </p:nvSpPr>
        <p:spPr>
          <a:xfrm>
            <a:off x="938823" y="1318410"/>
            <a:ext cx="9869854" cy="615553"/>
          </a:xfrm>
          <a:prstGeom prst="rect">
            <a:avLst/>
          </a:prstGeom>
          <a:noFill/>
        </p:spPr>
        <p:txBody>
          <a:bodyPr wrap="square" lIns="0" tIns="0" rIns="0" bIns="0" rtlCol="0" anchor="t">
            <a:spAutoFit/>
          </a:bodyPr>
          <a:lstStyle/>
          <a:p>
            <a:pPr algn="ctr">
              <a:spcAft>
                <a:spcPts val="1200"/>
              </a:spcAft>
            </a:pPr>
            <a:r>
              <a:rPr lang="en-US" sz="1000" b="1" i="0" dirty="0">
                <a:solidFill>
                  <a:schemeClr val="bg1"/>
                </a:solidFill>
                <a:effectLst/>
                <a:latin typeface="+mn-lt"/>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000" b="1" i="0" dirty="0" err="1">
                <a:solidFill>
                  <a:schemeClr val="bg1"/>
                </a:solidFill>
                <a:effectLst/>
                <a:latin typeface="+mn-lt"/>
              </a:rPr>
              <a:t>popularised</a:t>
            </a:r>
            <a:r>
              <a:rPr lang="en-US" sz="1000" b="1" i="0" dirty="0">
                <a:solidFill>
                  <a:schemeClr val="bg1"/>
                </a:solidFill>
                <a:effectLst/>
                <a:latin typeface="+mn-lt"/>
              </a:rPr>
              <a:t> in the 1960s with the release of Letraset sheets containing Lorem Ipsum passages, and more recently with desktop publishing software like Aldus PageMaker including versions of Lorem Ipsum.</a:t>
            </a:r>
          </a:p>
        </p:txBody>
      </p:sp>
      <p:grpSp>
        <p:nvGrpSpPr>
          <p:cNvPr id="43" name="Group 42">
            <a:extLst>
              <a:ext uri="{FF2B5EF4-FFF2-40B4-BE49-F238E27FC236}">
                <a16:creationId xmlns:a16="http://schemas.microsoft.com/office/drawing/2014/main" id="{9FFB88CD-FB73-A814-341E-4ED8B00FF732}"/>
              </a:ext>
            </a:extLst>
          </p:cNvPr>
          <p:cNvGrpSpPr/>
          <p:nvPr/>
        </p:nvGrpSpPr>
        <p:grpSpPr>
          <a:xfrm>
            <a:off x="557283" y="2388776"/>
            <a:ext cx="266630" cy="350770"/>
            <a:chOff x="-761997" y="2163762"/>
            <a:chExt cx="648938" cy="853725"/>
          </a:xfrm>
        </p:grpSpPr>
        <p:grpSp>
          <p:nvGrpSpPr>
            <p:cNvPr id="35" name="Graphic 32">
              <a:extLst>
                <a:ext uri="{FF2B5EF4-FFF2-40B4-BE49-F238E27FC236}">
                  <a16:creationId xmlns:a16="http://schemas.microsoft.com/office/drawing/2014/main" id="{A59BCD30-6903-22B8-3336-E48431EB4D6D}"/>
                </a:ext>
              </a:extLst>
            </p:cNvPr>
            <p:cNvGrpSpPr/>
            <p:nvPr/>
          </p:nvGrpSpPr>
          <p:grpSpPr>
            <a:xfrm>
              <a:off x="-663508" y="2269013"/>
              <a:ext cx="550449" cy="748474"/>
              <a:chOff x="-663508" y="2269013"/>
              <a:chExt cx="550449" cy="748474"/>
            </a:xfrm>
            <a:noFill/>
          </p:grpSpPr>
          <p:sp>
            <p:nvSpPr>
              <p:cNvPr id="36" name="Freeform: Shape 35">
                <a:extLst>
                  <a:ext uri="{FF2B5EF4-FFF2-40B4-BE49-F238E27FC236}">
                    <a16:creationId xmlns:a16="http://schemas.microsoft.com/office/drawing/2014/main" id="{F8AEE481-E74E-BF2F-2FCC-2810B52DB3B9}"/>
                  </a:ext>
                </a:extLst>
              </p:cNvPr>
              <p:cNvSpPr/>
              <p:nvPr/>
            </p:nvSpPr>
            <p:spPr>
              <a:xfrm>
                <a:off x="-663508" y="2269013"/>
                <a:ext cx="550449" cy="748474"/>
              </a:xfrm>
              <a:custGeom>
                <a:avLst/>
                <a:gdLst>
                  <a:gd name="connsiteX0" fmla="*/ 338138 w 550449"/>
                  <a:gd name="connsiteY0" fmla="*/ 748475 h 748474"/>
                  <a:gd name="connsiteX1" fmla="*/ 0 w 550449"/>
                  <a:gd name="connsiteY1" fmla="*/ 748475 h 748474"/>
                  <a:gd name="connsiteX2" fmla="*/ 0 w 550449"/>
                  <a:gd name="connsiteY2" fmla="*/ 0 h 748474"/>
                  <a:gd name="connsiteX3" fmla="*/ 550450 w 550449"/>
                  <a:gd name="connsiteY3" fmla="*/ 0 h 748474"/>
                  <a:gd name="connsiteX4" fmla="*/ 550450 w 550449"/>
                  <a:gd name="connsiteY4" fmla="*/ 374237 h 748474"/>
                  <a:gd name="connsiteX5" fmla="*/ 550450 w 550449"/>
                  <a:gd name="connsiteY5" fmla="*/ 748475 h 748474"/>
                  <a:gd name="connsiteX6" fmla="*/ 334613 w 550449"/>
                  <a:gd name="connsiteY6" fmla="*/ 748475 h 748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449" h="748474">
                    <a:moveTo>
                      <a:pt x="338138" y="748475"/>
                    </a:moveTo>
                    <a:lnTo>
                      <a:pt x="0" y="748475"/>
                    </a:lnTo>
                    <a:lnTo>
                      <a:pt x="0" y="0"/>
                    </a:lnTo>
                    <a:lnTo>
                      <a:pt x="550450" y="0"/>
                    </a:lnTo>
                    <a:lnTo>
                      <a:pt x="550450" y="374237"/>
                    </a:lnTo>
                    <a:lnTo>
                      <a:pt x="550450" y="748475"/>
                    </a:lnTo>
                    <a:lnTo>
                      <a:pt x="334613" y="748475"/>
                    </a:lnTo>
                  </a:path>
                </a:pathLst>
              </a:custGeom>
              <a:noFill/>
              <a:ln w="9525" cap="rnd">
                <a:solidFill>
                  <a:schemeClr val="tx2"/>
                </a:solidFill>
                <a:prstDash val="solid"/>
                <a:round/>
              </a:ln>
            </p:spPr>
            <p:txBody>
              <a:bodyPr rtlCol="0" anchor="ctr"/>
              <a:lstStyle/>
              <a:p>
                <a:endParaRPr lang="en-IN"/>
              </a:p>
            </p:txBody>
          </p:sp>
          <p:sp>
            <p:nvSpPr>
              <p:cNvPr id="37" name="Freeform: Shape 36">
                <a:extLst>
                  <a:ext uri="{FF2B5EF4-FFF2-40B4-BE49-F238E27FC236}">
                    <a16:creationId xmlns:a16="http://schemas.microsoft.com/office/drawing/2014/main" id="{8709B8B9-3160-FF1B-5C25-1D680B2BBC8F}"/>
                  </a:ext>
                </a:extLst>
              </p:cNvPr>
              <p:cNvSpPr/>
              <p:nvPr/>
            </p:nvSpPr>
            <p:spPr>
              <a:xfrm>
                <a:off x="-593405" y="2390933"/>
                <a:ext cx="395382" cy="9525"/>
              </a:xfrm>
              <a:custGeom>
                <a:avLst/>
                <a:gdLst>
                  <a:gd name="connsiteX0" fmla="*/ 0 w 395382"/>
                  <a:gd name="connsiteY0" fmla="*/ 0 h 9525"/>
                  <a:gd name="connsiteX1" fmla="*/ 395383 w 395382"/>
                  <a:gd name="connsiteY1" fmla="*/ 0 h 9525"/>
                </a:gdLst>
                <a:ahLst/>
                <a:cxnLst>
                  <a:cxn ang="0">
                    <a:pos x="connsiteX0" y="connsiteY0"/>
                  </a:cxn>
                  <a:cxn ang="0">
                    <a:pos x="connsiteX1" y="connsiteY1"/>
                  </a:cxn>
                </a:cxnLst>
                <a:rect l="l" t="t" r="r" b="b"/>
                <a:pathLst>
                  <a:path w="395382" h="9525">
                    <a:moveTo>
                      <a:pt x="0" y="0"/>
                    </a:moveTo>
                    <a:lnTo>
                      <a:pt x="395383" y="0"/>
                    </a:lnTo>
                  </a:path>
                </a:pathLst>
              </a:custGeom>
              <a:ln w="9525" cap="rnd">
                <a:solidFill>
                  <a:schemeClr val="tx2"/>
                </a:solidFill>
                <a:prstDash val="solid"/>
                <a:round/>
              </a:ln>
            </p:spPr>
            <p:txBody>
              <a:bodyPr rtlCol="0" anchor="ctr"/>
              <a:lstStyle/>
              <a:p>
                <a:endParaRPr lang="en-IN"/>
              </a:p>
            </p:txBody>
          </p:sp>
          <p:sp>
            <p:nvSpPr>
              <p:cNvPr id="38" name="Freeform: Shape 37">
                <a:extLst>
                  <a:ext uri="{FF2B5EF4-FFF2-40B4-BE49-F238E27FC236}">
                    <a16:creationId xmlns:a16="http://schemas.microsoft.com/office/drawing/2014/main" id="{0C927640-A9EE-93E9-60AB-016CA2D9BE34}"/>
                  </a:ext>
                </a:extLst>
              </p:cNvPr>
              <p:cNvSpPr/>
              <p:nvPr/>
            </p:nvSpPr>
            <p:spPr>
              <a:xfrm>
                <a:off x="-593405" y="2502662"/>
                <a:ext cx="395382" cy="9525"/>
              </a:xfrm>
              <a:custGeom>
                <a:avLst/>
                <a:gdLst>
                  <a:gd name="connsiteX0" fmla="*/ 0 w 395382"/>
                  <a:gd name="connsiteY0" fmla="*/ 0 h 9525"/>
                  <a:gd name="connsiteX1" fmla="*/ 395383 w 395382"/>
                  <a:gd name="connsiteY1" fmla="*/ 0 h 9525"/>
                </a:gdLst>
                <a:ahLst/>
                <a:cxnLst>
                  <a:cxn ang="0">
                    <a:pos x="connsiteX0" y="connsiteY0"/>
                  </a:cxn>
                  <a:cxn ang="0">
                    <a:pos x="connsiteX1" y="connsiteY1"/>
                  </a:cxn>
                </a:cxnLst>
                <a:rect l="l" t="t" r="r" b="b"/>
                <a:pathLst>
                  <a:path w="395382" h="9525">
                    <a:moveTo>
                      <a:pt x="0" y="0"/>
                    </a:moveTo>
                    <a:lnTo>
                      <a:pt x="395383" y="0"/>
                    </a:lnTo>
                  </a:path>
                </a:pathLst>
              </a:custGeom>
              <a:ln w="9525" cap="rnd">
                <a:solidFill>
                  <a:schemeClr val="tx2"/>
                </a:solidFill>
                <a:prstDash val="solid"/>
                <a:round/>
              </a:ln>
            </p:spPr>
            <p:txBody>
              <a:bodyPr rtlCol="0" anchor="ctr"/>
              <a:lstStyle/>
              <a:p>
                <a:endParaRPr lang="en-IN"/>
              </a:p>
            </p:txBody>
          </p:sp>
          <p:sp>
            <p:nvSpPr>
              <p:cNvPr id="39" name="Freeform: Shape 38">
                <a:extLst>
                  <a:ext uri="{FF2B5EF4-FFF2-40B4-BE49-F238E27FC236}">
                    <a16:creationId xmlns:a16="http://schemas.microsoft.com/office/drawing/2014/main" id="{0A8B9A2A-74F3-BC79-A59E-868DCFF6049B}"/>
                  </a:ext>
                </a:extLst>
              </p:cNvPr>
              <p:cNvSpPr/>
              <p:nvPr/>
            </p:nvSpPr>
            <p:spPr>
              <a:xfrm>
                <a:off x="-593405" y="2614295"/>
                <a:ext cx="395382" cy="9525"/>
              </a:xfrm>
              <a:custGeom>
                <a:avLst/>
                <a:gdLst>
                  <a:gd name="connsiteX0" fmla="*/ 0 w 395382"/>
                  <a:gd name="connsiteY0" fmla="*/ 0 h 9525"/>
                  <a:gd name="connsiteX1" fmla="*/ 395383 w 395382"/>
                  <a:gd name="connsiteY1" fmla="*/ 0 h 9525"/>
                </a:gdLst>
                <a:ahLst/>
                <a:cxnLst>
                  <a:cxn ang="0">
                    <a:pos x="connsiteX0" y="connsiteY0"/>
                  </a:cxn>
                  <a:cxn ang="0">
                    <a:pos x="connsiteX1" y="connsiteY1"/>
                  </a:cxn>
                </a:cxnLst>
                <a:rect l="l" t="t" r="r" b="b"/>
                <a:pathLst>
                  <a:path w="395382" h="9525">
                    <a:moveTo>
                      <a:pt x="0" y="0"/>
                    </a:moveTo>
                    <a:lnTo>
                      <a:pt x="395383" y="0"/>
                    </a:lnTo>
                  </a:path>
                </a:pathLst>
              </a:custGeom>
              <a:ln w="9525" cap="rnd">
                <a:solidFill>
                  <a:schemeClr val="tx2"/>
                </a:solidFill>
                <a:prstDash val="solid"/>
                <a:round/>
              </a:ln>
            </p:spPr>
            <p:txBody>
              <a:bodyPr rtlCol="0" anchor="ctr"/>
              <a:lstStyle/>
              <a:p>
                <a:endParaRPr lang="en-IN"/>
              </a:p>
            </p:txBody>
          </p:sp>
          <p:sp>
            <p:nvSpPr>
              <p:cNvPr id="40" name="Freeform: Shape 39">
                <a:extLst>
                  <a:ext uri="{FF2B5EF4-FFF2-40B4-BE49-F238E27FC236}">
                    <a16:creationId xmlns:a16="http://schemas.microsoft.com/office/drawing/2014/main" id="{6C4ABBDD-63DC-B031-CDF9-1988D3B61D29}"/>
                  </a:ext>
                </a:extLst>
              </p:cNvPr>
              <p:cNvSpPr/>
              <p:nvPr/>
            </p:nvSpPr>
            <p:spPr>
              <a:xfrm>
                <a:off x="-593405" y="2725928"/>
                <a:ext cx="395382" cy="9525"/>
              </a:xfrm>
              <a:custGeom>
                <a:avLst/>
                <a:gdLst>
                  <a:gd name="connsiteX0" fmla="*/ 0 w 395382"/>
                  <a:gd name="connsiteY0" fmla="*/ 0 h 9525"/>
                  <a:gd name="connsiteX1" fmla="*/ 395383 w 395382"/>
                  <a:gd name="connsiteY1" fmla="*/ 0 h 9525"/>
                </a:gdLst>
                <a:ahLst/>
                <a:cxnLst>
                  <a:cxn ang="0">
                    <a:pos x="connsiteX0" y="connsiteY0"/>
                  </a:cxn>
                  <a:cxn ang="0">
                    <a:pos x="connsiteX1" y="connsiteY1"/>
                  </a:cxn>
                </a:cxnLst>
                <a:rect l="l" t="t" r="r" b="b"/>
                <a:pathLst>
                  <a:path w="395382" h="9525">
                    <a:moveTo>
                      <a:pt x="0" y="0"/>
                    </a:moveTo>
                    <a:lnTo>
                      <a:pt x="395383" y="0"/>
                    </a:lnTo>
                  </a:path>
                </a:pathLst>
              </a:custGeom>
              <a:ln w="9525" cap="rnd">
                <a:solidFill>
                  <a:schemeClr val="tx2"/>
                </a:solidFill>
                <a:prstDash val="solid"/>
                <a:round/>
              </a:ln>
            </p:spPr>
            <p:txBody>
              <a:bodyPr rtlCol="0" anchor="ctr"/>
              <a:lstStyle/>
              <a:p>
                <a:endParaRPr lang="en-IN"/>
              </a:p>
            </p:txBody>
          </p:sp>
          <p:sp>
            <p:nvSpPr>
              <p:cNvPr id="41" name="Freeform: Shape 40">
                <a:extLst>
                  <a:ext uri="{FF2B5EF4-FFF2-40B4-BE49-F238E27FC236}">
                    <a16:creationId xmlns:a16="http://schemas.microsoft.com/office/drawing/2014/main" id="{EFBFD73F-8E3F-8EBB-82B5-31330BEE01AE}"/>
                  </a:ext>
                </a:extLst>
              </p:cNvPr>
              <p:cNvSpPr/>
              <p:nvPr/>
            </p:nvSpPr>
            <p:spPr>
              <a:xfrm>
                <a:off x="-593405" y="2837656"/>
                <a:ext cx="395382" cy="9525"/>
              </a:xfrm>
              <a:custGeom>
                <a:avLst/>
                <a:gdLst>
                  <a:gd name="connsiteX0" fmla="*/ 0 w 395382"/>
                  <a:gd name="connsiteY0" fmla="*/ 0 h 9525"/>
                  <a:gd name="connsiteX1" fmla="*/ 395383 w 395382"/>
                  <a:gd name="connsiteY1" fmla="*/ 0 h 9525"/>
                </a:gdLst>
                <a:ahLst/>
                <a:cxnLst>
                  <a:cxn ang="0">
                    <a:pos x="connsiteX0" y="connsiteY0"/>
                  </a:cxn>
                  <a:cxn ang="0">
                    <a:pos x="connsiteX1" y="connsiteY1"/>
                  </a:cxn>
                </a:cxnLst>
                <a:rect l="l" t="t" r="r" b="b"/>
                <a:pathLst>
                  <a:path w="395382" h="9525">
                    <a:moveTo>
                      <a:pt x="0" y="0"/>
                    </a:moveTo>
                    <a:lnTo>
                      <a:pt x="395383" y="0"/>
                    </a:lnTo>
                  </a:path>
                </a:pathLst>
              </a:custGeom>
              <a:ln w="9525" cap="rnd">
                <a:solidFill>
                  <a:schemeClr val="tx2"/>
                </a:solidFill>
                <a:prstDash val="solid"/>
                <a:round/>
              </a:ln>
            </p:spPr>
            <p:txBody>
              <a:bodyPr rtlCol="0" anchor="ctr"/>
              <a:lstStyle/>
              <a:p>
                <a:endParaRPr lang="en-IN"/>
              </a:p>
            </p:txBody>
          </p:sp>
        </p:grpSp>
        <p:sp>
          <p:nvSpPr>
            <p:cNvPr id="42" name="Freeform: Shape 41">
              <a:extLst>
                <a:ext uri="{FF2B5EF4-FFF2-40B4-BE49-F238E27FC236}">
                  <a16:creationId xmlns:a16="http://schemas.microsoft.com/office/drawing/2014/main" id="{690B6F96-8958-A5B9-9868-9C6F69C770F1}"/>
                </a:ext>
              </a:extLst>
            </p:cNvPr>
            <p:cNvSpPr/>
            <p:nvPr/>
          </p:nvSpPr>
          <p:spPr>
            <a:xfrm>
              <a:off x="-761997" y="2163762"/>
              <a:ext cx="550449" cy="782478"/>
            </a:xfrm>
            <a:custGeom>
              <a:avLst/>
              <a:gdLst>
                <a:gd name="connsiteX0" fmla="*/ 98489 w 550449"/>
                <a:gd name="connsiteY0" fmla="*/ 782479 h 782478"/>
                <a:gd name="connsiteX1" fmla="*/ 0 w 550449"/>
                <a:gd name="connsiteY1" fmla="*/ 782479 h 782478"/>
                <a:gd name="connsiteX2" fmla="*/ 0 w 550449"/>
                <a:gd name="connsiteY2" fmla="*/ 0 h 782478"/>
                <a:gd name="connsiteX3" fmla="*/ 550450 w 550449"/>
                <a:gd name="connsiteY3" fmla="*/ 0 h 782478"/>
                <a:gd name="connsiteX4" fmla="*/ 549116 w 550449"/>
                <a:gd name="connsiteY4" fmla="*/ 105251 h 782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449" h="782478">
                  <a:moveTo>
                    <a:pt x="98489" y="782479"/>
                  </a:moveTo>
                  <a:lnTo>
                    <a:pt x="0" y="782479"/>
                  </a:lnTo>
                  <a:lnTo>
                    <a:pt x="0" y="0"/>
                  </a:lnTo>
                  <a:lnTo>
                    <a:pt x="550450" y="0"/>
                  </a:lnTo>
                  <a:lnTo>
                    <a:pt x="549116" y="105251"/>
                  </a:lnTo>
                </a:path>
              </a:pathLst>
            </a:custGeom>
            <a:noFill/>
            <a:ln w="9525" cap="rnd">
              <a:solidFill>
                <a:schemeClr val="tx2"/>
              </a:solidFill>
              <a:prstDash val="solid"/>
              <a:round/>
            </a:ln>
          </p:spPr>
          <p:txBody>
            <a:bodyPr rtlCol="0" anchor="ctr"/>
            <a:lstStyle/>
            <a:p>
              <a:endParaRPr lang="en-IN"/>
            </a:p>
          </p:txBody>
        </p:sp>
      </p:grpSp>
      <p:grpSp>
        <p:nvGrpSpPr>
          <p:cNvPr id="53" name="Group 52">
            <a:extLst>
              <a:ext uri="{FF2B5EF4-FFF2-40B4-BE49-F238E27FC236}">
                <a16:creationId xmlns:a16="http://schemas.microsoft.com/office/drawing/2014/main" id="{901A1F34-3B66-69B3-439B-0BCAD5C12DEF}"/>
              </a:ext>
            </a:extLst>
          </p:cNvPr>
          <p:cNvGrpSpPr/>
          <p:nvPr/>
        </p:nvGrpSpPr>
        <p:grpSpPr>
          <a:xfrm>
            <a:off x="538233" y="4600812"/>
            <a:ext cx="304730" cy="406272"/>
            <a:chOff x="-1060498" y="3133475"/>
            <a:chExt cx="926610" cy="1235379"/>
          </a:xfrm>
        </p:grpSpPr>
        <p:sp>
          <p:nvSpPr>
            <p:cNvPr id="47" name="Freeform: Shape 46">
              <a:extLst>
                <a:ext uri="{FF2B5EF4-FFF2-40B4-BE49-F238E27FC236}">
                  <a16:creationId xmlns:a16="http://schemas.microsoft.com/office/drawing/2014/main" id="{321BB9E7-B352-DDF2-C6D4-66E2F51DA1AA}"/>
                </a:ext>
              </a:extLst>
            </p:cNvPr>
            <p:cNvSpPr/>
            <p:nvPr/>
          </p:nvSpPr>
          <p:spPr>
            <a:xfrm>
              <a:off x="-1060498" y="3133475"/>
              <a:ext cx="926610" cy="1235379"/>
            </a:xfrm>
            <a:custGeom>
              <a:avLst/>
              <a:gdLst>
                <a:gd name="connsiteX0" fmla="*/ 784244 w 926610"/>
                <a:gd name="connsiteY0" fmla="*/ 976586 h 1235379"/>
                <a:gd name="connsiteX1" fmla="*/ 737667 w 926610"/>
                <a:gd name="connsiteY1" fmla="*/ 839426 h 1235379"/>
                <a:gd name="connsiteX2" fmla="*/ 737667 w 926610"/>
                <a:gd name="connsiteY2" fmla="*/ 632733 h 1235379"/>
                <a:gd name="connsiteX3" fmla="*/ 747001 w 926610"/>
                <a:gd name="connsiteY3" fmla="*/ 607111 h 1235379"/>
                <a:gd name="connsiteX4" fmla="*/ 828249 w 926610"/>
                <a:gd name="connsiteY4" fmla="*/ 342697 h 1235379"/>
                <a:gd name="connsiteX5" fmla="*/ 485350 w 926610"/>
                <a:gd name="connsiteY5" fmla="*/ 1226 h 1235379"/>
                <a:gd name="connsiteX6" fmla="*/ 81775 w 926610"/>
                <a:gd name="connsiteY6" fmla="*/ 349174 h 1235379"/>
                <a:gd name="connsiteX7" fmla="*/ 81775 w 926610"/>
                <a:gd name="connsiteY7" fmla="*/ 358223 h 1235379"/>
                <a:gd name="connsiteX8" fmla="*/ 53296 w 926610"/>
                <a:gd name="connsiteY8" fmla="*/ 474618 h 1235379"/>
                <a:gd name="connsiteX9" fmla="*/ 5385 w 926610"/>
                <a:gd name="connsiteY9" fmla="*/ 558724 h 1235379"/>
                <a:gd name="connsiteX10" fmla="*/ 32531 w 926610"/>
                <a:gd name="connsiteY10" fmla="*/ 609206 h 1235379"/>
                <a:gd name="connsiteX11" fmla="*/ 81680 w 926610"/>
                <a:gd name="connsiteY11" fmla="*/ 609206 h 1235379"/>
                <a:gd name="connsiteX12" fmla="*/ 81680 w 926610"/>
                <a:gd name="connsiteY12" fmla="*/ 827615 h 1235379"/>
                <a:gd name="connsiteX13" fmla="*/ 109112 w 926610"/>
                <a:gd name="connsiteY13" fmla="*/ 855047 h 1235379"/>
                <a:gd name="connsiteX14" fmla="*/ 283515 w 926610"/>
                <a:gd name="connsiteY14" fmla="*/ 855047 h 1235379"/>
                <a:gd name="connsiteX15" fmla="*/ 283515 w 926610"/>
                <a:gd name="connsiteY15" fmla="*/ 923627 h 1235379"/>
                <a:gd name="connsiteX16" fmla="*/ 231794 w 926610"/>
                <a:gd name="connsiteY16" fmla="*/ 1047833 h 1235379"/>
                <a:gd name="connsiteX17" fmla="*/ 128257 w 926610"/>
                <a:gd name="connsiteY17" fmla="*/ 1152608 h 1235379"/>
                <a:gd name="connsiteX18" fmla="*/ 161881 w 926610"/>
                <a:gd name="connsiteY18" fmla="*/ 1235380 h 1235379"/>
                <a:gd name="connsiteX19" fmla="*/ 874636 w 926610"/>
                <a:gd name="connsiteY19" fmla="*/ 1235380 h 1235379"/>
                <a:gd name="connsiteX20" fmla="*/ 916070 w 926610"/>
                <a:gd name="connsiteY20" fmla="*/ 1151274 h 1235379"/>
                <a:gd name="connsiteX21" fmla="*/ 784149 w 926610"/>
                <a:gd name="connsiteY21" fmla="*/ 976681 h 1235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26610" h="1235379">
                  <a:moveTo>
                    <a:pt x="784244" y="976586"/>
                  </a:moveTo>
                  <a:cubicBezTo>
                    <a:pt x="754526" y="937819"/>
                    <a:pt x="737667" y="888575"/>
                    <a:pt x="737667" y="839426"/>
                  </a:cubicBezTo>
                  <a:lnTo>
                    <a:pt x="737667" y="632733"/>
                  </a:lnTo>
                  <a:cubicBezTo>
                    <a:pt x="737667" y="623399"/>
                    <a:pt x="741096" y="614445"/>
                    <a:pt x="747001" y="607111"/>
                  </a:cubicBezTo>
                  <a:cubicBezTo>
                    <a:pt x="804437" y="535959"/>
                    <a:pt x="835584" y="443376"/>
                    <a:pt x="828249" y="342697"/>
                  </a:cubicBezTo>
                  <a:cubicBezTo>
                    <a:pt x="813962" y="161627"/>
                    <a:pt x="666515" y="15418"/>
                    <a:pt x="485350" y="1226"/>
                  </a:cubicBezTo>
                  <a:cubicBezTo>
                    <a:pt x="273228" y="-15634"/>
                    <a:pt x="95967" y="143529"/>
                    <a:pt x="81775" y="349174"/>
                  </a:cubicBezTo>
                  <a:lnTo>
                    <a:pt x="81775" y="358223"/>
                  </a:lnTo>
                  <a:cubicBezTo>
                    <a:pt x="81775" y="391846"/>
                    <a:pt x="68821" y="444900"/>
                    <a:pt x="53296" y="474618"/>
                  </a:cubicBezTo>
                  <a:cubicBezTo>
                    <a:pt x="36436" y="505670"/>
                    <a:pt x="19672" y="536721"/>
                    <a:pt x="5385" y="558724"/>
                  </a:cubicBezTo>
                  <a:cubicBezTo>
                    <a:pt x="-8808" y="580727"/>
                    <a:pt x="6718" y="609206"/>
                    <a:pt x="32531" y="609206"/>
                  </a:cubicBezTo>
                  <a:lnTo>
                    <a:pt x="81680" y="609206"/>
                  </a:lnTo>
                  <a:lnTo>
                    <a:pt x="81680" y="827615"/>
                  </a:lnTo>
                  <a:cubicBezTo>
                    <a:pt x="81680" y="842664"/>
                    <a:pt x="94063" y="855047"/>
                    <a:pt x="109112" y="855047"/>
                  </a:cubicBezTo>
                  <a:lnTo>
                    <a:pt x="283515" y="855047"/>
                  </a:lnTo>
                  <a:lnTo>
                    <a:pt x="283515" y="923627"/>
                  </a:lnTo>
                  <a:cubicBezTo>
                    <a:pt x="283515" y="970204"/>
                    <a:pt x="265417" y="1015448"/>
                    <a:pt x="231794" y="1047833"/>
                  </a:cubicBezTo>
                  <a:lnTo>
                    <a:pt x="128257" y="1152608"/>
                  </a:lnTo>
                  <a:cubicBezTo>
                    <a:pt x="98539" y="1183659"/>
                    <a:pt x="119209" y="1235380"/>
                    <a:pt x="161881" y="1235380"/>
                  </a:cubicBezTo>
                  <a:lnTo>
                    <a:pt x="874636" y="1235380"/>
                  </a:lnTo>
                  <a:cubicBezTo>
                    <a:pt x="917308" y="1235380"/>
                    <a:pt x="941883" y="1186231"/>
                    <a:pt x="916070" y="1151274"/>
                  </a:cubicBezTo>
                  <a:lnTo>
                    <a:pt x="784149" y="976681"/>
                  </a:lnTo>
                  <a:close/>
                </a:path>
              </a:pathLst>
            </a:custGeom>
            <a:noFill/>
            <a:ln w="9525" cap="flat">
              <a:solidFill>
                <a:schemeClr val="tx2"/>
              </a:solidFill>
              <a:prstDash val="solid"/>
              <a:miter/>
            </a:ln>
          </p:spPr>
          <p:txBody>
            <a:bodyPr rtlCol="0" anchor="ctr"/>
            <a:lstStyle/>
            <a:p>
              <a:endParaRPr lang="en-IN"/>
            </a:p>
          </p:txBody>
        </p:sp>
        <p:grpSp>
          <p:nvGrpSpPr>
            <p:cNvPr id="48" name="Graphic 44">
              <a:extLst>
                <a:ext uri="{FF2B5EF4-FFF2-40B4-BE49-F238E27FC236}">
                  <a16:creationId xmlns:a16="http://schemas.microsoft.com/office/drawing/2014/main" id="{2347913B-5F0C-4D81-91AC-A8D2E3D309FD}"/>
                </a:ext>
              </a:extLst>
            </p:cNvPr>
            <p:cNvGrpSpPr/>
            <p:nvPr/>
          </p:nvGrpSpPr>
          <p:grpSpPr>
            <a:xfrm>
              <a:off x="-832228" y="3246628"/>
              <a:ext cx="430244" cy="429587"/>
              <a:chOff x="-832228" y="3246628"/>
              <a:chExt cx="430244" cy="429587"/>
            </a:xfrm>
            <a:noFill/>
          </p:grpSpPr>
          <p:sp>
            <p:nvSpPr>
              <p:cNvPr id="51" name="Freeform: Shape 50">
                <a:extLst>
                  <a:ext uri="{FF2B5EF4-FFF2-40B4-BE49-F238E27FC236}">
                    <a16:creationId xmlns:a16="http://schemas.microsoft.com/office/drawing/2014/main" id="{5A5E7A31-6E73-8C68-13DF-B10E1D86BC64}"/>
                  </a:ext>
                </a:extLst>
              </p:cNvPr>
              <p:cNvSpPr/>
              <p:nvPr/>
            </p:nvSpPr>
            <p:spPr>
              <a:xfrm>
                <a:off x="-832228" y="3246628"/>
                <a:ext cx="430244" cy="429587"/>
              </a:xfrm>
              <a:custGeom>
                <a:avLst/>
                <a:gdLst>
                  <a:gd name="connsiteX0" fmla="*/ 88202 w 430244"/>
                  <a:gd name="connsiteY0" fmla="*/ 111624 h 429587"/>
                  <a:gd name="connsiteX1" fmla="*/ 92869 w 430244"/>
                  <a:gd name="connsiteY1" fmla="*/ 106480 h 429587"/>
                  <a:gd name="connsiteX2" fmla="*/ 113443 w 430244"/>
                  <a:gd name="connsiteY2" fmla="*/ 87621 h 429587"/>
                  <a:gd name="connsiteX3" fmla="*/ 119444 w 430244"/>
                  <a:gd name="connsiteY3" fmla="*/ 83144 h 429587"/>
                  <a:gd name="connsiteX4" fmla="*/ 117824 w 430244"/>
                  <a:gd name="connsiteY4" fmla="*/ 76000 h 429587"/>
                  <a:gd name="connsiteX5" fmla="*/ 105823 w 430244"/>
                  <a:gd name="connsiteY5" fmla="*/ 23994 h 429587"/>
                  <a:gd name="connsiteX6" fmla="*/ 144494 w 430244"/>
                  <a:gd name="connsiteY6" fmla="*/ 7611 h 429587"/>
                  <a:gd name="connsiteX7" fmla="*/ 171069 w 430244"/>
                  <a:gd name="connsiteY7" fmla="*/ 277 h 429587"/>
                  <a:gd name="connsiteX8" fmla="*/ 198882 w 430244"/>
                  <a:gd name="connsiteY8" fmla="*/ 52950 h 429587"/>
                  <a:gd name="connsiteX9" fmla="*/ 206407 w 430244"/>
                  <a:gd name="connsiteY9" fmla="*/ 52283 h 429587"/>
                  <a:gd name="connsiteX10" fmla="*/ 234315 w 430244"/>
                  <a:gd name="connsiteY10" fmla="*/ 52759 h 429587"/>
                  <a:gd name="connsiteX11" fmla="*/ 241935 w 430244"/>
                  <a:gd name="connsiteY11" fmla="*/ 53712 h 429587"/>
                  <a:gd name="connsiteX12" fmla="*/ 245650 w 430244"/>
                  <a:gd name="connsiteY12" fmla="*/ 47330 h 429587"/>
                  <a:gd name="connsiteX13" fmla="*/ 275177 w 430244"/>
                  <a:gd name="connsiteY13" fmla="*/ 1134 h 429587"/>
                  <a:gd name="connsiteX14" fmla="*/ 335661 w 430244"/>
                  <a:gd name="connsiteY14" fmla="*/ 27518 h 429587"/>
                  <a:gd name="connsiteX15" fmla="*/ 318802 w 430244"/>
                  <a:gd name="connsiteY15" fmla="*/ 88288 h 429587"/>
                  <a:gd name="connsiteX16" fmla="*/ 323945 w 430244"/>
                  <a:gd name="connsiteY16" fmla="*/ 92955 h 429587"/>
                  <a:gd name="connsiteX17" fmla="*/ 343186 w 430244"/>
                  <a:gd name="connsiteY17" fmla="*/ 112862 h 429587"/>
                  <a:gd name="connsiteX18" fmla="*/ 348044 w 430244"/>
                  <a:gd name="connsiteY18" fmla="*/ 118196 h 429587"/>
                  <a:gd name="connsiteX19" fmla="*/ 407194 w 430244"/>
                  <a:gd name="connsiteY19" fmla="*/ 104575 h 429587"/>
                  <a:gd name="connsiteX20" fmla="*/ 430244 w 430244"/>
                  <a:gd name="connsiteY20" fmla="*/ 169536 h 429587"/>
                  <a:gd name="connsiteX21" fmla="*/ 408813 w 430244"/>
                  <a:gd name="connsiteY21" fmla="*/ 181633 h 429587"/>
                  <a:gd name="connsiteX22" fmla="*/ 384715 w 430244"/>
                  <a:gd name="connsiteY22" fmla="*/ 194110 h 429587"/>
                  <a:gd name="connsiteX23" fmla="*/ 378333 w 430244"/>
                  <a:gd name="connsiteY23" fmla="*/ 197635 h 429587"/>
                  <a:gd name="connsiteX24" fmla="*/ 378333 w 430244"/>
                  <a:gd name="connsiteY24" fmla="*/ 204874 h 429587"/>
                  <a:gd name="connsiteX25" fmla="*/ 377571 w 430244"/>
                  <a:gd name="connsiteY25" fmla="*/ 235068 h 429587"/>
                  <a:gd name="connsiteX26" fmla="*/ 376904 w 430244"/>
                  <a:gd name="connsiteY26" fmla="*/ 242021 h 429587"/>
                  <a:gd name="connsiteX27" fmla="*/ 428816 w 430244"/>
                  <a:gd name="connsiteY27" fmla="*/ 274978 h 429587"/>
                  <a:gd name="connsiteX28" fmla="*/ 403098 w 430244"/>
                  <a:gd name="connsiteY28" fmla="*/ 335747 h 429587"/>
                  <a:gd name="connsiteX29" fmla="*/ 342329 w 430244"/>
                  <a:gd name="connsiteY29" fmla="*/ 318888 h 429587"/>
                  <a:gd name="connsiteX30" fmla="*/ 337661 w 430244"/>
                  <a:gd name="connsiteY30" fmla="*/ 324031 h 429587"/>
                  <a:gd name="connsiteX31" fmla="*/ 317087 w 430244"/>
                  <a:gd name="connsiteY31" fmla="*/ 342891 h 429587"/>
                  <a:gd name="connsiteX32" fmla="*/ 311372 w 430244"/>
                  <a:gd name="connsiteY32" fmla="*/ 346701 h 429587"/>
                  <a:gd name="connsiteX33" fmla="*/ 312992 w 430244"/>
                  <a:gd name="connsiteY33" fmla="*/ 353845 h 429587"/>
                  <a:gd name="connsiteX34" fmla="*/ 324993 w 430244"/>
                  <a:gd name="connsiteY34" fmla="*/ 405851 h 429587"/>
                  <a:gd name="connsiteX35" fmla="*/ 286322 w 430244"/>
                  <a:gd name="connsiteY35" fmla="*/ 422234 h 429587"/>
                  <a:gd name="connsiteX36" fmla="*/ 259747 w 430244"/>
                  <a:gd name="connsiteY36" fmla="*/ 429568 h 429587"/>
                  <a:gd name="connsiteX37" fmla="*/ 231553 w 430244"/>
                  <a:gd name="connsiteY37" fmla="*/ 375943 h 429587"/>
                  <a:gd name="connsiteX38" fmla="*/ 224028 w 430244"/>
                  <a:gd name="connsiteY38" fmla="*/ 376609 h 429587"/>
                  <a:gd name="connsiteX39" fmla="*/ 196120 w 430244"/>
                  <a:gd name="connsiteY39" fmla="*/ 376133 h 429587"/>
                  <a:gd name="connsiteX40" fmla="*/ 188500 w 430244"/>
                  <a:gd name="connsiteY40" fmla="*/ 375181 h 429587"/>
                  <a:gd name="connsiteX41" fmla="*/ 184785 w 430244"/>
                  <a:gd name="connsiteY41" fmla="*/ 381562 h 429587"/>
                  <a:gd name="connsiteX42" fmla="*/ 155924 w 430244"/>
                  <a:gd name="connsiteY42" fmla="*/ 428044 h 429587"/>
                  <a:gd name="connsiteX43" fmla="*/ 155258 w 430244"/>
                  <a:gd name="connsiteY43" fmla="*/ 427759 h 429587"/>
                  <a:gd name="connsiteX44" fmla="*/ 94774 w 430244"/>
                  <a:gd name="connsiteY44" fmla="*/ 401374 h 429587"/>
                  <a:gd name="connsiteX45" fmla="*/ 111633 w 430244"/>
                  <a:gd name="connsiteY45" fmla="*/ 340605 h 429587"/>
                  <a:gd name="connsiteX46" fmla="*/ 106490 w 430244"/>
                  <a:gd name="connsiteY46" fmla="*/ 335938 h 429587"/>
                  <a:gd name="connsiteX47" fmla="*/ 87249 w 430244"/>
                  <a:gd name="connsiteY47" fmla="*/ 316030 h 429587"/>
                  <a:gd name="connsiteX48" fmla="*/ 82487 w 430244"/>
                  <a:gd name="connsiteY48" fmla="*/ 312316 h 429587"/>
                  <a:gd name="connsiteX49" fmla="*/ 23336 w 430244"/>
                  <a:gd name="connsiteY49" fmla="*/ 325936 h 429587"/>
                  <a:gd name="connsiteX50" fmla="*/ 0 w 430244"/>
                  <a:gd name="connsiteY50" fmla="*/ 261643 h 429587"/>
                  <a:gd name="connsiteX51" fmla="*/ 21431 w 430244"/>
                  <a:gd name="connsiteY51" fmla="*/ 249546 h 429587"/>
                  <a:gd name="connsiteX52" fmla="*/ 45530 w 430244"/>
                  <a:gd name="connsiteY52" fmla="*/ 237068 h 429587"/>
                  <a:gd name="connsiteX53" fmla="*/ 51911 w 430244"/>
                  <a:gd name="connsiteY53" fmla="*/ 233544 h 429587"/>
                  <a:gd name="connsiteX54" fmla="*/ 51245 w 430244"/>
                  <a:gd name="connsiteY54" fmla="*/ 226019 h 429587"/>
                  <a:gd name="connsiteX55" fmla="*/ 51626 w 430244"/>
                  <a:gd name="connsiteY55" fmla="*/ 196492 h 429587"/>
                  <a:gd name="connsiteX56" fmla="*/ 52578 w 430244"/>
                  <a:gd name="connsiteY56" fmla="*/ 188872 h 429587"/>
                  <a:gd name="connsiteX57" fmla="*/ 0 w 430244"/>
                  <a:gd name="connsiteY57" fmla="*/ 155629 h 429587"/>
                  <a:gd name="connsiteX58" fmla="*/ 25718 w 430244"/>
                  <a:gd name="connsiteY58" fmla="*/ 94860 h 429587"/>
                  <a:gd name="connsiteX59" fmla="*/ 88106 w 430244"/>
                  <a:gd name="connsiteY59" fmla="*/ 111624 h 42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30244" h="429587">
                    <a:moveTo>
                      <a:pt x="88202" y="111624"/>
                    </a:moveTo>
                    <a:lnTo>
                      <a:pt x="92869" y="106480"/>
                    </a:lnTo>
                    <a:cubicBezTo>
                      <a:pt x="99155" y="99622"/>
                      <a:pt x="105156" y="93526"/>
                      <a:pt x="113443" y="87621"/>
                    </a:cubicBezTo>
                    <a:lnTo>
                      <a:pt x="119444" y="83144"/>
                    </a:lnTo>
                    <a:lnTo>
                      <a:pt x="117824" y="76000"/>
                    </a:lnTo>
                    <a:cubicBezTo>
                      <a:pt x="115253" y="61999"/>
                      <a:pt x="110966" y="44758"/>
                      <a:pt x="105823" y="23994"/>
                    </a:cubicBezTo>
                    <a:cubicBezTo>
                      <a:pt x="113157" y="20089"/>
                      <a:pt x="126111" y="14659"/>
                      <a:pt x="144494" y="7611"/>
                    </a:cubicBezTo>
                    <a:cubicBezTo>
                      <a:pt x="165830" y="-485"/>
                      <a:pt x="171355" y="-390"/>
                      <a:pt x="171069" y="277"/>
                    </a:cubicBezTo>
                    <a:lnTo>
                      <a:pt x="198882" y="52950"/>
                    </a:lnTo>
                    <a:lnTo>
                      <a:pt x="206407" y="52283"/>
                    </a:lnTo>
                    <a:cubicBezTo>
                      <a:pt x="215551" y="51616"/>
                      <a:pt x="225076" y="51807"/>
                      <a:pt x="234315" y="52759"/>
                    </a:cubicBezTo>
                    <a:lnTo>
                      <a:pt x="241935" y="53712"/>
                    </a:lnTo>
                    <a:lnTo>
                      <a:pt x="245650" y="47330"/>
                    </a:lnTo>
                    <a:cubicBezTo>
                      <a:pt x="259175" y="24470"/>
                      <a:pt x="269272" y="8944"/>
                      <a:pt x="275177" y="1134"/>
                    </a:cubicBezTo>
                    <a:lnTo>
                      <a:pt x="335661" y="27518"/>
                    </a:lnTo>
                    <a:lnTo>
                      <a:pt x="318802" y="88288"/>
                    </a:lnTo>
                    <a:lnTo>
                      <a:pt x="323945" y="92955"/>
                    </a:lnTo>
                    <a:cubicBezTo>
                      <a:pt x="331470" y="99527"/>
                      <a:pt x="337280" y="106195"/>
                      <a:pt x="343186" y="112862"/>
                    </a:cubicBezTo>
                    <a:lnTo>
                      <a:pt x="348044" y="118196"/>
                    </a:lnTo>
                    <a:lnTo>
                      <a:pt x="407194" y="104575"/>
                    </a:lnTo>
                    <a:cubicBezTo>
                      <a:pt x="420338" y="136198"/>
                      <a:pt x="428435" y="157534"/>
                      <a:pt x="430244" y="169536"/>
                    </a:cubicBezTo>
                    <a:cubicBezTo>
                      <a:pt x="425768" y="172393"/>
                      <a:pt x="418433" y="176299"/>
                      <a:pt x="408813" y="181633"/>
                    </a:cubicBezTo>
                    <a:cubicBezTo>
                      <a:pt x="398240" y="187348"/>
                      <a:pt x="390144" y="190967"/>
                      <a:pt x="384715" y="194110"/>
                    </a:cubicBezTo>
                    <a:lnTo>
                      <a:pt x="378333" y="197635"/>
                    </a:lnTo>
                    <a:lnTo>
                      <a:pt x="378333" y="204874"/>
                    </a:lnTo>
                    <a:cubicBezTo>
                      <a:pt x="379095" y="215637"/>
                      <a:pt x="378809" y="225162"/>
                      <a:pt x="377571" y="235068"/>
                    </a:cubicBezTo>
                    <a:lnTo>
                      <a:pt x="376904" y="242021"/>
                    </a:lnTo>
                    <a:lnTo>
                      <a:pt x="428816" y="274978"/>
                    </a:lnTo>
                    <a:lnTo>
                      <a:pt x="403098" y="335747"/>
                    </a:lnTo>
                    <a:lnTo>
                      <a:pt x="342329" y="318888"/>
                    </a:lnTo>
                    <a:lnTo>
                      <a:pt x="337661" y="324031"/>
                    </a:lnTo>
                    <a:cubicBezTo>
                      <a:pt x="330137" y="331937"/>
                      <a:pt x="323183" y="338414"/>
                      <a:pt x="317087" y="342891"/>
                    </a:cubicBezTo>
                    <a:lnTo>
                      <a:pt x="311372" y="346701"/>
                    </a:lnTo>
                    <a:lnTo>
                      <a:pt x="312992" y="353845"/>
                    </a:lnTo>
                    <a:cubicBezTo>
                      <a:pt x="315468" y="366227"/>
                      <a:pt x="319183" y="383086"/>
                      <a:pt x="324993" y="405851"/>
                    </a:cubicBezTo>
                    <a:cubicBezTo>
                      <a:pt x="317564" y="409756"/>
                      <a:pt x="304419" y="415852"/>
                      <a:pt x="286322" y="422234"/>
                    </a:cubicBezTo>
                    <a:cubicBezTo>
                      <a:pt x="264986" y="430330"/>
                      <a:pt x="259747" y="429568"/>
                      <a:pt x="259747" y="429568"/>
                    </a:cubicBezTo>
                    <a:lnTo>
                      <a:pt x="231553" y="375943"/>
                    </a:lnTo>
                    <a:lnTo>
                      <a:pt x="224028" y="376609"/>
                    </a:lnTo>
                    <a:cubicBezTo>
                      <a:pt x="214884" y="377276"/>
                      <a:pt x="205359" y="377086"/>
                      <a:pt x="196120" y="376133"/>
                    </a:cubicBezTo>
                    <a:lnTo>
                      <a:pt x="188500" y="375181"/>
                    </a:lnTo>
                    <a:lnTo>
                      <a:pt x="184785" y="381562"/>
                    </a:lnTo>
                    <a:cubicBezTo>
                      <a:pt x="171260" y="404422"/>
                      <a:pt x="161163" y="419948"/>
                      <a:pt x="155924" y="428044"/>
                    </a:cubicBezTo>
                    <a:lnTo>
                      <a:pt x="155258" y="427759"/>
                    </a:lnTo>
                    <a:lnTo>
                      <a:pt x="94774" y="401374"/>
                    </a:lnTo>
                    <a:lnTo>
                      <a:pt x="111633" y="340605"/>
                    </a:lnTo>
                    <a:lnTo>
                      <a:pt x="106490" y="335938"/>
                    </a:lnTo>
                    <a:cubicBezTo>
                      <a:pt x="99631" y="329651"/>
                      <a:pt x="93155" y="322698"/>
                      <a:pt x="87249" y="316030"/>
                    </a:cubicBezTo>
                    <a:lnTo>
                      <a:pt x="82487" y="312316"/>
                    </a:lnTo>
                    <a:lnTo>
                      <a:pt x="23336" y="325936"/>
                    </a:lnTo>
                    <a:cubicBezTo>
                      <a:pt x="10287" y="295933"/>
                      <a:pt x="2477" y="274025"/>
                      <a:pt x="0" y="261643"/>
                    </a:cubicBezTo>
                    <a:cubicBezTo>
                      <a:pt x="4477" y="258785"/>
                      <a:pt x="11811" y="254880"/>
                      <a:pt x="21431" y="249546"/>
                    </a:cubicBezTo>
                    <a:cubicBezTo>
                      <a:pt x="32004" y="243831"/>
                      <a:pt x="40386" y="239545"/>
                      <a:pt x="45530" y="237068"/>
                    </a:cubicBezTo>
                    <a:lnTo>
                      <a:pt x="51911" y="233544"/>
                    </a:lnTo>
                    <a:lnTo>
                      <a:pt x="51245" y="226019"/>
                    </a:lnTo>
                    <a:cubicBezTo>
                      <a:pt x="50483" y="215256"/>
                      <a:pt x="50768" y="205731"/>
                      <a:pt x="51626" y="196492"/>
                    </a:cubicBezTo>
                    <a:lnTo>
                      <a:pt x="52578" y="188872"/>
                    </a:lnTo>
                    <a:lnTo>
                      <a:pt x="0" y="155629"/>
                    </a:lnTo>
                    <a:lnTo>
                      <a:pt x="25718" y="94860"/>
                    </a:lnTo>
                    <a:lnTo>
                      <a:pt x="88106" y="111624"/>
                    </a:lnTo>
                    <a:close/>
                  </a:path>
                </a:pathLst>
              </a:custGeom>
              <a:noFill/>
              <a:ln w="9525" cap="rnd">
                <a:solidFill>
                  <a:schemeClr val="tx2"/>
                </a:solidFill>
                <a:prstDash val="solid"/>
                <a:round/>
              </a:ln>
            </p:spPr>
            <p:txBody>
              <a:bodyPr rtlCol="0" anchor="ctr"/>
              <a:lstStyle/>
              <a:p>
                <a:endParaRPr lang="en-IN"/>
              </a:p>
            </p:txBody>
          </p:sp>
          <p:sp>
            <p:nvSpPr>
              <p:cNvPr id="52" name="Freeform: Shape 51">
                <a:extLst>
                  <a:ext uri="{FF2B5EF4-FFF2-40B4-BE49-F238E27FC236}">
                    <a16:creationId xmlns:a16="http://schemas.microsoft.com/office/drawing/2014/main" id="{4221BB6C-B280-9179-810A-793DB0EDBB28}"/>
                  </a:ext>
                </a:extLst>
              </p:cNvPr>
              <p:cNvSpPr/>
              <p:nvPr/>
            </p:nvSpPr>
            <p:spPr>
              <a:xfrm>
                <a:off x="-711165" y="3367015"/>
                <a:ext cx="187642" cy="187642"/>
              </a:xfrm>
              <a:custGeom>
                <a:avLst/>
                <a:gdLst>
                  <a:gd name="connsiteX0" fmla="*/ 187642 w 187642"/>
                  <a:gd name="connsiteY0" fmla="*/ 93821 h 187642"/>
                  <a:gd name="connsiteX1" fmla="*/ 93821 w 187642"/>
                  <a:gd name="connsiteY1" fmla="*/ 187642 h 187642"/>
                  <a:gd name="connsiteX2" fmla="*/ 0 w 187642"/>
                  <a:gd name="connsiteY2" fmla="*/ 93821 h 187642"/>
                  <a:gd name="connsiteX3" fmla="*/ 93821 w 187642"/>
                  <a:gd name="connsiteY3" fmla="*/ 0 h 187642"/>
                  <a:gd name="connsiteX4" fmla="*/ 187642 w 187642"/>
                  <a:gd name="connsiteY4" fmla="*/ 93821 h 18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42" h="187642">
                    <a:moveTo>
                      <a:pt x="187642" y="93821"/>
                    </a:moveTo>
                    <a:cubicBezTo>
                      <a:pt x="187642" y="145637"/>
                      <a:pt x="145637" y="187642"/>
                      <a:pt x="93821" y="187642"/>
                    </a:cubicBezTo>
                    <a:cubicBezTo>
                      <a:pt x="42005" y="187642"/>
                      <a:pt x="0" y="145637"/>
                      <a:pt x="0" y="93821"/>
                    </a:cubicBezTo>
                    <a:cubicBezTo>
                      <a:pt x="0" y="42005"/>
                      <a:pt x="42005" y="0"/>
                      <a:pt x="93821" y="0"/>
                    </a:cubicBezTo>
                    <a:cubicBezTo>
                      <a:pt x="145637" y="0"/>
                      <a:pt x="187642" y="42005"/>
                      <a:pt x="187642" y="93821"/>
                    </a:cubicBezTo>
                    <a:close/>
                  </a:path>
                </a:pathLst>
              </a:custGeom>
              <a:noFill/>
              <a:ln w="9525" cap="rnd">
                <a:solidFill>
                  <a:schemeClr val="tx2"/>
                </a:solidFill>
                <a:prstDash val="solid"/>
                <a:round/>
              </a:ln>
            </p:spPr>
            <p:txBody>
              <a:bodyPr rtlCol="0" anchor="ctr"/>
              <a:lstStyle/>
              <a:p>
                <a:endParaRPr lang="en-IN"/>
              </a:p>
            </p:txBody>
          </p:sp>
        </p:grpSp>
      </p:grpSp>
      <p:grpSp>
        <p:nvGrpSpPr>
          <p:cNvPr id="79" name="Graphic 54">
            <a:extLst>
              <a:ext uri="{FF2B5EF4-FFF2-40B4-BE49-F238E27FC236}">
                <a16:creationId xmlns:a16="http://schemas.microsoft.com/office/drawing/2014/main" id="{8CEE220F-D3C8-239A-DD23-F59FAB0D2F72}"/>
              </a:ext>
            </a:extLst>
          </p:cNvPr>
          <p:cNvGrpSpPr/>
          <p:nvPr/>
        </p:nvGrpSpPr>
        <p:grpSpPr>
          <a:xfrm>
            <a:off x="6615177" y="2348253"/>
            <a:ext cx="399986" cy="431816"/>
            <a:chOff x="-1162355" y="1395966"/>
            <a:chExt cx="569561" cy="614888"/>
          </a:xfrm>
          <a:noFill/>
        </p:grpSpPr>
        <p:grpSp>
          <p:nvGrpSpPr>
            <p:cNvPr id="80" name="Graphic 54">
              <a:extLst>
                <a:ext uri="{FF2B5EF4-FFF2-40B4-BE49-F238E27FC236}">
                  <a16:creationId xmlns:a16="http://schemas.microsoft.com/office/drawing/2014/main" id="{0A5DD631-8924-37ED-DBCE-90FD57E235CE}"/>
                </a:ext>
              </a:extLst>
            </p:cNvPr>
            <p:cNvGrpSpPr/>
            <p:nvPr/>
          </p:nvGrpSpPr>
          <p:grpSpPr>
            <a:xfrm>
              <a:off x="-1162355" y="1395966"/>
              <a:ext cx="569561" cy="614888"/>
              <a:chOff x="-1162355" y="1395966"/>
              <a:chExt cx="569561" cy="614888"/>
            </a:xfrm>
            <a:noFill/>
          </p:grpSpPr>
          <p:sp>
            <p:nvSpPr>
              <p:cNvPr id="81" name="Freeform: Shape 80">
                <a:extLst>
                  <a:ext uri="{FF2B5EF4-FFF2-40B4-BE49-F238E27FC236}">
                    <a16:creationId xmlns:a16="http://schemas.microsoft.com/office/drawing/2014/main" id="{1E0F122C-258C-4F44-0CB0-BA2A1A48D617}"/>
                  </a:ext>
                </a:extLst>
              </p:cNvPr>
              <p:cNvSpPr/>
              <p:nvPr/>
            </p:nvSpPr>
            <p:spPr>
              <a:xfrm>
                <a:off x="-883091" y="1395966"/>
                <a:ext cx="16976" cy="77073"/>
              </a:xfrm>
              <a:custGeom>
                <a:avLst/>
                <a:gdLst>
                  <a:gd name="connsiteX0" fmla="*/ 0 w 16976"/>
                  <a:gd name="connsiteY0" fmla="*/ 0 h 77073"/>
                  <a:gd name="connsiteX1" fmla="*/ 0 w 16976"/>
                  <a:gd name="connsiteY1" fmla="*/ 77073 h 77073"/>
                </a:gdLst>
                <a:ahLst/>
                <a:cxnLst>
                  <a:cxn ang="0">
                    <a:pos x="connsiteX0" y="connsiteY0"/>
                  </a:cxn>
                  <a:cxn ang="0">
                    <a:pos x="connsiteX1" y="connsiteY1"/>
                  </a:cxn>
                </a:cxnLst>
                <a:rect l="l" t="t" r="r" b="b"/>
                <a:pathLst>
                  <a:path w="16976" h="77073">
                    <a:moveTo>
                      <a:pt x="0" y="0"/>
                    </a:moveTo>
                    <a:lnTo>
                      <a:pt x="0" y="77073"/>
                    </a:lnTo>
                  </a:path>
                </a:pathLst>
              </a:custGeom>
              <a:ln w="9525" cap="rnd">
                <a:solidFill>
                  <a:schemeClr val="tx2"/>
                </a:solidFill>
                <a:prstDash val="solid"/>
                <a:round/>
              </a:ln>
            </p:spPr>
            <p:txBody>
              <a:bodyPr rtlCol="0" anchor="ctr"/>
              <a:lstStyle/>
              <a:p>
                <a:endParaRPr lang="en-IN"/>
              </a:p>
            </p:txBody>
          </p:sp>
          <p:sp>
            <p:nvSpPr>
              <p:cNvPr id="82" name="Freeform: Shape 81">
                <a:extLst>
                  <a:ext uri="{FF2B5EF4-FFF2-40B4-BE49-F238E27FC236}">
                    <a16:creationId xmlns:a16="http://schemas.microsoft.com/office/drawing/2014/main" id="{00A6D972-559E-4CD5-18BC-71A07BB0117F}"/>
                  </a:ext>
                </a:extLst>
              </p:cNvPr>
              <p:cNvSpPr/>
              <p:nvPr/>
            </p:nvSpPr>
            <p:spPr>
              <a:xfrm>
                <a:off x="-723513" y="1465400"/>
                <a:ext cx="54494" cy="54494"/>
              </a:xfrm>
              <a:custGeom>
                <a:avLst/>
                <a:gdLst>
                  <a:gd name="connsiteX0" fmla="*/ 54495 w 54494"/>
                  <a:gd name="connsiteY0" fmla="*/ 0 h 54494"/>
                  <a:gd name="connsiteX1" fmla="*/ 0 w 54494"/>
                  <a:gd name="connsiteY1" fmla="*/ 54495 h 54494"/>
                </a:gdLst>
                <a:ahLst/>
                <a:cxnLst>
                  <a:cxn ang="0">
                    <a:pos x="connsiteX0" y="connsiteY0"/>
                  </a:cxn>
                  <a:cxn ang="0">
                    <a:pos x="connsiteX1" y="connsiteY1"/>
                  </a:cxn>
                </a:cxnLst>
                <a:rect l="l" t="t" r="r" b="b"/>
                <a:pathLst>
                  <a:path w="54494" h="54494">
                    <a:moveTo>
                      <a:pt x="54495" y="0"/>
                    </a:moveTo>
                    <a:lnTo>
                      <a:pt x="0" y="54495"/>
                    </a:lnTo>
                  </a:path>
                </a:pathLst>
              </a:custGeom>
              <a:ln w="9525" cap="rnd">
                <a:solidFill>
                  <a:schemeClr val="tx2"/>
                </a:solidFill>
                <a:prstDash val="solid"/>
                <a:round/>
              </a:ln>
            </p:spPr>
            <p:txBody>
              <a:bodyPr rtlCol="0" anchor="ctr"/>
              <a:lstStyle/>
              <a:p>
                <a:endParaRPr lang="en-IN"/>
              </a:p>
            </p:txBody>
          </p:sp>
          <p:sp>
            <p:nvSpPr>
              <p:cNvPr id="83" name="Freeform: Shape 82">
                <a:extLst>
                  <a:ext uri="{FF2B5EF4-FFF2-40B4-BE49-F238E27FC236}">
                    <a16:creationId xmlns:a16="http://schemas.microsoft.com/office/drawing/2014/main" id="{51D1DD57-366B-09B7-0F84-97A3997B93A4}"/>
                  </a:ext>
                </a:extLst>
              </p:cNvPr>
              <p:cNvSpPr/>
              <p:nvPr/>
            </p:nvSpPr>
            <p:spPr>
              <a:xfrm>
                <a:off x="-1082905" y="1483395"/>
                <a:ext cx="54494" cy="54494"/>
              </a:xfrm>
              <a:custGeom>
                <a:avLst/>
                <a:gdLst>
                  <a:gd name="connsiteX0" fmla="*/ 0 w 54494"/>
                  <a:gd name="connsiteY0" fmla="*/ 0 h 54494"/>
                  <a:gd name="connsiteX1" fmla="*/ 54495 w 54494"/>
                  <a:gd name="connsiteY1" fmla="*/ 54495 h 54494"/>
                </a:gdLst>
                <a:ahLst/>
                <a:cxnLst>
                  <a:cxn ang="0">
                    <a:pos x="connsiteX0" y="connsiteY0"/>
                  </a:cxn>
                  <a:cxn ang="0">
                    <a:pos x="connsiteX1" y="connsiteY1"/>
                  </a:cxn>
                </a:cxnLst>
                <a:rect l="l" t="t" r="r" b="b"/>
                <a:pathLst>
                  <a:path w="54494" h="54494">
                    <a:moveTo>
                      <a:pt x="0" y="0"/>
                    </a:moveTo>
                    <a:lnTo>
                      <a:pt x="54495" y="54495"/>
                    </a:lnTo>
                  </a:path>
                </a:pathLst>
              </a:custGeom>
              <a:ln w="9525" cap="rnd">
                <a:solidFill>
                  <a:schemeClr val="tx2"/>
                </a:solidFill>
                <a:prstDash val="solid"/>
                <a:round/>
              </a:ln>
            </p:spPr>
            <p:txBody>
              <a:bodyPr rtlCol="0" anchor="ctr"/>
              <a:lstStyle/>
              <a:p>
                <a:endParaRPr lang="en-IN"/>
              </a:p>
            </p:txBody>
          </p:sp>
          <p:sp>
            <p:nvSpPr>
              <p:cNvPr id="84" name="Freeform: Shape 83">
                <a:extLst>
                  <a:ext uri="{FF2B5EF4-FFF2-40B4-BE49-F238E27FC236}">
                    <a16:creationId xmlns:a16="http://schemas.microsoft.com/office/drawing/2014/main" id="{376A619C-7E68-ABB4-FFD8-6031B752DDA5}"/>
                  </a:ext>
                </a:extLst>
              </p:cNvPr>
              <p:cNvSpPr/>
              <p:nvPr/>
            </p:nvSpPr>
            <p:spPr>
              <a:xfrm>
                <a:off x="-1162355" y="1686433"/>
                <a:ext cx="77243" cy="16976"/>
              </a:xfrm>
              <a:custGeom>
                <a:avLst/>
                <a:gdLst>
                  <a:gd name="connsiteX0" fmla="*/ 0 w 77243"/>
                  <a:gd name="connsiteY0" fmla="*/ 0 h 16976"/>
                  <a:gd name="connsiteX1" fmla="*/ 77243 w 77243"/>
                  <a:gd name="connsiteY1" fmla="*/ 0 h 16976"/>
                </a:gdLst>
                <a:ahLst/>
                <a:cxnLst>
                  <a:cxn ang="0">
                    <a:pos x="connsiteX0" y="connsiteY0"/>
                  </a:cxn>
                  <a:cxn ang="0">
                    <a:pos x="connsiteX1" y="connsiteY1"/>
                  </a:cxn>
                </a:cxnLst>
                <a:rect l="l" t="t" r="r" b="b"/>
                <a:pathLst>
                  <a:path w="77243" h="16976">
                    <a:moveTo>
                      <a:pt x="0" y="0"/>
                    </a:moveTo>
                    <a:lnTo>
                      <a:pt x="77243" y="0"/>
                    </a:lnTo>
                  </a:path>
                </a:pathLst>
              </a:custGeom>
              <a:ln w="9525" cap="rnd">
                <a:solidFill>
                  <a:schemeClr val="tx2"/>
                </a:solidFill>
                <a:prstDash val="solid"/>
                <a:round/>
              </a:ln>
            </p:spPr>
            <p:txBody>
              <a:bodyPr rtlCol="0" anchor="ctr"/>
              <a:lstStyle/>
              <a:p>
                <a:endParaRPr lang="en-IN"/>
              </a:p>
            </p:txBody>
          </p:sp>
          <p:sp>
            <p:nvSpPr>
              <p:cNvPr id="85" name="Freeform: Shape 84">
                <a:extLst>
                  <a:ext uri="{FF2B5EF4-FFF2-40B4-BE49-F238E27FC236}">
                    <a16:creationId xmlns:a16="http://schemas.microsoft.com/office/drawing/2014/main" id="{3A160979-E91B-1FC7-3D8C-9D56E8575EC0}"/>
                  </a:ext>
                </a:extLst>
              </p:cNvPr>
              <p:cNvSpPr/>
              <p:nvPr/>
            </p:nvSpPr>
            <p:spPr>
              <a:xfrm>
                <a:off x="-669867" y="1675059"/>
                <a:ext cx="77073" cy="16976"/>
              </a:xfrm>
              <a:custGeom>
                <a:avLst/>
                <a:gdLst>
                  <a:gd name="connsiteX0" fmla="*/ 77073 w 77073"/>
                  <a:gd name="connsiteY0" fmla="*/ 0 h 16976"/>
                  <a:gd name="connsiteX1" fmla="*/ 0 w 77073"/>
                  <a:gd name="connsiteY1" fmla="*/ 0 h 16976"/>
                </a:gdLst>
                <a:ahLst/>
                <a:cxnLst>
                  <a:cxn ang="0">
                    <a:pos x="connsiteX0" y="connsiteY0"/>
                  </a:cxn>
                  <a:cxn ang="0">
                    <a:pos x="connsiteX1" y="connsiteY1"/>
                  </a:cxn>
                </a:cxnLst>
                <a:rect l="l" t="t" r="r" b="b"/>
                <a:pathLst>
                  <a:path w="77073" h="16976">
                    <a:moveTo>
                      <a:pt x="77073" y="0"/>
                    </a:moveTo>
                    <a:lnTo>
                      <a:pt x="0" y="0"/>
                    </a:lnTo>
                  </a:path>
                </a:pathLst>
              </a:custGeom>
              <a:ln w="9525" cap="rnd">
                <a:solidFill>
                  <a:schemeClr val="tx2"/>
                </a:solidFill>
                <a:prstDash val="solid"/>
                <a:round/>
              </a:ln>
            </p:spPr>
            <p:txBody>
              <a:bodyPr rtlCol="0" anchor="ctr"/>
              <a:lstStyle/>
              <a:p>
                <a:endParaRPr lang="en-IN"/>
              </a:p>
            </p:txBody>
          </p:sp>
          <p:sp>
            <p:nvSpPr>
              <p:cNvPr id="86" name="Freeform: Shape 85">
                <a:extLst>
                  <a:ext uri="{FF2B5EF4-FFF2-40B4-BE49-F238E27FC236}">
                    <a16:creationId xmlns:a16="http://schemas.microsoft.com/office/drawing/2014/main" id="{8025235B-A8DC-9868-850A-395DAB378409}"/>
                  </a:ext>
                </a:extLst>
              </p:cNvPr>
              <p:cNvSpPr/>
              <p:nvPr/>
            </p:nvSpPr>
            <p:spPr>
              <a:xfrm>
                <a:off x="-976292" y="1806118"/>
                <a:ext cx="201510" cy="89975"/>
              </a:xfrm>
              <a:custGeom>
                <a:avLst/>
                <a:gdLst>
                  <a:gd name="connsiteX0" fmla="*/ 201511 w 201510"/>
                  <a:gd name="connsiteY0" fmla="*/ 0 h 89975"/>
                  <a:gd name="connsiteX1" fmla="*/ 201511 w 201510"/>
                  <a:gd name="connsiteY1" fmla="*/ 55174 h 89975"/>
                  <a:gd name="connsiteX2" fmla="*/ 166709 w 201510"/>
                  <a:gd name="connsiteY2" fmla="*/ 89975 h 89975"/>
                  <a:gd name="connsiteX3" fmla="*/ 34802 w 201510"/>
                  <a:gd name="connsiteY3" fmla="*/ 89975 h 89975"/>
                  <a:gd name="connsiteX4" fmla="*/ 0 w 201510"/>
                  <a:gd name="connsiteY4" fmla="*/ 55174 h 89975"/>
                  <a:gd name="connsiteX5" fmla="*/ 0 w 201510"/>
                  <a:gd name="connsiteY5" fmla="*/ 0 h 8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510" h="89975">
                    <a:moveTo>
                      <a:pt x="201511" y="0"/>
                    </a:moveTo>
                    <a:lnTo>
                      <a:pt x="201511" y="55174"/>
                    </a:lnTo>
                    <a:cubicBezTo>
                      <a:pt x="201511" y="74357"/>
                      <a:pt x="185893" y="89975"/>
                      <a:pt x="166709" y="89975"/>
                    </a:cubicBezTo>
                    <a:lnTo>
                      <a:pt x="34802" y="89975"/>
                    </a:lnTo>
                    <a:cubicBezTo>
                      <a:pt x="15618" y="89975"/>
                      <a:pt x="0" y="74357"/>
                      <a:pt x="0" y="55174"/>
                    </a:cubicBezTo>
                    <a:lnTo>
                      <a:pt x="0" y="0"/>
                    </a:lnTo>
                  </a:path>
                </a:pathLst>
              </a:custGeom>
              <a:noFill/>
              <a:ln w="9525" cap="rnd">
                <a:solidFill>
                  <a:schemeClr val="tx2"/>
                </a:solidFill>
                <a:prstDash val="solid"/>
                <a:round/>
              </a:ln>
            </p:spPr>
            <p:txBody>
              <a:bodyPr rtlCol="0" anchor="ctr"/>
              <a:lstStyle/>
              <a:p>
                <a:endParaRPr lang="en-IN"/>
              </a:p>
            </p:txBody>
          </p:sp>
          <p:sp>
            <p:nvSpPr>
              <p:cNvPr id="88" name="Freeform: Shape 87">
                <a:extLst>
                  <a:ext uri="{FF2B5EF4-FFF2-40B4-BE49-F238E27FC236}">
                    <a16:creationId xmlns:a16="http://schemas.microsoft.com/office/drawing/2014/main" id="{DD833031-17D6-B7C2-956B-BF962CE182F8}"/>
                  </a:ext>
                </a:extLst>
              </p:cNvPr>
              <p:cNvSpPr/>
              <p:nvPr/>
            </p:nvSpPr>
            <p:spPr>
              <a:xfrm>
                <a:off x="-958637" y="1895414"/>
                <a:ext cx="166030" cy="76394"/>
              </a:xfrm>
              <a:custGeom>
                <a:avLst/>
                <a:gdLst>
                  <a:gd name="connsiteX0" fmla="*/ 166030 w 166030"/>
                  <a:gd name="connsiteY0" fmla="*/ 0 h 76394"/>
                  <a:gd name="connsiteX1" fmla="*/ 166030 w 166030"/>
                  <a:gd name="connsiteY1" fmla="*/ 52627 h 76394"/>
                  <a:gd name="connsiteX2" fmla="*/ 142263 w 166030"/>
                  <a:gd name="connsiteY2" fmla="*/ 76394 h 76394"/>
                  <a:gd name="connsiteX3" fmla="*/ 23767 w 166030"/>
                  <a:gd name="connsiteY3" fmla="*/ 76394 h 76394"/>
                  <a:gd name="connsiteX4" fmla="*/ 0 w 166030"/>
                  <a:gd name="connsiteY4" fmla="*/ 52627 h 76394"/>
                  <a:gd name="connsiteX5" fmla="*/ 0 w 166030"/>
                  <a:gd name="connsiteY5" fmla="*/ 0 h 76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030" h="76394">
                    <a:moveTo>
                      <a:pt x="166030" y="0"/>
                    </a:moveTo>
                    <a:lnTo>
                      <a:pt x="166030" y="52627"/>
                    </a:lnTo>
                    <a:cubicBezTo>
                      <a:pt x="166030" y="65699"/>
                      <a:pt x="155335" y="76394"/>
                      <a:pt x="142263" y="76394"/>
                    </a:cubicBezTo>
                    <a:lnTo>
                      <a:pt x="23767" y="76394"/>
                    </a:lnTo>
                    <a:cubicBezTo>
                      <a:pt x="10695" y="76394"/>
                      <a:pt x="0" y="65699"/>
                      <a:pt x="0" y="52627"/>
                    </a:cubicBezTo>
                    <a:lnTo>
                      <a:pt x="0" y="0"/>
                    </a:lnTo>
                  </a:path>
                </a:pathLst>
              </a:custGeom>
              <a:noFill/>
              <a:ln w="9525" cap="rnd">
                <a:solidFill>
                  <a:schemeClr val="tx2"/>
                </a:solidFill>
                <a:prstDash val="solid"/>
                <a:round/>
              </a:ln>
            </p:spPr>
            <p:txBody>
              <a:bodyPr rtlCol="0" anchor="ctr"/>
              <a:lstStyle/>
              <a:p>
                <a:endParaRPr lang="en-IN"/>
              </a:p>
            </p:txBody>
          </p:sp>
          <p:sp>
            <p:nvSpPr>
              <p:cNvPr id="89" name="Freeform: Shape 88">
                <a:extLst>
                  <a:ext uri="{FF2B5EF4-FFF2-40B4-BE49-F238E27FC236}">
                    <a16:creationId xmlns:a16="http://schemas.microsoft.com/office/drawing/2014/main" id="{DE25CB6F-6D6E-1E51-3291-A31541686FD5}"/>
                  </a:ext>
                </a:extLst>
              </p:cNvPr>
              <p:cNvSpPr/>
              <p:nvPr/>
            </p:nvSpPr>
            <p:spPr>
              <a:xfrm>
                <a:off x="-921458" y="1972487"/>
                <a:ext cx="91673" cy="38366"/>
              </a:xfrm>
              <a:custGeom>
                <a:avLst/>
                <a:gdLst>
                  <a:gd name="connsiteX0" fmla="*/ 0 w 91673"/>
                  <a:gd name="connsiteY0" fmla="*/ 0 h 38366"/>
                  <a:gd name="connsiteX1" fmla="*/ 0 w 91673"/>
                  <a:gd name="connsiteY1" fmla="*/ 38367 h 38366"/>
                  <a:gd name="connsiteX2" fmla="*/ 91673 w 91673"/>
                  <a:gd name="connsiteY2" fmla="*/ 38367 h 38366"/>
                  <a:gd name="connsiteX3" fmla="*/ 91673 w 91673"/>
                  <a:gd name="connsiteY3" fmla="*/ 0 h 38366"/>
                </a:gdLst>
                <a:ahLst/>
                <a:cxnLst>
                  <a:cxn ang="0">
                    <a:pos x="connsiteX0" y="connsiteY0"/>
                  </a:cxn>
                  <a:cxn ang="0">
                    <a:pos x="connsiteX1" y="connsiteY1"/>
                  </a:cxn>
                  <a:cxn ang="0">
                    <a:pos x="connsiteX2" y="connsiteY2"/>
                  </a:cxn>
                  <a:cxn ang="0">
                    <a:pos x="connsiteX3" y="connsiteY3"/>
                  </a:cxn>
                </a:cxnLst>
                <a:rect l="l" t="t" r="r" b="b"/>
                <a:pathLst>
                  <a:path w="91673" h="38366">
                    <a:moveTo>
                      <a:pt x="0" y="0"/>
                    </a:moveTo>
                    <a:lnTo>
                      <a:pt x="0" y="38367"/>
                    </a:lnTo>
                    <a:lnTo>
                      <a:pt x="91673" y="38367"/>
                    </a:lnTo>
                    <a:lnTo>
                      <a:pt x="91673" y="0"/>
                    </a:lnTo>
                  </a:path>
                </a:pathLst>
              </a:custGeom>
              <a:noFill/>
              <a:ln w="9525" cap="rnd">
                <a:solidFill>
                  <a:schemeClr val="tx2"/>
                </a:solidFill>
                <a:prstDash val="solid"/>
                <a:round/>
              </a:ln>
            </p:spPr>
            <p:txBody>
              <a:bodyPr rtlCol="0" anchor="ctr"/>
              <a:lstStyle/>
              <a:p>
                <a:endParaRPr lang="en-IN"/>
              </a:p>
            </p:txBody>
          </p:sp>
          <p:sp>
            <p:nvSpPr>
              <p:cNvPr id="90" name="Freeform: Shape 89">
                <a:extLst>
                  <a:ext uri="{FF2B5EF4-FFF2-40B4-BE49-F238E27FC236}">
                    <a16:creationId xmlns:a16="http://schemas.microsoft.com/office/drawing/2014/main" id="{69428FF2-8AE4-2989-6884-B1C32923BE73}"/>
                  </a:ext>
                </a:extLst>
              </p:cNvPr>
              <p:cNvSpPr/>
              <p:nvPr/>
            </p:nvSpPr>
            <p:spPr>
              <a:xfrm>
                <a:off x="-875622" y="1811041"/>
                <a:ext cx="16976" cy="158051"/>
              </a:xfrm>
              <a:custGeom>
                <a:avLst/>
                <a:gdLst>
                  <a:gd name="connsiteX0" fmla="*/ 0 w 16976"/>
                  <a:gd name="connsiteY0" fmla="*/ 0 h 158051"/>
                  <a:gd name="connsiteX1" fmla="*/ 0 w 16976"/>
                  <a:gd name="connsiteY1" fmla="*/ 158051 h 158051"/>
                </a:gdLst>
                <a:ahLst/>
                <a:cxnLst>
                  <a:cxn ang="0">
                    <a:pos x="connsiteX0" y="connsiteY0"/>
                  </a:cxn>
                  <a:cxn ang="0">
                    <a:pos x="connsiteX1" y="connsiteY1"/>
                  </a:cxn>
                </a:cxnLst>
                <a:rect l="l" t="t" r="r" b="b"/>
                <a:pathLst>
                  <a:path w="16976" h="158051">
                    <a:moveTo>
                      <a:pt x="0" y="0"/>
                    </a:moveTo>
                    <a:lnTo>
                      <a:pt x="0" y="158051"/>
                    </a:lnTo>
                  </a:path>
                </a:pathLst>
              </a:custGeom>
              <a:ln w="9525" cap="rnd">
                <a:solidFill>
                  <a:schemeClr val="tx2"/>
                </a:solidFill>
                <a:prstDash val="solid"/>
                <a:round/>
              </a:ln>
            </p:spPr>
            <p:txBody>
              <a:bodyPr rtlCol="0" anchor="ctr"/>
              <a:lstStyle/>
              <a:p>
                <a:endParaRPr lang="en-IN"/>
              </a:p>
            </p:txBody>
          </p:sp>
          <p:sp>
            <p:nvSpPr>
              <p:cNvPr id="91" name="Freeform: Shape 90">
                <a:extLst>
                  <a:ext uri="{FF2B5EF4-FFF2-40B4-BE49-F238E27FC236}">
                    <a16:creationId xmlns:a16="http://schemas.microsoft.com/office/drawing/2014/main" id="{56977749-2B1C-F7AF-4625-214AD553E141}"/>
                  </a:ext>
                </a:extLst>
              </p:cNvPr>
              <p:cNvSpPr/>
              <p:nvPr/>
            </p:nvSpPr>
            <p:spPr>
              <a:xfrm>
                <a:off x="-774782" y="1762318"/>
                <a:ext cx="36159" cy="50420"/>
              </a:xfrm>
              <a:custGeom>
                <a:avLst/>
                <a:gdLst>
                  <a:gd name="connsiteX0" fmla="*/ 36160 w 36159"/>
                  <a:gd name="connsiteY0" fmla="*/ 0 h 50420"/>
                  <a:gd name="connsiteX1" fmla="*/ 0 w 36159"/>
                  <a:gd name="connsiteY1" fmla="*/ 43799 h 50420"/>
                  <a:gd name="connsiteX2" fmla="*/ 0 w 36159"/>
                  <a:gd name="connsiteY2" fmla="*/ 50420 h 50420"/>
                </a:gdLst>
                <a:ahLst/>
                <a:cxnLst>
                  <a:cxn ang="0">
                    <a:pos x="connsiteX0" y="connsiteY0"/>
                  </a:cxn>
                  <a:cxn ang="0">
                    <a:pos x="connsiteX1" y="connsiteY1"/>
                  </a:cxn>
                  <a:cxn ang="0">
                    <a:pos x="connsiteX2" y="connsiteY2"/>
                  </a:cxn>
                </a:cxnLst>
                <a:rect l="l" t="t" r="r" b="b"/>
                <a:pathLst>
                  <a:path w="36159" h="50420">
                    <a:moveTo>
                      <a:pt x="36160" y="0"/>
                    </a:moveTo>
                    <a:cubicBezTo>
                      <a:pt x="26823" y="16637"/>
                      <a:pt x="14600" y="31576"/>
                      <a:pt x="0" y="43799"/>
                    </a:cubicBezTo>
                    <a:lnTo>
                      <a:pt x="0" y="50420"/>
                    </a:lnTo>
                  </a:path>
                </a:pathLst>
              </a:custGeom>
              <a:noFill/>
              <a:ln w="9525" cap="rnd">
                <a:solidFill>
                  <a:schemeClr val="tx2"/>
                </a:solidFill>
                <a:prstDash val="solid"/>
                <a:round/>
              </a:ln>
            </p:spPr>
            <p:txBody>
              <a:bodyPr rtlCol="0" anchor="ctr"/>
              <a:lstStyle/>
              <a:p>
                <a:endParaRPr lang="en-IN"/>
              </a:p>
            </p:txBody>
          </p:sp>
          <p:sp>
            <p:nvSpPr>
              <p:cNvPr id="92" name="Freeform: Shape 91">
                <a:extLst>
                  <a:ext uri="{FF2B5EF4-FFF2-40B4-BE49-F238E27FC236}">
                    <a16:creationId xmlns:a16="http://schemas.microsoft.com/office/drawing/2014/main" id="{5B2D8042-F021-FEB3-71C5-6166E3622379}"/>
                  </a:ext>
                </a:extLst>
              </p:cNvPr>
              <p:cNvSpPr/>
              <p:nvPr/>
            </p:nvSpPr>
            <p:spPr>
              <a:xfrm>
                <a:off x="-1032485" y="1529231"/>
                <a:ext cx="156862" cy="283677"/>
              </a:xfrm>
              <a:custGeom>
                <a:avLst/>
                <a:gdLst>
                  <a:gd name="connsiteX0" fmla="*/ 156863 w 156862"/>
                  <a:gd name="connsiteY0" fmla="*/ 0 h 283677"/>
                  <a:gd name="connsiteX1" fmla="*/ 134793 w 156862"/>
                  <a:gd name="connsiteY1" fmla="*/ 1698 h 283677"/>
                  <a:gd name="connsiteX2" fmla="*/ 128852 w 156862"/>
                  <a:gd name="connsiteY2" fmla="*/ 2716 h 283677"/>
                  <a:gd name="connsiteX3" fmla="*/ 0 w 156862"/>
                  <a:gd name="connsiteY3" fmla="*/ 156863 h 283677"/>
                  <a:gd name="connsiteX4" fmla="*/ 56022 w 156862"/>
                  <a:gd name="connsiteY4" fmla="*/ 277056 h 283677"/>
                  <a:gd name="connsiteX5" fmla="*/ 56022 w 156862"/>
                  <a:gd name="connsiteY5" fmla="*/ 283677 h 28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862" h="283677">
                    <a:moveTo>
                      <a:pt x="156863" y="0"/>
                    </a:moveTo>
                    <a:cubicBezTo>
                      <a:pt x="149393" y="0"/>
                      <a:pt x="141923" y="509"/>
                      <a:pt x="134793" y="1698"/>
                    </a:cubicBezTo>
                    <a:cubicBezTo>
                      <a:pt x="132756" y="2037"/>
                      <a:pt x="130889" y="2207"/>
                      <a:pt x="128852" y="2716"/>
                    </a:cubicBezTo>
                    <a:cubicBezTo>
                      <a:pt x="55683" y="15958"/>
                      <a:pt x="0" y="79959"/>
                      <a:pt x="0" y="156863"/>
                    </a:cubicBezTo>
                    <a:cubicBezTo>
                      <a:pt x="0" y="205076"/>
                      <a:pt x="21730" y="248196"/>
                      <a:pt x="56022" y="277056"/>
                    </a:cubicBezTo>
                    <a:lnTo>
                      <a:pt x="56022" y="283677"/>
                    </a:lnTo>
                  </a:path>
                </a:pathLst>
              </a:custGeom>
              <a:noFill/>
              <a:ln w="9525" cap="rnd">
                <a:solidFill>
                  <a:schemeClr val="tx2"/>
                </a:solidFill>
                <a:prstDash val="solid"/>
                <a:round/>
              </a:ln>
            </p:spPr>
            <p:txBody>
              <a:bodyPr rtlCol="0" anchor="ctr"/>
              <a:lstStyle/>
              <a:p>
                <a:endParaRPr lang="en-IN"/>
              </a:p>
            </p:txBody>
          </p:sp>
        </p:grpSp>
        <p:sp>
          <p:nvSpPr>
            <p:cNvPr id="93" name="Freeform: Shape 92">
              <a:extLst>
                <a:ext uri="{FF2B5EF4-FFF2-40B4-BE49-F238E27FC236}">
                  <a16:creationId xmlns:a16="http://schemas.microsoft.com/office/drawing/2014/main" id="{9D0918C1-F42C-9DBD-E615-2BE13450BF9F}"/>
                </a:ext>
              </a:extLst>
            </p:cNvPr>
            <p:cNvSpPr/>
            <p:nvPr/>
          </p:nvSpPr>
          <p:spPr>
            <a:xfrm>
              <a:off x="-918063" y="1539247"/>
              <a:ext cx="213054" cy="211866"/>
            </a:xfrm>
            <a:custGeom>
              <a:avLst/>
              <a:gdLst>
                <a:gd name="connsiteX0" fmla="*/ 30727 w 213054"/>
                <a:gd name="connsiteY0" fmla="*/ 85901 h 211866"/>
                <a:gd name="connsiteX1" fmla="*/ 31746 w 213054"/>
                <a:gd name="connsiteY1" fmla="*/ 82676 h 211866"/>
                <a:gd name="connsiteX2" fmla="*/ 37009 w 213054"/>
                <a:gd name="connsiteY2" fmla="*/ 70283 h 211866"/>
                <a:gd name="connsiteX3" fmla="*/ 38706 w 213054"/>
                <a:gd name="connsiteY3" fmla="*/ 67057 h 211866"/>
                <a:gd name="connsiteX4" fmla="*/ 36669 w 213054"/>
                <a:gd name="connsiteY4" fmla="*/ 64171 h 211866"/>
                <a:gd name="connsiteX5" fmla="*/ 21051 w 213054"/>
                <a:gd name="connsiteY5" fmla="*/ 43630 h 211866"/>
                <a:gd name="connsiteX6" fmla="*/ 34802 w 213054"/>
                <a:gd name="connsiteY6" fmla="*/ 28860 h 211866"/>
                <a:gd name="connsiteX7" fmla="*/ 44988 w 213054"/>
                <a:gd name="connsiteY7" fmla="*/ 20372 h 211866"/>
                <a:gd name="connsiteX8" fmla="*/ 67566 w 213054"/>
                <a:gd name="connsiteY8" fmla="*/ 38027 h 211866"/>
                <a:gd name="connsiteX9" fmla="*/ 70792 w 213054"/>
                <a:gd name="connsiteY9" fmla="*/ 36330 h 211866"/>
                <a:gd name="connsiteX10" fmla="*/ 83185 w 213054"/>
                <a:gd name="connsiteY10" fmla="*/ 31067 h 211866"/>
                <a:gd name="connsiteX11" fmla="*/ 86750 w 213054"/>
                <a:gd name="connsiteY11" fmla="*/ 30048 h 211866"/>
                <a:gd name="connsiteX12" fmla="*/ 87089 w 213054"/>
                <a:gd name="connsiteY12" fmla="*/ 26483 h 211866"/>
                <a:gd name="connsiteX13" fmla="*/ 90994 w 213054"/>
                <a:gd name="connsiteY13" fmla="*/ 340 h 211866"/>
                <a:gd name="connsiteX14" fmla="*/ 122740 w 213054"/>
                <a:gd name="connsiteY14" fmla="*/ 0 h 211866"/>
                <a:gd name="connsiteX15" fmla="*/ 127324 w 213054"/>
                <a:gd name="connsiteY15" fmla="*/ 30048 h 211866"/>
                <a:gd name="connsiteX16" fmla="*/ 130549 w 213054"/>
                <a:gd name="connsiteY16" fmla="*/ 31067 h 211866"/>
                <a:gd name="connsiteX17" fmla="*/ 142942 w 213054"/>
                <a:gd name="connsiteY17" fmla="*/ 35990 h 211866"/>
                <a:gd name="connsiteX18" fmla="*/ 146168 w 213054"/>
                <a:gd name="connsiteY18" fmla="*/ 37348 h 211866"/>
                <a:gd name="connsiteX19" fmla="*/ 169425 w 213054"/>
                <a:gd name="connsiteY19" fmla="*/ 19693 h 211866"/>
                <a:gd name="connsiteX20" fmla="*/ 192344 w 213054"/>
                <a:gd name="connsiteY20" fmla="*/ 43630 h 211866"/>
                <a:gd name="connsiteX21" fmla="*/ 185213 w 213054"/>
                <a:gd name="connsiteY21" fmla="*/ 53136 h 211866"/>
                <a:gd name="connsiteX22" fmla="*/ 177065 w 213054"/>
                <a:gd name="connsiteY22" fmla="*/ 63322 h 211866"/>
                <a:gd name="connsiteX23" fmla="*/ 175028 w 213054"/>
                <a:gd name="connsiteY23" fmla="*/ 66208 h 211866"/>
                <a:gd name="connsiteX24" fmla="*/ 176386 w 213054"/>
                <a:gd name="connsiteY24" fmla="*/ 69434 h 211866"/>
                <a:gd name="connsiteX25" fmla="*/ 181988 w 213054"/>
                <a:gd name="connsiteY25" fmla="*/ 82845 h 211866"/>
                <a:gd name="connsiteX26" fmla="*/ 183007 w 213054"/>
                <a:gd name="connsiteY26" fmla="*/ 86071 h 211866"/>
                <a:gd name="connsiteX27" fmla="*/ 212376 w 213054"/>
                <a:gd name="connsiteY27" fmla="*/ 90315 h 211866"/>
                <a:gd name="connsiteX28" fmla="*/ 213055 w 213054"/>
                <a:gd name="connsiteY28" fmla="*/ 122061 h 211866"/>
                <a:gd name="connsiteX29" fmla="*/ 183007 w 213054"/>
                <a:gd name="connsiteY29" fmla="*/ 126645 h 211866"/>
                <a:gd name="connsiteX30" fmla="*/ 181988 w 213054"/>
                <a:gd name="connsiteY30" fmla="*/ 129870 h 211866"/>
                <a:gd name="connsiteX31" fmla="*/ 176725 w 213054"/>
                <a:gd name="connsiteY31" fmla="*/ 142263 h 211866"/>
                <a:gd name="connsiteX32" fmla="*/ 175028 w 213054"/>
                <a:gd name="connsiteY32" fmla="*/ 145149 h 211866"/>
                <a:gd name="connsiteX33" fmla="*/ 177065 w 213054"/>
                <a:gd name="connsiteY33" fmla="*/ 148035 h 211866"/>
                <a:gd name="connsiteX34" fmla="*/ 192683 w 213054"/>
                <a:gd name="connsiteY34" fmla="*/ 168577 h 211866"/>
                <a:gd name="connsiteX35" fmla="*/ 178932 w 213054"/>
                <a:gd name="connsiteY35" fmla="*/ 183346 h 211866"/>
                <a:gd name="connsiteX36" fmla="*/ 168746 w 213054"/>
                <a:gd name="connsiteY36" fmla="*/ 191834 h 211866"/>
                <a:gd name="connsiteX37" fmla="*/ 145828 w 213054"/>
                <a:gd name="connsiteY37" fmla="*/ 173839 h 211866"/>
                <a:gd name="connsiteX38" fmla="*/ 142602 w 213054"/>
                <a:gd name="connsiteY38" fmla="*/ 175537 h 211866"/>
                <a:gd name="connsiteX39" fmla="*/ 130210 w 213054"/>
                <a:gd name="connsiteY39" fmla="*/ 180800 h 211866"/>
                <a:gd name="connsiteX40" fmla="*/ 126645 w 213054"/>
                <a:gd name="connsiteY40" fmla="*/ 181818 h 211866"/>
                <a:gd name="connsiteX41" fmla="*/ 126305 w 213054"/>
                <a:gd name="connsiteY41" fmla="*/ 185383 h 211866"/>
                <a:gd name="connsiteX42" fmla="*/ 122740 w 213054"/>
                <a:gd name="connsiteY42" fmla="*/ 211527 h 211866"/>
                <a:gd name="connsiteX43" fmla="*/ 122400 w 213054"/>
                <a:gd name="connsiteY43" fmla="*/ 211527 h 211866"/>
                <a:gd name="connsiteX44" fmla="*/ 90654 w 213054"/>
                <a:gd name="connsiteY44" fmla="*/ 211867 h 211866"/>
                <a:gd name="connsiteX45" fmla="*/ 86071 w 213054"/>
                <a:gd name="connsiteY45" fmla="*/ 181818 h 211866"/>
                <a:gd name="connsiteX46" fmla="*/ 82845 w 213054"/>
                <a:gd name="connsiteY46" fmla="*/ 180800 h 211866"/>
                <a:gd name="connsiteX47" fmla="*/ 70452 w 213054"/>
                <a:gd name="connsiteY47" fmla="*/ 175876 h 211866"/>
                <a:gd name="connsiteX48" fmla="*/ 67566 w 213054"/>
                <a:gd name="connsiteY48" fmla="*/ 175197 h 211866"/>
                <a:gd name="connsiteX49" fmla="*/ 44309 w 213054"/>
                <a:gd name="connsiteY49" fmla="*/ 192853 h 211866"/>
                <a:gd name="connsiteX50" fmla="*/ 21390 w 213054"/>
                <a:gd name="connsiteY50" fmla="*/ 169256 h 211866"/>
                <a:gd name="connsiteX51" fmla="*/ 28520 w 213054"/>
                <a:gd name="connsiteY51" fmla="*/ 159749 h 211866"/>
                <a:gd name="connsiteX52" fmla="*/ 36669 w 213054"/>
                <a:gd name="connsiteY52" fmla="*/ 149563 h 211866"/>
                <a:gd name="connsiteX53" fmla="*/ 38706 w 213054"/>
                <a:gd name="connsiteY53" fmla="*/ 146677 h 211866"/>
                <a:gd name="connsiteX54" fmla="*/ 37009 w 213054"/>
                <a:gd name="connsiteY54" fmla="*/ 143451 h 211866"/>
                <a:gd name="connsiteX55" fmla="*/ 31406 w 213054"/>
                <a:gd name="connsiteY55" fmla="*/ 130379 h 211866"/>
                <a:gd name="connsiteX56" fmla="*/ 30388 w 213054"/>
                <a:gd name="connsiteY56" fmla="*/ 126814 h 211866"/>
                <a:gd name="connsiteX57" fmla="*/ 679 w 213054"/>
                <a:gd name="connsiteY57" fmla="*/ 122570 h 211866"/>
                <a:gd name="connsiteX58" fmla="*/ 0 w 213054"/>
                <a:gd name="connsiteY58" fmla="*/ 90824 h 211866"/>
                <a:gd name="connsiteX59" fmla="*/ 30727 w 213054"/>
                <a:gd name="connsiteY59" fmla="*/ 85901 h 21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13054" h="211866">
                  <a:moveTo>
                    <a:pt x="30727" y="85901"/>
                  </a:moveTo>
                  <a:lnTo>
                    <a:pt x="31746" y="82676"/>
                  </a:lnTo>
                  <a:cubicBezTo>
                    <a:pt x="33104" y="78431"/>
                    <a:pt x="34632" y="74527"/>
                    <a:pt x="37009" y="70283"/>
                  </a:cubicBezTo>
                  <a:lnTo>
                    <a:pt x="38706" y="67057"/>
                  </a:lnTo>
                  <a:lnTo>
                    <a:pt x="36669" y="64171"/>
                  </a:lnTo>
                  <a:cubicBezTo>
                    <a:pt x="32765" y="58569"/>
                    <a:pt x="27502" y="51778"/>
                    <a:pt x="21051" y="43630"/>
                  </a:cubicBezTo>
                  <a:cubicBezTo>
                    <a:pt x="23597" y="40404"/>
                    <a:pt x="28181" y="35481"/>
                    <a:pt x="34802" y="28860"/>
                  </a:cubicBezTo>
                  <a:cubicBezTo>
                    <a:pt x="42611" y="21051"/>
                    <a:pt x="44988" y="20032"/>
                    <a:pt x="44988" y="20372"/>
                  </a:cubicBezTo>
                  <a:lnTo>
                    <a:pt x="67566" y="38027"/>
                  </a:lnTo>
                  <a:lnTo>
                    <a:pt x="70792" y="36330"/>
                  </a:lnTo>
                  <a:cubicBezTo>
                    <a:pt x="74697" y="34293"/>
                    <a:pt x="78941" y="32425"/>
                    <a:pt x="83185" y="31067"/>
                  </a:cubicBezTo>
                  <a:lnTo>
                    <a:pt x="86750" y="30048"/>
                  </a:lnTo>
                  <a:lnTo>
                    <a:pt x="87089" y="26483"/>
                  </a:lnTo>
                  <a:cubicBezTo>
                    <a:pt x="88447" y="13751"/>
                    <a:pt x="89975" y="4923"/>
                    <a:pt x="90994" y="340"/>
                  </a:cubicBezTo>
                  <a:lnTo>
                    <a:pt x="122740" y="0"/>
                  </a:lnTo>
                  <a:lnTo>
                    <a:pt x="127324" y="30048"/>
                  </a:lnTo>
                  <a:lnTo>
                    <a:pt x="130549" y="31067"/>
                  </a:lnTo>
                  <a:cubicBezTo>
                    <a:pt x="135133" y="32425"/>
                    <a:pt x="139037" y="34293"/>
                    <a:pt x="142942" y="35990"/>
                  </a:cubicBezTo>
                  <a:lnTo>
                    <a:pt x="146168" y="37348"/>
                  </a:lnTo>
                  <a:lnTo>
                    <a:pt x="169425" y="19693"/>
                  </a:lnTo>
                  <a:cubicBezTo>
                    <a:pt x="181479" y="31067"/>
                    <a:pt x="189118" y="38706"/>
                    <a:pt x="192344" y="43630"/>
                  </a:cubicBezTo>
                  <a:cubicBezTo>
                    <a:pt x="190985" y="45667"/>
                    <a:pt x="188439" y="48892"/>
                    <a:pt x="185213" y="53136"/>
                  </a:cubicBezTo>
                  <a:cubicBezTo>
                    <a:pt x="181648" y="57720"/>
                    <a:pt x="178932" y="60946"/>
                    <a:pt x="177065" y="63322"/>
                  </a:cubicBezTo>
                  <a:lnTo>
                    <a:pt x="175028" y="66208"/>
                  </a:lnTo>
                  <a:lnTo>
                    <a:pt x="176386" y="69434"/>
                  </a:lnTo>
                  <a:cubicBezTo>
                    <a:pt x="178932" y="74018"/>
                    <a:pt x="180630" y="78262"/>
                    <a:pt x="181988" y="82845"/>
                  </a:cubicBezTo>
                  <a:lnTo>
                    <a:pt x="183007" y="86071"/>
                  </a:lnTo>
                  <a:lnTo>
                    <a:pt x="212376" y="90315"/>
                  </a:lnTo>
                  <a:lnTo>
                    <a:pt x="213055" y="122061"/>
                  </a:lnTo>
                  <a:lnTo>
                    <a:pt x="183007" y="126645"/>
                  </a:lnTo>
                  <a:lnTo>
                    <a:pt x="181988" y="129870"/>
                  </a:lnTo>
                  <a:cubicBezTo>
                    <a:pt x="180290" y="134793"/>
                    <a:pt x="178423" y="139037"/>
                    <a:pt x="176725" y="142263"/>
                  </a:cubicBezTo>
                  <a:lnTo>
                    <a:pt x="175028" y="145149"/>
                  </a:lnTo>
                  <a:lnTo>
                    <a:pt x="177065" y="148035"/>
                  </a:lnTo>
                  <a:cubicBezTo>
                    <a:pt x="180630" y="152958"/>
                    <a:pt x="185553" y="159749"/>
                    <a:pt x="192683" y="168577"/>
                  </a:cubicBezTo>
                  <a:cubicBezTo>
                    <a:pt x="190137" y="171802"/>
                    <a:pt x="185553" y="177065"/>
                    <a:pt x="178932" y="183346"/>
                  </a:cubicBezTo>
                  <a:cubicBezTo>
                    <a:pt x="171123" y="191155"/>
                    <a:pt x="168746" y="191834"/>
                    <a:pt x="168746" y="191834"/>
                  </a:cubicBezTo>
                  <a:lnTo>
                    <a:pt x="145828" y="173839"/>
                  </a:lnTo>
                  <a:lnTo>
                    <a:pt x="142602" y="175537"/>
                  </a:lnTo>
                  <a:cubicBezTo>
                    <a:pt x="138698" y="177574"/>
                    <a:pt x="134454" y="179441"/>
                    <a:pt x="130210" y="180800"/>
                  </a:cubicBezTo>
                  <a:lnTo>
                    <a:pt x="126645" y="181818"/>
                  </a:lnTo>
                  <a:lnTo>
                    <a:pt x="126305" y="185383"/>
                  </a:lnTo>
                  <a:cubicBezTo>
                    <a:pt x="124947" y="198116"/>
                    <a:pt x="123419" y="206943"/>
                    <a:pt x="122740" y="211527"/>
                  </a:cubicBezTo>
                  <a:lnTo>
                    <a:pt x="122400" y="211527"/>
                  </a:lnTo>
                  <a:lnTo>
                    <a:pt x="90654" y="211867"/>
                  </a:lnTo>
                  <a:lnTo>
                    <a:pt x="86071" y="181818"/>
                  </a:lnTo>
                  <a:lnTo>
                    <a:pt x="82845" y="180800"/>
                  </a:lnTo>
                  <a:cubicBezTo>
                    <a:pt x="78601" y="179441"/>
                    <a:pt x="74357" y="177574"/>
                    <a:pt x="70452" y="175876"/>
                  </a:cubicBezTo>
                  <a:lnTo>
                    <a:pt x="67566" y="175197"/>
                  </a:lnTo>
                  <a:lnTo>
                    <a:pt x="44309" y="192853"/>
                  </a:lnTo>
                  <a:cubicBezTo>
                    <a:pt x="32595" y="182327"/>
                    <a:pt x="24955" y="174179"/>
                    <a:pt x="21390" y="169256"/>
                  </a:cubicBezTo>
                  <a:cubicBezTo>
                    <a:pt x="22748" y="167218"/>
                    <a:pt x="25295" y="163993"/>
                    <a:pt x="28520" y="159749"/>
                  </a:cubicBezTo>
                  <a:cubicBezTo>
                    <a:pt x="32086" y="155165"/>
                    <a:pt x="34802" y="151600"/>
                    <a:pt x="36669" y="149563"/>
                  </a:cubicBezTo>
                  <a:lnTo>
                    <a:pt x="38706" y="146677"/>
                  </a:lnTo>
                  <a:lnTo>
                    <a:pt x="37009" y="143451"/>
                  </a:lnTo>
                  <a:cubicBezTo>
                    <a:pt x="34462" y="138868"/>
                    <a:pt x="32765" y="134624"/>
                    <a:pt x="31406" y="130379"/>
                  </a:cubicBezTo>
                  <a:lnTo>
                    <a:pt x="30388" y="126814"/>
                  </a:lnTo>
                  <a:lnTo>
                    <a:pt x="679" y="122570"/>
                  </a:lnTo>
                  <a:lnTo>
                    <a:pt x="0" y="90824"/>
                  </a:lnTo>
                  <a:lnTo>
                    <a:pt x="30727" y="85901"/>
                  </a:lnTo>
                  <a:close/>
                </a:path>
              </a:pathLst>
            </a:custGeom>
            <a:noFill/>
            <a:ln w="9525" cap="rnd">
              <a:solidFill>
                <a:schemeClr val="tx2"/>
              </a:solidFill>
              <a:prstDash val="solid"/>
              <a:round/>
            </a:ln>
          </p:spPr>
          <p:txBody>
            <a:bodyPr rtlCol="0" anchor="ctr"/>
            <a:lstStyle/>
            <a:p>
              <a:endParaRPr lang="en-IN"/>
            </a:p>
          </p:txBody>
        </p:sp>
        <p:sp>
          <p:nvSpPr>
            <p:cNvPr id="94" name="Freeform: Shape 93">
              <a:extLst>
                <a:ext uri="{FF2B5EF4-FFF2-40B4-BE49-F238E27FC236}">
                  <a16:creationId xmlns:a16="http://schemas.microsoft.com/office/drawing/2014/main" id="{167A33FF-D3CA-C98A-5916-FC9EEA69FF00}"/>
                </a:ext>
              </a:extLst>
            </p:cNvPr>
            <p:cNvSpPr/>
            <p:nvPr/>
          </p:nvSpPr>
          <p:spPr>
            <a:xfrm>
              <a:off x="-847780" y="1609021"/>
              <a:ext cx="72659" cy="72659"/>
            </a:xfrm>
            <a:custGeom>
              <a:avLst/>
              <a:gdLst>
                <a:gd name="connsiteX0" fmla="*/ 72659 w 72659"/>
                <a:gd name="connsiteY0" fmla="*/ 36330 h 72659"/>
                <a:gd name="connsiteX1" fmla="*/ 36330 w 72659"/>
                <a:gd name="connsiteY1" fmla="*/ 72659 h 72659"/>
                <a:gd name="connsiteX2" fmla="*/ 0 w 72659"/>
                <a:gd name="connsiteY2" fmla="*/ 36330 h 72659"/>
                <a:gd name="connsiteX3" fmla="*/ 36330 w 72659"/>
                <a:gd name="connsiteY3" fmla="*/ 0 h 72659"/>
                <a:gd name="connsiteX4" fmla="*/ 72659 w 72659"/>
                <a:gd name="connsiteY4" fmla="*/ 36330 h 72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9" h="72659">
                  <a:moveTo>
                    <a:pt x="72659" y="36330"/>
                  </a:moveTo>
                  <a:cubicBezTo>
                    <a:pt x="72659" y="56394"/>
                    <a:pt x="56394" y="72659"/>
                    <a:pt x="36330" y="72659"/>
                  </a:cubicBezTo>
                  <a:cubicBezTo>
                    <a:pt x="16265" y="72659"/>
                    <a:pt x="0" y="56394"/>
                    <a:pt x="0" y="36330"/>
                  </a:cubicBezTo>
                  <a:cubicBezTo>
                    <a:pt x="0" y="16265"/>
                    <a:pt x="16265" y="0"/>
                    <a:pt x="36330" y="0"/>
                  </a:cubicBezTo>
                  <a:cubicBezTo>
                    <a:pt x="56394" y="0"/>
                    <a:pt x="72659" y="16265"/>
                    <a:pt x="72659" y="36330"/>
                  </a:cubicBezTo>
                  <a:close/>
                </a:path>
              </a:pathLst>
            </a:custGeom>
            <a:noFill/>
            <a:ln w="9525" cap="rnd">
              <a:solidFill>
                <a:schemeClr val="tx2"/>
              </a:solidFill>
              <a:prstDash val="solid"/>
              <a:round/>
            </a:ln>
          </p:spPr>
          <p:txBody>
            <a:bodyPr rtlCol="0" anchor="ctr"/>
            <a:lstStyle/>
            <a:p>
              <a:endParaRPr lang="en-IN"/>
            </a:p>
          </p:txBody>
        </p:sp>
      </p:grpSp>
      <p:grpSp>
        <p:nvGrpSpPr>
          <p:cNvPr id="96" name="Graphic 54">
            <a:extLst>
              <a:ext uri="{FF2B5EF4-FFF2-40B4-BE49-F238E27FC236}">
                <a16:creationId xmlns:a16="http://schemas.microsoft.com/office/drawing/2014/main" id="{98438686-4CEF-4716-A6E7-4D16A03BC997}"/>
              </a:ext>
            </a:extLst>
          </p:cNvPr>
          <p:cNvGrpSpPr/>
          <p:nvPr/>
        </p:nvGrpSpPr>
        <p:grpSpPr>
          <a:xfrm>
            <a:off x="6659137" y="3127440"/>
            <a:ext cx="312068" cy="366634"/>
            <a:chOff x="-1039954" y="2282308"/>
            <a:chExt cx="390289" cy="458534"/>
          </a:xfrm>
          <a:noFill/>
        </p:grpSpPr>
        <p:sp>
          <p:nvSpPr>
            <p:cNvPr id="97" name="Freeform: Shape 96">
              <a:extLst>
                <a:ext uri="{FF2B5EF4-FFF2-40B4-BE49-F238E27FC236}">
                  <a16:creationId xmlns:a16="http://schemas.microsoft.com/office/drawing/2014/main" id="{A4E6D915-ECD3-7B0E-5BEE-D71F56026A86}"/>
                </a:ext>
              </a:extLst>
            </p:cNvPr>
            <p:cNvSpPr/>
            <p:nvPr/>
          </p:nvSpPr>
          <p:spPr>
            <a:xfrm>
              <a:off x="-1039954" y="2328145"/>
              <a:ext cx="336813" cy="412698"/>
            </a:xfrm>
            <a:custGeom>
              <a:avLst/>
              <a:gdLst>
                <a:gd name="connsiteX0" fmla="*/ 336644 w 336813"/>
                <a:gd name="connsiteY0" fmla="*/ 107970 h 412698"/>
                <a:gd name="connsiteX1" fmla="*/ 336644 w 336813"/>
                <a:gd name="connsiteY1" fmla="*/ 23597 h 412698"/>
                <a:gd name="connsiteX2" fmla="*/ 313046 w 336813"/>
                <a:gd name="connsiteY2" fmla="*/ 0 h 412698"/>
                <a:gd name="connsiteX3" fmla="*/ 233257 w 336813"/>
                <a:gd name="connsiteY3" fmla="*/ 0 h 412698"/>
                <a:gd name="connsiteX4" fmla="*/ 233257 w 336813"/>
                <a:gd name="connsiteY4" fmla="*/ 35141 h 412698"/>
                <a:gd name="connsiteX5" fmla="*/ 231899 w 336813"/>
                <a:gd name="connsiteY5" fmla="*/ 38367 h 412698"/>
                <a:gd name="connsiteX6" fmla="*/ 230371 w 336813"/>
                <a:gd name="connsiteY6" fmla="*/ 39555 h 412698"/>
                <a:gd name="connsiteX7" fmla="*/ 228503 w 336813"/>
                <a:gd name="connsiteY7" fmla="*/ 39895 h 412698"/>
                <a:gd name="connsiteX8" fmla="*/ 105933 w 336813"/>
                <a:gd name="connsiteY8" fmla="*/ 39895 h 412698"/>
                <a:gd name="connsiteX9" fmla="*/ 104236 w 336813"/>
                <a:gd name="connsiteY9" fmla="*/ 39555 h 412698"/>
                <a:gd name="connsiteX10" fmla="*/ 102708 w 336813"/>
                <a:gd name="connsiteY10" fmla="*/ 38367 h 412698"/>
                <a:gd name="connsiteX11" fmla="*/ 101350 w 336813"/>
                <a:gd name="connsiteY11" fmla="*/ 35141 h 412698"/>
                <a:gd name="connsiteX12" fmla="*/ 101350 w 336813"/>
                <a:gd name="connsiteY12" fmla="*/ 0 h 412698"/>
                <a:gd name="connsiteX13" fmla="*/ 23597 w 336813"/>
                <a:gd name="connsiteY13" fmla="*/ 0 h 412698"/>
                <a:gd name="connsiteX14" fmla="*/ 0 w 336813"/>
                <a:gd name="connsiteY14" fmla="*/ 23597 h 412698"/>
                <a:gd name="connsiteX15" fmla="*/ 0 w 336813"/>
                <a:gd name="connsiteY15" fmla="*/ 295221 h 412698"/>
                <a:gd name="connsiteX16" fmla="*/ 1867 w 336813"/>
                <a:gd name="connsiteY16" fmla="*/ 389271 h 412698"/>
                <a:gd name="connsiteX17" fmla="*/ 23767 w 336813"/>
                <a:gd name="connsiteY17" fmla="*/ 412698 h 412698"/>
                <a:gd name="connsiteX18" fmla="*/ 24107 w 336813"/>
                <a:gd name="connsiteY18" fmla="*/ 412698 h 412698"/>
                <a:gd name="connsiteX19" fmla="*/ 313046 w 336813"/>
                <a:gd name="connsiteY19" fmla="*/ 412698 h 412698"/>
                <a:gd name="connsiteX20" fmla="*/ 336814 w 336813"/>
                <a:gd name="connsiteY20" fmla="*/ 388592 h 412698"/>
                <a:gd name="connsiteX21" fmla="*/ 336814 w 336813"/>
                <a:gd name="connsiteY21" fmla="*/ 352092 h 41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36813" h="412698">
                  <a:moveTo>
                    <a:pt x="336644" y="107970"/>
                  </a:moveTo>
                  <a:lnTo>
                    <a:pt x="336644" y="23597"/>
                  </a:lnTo>
                  <a:cubicBezTo>
                    <a:pt x="336644" y="10525"/>
                    <a:pt x="326118" y="0"/>
                    <a:pt x="313046" y="0"/>
                  </a:cubicBezTo>
                  <a:lnTo>
                    <a:pt x="233257" y="0"/>
                  </a:lnTo>
                  <a:lnTo>
                    <a:pt x="233257" y="35141"/>
                  </a:lnTo>
                  <a:cubicBezTo>
                    <a:pt x="233257" y="36499"/>
                    <a:pt x="232917" y="37348"/>
                    <a:pt x="231899" y="38367"/>
                  </a:cubicBezTo>
                  <a:cubicBezTo>
                    <a:pt x="231390" y="38876"/>
                    <a:pt x="230880" y="39385"/>
                    <a:pt x="230371" y="39555"/>
                  </a:cubicBezTo>
                  <a:cubicBezTo>
                    <a:pt x="229862" y="39725"/>
                    <a:pt x="229013" y="39895"/>
                    <a:pt x="228503" y="39895"/>
                  </a:cubicBezTo>
                  <a:lnTo>
                    <a:pt x="105933" y="39895"/>
                  </a:lnTo>
                  <a:cubicBezTo>
                    <a:pt x="105933" y="39895"/>
                    <a:pt x="104745" y="39725"/>
                    <a:pt x="104236" y="39555"/>
                  </a:cubicBezTo>
                  <a:cubicBezTo>
                    <a:pt x="103726" y="39385"/>
                    <a:pt x="103047" y="39046"/>
                    <a:pt x="102708" y="38367"/>
                  </a:cubicBezTo>
                  <a:cubicBezTo>
                    <a:pt x="102029" y="37688"/>
                    <a:pt x="101350" y="36499"/>
                    <a:pt x="101350" y="35141"/>
                  </a:cubicBezTo>
                  <a:lnTo>
                    <a:pt x="101350" y="0"/>
                  </a:lnTo>
                  <a:lnTo>
                    <a:pt x="23597" y="0"/>
                  </a:lnTo>
                  <a:cubicBezTo>
                    <a:pt x="10525" y="0"/>
                    <a:pt x="0" y="10525"/>
                    <a:pt x="0" y="23597"/>
                  </a:cubicBezTo>
                  <a:lnTo>
                    <a:pt x="0" y="295221"/>
                  </a:lnTo>
                  <a:lnTo>
                    <a:pt x="1867" y="389271"/>
                  </a:lnTo>
                  <a:cubicBezTo>
                    <a:pt x="2037" y="401494"/>
                    <a:pt x="11544" y="412529"/>
                    <a:pt x="23767" y="412698"/>
                  </a:cubicBezTo>
                  <a:cubicBezTo>
                    <a:pt x="23767" y="412698"/>
                    <a:pt x="23937" y="412698"/>
                    <a:pt x="24107" y="412698"/>
                  </a:cubicBezTo>
                  <a:lnTo>
                    <a:pt x="313046" y="412698"/>
                  </a:lnTo>
                  <a:cubicBezTo>
                    <a:pt x="326118" y="412698"/>
                    <a:pt x="336814" y="402003"/>
                    <a:pt x="336814" y="388592"/>
                  </a:cubicBezTo>
                  <a:lnTo>
                    <a:pt x="336814" y="352092"/>
                  </a:lnTo>
                </a:path>
              </a:pathLst>
            </a:custGeom>
            <a:noFill/>
            <a:ln w="9525" cap="rnd">
              <a:solidFill>
                <a:schemeClr val="tx2"/>
              </a:solidFill>
              <a:prstDash val="solid"/>
              <a:round/>
            </a:ln>
          </p:spPr>
          <p:txBody>
            <a:bodyPr rtlCol="0" anchor="ctr"/>
            <a:lstStyle/>
            <a:p>
              <a:endParaRPr lang="en-IN"/>
            </a:p>
          </p:txBody>
        </p:sp>
        <p:sp>
          <p:nvSpPr>
            <p:cNvPr id="98" name="Freeform: Shape 97">
              <a:extLst>
                <a:ext uri="{FF2B5EF4-FFF2-40B4-BE49-F238E27FC236}">
                  <a16:creationId xmlns:a16="http://schemas.microsoft.com/office/drawing/2014/main" id="{A6A08FF9-9020-5465-FD05-5624946CEB26}"/>
                </a:ext>
              </a:extLst>
            </p:cNvPr>
            <p:cNvSpPr/>
            <p:nvPr/>
          </p:nvSpPr>
          <p:spPr>
            <a:xfrm>
              <a:off x="-938605" y="2282308"/>
              <a:ext cx="132416" cy="85561"/>
            </a:xfrm>
            <a:custGeom>
              <a:avLst/>
              <a:gdLst>
                <a:gd name="connsiteX0" fmla="*/ 132077 w 132416"/>
                <a:gd name="connsiteY0" fmla="*/ 33444 h 85561"/>
                <a:gd name="connsiteX1" fmla="*/ 132077 w 132416"/>
                <a:gd name="connsiteY1" fmla="*/ 80808 h 85561"/>
                <a:gd name="connsiteX2" fmla="*/ 127324 w 132416"/>
                <a:gd name="connsiteY2" fmla="*/ 85562 h 85561"/>
                <a:gd name="connsiteX3" fmla="*/ 4753 w 132416"/>
                <a:gd name="connsiteY3" fmla="*/ 85562 h 85561"/>
                <a:gd name="connsiteX4" fmla="*/ 0 w 132416"/>
                <a:gd name="connsiteY4" fmla="*/ 80808 h 85561"/>
                <a:gd name="connsiteX5" fmla="*/ 0 w 132416"/>
                <a:gd name="connsiteY5" fmla="*/ 33444 h 85561"/>
                <a:gd name="connsiteX6" fmla="*/ 4753 w 132416"/>
                <a:gd name="connsiteY6" fmla="*/ 28690 h 85561"/>
                <a:gd name="connsiteX7" fmla="*/ 39725 w 132416"/>
                <a:gd name="connsiteY7" fmla="*/ 28690 h 85561"/>
                <a:gd name="connsiteX8" fmla="*/ 39725 w 132416"/>
                <a:gd name="connsiteY8" fmla="*/ 26483 h 85561"/>
                <a:gd name="connsiteX9" fmla="*/ 66208 w 132416"/>
                <a:gd name="connsiteY9" fmla="*/ 0 h 85561"/>
                <a:gd name="connsiteX10" fmla="*/ 92692 w 132416"/>
                <a:gd name="connsiteY10" fmla="*/ 26483 h 85561"/>
                <a:gd name="connsiteX11" fmla="*/ 92692 w 132416"/>
                <a:gd name="connsiteY11" fmla="*/ 28690 h 85561"/>
                <a:gd name="connsiteX12" fmla="*/ 127663 w 132416"/>
                <a:gd name="connsiteY12" fmla="*/ 28690 h 85561"/>
                <a:gd name="connsiteX13" fmla="*/ 132417 w 132416"/>
                <a:gd name="connsiteY13" fmla="*/ 33444 h 8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416" h="85561">
                  <a:moveTo>
                    <a:pt x="132077" y="33444"/>
                  </a:moveTo>
                  <a:lnTo>
                    <a:pt x="132077" y="80808"/>
                  </a:lnTo>
                  <a:cubicBezTo>
                    <a:pt x="132077" y="83355"/>
                    <a:pt x="129870" y="85562"/>
                    <a:pt x="127324" y="85562"/>
                  </a:cubicBezTo>
                  <a:lnTo>
                    <a:pt x="4753" y="85562"/>
                  </a:lnTo>
                  <a:cubicBezTo>
                    <a:pt x="2207" y="85562"/>
                    <a:pt x="0" y="83355"/>
                    <a:pt x="0" y="80808"/>
                  </a:cubicBezTo>
                  <a:lnTo>
                    <a:pt x="0" y="33444"/>
                  </a:lnTo>
                  <a:cubicBezTo>
                    <a:pt x="0" y="30897"/>
                    <a:pt x="2207" y="28690"/>
                    <a:pt x="4753" y="28690"/>
                  </a:cubicBezTo>
                  <a:lnTo>
                    <a:pt x="39725" y="28690"/>
                  </a:lnTo>
                  <a:cubicBezTo>
                    <a:pt x="39725" y="28690"/>
                    <a:pt x="39725" y="27162"/>
                    <a:pt x="39725" y="26483"/>
                  </a:cubicBezTo>
                  <a:cubicBezTo>
                    <a:pt x="39725" y="11884"/>
                    <a:pt x="51609" y="0"/>
                    <a:pt x="66208" y="0"/>
                  </a:cubicBezTo>
                  <a:cubicBezTo>
                    <a:pt x="80808" y="0"/>
                    <a:pt x="92692" y="11884"/>
                    <a:pt x="92692" y="26483"/>
                  </a:cubicBezTo>
                  <a:cubicBezTo>
                    <a:pt x="92692" y="27162"/>
                    <a:pt x="92692" y="28011"/>
                    <a:pt x="92692" y="28690"/>
                  </a:cubicBezTo>
                  <a:lnTo>
                    <a:pt x="127663" y="28690"/>
                  </a:lnTo>
                  <a:cubicBezTo>
                    <a:pt x="130210" y="28690"/>
                    <a:pt x="132417" y="30897"/>
                    <a:pt x="132417" y="33444"/>
                  </a:cubicBezTo>
                  <a:close/>
                </a:path>
              </a:pathLst>
            </a:custGeom>
            <a:noFill/>
            <a:ln w="9525" cap="rnd">
              <a:solidFill>
                <a:schemeClr val="tx2"/>
              </a:solidFill>
              <a:prstDash val="solid"/>
              <a:round/>
            </a:ln>
          </p:spPr>
          <p:txBody>
            <a:bodyPr rtlCol="0" anchor="ctr"/>
            <a:lstStyle/>
            <a:p>
              <a:endParaRPr lang="en-IN"/>
            </a:p>
          </p:txBody>
        </p:sp>
        <p:sp>
          <p:nvSpPr>
            <p:cNvPr id="101" name="Freeform: Shape 100">
              <a:extLst>
                <a:ext uri="{FF2B5EF4-FFF2-40B4-BE49-F238E27FC236}">
                  <a16:creationId xmlns:a16="http://schemas.microsoft.com/office/drawing/2014/main" id="{8CCF60F6-C7CF-E9F5-DE75-A5AD9139D99C}"/>
                </a:ext>
              </a:extLst>
            </p:cNvPr>
            <p:cNvSpPr/>
            <p:nvPr/>
          </p:nvSpPr>
          <p:spPr>
            <a:xfrm>
              <a:off x="-985460" y="2415574"/>
              <a:ext cx="207622" cy="16976"/>
            </a:xfrm>
            <a:custGeom>
              <a:avLst/>
              <a:gdLst>
                <a:gd name="connsiteX0" fmla="*/ 0 w 207622"/>
                <a:gd name="connsiteY0" fmla="*/ 0 h 16976"/>
                <a:gd name="connsiteX1" fmla="*/ 207622 w 207622"/>
                <a:gd name="connsiteY1" fmla="*/ 0 h 16976"/>
              </a:gdLst>
              <a:ahLst/>
              <a:cxnLst>
                <a:cxn ang="0">
                  <a:pos x="connsiteX0" y="connsiteY0"/>
                </a:cxn>
                <a:cxn ang="0">
                  <a:pos x="connsiteX1" y="connsiteY1"/>
                </a:cxn>
              </a:cxnLst>
              <a:rect l="l" t="t" r="r" b="b"/>
              <a:pathLst>
                <a:path w="207622" h="16976">
                  <a:moveTo>
                    <a:pt x="0" y="0"/>
                  </a:moveTo>
                  <a:lnTo>
                    <a:pt x="207622" y="0"/>
                  </a:lnTo>
                </a:path>
              </a:pathLst>
            </a:custGeom>
            <a:ln w="9525" cap="rnd">
              <a:solidFill>
                <a:schemeClr val="tx2"/>
              </a:solidFill>
              <a:prstDash val="solid"/>
              <a:round/>
            </a:ln>
          </p:spPr>
          <p:txBody>
            <a:bodyPr rtlCol="0" anchor="ctr"/>
            <a:lstStyle/>
            <a:p>
              <a:endParaRPr lang="en-IN"/>
            </a:p>
          </p:txBody>
        </p:sp>
        <p:sp>
          <p:nvSpPr>
            <p:cNvPr id="104" name="Freeform: Shape 103">
              <a:extLst>
                <a:ext uri="{FF2B5EF4-FFF2-40B4-BE49-F238E27FC236}">
                  <a16:creationId xmlns:a16="http://schemas.microsoft.com/office/drawing/2014/main" id="{B7FEDB22-CFCA-AD14-A012-3FEBF2E5DCE8}"/>
                </a:ext>
              </a:extLst>
            </p:cNvPr>
            <p:cNvSpPr/>
            <p:nvPr/>
          </p:nvSpPr>
          <p:spPr>
            <a:xfrm>
              <a:off x="-985460" y="2463108"/>
              <a:ext cx="207622" cy="16976"/>
            </a:xfrm>
            <a:custGeom>
              <a:avLst/>
              <a:gdLst>
                <a:gd name="connsiteX0" fmla="*/ 0 w 207622"/>
                <a:gd name="connsiteY0" fmla="*/ 0 h 16976"/>
                <a:gd name="connsiteX1" fmla="*/ 207622 w 207622"/>
                <a:gd name="connsiteY1" fmla="*/ 0 h 16976"/>
              </a:gdLst>
              <a:ahLst/>
              <a:cxnLst>
                <a:cxn ang="0">
                  <a:pos x="connsiteX0" y="connsiteY0"/>
                </a:cxn>
                <a:cxn ang="0">
                  <a:pos x="connsiteX1" y="connsiteY1"/>
                </a:cxn>
              </a:cxnLst>
              <a:rect l="l" t="t" r="r" b="b"/>
              <a:pathLst>
                <a:path w="207622" h="16976">
                  <a:moveTo>
                    <a:pt x="0" y="0"/>
                  </a:moveTo>
                  <a:lnTo>
                    <a:pt x="207622" y="0"/>
                  </a:lnTo>
                </a:path>
              </a:pathLst>
            </a:custGeom>
            <a:ln w="9525" cap="rnd">
              <a:solidFill>
                <a:schemeClr val="tx2"/>
              </a:solidFill>
              <a:prstDash val="solid"/>
              <a:round/>
            </a:ln>
          </p:spPr>
          <p:txBody>
            <a:bodyPr rtlCol="0" anchor="ctr"/>
            <a:lstStyle/>
            <a:p>
              <a:endParaRPr lang="en-IN"/>
            </a:p>
          </p:txBody>
        </p:sp>
        <p:sp>
          <p:nvSpPr>
            <p:cNvPr id="107" name="Freeform: Shape 106">
              <a:extLst>
                <a:ext uri="{FF2B5EF4-FFF2-40B4-BE49-F238E27FC236}">
                  <a16:creationId xmlns:a16="http://schemas.microsoft.com/office/drawing/2014/main" id="{BD736611-D8D5-3FBB-39C5-FA5D35AD2B66}"/>
                </a:ext>
              </a:extLst>
            </p:cNvPr>
            <p:cNvSpPr/>
            <p:nvPr/>
          </p:nvSpPr>
          <p:spPr>
            <a:xfrm>
              <a:off x="-985460" y="2510812"/>
              <a:ext cx="168576" cy="16976"/>
            </a:xfrm>
            <a:custGeom>
              <a:avLst/>
              <a:gdLst>
                <a:gd name="connsiteX0" fmla="*/ 0 w 168576"/>
                <a:gd name="connsiteY0" fmla="*/ 0 h 16976"/>
                <a:gd name="connsiteX1" fmla="*/ 168577 w 168576"/>
                <a:gd name="connsiteY1" fmla="*/ 0 h 16976"/>
              </a:gdLst>
              <a:ahLst/>
              <a:cxnLst>
                <a:cxn ang="0">
                  <a:pos x="connsiteX0" y="connsiteY0"/>
                </a:cxn>
                <a:cxn ang="0">
                  <a:pos x="connsiteX1" y="connsiteY1"/>
                </a:cxn>
              </a:cxnLst>
              <a:rect l="l" t="t" r="r" b="b"/>
              <a:pathLst>
                <a:path w="168576" h="16976">
                  <a:moveTo>
                    <a:pt x="0" y="0"/>
                  </a:moveTo>
                  <a:lnTo>
                    <a:pt x="168577" y="0"/>
                  </a:lnTo>
                </a:path>
              </a:pathLst>
            </a:custGeom>
            <a:ln w="9525" cap="rnd">
              <a:solidFill>
                <a:schemeClr val="tx2"/>
              </a:solidFill>
              <a:prstDash val="solid"/>
              <a:round/>
            </a:ln>
          </p:spPr>
          <p:txBody>
            <a:bodyPr rtlCol="0" anchor="ctr"/>
            <a:lstStyle/>
            <a:p>
              <a:endParaRPr lang="en-IN"/>
            </a:p>
          </p:txBody>
        </p:sp>
        <p:sp>
          <p:nvSpPr>
            <p:cNvPr id="110" name="Freeform: Shape 109">
              <a:extLst>
                <a:ext uri="{FF2B5EF4-FFF2-40B4-BE49-F238E27FC236}">
                  <a16:creationId xmlns:a16="http://schemas.microsoft.com/office/drawing/2014/main" id="{99089D43-0740-9A9E-8EA1-BF0DE5DD7C72}"/>
                </a:ext>
              </a:extLst>
            </p:cNvPr>
            <p:cNvSpPr/>
            <p:nvPr/>
          </p:nvSpPr>
          <p:spPr>
            <a:xfrm>
              <a:off x="-985460" y="2558516"/>
              <a:ext cx="168576" cy="16976"/>
            </a:xfrm>
            <a:custGeom>
              <a:avLst/>
              <a:gdLst>
                <a:gd name="connsiteX0" fmla="*/ 0 w 168576"/>
                <a:gd name="connsiteY0" fmla="*/ 0 h 16976"/>
                <a:gd name="connsiteX1" fmla="*/ 168577 w 168576"/>
                <a:gd name="connsiteY1" fmla="*/ 0 h 16976"/>
              </a:gdLst>
              <a:ahLst/>
              <a:cxnLst>
                <a:cxn ang="0">
                  <a:pos x="connsiteX0" y="connsiteY0"/>
                </a:cxn>
                <a:cxn ang="0">
                  <a:pos x="connsiteX1" y="connsiteY1"/>
                </a:cxn>
              </a:cxnLst>
              <a:rect l="l" t="t" r="r" b="b"/>
              <a:pathLst>
                <a:path w="168576" h="16976">
                  <a:moveTo>
                    <a:pt x="0" y="0"/>
                  </a:moveTo>
                  <a:lnTo>
                    <a:pt x="168577" y="0"/>
                  </a:lnTo>
                </a:path>
              </a:pathLst>
            </a:custGeom>
            <a:ln w="9525" cap="rnd">
              <a:solidFill>
                <a:schemeClr val="tx2"/>
              </a:solidFill>
              <a:prstDash val="solid"/>
              <a:round/>
            </a:ln>
          </p:spPr>
          <p:txBody>
            <a:bodyPr rtlCol="0" anchor="ctr"/>
            <a:lstStyle/>
            <a:p>
              <a:endParaRPr lang="en-IN"/>
            </a:p>
          </p:txBody>
        </p:sp>
        <p:sp>
          <p:nvSpPr>
            <p:cNvPr id="113" name="Freeform: Shape 112">
              <a:extLst>
                <a:ext uri="{FF2B5EF4-FFF2-40B4-BE49-F238E27FC236}">
                  <a16:creationId xmlns:a16="http://schemas.microsoft.com/office/drawing/2014/main" id="{F3B217FE-562B-81E3-59ED-0C762BA4DB62}"/>
                </a:ext>
              </a:extLst>
            </p:cNvPr>
            <p:cNvSpPr/>
            <p:nvPr/>
          </p:nvSpPr>
          <p:spPr>
            <a:xfrm>
              <a:off x="-977651" y="2606220"/>
              <a:ext cx="179101" cy="16976"/>
            </a:xfrm>
            <a:custGeom>
              <a:avLst/>
              <a:gdLst>
                <a:gd name="connsiteX0" fmla="*/ 179102 w 179101"/>
                <a:gd name="connsiteY0" fmla="*/ 0 h 16976"/>
                <a:gd name="connsiteX1" fmla="*/ 0 w 179101"/>
                <a:gd name="connsiteY1" fmla="*/ 0 h 16976"/>
              </a:gdLst>
              <a:ahLst/>
              <a:cxnLst>
                <a:cxn ang="0">
                  <a:pos x="connsiteX0" y="connsiteY0"/>
                </a:cxn>
                <a:cxn ang="0">
                  <a:pos x="connsiteX1" y="connsiteY1"/>
                </a:cxn>
              </a:cxnLst>
              <a:rect l="l" t="t" r="r" b="b"/>
              <a:pathLst>
                <a:path w="179101" h="16976">
                  <a:moveTo>
                    <a:pt x="179102" y="0"/>
                  </a:moveTo>
                  <a:lnTo>
                    <a:pt x="0" y="0"/>
                  </a:lnTo>
                </a:path>
              </a:pathLst>
            </a:custGeom>
            <a:ln w="9525" cap="rnd">
              <a:solidFill>
                <a:schemeClr val="tx2"/>
              </a:solidFill>
              <a:prstDash val="solid"/>
              <a:round/>
            </a:ln>
          </p:spPr>
          <p:txBody>
            <a:bodyPr rtlCol="0" anchor="ctr"/>
            <a:lstStyle/>
            <a:p>
              <a:endParaRPr lang="en-IN"/>
            </a:p>
          </p:txBody>
        </p:sp>
        <p:sp>
          <p:nvSpPr>
            <p:cNvPr id="114" name="Freeform: Shape 113">
              <a:extLst>
                <a:ext uri="{FF2B5EF4-FFF2-40B4-BE49-F238E27FC236}">
                  <a16:creationId xmlns:a16="http://schemas.microsoft.com/office/drawing/2014/main" id="{AEB5DB83-EF7B-DF94-F211-6FEED7879F06}"/>
                </a:ext>
              </a:extLst>
            </p:cNvPr>
            <p:cNvSpPr/>
            <p:nvPr/>
          </p:nvSpPr>
          <p:spPr>
            <a:xfrm>
              <a:off x="-980367" y="2653754"/>
              <a:ext cx="181818" cy="16976"/>
            </a:xfrm>
            <a:custGeom>
              <a:avLst/>
              <a:gdLst>
                <a:gd name="connsiteX0" fmla="*/ 181818 w 181818"/>
                <a:gd name="connsiteY0" fmla="*/ 0 h 16976"/>
                <a:gd name="connsiteX1" fmla="*/ 0 w 181818"/>
                <a:gd name="connsiteY1" fmla="*/ 0 h 16976"/>
              </a:gdLst>
              <a:ahLst/>
              <a:cxnLst>
                <a:cxn ang="0">
                  <a:pos x="connsiteX0" y="connsiteY0"/>
                </a:cxn>
                <a:cxn ang="0">
                  <a:pos x="connsiteX1" y="connsiteY1"/>
                </a:cxn>
              </a:cxnLst>
              <a:rect l="l" t="t" r="r" b="b"/>
              <a:pathLst>
                <a:path w="181818" h="16976">
                  <a:moveTo>
                    <a:pt x="181818" y="0"/>
                  </a:moveTo>
                  <a:lnTo>
                    <a:pt x="0" y="0"/>
                  </a:lnTo>
                </a:path>
              </a:pathLst>
            </a:custGeom>
            <a:ln w="9525" cap="rnd">
              <a:solidFill>
                <a:schemeClr val="tx2"/>
              </a:solidFill>
              <a:prstDash val="solid"/>
              <a:round/>
            </a:ln>
          </p:spPr>
          <p:txBody>
            <a:bodyPr rtlCol="0" anchor="ctr"/>
            <a:lstStyle/>
            <a:p>
              <a:endParaRPr lang="en-IN"/>
            </a:p>
          </p:txBody>
        </p:sp>
        <p:grpSp>
          <p:nvGrpSpPr>
            <p:cNvPr id="115" name="Graphic 54">
              <a:extLst>
                <a:ext uri="{FF2B5EF4-FFF2-40B4-BE49-F238E27FC236}">
                  <a16:creationId xmlns:a16="http://schemas.microsoft.com/office/drawing/2014/main" id="{590EECF8-C37D-E6F5-3E1A-2729BB9CD885}"/>
                </a:ext>
              </a:extLst>
            </p:cNvPr>
            <p:cNvGrpSpPr/>
            <p:nvPr/>
          </p:nvGrpSpPr>
          <p:grpSpPr>
            <a:xfrm>
              <a:off x="-771556" y="2558346"/>
              <a:ext cx="121891" cy="121891"/>
              <a:chOff x="-771556" y="2558346"/>
              <a:chExt cx="121891" cy="121891"/>
            </a:xfrm>
            <a:noFill/>
          </p:grpSpPr>
          <p:sp>
            <p:nvSpPr>
              <p:cNvPr id="116" name="Freeform: Shape 115">
                <a:extLst>
                  <a:ext uri="{FF2B5EF4-FFF2-40B4-BE49-F238E27FC236}">
                    <a16:creationId xmlns:a16="http://schemas.microsoft.com/office/drawing/2014/main" id="{C87EB14E-59AC-C631-6DC3-CCA40840FEFF}"/>
                  </a:ext>
                </a:extLst>
              </p:cNvPr>
              <p:cNvSpPr/>
              <p:nvPr/>
            </p:nvSpPr>
            <p:spPr>
              <a:xfrm>
                <a:off x="-771556" y="2558346"/>
                <a:ext cx="121891" cy="121891"/>
              </a:xfrm>
              <a:custGeom>
                <a:avLst/>
                <a:gdLst>
                  <a:gd name="connsiteX0" fmla="*/ 68076 w 121891"/>
                  <a:gd name="connsiteY0" fmla="*/ 509 h 121891"/>
                  <a:gd name="connsiteX1" fmla="*/ 60946 w 121891"/>
                  <a:gd name="connsiteY1" fmla="*/ 0 h 121891"/>
                  <a:gd name="connsiteX2" fmla="*/ 53306 w 121891"/>
                  <a:gd name="connsiteY2" fmla="*/ 509 h 121891"/>
                  <a:gd name="connsiteX3" fmla="*/ 0 w 121891"/>
                  <a:gd name="connsiteY3" fmla="*/ 60946 h 121891"/>
                  <a:gd name="connsiteX4" fmla="*/ 53306 w 121891"/>
                  <a:gd name="connsiteY4" fmla="*/ 121382 h 121891"/>
                  <a:gd name="connsiteX5" fmla="*/ 60946 w 121891"/>
                  <a:gd name="connsiteY5" fmla="*/ 121891 h 121891"/>
                  <a:gd name="connsiteX6" fmla="*/ 68076 w 121891"/>
                  <a:gd name="connsiteY6" fmla="*/ 121382 h 121891"/>
                  <a:gd name="connsiteX7" fmla="*/ 121891 w 121891"/>
                  <a:gd name="connsiteY7" fmla="*/ 60776 h 121891"/>
                  <a:gd name="connsiteX8" fmla="*/ 68076 w 121891"/>
                  <a:gd name="connsiteY8" fmla="*/ 170 h 12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891" h="121891">
                    <a:moveTo>
                      <a:pt x="68076" y="509"/>
                    </a:moveTo>
                    <a:cubicBezTo>
                      <a:pt x="65699" y="170"/>
                      <a:pt x="63322" y="0"/>
                      <a:pt x="60946" y="0"/>
                    </a:cubicBezTo>
                    <a:cubicBezTo>
                      <a:pt x="58399" y="0"/>
                      <a:pt x="55853" y="0"/>
                      <a:pt x="53306" y="509"/>
                    </a:cubicBezTo>
                    <a:cubicBezTo>
                      <a:pt x="23258" y="4244"/>
                      <a:pt x="0" y="29879"/>
                      <a:pt x="0" y="60946"/>
                    </a:cubicBezTo>
                    <a:cubicBezTo>
                      <a:pt x="0" y="92013"/>
                      <a:pt x="23258" y="117647"/>
                      <a:pt x="53306" y="121382"/>
                    </a:cubicBezTo>
                    <a:cubicBezTo>
                      <a:pt x="55853" y="121721"/>
                      <a:pt x="58399" y="121891"/>
                      <a:pt x="60946" y="121891"/>
                    </a:cubicBezTo>
                    <a:cubicBezTo>
                      <a:pt x="63322" y="121891"/>
                      <a:pt x="65699" y="121891"/>
                      <a:pt x="68076" y="121382"/>
                    </a:cubicBezTo>
                    <a:cubicBezTo>
                      <a:pt x="98464" y="117817"/>
                      <a:pt x="121891" y="92013"/>
                      <a:pt x="121891" y="60776"/>
                    </a:cubicBezTo>
                    <a:cubicBezTo>
                      <a:pt x="121891" y="29539"/>
                      <a:pt x="98464" y="3735"/>
                      <a:pt x="68076" y="170"/>
                    </a:cubicBezTo>
                    <a:close/>
                  </a:path>
                </a:pathLst>
              </a:custGeom>
              <a:noFill/>
              <a:ln w="9525" cap="rnd">
                <a:solidFill>
                  <a:schemeClr val="tx2"/>
                </a:solidFill>
                <a:prstDash val="solid"/>
                <a:round/>
              </a:ln>
            </p:spPr>
            <p:txBody>
              <a:bodyPr rtlCol="0" anchor="ctr"/>
              <a:lstStyle/>
              <a:p>
                <a:endParaRPr lang="en-IN"/>
              </a:p>
            </p:txBody>
          </p:sp>
          <p:sp>
            <p:nvSpPr>
              <p:cNvPr id="117" name="Freeform: Shape 116">
                <a:extLst>
                  <a:ext uri="{FF2B5EF4-FFF2-40B4-BE49-F238E27FC236}">
                    <a16:creationId xmlns:a16="http://schemas.microsoft.com/office/drawing/2014/main" id="{3F8EDD3A-0E92-4D14-DFDC-6F9DFCD0AE2D}"/>
                  </a:ext>
                </a:extLst>
              </p:cNvPr>
              <p:cNvSpPr/>
              <p:nvPr/>
            </p:nvSpPr>
            <p:spPr>
              <a:xfrm>
                <a:off x="-745073" y="2594506"/>
                <a:ext cx="68754" cy="49910"/>
              </a:xfrm>
              <a:custGeom>
                <a:avLst/>
                <a:gdLst>
                  <a:gd name="connsiteX0" fmla="*/ 0 w 68754"/>
                  <a:gd name="connsiteY0" fmla="*/ 31406 h 49910"/>
                  <a:gd name="connsiteX1" fmla="*/ 18165 w 68754"/>
                  <a:gd name="connsiteY1" fmla="*/ 49911 h 49910"/>
                  <a:gd name="connsiteX2" fmla="*/ 68755 w 68754"/>
                  <a:gd name="connsiteY2" fmla="*/ 0 h 49910"/>
                </a:gdLst>
                <a:ahLst/>
                <a:cxnLst>
                  <a:cxn ang="0">
                    <a:pos x="connsiteX0" y="connsiteY0"/>
                  </a:cxn>
                  <a:cxn ang="0">
                    <a:pos x="connsiteX1" y="connsiteY1"/>
                  </a:cxn>
                  <a:cxn ang="0">
                    <a:pos x="connsiteX2" y="connsiteY2"/>
                  </a:cxn>
                </a:cxnLst>
                <a:rect l="l" t="t" r="r" b="b"/>
                <a:pathLst>
                  <a:path w="68754" h="49910">
                    <a:moveTo>
                      <a:pt x="0" y="31406"/>
                    </a:moveTo>
                    <a:lnTo>
                      <a:pt x="18165" y="49911"/>
                    </a:lnTo>
                    <a:lnTo>
                      <a:pt x="68755" y="0"/>
                    </a:lnTo>
                  </a:path>
                </a:pathLst>
              </a:custGeom>
              <a:noFill/>
              <a:ln w="9525" cap="rnd">
                <a:solidFill>
                  <a:schemeClr val="tx2"/>
                </a:solidFill>
                <a:prstDash val="solid"/>
                <a:round/>
              </a:ln>
            </p:spPr>
            <p:txBody>
              <a:bodyPr rtlCol="0" anchor="ctr"/>
              <a:lstStyle/>
              <a:p>
                <a:endParaRPr lang="en-IN"/>
              </a:p>
            </p:txBody>
          </p:sp>
        </p:grpSp>
        <p:sp>
          <p:nvSpPr>
            <p:cNvPr id="118" name="Freeform: Shape 117">
              <a:extLst>
                <a:ext uri="{FF2B5EF4-FFF2-40B4-BE49-F238E27FC236}">
                  <a16:creationId xmlns:a16="http://schemas.microsoft.com/office/drawing/2014/main" id="{829BE325-9C7B-2FAF-9A25-1B9D3FA517E9}"/>
                </a:ext>
              </a:extLst>
            </p:cNvPr>
            <p:cNvSpPr/>
            <p:nvPr/>
          </p:nvSpPr>
          <p:spPr>
            <a:xfrm>
              <a:off x="-703141" y="2436115"/>
              <a:ext cx="16976" cy="122909"/>
            </a:xfrm>
            <a:custGeom>
              <a:avLst/>
              <a:gdLst>
                <a:gd name="connsiteX0" fmla="*/ 0 w 16976"/>
                <a:gd name="connsiteY0" fmla="*/ 122910 h 122909"/>
                <a:gd name="connsiteX1" fmla="*/ 0 w 16976"/>
                <a:gd name="connsiteY1" fmla="*/ 0 h 122909"/>
              </a:gdLst>
              <a:ahLst/>
              <a:cxnLst>
                <a:cxn ang="0">
                  <a:pos x="connsiteX0" y="connsiteY0"/>
                </a:cxn>
                <a:cxn ang="0">
                  <a:pos x="connsiteX1" y="connsiteY1"/>
                </a:cxn>
              </a:cxnLst>
              <a:rect l="l" t="t" r="r" b="b"/>
              <a:pathLst>
                <a:path w="16976" h="122909">
                  <a:moveTo>
                    <a:pt x="0" y="122910"/>
                  </a:moveTo>
                  <a:lnTo>
                    <a:pt x="0" y="0"/>
                  </a:lnTo>
                </a:path>
              </a:pathLst>
            </a:custGeom>
            <a:ln w="9525" cap="rnd">
              <a:solidFill>
                <a:schemeClr val="tx2"/>
              </a:solidFill>
              <a:prstDash val="solid"/>
              <a:round/>
            </a:ln>
          </p:spPr>
          <p:txBody>
            <a:bodyPr rtlCol="0" anchor="ctr"/>
            <a:lstStyle/>
            <a:p>
              <a:endParaRPr lang="en-IN"/>
            </a:p>
          </p:txBody>
        </p:sp>
      </p:grpSp>
      <p:grpSp>
        <p:nvGrpSpPr>
          <p:cNvPr id="119" name="Graphic 54">
            <a:extLst>
              <a:ext uri="{FF2B5EF4-FFF2-40B4-BE49-F238E27FC236}">
                <a16:creationId xmlns:a16="http://schemas.microsoft.com/office/drawing/2014/main" id="{12EF214E-8295-9C31-767B-FCD9110EAA6C}"/>
              </a:ext>
            </a:extLst>
          </p:cNvPr>
          <p:cNvGrpSpPr/>
          <p:nvPr/>
        </p:nvGrpSpPr>
        <p:grpSpPr>
          <a:xfrm>
            <a:off x="6621945" y="3854736"/>
            <a:ext cx="386452" cy="405232"/>
            <a:chOff x="-1166042" y="2940656"/>
            <a:chExt cx="489507" cy="513296"/>
          </a:xfrm>
          <a:noFill/>
        </p:grpSpPr>
        <p:grpSp>
          <p:nvGrpSpPr>
            <p:cNvPr id="120" name="Graphic 54">
              <a:extLst>
                <a:ext uri="{FF2B5EF4-FFF2-40B4-BE49-F238E27FC236}">
                  <a16:creationId xmlns:a16="http://schemas.microsoft.com/office/drawing/2014/main" id="{A800CE65-061D-9BA7-5D7F-8A02A03A7C4C}"/>
                </a:ext>
              </a:extLst>
            </p:cNvPr>
            <p:cNvGrpSpPr/>
            <p:nvPr/>
          </p:nvGrpSpPr>
          <p:grpSpPr>
            <a:xfrm>
              <a:off x="-1166042" y="3090792"/>
              <a:ext cx="489507" cy="363160"/>
              <a:chOff x="-1166042" y="3090792"/>
              <a:chExt cx="489507" cy="363160"/>
            </a:xfrm>
            <a:noFill/>
          </p:grpSpPr>
          <p:sp>
            <p:nvSpPr>
              <p:cNvPr id="121" name="Freeform: Shape 120">
                <a:extLst>
                  <a:ext uri="{FF2B5EF4-FFF2-40B4-BE49-F238E27FC236}">
                    <a16:creationId xmlns:a16="http://schemas.microsoft.com/office/drawing/2014/main" id="{CD4BAEF1-8DB2-8C87-1073-60B77B691581}"/>
                  </a:ext>
                </a:extLst>
              </p:cNvPr>
              <p:cNvSpPr/>
              <p:nvPr/>
            </p:nvSpPr>
            <p:spPr>
              <a:xfrm>
                <a:off x="-839199" y="3090792"/>
                <a:ext cx="162664" cy="318075"/>
              </a:xfrm>
              <a:custGeom>
                <a:avLst/>
                <a:gdLst>
                  <a:gd name="connsiteX0" fmla="*/ 69001 w 162664"/>
                  <a:gd name="connsiteY0" fmla="*/ 178359 h 318075"/>
                  <a:gd name="connsiteX1" fmla="*/ 102105 w 162664"/>
                  <a:gd name="connsiteY1" fmla="*/ 150348 h 318075"/>
                  <a:gd name="connsiteX2" fmla="*/ 105161 w 162664"/>
                  <a:gd name="connsiteY2" fmla="*/ 117923 h 318075"/>
                  <a:gd name="connsiteX3" fmla="*/ 105161 w 162664"/>
                  <a:gd name="connsiteY3" fmla="*/ 117923 h 318075"/>
                  <a:gd name="connsiteX4" fmla="*/ 72736 w 162664"/>
                  <a:gd name="connsiteY4" fmla="*/ 114867 h 318075"/>
                  <a:gd name="connsiteX5" fmla="*/ 18581 w 162664"/>
                  <a:gd name="connsiteY5" fmla="*/ 159176 h 318075"/>
                  <a:gd name="connsiteX6" fmla="*/ 4321 w 162664"/>
                  <a:gd name="connsiteY6" fmla="*/ 235910 h 318075"/>
                  <a:gd name="connsiteX7" fmla="*/ 16544 w 162664"/>
                  <a:gd name="connsiteY7" fmla="*/ 294309 h 318075"/>
                  <a:gd name="connsiteX8" fmla="*/ 90391 w 162664"/>
                  <a:gd name="connsiteY8" fmla="*/ 318076 h 318075"/>
                  <a:gd name="connsiteX9" fmla="*/ 76301 w 162664"/>
                  <a:gd name="connsiteY9" fmla="*/ 244058 h 318075"/>
                  <a:gd name="connsiteX10" fmla="*/ 141321 w 162664"/>
                  <a:gd name="connsiteY10" fmla="*/ 190582 h 318075"/>
                  <a:gd name="connsiteX11" fmla="*/ 162372 w 162664"/>
                  <a:gd name="connsiteY11" fmla="*/ 146613 h 318075"/>
                  <a:gd name="connsiteX12" fmla="*/ 156260 w 162664"/>
                  <a:gd name="connsiteY12" fmla="*/ 121828 h 318075"/>
                  <a:gd name="connsiteX13" fmla="*/ 124344 w 162664"/>
                  <a:gd name="connsiteY13" fmla="*/ 17762 h 318075"/>
                  <a:gd name="connsiteX14" fmla="*/ 101426 w 162664"/>
                  <a:gd name="connsiteY14" fmla="*/ 276 h 318075"/>
                  <a:gd name="connsiteX15" fmla="*/ 101426 w 162664"/>
                  <a:gd name="connsiteY15" fmla="*/ 276 h 318075"/>
                  <a:gd name="connsiteX16" fmla="*/ 85978 w 162664"/>
                  <a:gd name="connsiteY16" fmla="*/ 24552 h 318075"/>
                  <a:gd name="connsiteX17" fmla="*/ 94466 w 162664"/>
                  <a:gd name="connsiteY17" fmla="*/ 110793 h 318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664" h="318075">
                    <a:moveTo>
                      <a:pt x="69001" y="178359"/>
                    </a:moveTo>
                    <a:lnTo>
                      <a:pt x="102105" y="150348"/>
                    </a:lnTo>
                    <a:cubicBezTo>
                      <a:pt x="111782" y="142199"/>
                      <a:pt x="113140" y="127769"/>
                      <a:pt x="105161" y="117923"/>
                    </a:cubicBezTo>
                    <a:lnTo>
                      <a:pt x="105161" y="117923"/>
                    </a:lnTo>
                    <a:cubicBezTo>
                      <a:pt x="97012" y="108246"/>
                      <a:pt x="82582" y="106888"/>
                      <a:pt x="72736" y="114867"/>
                    </a:cubicBezTo>
                    <a:lnTo>
                      <a:pt x="18581" y="159176"/>
                    </a:lnTo>
                    <a:cubicBezTo>
                      <a:pt x="18581" y="159176"/>
                      <a:pt x="-10788" y="175983"/>
                      <a:pt x="4321" y="235910"/>
                    </a:cubicBezTo>
                    <a:lnTo>
                      <a:pt x="16544" y="294309"/>
                    </a:lnTo>
                    <a:lnTo>
                      <a:pt x="90391" y="318076"/>
                    </a:lnTo>
                    <a:lnTo>
                      <a:pt x="76301" y="244058"/>
                    </a:lnTo>
                    <a:cubicBezTo>
                      <a:pt x="76301" y="244058"/>
                      <a:pt x="115856" y="209426"/>
                      <a:pt x="141321" y="190582"/>
                    </a:cubicBezTo>
                    <a:cubicBezTo>
                      <a:pt x="166786" y="171738"/>
                      <a:pt x="162372" y="146613"/>
                      <a:pt x="162372" y="146613"/>
                    </a:cubicBezTo>
                    <a:lnTo>
                      <a:pt x="156260" y="121828"/>
                    </a:lnTo>
                    <a:lnTo>
                      <a:pt x="124344" y="17762"/>
                    </a:lnTo>
                    <a:cubicBezTo>
                      <a:pt x="122307" y="6218"/>
                      <a:pt x="111952" y="-1592"/>
                      <a:pt x="101426" y="276"/>
                    </a:cubicBezTo>
                    <a:lnTo>
                      <a:pt x="101426" y="276"/>
                    </a:lnTo>
                    <a:cubicBezTo>
                      <a:pt x="90901" y="2143"/>
                      <a:pt x="83940" y="13008"/>
                      <a:pt x="85978" y="24552"/>
                    </a:cubicBezTo>
                    <a:lnTo>
                      <a:pt x="94466" y="110793"/>
                    </a:lnTo>
                  </a:path>
                </a:pathLst>
              </a:custGeom>
              <a:noFill/>
              <a:ln w="9525" cap="rnd">
                <a:solidFill>
                  <a:schemeClr val="tx2"/>
                </a:solidFill>
                <a:prstDash val="solid"/>
                <a:round/>
              </a:ln>
            </p:spPr>
            <p:txBody>
              <a:bodyPr rtlCol="0" anchor="ctr"/>
              <a:lstStyle/>
              <a:p>
                <a:endParaRPr lang="en-IN"/>
              </a:p>
            </p:txBody>
          </p:sp>
          <p:sp>
            <p:nvSpPr>
              <p:cNvPr id="122" name="Freeform: Shape 121">
                <a:extLst>
                  <a:ext uri="{FF2B5EF4-FFF2-40B4-BE49-F238E27FC236}">
                    <a16:creationId xmlns:a16="http://schemas.microsoft.com/office/drawing/2014/main" id="{75B1D3D4-2535-8EB4-6034-9C737CD77511}"/>
                  </a:ext>
                </a:extLst>
              </p:cNvPr>
              <p:cNvSpPr/>
              <p:nvPr/>
            </p:nvSpPr>
            <p:spPr>
              <a:xfrm rot="-9718200">
                <a:off x="-847488" y="3394953"/>
                <a:ext cx="103726" cy="43969"/>
              </a:xfrm>
              <a:custGeom>
                <a:avLst/>
                <a:gdLst>
                  <a:gd name="connsiteX0" fmla="*/ 0 w 103726"/>
                  <a:gd name="connsiteY0" fmla="*/ 0 h 43969"/>
                  <a:gd name="connsiteX1" fmla="*/ 103726 w 103726"/>
                  <a:gd name="connsiteY1" fmla="*/ 0 h 43969"/>
                  <a:gd name="connsiteX2" fmla="*/ 103726 w 103726"/>
                  <a:gd name="connsiteY2" fmla="*/ 43969 h 43969"/>
                  <a:gd name="connsiteX3" fmla="*/ 0 w 103726"/>
                  <a:gd name="connsiteY3" fmla="*/ 43969 h 43969"/>
                </a:gdLst>
                <a:ahLst/>
                <a:cxnLst>
                  <a:cxn ang="0">
                    <a:pos x="connsiteX0" y="connsiteY0"/>
                  </a:cxn>
                  <a:cxn ang="0">
                    <a:pos x="connsiteX1" y="connsiteY1"/>
                  </a:cxn>
                  <a:cxn ang="0">
                    <a:pos x="connsiteX2" y="connsiteY2"/>
                  </a:cxn>
                  <a:cxn ang="0">
                    <a:pos x="connsiteX3" y="connsiteY3"/>
                  </a:cxn>
                </a:cxnLst>
                <a:rect l="l" t="t" r="r" b="b"/>
                <a:pathLst>
                  <a:path w="103726" h="43969">
                    <a:moveTo>
                      <a:pt x="0" y="0"/>
                    </a:moveTo>
                    <a:lnTo>
                      <a:pt x="103726" y="0"/>
                    </a:lnTo>
                    <a:lnTo>
                      <a:pt x="103726" y="43969"/>
                    </a:lnTo>
                    <a:lnTo>
                      <a:pt x="0" y="43969"/>
                    </a:lnTo>
                    <a:close/>
                  </a:path>
                </a:pathLst>
              </a:custGeom>
              <a:noFill/>
              <a:ln w="9525" cap="rnd">
                <a:solidFill>
                  <a:schemeClr val="tx2"/>
                </a:solidFill>
                <a:prstDash val="solid"/>
                <a:round/>
              </a:ln>
            </p:spPr>
            <p:txBody>
              <a:bodyPr rtlCol="0" anchor="ctr"/>
              <a:lstStyle/>
              <a:p>
                <a:endParaRPr lang="en-IN"/>
              </a:p>
            </p:txBody>
          </p:sp>
          <p:sp>
            <p:nvSpPr>
              <p:cNvPr id="123" name="Freeform: Shape 122">
                <a:extLst>
                  <a:ext uri="{FF2B5EF4-FFF2-40B4-BE49-F238E27FC236}">
                    <a16:creationId xmlns:a16="http://schemas.microsoft.com/office/drawing/2014/main" id="{BC61B6BF-0AFE-DED7-A6D6-1BB1A525E3EC}"/>
                  </a:ext>
                </a:extLst>
              </p:cNvPr>
              <p:cNvSpPr/>
              <p:nvPr/>
            </p:nvSpPr>
            <p:spPr>
              <a:xfrm>
                <a:off x="-1166042" y="3090792"/>
                <a:ext cx="162494" cy="317736"/>
              </a:xfrm>
              <a:custGeom>
                <a:avLst/>
                <a:gdLst>
                  <a:gd name="connsiteX0" fmla="*/ 93493 w 162494"/>
                  <a:gd name="connsiteY0" fmla="*/ 178359 h 317736"/>
                  <a:gd name="connsiteX1" fmla="*/ 60389 w 162494"/>
                  <a:gd name="connsiteY1" fmla="*/ 150348 h 317736"/>
                  <a:gd name="connsiteX2" fmla="*/ 57333 w 162494"/>
                  <a:gd name="connsiteY2" fmla="*/ 117923 h 317736"/>
                  <a:gd name="connsiteX3" fmla="*/ 57333 w 162494"/>
                  <a:gd name="connsiteY3" fmla="*/ 117923 h 317736"/>
                  <a:gd name="connsiteX4" fmla="*/ 89759 w 162494"/>
                  <a:gd name="connsiteY4" fmla="*/ 114867 h 317736"/>
                  <a:gd name="connsiteX5" fmla="*/ 143914 w 162494"/>
                  <a:gd name="connsiteY5" fmla="*/ 159176 h 317736"/>
                  <a:gd name="connsiteX6" fmla="*/ 158174 w 162494"/>
                  <a:gd name="connsiteY6" fmla="*/ 235910 h 317736"/>
                  <a:gd name="connsiteX7" fmla="*/ 146800 w 162494"/>
                  <a:gd name="connsiteY7" fmla="*/ 293969 h 317736"/>
                  <a:gd name="connsiteX8" fmla="*/ 72952 w 162494"/>
                  <a:gd name="connsiteY8" fmla="*/ 317736 h 317736"/>
                  <a:gd name="connsiteX9" fmla="*/ 86363 w 162494"/>
                  <a:gd name="connsiteY9" fmla="*/ 244058 h 317736"/>
                  <a:gd name="connsiteX10" fmla="*/ 21343 w 162494"/>
                  <a:gd name="connsiteY10" fmla="*/ 190582 h 317736"/>
                  <a:gd name="connsiteX11" fmla="*/ 292 w 162494"/>
                  <a:gd name="connsiteY11" fmla="*/ 146613 h 317736"/>
                  <a:gd name="connsiteX12" fmla="*/ 6404 w 162494"/>
                  <a:gd name="connsiteY12" fmla="*/ 121828 h 317736"/>
                  <a:gd name="connsiteX13" fmla="*/ 38320 w 162494"/>
                  <a:gd name="connsiteY13" fmla="*/ 17762 h 317736"/>
                  <a:gd name="connsiteX14" fmla="*/ 61238 w 162494"/>
                  <a:gd name="connsiteY14" fmla="*/ 276 h 317736"/>
                  <a:gd name="connsiteX15" fmla="*/ 61238 w 162494"/>
                  <a:gd name="connsiteY15" fmla="*/ 276 h 317736"/>
                  <a:gd name="connsiteX16" fmla="*/ 76687 w 162494"/>
                  <a:gd name="connsiteY16" fmla="*/ 24552 h 317736"/>
                  <a:gd name="connsiteX17" fmla="*/ 67689 w 162494"/>
                  <a:gd name="connsiteY17" fmla="*/ 110963 h 31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494" h="317736">
                    <a:moveTo>
                      <a:pt x="93493" y="178359"/>
                    </a:moveTo>
                    <a:lnTo>
                      <a:pt x="60389" y="150348"/>
                    </a:lnTo>
                    <a:cubicBezTo>
                      <a:pt x="50713" y="142199"/>
                      <a:pt x="49355" y="127769"/>
                      <a:pt x="57333" y="117923"/>
                    </a:cubicBezTo>
                    <a:lnTo>
                      <a:pt x="57333" y="117923"/>
                    </a:lnTo>
                    <a:cubicBezTo>
                      <a:pt x="65482" y="108246"/>
                      <a:pt x="79912" y="106888"/>
                      <a:pt x="89759" y="114867"/>
                    </a:cubicBezTo>
                    <a:lnTo>
                      <a:pt x="143914" y="159176"/>
                    </a:lnTo>
                    <a:cubicBezTo>
                      <a:pt x="143914" y="159176"/>
                      <a:pt x="173283" y="175983"/>
                      <a:pt x="158174" y="235910"/>
                    </a:cubicBezTo>
                    <a:lnTo>
                      <a:pt x="146800" y="293969"/>
                    </a:lnTo>
                    <a:lnTo>
                      <a:pt x="72952" y="317736"/>
                    </a:lnTo>
                    <a:lnTo>
                      <a:pt x="86363" y="244058"/>
                    </a:lnTo>
                    <a:cubicBezTo>
                      <a:pt x="86363" y="244058"/>
                      <a:pt x="46808" y="209426"/>
                      <a:pt x="21343" y="190582"/>
                    </a:cubicBezTo>
                    <a:cubicBezTo>
                      <a:pt x="-4121" y="171738"/>
                      <a:pt x="292" y="146613"/>
                      <a:pt x="292" y="146613"/>
                    </a:cubicBezTo>
                    <a:lnTo>
                      <a:pt x="6404" y="121828"/>
                    </a:lnTo>
                    <a:lnTo>
                      <a:pt x="38320" y="17762"/>
                    </a:lnTo>
                    <a:cubicBezTo>
                      <a:pt x="40357" y="6218"/>
                      <a:pt x="50713" y="-1592"/>
                      <a:pt x="61238" y="276"/>
                    </a:cubicBezTo>
                    <a:lnTo>
                      <a:pt x="61238" y="276"/>
                    </a:lnTo>
                    <a:cubicBezTo>
                      <a:pt x="71764" y="2143"/>
                      <a:pt x="78724" y="13008"/>
                      <a:pt x="76687" y="24552"/>
                    </a:cubicBezTo>
                    <a:lnTo>
                      <a:pt x="67689" y="110963"/>
                    </a:lnTo>
                  </a:path>
                </a:pathLst>
              </a:custGeom>
              <a:noFill/>
              <a:ln w="9525" cap="rnd">
                <a:solidFill>
                  <a:schemeClr val="tx2"/>
                </a:solidFill>
                <a:prstDash val="solid"/>
                <a:round/>
              </a:ln>
            </p:spPr>
            <p:txBody>
              <a:bodyPr rtlCol="0" anchor="ctr"/>
              <a:lstStyle/>
              <a:p>
                <a:endParaRPr lang="en-IN"/>
              </a:p>
            </p:txBody>
          </p:sp>
          <p:sp>
            <p:nvSpPr>
              <p:cNvPr id="124" name="Freeform: Shape 123">
                <a:extLst>
                  <a:ext uri="{FF2B5EF4-FFF2-40B4-BE49-F238E27FC236}">
                    <a16:creationId xmlns:a16="http://schemas.microsoft.com/office/drawing/2014/main" id="{DA7BDFDB-FFBC-4B65-3C12-8E601A123667}"/>
                  </a:ext>
                </a:extLst>
              </p:cNvPr>
              <p:cNvSpPr/>
              <p:nvPr/>
            </p:nvSpPr>
            <p:spPr>
              <a:xfrm rot="-1081800">
                <a:off x="-1098999" y="3395011"/>
                <a:ext cx="103726" cy="43969"/>
              </a:xfrm>
              <a:custGeom>
                <a:avLst/>
                <a:gdLst>
                  <a:gd name="connsiteX0" fmla="*/ 0 w 103726"/>
                  <a:gd name="connsiteY0" fmla="*/ 0 h 43969"/>
                  <a:gd name="connsiteX1" fmla="*/ 103726 w 103726"/>
                  <a:gd name="connsiteY1" fmla="*/ 0 h 43969"/>
                  <a:gd name="connsiteX2" fmla="*/ 103726 w 103726"/>
                  <a:gd name="connsiteY2" fmla="*/ 43969 h 43969"/>
                  <a:gd name="connsiteX3" fmla="*/ 0 w 103726"/>
                  <a:gd name="connsiteY3" fmla="*/ 43969 h 43969"/>
                </a:gdLst>
                <a:ahLst/>
                <a:cxnLst>
                  <a:cxn ang="0">
                    <a:pos x="connsiteX0" y="connsiteY0"/>
                  </a:cxn>
                  <a:cxn ang="0">
                    <a:pos x="connsiteX1" y="connsiteY1"/>
                  </a:cxn>
                  <a:cxn ang="0">
                    <a:pos x="connsiteX2" y="connsiteY2"/>
                  </a:cxn>
                  <a:cxn ang="0">
                    <a:pos x="connsiteX3" y="connsiteY3"/>
                  </a:cxn>
                </a:cxnLst>
                <a:rect l="l" t="t" r="r" b="b"/>
                <a:pathLst>
                  <a:path w="103726" h="43969">
                    <a:moveTo>
                      <a:pt x="0" y="0"/>
                    </a:moveTo>
                    <a:lnTo>
                      <a:pt x="103726" y="0"/>
                    </a:lnTo>
                    <a:lnTo>
                      <a:pt x="103726" y="43969"/>
                    </a:lnTo>
                    <a:lnTo>
                      <a:pt x="0" y="43969"/>
                    </a:lnTo>
                    <a:close/>
                  </a:path>
                </a:pathLst>
              </a:custGeom>
              <a:noFill/>
              <a:ln w="9525" cap="rnd">
                <a:solidFill>
                  <a:schemeClr val="tx2"/>
                </a:solidFill>
                <a:prstDash val="solid"/>
                <a:round/>
              </a:ln>
            </p:spPr>
            <p:txBody>
              <a:bodyPr rtlCol="0" anchor="ctr"/>
              <a:lstStyle/>
              <a:p>
                <a:endParaRPr lang="en-IN"/>
              </a:p>
            </p:txBody>
          </p:sp>
        </p:grpSp>
        <p:grpSp>
          <p:nvGrpSpPr>
            <p:cNvPr id="125" name="Graphic 54">
              <a:extLst>
                <a:ext uri="{FF2B5EF4-FFF2-40B4-BE49-F238E27FC236}">
                  <a16:creationId xmlns:a16="http://schemas.microsoft.com/office/drawing/2014/main" id="{06A4BC92-0274-96DA-0B60-FFC5B2715117}"/>
                </a:ext>
              </a:extLst>
            </p:cNvPr>
            <p:cNvGrpSpPr/>
            <p:nvPr/>
          </p:nvGrpSpPr>
          <p:grpSpPr>
            <a:xfrm>
              <a:off x="-1046575" y="2940656"/>
              <a:ext cx="250403" cy="270265"/>
              <a:chOff x="-1046575" y="2940656"/>
              <a:chExt cx="250403" cy="270265"/>
            </a:xfrm>
            <a:noFill/>
          </p:grpSpPr>
          <p:sp>
            <p:nvSpPr>
              <p:cNvPr id="126" name="Freeform: Shape 125">
                <a:extLst>
                  <a:ext uri="{FF2B5EF4-FFF2-40B4-BE49-F238E27FC236}">
                    <a16:creationId xmlns:a16="http://schemas.microsoft.com/office/drawing/2014/main" id="{F4BB7E48-E033-37A7-C167-F1098A145716}"/>
                  </a:ext>
                </a:extLst>
              </p:cNvPr>
              <p:cNvSpPr/>
              <p:nvPr/>
            </p:nvSpPr>
            <p:spPr>
              <a:xfrm>
                <a:off x="-923835" y="2940656"/>
                <a:ext cx="16976" cy="33952"/>
              </a:xfrm>
              <a:custGeom>
                <a:avLst/>
                <a:gdLst>
                  <a:gd name="connsiteX0" fmla="*/ 0 w 16976"/>
                  <a:gd name="connsiteY0" fmla="*/ 0 h 33952"/>
                  <a:gd name="connsiteX1" fmla="*/ 0 w 16976"/>
                  <a:gd name="connsiteY1" fmla="*/ 33953 h 33952"/>
                </a:gdLst>
                <a:ahLst/>
                <a:cxnLst>
                  <a:cxn ang="0">
                    <a:pos x="connsiteX0" y="connsiteY0"/>
                  </a:cxn>
                  <a:cxn ang="0">
                    <a:pos x="connsiteX1" y="connsiteY1"/>
                  </a:cxn>
                </a:cxnLst>
                <a:rect l="l" t="t" r="r" b="b"/>
                <a:pathLst>
                  <a:path w="16976" h="33952">
                    <a:moveTo>
                      <a:pt x="0" y="0"/>
                    </a:moveTo>
                    <a:lnTo>
                      <a:pt x="0" y="33953"/>
                    </a:lnTo>
                  </a:path>
                </a:pathLst>
              </a:custGeom>
              <a:ln w="9525" cap="rnd">
                <a:solidFill>
                  <a:schemeClr val="tx2"/>
                </a:solidFill>
                <a:prstDash val="solid"/>
                <a:round/>
              </a:ln>
            </p:spPr>
            <p:txBody>
              <a:bodyPr rtlCol="0" anchor="ctr"/>
              <a:lstStyle/>
              <a:p>
                <a:endParaRPr lang="en-IN"/>
              </a:p>
            </p:txBody>
          </p:sp>
          <p:sp>
            <p:nvSpPr>
              <p:cNvPr id="127" name="Freeform: Shape 126">
                <a:extLst>
                  <a:ext uri="{FF2B5EF4-FFF2-40B4-BE49-F238E27FC236}">
                    <a16:creationId xmlns:a16="http://schemas.microsoft.com/office/drawing/2014/main" id="{ABCC3E3D-1CD3-F25E-C230-710CAE46D817}"/>
                  </a:ext>
                </a:extLst>
              </p:cNvPr>
              <p:cNvSpPr/>
              <p:nvPr/>
            </p:nvSpPr>
            <p:spPr>
              <a:xfrm>
                <a:off x="-1011603" y="2979193"/>
                <a:ext cx="23936" cy="23936"/>
              </a:xfrm>
              <a:custGeom>
                <a:avLst/>
                <a:gdLst>
                  <a:gd name="connsiteX0" fmla="*/ 0 w 23936"/>
                  <a:gd name="connsiteY0" fmla="*/ 0 h 23936"/>
                  <a:gd name="connsiteX1" fmla="*/ 23937 w 23936"/>
                  <a:gd name="connsiteY1" fmla="*/ 23937 h 23936"/>
                </a:gdLst>
                <a:ahLst/>
                <a:cxnLst>
                  <a:cxn ang="0">
                    <a:pos x="connsiteX0" y="connsiteY0"/>
                  </a:cxn>
                  <a:cxn ang="0">
                    <a:pos x="connsiteX1" y="connsiteY1"/>
                  </a:cxn>
                </a:cxnLst>
                <a:rect l="l" t="t" r="r" b="b"/>
                <a:pathLst>
                  <a:path w="23936" h="23936">
                    <a:moveTo>
                      <a:pt x="0" y="0"/>
                    </a:moveTo>
                    <a:lnTo>
                      <a:pt x="23937" y="23937"/>
                    </a:lnTo>
                  </a:path>
                </a:pathLst>
              </a:custGeom>
              <a:ln w="9525" cap="rnd">
                <a:solidFill>
                  <a:schemeClr val="tx2"/>
                </a:solidFill>
                <a:prstDash val="solid"/>
                <a:round/>
              </a:ln>
            </p:spPr>
            <p:txBody>
              <a:bodyPr rtlCol="0" anchor="ctr"/>
              <a:lstStyle/>
              <a:p>
                <a:endParaRPr lang="en-IN"/>
              </a:p>
            </p:txBody>
          </p:sp>
          <p:sp>
            <p:nvSpPr>
              <p:cNvPr id="128" name="Freeform: Shape 127">
                <a:extLst>
                  <a:ext uri="{FF2B5EF4-FFF2-40B4-BE49-F238E27FC236}">
                    <a16:creationId xmlns:a16="http://schemas.microsoft.com/office/drawing/2014/main" id="{B716C626-72DD-1D5D-257E-6D4061043E74}"/>
                  </a:ext>
                </a:extLst>
              </p:cNvPr>
              <p:cNvSpPr/>
              <p:nvPr/>
            </p:nvSpPr>
            <p:spPr>
              <a:xfrm>
                <a:off x="-1046575" y="3068320"/>
                <a:ext cx="33952" cy="16976"/>
              </a:xfrm>
              <a:custGeom>
                <a:avLst/>
                <a:gdLst>
                  <a:gd name="connsiteX0" fmla="*/ 0 w 33952"/>
                  <a:gd name="connsiteY0" fmla="*/ 0 h 16976"/>
                  <a:gd name="connsiteX1" fmla="*/ 33953 w 33952"/>
                  <a:gd name="connsiteY1" fmla="*/ 0 h 16976"/>
                </a:gdLst>
                <a:ahLst/>
                <a:cxnLst>
                  <a:cxn ang="0">
                    <a:pos x="connsiteX0" y="connsiteY0"/>
                  </a:cxn>
                  <a:cxn ang="0">
                    <a:pos x="connsiteX1" y="connsiteY1"/>
                  </a:cxn>
                </a:cxnLst>
                <a:rect l="l" t="t" r="r" b="b"/>
                <a:pathLst>
                  <a:path w="33952" h="16976">
                    <a:moveTo>
                      <a:pt x="0" y="0"/>
                    </a:moveTo>
                    <a:lnTo>
                      <a:pt x="33953" y="0"/>
                    </a:lnTo>
                  </a:path>
                </a:pathLst>
              </a:custGeom>
              <a:ln w="9525" cap="rnd">
                <a:solidFill>
                  <a:schemeClr val="tx2"/>
                </a:solidFill>
                <a:prstDash val="solid"/>
                <a:round/>
              </a:ln>
            </p:spPr>
            <p:txBody>
              <a:bodyPr rtlCol="0" anchor="ctr"/>
              <a:lstStyle/>
              <a:p>
                <a:endParaRPr lang="en-IN"/>
              </a:p>
            </p:txBody>
          </p:sp>
          <p:sp>
            <p:nvSpPr>
              <p:cNvPr id="129" name="Freeform: Shape 128">
                <a:extLst>
                  <a:ext uri="{FF2B5EF4-FFF2-40B4-BE49-F238E27FC236}">
                    <a16:creationId xmlns:a16="http://schemas.microsoft.com/office/drawing/2014/main" id="{65F25E8D-C83E-96FF-3085-B1CF295F844C}"/>
                  </a:ext>
                </a:extLst>
              </p:cNvPr>
              <p:cNvSpPr/>
              <p:nvPr/>
            </p:nvSpPr>
            <p:spPr>
              <a:xfrm>
                <a:off x="-830125" y="3063396"/>
                <a:ext cx="33952" cy="16976"/>
              </a:xfrm>
              <a:custGeom>
                <a:avLst/>
                <a:gdLst>
                  <a:gd name="connsiteX0" fmla="*/ 33953 w 33952"/>
                  <a:gd name="connsiteY0" fmla="*/ 0 h 16976"/>
                  <a:gd name="connsiteX1" fmla="*/ 0 w 33952"/>
                  <a:gd name="connsiteY1" fmla="*/ 0 h 16976"/>
                </a:gdLst>
                <a:ahLst/>
                <a:cxnLst>
                  <a:cxn ang="0">
                    <a:pos x="connsiteX0" y="connsiteY0"/>
                  </a:cxn>
                  <a:cxn ang="0">
                    <a:pos x="connsiteX1" y="connsiteY1"/>
                  </a:cxn>
                </a:cxnLst>
                <a:rect l="l" t="t" r="r" b="b"/>
                <a:pathLst>
                  <a:path w="33952" h="16976">
                    <a:moveTo>
                      <a:pt x="33953" y="0"/>
                    </a:moveTo>
                    <a:lnTo>
                      <a:pt x="0" y="0"/>
                    </a:lnTo>
                  </a:path>
                </a:pathLst>
              </a:custGeom>
              <a:ln w="9525" cap="rnd">
                <a:solidFill>
                  <a:schemeClr val="tx2"/>
                </a:solidFill>
                <a:prstDash val="solid"/>
                <a:round/>
              </a:ln>
            </p:spPr>
            <p:txBody>
              <a:bodyPr rtlCol="0" anchor="ctr"/>
              <a:lstStyle/>
              <a:p>
                <a:endParaRPr lang="en-IN"/>
              </a:p>
            </p:txBody>
          </p:sp>
          <p:sp>
            <p:nvSpPr>
              <p:cNvPr id="130" name="Freeform: Shape 129">
                <a:extLst>
                  <a:ext uri="{FF2B5EF4-FFF2-40B4-BE49-F238E27FC236}">
                    <a16:creationId xmlns:a16="http://schemas.microsoft.com/office/drawing/2014/main" id="{12E8326F-93F2-8C28-C9CB-6583E59DF6CA}"/>
                  </a:ext>
                </a:extLst>
              </p:cNvPr>
              <p:cNvSpPr/>
              <p:nvPr/>
            </p:nvSpPr>
            <p:spPr>
              <a:xfrm>
                <a:off x="-858645" y="2975628"/>
                <a:ext cx="23936" cy="23936"/>
              </a:xfrm>
              <a:custGeom>
                <a:avLst/>
                <a:gdLst>
                  <a:gd name="connsiteX0" fmla="*/ 23937 w 23936"/>
                  <a:gd name="connsiteY0" fmla="*/ 0 h 23936"/>
                  <a:gd name="connsiteX1" fmla="*/ 0 w 23936"/>
                  <a:gd name="connsiteY1" fmla="*/ 23937 h 23936"/>
                </a:gdLst>
                <a:ahLst/>
                <a:cxnLst>
                  <a:cxn ang="0">
                    <a:pos x="connsiteX0" y="connsiteY0"/>
                  </a:cxn>
                  <a:cxn ang="0">
                    <a:pos x="connsiteX1" y="connsiteY1"/>
                  </a:cxn>
                </a:cxnLst>
                <a:rect l="l" t="t" r="r" b="b"/>
                <a:pathLst>
                  <a:path w="23936" h="23936">
                    <a:moveTo>
                      <a:pt x="23937" y="0"/>
                    </a:moveTo>
                    <a:lnTo>
                      <a:pt x="0" y="23937"/>
                    </a:lnTo>
                  </a:path>
                </a:pathLst>
              </a:custGeom>
              <a:ln w="9525" cap="rnd">
                <a:solidFill>
                  <a:schemeClr val="tx2"/>
                </a:solidFill>
                <a:prstDash val="solid"/>
                <a:round/>
              </a:ln>
            </p:spPr>
            <p:txBody>
              <a:bodyPr rtlCol="0" anchor="ctr"/>
              <a:lstStyle/>
              <a:p>
                <a:endParaRPr lang="en-IN"/>
              </a:p>
            </p:txBody>
          </p:sp>
          <p:sp>
            <p:nvSpPr>
              <p:cNvPr id="131" name="Freeform: Shape 130">
                <a:extLst>
                  <a:ext uri="{FF2B5EF4-FFF2-40B4-BE49-F238E27FC236}">
                    <a16:creationId xmlns:a16="http://schemas.microsoft.com/office/drawing/2014/main" id="{EF69F5E9-B0A1-4E0A-AFE2-5054F3757C02}"/>
                  </a:ext>
                </a:extLst>
              </p:cNvPr>
              <p:cNvSpPr/>
              <p:nvPr/>
            </p:nvSpPr>
            <p:spPr>
              <a:xfrm>
                <a:off x="-964748" y="3120947"/>
                <a:ext cx="88617" cy="39555"/>
              </a:xfrm>
              <a:custGeom>
                <a:avLst/>
                <a:gdLst>
                  <a:gd name="connsiteX0" fmla="*/ 88617 w 88617"/>
                  <a:gd name="connsiteY0" fmla="*/ 0 h 39555"/>
                  <a:gd name="connsiteX1" fmla="*/ 88617 w 88617"/>
                  <a:gd name="connsiteY1" fmla="*/ 24276 h 39555"/>
                  <a:gd name="connsiteX2" fmla="*/ 73338 w 88617"/>
                  <a:gd name="connsiteY2" fmla="*/ 39555 h 39555"/>
                  <a:gd name="connsiteX3" fmla="*/ 15279 w 88617"/>
                  <a:gd name="connsiteY3" fmla="*/ 39555 h 39555"/>
                  <a:gd name="connsiteX4" fmla="*/ 0 w 88617"/>
                  <a:gd name="connsiteY4" fmla="*/ 24276 h 39555"/>
                  <a:gd name="connsiteX5" fmla="*/ 0 w 88617"/>
                  <a:gd name="connsiteY5" fmla="*/ 0 h 39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617" h="39555">
                    <a:moveTo>
                      <a:pt x="88617" y="0"/>
                    </a:moveTo>
                    <a:lnTo>
                      <a:pt x="88617" y="24276"/>
                    </a:lnTo>
                    <a:cubicBezTo>
                      <a:pt x="88617" y="32765"/>
                      <a:pt x="81657" y="39555"/>
                      <a:pt x="73338" y="39555"/>
                    </a:cubicBezTo>
                    <a:lnTo>
                      <a:pt x="15279" y="39555"/>
                    </a:lnTo>
                    <a:cubicBezTo>
                      <a:pt x="6791" y="39555"/>
                      <a:pt x="0" y="32595"/>
                      <a:pt x="0" y="24276"/>
                    </a:cubicBezTo>
                    <a:lnTo>
                      <a:pt x="0" y="0"/>
                    </a:lnTo>
                  </a:path>
                </a:pathLst>
              </a:custGeom>
              <a:noFill/>
              <a:ln w="9525" cap="rnd">
                <a:solidFill>
                  <a:schemeClr val="tx2"/>
                </a:solidFill>
                <a:prstDash val="solid"/>
                <a:round/>
              </a:ln>
            </p:spPr>
            <p:txBody>
              <a:bodyPr rtlCol="0" anchor="ctr"/>
              <a:lstStyle/>
              <a:p>
                <a:endParaRPr lang="en-IN"/>
              </a:p>
            </p:txBody>
          </p:sp>
          <p:sp>
            <p:nvSpPr>
              <p:cNvPr id="132" name="Freeform: Shape 131">
                <a:extLst>
                  <a:ext uri="{FF2B5EF4-FFF2-40B4-BE49-F238E27FC236}">
                    <a16:creationId xmlns:a16="http://schemas.microsoft.com/office/drawing/2014/main" id="{83615975-C539-B33F-EFBD-539A2CDFB9A9}"/>
                  </a:ext>
                </a:extLst>
              </p:cNvPr>
              <p:cNvSpPr/>
              <p:nvPr/>
            </p:nvSpPr>
            <p:spPr>
              <a:xfrm>
                <a:off x="-956939" y="3160162"/>
                <a:ext cx="72829" cy="33443"/>
              </a:xfrm>
              <a:custGeom>
                <a:avLst/>
                <a:gdLst>
                  <a:gd name="connsiteX0" fmla="*/ 72829 w 72829"/>
                  <a:gd name="connsiteY0" fmla="*/ 0 h 33443"/>
                  <a:gd name="connsiteX1" fmla="*/ 72829 w 72829"/>
                  <a:gd name="connsiteY1" fmla="*/ 23088 h 33443"/>
                  <a:gd name="connsiteX2" fmla="*/ 62473 w 72829"/>
                  <a:gd name="connsiteY2" fmla="*/ 33444 h 33443"/>
                  <a:gd name="connsiteX3" fmla="*/ 10356 w 72829"/>
                  <a:gd name="connsiteY3" fmla="*/ 33444 h 33443"/>
                  <a:gd name="connsiteX4" fmla="*/ 0 w 72829"/>
                  <a:gd name="connsiteY4" fmla="*/ 23088 h 33443"/>
                  <a:gd name="connsiteX5" fmla="*/ 0 w 72829"/>
                  <a:gd name="connsiteY5" fmla="*/ 0 h 33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829" h="33443">
                    <a:moveTo>
                      <a:pt x="72829" y="0"/>
                    </a:moveTo>
                    <a:lnTo>
                      <a:pt x="72829" y="23088"/>
                    </a:lnTo>
                    <a:cubicBezTo>
                      <a:pt x="72829" y="28860"/>
                      <a:pt x="68076" y="33444"/>
                      <a:pt x="62473" y="33444"/>
                    </a:cubicBezTo>
                    <a:lnTo>
                      <a:pt x="10356" y="33444"/>
                    </a:lnTo>
                    <a:cubicBezTo>
                      <a:pt x="4584" y="33444"/>
                      <a:pt x="0" y="28690"/>
                      <a:pt x="0" y="23088"/>
                    </a:cubicBezTo>
                    <a:lnTo>
                      <a:pt x="0" y="0"/>
                    </a:lnTo>
                  </a:path>
                </a:pathLst>
              </a:custGeom>
              <a:noFill/>
              <a:ln w="9525" cap="rnd">
                <a:solidFill>
                  <a:schemeClr val="tx2"/>
                </a:solidFill>
                <a:prstDash val="solid"/>
                <a:round/>
              </a:ln>
            </p:spPr>
            <p:txBody>
              <a:bodyPr rtlCol="0" anchor="ctr"/>
              <a:lstStyle/>
              <a:p>
                <a:endParaRPr lang="en-IN"/>
              </a:p>
            </p:txBody>
          </p:sp>
          <p:sp>
            <p:nvSpPr>
              <p:cNvPr id="133" name="Freeform: Shape 132">
                <a:extLst>
                  <a:ext uri="{FF2B5EF4-FFF2-40B4-BE49-F238E27FC236}">
                    <a16:creationId xmlns:a16="http://schemas.microsoft.com/office/drawing/2014/main" id="{A1C5CD89-A5C5-FF9D-43A6-BF3F0B057CAD}"/>
                  </a:ext>
                </a:extLst>
              </p:cNvPr>
              <p:cNvSpPr/>
              <p:nvPr/>
            </p:nvSpPr>
            <p:spPr>
              <a:xfrm>
                <a:off x="-940642" y="3194115"/>
                <a:ext cx="40234" cy="16806"/>
              </a:xfrm>
              <a:custGeom>
                <a:avLst/>
                <a:gdLst>
                  <a:gd name="connsiteX0" fmla="*/ 0 w 40234"/>
                  <a:gd name="connsiteY0" fmla="*/ 0 h 16806"/>
                  <a:gd name="connsiteX1" fmla="*/ 0 w 40234"/>
                  <a:gd name="connsiteY1" fmla="*/ 16807 h 16806"/>
                  <a:gd name="connsiteX2" fmla="*/ 40234 w 40234"/>
                  <a:gd name="connsiteY2" fmla="*/ 16807 h 16806"/>
                  <a:gd name="connsiteX3" fmla="*/ 40234 w 40234"/>
                  <a:gd name="connsiteY3" fmla="*/ 0 h 16806"/>
                </a:gdLst>
                <a:ahLst/>
                <a:cxnLst>
                  <a:cxn ang="0">
                    <a:pos x="connsiteX0" y="connsiteY0"/>
                  </a:cxn>
                  <a:cxn ang="0">
                    <a:pos x="connsiteX1" y="connsiteY1"/>
                  </a:cxn>
                  <a:cxn ang="0">
                    <a:pos x="connsiteX2" y="connsiteY2"/>
                  </a:cxn>
                  <a:cxn ang="0">
                    <a:pos x="connsiteX3" y="connsiteY3"/>
                  </a:cxn>
                </a:cxnLst>
                <a:rect l="l" t="t" r="r" b="b"/>
                <a:pathLst>
                  <a:path w="40234" h="16806">
                    <a:moveTo>
                      <a:pt x="0" y="0"/>
                    </a:moveTo>
                    <a:lnTo>
                      <a:pt x="0" y="16807"/>
                    </a:lnTo>
                    <a:lnTo>
                      <a:pt x="40234" y="16807"/>
                    </a:lnTo>
                    <a:lnTo>
                      <a:pt x="40234" y="0"/>
                    </a:lnTo>
                  </a:path>
                </a:pathLst>
              </a:custGeom>
              <a:noFill/>
              <a:ln w="9525" cap="rnd">
                <a:solidFill>
                  <a:schemeClr val="tx2"/>
                </a:solidFill>
                <a:prstDash val="solid"/>
                <a:round/>
              </a:ln>
            </p:spPr>
            <p:txBody>
              <a:bodyPr rtlCol="0" anchor="ctr"/>
              <a:lstStyle/>
              <a:p>
                <a:endParaRPr lang="en-IN"/>
              </a:p>
            </p:txBody>
          </p:sp>
          <p:sp>
            <p:nvSpPr>
              <p:cNvPr id="134" name="Freeform: Shape 133">
                <a:extLst>
                  <a:ext uri="{FF2B5EF4-FFF2-40B4-BE49-F238E27FC236}">
                    <a16:creationId xmlns:a16="http://schemas.microsoft.com/office/drawing/2014/main" id="{0A0AA18A-8862-D676-FAC9-4F6068A3A64E}"/>
                  </a:ext>
                </a:extLst>
              </p:cNvPr>
              <p:cNvSpPr/>
              <p:nvPr/>
            </p:nvSpPr>
            <p:spPr>
              <a:xfrm>
                <a:off x="-940642" y="3071206"/>
                <a:ext cx="40234" cy="16806"/>
              </a:xfrm>
              <a:custGeom>
                <a:avLst/>
                <a:gdLst>
                  <a:gd name="connsiteX0" fmla="*/ 0 w 40234"/>
                  <a:gd name="connsiteY0" fmla="*/ 0 h 16806"/>
                  <a:gd name="connsiteX1" fmla="*/ 0 w 40234"/>
                  <a:gd name="connsiteY1" fmla="*/ 16807 h 16806"/>
                  <a:gd name="connsiteX2" fmla="*/ 40234 w 40234"/>
                  <a:gd name="connsiteY2" fmla="*/ 16807 h 16806"/>
                  <a:gd name="connsiteX3" fmla="*/ 40234 w 40234"/>
                  <a:gd name="connsiteY3" fmla="*/ 0 h 16806"/>
                </a:gdLst>
                <a:ahLst/>
                <a:cxnLst>
                  <a:cxn ang="0">
                    <a:pos x="connsiteX0" y="connsiteY0"/>
                  </a:cxn>
                  <a:cxn ang="0">
                    <a:pos x="connsiteX1" y="connsiteY1"/>
                  </a:cxn>
                  <a:cxn ang="0">
                    <a:pos x="connsiteX2" y="connsiteY2"/>
                  </a:cxn>
                  <a:cxn ang="0">
                    <a:pos x="connsiteX3" y="connsiteY3"/>
                  </a:cxn>
                </a:cxnLst>
                <a:rect l="l" t="t" r="r" b="b"/>
                <a:pathLst>
                  <a:path w="40234" h="16806">
                    <a:moveTo>
                      <a:pt x="0" y="0"/>
                    </a:moveTo>
                    <a:lnTo>
                      <a:pt x="0" y="16807"/>
                    </a:lnTo>
                    <a:lnTo>
                      <a:pt x="40234" y="16807"/>
                    </a:lnTo>
                    <a:lnTo>
                      <a:pt x="40234" y="0"/>
                    </a:lnTo>
                  </a:path>
                </a:pathLst>
              </a:custGeom>
              <a:noFill/>
              <a:ln w="9525" cap="rnd">
                <a:solidFill>
                  <a:schemeClr val="tx2"/>
                </a:solidFill>
                <a:prstDash val="solid"/>
                <a:round/>
              </a:ln>
            </p:spPr>
            <p:txBody>
              <a:bodyPr rtlCol="0" anchor="ctr"/>
              <a:lstStyle/>
              <a:p>
                <a:endParaRPr lang="en-IN"/>
              </a:p>
            </p:txBody>
          </p:sp>
          <p:sp>
            <p:nvSpPr>
              <p:cNvPr id="135" name="Freeform: Shape 134">
                <a:extLst>
                  <a:ext uri="{FF2B5EF4-FFF2-40B4-BE49-F238E27FC236}">
                    <a16:creationId xmlns:a16="http://schemas.microsoft.com/office/drawing/2014/main" id="{519546F0-BA0E-1C5F-1788-063C017D62B1}"/>
                  </a:ext>
                </a:extLst>
              </p:cNvPr>
              <p:cNvSpPr/>
              <p:nvPr/>
            </p:nvSpPr>
            <p:spPr>
              <a:xfrm>
                <a:off x="-920440" y="3070526"/>
                <a:ext cx="16976" cy="122060"/>
              </a:xfrm>
              <a:custGeom>
                <a:avLst/>
                <a:gdLst>
                  <a:gd name="connsiteX0" fmla="*/ 0 w 16976"/>
                  <a:gd name="connsiteY0" fmla="*/ 0 h 122060"/>
                  <a:gd name="connsiteX1" fmla="*/ 0 w 16976"/>
                  <a:gd name="connsiteY1" fmla="*/ 122061 h 122060"/>
                </a:gdLst>
                <a:ahLst/>
                <a:cxnLst>
                  <a:cxn ang="0">
                    <a:pos x="connsiteX0" y="connsiteY0"/>
                  </a:cxn>
                  <a:cxn ang="0">
                    <a:pos x="connsiteX1" y="connsiteY1"/>
                  </a:cxn>
                </a:cxnLst>
                <a:rect l="l" t="t" r="r" b="b"/>
                <a:pathLst>
                  <a:path w="16976" h="122060">
                    <a:moveTo>
                      <a:pt x="0" y="0"/>
                    </a:moveTo>
                    <a:lnTo>
                      <a:pt x="0" y="122061"/>
                    </a:lnTo>
                  </a:path>
                </a:pathLst>
              </a:custGeom>
              <a:ln w="9525" cap="rnd">
                <a:solidFill>
                  <a:schemeClr val="tx2"/>
                </a:solidFill>
                <a:prstDash val="solid"/>
                <a:round/>
              </a:ln>
            </p:spPr>
            <p:txBody>
              <a:bodyPr rtlCol="0" anchor="ctr"/>
              <a:lstStyle/>
              <a:p>
                <a:endParaRPr lang="en-IN"/>
              </a:p>
            </p:txBody>
          </p:sp>
          <p:sp>
            <p:nvSpPr>
              <p:cNvPr id="136" name="Freeform: Shape 135">
                <a:extLst>
                  <a:ext uri="{FF2B5EF4-FFF2-40B4-BE49-F238E27FC236}">
                    <a16:creationId xmlns:a16="http://schemas.microsoft.com/office/drawing/2014/main" id="{CAEAE14C-9A94-1EE2-FBD9-79074626FE56}"/>
                  </a:ext>
                </a:extLst>
              </p:cNvPr>
              <p:cNvSpPr/>
              <p:nvPr/>
            </p:nvSpPr>
            <p:spPr>
              <a:xfrm>
                <a:off x="-989364" y="2999225"/>
                <a:ext cx="137849" cy="124607"/>
              </a:xfrm>
              <a:custGeom>
                <a:avLst/>
                <a:gdLst>
                  <a:gd name="connsiteX0" fmla="*/ 24616 w 137849"/>
                  <a:gd name="connsiteY0" fmla="*/ 124607 h 124607"/>
                  <a:gd name="connsiteX1" fmla="*/ 24616 w 137849"/>
                  <a:gd name="connsiteY1" fmla="*/ 121721 h 124607"/>
                  <a:gd name="connsiteX2" fmla="*/ 0 w 137849"/>
                  <a:gd name="connsiteY2" fmla="*/ 68925 h 124607"/>
                  <a:gd name="connsiteX3" fmla="*/ 68925 w 137849"/>
                  <a:gd name="connsiteY3" fmla="*/ 0 h 124607"/>
                  <a:gd name="connsiteX4" fmla="*/ 137849 w 137849"/>
                  <a:gd name="connsiteY4" fmla="*/ 68925 h 124607"/>
                  <a:gd name="connsiteX5" fmla="*/ 113233 w 137849"/>
                  <a:gd name="connsiteY5" fmla="*/ 121721 h 124607"/>
                  <a:gd name="connsiteX6" fmla="*/ 113233 w 137849"/>
                  <a:gd name="connsiteY6" fmla="*/ 124607 h 124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49" h="124607">
                    <a:moveTo>
                      <a:pt x="24616" y="124607"/>
                    </a:moveTo>
                    <a:lnTo>
                      <a:pt x="24616" y="121721"/>
                    </a:lnTo>
                    <a:cubicBezTo>
                      <a:pt x="9507" y="109159"/>
                      <a:pt x="0" y="90145"/>
                      <a:pt x="0" y="68925"/>
                    </a:cubicBezTo>
                    <a:cubicBezTo>
                      <a:pt x="0" y="30897"/>
                      <a:pt x="30897" y="0"/>
                      <a:pt x="68925" y="0"/>
                    </a:cubicBezTo>
                    <a:cubicBezTo>
                      <a:pt x="106952" y="0"/>
                      <a:pt x="137849" y="30897"/>
                      <a:pt x="137849" y="68925"/>
                    </a:cubicBezTo>
                    <a:cubicBezTo>
                      <a:pt x="137849" y="90145"/>
                      <a:pt x="128342" y="108989"/>
                      <a:pt x="113233" y="121721"/>
                    </a:cubicBezTo>
                    <a:lnTo>
                      <a:pt x="113233" y="124607"/>
                    </a:lnTo>
                  </a:path>
                </a:pathLst>
              </a:custGeom>
              <a:noFill/>
              <a:ln w="9525" cap="rnd">
                <a:solidFill>
                  <a:schemeClr val="tx2"/>
                </a:solidFill>
                <a:prstDash val="solid"/>
                <a:round/>
              </a:ln>
            </p:spPr>
            <p:txBody>
              <a:bodyPr rtlCol="0" anchor="ctr"/>
              <a:lstStyle/>
              <a:p>
                <a:endParaRPr lang="en-IN"/>
              </a:p>
            </p:txBody>
          </p:sp>
        </p:grpSp>
      </p:grpSp>
      <p:grpSp>
        <p:nvGrpSpPr>
          <p:cNvPr id="137" name="Graphic 54">
            <a:extLst>
              <a:ext uri="{FF2B5EF4-FFF2-40B4-BE49-F238E27FC236}">
                <a16:creationId xmlns:a16="http://schemas.microsoft.com/office/drawing/2014/main" id="{6E2E0463-A482-058C-492E-9BBE63F8499A}"/>
              </a:ext>
            </a:extLst>
          </p:cNvPr>
          <p:cNvGrpSpPr/>
          <p:nvPr/>
        </p:nvGrpSpPr>
        <p:grpSpPr>
          <a:xfrm>
            <a:off x="6619940" y="4624679"/>
            <a:ext cx="390460" cy="325202"/>
            <a:chOff x="-1160827" y="3678115"/>
            <a:chExt cx="545454" cy="454290"/>
          </a:xfrm>
          <a:noFill/>
        </p:grpSpPr>
        <p:sp>
          <p:nvSpPr>
            <p:cNvPr id="138" name="Freeform: Shape 137">
              <a:extLst>
                <a:ext uri="{FF2B5EF4-FFF2-40B4-BE49-F238E27FC236}">
                  <a16:creationId xmlns:a16="http://schemas.microsoft.com/office/drawing/2014/main" id="{2567EB24-7CBA-9AF8-2201-9D6E49D702C8}"/>
                </a:ext>
              </a:extLst>
            </p:cNvPr>
            <p:cNvSpPr/>
            <p:nvPr/>
          </p:nvSpPr>
          <p:spPr>
            <a:xfrm>
              <a:off x="-1029768" y="3678115"/>
              <a:ext cx="181987" cy="175197"/>
            </a:xfrm>
            <a:custGeom>
              <a:avLst/>
              <a:gdLst>
                <a:gd name="connsiteX0" fmla="*/ 147695 w 181987"/>
                <a:gd name="connsiteY0" fmla="*/ 0 h 175197"/>
                <a:gd name="connsiteX1" fmla="*/ 34293 w 181987"/>
                <a:gd name="connsiteY1" fmla="*/ 0 h 175197"/>
                <a:gd name="connsiteX2" fmla="*/ 0 w 181987"/>
                <a:gd name="connsiteY2" fmla="*/ 34293 h 175197"/>
                <a:gd name="connsiteX3" fmla="*/ 0 w 181987"/>
                <a:gd name="connsiteY3" fmla="*/ 90145 h 175197"/>
                <a:gd name="connsiteX4" fmla="*/ 34293 w 181987"/>
                <a:gd name="connsiteY4" fmla="*/ 124438 h 175197"/>
                <a:gd name="connsiteX5" fmla="*/ 37178 w 181987"/>
                <a:gd name="connsiteY5" fmla="*/ 124438 h 175197"/>
                <a:gd name="connsiteX6" fmla="*/ 37518 w 181987"/>
                <a:gd name="connsiteY6" fmla="*/ 175197 h 175197"/>
                <a:gd name="connsiteX7" fmla="*/ 94220 w 181987"/>
                <a:gd name="connsiteY7" fmla="*/ 124438 h 175197"/>
                <a:gd name="connsiteX8" fmla="*/ 147695 w 181987"/>
                <a:gd name="connsiteY8" fmla="*/ 124438 h 175197"/>
                <a:gd name="connsiteX9" fmla="*/ 181988 w 181987"/>
                <a:gd name="connsiteY9" fmla="*/ 90145 h 175197"/>
                <a:gd name="connsiteX10" fmla="*/ 181988 w 181987"/>
                <a:gd name="connsiteY10" fmla="*/ 34293 h 175197"/>
                <a:gd name="connsiteX11" fmla="*/ 147695 w 181987"/>
                <a:gd name="connsiteY11" fmla="*/ 0 h 175197"/>
                <a:gd name="connsiteX12" fmla="*/ 35651 w 181987"/>
                <a:gd name="connsiteY12" fmla="*/ 47025 h 175197"/>
                <a:gd name="connsiteX13" fmla="*/ 152449 w 181987"/>
                <a:gd name="connsiteY13" fmla="*/ 47025 h 175197"/>
                <a:gd name="connsiteX14" fmla="*/ 35651 w 181987"/>
                <a:gd name="connsiteY14" fmla="*/ 82336 h 175197"/>
                <a:gd name="connsiteX15" fmla="*/ 152449 w 181987"/>
                <a:gd name="connsiteY15" fmla="*/ 82336 h 175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987" h="175197">
                  <a:moveTo>
                    <a:pt x="147695" y="0"/>
                  </a:moveTo>
                  <a:lnTo>
                    <a:pt x="34293" y="0"/>
                  </a:lnTo>
                  <a:cubicBezTo>
                    <a:pt x="15279" y="0"/>
                    <a:pt x="0" y="15449"/>
                    <a:pt x="0" y="34293"/>
                  </a:cubicBezTo>
                  <a:lnTo>
                    <a:pt x="0" y="90145"/>
                  </a:lnTo>
                  <a:cubicBezTo>
                    <a:pt x="0" y="109159"/>
                    <a:pt x="15449" y="124438"/>
                    <a:pt x="34293" y="124438"/>
                  </a:cubicBezTo>
                  <a:lnTo>
                    <a:pt x="37178" y="124438"/>
                  </a:lnTo>
                  <a:lnTo>
                    <a:pt x="37518" y="175197"/>
                  </a:lnTo>
                  <a:lnTo>
                    <a:pt x="94220" y="124438"/>
                  </a:lnTo>
                  <a:lnTo>
                    <a:pt x="147695" y="124438"/>
                  </a:lnTo>
                  <a:cubicBezTo>
                    <a:pt x="166709" y="124438"/>
                    <a:pt x="181988" y="108989"/>
                    <a:pt x="181988" y="90145"/>
                  </a:cubicBezTo>
                  <a:lnTo>
                    <a:pt x="181988" y="34293"/>
                  </a:lnTo>
                  <a:cubicBezTo>
                    <a:pt x="181988" y="15279"/>
                    <a:pt x="166539" y="0"/>
                    <a:pt x="147695" y="0"/>
                  </a:cubicBezTo>
                  <a:close/>
                  <a:moveTo>
                    <a:pt x="35651" y="47025"/>
                  </a:moveTo>
                  <a:lnTo>
                    <a:pt x="152449" y="47025"/>
                  </a:lnTo>
                  <a:moveTo>
                    <a:pt x="35651" y="82336"/>
                  </a:moveTo>
                  <a:lnTo>
                    <a:pt x="152449" y="82336"/>
                  </a:lnTo>
                </a:path>
              </a:pathLst>
            </a:custGeom>
            <a:noFill/>
            <a:ln w="9525" cap="rnd">
              <a:solidFill>
                <a:schemeClr val="tx2"/>
              </a:solidFill>
              <a:prstDash val="solid"/>
              <a:round/>
            </a:ln>
          </p:spPr>
          <p:txBody>
            <a:bodyPr rtlCol="0" anchor="ctr"/>
            <a:lstStyle/>
            <a:p>
              <a:endParaRPr lang="en-IN"/>
            </a:p>
          </p:txBody>
        </p:sp>
        <p:sp>
          <p:nvSpPr>
            <p:cNvPr id="139" name="Freeform: Shape 138">
              <a:extLst>
                <a:ext uri="{FF2B5EF4-FFF2-40B4-BE49-F238E27FC236}">
                  <a16:creationId xmlns:a16="http://schemas.microsoft.com/office/drawing/2014/main" id="{E5389E56-2439-E45B-7ED2-F76D38BEC38A}"/>
                </a:ext>
              </a:extLst>
            </p:cNvPr>
            <p:cNvSpPr/>
            <p:nvPr/>
          </p:nvSpPr>
          <p:spPr>
            <a:xfrm>
              <a:off x="-942679" y="3727177"/>
              <a:ext cx="179780" cy="175197"/>
            </a:xfrm>
            <a:custGeom>
              <a:avLst/>
              <a:gdLst>
                <a:gd name="connsiteX0" fmla="*/ 0 w 179780"/>
                <a:gd name="connsiteY0" fmla="*/ 104745 h 175197"/>
                <a:gd name="connsiteX1" fmla="*/ 32086 w 179780"/>
                <a:gd name="connsiteY1" fmla="*/ 124437 h 175197"/>
                <a:gd name="connsiteX2" fmla="*/ 85561 w 179780"/>
                <a:gd name="connsiteY2" fmla="*/ 124437 h 175197"/>
                <a:gd name="connsiteX3" fmla="*/ 142263 w 179780"/>
                <a:gd name="connsiteY3" fmla="*/ 175197 h 175197"/>
                <a:gd name="connsiteX4" fmla="*/ 142602 w 179780"/>
                <a:gd name="connsiteY4" fmla="*/ 124437 h 175197"/>
                <a:gd name="connsiteX5" fmla="*/ 145488 w 179780"/>
                <a:gd name="connsiteY5" fmla="*/ 124437 h 175197"/>
                <a:gd name="connsiteX6" fmla="*/ 179781 w 179780"/>
                <a:gd name="connsiteY6" fmla="*/ 90145 h 175197"/>
                <a:gd name="connsiteX7" fmla="*/ 179781 w 179780"/>
                <a:gd name="connsiteY7" fmla="*/ 34292 h 175197"/>
                <a:gd name="connsiteX8" fmla="*/ 145488 w 179780"/>
                <a:gd name="connsiteY8" fmla="*/ 0 h 175197"/>
                <a:gd name="connsiteX9" fmla="*/ 110687 w 179780"/>
                <a:gd name="connsiteY9" fmla="*/ 0 h 175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780" h="175197">
                  <a:moveTo>
                    <a:pt x="0" y="104745"/>
                  </a:moveTo>
                  <a:cubicBezTo>
                    <a:pt x="5942" y="115270"/>
                    <a:pt x="19183" y="124437"/>
                    <a:pt x="32086" y="124437"/>
                  </a:cubicBezTo>
                  <a:lnTo>
                    <a:pt x="85561" y="124437"/>
                  </a:lnTo>
                  <a:lnTo>
                    <a:pt x="142263" y="175197"/>
                  </a:lnTo>
                  <a:lnTo>
                    <a:pt x="142602" y="124437"/>
                  </a:lnTo>
                  <a:lnTo>
                    <a:pt x="145488" y="124437"/>
                  </a:lnTo>
                  <a:cubicBezTo>
                    <a:pt x="164502" y="124437"/>
                    <a:pt x="179781" y="108989"/>
                    <a:pt x="179781" y="90145"/>
                  </a:cubicBezTo>
                  <a:lnTo>
                    <a:pt x="179781" y="34292"/>
                  </a:lnTo>
                  <a:cubicBezTo>
                    <a:pt x="179781" y="15279"/>
                    <a:pt x="164332" y="0"/>
                    <a:pt x="145488" y="0"/>
                  </a:cubicBezTo>
                  <a:lnTo>
                    <a:pt x="110687" y="0"/>
                  </a:lnTo>
                </a:path>
              </a:pathLst>
            </a:custGeom>
            <a:noFill/>
            <a:ln w="9525" cap="rnd">
              <a:solidFill>
                <a:schemeClr val="tx2"/>
              </a:solidFill>
              <a:prstDash val="solid"/>
              <a:round/>
            </a:ln>
          </p:spPr>
          <p:txBody>
            <a:bodyPr rtlCol="0" anchor="ctr"/>
            <a:lstStyle/>
            <a:p>
              <a:endParaRPr lang="en-IN"/>
            </a:p>
          </p:txBody>
        </p:sp>
        <p:sp>
          <p:nvSpPr>
            <p:cNvPr id="140" name="Freeform: Shape 139">
              <a:extLst>
                <a:ext uri="{FF2B5EF4-FFF2-40B4-BE49-F238E27FC236}">
                  <a16:creationId xmlns:a16="http://schemas.microsoft.com/office/drawing/2014/main" id="{4BA107E5-2FA0-0215-DF35-2C3C3C2AB705}"/>
                </a:ext>
              </a:extLst>
            </p:cNvPr>
            <p:cNvSpPr/>
            <p:nvPr/>
          </p:nvSpPr>
          <p:spPr>
            <a:xfrm>
              <a:off x="-1108369" y="3868252"/>
              <a:ext cx="99482" cy="99482"/>
            </a:xfrm>
            <a:custGeom>
              <a:avLst/>
              <a:gdLst>
                <a:gd name="connsiteX0" fmla="*/ 99482 w 99482"/>
                <a:gd name="connsiteY0" fmla="*/ 49741 h 99482"/>
                <a:gd name="connsiteX1" fmla="*/ 49741 w 99482"/>
                <a:gd name="connsiteY1" fmla="*/ 99482 h 99482"/>
                <a:gd name="connsiteX2" fmla="*/ 0 w 99482"/>
                <a:gd name="connsiteY2" fmla="*/ 49741 h 99482"/>
                <a:gd name="connsiteX3" fmla="*/ 49741 w 99482"/>
                <a:gd name="connsiteY3" fmla="*/ 0 h 99482"/>
                <a:gd name="connsiteX4" fmla="*/ 99482 w 99482"/>
                <a:gd name="connsiteY4" fmla="*/ 49741 h 99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82" h="99482">
                  <a:moveTo>
                    <a:pt x="99482" y="49741"/>
                  </a:moveTo>
                  <a:cubicBezTo>
                    <a:pt x="99482" y="77212"/>
                    <a:pt x="77212" y="99482"/>
                    <a:pt x="49741" y="99482"/>
                  </a:cubicBezTo>
                  <a:cubicBezTo>
                    <a:pt x="22270" y="99482"/>
                    <a:pt x="0" y="77212"/>
                    <a:pt x="0" y="49741"/>
                  </a:cubicBezTo>
                  <a:cubicBezTo>
                    <a:pt x="0" y="22270"/>
                    <a:pt x="22270" y="0"/>
                    <a:pt x="49741" y="0"/>
                  </a:cubicBezTo>
                  <a:cubicBezTo>
                    <a:pt x="77212" y="0"/>
                    <a:pt x="99482" y="22270"/>
                    <a:pt x="99482" y="49741"/>
                  </a:cubicBezTo>
                  <a:close/>
                </a:path>
              </a:pathLst>
            </a:custGeom>
            <a:noFill/>
            <a:ln w="9525" cap="rnd">
              <a:solidFill>
                <a:schemeClr val="tx2"/>
              </a:solidFill>
              <a:prstDash val="solid"/>
              <a:round/>
            </a:ln>
          </p:spPr>
          <p:txBody>
            <a:bodyPr rtlCol="0" anchor="ctr"/>
            <a:lstStyle/>
            <a:p>
              <a:endParaRPr lang="en-IN"/>
            </a:p>
          </p:txBody>
        </p:sp>
        <p:sp>
          <p:nvSpPr>
            <p:cNvPr id="141" name="Freeform: Shape 140">
              <a:extLst>
                <a:ext uri="{FF2B5EF4-FFF2-40B4-BE49-F238E27FC236}">
                  <a16:creationId xmlns:a16="http://schemas.microsoft.com/office/drawing/2014/main" id="{F0B6850B-5423-D2F4-3F29-79500CB6C009}"/>
                </a:ext>
              </a:extLst>
            </p:cNvPr>
            <p:cNvSpPr/>
            <p:nvPr/>
          </p:nvSpPr>
          <p:spPr>
            <a:xfrm>
              <a:off x="-1160827" y="4011873"/>
              <a:ext cx="204396" cy="120533"/>
            </a:xfrm>
            <a:custGeom>
              <a:avLst/>
              <a:gdLst>
                <a:gd name="connsiteX0" fmla="*/ 48213 w 204396"/>
                <a:gd name="connsiteY0" fmla="*/ 0 h 120533"/>
                <a:gd name="connsiteX1" fmla="*/ 156014 w 204396"/>
                <a:gd name="connsiteY1" fmla="*/ 0 h 120533"/>
                <a:gd name="connsiteX2" fmla="*/ 204397 w 204396"/>
                <a:gd name="connsiteY2" fmla="*/ 48383 h 120533"/>
                <a:gd name="connsiteX3" fmla="*/ 204397 w 204396"/>
                <a:gd name="connsiteY3" fmla="*/ 120533 h 120533"/>
                <a:gd name="connsiteX4" fmla="*/ 0 w 204396"/>
                <a:gd name="connsiteY4" fmla="*/ 120533 h 120533"/>
                <a:gd name="connsiteX5" fmla="*/ 0 w 204396"/>
                <a:gd name="connsiteY5" fmla="*/ 48383 h 120533"/>
                <a:gd name="connsiteX6" fmla="*/ 48383 w 204396"/>
                <a:gd name="connsiteY6" fmla="*/ 0 h 120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396" h="120533">
                  <a:moveTo>
                    <a:pt x="48213" y="0"/>
                  </a:moveTo>
                  <a:lnTo>
                    <a:pt x="156014" y="0"/>
                  </a:lnTo>
                  <a:cubicBezTo>
                    <a:pt x="182667" y="0"/>
                    <a:pt x="204397" y="21730"/>
                    <a:pt x="204397" y="48383"/>
                  </a:cubicBezTo>
                  <a:lnTo>
                    <a:pt x="204397" y="120533"/>
                  </a:lnTo>
                  <a:lnTo>
                    <a:pt x="0" y="120533"/>
                  </a:lnTo>
                  <a:lnTo>
                    <a:pt x="0" y="48383"/>
                  </a:lnTo>
                  <a:cubicBezTo>
                    <a:pt x="0" y="21730"/>
                    <a:pt x="21730" y="0"/>
                    <a:pt x="48383" y="0"/>
                  </a:cubicBezTo>
                  <a:close/>
                </a:path>
              </a:pathLst>
            </a:custGeom>
            <a:noFill/>
            <a:ln w="9525" cap="rnd">
              <a:solidFill>
                <a:schemeClr val="tx2"/>
              </a:solidFill>
              <a:prstDash val="solid"/>
              <a:round/>
            </a:ln>
          </p:spPr>
          <p:txBody>
            <a:bodyPr rtlCol="0" anchor="ctr"/>
            <a:lstStyle/>
            <a:p>
              <a:endParaRPr lang="en-IN"/>
            </a:p>
          </p:txBody>
        </p:sp>
        <p:sp>
          <p:nvSpPr>
            <p:cNvPr id="142" name="Freeform: Shape 141">
              <a:extLst>
                <a:ext uri="{FF2B5EF4-FFF2-40B4-BE49-F238E27FC236}">
                  <a16:creationId xmlns:a16="http://schemas.microsoft.com/office/drawing/2014/main" id="{BA6DDB01-0950-31BB-DA4F-BFCBA2F493D4}"/>
                </a:ext>
              </a:extLst>
            </p:cNvPr>
            <p:cNvSpPr/>
            <p:nvPr/>
          </p:nvSpPr>
          <p:spPr>
            <a:xfrm>
              <a:off x="-767312" y="3868252"/>
              <a:ext cx="99482" cy="99482"/>
            </a:xfrm>
            <a:custGeom>
              <a:avLst/>
              <a:gdLst>
                <a:gd name="connsiteX0" fmla="*/ 99482 w 99482"/>
                <a:gd name="connsiteY0" fmla="*/ 49741 h 99482"/>
                <a:gd name="connsiteX1" fmla="*/ 49741 w 99482"/>
                <a:gd name="connsiteY1" fmla="*/ 99482 h 99482"/>
                <a:gd name="connsiteX2" fmla="*/ 0 w 99482"/>
                <a:gd name="connsiteY2" fmla="*/ 49741 h 99482"/>
                <a:gd name="connsiteX3" fmla="*/ 49741 w 99482"/>
                <a:gd name="connsiteY3" fmla="*/ 0 h 99482"/>
                <a:gd name="connsiteX4" fmla="*/ 99482 w 99482"/>
                <a:gd name="connsiteY4" fmla="*/ 49741 h 99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82" h="99482">
                  <a:moveTo>
                    <a:pt x="99482" y="49741"/>
                  </a:moveTo>
                  <a:cubicBezTo>
                    <a:pt x="99482" y="77212"/>
                    <a:pt x="77212" y="99482"/>
                    <a:pt x="49741" y="99482"/>
                  </a:cubicBezTo>
                  <a:cubicBezTo>
                    <a:pt x="22270" y="99482"/>
                    <a:pt x="0" y="77212"/>
                    <a:pt x="0" y="49741"/>
                  </a:cubicBezTo>
                  <a:cubicBezTo>
                    <a:pt x="0" y="22270"/>
                    <a:pt x="22270" y="0"/>
                    <a:pt x="49741" y="0"/>
                  </a:cubicBezTo>
                  <a:cubicBezTo>
                    <a:pt x="77212" y="0"/>
                    <a:pt x="99482" y="22270"/>
                    <a:pt x="99482" y="49741"/>
                  </a:cubicBezTo>
                  <a:close/>
                </a:path>
              </a:pathLst>
            </a:custGeom>
            <a:noFill/>
            <a:ln w="9525" cap="rnd">
              <a:solidFill>
                <a:schemeClr val="tx2"/>
              </a:solidFill>
              <a:prstDash val="solid"/>
              <a:round/>
            </a:ln>
          </p:spPr>
          <p:txBody>
            <a:bodyPr rtlCol="0" anchor="ctr"/>
            <a:lstStyle/>
            <a:p>
              <a:endParaRPr lang="en-IN"/>
            </a:p>
          </p:txBody>
        </p:sp>
        <p:sp>
          <p:nvSpPr>
            <p:cNvPr id="143" name="Freeform: Shape 142">
              <a:extLst>
                <a:ext uri="{FF2B5EF4-FFF2-40B4-BE49-F238E27FC236}">
                  <a16:creationId xmlns:a16="http://schemas.microsoft.com/office/drawing/2014/main" id="{2EF8B1E9-07FD-B16B-E2A6-491C1520D356}"/>
                </a:ext>
              </a:extLst>
            </p:cNvPr>
            <p:cNvSpPr/>
            <p:nvPr/>
          </p:nvSpPr>
          <p:spPr>
            <a:xfrm>
              <a:off x="-819769" y="4011873"/>
              <a:ext cx="204396" cy="120533"/>
            </a:xfrm>
            <a:custGeom>
              <a:avLst/>
              <a:gdLst>
                <a:gd name="connsiteX0" fmla="*/ 48213 w 204396"/>
                <a:gd name="connsiteY0" fmla="*/ 0 h 120533"/>
                <a:gd name="connsiteX1" fmla="*/ 156014 w 204396"/>
                <a:gd name="connsiteY1" fmla="*/ 0 h 120533"/>
                <a:gd name="connsiteX2" fmla="*/ 204397 w 204396"/>
                <a:gd name="connsiteY2" fmla="*/ 48383 h 120533"/>
                <a:gd name="connsiteX3" fmla="*/ 204397 w 204396"/>
                <a:gd name="connsiteY3" fmla="*/ 120533 h 120533"/>
                <a:gd name="connsiteX4" fmla="*/ 0 w 204396"/>
                <a:gd name="connsiteY4" fmla="*/ 120533 h 120533"/>
                <a:gd name="connsiteX5" fmla="*/ 0 w 204396"/>
                <a:gd name="connsiteY5" fmla="*/ 48383 h 120533"/>
                <a:gd name="connsiteX6" fmla="*/ 48383 w 204396"/>
                <a:gd name="connsiteY6" fmla="*/ 0 h 120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396" h="120533">
                  <a:moveTo>
                    <a:pt x="48213" y="0"/>
                  </a:moveTo>
                  <a:lnTo>
                    <a:pt x="156014" y="0"/>
                  </a:lnTo>
                  <a:cubicBezTo>
                    <a:pt x="182667" y="0"/>
                    <a:pt x="204397" y="21730"/>
                    <a:pt x="204397" y="48383"/>
                  </a:cubicBezTo>
                  <a:lnTo>
                    <a:pt x="204397" y="120533"/>
                  </a:lnTo>
                  <a:lnTo>
                    <a:pt x="0" y="120533"/>
                  </a:lnTo>
                  <a:lnTo>
                    <a:pt x="0" y="48383"/>
                  </a:lnTo>
                  <a:cubicBezTo>
                    <a:pt x="0" y="21730"/>
                    <a:pt x="21730" y="0"/>
                    <a:pt x="48383" y="0"/>
                  </a:cubicBezTo>
                  <a:close/>
                </a:path>
              </a:pathLst>
            </a:custGeom>
            <a:noFill/>
            <a:ln w="9525" cap="rnd">
              <a:solidFill>
                <a:schemeClr val="tx2"/>
              </a:solidFill>
              <a:prstDash val="solid"/>
              <a:round/>
            </a:ln>
          </p:spPr>
          <p:txBody>
            <a:bodyPr rtlCol="0" anchor="ctr"/>
            <a:lstStyle/>
            <a:p>
              <a:endParaRPr lang="en-IN"/>
            </a:p>
          </p:txBody>
        </p:sp>
      </p:grpSp>
      <p:grpSp>
        <p:nvGrpSpPr>
          <p:cNvPr id="181" name="Graphic 178">
            <a:extLst>
              <a:ext uri="{FF2B5EF4-FFF2-40B4-BE49-F238E27FC236}">
                <a16:creationId xmlns:a16="http://schemas.microsoft.com/office/drawing/2014/main" id="{0F012EB9-3C9F-66B3-576A-1E4E4A844854}"/>
              </a:ext>
            </a:extLst>
          </p:cNvPr>
          <p:cNvGrpSpPr/>
          <p:nvPr/>
        </p:nvGrpSpPr>
        <p:grpSpPr>
          <a:xfrm>
            <a:off x="7547953" y="5708032"/>
            <a:ext cx="268347" cy="357567"/>
            <a:chOff x="6807141" y="7183334"/>
            <a:chExt cx="268347" cy="357567"/>
          </a:xfrm>
          <a:noFill/>
        </p:grpSpPr>
        <p:sp>
          <p:nvSpPr>
            <p:cNvPr id="182" name="Freeform: Shape 181">
              <a:extLst>
                <a:ext uri="{FF2B5EF4-FFF2-40B4-BE49-F238E27FC236}">
                  <a16:creationId xmlns:a16="http://schemas.microsoft.com/office/drawing/2014/main" id="{87826322-2167-AA0A-F9C7-879AE28274FA}"/>
                </a:ext>
              </a:extLst>
            </p:cNvPr>
            <p:cNvSpPr/>
            <p:nvPr/>
          </p:nvSpPr>
          <p:spPr>
            <a:xfrm>
              <a:off x="6807141" y="7183334"/>
              <a:ext cx="268347" cy="357567"/>
            </a:xfrm>
            <a:custGeom>
              <a:avLst/>
              <a:gdLst>
                <a:gd name="connsiteX0" fmla="*/ 227024 w 268347"/>
                <a:gd name="connsiteY0" fmla="*/ 282970 h 357567"/>
                <a:gd name="connsiteX1" fmla="*/ 213529 w 268347"/>
                <a:gd name="connsiteY1" fmla="*/ 243246 h 357567"/>
                <a:gd name="connsiteX2" fmla="*/ 213529 w 268347"/>
                <a:gd name="connsiteY2" fmla="*/ 183356 h 357567"/>
                <a:gd name="connsiteX3" fmla="*/ 216258 w 268347"/>
                <a:gd name="connsiteY3" fmla="*/ 175927 h 357567"/>
                <a:gd name="connsiteX4" fmla="*/ 239760 w 268347"/>
                <a:gd name="connsiteY4" fmla="*/ 99359 h 357567"/>
                <a:gd name="connsiteX5" fmla="*/ 140448 w 268347"/>
                <a:gd name="connsiteY5" fmla="*/ 351 h 357567"/>
                <a:gd name="connsiteX6" fmla="*/ 23550 w 268347"/>
                <a:gd name="connsiteY6" fmla="*/ 101178 h 357567"/>
                <a:gd name="connsiteX7" fmla="*/ 23550 w 268347"/>
                <a:gd name="connsiteY7" fmla="*/ 103756 h 357567"/>
                <a:gd name="connsiteX8" fmla="*/ 15362 w 268347"/>
                <a:gd name="connsiteY8" fmla="*/ 137415 h 357567"/>
                <a:gd name="connsiteX9" fmla="*/ 1565 w 268347"/>
                <a:gd name="connsiteY9" fmla="*/ 161826 h 357567"/>
                <a:gd name="connsiteX10" fmla="*/ 9449 w 268347"/>
                <a:gd name="connsiteY10" fmla="*/ 176382 h 357567"/>
                <a:gd name="connsiteX11" fmla="*/ 23701 w 268347"/>
                <a:gd name="connsiteY11" fmla="*/ 176382 h 357567"/>
                <a:gd name="connsiteX12" fmla="*/ 23701 w 268347"/>
                <a:gd name="connsiteY12" fmla="*/ 239607 h 357567"/>
                <a:gd name="connsiteX13" fmla="*/ 31585 w 268347"/>
                <a:gd name="connsiteY13" fmla="*/ 247491 h 357567"/>
                <a:gd name="connsiteX14" fmla="*/ 82075 w 268347"/>
                <a:gd name="connsiteY14" fmla="*/ 247491 h 357567"/>
                <a:gd name="connsiteX15" fmla="*/ 82075 w 268347"/>
                <a:gd name="connsiteY15" fmla="*/ 267354 h 357567"/>
                <a:gd name="connsiteX16" fmla="*/ 67064 w 268347"/>
                <a:gd name="connsiteY16" fmla="*/ 303287 h 357567"/>
                <a:gd name="connsiteX17" fmla="*/ 37044 w 268347"/>
                <a:gd name="connsiteY17" fmla="*/ 333611 h 357567"/>
                <a:gd name="connsiteX18" fmla="*/ 46747 w 268347"/>
                <a:gd name="connsiteY18" fmla="*/ 357567 h 357567"/>
                <a:gd name="connsiteX19" fmla="*/ 253254 w 268347"/>
                <a:gd name="connsiteY19" fmla="*/ 357567 h 357567"/>
                <a:gd name="connsiteX20" fmla="*/ 265232 w 268347"/>
                <a:gd name="connsiteY20" fmla="*/ 333157 h 357567"/>
                <a:gd name="connsiteX21" fmla="*/ 227024 w 268347"/>
                <a:gd name="connsiteY21" fmla="*/ 282516 h 35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8347" h="357567">
                  <a:moveTo>
                    <a:pt x="227024" y="282970"/>
                  </a:moveTo>
                  <a:cubicBezTo>
                    <a:pt x="218381" y="271751"/>
                    <a:pt x="213529" y="257498"/>
                    <a:pt x="213529" y="243246"/>
                  </a:cubicBezTo>
                  <a:lnTo>
                    <a:pt x="213529" y="183356"/>
                  </a:lnTo>
                  <a:cubicBezTo>
                    <a:pt x="213529" y="180627"/>
                    <a:pt x="214591" y="178049"/>
                    <a:pt x="216258" y="175927"/>
                  </a:cubicBezTo>
                  <a:cubicBezTo>
                    <a:pt x="232937" y="155306"/>
                    <a:pt x="241882" y="128470"/>
                    <a:pt x="239760" y="99359"/>
                  </a:cubicBezTo>
                  <a:cubicBezTo>
                    <a:pt x="235666" y="46898"/>
                    <a:pt x="192909" y="4596"/>
                    <a:pt x="140448" y="351"/>
                  </a:cubicBezTo>
                  <a:cubicBezTo>
                    <a:pt x="79043" y="-4501"/>
                    <a:pt x="27643" y="41591"/>
                    <a:pt x="23550" y="101178"/>
                  </a:cubicBezTo>
                  <a:lnTo>
                    <a:pt x="23550" y="103756"/>
                  </a:lnTo>
                  <a:cubicBezTo>
                    <a:pt x="23550" y="113459"/>
                    <a:pt x="19759" y="128924"/>
                    <a:pt x="15362" y="137415"/>
                  </a:cubicBezTo>
                  <a:cubicBezTo>
                    <a:pt x="10510" y="146361"/>
                    <a:pt x="5658" y="155458"/>
                    <a:pt x="1565" y="161826"/>
                  </a:cubicBezTo>
                  <a:cubicBezTo>
                    <a:pt x="-2529" y="168194"/>
                    <a:pt x="1868" y="176382"/>
                    <a:pt x="9449" y="176382"/>
                  </a:cubicBezTo>
                  <a:lnTo>
                    <a:pt x="23701" y="176382"/>
                  </a:lnTo>
                  <a:lnTo>
                    <a:pt x="23701" y="239607"/>
                  </a:lnTo>
                  <a:cubicBezTo>
                    <a:pt x="23701" y="244004"/>
                    <a:pt x="27340" y="247491"/>
                    <a:pt x="31585" y="247491"/>
                  </a:cubicBezTo>
                  <a:lnTo>
                    <a:pt x="82075" y="247491"/>
                  </a:lnTo>
                  <a:lnTo>
                    <a:pt x="82075" y="267354"/>
                  </a:lnTo>
                  <a:cubicBezTo>
                    <a:pt x="82075" y="280848"/>
                    <a:pt x="76768" y="294039"/>
                    <a:pt x="67064" y="303287"/>
                  </a:cubicBezTo>
                  <a:lnTo>
                    <a:pt x="37044" y="333611"/>
                  </a:lnTo>
                  <a:cubicBezTo>
                    <a:pt x="28401" y="342557"/>
                    <a:pt x="34466" y="357567"/>
                    <a:pt x="46747" y="357567"/>
                  </a:cubicBezTo>
                  <a:lnTo>
                    <a:pt x="253254" y="357567"/>
                  </a:lnTo>
                  <a:cubicBezTo>
                    <a:pt x="265687" y="357567"/>
                    <a:pt x="272813" y="343315"/>
                    <a:pt x="265232" y="333157"/>
                  </a:cubicBezTo>
                  <a:lnTo>
                    <a:pt x="227024" y="282516"/>
                  </a:lnTo>
                  <a:close/>
                </a:path>
              </a:pathLst>
            </a:custGeom>
            <a:noFill/>
            <a:ln w="9525" cap="flat">
              <a:solidFill>
                <a:schemeClr val="tx2"/>
              </a:solidFill>
              <a:prstDash val="solid"/>
              <a:miter/>
            </a:ln>
          </p:spPr>
          <p:txBody>
            <a:bodyPr rtlCol="0" anchor="ctr"/>
            <a:lstStyle/>
            <a:p>
              <a:endParaRPr lang="en-IN"/>
            </a:p>
          </p:txBody>
        </p:sp>
        <p:sp>
          <p:nvSpPr>
            <p:cNvPr id="183" name="Freeform: Shape 182">
              <a:extLst>
                <a:ext uri="{FF2B5EF4-FFF2-40B4-BE49-F238E27FC236}">
                  <a16:creationId xmlns:a16="http://schemas.microsoft.com/office/drawing/2014/main" id="{4FA13814-E944-6B67-CF5A-9612A6772700}"/>
                </a:ext>
              </a:extLst>
            </p:cNvPr>
            <p:cNvSpPr/>
            <p:nvPr/>
          </p:nvSpPr>
          <p:spPr>
            <a:xfrm>
              <a:off x="6895281" y="7218709"/>
              <a:ext cx="96733" cy="83542"/>
            </a:xfrm>
            <a:custGeom>
              <a:avLst/>
              <a:gdLst>
                <a:gd name="connsiteX0" fmla="*/ 54280 w 96733"/>
                <a:gd name="connsiteY0" fmla="*/ 7278 h 83542"/>
                <a:gd name="connsiteX1" fmla="*/ 48367 w 96733"/>
                <a:gd name="connsiteY1" fmla="*/ 13191 h 83542"/>
                <a:gd name="connsiteX2" fmla="*/ 42453 w 96733"/>
                <a:gd name="connsiteY2" fmla="*/ 7278 h 83542"/>
                <a:gd name="connsiteX3" fmla="*/ 7278 w 96733"/>
                <a:gd name="connsiteY3" fmla="*/ 7278 h 83542"/>
                <a:gd name="connsiteX4" fmla="*/ 7278 w 96733"/>
                <a:gd name="connsiteY4" fmla="*/ 42454 h 83542"/>
                <a:gd name="connsiteX5" fmla="*/ 13191 w 96733"/>
                <a:gd name="connsiteY5" fmla="*/ 48367 h 83542"/>
                <a:gd name="connsiteX6" fmla="*/ 13191 w 96733"/>
                <a:gd name="connsiteY6" fmla="*/ 48367 h 83542"/>
                <a:gd name="connsiteX7" fmla="*/ 48367 w 96733"/>
                <a:gd name="connsiteY7" fmla="*/ 83543 h 83542"/>
                <a:gd name="connsiteX8" fmla="*/ 83542 w 96733"/>
                <a:gd name="connsiteY8" fmla="*/ 48367 h 83542"/>
                <a:gd name="connsiteX9" fmla="*/ 83542 w 96733"/>
                <a:gd name="connsiteY9" fmla="*/ 48367 h 83542"/>
                <a:gd name="connsiteX10" fmla="*/ 89456 w 96733"/>
                <a:gd name="connsiteY10" fmla="*/ 42454 h 83542"/>
                <a:gd name="connsiteX11" fmla="*/ 89456 w 96733"/>
                <a:gd name="connsiteY11" fmla="*/ 7278 h 83542"/>
                <a:gd name="connsiteX12" fmla="*/ 54280 w 96733"/>
                <a:gd name="connsiteY12" fmla="*/ 7278 h 8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733" h="83542">
                  <a:moveTo>
                    <a:pt x="54280" y="7278"/>
                  </a:moveTo>
                  <a:lnTo>
                    <a:pt x="48367" y="13191"/>
                  </a:lnTo>
                  <a:lnTo>
                    <a:pt x="42453" y="7278"/>
                  </a:lnTo>
                  <a:cubicBezTo>
                    <a:pt x="32750" y="-2426"/>
                    <a:pt x="16981" y="-2426"/>
                    <a:pt x="7278" y="7278"/>
                  </a:cubicBezTo>
                  <a:cubicBezTo>
                    <a:pt x="-2426" y="16981"/>
                    <a:pt x="-2426" y="32750"/>
                    <a:pt x="7278" y="42454"/>
                  </a:cubicBezTo>
                  <a:lnTo>
                    <a:pt x="13191" y="48367"/>
                  </a:lnTo>
                  <a:lnTo>
                    <a:pt x="13191" y="48367"/>
                  </a:lnTo>
                  <a:lnTo>
                    <a:pt x="48367" y="83543"/>
                  </a:lnTo>
                  <a:lnTo>
                    <a:pt x="83542" y="48367"/>
                  </a:lnTo>
                  <a:lnTo>
                    <a:pt x="83542" y="48367"/>
                  </a:lnTo>
                  <a:lnTo>
                    <a:pt x="89456" y="42454"/>
                  </a:lnTo>
                  <a:cubicBezTo>
                    <a:pt x="99159" y="32750"/>
                    <a:pt x="99159" y="16981"/>
                    <a:pt x="89456" y="7278"/>
                  </a:cubicBezTo>
                  <a:cubicBezTo>
                    <a:pt x="79752" y="-2426"/>
                    <a:pt x="63984" y="-2426"/>
                    <a:pt x="54280" y="7278"/>
                  </a:cubicBezTo>
                  <a:close/>
                </a:path>
              </a:pathLst>
            </a:custGeom>
            <a:noFill/>
            <a:ln w="9525" cap="rnd">
              <a:solidFill>
                <a:schemeClr val="tx2"/>
              </a:solidFill>
              <a:prstDash val="solid"/>
              <a:round/>
            </a:ln>
          </p:spPr>
          <p:txBody>
            <a:bodyPr rtlCol="0" anchor="ctr"/>
            <a:lstStyle/>
            <a:p>
              <a:endParaRPr lang="en-IN"/>
            </a:p>
          </p:txBody>
        </p:sp>
      </p:grpSp>
      <p:grpSp>
        <p:nvGrpSpPr>
          <p:cNvPr id="184" name="Graphic 178">
            <a:extLst>
              <a:ext uri="{FF2B5EF4-FFF2-40B4-BE49-F238E27FC236}">
                <a16:creationId xmlns:a16="http://schemas.microsoft.com/office/drawing/2014/main" id="{AAE81AD0-6C41-3B01-DE2C-329472880B14}"/>
              </a:ext>
            </a:extLst>
          </p:cNvPr>
          <p:cNvGrpSpPr/>
          <p:nvPr/>
        </p:nvGrpSpPr>
        <p:grpSpPr>
          <a:xfrm>
            <a:off x="9323319" y="5710238"/>
            <a:ext cx="440466" cy="353154"/>
            <a:chOff x="8384341" y="7280570"/>
            <a:chExt cx="419653" cy="336466"/>
          </a:xfrm>
          <a:noFill/>
        </p:grpSpPr>
        <p:grpSp>
          <p:nvGrpSpPr>
            <p:cNvPr id="185" name="Graphic 178">
              <a:extLst>
                <a:ext uri="{FF2B5EF4-FFF2-40B4-BE49-F238E27FC236}">
                  <a16:creationId xmlns:a16="http://schemas.microsoft.com/office/drawing/2014/main" id="{08368626-0485-BC48-B2F6-2025C58DBE91}"/>
                </a:ext>
              </a:extLst>
            </p:cNvPr>
            <p:cNvGrpSpPr/>
            <p:nvPr/>
          </p:nvGrpSpPr>
          <p:grpSpPr>
            <a:xfrm>
              <a:off x="8384341" y="7444980"/>
              <a:ext cx="419653" cy="172056"/>
              <a:chOff x="8384341" y="7444980"/>
              <a:chExt cx="419653" cy="172056"/>
            </a:xfrm>
            <a:noFill/>
          </p:grpSpPr>
          <p:sp>
            <p:nvSpPr>
              <p:cNvPr id="186" name="Freeform: Shape 185">
                <a:extLst>
                  <a:ext uri="{FF2B5EF4-FFF2-40B4-BE49-F238E27FC236}">
                    <a16:creationId xmlns:a16="http://schemas.microsoft.com/office/drawing/2014/main" id="{09B8924C-70B5-2444-E1BC-C4D754C992E1}"/>
                  </a:ext>
                </a:extLst>
              </p:cNvPr>
              <p:cNvSpPr/>
              <p:nvPr/>
            </p:nvSpPr>
            <p:spPr>
              <a:xfrm>
                <a:off x="8436802" y="7477406"/>
                <a:ext cx="367192" cy="139630"/>
              </a:xfrm>
              <a:custGeom>
                <a:avLst/>
                <a:gdLst>
                  <a:gd name="connsiteX0" fmla="*/ 0 w 367192"/>
                  <a:gd name="connsiteY0" fmla="*/ 119292 h 139630"/>
                  <a:gd name="connsiteX1" fmla="*/ 78994 w 367192"/>
                  <a:gd name="connsiteY1" fmla="*/ 73503 h 139630"/>
                  <a:gd name="connsiteX2" fmla="*/ 163750 w 367192"/>
                  <a:gd name="connsiteY2" fmla="*/ 127480 h 139630"/>
                  <a:gd name="connsiteX3" fmla="*/ 221365 w 367192"/>
                  <a:gd name="connsiteY3" fmla="*/ 135061 h 139630"/>
                  <a:gd name="connsiteX4" fmla="*/ 247141 w 367192"/>
                  <a:gd name="connsiteY4" fmla="*/ 118989 h 139630"/>
                  <a:gd name="connsiteX5" fmla="*/ 353275 w 367192"/>
                  <a:gd name="connsiteY5" fmla="*/ 44240 h 139630"/>
                  <a:gd name="connsiteX6" fmla="*/ 364646 w 367192"/>
                  <a:gd name="connsiteY6" fmla="*/ 11793 h 139630"/>
                  <a:gd name="connsiteX7" fmla="*/ 364646 w 367192"/>
                  <a:gd name="connsiteY7" fmla="*/ 11793 h 139630"/>
                  <a:gd name="connsiteX8" fmla="*/ 331442 w 367192"/>
                  <a:gd name="connsiteY8" fmla="*/ 3151 h 139630"/>
                  <a:gd name="connsiteX9" fmla="*/ 236830 w 367192"/>
                  <a:gd name="connsiteY9" fmla="*/ 45150 h 13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7192" h="139630">
                    <a:moveTo>
                      <a:pt x="0" y="119292"/>
                    </a:moveTo>
                    <a:lnTo>
                      <a:pt x="78994" y="73503"/>
                    </a:lnTo>
                    <a:cubicBezTo>
                      <a:pt x="78994" y="73503"/>
                      <a:pt x="132971" y="105646"/>
                      <a:pt x="163750" y="127480"/>
                    </a:cubicBezTo>
                    <a:cubicBezTo>
                      <a:pt x="194529" y="149313"/>
                      <a:pt x="221365" y="135061"/>
                      <a:pt x="221365" y="135061"/>
                    </a:cubicBezTo>
                    <a:lnTo>
                      <a:pt x="247141" y="118989"/>
                    </a:lnTo>
                    <a:lnTo>
                      <a:pt x="353275" y="44240"/>
                    </a:lnTo>
                    <a:cubicBezTo>
                      <a:pt x="365556" y="37721"/>
                      <a:pt x="370711" y="23165"/>
                      <a:pt x="364646" y="11793"/>
                    </a:cubicBezTo>
                    <a:lnTo>
                      <a:pt x="364646" y="11793"/>
                    </a:lnTo>
                    <a:cubicBezTo>
                      <a:pt x="358581" y="574"/>
                      <a:pt x="343723" y="-3369"/>
                      <a:pt x="331442" y="3151"/>
                    </a:cubicBezTo>
                    <a:lnTo>
                      <a:pt x="236830" y="45150"/>
                    </a:lnTo>
                  </a:path>
                </a:pathLst>
              </a:custGeom>
              <a:noFill/>
              <a:ln w="9525" cap="rnd">
                <a:solidFill>
                  <a:schemeClr val="tx2"/>
                </a:solidFill>
                <a:prstDash val="solid"/>
                <a:round/>
              </a:ln>
            </p:spPr>
            <p:txBody>
              <a:bodyPr rtlCol="0" anchor="ctr"/>
              <a:lstStyle/>
              <a:p>
                <a:endParaRPr lang="en-IN"/>
              </a:p>
            </p:txBody>
          </p:sp>
          <p:sp>
            <p:nvSpPr>
              <p:cNvPr id="187" name="Freeform: Shape 186">
                <a:extLst>
                  <a:ext uri="{FF2B5EF4-FFF2-40B4-BE49-F238E27FC236}">
                    <a16:creationId xmlns:a16="http://schemas.microsoft.com/office/drawing/2014/main" id="{7FB76669-DB99-7F23-1CD3-0D6E4FD0A511}"/>
                  </a:ext>
                </a:extLst>
              </p:cNvPr>
              <p:cNvSpPr/>
              <p:nvPr/>
            </p:nvSpPr>
            <p:spPr>
              <a:xfrm>
                <a:off x="8436953" y="7444980"/>
                <a:ext cx="236800" cy="104685"/>
              </a:xfrm>
              <a:custGeom>
                <a:avLst/>
                <a:gdLst>
                  <a:gd name="connsiteX0" fmla="*/ 150710 w 236800"/>
                  <a:gd name="connsiteY0" fmla="*/ 73330 h 104685"/>
                  <a:gd name="connsiteX1" fmla="*/ 194680 w 236800"/>
                  <a:gd name="connsiteY1" fmla="*/ 100470 h 104685"/>
                  <a:gd name="connsiteX2" fmla="*/ 232585 w 236800"/>
                  <a:gd name="connsiteY2" fmla="*/ 91979 h 104685"/>
                  <a:gd name="connsiteX3" fmla="*/ 232585 w 236800"/>
                  <a:gd name="connsiteY3" fmla="*/ 91979 h 104685"/>
                  <a:gd name="connsiteX4" fmla="*/ 224094 w 236800"/>
                  <a:gd name="connsiteY4" fmla="*/ 54074 h 104685"/>
                  <a:gd name="connsiteX5" fmla="*/ 153894 w 236800"/>
                  <a:gd name="connsiteY5" fmla="*/ 9043 h 104685"/>
                  <a:gd name="connsiteX6" fmla="*/ 61709 w 236800"/>
                  <a:gd name="connsiteY6" fmla="*/ 21325 h 104685"/>
                  <a:gd name="connsiteX7" fmla="*/ 0 w 236800"/>
                  <a:gd name="connsiteY7" fmla="*/ 60139 h 104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00" h="104685">
                    <a:moveTo>
                      <a:pt x="150710" y="73330"/>
                    </a:moveTo>
                    <a:lnTo>
                      <a:pt x="194680" y="100470"/>
                    </a:lnTo>
                    <a:cubicBezTo>
                      <a:pt x="207416" y="108506"/>
                      <a:pt x="224397" y="104716"/>
                      <a:pt x="232585" y="91979"/>
                    </a:cubicBezTo>
                    <a:lnTo>
                      <a:pt x="232585" y="91979"/>
                    </a:lnTo>
                    <a:cubicBezTo>
                      <a:pt x="240621" y="79243"/>
                      <a:pt x="236830" y="62262"/>
                      <a:pt x="224094" y="54074"/>
                    </a:cubicBezTo>
                    <a:lnTo>
                      <a:pt x="153894" y="9043"/>
                    </a:lnTo>
                    <a:cubicBezTo>
                      <a:pt x="153894" y="9043"/>
                      <a:pt x="124025" y="-17945"/>
                      <a:pt x="61709" y="21325"/>
                    </a:cubicBezTo>
                    <a:lnTo>
                      <a:pt x="0" y="60139"/>
                    </a:lnTo>
                  </a:path>
                </a:pathLst>
              </a:custGeom>
              <a:noFill/>
              <a:ln w="9525" cap="rnd">
                <a:solidFill>
                  <a:schemeClr val="tx2"/>
                </a:solidFill>
                <a:prstDash val="solid"/>
                <a:round/>
              </a:ln>
            </p:spPr>
            <p:txBody>
              <a:bodyPr rtlCol="0" anchor="ctr"/>
              <a:lstStyle/>
              <a:p>
                <a:endParaRPr lang="en-IN"/>
              </a:p>
            </p:txBody>
          </p:sp>
          <p:sp>
            <p:nvSpPr>
              <p:cNvPr id="188" name="Freeform: Shape 187">
                <a:extLst>
                  <a:ext uri="{FF2B5EF4-FFF2-40B4-BE49-F238E27FC236}">
                    <a16:creationId xmlns:a16="http://schemas.microsoft.com/office/drawing/2014/main" id="{3BEF6D75-93A3-DA97-ECF7-B978EBAEFDB7}"/>
                  </a:ext>
                </a:extLst>
              </p:cNvPr>
              <p:cNvSpPr/>
              <p:nvPr/>
            </p:nvSpPr>
            <p:spPr>
              <a:xfrm rot="-5400000">
                <a:off x="8348711" y="7517704"/>
                <a:ext cx="123721" cy="52460"/>
              </a:xfrm>
              <a:custGeom>
                <a:avLst/>
                <a:gdLst>
                  <a:gd name="connsiteX0" fmla="*/ 0 w 123721"/>
                  <a:gd name="connsiteY0" fmla="*/ 0 h 52460"/>
                  <a:gd name="connsiteX1" fmla="*/ 123722 w 123721"/>
                  <a:gd name="connsiteY1" fmla="*/ 0 h 52460"/>
                  <a:gd name="connsiteX2" fmla="*/ 123722 w 123721"/>
                  <a:gd name="connsiteY2" fmla="*/ 52461 h 52460"/>
                  <a:gd name="connsiteX3" fmla="*/ 0 w 123721"/>
                  <a:gd name="connsiteY3" fmla="*/ 52461 h 52460"/>
                </a:gdLst>
                <a:ahLst/>
                <a:cxnLst>
                  <a:cxn ang="0">
                    <a:pos x="connsiteX0" y="connsiteY0"/>
                  </a:cxn>
                  <a:cxn ang="0">
                    <a:pos x="connsiteX1" y="connsiteY1"/>
                  </a:cxn>
                  <a:cxn ang="0">
                    <a:pos x="connsiteX2" y="connsiteY2"/>
                  </a:cxn>
                  <a:cxn ang="0">
                    <a:pos x="connsiteX3" y="connsiteY3"/>
                  </a:cxn>
                </a:cxnLst>
                <a:rect l="l" t="t" r="r" b="b"/>
                <a:pathLst>
                  <a:path w="123721" h="52460">
                    <a:moveTo>
                      <a:pt x="0" y="0"/>
                    </a:moveTo>
                    <a:lnTo>
                      <a:pt x="123722" y="0"/>
                    </a:lnTo>
                    <a:lnTo>
                      <a:pt x="123722" y="52461"/>
                    </a:lnTo>
                    <a:lnTo>
                      <a:pt x="0" y="52461"/>
                    </a:lnTo>
                    <a:close/>
                  </a:path>
                </a:pathLst>
              </a:custGeom>
              <a:noFill/>
              <a:ln w="9525" cap="rnd">
                <a:solidFill>
                  <a:schemeClr val="tx2"/>
                </a:solidFill>
                <a:prstDash val="solid"/>
                <a:round/>
              </a:ln>
            </p:spPr>
            <p:txBody>
              <a:bodyPr rtlCol="0" anchor="ctr"/>
              <a:lstStyle/>
              <a:p>
                <a:endParaRPr lang="en-IN"/>
              </a:p>
            </p:txBody>
          </p:sp>
        </p:grpSp>
        <p:grpSp>
          <p:nvGrpSpPr>
            <p:cNvPr id="189" name="Graphic 178">
              <a:extLst>
                <a:ext uri="{FF2B5EF4-FFF2-40B4-BE49-F238E27FC236}">
                  <a16:creationId xmlns:a16="http://schemas.microsoft.com/office/drawing/2014/main" id="{9113E83F-E842-7074-7B5F-804EA9BA92A0}"/>
                </a:ext>
              </a:extLst>
            </p:cNvPr>
            <p:cNvGrpSpPr/>
            <p:nvPr/>
          </p:nvGrpSpPr>
          <p:grpSpPr>
            <a:xfrm>
              <a:off x="8599490" y="7280570"/>
              <a:ext cx="173453" cy="169511"/>
              <a:chOff x="8599490" y="7280570"/>
              <a:chExt cx="173453" cy="169511"/>
            </a:xfrm>
            <a:noFill/>
          </p:grpSpPr>
          <p:sp>
            <p:nvSpPr>
              <p:cNvPr id="190" name="Freeform: Shape 189">
                <a:extLst>
                  <a:ext uri="{FF2B5EF4-FFF2-40B4-BE49-F238E27FC236}">
                    <a16:creationId xmlns:a16="http://schemas.microsoft.com/office/drawing/2014/main" id="{477CF368-6796-B22A-6674-36FB0949BC8C}"/>
                  </a:ext>
                </a:extLst>
              </p:cNvPr>
              <p:cNvSpPr/>
              <p:nvPr/>
            </p:nvSpPr>
            <p:spPr>
              <a:xfrm>
                <a:off x="8643005" y="7450081"/>
                <a:ext cx="85968" cy="15162"/>
              </a:xfrm>
              <a:custGeom>
                <a:avLst/>
                <a:gdLst>
                  <a:gd name="connsiteX0" fmla="*/ 85969 w 85968"/>
                  <a:gd name="connsiteY0" fmla="*/ 0 h 15162"/>
                  <a:gd name="connsiteX1" fmla="*/ 0 w 85968"/>
                  <a:gd name="connsiteY1" fmla="*/ 0 h 15162"/>
                </a:gdLst>
                <a:ahLst/>
                <a:cxnLst>
                  <a:cxn ang="0">
                    <a:pos x="connsiteX0" y="connsiteY0"/>
                  </a:cxn>
                  <a:cxn ang="0">
                    <a:pos x="connsiteX1" y="connsiteY1"/>
                  </a:cxn>
                </a:cxnLst>
                <a:rect l="l" t="t" r="r" b="b"/>
                <a:pathLst>
                  <a:path w="85968" h="15162">
                    <a:moveTo>
                      <a:pt x="85969" y="0"/>
                    </a:moveTo>
                    <a:lnTo>
                      <a:pt x="0" y="0"/>
                    </a:lnTo>
                  </a:path>
                </a:pathLst>
              </a:custGeom>
              <a:ln w="9525" cap="rnd">
                <a:solidFill>
                  <a:schemeClr val="tx2"/>
                </a:solidFill>
                <a:prstDash val="solid"/>
                <a:round/>
              </a:ln>
            </p:spPr>
            <p:txBody>
              <a:bodyPr rtlCol="0" anchor="ctr"/>
              <a:lstStyle/>
              <a:p>
                <a:endParaRPr lang="en-IN"/>
              </a:p>
            </p:txBody>
          </p:sp>
          <p:sp>
            <p:nvSpPr>
              <p:cNvPr id="191" name="Freeform: Shape 190">
                <a:extLst>
                  <a:ext uri="{FF2B5EF4-FFF2-40B4-BE49-F238E27FC236}">
                    <a16:creationId xmlns:a16="http://schemas.microsoft.com/office/drawing/2014/main" id="{4836A8A7-FB8F-0BC2-A544-5E9FAD2E7CB8}"/>
                  </a:ext>
                </a:extLst>
              </p:cNvPr>
              <p:cNvSpPr/>
              <p:nvPr/>
            </p:nvSpPr>
            <p:spPr>
              <a:xfrm>
                <a:off x="8609345" y="7298916"/>
                <a:ext cx="153894" cy="15162"/>
              </a:xfrm>
              <a:custGeom>
                <a:avLst/>
                <a:gdLst>
                  <a:gd name="connsiteX0" fmla="*/ 153894 w 153894"/>
                  <a:gd name="connsiteY0" fmla="*/ 0 h 15162"/>
                  <a:gd name="connsiteX1" fmla="*/ 0 w 153894"/>
                  <a:gd name="connsiteY1" fmla="*/ 0 h 15162"/>
                </a:gdLst>
                <a:ahLst/>
                <a:cxnLst>
                  <a:cxn ang="0">
                    <a:pos x="connsiteX0" y="connsiteY0"/>
                  </a:cxn>
                  <a:cxn ang="0">
                    <a:pos x="connsiteX1" y="connsiteY1"/>
                  </a:cxn>
                </a:cxnLst>
                <a:rect l="l" t="t" r="r" b="b"/>
                <a:pathLst>
                  <a:path w="153894" h="15162">
                    <a:moveTo>
                      <a:pt x="153894" y="0"/>
                    </a:moveTo>
                    <a:lnTo>
                      <a:pt x="0" y="0"/>
                    </a:lnTo>
                  </a:path>
                </a:pathLst>
              </a:custGeom>
              <a:ln w="9525" cap="rnd">
                <a:solidFill>
                  <a:schemeClr val="tx2"/>
                </a:solidFill>
                <a:prstDash val="solid"/>
                <a:round/>
              </a:ln>
            </p:spPr>
            <p:txBody>
              <a:bodyPr rtlCol="0" anchor="ctr"/>
              <a:lstStyle/>
              <a:p>
                <a:endParaRPr lang="en-IN"/>
              </a:p>
            </p:txBody>
          </p:sp>
          <p:sp>
            <p:nvSpPr>
              <p:cNvPr id="192" name="Freeform: Shape 191">
                <a:extLst>
                  <a:ext uri="{FF2B5EF4-FFF2-40B4-BE49-F238E27FC236}">
                    <a16:creationId xmlns:a16="http://schemas.microsoft.com/office/drawing/2014/main" id="{42676701-E8E9-7EAB-D376-E21DB32408AB}"/>
                  </a:ext>
                </a:extLst>
              </p:cNvPr>
              <p:cNvSpPr/>
              <p:nvPr/>
            </p:nvSpPr>
            <p:spPr>
              <a:xfrm>
                <a:off x="8685913" y="7280570"/>
                <a:ext cx="15162" cy="169511"/>
              </a:xfrm>
              <a:custGeom>
                <a:avLst/>
                <a:gdLst>
                  <a:gd name="connsiteX0" fmla="*/ 0 w 15162"/>
                  <a:gd name="connsiteY0" fmla="*/ 0 h 169511"/>
                  <a:gd name="connsiteX1" fmla="*/ 0 w 15162"/>
                  <a:gd name="connsiteY1" fmla="*/ 169511 h 169511"/>
                </a:gdLst>
                <a:ahLst/>
                <a:cxnLst>
                  <a:cxn ang="0">
                    <a:pos x="connsiteX0" y="connsiteY0"/>
                  </a:cxn>
                  <a:cxn ang="0">
                    <a:pos x="connsiteX1" y="connsiteY1"/>
                  </a:cxn>
                </a:cxnLst>
                <a:rect l="l" t="t" r="r" b="b"/>
                <a:pathLst>
                  <a:path w="15162" h="169511">
                    <a:moveTo>
                      <a:pt x="0" y="0"/>
                    </a:moveTo>
                    <a:lnTo>
                      <a:pt x="0" y="169511"/>
                    </a:lnTo>
                  </a:path>
                </a:pathLst>
              </a:custGeom>
              <a:ln w="9525" cap="rnd">
                <a:solidFill>
                  <a:schemeClr val="tx2"/>
                </a:solidFill>
                <a:prstDash val="solid"/>
                <a:round/>
              </a:ln>
            </p:spPr>
            <p:txBody>
              <a:bodyPr rtlCol="0" anchor="ctr"/>
              <a:lstStyle/>
              <a:p>
                <a:endParaRPr lang="en-IN"/>
              </a:p>
            </p:txBody>
          </p:sp>
          <p:sp>
            <p:nvSpPr>
              <p:cNvPr id="193" name="Freeform: Shape 192">
                <a:extLst>
                  <a:ext uri="{FF2B5EF4-FFF2-40B4-BE49-F238E27FC236}">
                    <a16:creationId xmlns:a16="http://schemas.microsoft.com/office/drawing/2014/main" id="{A8696ADF-1A74-7C13-F25B-201E45DAB948}"/>
                  </a:ext>
                </a:extLst>
              </p:cNvPr>
              <p:cNvSpPr/>
              <p:nvPr/>
            </p:nvSpPr>
            <p:spPr>
              <a:xfrm>
                <a:off x="8716237" y="7298890"/>
                <a:ext cx="56706" cy="93272"/>
              </a:xfrm>
              <a:custGeom>
                <a:avLst/>
                <a:gdLst>
                  <a:gd name="connsiteX0" fmla="*/ 28353 w 56706"/>
                  <a:gd name="connsiteY0" fmla="*/ 26 h 93272"/>
                  <a:gd name="connsiteX1" fmla="*/ 0 w 56706"/>
                  <a:gd name="connsiteY1" fmla="*/ 93272 h 93272"/>
                  <a:gd name="connsiteX2" fmla="*/ 56706 w 56706"/>
                  <a:gd name="connsiteY2" fmla="*/ 93272 h 93272"/>
                  <a:gd name="connsiteX3" fmla="*/ 28353 w 56706"/>
                  <a:gd name="connsiteY3" fmla="*/ 26 h 93272"/>
                </a:gdLst>
                <a:ahLst/>
                <a:cxnLst>
                  <a:cxn ang="0">
                    <a:pos x="connsiteX0" y="connsiteY0"/>
                  </a:cxn>
                  <a:cxn ang="0">
                    <a:pos x="connsiteX1" y="connsiteY1"/>
                  </a:cxn>
                  <a:cxn ang="0">
                    <a:pos x="connsiteX2" y="connsiteY2"/>
                  </a:cxn>
                  <a:cxn ang="0">
                    <a:pos x="connsiteX3" y="connsiteY3"/>
                  </a:cxn>
                </a:cxnLst>
                <a:rect l="l" t="t" r="r" b="b"/>
                <a:pathLst>
                  <a:path w="56706" h="93272">
                    <a:moveTo>
                      <a:pt x="28353" y="26"/>
                    </a:moveTo>
                    <a:lnTo>
                      <a:pt x="0" y="93272"/>
                    </a:lnTo>
                    <a:lnTo>
                      <a:pt x="56706" y="93272"/>
                    </a:lnTo>
                    <a:cubicBezTo>
                      <a:pt x="56706" y="93272"/>
                      <a:pt x="26685" y="-1794"/>
                      <a:pt x="28353" y="26"/>
                    </a:cubicBezTo>
                    <a:close/>
                  </a:path>
                </a:pathLst>
              </a:custGeom>
              <a:noFill/>
              <a:ln w="9525" cap="rnd">
                <a:solidFill>
                  <a:schemeClr val="tx2"/>
                </a:solidFill>
                <a:prstDash val="solid"/>
                <a:round/>
              </a:ln>
            </p:spPr>
            <p:txBody>
              <a:bodyPr rtlCol="0" anchor="ctr"/>
              <a:lstStyle/>
              <a:p>
                <a:endParaRPr lang="en-IN"/>
              </a:p>
            </p:txBody>
          </p:sp>
          <p:sp>
            <p:nvSpPr>
              <p:cNvPr id="194" name="Freeform: Shape 193">
                <a:extLst>
                  <a:ext uri="{FF2B5EF4-FFF2-40B4-BE49-F238E27FC236}">
                    <a16:creationId xmlns:a16="http://schemas.microsoft.com/office/drawing/2014/main" id="{1F64893A-BDEE-B8B9-1C36-7910F3B7B1E3}"/>
                  </a:ext>
                </a:extLst>
              </p:cNvPr>
              <p:cNvSpPr/>
              <p:nvPr/>
            </p:nvSpPr>
            <p:spPr>
              <a:xfrm>
                <a:off x="8716237" y="7392314"/>
                <a:ext cx="56706" cy="27443"/>
              </a:xfrm>
              <a:custGeom>
                <a:avLst/>
                <a:gdLst>
                  <a:gd name="connsiteX0" fmla="*/ 56706 w 56706"/>
                  <a:gd name="connsiteY0" fmla="*/ 0 h 27443"/>
                  <a:gd name="connsiteX1" fmla="*/ 28353 w 56706"/>
                  <a:gd name="connsiteY1" fmla="*/ 27443 h 27443"/>
                  <a:gd name="connsiteX2" fmla="*/ 0 w 56706"/>
                  <a:gd name="connsiteY2" fmla="*/ 0 h 27443"/>
                  <a:gd name="connsiteX3" fmla="*/ 56706 w 56706"/>
                  <a:gd name="connsiteY3" fmla="*/ 0 h 27443"/>
                </a:gdLst>
                <a:ahLst/>
                <a:cxnLst>
                  <a:cxn ang="0">
                    <a:pos x="connsiteX0" y="connsiteY0"/>
                  </a:cxn>
                  <a:cxn ang="0">
                    <a:pos x="connsiteX1" y="connsiteY1"/>
                  </a:cxn>
                  <a:cxn ang="0">
                    <a:pos x="connsiteX2" y="connsiteY2"/>
                  </a:cxn>
                  <a:cxn ang="0">
                    <a:pos x="connsiteX3" y="connsiteY3"/>
                  </a:cxn>
                </a:cxnLst>
                <a:rect l="l" t="t" r="r" b="b"/>
                <a:pathLst>
                  <a:path w="56706" h="27443">
                    <a:moveTo>
                      <a:pt x="56706" y="0"/>
                    </a:moveTo>
                    <a:cubicBezTo>
                      <a:pt x="56706" y="15162"/>
                      <a:pt x="43970" y="27443"/>
                      <a:pt x="28353" y="27443"/>
                    </a:cubicBezTo>
                    <a:cubicBezTo>
                      <a:pt x="12736" y="27443"/>
                      <a:pt x="0" y="15162"/>
                      <a:pt x="0" y="0"/>
                    </a:cubicBezTo>
                    <a:lnTo>
                      <a:pt x="56706" y="0"/>
                    </a:lnTo>
                    <a:close/>
                  </a:path>
                </a:pathLst>
              </a:custGeom>
              <a:noFill/>
              <a:ln w="9525" cap="rnd">
                <a:solidFill>
                  <a:schemeClr val="tx2"/>
                </a:solidFill>
                <a:prstDash val="solid"/>
                <a:round/>
              </a:ln>
            </p:spPr>
            <p:txBody>
              <a:bodyPr rtlCol="0" anchor="ctr"/>
              <a:lstStyle/>
              <a:p>
                <a:endParaRPr lang="en-IN"/>
              </a:p>
            </p:txBody>
          </p:sp>
          <p:sp>
            <p:nvSpPr>
              <p:cNvPr id="195" name="Freeform: Shape 194">
                <a:extLst>
                  <a:ext uri="{FF2B5EF4-FFF2-40B4-BE49-F238E27FC236}">
                    <a16:creationId xmlns:a16="http://schemas.microsoft.com/office/drawing/2014/main" id="{293F223F-6DBB-2FA0-C986-71145FA55BF3}"/>
                  </a:ext>
                </a:extLst>
              </p:cNvPr>
              <p:cNvSpPr/>
              <p:nvPr/>
            </p:nvSpPr>
            <p:spPr>
              <a:xfrm>
                <a:off x="8599490" y="7298890"/>
                <a:ext cx="56705" cy="93272"/>
              </a:xfrm>
              <a:custGeom>
                <a:avLst/>
                <a:gdLst>
                  <a:gd name="connsiteX0" fmla="*/ 26079 w 56705"/>
                  <a:gd name="connsiteY0" fmla="*/ 26 h 93272"/>
                  <a:gd name="connsiteX1" fmla="*/ 0 w 56705"/>
                  <a:gd name="connsiteY1" fmla="*/ 93272 h 93272"/>
                  <a:gd name="connsiteX2" fmla="*/ 56706 w 56705"/>
                  <a:gd name="connsiteY2" fmla="*/ 93272 h 93272"/>
                  <a:gd name="connsiteX3" fmla="*/ 26079 w 56705"/>
                  <a:gd name="connsiteY3" fmla="*/ 26 h 93272"/>
                </a:gdLst>
                <a:ahLst/>
                <a:cxnLst>
                  <a:cxn ang="0">
                    <a:pos x="connsiteX0" y="connsiteY0"/>
                  </a:cxn>
                  <a:cxn ang="0">
                    <a:pos x="connsiteX1" y="connsiteY1"/>
                  </a:cxn>
                  <a:cxn ang="0">
                    <a:pos x="connsiteX2" y="connsiteY2"/>
                  </a:cxn>
                  <a:cxn ang="0">
                    <a:pos x="connsiteX3" y="connsiteY3"/>
                  </a:cxn>
                </a:cxnLst>
                <a:rect l="l" t="t" r="r" b="b"/>
                <a:pathLst>
                  <a:path w="56705" h="93272">
                    <a:moveTo>
                      <a:pt x="26079" y="26"/>
                    </a:moveTo>
                    <a:lnTo>
                      <a:pt x="0" y="93272"/>
                    </a:lnTo>
                    <a:lnTo>
                      <a:pt x="56706" y="93272"/>
                    </a:lnTo>
                    <a:cubicBezTo>
                      <a:pt x="56706" y="93272"/>
                      <a:pt x="24259" y="-1794"/>
                      <a:pt x="26079" y="26"/>
                    </a:cubicBezTo>
                    <a:close/>
                  </a:path>
                </a:pathLst>
              </a:custGeom>
              <a:noFill/>
              <a:ln w="9525" cap="rnd">
                <a:solidFill>
                  <a:schemeClr val="tx2"/>
                </a:solidFill>
                <a:prstDash val="solid"/>
                <a:round/>
              </a:ln>
            </p:spPr>
            <p:txBody>
              <a:bodyPr rtlCol="0" anchor="ctr"/>
              <a:lstStyle/>
              <a:p>
                <a:endParaRPr lang="en-IN"/>
              </a:p>
            </p:txBody>
          </p:sp>
          <p:sp>
            <p:nvSpPr>
              <p:cNvPr id="196" name="Freeform: Shape 195">
                <a:extLst>
                  <a:ext uri="{FF2B5EF4-FFF2-40B4-BE49-F238E27FC236}">
                    <a16:creationId xmlns:a16="http://schemas.microsoft.com/office/drawing/2014/main" id="{554CF814-BC3D-AC1D-9F73-AFDF94E5D88F}"/>
                  </a:ext>
                </a:extLst>
              </p:cNvPr>
              <p:cNvSpPr/>
              <p:nvPr/>
            </p:nvSpPr>
            <p:spPr>
              <a:xfrm>
                <a:off x="8599490" y="7392314"/>
                <a:ext cx="56705" cy="27443"/>
              </a:xfrm>
              <a:custGeom>
                <a:avLst/>
                <a:gdLst>
                  <a:gd name="connsiteX0" fmla="*/ 56706 w 56705"/>
                  <a:gd name="connsiteY0" fmla="*/ 0 h 27443"/>
                  <a:gd name="connsiteX1" fmla="*/ 28353 w 56705"/>
                  <a:gd name="connsiteY1" fmla="*/ 27443 h 27443"/>
                  <a:gd name="connsiteX2" fmla="*/ 0 w 56705"/>
                  <a:gd name="connsiteY2" fmla="*/ 0 h 27443"/>
                  <a:gd name="connsiteX3" fmla="*/ 56706 w 56705"/>
                  <a:gd name="connsiteY3" fmla="*/ 0 h 27443"/>
                </a:gdLst>
                <a:ahLst/>
                <a:cxnLst>
                  <a:cxn ang="0">
                    <a:pos x="connsiteX0" y="connsiteY0"/>
                  </a:cxn>
                  <a:cxn ang="0">
                    <a:pos x="connsiteX1" y="connsiteY1"/>
                  </a:cxn>
                  <a:cxn ang="0">
                    <a:pos x="connsiteX2" y="connsiteY2"/>
                  </a:cxn>
                  <a:cxn ang="0">
                    <a:pos x="connsiteX3" y="connsiteY3"/>
                  </a:cxn>
                </a:cxnLst>
                <a:rect l="l" t="t" r="r" b="b"/>
                <a:pathLst>
                  <a:path w="56705" h="27443">
                    <a:moveTo>
                      <a:pt x="56706" y="0"/>
                    </a:moveTo>
                    <a:cubicBezTo>
                      <a:pt x="56706" y="15162"/>
                      <a:pt x="43970" y="27443"/>
                      <a:pt x="28353" y="27443"/>
                    </a:cubicBezTo>
                    <a:cubicBezTo>
                      <a:pt x="12736" y="27443"/>
                      <a:pt x="0" y="15162"/>
                      <a:pt x="0" y="0"/>
                    </a:cubicBezTo>
                    <a:lnTo>
                      <a:pt x="56706" y="0"/>
                    </a:lnTo>
                    <a:close/>
                  </a:path>
                </a:pathLst>
              </a:custGeom>
              <a:noFill/>
              <a:ln w="9525" cap="rnd">
                <a:solidFill>
                  <a:schemeClr val="tx2"/>
                </a:solidFill>
                <a:prstDash val="solid"/>
                <a:round/>
              </a:ln>
            </p:spPr>
            <p:txBody>
              <a:bodyPr rtlCol="0" anchor="ctr"/>
              <a:lstStyle/>
              <a:p>
                <a:endParaRPr lang="en-IN"/>
              </a:p>
            </p:txBody>
          </p:sp>
        </p:grpSp>
      </p:grpSp>
      <p:grpSp>
        <p:nvGrpSpPr>
          <p:cNvPr id="197" name="Graphic 178">
            <a:extLst>
              <a:ext uri="{FF2B5EF4-FFF2-40B4-BE49-F238E27FC236}">
                <a16:creationId xmlns:a16="http://schemas.microsoft.com/office/drawing/2014/main" id="{796DDEA9-9E6D-F78C-F7EF-8240A39D51FB}"/>
              </a:ext>
            </a:extLst>
          </p:cNvPr>
          <p:cNvGrpSpPr/>
          <p:nvPr/>
        </p:nvGrpSpPr>
        <p:grpSpPr>
          <a:xfrm>
            <a:off x="5464319" y="5673015"/>
            <a:ext cx="431656" cy="427600"/>
            <a:chOff x="4910142" y="7158381"/>
            <a:chExt cx="508208" cy="503433"/>
          </a:xfrm>
          <a:noFill/>
        </p:grpSpPr>
        <p:grpSp>
          <p:nvGrpSpPr>
            <p:cNvPr id="198" name="Graphic 178">
              <a:extLst>
                <a:ext uri="{FF2B5EF4-FFF2-40B4-BE49-F238E27FC236}">
                  <a16:creationId xmlns:a16="http://schemas.microsoft.com/office/drawing/2014/main" id="{C078E169-5ACA-6108-522E-9E844448F7EB}"/>
                </a:ext>
              </a:extLst>
            </p:cNvPr>
            <p:cNvGrpSpPr/>
            <p:nvPr/>
          </p:nvGrpSpPr>
          <p:grpSpPr>
            <a:xfrm>
              <a:off x="4910142" y="7331637"/>
              <a:ext cx="508208" cy="330176"/>
              <a:chOff x="4910142" y="7331637"/>
              <a:chExt cx="508208" cy="330176"/>
            </a:xfrm>
            <a:noFill/>
          </p:grpSpPr>
          <p:sp>
            <p:nvSpPr>
              <p:cNvPr id="199" name="Freeform: Shape 198">
                <a:extLst>
                  <a:ext uri="{FF2B5EF4-FFF2-40B4-BE49-F238E27FC236}">
                    <a16:creationId xmlns:a16="http://schemas.microsoft.com/office/drawing/2014/main" id="{6374D17C-CFB2-DB46-C606-386E6925FAC4}"/>
                  </a:ext>
                </a:extLst>
              </p:cNvPr>
              <p:cNvSpPr/>
              <p:nvPr/>
            </p:nvSpPr>
            <p:spPr>
              <a:xfrm>
                <a:off x="5047033" y="7370859"/>
                <a:ext cx="85058" cy="7657"/>
              </a:xfrm>
              <a:custGeom>
                <a:avLst/>
                <a:gdLst>
                  <a:gd name="connsiteX0" fmla="*/ 0 w 85058"/>
                  <a:gd name="connsiteY0" fmla="*/ 1744 h 7657"/>
                  <a:gd name="connsiteX1" fmla="*/ 14707 w 85058"/>
                  <a:gd name="connsiteY1" fmla="*/ 77 h 7657"/>
                  <a:gd name="connsiteX2" fmla="*/ 63377 w 85058"/>
                  <a:gd name="connsiteY2" fmla="*/ 77 h 7657"/>
                  <a:gd name="connsiteX3" fmla="*/ 85059 w 85058"/>
                  <a:gd name="connsiteY3" fmla="*/ 7658 h 7657"/>
                </a:gdLst>
                <a:ahLst/>
                <a:cxnLst>
                  <a:cxn ang="0">
                    <a:pos x="connsiteX0" y="connsiteY0"/>
                  </a:cxn>
                  <a:cxn ang="0">
                    <a:pos x="connsiteX1" y="connsiteY1"/>
                  </a:cxn>
                  <a:cxn ang="0">
                    <a:pos x="connsiteX2" y="connsiteY2"/>
                  </a:cxn>
                  <a:cxn ang="0">
                    <a:pos x="connsiteX3" y="connsiteY3"/>
                  </a:cxn>
                </a:cxnLst>
                <a:rect l="l" t="t" r="r" b="b"/>
                <a:pathLst>
                  <a:path w="85058" h="7657">
                    <a:moveTo>
                      <a:pt x="0" y="1744"/>
                    </a:moveTo>
                    <a:cubicBezTo>
                      <a:pt x="4397" y="380"/>
                      <a:pt x="9249" y="-227"/>
                      <a:pt x="14707" y="77"/>
                    </a:cubicBezTo>
                    <a:cubicBezTo>
                      <a:pt x="30930" y="835"/>
                      <a:pt x="47154" y="380"/>
                      <a:pt x="63377" y="77"/>
                    </a:cubicBezTo>
                    <a:cubicBezTo>
                      <a:pt x="70958" y="77"/>
                      <a:pt x="79297" y="2048"/>
                      <a:pt x="85059" y="7658"/>
                    </a:cubicBezTo>
                  </a:path>
                </a:pathLst>
              </a:custGeom>
              <a:noFill/>
              <a:ln w="9525" cap="rnd">
                <a:solidFill>
                  <a:schemeClr val="tx2"/>
                </a:solidFill>
                <a:prstDash val="solid"/>
                <a:round/>
              </a:ln>
            </p:spPr>
            <p:txBody>
              <a:bodyPr rtlCol="0" anchor="ctr"/>
              <a:lstStyle/>
              <a:p>
                <a:endParaRPr lang="en-IN"/>
              </a:p>
            </p:txBody>
          </p:sp>
          <p:sp>
            <p:nvSpPr>
              <p:cNvPr id="200" name="Freeform: Shape 199">
                <a:extLst>
                  <a:ext uri="{FF2B5EF4-FFF2-40B4-BE49-F238E27FC236}">
                    <a16:creationId xmlns:a16="http://schemas.microsoft.com/office/drawing/2014/main" id="{74924A5B-2545-B9F6-D560-6F0FF2B96F3B}"/>
                  </a:ext>
                </a:extLst>
              </p:cNvPr>
              <p:cNvSpPr/>
              <p:nvPr/>
            </p:nvSpPr>
            <p:spPr>
              <a:xfrm>
                <a:off x="4910142" y="7331637"/>
                <a:ext cx="136890" cy="189297"/>
              </a:xfrm>
              <a:custGeom>
                <a:avLst/>
                <a:gdLst>
                  <a:gd name="connsiteX0" fmla="*/ 136891 w 136890"/>
                  <a:gd name="connsiteY0" fmla="*/ 40966 h 189297"/>
                  <a:gd name="connsiteX1" fmla="*/ 116270 w 136890"/>
                  <a:gd name="connsiteY1" fmla="*/ 5487 h 189297"/>
                  <a:gd name="connsiteX2" fmla="*/ 90040 w 136890"/>
                  <a:gd name="connsiteY2" fmla="*/ 11400 h 189297"/>
                  <a:gd name="connsiteX3" fmla="*/ 14988 w 136890"/>
                  <a:gd name="connsiteY3" fmla="*/ 144219 h 189297"/>
                  <a:gd name="connsiteX4" fmla="*/ 7559 w 136890"/>
                  <a:gd name="connsiteY4" fmla="*/ 155439 h 189297"/>
                  <a:gd name="connsiteX5" fmla="*/ 11349 w 136890"/>
                  <a:gd name="connsiteY5" fmla="*/ 185308 h 189297"/>
                  <a:gd name="connsiteX6" fmla="*/ 46828 w 136890"/>
                  <a:gd name="connsiteY6" fmla="*/ 177727 h 189297"/>
                  <a:gd name="connsiteX7" fmla="*/ 115816 w 136890"/>
                  <a:gd name="connsiteY7" fmla="*/ 59615 h 189297"/>
                  <a:gd name="connsiteX8" fmla="*/ 136891 w 136890"/>
                  <a:gd name="connsiteY8" fmla="*/ 40663 h 18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90" h="189297">
                    <a:moveTo>
                      <a:pt x="136891" y="40966"/>
                    </a:moveTo>
                    <a:cubicBezTo>
                      <a:pt x="135374" y="27624"/>
                      <a:pt x="129765" y="13674"/>
                      <a:pt x="116270" y="5487"/>
                    </a:cubicBezTo>
                    <a:cubicBezTo>
                      <a:pt x="103080" y="-2549"/>
                      <a:pt x="98076" y="-2700"/>
                      <a:pt x="90040" y="11400"/>
                    </a:cubicBezTo>
                    <a:cubicBezTo>
                      <a:pt x="64720" y="55522"/>
                      <a:pt x="40006" y="99946"/>
                      <a:pt x="14988" y="144219"/>
                    </a:cubicBezTo>
                    <a:cubicBezTo>
                      <a:pt x="12714" y="148161"/>
                      <a:pt x="9985" y="151649"/>
                      <a:pt x="7559" y="155439"/>
                    </a:cubicBezTo>
                    <a:cubicBezTo>
                      <a:pt x="-3358" y="173027"/>
                      <a:pt x="-2751" y="177272"/>
                      <a:pt x="11349" y="185308"/>
                    </a:cubicBezTo>
                    <a:cubicBezTo>
                      <a:pt x="24237" y="192738"/>
                      <a:pt x="40006" y="189554"/>
                      <a:pt x="46828" y="177727"/>
                    </a:cubicBezTo>
                    <a:cubicBezTo>
                      <a:pt x="70026" y="138458"/>
                      <a:pt x="93527" y="99491"/>
                      <a:pt x="115816" y="59615"/>
                    </a:cubicBezTo>
                    <a:cubicBezTo>
                      <a:pt x="121425" y="49608"/>
                      <a:pt x="128097" y="43392"/>
                      <a:pt x="136891" y="40663"/>
                    </a:cubicBezTo>
                  </a:path>
                </a:pathLst>
              </a:custGeom>
              <a:noFill/>
              <a:ln w="9525" cap="rnd">
                <a:solidFill>
                  <a:schemeClr val="tx2"/>
                </a:solidFill>
                <a:prstDash val="solid"/>
                <a:round/>
              </a:ln>
            </p:spPr>
            <p:txBody>
              <a:bodyPr rtlCol="0" anchor="ctr"/>
              <a:lstStyle/>
              <a:p>
                <a:endParaRPr lang="en-IN"/>
              </a:p>
            </p:txBody>
          </p:sp>
          <p:sp>
            <p:nvSpPr>
              <p:cNvPr id="201" name="Freeform: Shape 200">
                <a:extLst>
                  <a:ext uri="{FF2B5EF4-FFF2-40B4-BE49-F238E27FC236}">
                    <a16:creationId xmlns:a16="http://schemas.microsoft.com/office/drawing/2014/main" id="{DBA21DDB-9370-88A5-42A5-CFA5937506D4}"/>
                  </a:ext>
                </a:extLst>
              </p:cNvPr>
              <p:cNvSpPr/>
              <p:nvPr/>
            </p:nvSpPr>
            <p:spPr>
              <a:xfrm>
                <a:off x="5104247" y="7371461"/>
                <a:ext cx="206301" cy="194457"/>
              </a:xfrm>
              <a:custGeom>
                <a:avLst/>
                <a:gdLst>
                  <a:gd name="connsiteX0" fmla="*/ 191442 w 206301"/>
                  <a:gd name="connsiteY0" fmla="*/ 14182 h 194457"/>
                  <a:gd name="connsiteX1" fmla="*/ 180222 w 206301"/>
                  <a:gd name="connsiteY1" fmla="*/ 14637 h 194457"/>
                  <a:gd name="connsiteX2" fmla="*/ 77272 w 206301"/>
                  <a:gd name="connsiteY2" fmla="*/ 688 h 194457"/>
                  <a:gd name="connsiteX3" fmla="*/ 16928 w 206301"/>
                  <a:gd name="connsiteY3" fmla="*/ 16153 h 194457"/>
                  <a:gd name="connsiteX4" fmla="*/ 6617 w 206301"/>
                  <a:gd name="connsiteY4" fmla="*/ 39199 h 194457"/>
                  <a:gd name="connsiteX5" fmla="*/ 11014 w 206301"/>
                  <a:gd name="connsiteY5" fmla="*/ 94844 h 194457"/>
                  <a:gd name="connsiteX6" fmla="*/ 49374 w 206301"/>
                  <a:gd name="connsiteY6" fmla="*/ 74830 h 194457"/>
                  <a:gd name="connsiteX7" fmla="*/ 100319 w 206301"/>
                  <a:gd name="connsiteY7" fmla="*/ 68765 h 194457"/>
                  <a:gd name="connsiteX8" fmla="*/ 129733 w 206301"/>
                  <a:gd name="connsiteY8" fmla="*/ 106973 h 194457"/>
                  <a:gd name="connsiteX9" fmla="*/ 195384 w 206301"/>
                  <a:gd name="connsiteY9" fmla="*/ 178083 h 194457"/>
                  <a:gd name="connsiteX10" fmla="*/ 206301 w 206301"/>
                  <a:gd name="connsiteY10" fmla="*/ 194458 h 19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301" h="194457">
                    <a:moveTo>
                      <a:pt x="191442" y="14182"/>
                    </a:moveTo>
                    <a:cubicBezTo>
                      <a:pt x="187955" y="15243"/>
                      <a:pt x="184316" y="15243"/>
                      <a:pt x="180222" y="14637"/>
                    </a:cubicBezTo>
                    <a:cubicBezTo>
                      <a:pt x="145956" y="9785"/>
                      <a:pt x="111690" y="2355"/>
                      <a:pt x="77272" y="688"/>
                    </a:cubicBezTo>
                    <a:cubicBezTo>
                      <a:pt x="57107" y="-374"/>
                      <a:pt x="34364" y="-2648"/>
                      <a:pt x="16928" y="16153"/>
                    </a:cubicBezTo>
                    <a:cubicBezTo>
                      <a:pt x="10105" y="23582"/>
                      <a:pt x="7679" y="31163"/>
                      <a:pt x="6617" y="39199"/>
                    </a:cubicBezTo>
                    <a:cubicBezTo>
                      <a:pt x="4040" y="58303"/>
                      <a:pt x="-9151" y="85140"/>
                      <a:pt x="11014" y="94844"/>
                    </a:cubicBezTo>
                    <a:cubicBezTo>
                      <a:pt x="31180" y="104547"/>
                      <a:pt x="39974" y="85898"/>
                      <a:pt x="49374" y="74830"/>
                    </a:cubicBezTo>
                    <a:cubicBezTo>
                      <a:pt x="68933" y="51480"/>
                      <a:pt x="76817" y="51783"/>
                      <a:pt x="100319" y="68765"/>
                    </a:cubicBezTo>
                    <a:cubicBezTo>
                      <a:pt x="114571" y="79075"/>
                      <a:pt x="118361" y="95298"/>
                      <a:pt x="129733" y="106973"/>
                    </a:cubicBezTo>
                    <a:cubicBezTo>
                      <a:pt x="152324" y="130019"/>
                      <a:pt x="173703" y="154127"/>
                      <a:pt x="195384" y="178083"/>
                    </a:cubicBezTo>
                    <a:cubicBezTo>
                      <a:pt x="199327" y="182328"/>
                      <a:pt x="203117" y="189454"/>
                      <a:pt x="206301" y="194458"/>
                    </a:cubicBezTo>
                  </a:path>
                </a:pathLst>
              </a:custGeom>
              <a:noFill/>
              <a:ln w="9525" cap="rnd">
                <a:solidFill>
                  <a:schemeClr val="tx2"/>
                </a:solidFill>
                <a:prstDash val="solid"/>
                <a:round/>
              </a:ln>
            </p:spPr>
            <p:txBody>
              <a:bodyPr rtlCol="0" anchor="ctr"/>
              <a:lstStyle/>
              <a:p>
                <a:endParaRPr lang="en-IN"/>
              </a:p>
            </p:txBody>
          </p:sp>
          <p:sp>
            <p:nvSpPr>
              <p:cNvPr id="202" name="Freeform: Shape 201">
                <a:extLst>
                  <a:ext uri="{FF2B5EF4-FFF2-40B4-BE49-F238E27FC236}">
                    <a16:creationId xmlns:a16="http://schemas.microsoft.com/office/drawing/2014/main" id="{0603A1FD-7913-4070-3015-F68F0D4C3593}"/>
                  </a:ext>
                </a:extLst>
              </p:cNvPr>
              <p:cNvSpPr/>
              <p:nvPr/>
            </p:nvSpPr>
            <p:spPr>
              <a:xfrm>
                <a:off x="5295689" y="7359261"/>
                <a:ext cx="122660" cy="166029"/>
              </a:xfrm>
              <a:custGeom>
                <a:avLst/>
                <a:gdLst>
                  <a:gd name="connsiteX0" fmla="*/ 0 w 122660"/>
                  <a:gd name="connsiteY0" fmla="*/ 26382 h 166029"/>
                  <a:gd name="connsiteX1" fmla="*/ 66713 w 122660"/>
                  <a:gd name="connsiteY1" fmla="*/ 150862 h 166029"/>
                  <a:gd name="connsiteX2" fmla="*/ 99160 w 122660"/>
                  <a:gd name="connsiteY2" fmla="*/ 164811 h 166029"/>
                  <a:gd name="connsiteX3" fmla="*/ 122661 w 122660"/>
                  <a:gd name="connsiteY3" fmla="*/ 151468 h 166029"/>
                  <a:gd name="connsiteX4" fmla="*/ 40028 w 122660"/>
                  <a:gd name="connsiteY4" fmla="*/ 0 h 166029"/>
                  <a:gd name="connsiteX5" fmla="*/ 9552 w 122660"/>
                  <a:gd name="connsiteY5" fmla="*/ 19711 h 166029"/>
                  <a:gd name="connsiteX6" fmla="*/ 0 w 122660"/>
                  <a:gd name="connsiteY6" fmla="*/ 26382 h 16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660" h="166029">
                    <a:moveTo>
                      <a:pt x="0" y="26382"/>
                    </a:moveTo>
                    <a:cubicBezTo>
                      <a:pt x="21227" y="67016"/>
                      <a:pt x="47760" y="109318"/>
                      <a:pt x="66713" y="150862"/>
                    </a:cubicBezTo>
                    <a:cubicBezTo>
                      <a:pt x="74749" y="168298"/>
                      <a:pt x="86878" y="166934"/>
                      <a:pt x="99160" y="164811"/>
                    </a:cubicBezTo>
                    <a:cubicBezTo>
                      <a:pt x="106589" y="163598"/>
                      <a:pt x="116596" y="162688"/>
                      <a:pt x="122661" y="151468"/>
                    </a:cubicBezTo>
                    <a:cubicBezTo>
                      <a:pt x="96582" y="101585"/>
                      <a:pt x="70503" y="49277"/>
                      <a:pt x="40028" y="0"/>
                    </a:cubicBezTo>
                    <a:cubicBezTo>
                      <a:pt x="25017" y="2426"/>
                      <a:pt x="16830" y="10917"/>
                      <a:pt x="9552" y="19711"/>
                    </a:cubicBezTo>
                    <a:cubicBezTo>
                      <a:pt x="6671" y="23349"/>
                      <a:pt x="3336" y="25321"/>
                      <a:pt x="0" y="26382"/>
                    </a:cubicBezTo>
                  </a:path>
                </a:pathLst>
              </a:custGeom>
              <a:noFill/>
              <a:ln w="9525" cap="rnd">
                <a:solidFill>
                  <a:schemeClr val="tx2"/>
                </a:solidFill>
                <a:prstDash val="solid"/>
                <a:round/>
              </a:ln>
            </p:spPr>
            <p:txBody>
              <a:bodyPr rtlCol="0" anchor="ctr"/>
              <a:lstStyle/>
              <a:p>
                <a:endParaRPr lang="en-IN"/>
              </a:p>
            </p:txBody>
          </p:sp>
          <p:sp>
            <p:nvSpPr>
              <p:cNvPr id="203" name="Freeform: Shape 202">
                <a:extLst>
                  <a:ext uri="{FF2B5EF4-FFF2-40B4-BE49-F238E27FC236}">
                    <a16:creationId xmlns:a16="http://schemas.microsoft.com/office/drawing/2014/main" id="{1FEA586B-8714-1868-FD1C-CDD648FAA12A}"/>
                  </a:ext>
                </a:extLst>
              </p:cNvPr>
              <p:cNvSpPr/>
              <p:nvPr/>
            </p:nvSpPr>
            <p:spPr>
              <a:xfrm>
                <a:off x="5063044" y="7535898"/>
                <a:ext cx="174641" cy="105496"/>
              </a:xfrm>
              <a:custGeom>
                <a:avLst/>
                <a:gdLst>
                  <a:gd name="connsiteX0" fmla="*/ 103616 w 174641"/>
                  <a:gd name="connsiteY0" fmla="*/ 0 h 105496"/>
                  <a:gd name="connsiteX1" fmla="*/ 165477 w 174641"/>
                  <a:gd name="connsiteY1" fmla="*/ 65500 h 105496"/>
                  <a:gd name="connsiteX2" fmla="*/ 154106 w 174641"/>
                  <a:gd name="connsiteY2" fmla="*/ 104618 h 105496"/>
                  <a:gd name="connsiteX3" fmla="*/ 138944 w 174641"/>
                  <a:gd name="connsiteY3" fmla="*/ 99614 h 105496"/>
                  <a:gd name="connsiteX4" fmla="*/ 84815 w 174641"/>
                  <a:gd name="connsiteY4" fmla="*/ 37753 h 105496"/>
                  <a:gd name="connsiteX5" fmla="*/ 69957 w 174641"/>
                  <a:gd name="connsiteY5" fmla="*/ 28201 h 105496"/>
                  <a:gd name="connsiteX6" fmla="*/ 26442 w 174641"/>
                  <a:gd name="connsiteY6" fmla="*/ 27898 h 105496"/>
                  <a:gd name="connsiteX7" fmla="*/ 1273 w 174641"/>
                  <a:gd name="connsiteY7" fmla="*/ 62164 h 105496"/>
                  <a:gd name="connsiteX8" fmla="*/ 43575 w 174641"/>
                  <a:gd name="connsiteY8" fmla="*/ 98401 h 105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641" h="105496">
                    <a:moveTo>
                      <a:pt x="103616" y="0"/>
                    </a:moveTo>
                    <a:cubicBezTo>
                      <a:pt x="124237" y="21833"/>
                      <a:pt x="144554" y="43970"/>
                      <a:pt x="165477" y="65500"/>
                    </a:cubicBezTo>
                    <a:cubicBezTo>
                      <a:pt x="181094" y="81420"/>
                      <a:pt x="176394" y="95369"/>
                      <a:pt x="154106" y="104618"/>
                    </a:cubicBezTo>
                    <a:cubicBezTo>
                      <a:pt x="149406" y="106589"/>
                      <a:pt x="143795" y="105376"/>
                      <a:pt x="138944" y="99614"/>
                    </a:cubicBezTo>
                    <a:cubicBezTo>
                      <a:pt x="121507" y="78388"/>
                      <a:pt x="103161" y="58070"/>
                      <a:pt x="84815" y="37753"/>
                    </a:cubicBezTo>
                    <a:cubicBezTo>
                      <a:pt x="80873" y="33508"/>
                      <a:pt x="77841" y="27292"/>
                      <a:pt x="69957" y="28201"/>
                    </a:cubicBezTo>
                    <a:cubicBezTo>
                      <a:pt x="55704" y="29869"/>
                      <a:pt x="42513" y="6975"/>
                      <a:pt x="26442" y="27898"/>
                    </a:cubicBezTo>
                    <a:cubicBezTo>
                      <a:pt x="17799" y="39118"/>
                      <a:pt x="6124" y="49125"/>
                      <a:pt x="1273" y="62164"/>
                    </a:cubicBezTo>
                    <a:cubicBezTo>
                      <a:pt x="-6157" y="81875"/>
                      <a:pt x="20377" y="101889"/>
                      <a:pt x="43575" y="98401"/>
                    </a:cubicBezTo>
                  </a:path>
                </a:pathLst>
              </a:custGeom>
              <a:noFill/>
              <a:ln w="9525" cap="rnd">
                <a:solidFill>
                  <a:schemeClr val="tx2"/>
                </a:solidFill>
                <a:prstDash val="solid"/>
                <a:round/>
              </a:ln>
            </p:spPr>
            <p:txBody>
              <a:bodyPr rtlCol="0" anchor="ctr"/>
              <a:lstStyle/>
              <a:p>
                <a:endParaRPr lang="en-IN"/>
              </a:p>
            </p:txBody>
          </p:sp>
          <p:sp>
            <p:nvSpPr>
              <p:cNvPr id="204" name="Freeform: Shape 203">
                <a:extLst>
                  <a:ext uri="{FF2B5EF4-FFF2-40B4-BE49-F238E27FC236}">
                    <a16:creationId xmlns:a16="http://schemas.microsoft.com/office/drawing/2014/main" id="{00DBFDAC-F29B-C951-6DC5-FA9853EDE919}"/>
                  </a:ext>
                </a:extLst>
              </p:cNvPr>
              <p:cNvSpPr/>
              <p:nvPr/>
            </p:nvSpPr>
            <p:spPr>
              <a:xfrm>
                <a:off x="5202140" y="7507849"/>
                <a:ext cx="72901" cy="108711"/>
              </a:xfrm>
              <a:custGeom>
                <a:avLst/>
                <a:gdLst>
                  <a:gd name="connsiteX0" fmla="*/ 0 w 72901"/>
                  <a:gd name="connsiteY0" fmla="*/ 0 h 108711"/>
                  <a:gd name="connsiteX1" fmla="*/ 61709 w 72901"/>
                  <a:gd name="connsiteY1" fmla="*/ 67319 h 108711"/>
                  <a:gd name="connsiteX2" fmla="*/ 70958 w 72901"/>
                  <a:gd name="connsiteY2" fmla="*/ 89759 h 108711"/>
                  <a:gd name="connsiteX3" fmla="*/ 46699 w 72901"/>
                  <a:gd name="connsiteY3" fmla="*/ 106740 h 108711"/>
                  <a:gd name="connsiteX4" fmla="*/ 35176 w 72901"/>
                  <a:gd name="connsiteY4" fmla="*/ 108712 h 108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1" h="108711">
                    <a:moveTo>
                      <a:pt x="0" y="0"/>
                    </a:moveTo>
                    <a:cubicBezTo>
                      <a:pt x="20620" y="22440"/>
                      <a:pt x="41241" y="44880"/>
                      <a:pt x="61709" y="67319"/>
                    </a:cubicBezTo>
                    <a:cubicBezTo>
                      <a:pt x="67471" y="73687"/>
                      <a:pt x="77023" y="78842"/>
                      <a:pt x="70958" y="89759"/>
                    </a:cubicBezTo>
                    <a:cubicBezTo>
                      <a:pt x="65803" y="99311"/>
                      <a:pt x="59738" y="107953"/>
                      <a:pt x="46699" y="106740"/>
                    </a:cubicBezTo>
                    <a:cubicBezTo>
                      <a:pt x="43667" y="106437"/>
                      <a:pt x="38208" y="108105"/>
                      <a:pt x="35176" y="108712"/>
                    </a:cubicBezTo>
                  </a:path>
                </a:pathLst>
              </a:custGeom>
              <a:noFill/>
              <a:ln w="9525" cap="rnd">
                <a:solidFill>
                  <a:schemeClr val="tx2"/>
                </a:solidFill>
                <a:prstDash val="solid"/>
                <a:round/>
              </a:ln>
            </p:spPr>
            <p:txBody>
              <a:bodyPr rtlCol="0" anchor="ctr"/>
              <a:lstStyle/>
              <a:p>
                <a:endParaRPr lang="en-IN"/>
              </a:p>
            </p:txBody>
          </p:sp>
          <p:sp>
            <p:nvSpPr>
              <p:cNvPr id="205" name="Freeform: Shape 204">
                <a:extLst>
                  <a:ext uri="{FF2B5EF4-FFF2-40B4-BE49-F238E27FC236}">
                    <a16:creationId xmlns:a16="http://schemas.microsoft.com/office/drawing/2014/main" id="{F4928EE8-F9DD-3D1D-7E2E-67A087434AA7}"/>
                  </a:ext>
                </a:extLst>
              </p:cNvPr>
              <p:cNvSpPr/>
              <p:nvPr/>
            </p:nvSpPr>
            <p:spPr>
              <a:xfrm>
                <a:off x="4996219" y="7528351"/>
                <a:ext cx="49296" cy="65500"/>
              </a:xfrm>
              <a:custGeom>
                <a:avLst/>
                <a:gdLst>
                  <a:gd name="connsiteX0" fmla="*/ 49297 w 49296"/>
                  <a:gd name="connsiteY0" fmla="*/ 19525 h 65500"/>
                  <a:gd name="connsiteX1" fmla="*/ 15031 w 49296"/>
                  <a:gd name="connsiteY1" fmla="*/ 1937 h 65500"/>
                  <a:gd name="connsiteX2" fmla="*/ 21 w 49296"/>
                  <a:gd name="connsiteY2" fmla="*/ 39236 h 65500"/>
                  <a:gd name="connsiteX3" fmla="*/ 27009 w 49296"/>
                  <a:gd name="connsiteY3" fmla="*/ 65466 h 65500"/>
                </a:gdLst>
                <a:ahLst/>
                <a:cxnLst>
                  <a:cxn ang="0">
                    <a:pos x="connsiteX0" y="connsiteY0"/>
                  </a:cxn>
                  <a:cxn ang="0">
                    <a:pos x="connsiteX1" y="connsiteY1"/>
                  </a:cxn>
                  <a:cxn ang="0">
                    <a:pos x="connsiteX2" y="connsiteY2"/>
                  </a:cxn>
                  <a:cxn ang="0">
                    <a:pos x="connsiteX3" y="connsiteY3"/>
                  </a:cxn>
                </a:cxnLst>
                <a:rect l="l" t="t" r="r" b="b"/>
                <a:pathLst>
                  <a:path w="49296" h="65500">
                    <a:moveTo>
                      <a:pt x="49297" y="19525"/>
                    </a:moveTo>
                    <a:cubicBezTo>
                      <a:pt x="39897" y="10883"/>
                      <a:pt x="31709" y="-5644"/>
                      <a:pt x="15031" y="1937"/>
                    </a:cubicBezTo>
                    <a:cubicBezTo>
                      <a:pt x="-1192" y="9367"/>
                      <a:pt x="21" y="24832"/>
                      <a:pt x="21" y="39236"/>
                    </a:cubicBezTo>
                    <a:cubicBezTo>
                      <a:pt x="21" y="58643"/>
                      <a:pt x="9573" y="66072"/>
                      <a:pt x="27009" y="65466"/>
                    </a:cubicBezTo>
                  </a:path>
                </a:pathLst>
              </a:custGeom>
              <a:noFill/>
              <a:ln w="9525" cap="rnd">
                <a:solidFill>
                  <a:schemeClr val="tx2"/>
                </a:solidFill>
                <a:prstDash val="solid"/>
                <a:round/>
              </a:ln>
            </p:spPr>
            <p:txBody>
              <a:bodyPr rtlCol="0" anchor="ctr"/>
              <a:lstStyle/>
              <a:p>
                <a:endParaRPr lang="en-IN"/>
              </a:p>
            </p:txBody>
          </p:sp>
          <p:sp>
            <p:nvSpPr>
              <p:cNvPr id="206" name="Freeform: Shape 205">
                <a:extLst>
                  <a:ext uri="{FF2B5EF4-FFF2-40B4-BE49-F238E27FC236}">
                    <a16:creationId xmlns:a16="http://schemas.microsoft.com/office/drawing/2014/main" id="{78A6F1AB-53AB-7671-CD22-C5CD9BDBD4D7}"/>
                  </a:ext>
                </a:extLst>
              </p:cNvPr>
              <p:cNvSpPr/>
              <p:nvPr/>
            </p:nvSpPr>
            <p:spPr>
              <a:xfrm>
                <a:off x="5119507" y="7596395"/>
                <a:ext cx="86423" cy="64861"/>
              </a:xfrm>
              <a:custGeom>
                <a:avLst/>
                <a:gdLst>
                  <a:gd name="connsiteX0" fmla="*/ 0 w 86423"/>
                  <a:gd name="connsiteY0" fmla="*/ 0 h 64861"/>
                  <a:gd name="connsiteX1" fmla="*/ 22440 w 86423"/>
                  <a:gd name="connsiteY1" fmla="*/ 25624 h 64861"/>
                  <a:gd name="connsiteX2" fmla="*/ 51248 w 86423"/>
                  <a:gd name="connsiteY2" fmla="*/ 63832 h 64861"/>
                  <a:gd name="connsiteX3" fmla="*/ 86423 w 86423"/>
                  <a:gd name="connsiteY3" fmla="*/ 42454 h 64861"/>
                </a:gdLst>
                <a:ahLst/>
                <a:cxnLst>
                  <a:cxn ang="0">
                    <a:pos x="connsiteX0" y="connsiteY0"/>
                  </a:cxn>
                  <a:cxn ang="0">
                    <a:pos x="connsiteX1" y="connsiteY1"/>
                  </a:cxn>
                  <a:cxn ang="0">
                    <a:pos x="connsiteX2" y="connsiteY2"/>
                  </a:cxn>
                  <a:cxn ang="0">
                    <a:pos x="connsiteX3" y="connsiteY3"/>
                  </a:cxn>
                </a:cxnLst>
                <a:rect l="l" t="t" r="r" b="b"/>
                <a:pathLst>
                  <a:path w="86423" h="64861">
                    <a:moveTo>
                      <a:pt x="0" y="0"/>
                    </a:moveTo>
                    <a:cubicBezTo>
                      <a:pt x="10310" y="5003"/>
                      <a:pt x="21530" y="14707"/>
                      <a:pt x="22440" y="25624"/>
                    </a:cubicBezTo>
                    <a:cubicBezTo>
                      <a:pt x="24259" y="44880"/>
                      <a:pt x="35934" y="58222"/>
                      <a:pt x="51248" y="63832"/>
                    </a:cubicBezTo>
                    <a:cubicBezTo>
                      <a:pt x="65197" y="68987"/>
                      <a:pt x="77781" y="53673"/>
                      <a:pt x="86423" y="42454"/>
                    </a:cubicBezTo>
                  </a:path>
                </a:pathLst>
              </a:custGeom>
              <a:noFill/>
              <a:ln w="9525" cap="rnd">
                <a:solidFill>
                  <a:schemeClr val="tx2"/>
                </a:solidFill>
                <a:prstDash val="solid"/>
                <a:round/>
              </a:ln>
            </p:spPr>
            <p:txBody>
              <a:bodyPr rtlCol="0" anchor="ctr"/>
              <a:lstStyle/>
              <a:p>
                <a:endParaRPr lang="en-IN"/>
              </a:p>
            </p:txBody>
          </p:sp>
          <p:sp>
            <p:nvSpPr>
              <p:cNvPr id="207" name="Freeform: Shape 206">
                <a:extLst>
                  <a:ext uri="{FF2B5EF4-FFF2-40B4-BE49-F238E27FC236}">
                    <a16:creationId xmlns:a16="http://schemas.microsoft.com/office/drawing/2014/main" id="{9C8E02E9-306E-C99E-BB4A-6BCC713513A3}"/>
                  </a:ext>
                </a:extLst>
              </p:cNvPr>
              <p:cNvSpPr/>
              <p:nvPr/>
            </p:nvSpPr>
            <p:spPr>
              <a:xfrm>
                <a:off x="5274917" y="7521191"/>
                <a:ext cx="95823" cy="67016"/>
              </a:xfrm>
              <a:custGeom>
                <a:avLst/>
                <a:gdLst>
                  <a:gd name="connsiteX0" fmla="*/ 95824 w 95823"/>
                  <a:gd name="connsiteY0" fmla="*/ 0 h 67016"/>
                  <a:gd name="connsiteX1" fmla="*/ 56554 w 95823"/>
                  <a:gd name="connsiteY1" fmla="*/ 31689 h 67016"/>
                  <a:gd name="connsiteX2" fmla="*/ 24108 w 95823"/>
                  <a:gd name="connsiteY2" fmla="*/ 57464 h 67016"/>
                  <a:gd name="connsiteX3" fmla="*/ 0 w 95823"/>
                  <a:gd name="connsiteY3" fmla="*/ 67016 h 67016"/>
                </a:gdLst>
                <a:ahLst/>
                <a:cxnLst>
                  <a:cxn ang="0">
                    <a:pos x="connsiteX0" y="connsiteY0"/>
                  </a:cxn>
                  <a:cxn ang="0">
                    <a:pos x="connsiteX1" y="connsiteY1"/>
                  </a:cxn>
                  <a:cxn ang="0">
                    <a:pos x="connsiteX2" y="connsiteY2"/>
                  </a:cxn>
                  <a:cxn ang="0">
                    <a:pos x="connsiteX3" y="connsiteY3"/>
                  </a:cxn>
                </a:cxnLst>
                <a:rect l="l" t="t" r="r" b="b"/>
                <a:pathLst>
                  <a:path w="95823" h="67016">
                    <a:moveTo>
                      <a:pt x="95824" y="0"/>
                    </a:moveTo>
                    <a:cubicBezTo>
                      <a:pt x="85665" y="11675"/>
                      <a:pt x="69897" y="24259"/>
                      <a:pt x="56554" y="31689"/>
                    </a:cubicBezTo>
                    <a:cubicBezTo>
                      <a:pt x="44273" y="38511"/>
                      <a:pt x="31992" y="44121"/>
                      <a:pt x="24108" y="57464"/>
                    </a:cubicBezTo>
                    <a:cubicBezTo>
                      <a:pt x="20620" y="63529"/>
                      <a:pt x="7429" y="63377"/>
                      <a:pt x="0" y="67016"/>
                    </a:cubicBezTo>
                  </a:path>
                </a:pathLst>
              </a:custGeom>
              <a:noFill/>
              <a:ln w="9525" cap="rnd">
                <a:solidFill>
                  <a:schemeClr val="tx2"/>
                </a:solidFill>
                <a:prstDash val="solid"/>
                <a:round/>
              </a:ln>
            </p:spPr>
            <p:txBody>
              <a:bodyPr rtlCol="0" anchor="ctr"/>
              <a:lstStyle/>
              <a:p>
                <a:endParaRPr lang="en-IN"/>
              </a:p>
            </p:txBody>
          </p:sp>
          <p:sp>
            <p:nvSpPr>
              <p:cNvPr id="208" name="Freeform: Shape 207">
                <a:extLst>
                  <a:ext uri="{FF2B5EF4-FFF2-40B4-BE49-F238E27FC236}">
                    <a16:creationId xmlns:a16="http://schemas.microsoft.com/office/drawing/2014/main" id="{E3BB57ED-0CE2-C2B6-834C-F6CC22436BE2}"/>
                  </a:ext>
                </a:extLst>
              </p:cNvPr>
              <p:cNvSpPr/>
              <p:nvPr/>
            </p:nvSpPr>
            <p:spPr>
              <a:xfrm>
                <a:off x="5104180" y="7563493"/>
                <a:ext cx="54444" cy="98321"/>
              </a:xfrm>
              <a:custGeom>
                <a:avLst/>
                <a:gdLst>
                  <a:gd name="connsiteX0" fmla="*/ 23211 w 54444"/>
                  <a:gd name="connsiteY0" fmla="*/ 0 h 98321"/>
                  <a:gd name="connsiteX1" fmla="*/ 8352 w 54444"/>
                  <a:gd name="connsiteY1" fmla="*/ 41847 h 98321"/>
                  <a:gd name="connsiteX2" fmla="*/ 10020 w 54444"/>
                  <a:gd name="connsiteY2" fmla="*/ 82785 h 98321"/>
                  <a:gd name="connsiteX3" fmla="*/ 54445 w 54444"/>
                  <a:gd name="connsiteY3" fmla="*/ 90062 h 98321"/>
                </a:gdLst>
                <a:ahLst/>
                <a:cxnLst>
                  <a:cxn ang="0">
                    <a:pos x="connsiteX0" y="connsiteY0"/>
                  </a:cxn>
                  <a:cxn ang="0">
                    <a:pos x="connsiteX1" y="connsiteY1"/>
                  </a:cxn>
                  <a:cxn ang="0">
                    <a:pos x="connsiteX2" y="connsiteY2"/>
                  </a:cxn>
                  <a:cxn ang="0">
                    <a:pos x="connsiteX3" y="connsiteY3"/>
                  </a:cxn>
                </a:cxnLst>
                <a:rect l="l" t="t" r="r" b="b"/>
                <a:pathLst>
                  <a:path w="54444" h="98321">
                    <a:moveTo>
                      <a:pt x="23211" y="0"/>
                    </a:moveTo>
                    <a:cubicBezTo>
                      <a:pt x="23514" y="14556"/>
                      <a:pt x="19269" y="31385"/>
                      <a:pt x="8352" y="41847"/>
                    </a:cubicBezTo>
                    <a:cubicBezTo>
                      <a:pt x="-3626" y="53370"/>
                      <a:pt x="-2413" y="67926"/>
                      <a:pt x="10020" y="82785"/>
                    </a:cubicBezTo>
                    <a:cubicBezTo>
                      <a:pt x="26395" y="102495"/>
                      <a:pt x="35947" y="101737"/>
                      <a:pt x="54445" y="90062"/>
                    </a:cubicBezTo>
                  </a:path>
                </a:pathLst>
              </a:custGeom>
              <a:noFill/>
              <a:ln w="9525" cap="rnd">
                <a:solidFill>
                  <a:schemeClr val="tx2"/>
                </a:solidFill>
                <a:prstDash val="solid"/>
                <a:round/>
              </a:ln>
            </p:spPr>
            <p:txBody>
              <a:bodyPr rtlCol="0" anchor="ctr"/>
              <a:lstStyle/>
              <a:p>
                <a:endParaRPr lang="en-IN"/>
              </a:p>
            </p:txBody>
          </p:sp>
          <p:sp>
            <p:nvSpPr>
              <p:cNvPr id="209" name="Freeform: Shape 208">
                <a:extLst>
                  <a:ext uri="{FF2B5EF4-FFF2-40B4-BE49-F238E27FC236}">
                    <a16:creationId xmlns:a16="http://schemas.microsoft.com/office/drawing/2014/main" id="{C2F28E55-2B3B-5F8D-5BFC-39B42AAFAB8C}"/>
                  </a:ext>
                </a:extLst>
              </p:cNvPr>
              <p:cNvSpPr/>
              <p:nvPr/>
            </p:nvSpPr>
            <p:spPr>
              <a:xfrm>
                <a:off x="5022121" y="7540283"/>
                <a:ext cx="64029" cy="82512"/>
              </a:xfrm>
              <a:custGeom>
                <a:avLst/>
                <a:gdLst>
                  <a:gd name="connsiteX0" fmla="*/ 64030 w 64029"/>
                  <a:gd name="connsiteY0" fmla="*/ 27304 h 82512"/>
                  <a:gd name="connsiteX1" fmla="*/ 13540 w 64029"/>
                  <a:gd name="connsiteY1" fmla="*/ 20026 h 82512"/>
                  <a:gd name="connsiteX2" fmla="*/ 14905 w 64029"/>
                  <a:gd name="connsiteY2" fmla="*/ 74458 h 82512"/>
                  <a:gd name="connsiteX3" fmla="*/ 45532 w 64029"/>
                  <a:gd name="connsiteY3" fmla="*/ 77794 h 82512"/>
                </a:gdLst>
                <a:ahLst/>
                <a:cxnLst>
                  <a:cxn ang="0">
                    <a:pos x="connsiteX0" y="connsiteY0"/>
                  </a:cxn>
                  <a:cxn ang="0">
                    <a:pos x="connsiteX1" y="connsiteY1"/>
                  </a:cxn>
                  <a:cxn ang="0">
                    <a:pos x="connsiteX2" y="connsiteY2"/>
                  </a:cxn>
                  <a:cxn ang="0">
                    <a:pos x="connsiteX3" y="connsiteY3"/>
                  </a:cxn>
                </a:cxnLst>
                <a:rect l="l" t="t" r="r" b="b"/>
                <a:pathLst>
                  <a:path w="64029" h="82512">
                    <a:moveTo>
                      <a:pt x="64030" y="27304"/>
                    </a:moveTo>
                    <a:cubicBezTo>
                      <a:pt x="46139" y="-5749"/>
                      <a:pt x="34767" y="-9540"/>
                      <a:pt x="13540" y="20026"/>
                    </a:cubicBezTo>
                    <a:cubicBezTo>
                      <a:pt x="-4957" y="45802"/>
                      <a:pt x="-4503" y="50654"/>
                      <a:pt x="14905" y="74458"/>
                    </a:cubicBezTo>
                    <a:cubicBezTo>
                      <a:pt x="23850" y="85375"/>
                      <a:pt x="35374" y="83858"/>
                      <a:pt x="45532" y="77794"/>
                    </a:cubicBezTo>
                  </a:path>
                </a:pathLst>
              </a:custGeom>
              <a:noFill/>
              <a:ln w="9525" cap="rnd">
                <a:solidFill>
                  <a:schemeClr val="tx2"/>
                </a:solidFill>
                <a:prstDash val="solid"/>
                <a:round/>
              </a:ln>
            </p:spPr>
            <p:txBody>
              <a:bodyPr rtlCol="0" anchor="ctr"/>
              <a:lstStyle/>
              <a:p>
                <a:endParaRPr lang="en-IN"/>
              </a:p>
            </p:txBody>
          </p:sp>
          <p:sp>
            <p:nvSpPr>
              <p:cNvPr id="210" name="Freeform: Shape 209">
                <a:extLst>
                  <a:ext uri="{FF2B5EF4-FFF2-40B4-BE49-F238E27FC236}">
                    <a16:creationId xmlns:a16="http://schemas.microsoft.com/office/drawing/2014/main" id="{5CBC30BC-F5B0-3F06-AB27-6B0571B6A722}"/>
                  </a:ext>
                </a:extLst>
              </p:cNvPr>
              <p:cNvSpPr/>
              <p:nvPr/>
            </p:nvSpPr>
            <p:spPr>
              <a:xfrm>
                <a:off x="5218515" y="7455535"/>
                <a:ext cx="71564" cy="15413"/>
              </a:xfrm>
              <a:custGeom>
                <a:avLst/>
                <a:gdLst>
                  <a:gd name="connsiteX0" fmla="*/ 0 w 71564"/>
                  <a:gd name="connsiteY0" fmla="*/ 308 h 15413"/>
                  <a:gd name="connsiteX1" fmla="*/ 25169 w 71564"/>
                  <a:gd name="connsiteY1" fmla="*/ 5160 h 15413"/>
                  <a:gd name="connsiteX2" fmla="*/ 71565 w 71564"/>
                  <a:gd name="connsiteY2" fmla="*/ 3795 h 15413"/>
                </a:gdLst>
                <a:ahLst/>
                <a:cxnLst>
                  <a:cxn ang="0">
                    <a:pos x="connsiteX0" y="connsiteY0"/>
                  </a:cxn>
                  <a:cxn ang="0">
                    <a:pos x="connsiteX1" y="connsiteY1"/>
                  </a:cxn>
                  <a:cxn ang="0">
                    <a:pos x="connsiteX2" y="connsiteY2"/>
                  </a:cxn>
                </a:cxnLst>
                <a:rect l="l" t="t" r="r" b="b"/>
                <a:pathLst>
                  <a:path w="71564" h="15413">
                    <a:moveTo>
                      <a:pt x="0" y="308"/>
                    </a:moveTo>
                    <a:cubicBezTo>
                      <a:pt x="8036" y="-450"/>
                      <a:pt x="18194" y="-147"/>
                      <a:pt x="25169" y="5160"/>
                    </a:cubicBezTo>
                    <a:cubicBezTo>
                      <a:pt x="44121" y="19564"/>
                      <a:pt x="49883" y="18503"/>
                      <a:pt x="71565" y="3795"/>
                    </a:cubicBezTo>
                  </a:path>
                </a:pathLst>
              </a:custGeom>
              <a:noFill/>
              <a:ln w="9525" cap="rnd">
                <a:solidFill>
                  <a:schemeClr val="tx2"/>
                </a:solidFill>
                <a:prstDash val="solid"/>
                <a:round/>
              </a:ln>
            </p:spPr>
            <p:txBody>
              <a:bodyPr rtlCol="0" anchor="ctr"/>
              <a:lstStyle/>
              <a:p>
                <a:endParaRPr lang="en-IN"/>
              </a:p>
            </p:txBody>
          </p:sp>
          <p:sp>
            <p:nvSpPr>
              <p:cNvPr id="211" name="Freeform: Shape 210">
                <a:extLst>
                  <a:ext uri="{FF2B5EF4-FFF2-40B4-BE49-F238E27FC236}">
                    <a16:creationId xmlns:a16="http://schemas.microsoft.com/office/drawing/2014/main" id="{8FEF84C1-CC2A-A20B-3741-3B195AB86383}"/>
                  </a:ext>
                </a:extLst>
              </p:cNvPr>
              <p:cNvSpPr/>
              <p:nvPr/>
            </p:nvSpPr>
            <p:spPr>
              <a:xfrm>
                <a:off x="4956364" y="7510426"/>
                <a:ext cx="43666" cy="29717"/>
              </a:xfrm>
              <a:custGeom>
                <a:avLst/>
                <a:gdLst>
                  <a:gd name="connsiteX0" fmla="*/ 0 w 43666"/>
                  <a:gd name="connsiteY0" fmla="*/ 0 h 29717"/>
                  <a:gd name="connsiteX1" fmla="*/ 43667 w 43666"/>
                  <a:gd name="connsiteY1" fmla="*/ 29718 h 29717"/>
                </a:gdLst>
                <a:ahLst/>
                <a:cxnLst>
                  <a:cxn ang="0">
                    <a:pos x="connsiteX0" y="connsiteY0"/>
                  </a:cxn>
                  <a:cxn ang="0">
                    <a:pos x="connsiteX1" y="connsiteY1"/>
                  </a:cxn>
                </a:cxnLst>
                <a:rect l="l" t="t" r="r" b="b"/>
                <a:pathLst>
                  <a:path w="43666" h="29717">
                    <a:moveTo>
                      <a:pt x="0" y="0"/>
                    </a:moveTo>
                    <a:cubicBezTo>
                      <a:pt x="13797" y="7581"/>
                      <a:pt x="28808" y="23653"/>
                      <a:pt x="43667" y="29718"/>
                    </a:cubicBezTo>
                  </a:path>
                </a:pathLst>
              </a:custGeom>
              <a:noFill/>
              <a:ln w="9525" cap="rnd">
                <a:solidFill>
                  <a:schemeClr val="tx2"/>
                </a:solidFill>
                <a:prstDash val="solid"/>
                <a:round/>
              </a:ln>
            </p:spPr>
            <p:txBody>
              <a:bodyPr rtlCol="0" anchor="ctr"/>
              <a:lstStyle/>
              <a:p>
                <a:endParaRPr lang="en-IN"/>
              </a:p>
            </p:txBody>
          </p:sp>
        </p:grpSp>
        <p:grpSp>
          <p:nvGrpSpPr>
            <p:cNvPr id="212" name="Graphic 178">
              <a:extLst>
                <a:ext uri="{FF2B5EF4-FFF2-40B4-BE49-F238E27FC236}">
                  <a16:creationId xmlns:a16="http://schemas.microsoft.com/office/drawing/2014/main" id="{56FA916F-7C6F-F6B9-9A8E-0CCA619463B4}"/>
                </a:ext>
              </a:extLst>
            </p:cNvPr>
            <p:cNvGrpSpPr/>
            <p:nvPr/>
          </p:nvGrpSpPr>
          <p:grpSpPr>
            <a:xfrm>
              <a:off x="5062954" y="7158381"/>
              <a:ext cx="202799" cy="231961"/>
              <a:chOff x="5062954" y="7158381"/>
              <a:chExt cx="202799" cy="231961"/>
            </a:xfrm>
            <a:noFill/>
          </p:grpSpPr>
          <p:sp>
            <p:nvSpPr>
              <p:cNvPr id="213" name="Freeform: Shape 212">
                <a:extLst>
                  <a:ext uri="{FF2B5EF4-FFF2-40B4-BE49-F238E27FC236}">
                    <a16:creationId xmlns:a16="http://schemas.microsoft.com/office/drawing/2014/main" id="{E6DF8B29-7195-766F-35AE-871CFA950577}"/>
                  </a:ext>
                </a:extLst>
              </p:cNvPr>
              <p:cNvSpPr/>
              <p:nvPr/>
            </p:nvSpPr>
            <p:spPr>
              <a:xfrm>
                <a:off x="5118900" y="7390191"/>
                <a:ext cx="15162" cy="151"/>
              </a:xfrm>
              <a:custGeom>
                <a:avLst/>
                <a:gdLst>
                  <a:gd name="connsiteX0" fmla="*/ 0 w 15162"/>
                  <a:gd name="connsiteY0" fmla="*/ 152 h 151"/>
                  <a:gd name="connsiteX1" fmla="*/ 0 w 15162"/>
                  <a:gd name="connsiteY1" fmla="*/ 0 h 151"/>
                </a:gdLst>
                <a:ahLst/>
                <a:cxnLst>
                  <a:cxn ang="0">
                    <a:pos x="connsiteX0" y="connsiteY0"/>
                  </a:cxn>
                  <a:cxn ang="0">
                    <a:pos x="connsiteX1" y="connsiteY1"/>
                  </a:cxn>
                </a:cxnLst>
                <a:rect l="l" t="t" r="r" b="b"/>
                <a:pathLst>
                  <a:path w="15162" h="151">
                    <a:moveTo>
                      <a:pt x="0" y="152"/>
                    </a:moveTo>
                    <a:lnTo>
                      <a:pt x="0" y="0"/>
                    </a:lnTo>
                  </a:path>
                </a:pathLst>
              </a:custGeom>
              <a:ln w="9525" cap="rnd">
                <a:solidFill>
                  <a:schemeClr val="tx2"/>
                </a:solidFill>
                <a:prstDash val="solid"/>
                <a:round/>
              </a:ln>
            </p:spPr>
            <p:txBody>
              <a:bodyPr rtlCol="0" anchor="ctr"/>
              <a:lstStyle/>
              <a:p>
                <a:endParaRPr lang="en-IN"/>
              </a:p>
            </p:txBody>
          </p:sp>
          <p:sp>
            <p:nvSpPr>
              <p:cNvPr id="214" name="Freeform: Shape 213">
                <a:extLst>
                  <a:ext uri="{FF2B5EF4-FFF2-40B4-BE49-F238E27FC236}">
                    <a16:creationId xmlns:a16="http://schemas.microsoft.com/office/drawing/2014/main" id="{10FFBBF0-8A26-A8CF-612E-47D4692EF42D}"/>
                  </a:ext>
                </a:extLst>
              </p:cNvPr>
              <p:cNvSpPr/>
              <p:nvPr/>
            </p:nvSpPr>
            <p:spPr>
              <a:xfrm>
                <a:off x="5062954" y="7158381"/>
                <a:ext cx="202799" cy="218467"/>
              </a:xfrm>
              <a:custGeom>
                <a:avLst/>
                <a:gdLst>
                  <a:gd name="connsiteX0" fmla="*/ 34871 w 202799"/>
                  <a:gd name="connsiteY0" fmla="*/ 213009 h 218467"/>
                  <a:gd name="connsiteX1" fmla="*/ 10157 w 202799"/>
                  <a:gd name="connsiteY1" fmla="*/ 173740 h 218467"/>
                  <a:gd name="connsiteX2" fmla="*/ 5305 w 202799"/>
                  <a:gd name="connsiteY2" fmla="*/ 36524 h 218467"/>
                  <a:gd name="connsiteX3" fmla="*/ 36236 w 202799"/>
                  <a:gd name="connsiteY3" fmla="*/ 35159 h 218467"/>
                  <a:gd name="connsiteX4" fmla="*/ 66712 w 202799"/>
                  <a:gd name="connsiteY4" fmla="*/ 3774 h 218467"/>
                  <a:gd name="connsiteX5" fmla="*/ 136002 w 202799"/>
                  <a:gd name="connsiteY5" fmla="*/ 3774 h 218467"/>
                  <a:gd name="connsiteX6" fmla="*/ 166629 w 202799"/>
                  <a:gd name="connsiteY6" fmla="*/ 35159 h 218467"/>
                  <a:gd name="connsiteX7" fmla="*/ 197560 w 202799"/>
                  <a:gd name="connsiteY7" fmla="*/ 36524 h 218467"/>
                  <a:gd name="connsiteX8" fmla="*/ 192708 w 202799"/>
                  <a:gd name="connsiteY8" fmla="*/ 173740 h 218467"/>
                  <a:gd name="connsiteX9" fmla="*/ 162687 w 202799"/>
                  <a:gd name="connsiteY9" fmla="*/ 218468 h 21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2799" h="218467">
                    <a:moveTo>
                      <a:pt x="34871" y="213009"/>
                    </a:moveTo>
                    <a:cubicBezTo>
                      <a:pt x="24561" y="201941"/>
                      <a:pt x="15464" y="188750"/>
                      <a:pt x="10157" y="173740"/>
                    </a:cubicBezTo>
                    <a:cubicBezTo>
                      <a:pt x="-9402" y="117640"/>
                      <a:pt x="5305" y="36524"/>
                      <a:pt x="5305" y="36524"/>
                    </a:cubicBezTo>
                    <a:cubicBezTo>
                      <a:pt x="20771" y="37737"/>
                      <a:pt x="36236" y="35159"/>
                      <a:pt x="36236" y="35159"/>
                    </a:cubicBezTo>
                    <a:cubicBezTo>
                      <a:pt x="55795" y="29094"/>
                      <a:pt x="66712" y="3774"/>
                      <a:pt x="66712" y="3774"/>
                    </a:cubicBezTo>
                    <a:cubicBezTo>
                      <a:pt x="66712" y="3774"/>
                      <a:pt x="104313" y="-4717"/>
                      <a:pt x="136002" y="3774"/>
                    </a:cubicBezTo>
                    <a:cubicBezTo>
                      <a:pt x="136002" y="3774"/>
                      <a:pt x="147070" y="28943"/>
                      <a:pt x="166629" y="35159"/>
                    </a:cubicBezTo>
                    <a:cubicBezTo>
                      <a:pt x="166629" y="35159"/>
                      <a:pt x="182095" y="37585"/>
                      <a:pt x="197560" y="36524"/>
                    </a:cubicBezTo>
                    <a:cubicBezTo>
                      <a:pt x="197560" y="36524"/>
                      <a:pt x="212115" y="117489"/>
                      <a:pt x="192708" y="173740"/>
                    </a:cubicBezTo>
                    <a:cubicBezTo>
                      <a:pt x="186491" y="191328"/>
                      <a:pt x="175272" y="206186"/>
                      <a:pt x="162687" y="218468"/>
                    </a:cubicBezTo>
                  </a:path>
                </a:pathLst>
              </a:custGeom>
              <a:noFill/>
              <a:ln w="9525" cap="rnd">
                <a:solidFill>
                  <a:schemeClr val="tx2"/>
                </a:solidFill>
                <a:prstDash val="solid"/>
                <a:round/>
              </a:ln>
            </p:spPr>
            <p:txBody>
              <a:bodyPr rtlCol="0" anchor="ctr"/>
              <a:lstStyle/>
              <a:p>
                <a:endParaRPr lang="en-IN"/>
              </a:p>
            </p:txBody>
          </p:sp>
          <p:sp>
            <p:nvSpPr>
              <p:cNvPr id="215" name="Freeform: Shape 214">
                <a:extLst>
                  <a:ext uri="{FF2B5EF4-FFF2-40B4-BE49-F238E27FC236}">
                    <a16:creationId xmlns:a16="http://schemas.microsoft.com/office/drawing/2014/main" id="{39636D6D-4B21-4176-B0A0-6D4412419B47}"/>
                  </a:ext>
                </a:extLst>
              </p:cNvPr>
              <p:cNvSpPr/>
              <p:nvPr/>
            </p:nvSpPr>
            <p:spPr>
              <a:xfrm>
                <a:off x="5119204" y="7257979"/>
                <a:ext cx="90213" cy="59131"/>
              </a:xfrm>
              <a:custGeom>
                <a:avLst/>
                <a:gdLst>
                  <a:gd name="connsiteX0" fmla="*/ 0 w 90213"/>
                  <a:gd name="connsiteY0" fmla="*/ 29111 h 59131"/>
                  <a:gd name="connsiteX1" fmla="*/ 30476 w 90213"/>
                  <a:gd name="connsiteY1" fmla="*/ 59132 h 59131"/>
                  <a:gd name="connsiteX2" fmla="*/ 90214 w 90213"/>
                  <a:gd name="connsiteY2" fmla="*/ 0 h 59131"/>
                </a:gdLst>
                <a:ahLst/>
                <a:cxnLst>
                  <a:cxn ang="0">
                    <a:pos x="connsiteX0" y="connsiteY0"/>
                  </a:cxn>
                  <a:cxn ang="0">
                    <a:pos x="connsiteX1" y="connsiteY1"/>
                  </a:cxn>
                  <a:cxn ang="0">
                    <a:pos x="connsiteX2" y="connsiteY2"/>
                  </a:cxn>
                </a:cxnLst>
                <a:rect l="l" t="t" r="r" b="b"/>
                <a:pathLst>
                  <a:path w="90213" h="59131">
                    <a:moveTo>
                      <a:pt x="0" y="29111"/>
                    </a:moveTo>
                    <a:lnTo>
                      <a:pt x="30476" y="59132"/>
                    </a:lnTo>
                    <a:lnTo>
                      <a:pt x="90214" y="0"/>
                    </a:lnTo>
                  </a:path>
                </a:pathLst>
              </a:custGeom>
              <a:noFill/>
              <a:ln w="9525" cap="rnd">
                <a:solidFill>
                  <a:schemeClr val="tx2"/>
                </a:solidFill>
                <a:prstDash val="solid"/>
                <a:round/>
              </a:ln>
            </p:spPr>
            <p:txBody>
              <a:bodyPr rtlCol="0" anchor="ctr"/>
              <a:lstStyle/>
              <a:p>
                <a:endParaRPr lang="en-IN"/>
              </a:p>
            </p:txBody>
          </p:sp>
        </p:grpSp>
      </p:grpSp>
      <p:grpSp>
        <p:nvGrpSpPr>
          <p:cNvPr id="216" name="Graphic 178">
            <a:extLst>
              <a:ext uri="{FF2B5EF4-FFF2-40B4-BE49-F238E27FC236}">
                <a16:creationId xmlns:a16="http://schemas.microsoft.com/office/drawing/2014/main" id="{66EA49A7-3E3E-0268-4CD9-8EFACD9D617B}"/>
              </a:ext>
            </a:extLst>
          </p:cNvPr>
          <p:cNvGrpSpPr/>
          <p:nvPr/>
        </p:nvGrpSpPr>
        <p:grpSpPr>
          <a:xfrm>
            <a:off x="11326554" y="5689446"/>
            <a:ext cx="334428" cy="394738"/>
            <a:chOff x="10040032" y="7172010"/>
            <a:chExt cx="373288" cy="440607"/>
          </a:xfrm>
          <a:noFill/>
        </p:grpSpPr>
        <p:grpSp>
          <p:nvGrpSpPr>
            <p:cNvPr id="217" name="Graphic 178">
              <a:extLst>
                <a:ext uri="{FF2B5EF4-FFF2-40B4-BE49-F238E27FC236}">
                  <a16:creationId xmlns:a16="http://schemas.microsoft.com/office/drawing/2014/main" id="{7E66DF4B-1695-9124-576E-FAB1859C592E}"/>
                </a:ext>
              </a:extLst>
            </p:cNvPr>
            <p:cNvGrpSpPr/>
            <p:nvPr/>
          </p:nvGrpSpPr>
          <p:grpSpPr>
            <a:xfrm>
              <a:off x="10040032" y="7172010"/>
              <a:ext cx="373288" cy="177850"/>
              <a:chOff x="10040032" y="7172010"/>
              <a:chExt cx="373288" cy="177850"/>
            </a:xfrm>
            <a:noFill/>
          </p:grpSpPr>
          <p:sp>
            <p:nvSpPr>
              <p:cNvPr id="218" name="Freeform: Shape 217">
                <a:extLst>
                  <a:ext uri="{FF2B5EF4-FFF2-40B4-BE49-F238E27FC236}">
                    <a16:creationId xmlns:a16="http://schemas.microsoft.com/office/drawing/2014/main" id="{45EA0D74-4A9F-0273-406E-B23E23821ADC}"/>
                  </a:ext>
                </a:extLst>
              </p:cNvPr>
              <p:cNvSpPr/>
              <p:nvPr/>
            </p:nvSpPr>
            <p:spPr>
              <a:xfrm>
                <a:off x="10308551" y="7172010"/>
                <a:ext cx="104769" cy="96127"/>
              </a:xfrm>
              <a:custGeom>
                <a:avLst/>
                <a:gdLst>
                  <a:gd name="connsiteX0" fmla="*/ 0 w 104769"/>
                  <a:gd name="connsiteY0" fmla="*/ 35024 h 96127"/>
                  <a:gd name="connsiteX1" fmla="*/ 90972 w 104769"/>
                  <a:gd name="connsiteY1" fmla="*/ 0 h 96127"/>
                  <a:gd name="connsiteX2" fmla="*/ 104770 w 104769"/>
                  <a:gd name="connsiteY2" fmla="*/ 96127 h 96127"/>
                </a:gdLst>
                <a:ahLst/>
                <a:cxnLst>
                  <a:cxn ang="0">
                    <a:pos x="connsiteX0" y="connsiteY0"/>
                  </a:cxn>
                  <a:cxn ang="0">
                    <a:pos x="connsiteX1" y="connsiteY1"/>
                  </a:cxn>
                  <a:cxn ang="0">
                    <a:pos x="connsiteX2" y="connsiteY2"/>
                  </a:cxn>
                </a:cxnLst>
                <a:rect l="l" t="t" r="r" b="b"/>
                <a:pathLst>
                  <a:path w="104769" h="96127">
                    <a:moveTo>
                      <a:pt x="0" y="35024"/>
                    </a:moveTo>
                    <a:lnTo>
                      <a:pt x="90972" y="0"/>
                    </a:lnTo>
                    <a:lnTo>
                      <a:pt x="104770" y="96127"/>
                    </a:lnTo>
                  </a:path>
                </a:pathLst>
              </a:custGeom>
              <a:noFill/>
              <a:ln w="9525" cap="rnd">
                <a:solidFill>
                  <a:schemeClr val="tx2"/>
                </a:solidFill>
                <a:prstDash val="solid"/>
                <a:round/>
              </a:ln>
            </p:spPr>
            <p:txBody>
              <a:bodyPr rtlCol="0" anchor="ctr"/>
              <a:lstStyle/>
              <a:p>
                <a:endParaRPr lang="en-IN"/>
              </a:p>
            </p:txBody>
          </p:sp>
          <p:sp>
            <p:nvSpPr>
              <p:cNvPr id="219" name="Freeform: Shape 218">
                <a:extLst>
                  <a:ext uri="{FF2B5EF4-FFF2-40B4-BE49-F238E27FC236}">
                    <a16:creationId xmlns:a16="http://schemas.microsoft.com/office/drawing/2014/main" id="{19080582-46E0-FF09-615C-43AD04E2F2F4}"/>
                  </a:ext>
                </a:extLst>
              </p:cNvPr>
              <p:cNvSpPr/>
              <p:nvPr/>
            </p:nvSpPr>
            <p:spPr>
              <a:xfrm>
                <a:off x="10040032" y="7180198"/>
                <a:ext cx="353729" cy="169662"/>
              </a:xfrm>
              <a:custGeom>
                <a:avLst/>
                <a:gdLst>
                  <a:gd name="connsiteX0" fmla="*/ 353729 w 353729"/>
                  <a:gd name="connsiteY0" fmla="*/ 0 h 169662"/>
                  <a:gd name="connsiteX1" fmla="*/ 228340 w 353729"/>
                  <a:gd name="connsiteY1" fmla="*/ 169663 h 169662"/>
                  <a:gd name="connsiteX2" fmla="*/ 119325 w 353729"/>
                  <a:gd name="connsiteY2" fmla="*/ 74445 h 169662"/>
                  <a:gd name="connsiteX3" fmla="*/ 0 w 353729"/>
                  <a:gd name="connsiteY3" fmla="*/ 164963 h 169662"/>
                </a:gdLst>
                <a:ahLst/>
                <a:cxnLst>
                  <a:cxn ang="0">
                    <a:pos x="connsiteX0" y="connsiteY0"/>
                  </a:cxn>
                  <a:cxn ang="0">
                    <a:pos x="connsiteX1" y="connsiteY1"/>
                  </a:cxn>
                  <a:cxn ang="0">
                    <a:pos x="connsiteX2" y="connsiteY2"/>
                  </a:cxn>
                  <a:cxn ang="0">
                    <a:pos x="connsiteX3" y="connsiteY3"/>
                  </a:cxn>
                </a:cxnLst>
                <a:rect l="l" t="t" r="r" b="b"/>
                <a:pathLst>
                  <a:path w="353729" h="169662">
                    <a:moveTo>
                      <a:pt x="353729" y="0"/>
                    </a:moveTo>
                    <a:lnTo>
                      <a:pt x="228340" y="169663"/>
                    </a:lnTo>
                    <a:lnTo>
                      <a:pt x="119325" y="74445"/>
                    </a:lnTo>
                    <a:lnTo>
                      <a:pt x="0" y="164963"/>
                    </a:lnTo>
                  </a:path>
                </a:pathLst>
              </a:custGeom>
              <a:noFill/>
              <a:ln w="9525" cap="rnd">
                <a:solidFill>
                  <a:schemeClr val="tx2"/>
                </a:solidFill>
                <a:prstDash val="solid"/>
                <a:round/>
              </a:ln>
            </p:spPr>
            <p:txBody>
              <a:bodyPr rtlCol="0" anchor="ctr"/>
              <a:lstStyle/>
              <a:p>
                <a:endParaRPr lang="en-IN"/>
              </a:p>
            </p:txBody>
          </p:sp>
        </p:grpSp>
        <p:sp>
          <p:nvSpPr>
            <p:cNvPr id="220" name="Freeform: Shape 219">
              <a:extLst>
                <a:ext uri="{FF2B5EF4-FFF2-40B4-BE49-F238E27FC236}">
                  <a16:creationId xmlns:a16="http://schemas.microsoft.com/office/drawing/2014/main" id="{4452459C-F6D0-FBBD-844F-8CCB390539E7}"/>
                </a:ext>
              </a:extLst>
            </p:cNvPr>
            <p:cNvSpPr/>
            <p:nvPr/>
          </p:nvSpPr>
          <p:spPr>
            <a:xfrm>
              <a:off x="10054436" y="7394285"/>
              <a:ext cx="15162" cy="218332"/>
            </a:xfrm>
            <a:custGeom>
              <a:avLst/>
              <a:gdLst>
                <a:gd name="connsiteX0" fmla="*/ 0 w 15162"/>
                <a:gd name="connsiteY0" fmla="*/ 0 h 218332"/>
                <a:gd name="connsiteX1" fmla="*/ 0 w 15162"/>
                <a:gd name="connsiteY1" fmla="*/ 218333 h 218332"/>
              </a:gdLst>
              <a:ahLst/>
              <a:cxnLst>
                <a:cxn ang="0">
                  <a:pos x="connsiteX0" y="connsiteY0"/>
                </a:cxn>
                <a:cxn ang="0">
                  <a:pos x="connsiteX1" y="connsiteY1"/>
                </a:cxn>
              </a:cxnLst>
              <a:rect l="l" t="t" r="r" b="b"/>
              <a:pathLst>
                <a:path w="15162" h="218332">
                  <a:moveTo>
                    <a:pt x="0" y="0"/>
                  </a:moveTo>
                  <a:lnTo>
                    <a:pt x="0" y="218333"/>
                  </a:lnTo>
                </a:path>
              </a:pathLst>
            </a:custGeom>
            <a:ln w="9525" cap="rnd">
              <a:solidFill>
                <a:schemeClr val="tx2"/>
              </a:solidFill>
              <a:prstDash val="solid"/>
              <a:round/>
            </a:ln>
          </p:spPr>
          <p:txBody>
            <a:bodyPr rtlCol="0" anchor="ctr"/>
            <a:lstStyle/>
            <a:p>
              <a:endParaRPr lang="en-IN"/>
            </a:p>
          </p:txBody>
        </p:sp>
        <p:sp>
          <p:nvSpPr>
            <p:cNvPr id="221" name="Freeform: Shape 220">
              <a:extLst>
                <a:ext uri="{FF2B5EF4-FFF2-40B4-BE49-F238E27FC236}">
                  <a16:creationId xmlns:a16="http://schemas.microsoft.com/office/drawing/2014/main" id="{72B5D3A3-C913-6344-77ED-705CA166B2DF}"/>
                </a:ext>
              </a:extLst>
            </p:cNvPr>
            <p:cNvSpPr/>
            <p:nvPr/>
          </p:nvSpPr>
          <p:spPr>
            <a:xfrm>
              <a:off x="10335236" y="7394437"/>
              <a:ext cx="15162" cy="218181"/>
            </a:xfrm>
            <a:custGeom>
              <a:avLst/>
              <a:gdLst>
                <a:gd name="connsiteX0" fmla="*/ 0 w 15162"/>
                <a:gd name="connsiteY0" fmla="*/ 0 h 218181"/>
                <a:gd name="connsiteX1" fmla="*/ 0 w 15162"/>
                <a:gd name="connsiteY1" fmla="*/ 218181 h 218181"/>
              </a:gdLst>
              <a:ahLst/>
              <a:cxnLst>
                <a:cxn ang="0">
                  <a:pos x="connsiteX0" y="connsiteY0"/>
                </a:cxn>
                <a:cxn ang="0">
                  <a:pos x="connsiteX1" y="connsiteY1"/>
                </a:cxn>
              </a:cxnLst>
              <a:rect l="l" t="t" r="r" b="b"/>
              <a:pathLst>
                <a:path w="15162" h="218181">
                  <a:moveTo>
                    <a:pt x="0" y="0"/>
                  </a:moveTo>
                  <a:lnTo>
                    <a:pt x="0" y="218181"/>
                  </a:lnTo>
                </a:path>
              </a:pathLst>
            </a:custGeom>
            <a:ln w="9525" cap="rnd">
              <a:solidFill>
                <a:schemeClr val="tx2"/>
              </a:solidFill>
              <a:prstDash val="solid"/>
              <a:round/>
            </a:ln>
          </p:spPr>
          <p:txBody>
            <a:bodyPr rtlCol="0" anchor="ctr"/>
            <a:lstStyle/>
            <a:p>
              <a:endParaRPr lang="en-IN"/>
            </a:p>
          </p:txBody>
        </p:sp>
        <p:sp>
          <p:nvSpPr>
            <p:cNvPr id="222" name="Freeform: Shape 221">
              <a:extLst>
                <a:ext uri="{FF2B5EF4-FFF2-40B4-BE49-F238E27FC236}">
                  <a16:creationId xmlns:a16="http://schemas.microsoft.com/office/drawing/2014/main" id="{289F045C-2A3B-E402-175D-F2922454B61B}"/>
                </a:ext>
              </a:extLst>
            </p:cNvPr>
            <p:cNvSpPr/>
            <p:nvPr/>
          </p:nvSpPr>
          <p:spPr>
            <a:xfrm>
              <a:off x="10158599" y="7345767"/>
              <a:ext cx="15162" cy="266851"/>
            </a:xfrm>
            <a:custGeom>
              <a:avLst/>
              <a:gdLst>
                <a:gd name="connsiteX0" fmla="*/ 0 w 15162"/>
                <a:gd name="connsiteY0" fmla="*/ 0 h 266851"/>
                <a:gd name="connsiteX1" fmla="*/ 0 w 15162"/>
                <a:gd name="connsiteY1" fmla="*/ 266851 h 266851"/>
              </a:gdLst>
              <a:ahLst/>
              <a:cxnLst>
                <a:cxn ang="0">
                  <a:pos x="connsiteX0" y="connsiteY0"/>
                </a:cxn>
                <a:cxn ang="0">
                  <a:pos x="connsiteX1" y="connsiteY1"/>
                </a:cxn>
              </a:cxnLst>
              <a:rect l="l" t="t" r="r" b="b"/>
              <a:pathLst>
                <a:path w="15162" h="266851">
                  <a:moveTo>
                    <a:pt x="0" y="0"/>
                  </a:moveTo>
                  <a:lnTo>
                    <a:pt x="0" y="266851"/>
                  </a:lnTo>
                </a:path>
              </a:pathLst>
            </a:custGeom>
            <a:ln w="9525" cap="rnd">
              <a:solidFill>
                <a:schemeClr val="tx2"/>
              </a:solidFill>
              <a:prstDash val="solid"/>
              <a:round/>
            </a:ln>
          </p:spPr>
          <p:txBody>
            <a:bodyPr rtlCol="0" anchor="ctr"/>
            <a:lstStyle/>
            <a:p>
              <a:endParaRPr lang="en-IN"/>
            </a:p>
          </p:txBody>
        </p:sp>
        <p:sp>
          <p:nvSpPr>
            <p:cNvPr id="223" name="Freeform: Shape 222">
              <a:extLst>
                <a:ext uri="{FF2B5EF4-FFF2-40B4-BE49-F238E27FC236}">
                  <a16:creationId xmlns:a16="http://schemas.microsoft.com/office/drawing/2014/main" id="{508FEBA7-73BA-2375-0A85-7F989ADE914D}"/>
                </a:ext>
              </a:extLst>
            </p:cNvPr>
            <p:cNvSpPr/>
            <p:nvPr/>
          </p:nvSpPr>
          <p:spPr>
            <a:xfrm>
              <a:off x="10241080" y="7455691"/>
              <a:ext cx="15162" cy="156926"/>
            </a:xfrm>
            <a:custGeom>
              <a:avLst/>
              <a:gdLst>
                <a:gd name="connsiteX0" fmla="*/ 0 w 15162"/>
                <a:gd name="connsiteY0" fmla="*/ 0 h 156926"/>
                <a:gd name="connsiteX1" fmla="*/ 0 w 15162"/>
                <a:gd name="connsiteY1" fmla="*/ 156927 h 156926"/>
              </a:gdLst>
              <a:ahLst/>
              <a:cxnLst>
                <a:cxn ang="0">
                  <a:pos x="connsiteX0" y="connsiteY0"/>
                </a:cxn>
                <a:cxn ang="0">
                  <a:pos x="connsiteX1" y="connsiteY1"/>
                </a:cxn>
              </a:cxnLst>
              <a:rect l="l" t="t" r="r" b="b"/>
              <a:pathLst>
                <a:path w="15162" h="156926">
                  <a:moveTo>
                    <a:pt x="0" y="0"/>
                  </a:moveTo>
                  <a:lnTo>
                    <a:pt x="0" y="156927"/>
                  </a:lnTo>
                </a:path>
              </a:pathLst>
            </a:custGeom>
            <a:ln w="9525" cap="rnd">
              <a:solidFill>
                <a:schemeClr val="tx2"/>
              </a:solidFill>
              <a:prstDash val="solid"/>
              <a:round/>
            </a:ln>
          </p:spPr>
          <p:txBody>
            <a:bodyPr rtlCol="0" anchor="ctr"/>
            <a:lstStyle/>
            <a:p>
              <a:endParaRPr lang="en-IN"/>
            </a:p>
          </p:txBody>
        </p:sp>
      </p:grpSp>
      <p:grpSp>
        <p:nvGrpSpPr>
          <p:cNvPr id="224" name="Graphic 178">
            <a:extLst>
              <a:ext uri="{FF2B5EF4-FFF2-40B4-BE49-F238E27FC236}">
                <a16:creationId xmlns:a16="http://schemas.microsoft.com/office/drawing/2014/main" id="{00A947DF-35B6-E6DB-0080-F62DA2B4176D}"/>
              </a:ext>
            </a:extLst>
          </p:cNvPr>
          <p:cNvGrpSpPr/>
          <p:nvPr/>
        </p:nvGrpSpPr>
        <p:grpSpPr>
          <a:xfrm>
            <a:off x="3523801" y="5690491"/>
            <a:ext cx="471370" cy="392648"/>
            <a:chOff x="3070982" y="7158376"/>
            <a:chExt cx="593942" cy="494750"/>
          </a:xfrm>
          <a:noFill/>
        </p:grpSpPr>
        <p:grpSp>
          <p:nvGrpSpPr>
            <p:cNvPr id="225" name="Graphic 178">
              <a:extLst>
                <a:ext uri="{FF2B5EF4-FFF2-40B4-BE49-F238E27FC236}">
                  <a16:creationId xmlns:a16="http://schemas.microsoft.com/office/drawing/2014/main" id="{EAFA6C07-F5D2-5F13-F833-242F2E6E6CD9}"/>
                </a:ext>
              </a:extLst>
            </p:cNvPr>
            <p:cNvGrpSpPr/>
            <p:nvPr/>
          </p:nvGrpSpPr>
          <p:grpSpPr>
            <a:xfrm>
              <a:off x="3152995" y="7158376"/>
              <a:ext cx="430752" cy="407391"/>
              <a:chOff x="3152995" y="7158376"/>
              <a:chExt cx="430752" cy="407391"/>
            </a:xfrm>
            <a:noFill/>
          </p:grpSpPr>
          <p:sp>
            <p:nvSpPr>
              <p:cNvPr id="226" name="Freeform: Shape 225">
                <a:extLst>
                  <a:ext uri="{FF2B5EF4-FFF2-40B4-BE49-F238E27FC236}">
                    <a16:creationId xmlns:a16="http://schemas.microsoft.com/office/drawing/2014/main" id="{736F6D92-6910-DFEB-4377-18D74F4E3C6B}"/>
                  </a:ext>
                </a:extLst>
              </p:cNvPr>
              <p:cNvSpPr/>
              <p:nvPr/>
            </p:nvSpPr>
            <p:spPr>
              <a:xfrm>
                <a:off x="3543874" y="7350619"/>
                <a:ext cx="39873" cy="113715"/>
              </a:xfrm>
              <a:custGeom>
                <a:avLst/>
                <a:gdLst>
                  <a:gd name="connsiteX0" fmla="*/ 39874 w 39873"/>
                  <a:gd name="connsiteY0" fmla="*/ 113715 h 113715"/>
                  <a:gd name="connsiteX1" fmla="*/ 4395 w 39873"/>
                  <a:gd name="connsiteY1" fmla="*/ 74597 h 113715"/>
                  <a:gd name="connsiteX2" fmla="*/ 604 w 39873"/>
                  <a:gd name="connsiteY2" fmla="*/ 58829 h 113715"/>
                  <a:gd name="connsiteX3" fmla="*/ 2575 w 39873"/>
                  <a:gd name="connsiteY3" fmla="*/ 0 h 113715"/>
                </a:gdLst>
                <a:ahLst/>
                <a:cxnLst>
                  <a:cxn ang="0">
                    <a:pos x="connsiteX0" y="connsiteY0"/>
                  </a:cxn>
                  <a:cxn ang="0">
                    <a:pos x="connsiteX1" y="connsiteY1"/>
                  </a:cxn>
                  <a:cxn ang="0">
                    <a:pos x="connsiteX2" y="connsiteY2"/>
                  </a:cxn>
                  <a:cxn ang="0">
                    <a:pos x="connsiteX3" y="connsiteY3"/>
                  </a:cxn>
                </a:cxnLst>
                <a:rect l="l" t="t" r="r" b="b"/>
                <a:pathLst>
                  <a:path w="39873" h="113715">
                    <a:moveTo>
                      <a:pt x="39874" y="113715"/>
                    </a:moveTo>
                    <a:lnTo>
                      <a:pt x="4395" y="74597"/>
                    </a:lnTo>
                    <a:cubicBezTo>
                      <a:pt x="453" y="70352"/>
                      <a:pt x="-912" y="64287"/>
                      <a:pt x="604" y="58829"/>
                    </a:cubicBezTo>
                    <a:cubicBezTo>
                      <a:pt x="3788" y="47912"/>
                      <a:pt x="7579" y="27140"/>
                      <a:pt x="2575" y="0"/>
                    </a:cubicBezTo>
                  </a:path>
                </a:pathLst>
              </a:custGeom>
              <a:noFill/>
              <a:ln w="9525" cap="rnd">
                <a:solidFill>
                  <a:schemeClr val="tx2"/>
                </a:solidFill>
                <a:prstDash val="solid"/>
                <a:round/>
              </a:ln>
            </p:spPr>
            <p:txBody>
              <a:bodyPr rtlCol="0" anchor="ctr"/>
              <a:lstStyle/>
              <a:p>
                <a:endParaRPr lang="en-IN"/>
              </a:p>
            </p:txBody>
          </p:sp>
          <p:sp>
            <p:nvSpPr>
              <p:cNvPr id="227" name="Freeform: Shape 226">
                <a:extLst>
                  <a:ext uri="{FF2B5EF4-FFF2-40B4-BE49-F238E27FC236}">
                    <a16:creationId xmlns:a16="http://schemas.microsoft.com/office/drawing/2014/main" id="{1E1A8447-EF2C-AE67-D09E-AA2A3B9976CD}"/>
                  </a:ext>
                </a:extLst>
              </p:cNvPr>
              <p:cNvSpPr/>
              <p:nvPr/>
            </p:nvSpPr>
            <p:spPr>
              <a:xfrm>
                <a:off x="3368447" y="7518007"/>
                <a:ext cx="103253" cy="47760"/>
              </a:xfrm>
              <a:custGeom>
                <a:avLst/>
                <a:gdLst>
                  <a:gd name="connsiteX0" fmla="*/ 0 w 103253"/>
                  <a:gd name="connsiteY0" fmla="*/ 0 h 47760"/>
                  <a:gd name="connsiteX1" fmla="*/ 52764 w 103253"/>
                  <a:gd name="connsiteY1" fmla="*/ 4397 h 47760"/>
                  <a:gd name="connsiteX2" fmla="*/ 65955 w 103253"/>
                  <a:gd name="connsiteY2" fmla="*/ 8642 h 47760"/>
                  <a:gd name="connsiteX3" fmla="*/ 103253 w 103253"/>
                  <a:gd name="connsiteY3" fmla="*/ 47760 h 47760"/>
                </a:gdLst>
                <a:ahLst/>
                <a:cxnLst>
                  <a:cxn ang="0">
                    <a:pos x="connsiteX0" y="connsiteY0"/>
                  </a:cxn>
                  <a:cxn ang="0">
                    <a:pos x="connsiteX1" y="connsiteY1"/>
                  </a:cxn>
                  <a:cxn ang="0">
                    <a:pos x="connsiteX2" y="connsiteY2"/>
                  </a:cxn>
                  <a:cxn ang="0">
                    <a:pos x="connsiteX3" y="connsiteY3"/>
                  </a:cxn>
                </a:cxnLst>
                <a:rect l="l" t="t" r="r" b="b"/>
                <a:pathLst>
                  <a:path w="103253" h="47760">
                    <a:moveTo>
                      <a:pt x="0" y="0"/>
                    </a:moveTo>
                    <a:cubicBezTo>
                      <a:pt x="0" y="0"/>
                      <a:pt x="15920" y="8339"/>
                      <a:pt x="52764" y="4397"/>
                    </a:cubicBezTo>
                    <a:cubicBezTo>
                      <a:pt x="57616" y="3942"/>
                      <a:pt x="62316" y="5458"/>
                      <a:pt x="65955" y="8642"/>
                    </a:cubicBezTo>
                    <a:cubicBezTo>
                      <a:pt x="77326" y="18953"/>
                      <a:pt x="95824" y="39421"/>
                      <a:pt x="103253" y="47760"/>
                    </a:cubicBezTo>
                  </a:path>
                </a:pathLst>
              </a:custGeom>
              <a:noFill/>
              <a:ln w="9525" cap="rnd">
                <a:solidFill>
                  <a:schemeClr val="tx2"/>
                </a:solidFill>
                <a:prstDash val="solid"/>
                <a:round/>
              </a:ln>
            </p:spPr>
            <p:txBody>
              <a:bodyPr rtlCol="0" anchor="ctr"/>
              <a:lstStyle/>
              <a:p>
                <a:endParaRPr lang="en-IN"/>
              </a:p>
            </p:txBody>
          </p:sp>
          <p:sp>
            <p:nvSpPr>
              <p:cNvPr id="228" name="Freeform: Shape 227">
                <a:extLst>
                  <a:ext uri="{FF2B5EF4-FFF2-40B4-BE49-F238E27FC236}">
                    <a16:creationId xmlns:a16="http://schemas.microsoft.com/office/drawing/2014/main" id="{333BF280-5220-9A92-B205-263EF6CB80DD}"/>
                  </a:ext>
                </a:extLst>
              </p:cNvPr>
              <p:cNvSpPr/>
              <p:nvPr/>
            </p:nvSpPr>
            <p:spPr>
              <a:xfrm>
                <a:off x="3152995" y="7356077"/>
                <a:ext cx="38512" cy="102949"/>
              </a:xfrm>
              <a:custGeom>
                <a:avLst/>
                <a:gdLst>
                  <a:gd name="connsiteX0" fmla="*/ 0 w 38512"/>
                  <a:gd name="connsiteY0" fmla="*/ 102950 h 102949"/>
                  <a:gd name="connsiteX1" fmla="*/ 34266 w 38512"/>
                  <a:gd name="connsiteY1" fmla="*/ 65197 h 102949"/>
                  <a:gd name="connsiteX2" fmla="*/ 37905 w 38512"/>
                  <a:gd name="connsiteY2" fmla="*/ 50035 h 102949"/>
                  <a:gd name="connsiteX3" fmla="*/ 37147 w 38512"/>
                  <a:gd name="connsiteY3" fmla="*/ 0 h 102949"/>
                </a:gdLst>
                <a:ahLst/>
                <a:cxnLst>
                  <a:cxn ang="0">
                    <a:pos x="connsiteX0" y="connsiteY0"/>
                  </a:cxn>
                  <a:cxn ang="0">
                    <a:pos x="connsiteX1" y="connsiteY1"/>
                  </a:cxn>
                  <a:cxn ang="0">
                    <a:pos x="connsiteX2" y="connsiteY2"/>
                  </a:cxn>
                  <a:cxn ang="0">
                    <a:pos x="connsiteX3" y="connsiteY3"/>
                  </a:cxn>
                </a:cxnLst>
                <a:rect l="l" t="t" r="r" b="b"/>
                <a:pathLst>
                  <a:path w="38512" h="102949">
                    <a:moveTo>
                      <a:pt x="0" y="102950"/>
                    </a:moveTo>
                    <a:lnTo>
                      <a:pt x="34266" y="65197"/>
                    </a:lnTo>
                    <a:cubicBezTo>
                      <a:pt x="38057" y="61103"/>
                      <a:pt x="39421" y="55341"/>
                      <a:pt x="37905" y="50035"/>
                    </a:cubicBezTo>
                    <a:cubicBezTo>
                      <a:pt x="34873" y="38966"/>
                      <a:pt x="31082" y="18649"/>
                      <a:pt x="37147" y="0"/>
                    </a:cubicBezTo>
                  </a:path>
                </a:pathLst>
              </a:custGeom>
              <a:noFill/>
              <a:ln w="9525" cap="rnd">
                <a:solidFill>
                  <a:schemeClr val="tx2"/>
                </a:solidFill>
                <a:prstDash val="solid"/>
                <a:round/>
              </a:ln>
            </p:spPr>
            <p:txBody>
              <a:bodyPr rtlCol="0" anchor="ctr"/>
              <a:lstStyle/>
              <a:p>
                <a:endParaRPr lang="en-IN"/>
              </a:p>
            </p:txBody>
          </p:sp>
          <p:sp>
            <p:nvSpPr>
              <p:cNvPr id="229" name="Freeform: Shape 228">
                <a:extLst>
                  <a:ext uri="{FF2B5EF4-FFF2-40B4-BE49-F238E27FC236}">
                    <a16:creationId xmlns:a16="http://schemas.microsoft.com/office/drawing/2014/main" id="{65B805E5-E0DC-D5F8-87C6-5CC80B7748AA}"/>
                  </a:ext>
                </a:extLst>
              </p:cNvPr>
              <p:cNvSpPr/>
              <p:nvPr/>
            </p:nvSpPr>
            <p:spPr>
              <a:xfrm>
                <a:off x="3265345" y="7376394"/>
                <a:ext cx="255479" cy="186795"/>
              </a:xfrm>
              <a:custGeom>
                <a:avLst/>
                <a:gdLst>
                  <a:gd name="connsiteX0" fmla="*/ 255480 w 255479"/>
                  <a:gd name="connsiteY0" fmla="*/ 0 h 186795"/>
                  <a:gd name="connsiteX1" fmla="*/ 51551 w 255479"/>
                  <a:gd name="connsiteY1" fmla="*/ 146617 h 186795"/>
                  <a:gd name="connsiteX2" fmla="*/ 45183 w 255479"/>
                  <a:gd name="connsiteY2" fmla="*/ 146162 h 186795"/>
                  <a:gd name="connsiteX3" fmla="*/ 45183 w 255479"/>
                  <a:gd name="connsiteY3" fmla="*/ 146162 h 186795"/>
                  <a:gd name="connsiteX4" fmla="*/ 32750 w 255479"/>
                  <a:gd name="connsiteY4" fmla="*/ 152226 h 186795"/>
                  <a:gd name="connsiteX5" fmla="*/ 0 w 255479"/>
                  <a:gd name="connsiteY5" fmla="*/ 186796 h 186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479" h="186795">
                    <a:moveTo>
                      <a:pt x="255480" y="0"/>
                    </a:moveTo>
                    <a:cubicBezTo>
                      <a:pt x="255480" y="0"/>
                      <a:pt x="147526" y="166630"/>
                      <a:pt x="51551" y="146617"/>
                    </a:cubicBezTo>
                    <a:cubicBezTo>
                      <a:pt x="49428" y="146162"/>
                      <a:pt x="47305" y="146010"/>
                      <a:pt x="45183" y="146162"/>
                    </a:cubicBezTo>
                    <a:lnTo>
                      <a:pt x="45183" y="146162"/>
                    </a:lnTo>
                    <a:cubicBezTo>
                      <a:pt x="40483" y="146617"/>
                      <a:pt x="35934" y="148739"/>
                      <a:pt x="32750" y="152226"/>
                    </a:cubicBezTo>
                    <a:lnTo>
                      <a:pt x="0" y="186796"/>
                    </a:lnTo>
                  </a:path>
                </a:pathLst>
              </a:custGeom>
              <a:noFill/>
              <a:ln w="9525" cap="rnd">
                <a:solidFill>
                  <a:schemeClr val="tx2"/>
                </a:solidFill>
                <a:prstDash val="solid"/>
                <a:round/>
              </a:ln>
            </p:spPr>
            <p:txBody>
              <a:bodyPr rtlCol="0" anchor="ctr"/>
              <a:lstStyle/>
              <a:p>
                <a:endParaRPr lang="en-IN"/>
              </a:p>
            </p:txBody>
          </p:sp>
          <p:sp>
            <p:nvSpPr>
              <p:cNvPr id="230" name="Freeform: Shape 229">
                <a:extLst>
                  <a:ext uri="{FF2B5EF4-FFF2-40B4-BE49-F238E27FC236}">
                    <a16:creationId xmlns:a16="http://schemas.microsoft.com/office/drawing/2014/main" id="{F4F3E0E5-4FC0-5EE0-8AEE-766E4322C65C}"/>
                  </a:ext>
                </a:extLst>
              </p:cNvPr>
              <p:cNvSpPr/>
              <p:nvPr/>
            </p:nvSpPr>
            <p:spPr>
              <a:xfrm rot="-2700000">
                <a:off x="3187633" y="7289484"/>
                <a:ext cx="55947" cy="105224"/>
              </a:xfrm>
              <a:custGeom>
                <a:avLst/>
                <a:gdLst>
                  <a:gd name="connsiteX0" fmla="*/ 28050 w 55947"/>
                  <a:gd name="connsiteY0" fmla="*/ 0 h 105224"/>
                  <a:gd name="connsiteX1" fmla="*/ 55948 w 55947"/>
                  <a:gd name="connsiteY1" fmla="*/ 27898 h 105224"/>
                  <a:gd name="connsiteX2" fmla="*/ 55948 w 55947"/>
                  <a:gd name="connsiteY2" fmla="*/ 77326 h 105224"/>
                  <a:gd name="connsiteX3" fmla="*/ 28050 w 55947"/>
                  <a:gd name="connsiteY3" fmla="*/ 105224 h 105224"/>
                  <a:gd name="connsiteX4" fmla="*/ 27898 w 55947"/>
                  <a:gd name="connsiteY4" fmla="*/ 105224 h 105224"/>
                  <a:gd name="connsiteX5" fmla="*/ 0 w 55947"/>
                  <a:gd name="connsiteY5" fmla="*/ 77326 h 105224"/>
                  <a:gd name="connsiteX6" fmla="*/ 0 w 55947"/>
                  <a:gd name="connsiteY6" fmla="*/ 27898 h 105224"/>
                  <a:gd name="connsiteX7" fmla="*/ 27898 w 55947"/>
                  <a:gd name="connsiteY7" fmla="*/ 0 h 105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7" h="105224">
                    <a:moveTo>
                      <a:pt x="28050" y="0"/>
                    </a:moveTo>
                    <a:cubicBezTo>
                      <a:pt x="43457" y="0"/>
                      <a:pt x="55948" y="12490"/>
                      <a:pt x="55948" y="27898"/>
                    </a:cubicBezTo>
                    <a:lnTo>
                      <a:pt x="55948" y="77326"/>
                    </a:lnTo>
                    <a:cubicBezTo>
                      <a:pt x="55948" y="92734"/>
                      <a:pt x="43457" y="105224"/>
                      <a:pt x="28050" y="105224"/>
                    </a:cubicBezTo>
                    <a:lnTo>
                      <a:pt x="27898" y="105224"/>
                    </a:lnTo>
                    <a:cubicBezTo>
                      <a:pt x="12490" y="105224"/>
                      <a:pt x="0" y="92734"/>
                      <a:pt x="0" y="77326"/>
                    </a:cubicBezTo>
                    <a:lnTo>
                      <a:pt x="0" y="27898"/>
                    </a:lnTo>
                    <a:cubicBezTo>
                      <a:pt x="0" y="12490"/>
                      <a:pt x="12490" y="0"/>
                      <a:pt x="27898" y="0"/>
                    </a:cubicBezTo>
                    <a:close/>
                  </a:path>
                </a:pathLst>
              </a:custGeom>
              <a:noFill/>
              <a:ln w="9525" cap="rnd">
                <a:solidFill>
                  <a:schemeClr val="tx2"/>
                </a:solidFill>
                <a:prstDash val="solid"/>
                <a:round/>
              </a:ln>
            </p:spPr>
            <p:txBody>
              <a:bodyPr rtlCol="0" anchor="ctr"/>
              <a:lstStyle/>
              <a:p>
                <a:endParaRPr lang="en-IN"/>
              </a:p>
            </p:txBody>
          </p:sp>
          <p:sp>
            <p:nvSpPr>
              <p:cNvPr id="231" name="Freeform: Shape 230">
                <a:extLst>
                  <a:ext uri="{FF2B5EF4-FFF2-40B4-BE49-F238E27FC236}">
                    <a16:creationId xmlns:a16="http://schemas.microsoft.com/office/drawing/2014/main" id="{087521AC-1C04-5CE0-18BD-AF9A671F09B9}"/>
                  </a:ext>
                </a:extLst>
              </p:cNvPr>
              <p:cNvSpPr/>
              <p:nvPr/>
            </p:nvSpPr>
            <p:spPr>
              <a:xfrm rot="-2700000">
                <a:off x="3223254" y="7242357"/>
                <a:ext cx="56251" cy="112502"/>
              </a:xfrm>
              <a:custGeom>
                <a:avLst/>
                <a:gdLst>
                  <a:gd name="connsiteX0" fmla="*/ 28201 w 56251"/>
                  <a:gd name="connsiteY0" fmla="*/ 0 h 112502"/>
                  <a:gd name="connsiteX1" fmla="*/ 56251 w 56251"/>
                  <a:gd name="connsiteY1" fmla="*/ 28050 h 112502"/>
                  <a:gd name="connsiteX2" fmla="*/ 56251 w 56251"/>
                  <a:gd name="connsiteY2" fmla="*/ 84452 h 112502"/>
                  <a:gd name="connsiteX3" fmla="*/ 28201 w 56251"/>
                  <a:gd name="connsiteY3" fmla="*/ 112502 h 112502"/>
                  <a:gd name="connsiteX4" fmla="*/ 28050 w 56251"/>
                  <a:gd name="connsiteY4" fmla="*/ 112502 h 112502"/>
                  <a:gd name="connsiteX5" fmla="*/ 0 w 56251"/>
                  <a:gd name="connsiteY5" fmla="*/ 84452 h 112502"/>
                  <a:gd name="connsiteX6" fmla="*/ 0 w 56251"/>
                  <a:gd name="connsiteY6" fmla="*/ 28050 h 112502"/>
                  <a:gd name="connsiteX7" fmla="*/ 28050 w 56251"/>
                  <a:gd name="connsiteY7" fmla="*/ 0 h 11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251" h="112502">
                    <a:moveTo>
                      <a:pt x="28201" y="0"/>
                    </a:moveTo>
                    <a:cubicBezTo>
                      <a:pt x="43693" y="0"/>
                      <a:pt x="56251" y="12558"/>
                      <a:pt x="56251" y="28050"/>
                    </a:cubicBezTo>
                    <a:lnTo>
                      <a:pt x="56251" y="84452"/>
                    </a:lnTo>
                    <a:cubicBezTo>
                      <a:pt x="56251" y="99944"/>
                      <a:pt x="43693" y="112502"/>
                      <a:pt x="28201" y="112502"/>
                    </a:cubicBezTo>
                    <a:lnTo>
                      <a:pt x="28050" y="112502"/>
                    </a:lnTo>
                    <a:cubicBezTo>
                      <a:pt x="12558" y="112502"/>
                      <a:pt x="0" y="99944"/>
                      <a:pt x="0" y="84452"/>
                    </a:cubicBezTo>
                    <a:lnTo>
                      <a:pt x="0" y="28050"/>
                    </a:lnTo>
                    <a:cubicBezTo>
                      <a:pt x="0" y="12558"/>
                      <a:pt x="12558" y="0"/>
                      <a:pt x="28050" y="0"/>
                    </a:cubicBezTo>
                    <a:close/>
                  </a:path>
                </a:pathLst>
              </a:custGeom>
              <a:noFill/>
              <a:ln w="9525" cap="rnd">
                <a:solidFill>
                  <a:schemeClr val="tx2"/>
                </a:solidFill>
                <a:prstDash val="solid"/>
                <a:round/>
              </a:ln>
            </p:spPr>
            <p:txBody>
              <a:bodyPr rtlCol="0" anchor="ctr"/>
              <a:lstStyle/>
              <a:p>
                <a:endParaRPr lang="en-IN"/>
              </a:p>
            </p:txBody>
          </p:sp>
          <p:sp>
            <p:nvSpPr>
              <p:cNvPr id="232" name="Freeform: Shape 231">
                <a:extLst>
                  <a:ext uri="{FF2B5EF4-FFF2-40B4-BE49-F238E27FC236}">
                    <a16:creationId xmlns:a16="http://schemas.microsoft.com/office/drawing/2014/main" id="{2AAEA3F5-5E57-0C5D-1CF4-7D9CA0808783}"/>
                  </a:ext>
                </a:extLst>
              </p:cNvPr>
              <p:cNvSpPr/>
              <p:nvPr/>
            </p:nvSpPr>
            <p:spPr>
              <a:xfrm rot="2700000">
                <a:off x="3229638" y="7232691"/>
                <a:ext cx="126147" cy="56099"/>
              </a:xfrm>
              <a:custGeom>
                <a:avLst/>
                <a:gdLst>
                  <a:gd name="connsiteX0" fmla="*/ 98098 w 126147"/>
                  <a:gd name="connsiteY0" fmla="*/ 0 h 56099"/>
                  <a:gd name="connsiteX1" fmla="*/ 126148 w 126147"/>
                  <a:gd name="connsiteY1" fmla="*/ 28050 h 56099"/>
                  <a:gd name="connsiteX2" fmla="*/ 126148 w 126147"/>
                  <a:gd name="connsiteY2" fmla="*/ 28050 h 56099"/>
                  <a:gd name="connsiteX3" fmla="*/ 98098 w 126147"/>
                  <a:gd name="connsiteY3" fmla="*/ 56099 h 56099"/>
                  <a:gd name="connsiteX4" fmla="*/ 28050 w 126147"/>
                  <a:gd name="connsiteY4" fmla="*/ 56099 h 56099"/>
                  <a:gd name="connsiteX5" fmla="*/ 0 w 126147"/>
                  <a:gd name="connsiteY5" fmla="*/ 28050 h 56099"/>
                  <a:gd name="connsiteX6" fmla="*/ 0 w 126147"/>
                  <a:gd name="connsiteY6" fmla="*/ 28050 h 56099"/>
                  <a:gd name="connsiteX7" fmla="*/ 28050 w 126147"/>
                  <a:gd name="connsiteY7" fmla="*/ 0 h 56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47" h="56099">
                    <a:moveTo>
                      <a:pt x="98098" y="0"/>
                    </a:moveTo>
                    <a:cubicBezTo>
                      <a:pt x="113590" y="0"/>
                      <a:pt x="126148" y="12558"/>
                      <a:pt x="126148" y="28050"/>
                    </a:cubicBezTo>
                    <a:lnTo>
                      <a:pt x="126148" y="28050"/>
                    </a:lnTo>
                    <a:cubicBezTo>
                      <a:pt x="126148" y="43541"/>
                      <a:pt x="113590" y="56099"/>
                      <a:pt x="98098" y="56099"/>
                    </a:cubicBezTo>
                    <a:lnTo>
                      <a:pt x="28050" y="56099"/>
                    </a:lnTo>
                    <a:cubicBezTo>
                      <a:pt x="12558" y="56099"/>
                      <a:pt x="0" y="43541"/>
                      <a:pt x="0" y="28050"/>
                    </a:cubicBezTo>
                    <a:lnTo>
                      <a:pt x="0" y="28050"/>
                    </a:lnTo>
                    <a:cubicBezTo>
                      <a:pt x="0" y="12558"/>
                      <a:pt x="12558" y="0"/>
                      <a:pt x="28050" y="0"/>
                    </a:cubicBezTo>
                    <a:close/>
                  </a:path>
                </a:pathLst>
              </a:custGeom>
              <a:noFill/>
              <a:ln w="9525" cap="rnd">
                <a:solidFill>
                  <a:schemeClr val="tx2"/>
                </a:solidFill>
                <a:prstDash val="solid"/>
                <a:round/>
              </a:ln>
            </p:spPr>
            <p:txBody>
              <a:bodyPr rtlCol="0" anchor="ctr"/>
              <a:lstStyle/>
              <a:p>
                <a:endParaRPr lang="en-IN"/>
              </a:p>
            </p:txBody>
          </p:sp>
          <p:sp>
            <p:nvSpPr>
              <p:cNvPr id="233" name="Freeform: Shape 232">
                <a:extLst>
                  <a:ext uri="{FF2B5EF4-FFF2-40B4-BE49-F238E27FC236}">
                    <a16:creationId xmlns:a16="http://schemas.microsoft.com/office/drawing/2014/main" id="{BE3D5B3E-083E-FF5E-E647-9F6D767D374F}"/>
                  </a:ext>
                </a:extLst>
              </p:cNvPr>
              <p:cNvSpPr/>
              <p:nvPr/>
            </p:nvSpPr>
            <p:spPr>
              <a:xfrm>
                <a:off x="3400590" y="7217913"/>
                <a:ext cx="92943" cy="87674"/>
              </a:xfrm>
              <a:custGeom>
                <a:avLst/>
                <a:gdLst>
                  <a:gd name="connsiteX0" fmla="*/ 0 w 92943"/>
                  <a:gd name="connsiteY0" fmla="*/ 56137 h 87674"/>
                  <a:gd name="connsiteX1" fmla="*/ 45334 w 92943"/>
                  <a:gd name="connsiteY1" fmla="*/ 10803 h 87674"/>
                  <a:gd name="connsiteX2" fmla="*/ 48518 w 92943"/>
                  <a:gd name="connsiteY2" fmla="*/ 7619 h 87674"/>
                  <a:gd name="connsiteX3" fmla="*/ 85362 w 92943"/>
                  <a:gd name="connsiteY3" fmla="*/ 7619 h 87674"/>
                  <a:gd name="connsiteX4" fmla="*/ 92943 w 92943"/>
                  <a:gd name="connsiteY4" fmla="*/ 26117 h 87674"/>
                  <a:gd name="connsiteX5" fmla="*/ 85362 w 92943"/>
                  <a:gd name="connsiteY5" fmla="*/ 44614 h 87674"/>
                  <a:gd name="connsiteX6" fmla="*/ 82936 w 92943"/>
                  <a:gd name="connsiteY6" fmla="*/ 47040 h 87674"/>
                  <a:gd name="connsiteX7" fmla="*/ 82633 w 92943"/>
                  <a:gd name="connsiteY7" fmla="*/ 47343 h 87674"/>
                  <a:gd name="connsiteX8" fmla="*/ 42302 w 92943"/>
                  <a:gd name="connsiteY8" fmla="*/ 87674 h 8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943" h="87674">
                    <a:moveTo>
                      <a:pt x="0" y="56137"/>
                    </a:moveTo>
                    <a:lnTo>
                      <a:pt x="45334" y="10803"/>
                    </a:lnTo>
                    <a:lnTo>
                      <a:pt x="48518" y="7619"/>
                    </a:lnTo>
                    <a:cubicBezTo>
                      <a:pt x="58677" y="-2540"/>
                      <a:pt x="75204" y="-2540"/>
                      <a:pt x="85362" y="7619"/>
                    </a:cubicBezTo>
                    <a:cubicBezTo>
                      <a:pt x="90517" y="12774"/>
                      <a:pt x="92943" y="19445"/>
                      <a:pt x="92943" y="26117"/>
                    </a:cubicBezTo>
                    <a:cubicBezTo>
                      <a:pt x="92943" y="32788"/>
                      <a:pt x="90366" y="39459"/>
                      <a:pt x="85362" y="44614"/>
                    </a:cubicBezTo>
                    <a:lnTo>
                      <a:pt x="82936" y="47040"/>
                    </a:lnTo>
                    <a:cubicBezTo>
                      <a:pt x="82936" y="47040"/>
                      <a:pt x="82785" y="47192"/>
                      <a:pt x="82633" y="47343"/>
                    </a:cubicBezTo>
                    <a:lnTo>
                      <a:pt x="42302" y="87674"/>
                    </a:lnTo>
                  </a:path>
                </a:pathLst>
              </a:custGeom>
              <a:noFill/>
              <a:ln w="9525" cap="rnd">
                <a:solidFill>
                  <a:schemeClr val="tx2"/>
                </a:solidFill>
                <a:prstDash val="solid"/>
                <a:round/>
              </a:ln>
            </p:spPr>
            <p:txBody>
              <a:bodyPr rtlCol="0" anchor="ctr"/>
              <a:lstStyle/>
              <a:p>
                <a:endParaRPr lang="en-IN"/>
              </a:p>
            </p:txBody>
          </p:sp>
          <p:sp>
            <p:nvSpPr>
              <p:cNvPr id="234" name="Freeform: Shape 233">
                <a:extLst>
                  <a:ext uri="{FF2B5EF4-FFF2-40B4-BE49-F238E27FC236}">
                    <a16:creationId xmlns:a16="http://schemas.microsoft.com/office/drawing/2014/main" id="{D65AF7DE-88E5-9689-B55F-4A79CD064245}"/>
                  </a:ext>
                </a:extLst>
              </p:cNvPr>
              <p:cNvSpPr/>
              <p:nvPr/>
            </p:nvSpPr>
            <p:spPr>
              <a:xfrm>
                <a:off x="3442892" y="7257542"/>
                <a:ext cx="85362" cy="81856"/>
              </a:xfrm>
              <a:custGeom>
                <a:avLst/>
                <a:gdLst>
                  <a:gd name="connsiteX0" fmla="*/ 0 w 85362"/>
                  <a:gd name="connsiteY0" fmla="*/ 48046 h 81856"/>
                  <a:gd name="connsiteX1" fmla="*/ 40331 w 85362"/>
                  <a:gd name="connsiteY1" fmla="*/ 7715 h 81856"/>
                  <a:gd name="connsiteX2" fmla="*/ 40634 w 85362"/>
                  <a:gd name="connsiteY2" fmla="*/ 7411 h 81856"/>
                  <a:gd name="connsiteX3" fmla="*/ 77629 w 85362"/>
                  <a:gd name="connsiteY3" fmla="*/ 7715 h 81856"/>
                  <a:gd name="connsiteX4" fmla="*/ 85362 w 85362"/>
                  <a:gd name="connsiteY4" fmla="*/ 26364 h 81856"/>
                  <a:gd name="connsiteX5" fmla="*/ 77629 w 85362"/>
                  <a:gd name="connsiteY5" fmla="*/ 45013 h 81856"/>
                  <a:gd name="connsiteX6" fmla="*/ 72626 w 85362"/>
                  <a:gd name="connsiteY6" fmla="*/ 50017 h 81856"/>
                  <a:gd name="connsiteX7" fmla="*/ 40786 w 85362"/>
                  <a:gd name="connsiteY7" fmla="*/ 81857 h 8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362" h="81856">
                    <a:moveTo>
                      <a:pt x="0" y="48046"/>
                    </a:moveTo>
                    <a:lnTo>
                      <a:pt x="40331" y="7715"/>
                    </a:lnTo>
                    <a:cubicBezTo>
                      <a:pt x="40331" y="7715"/>
                      <a:pt x="40483" y="7563"/>
                      <a:pt x="40634" y="7411"/>
                    </a:cubicBezTo>
                    <a:cubicBezTo>
                      <a:pt x="50944" y="-2596"/>
                      <a:pt x="67471" y="-2444"/>
                      <a:pt x="77629" y="7715"/>
                    </a:cubicBezTo>
                    <a:cubicBezTo>
                      <a:pt x="82785" y="12870"/>
                      <a:pt x="85362" y="19693"/>
                      <a:pt x="85362" y="26364"/>
                    </a:cubicBezTo>
                    <a:cubicBezTo>
                      <a:pt x="85362" y="33035"/>
                      <a:pt x="82785" y="39858"/>
                      <a:pt x="77629" y="45013"/>
                    </a:cubicBezTo>
                    <a:lnTo>
                      <a:pt x="72626" y="50017"/>
                    </a:lnTo>
                    <a:lnTo>
                      <a:pt x="40786" y="81857"/>
                    </a:lnTo>
                  </a:path>
                </a:pathLst>
              </a:custGeom>
              <a:noFill/>
              <a:ln w="9525" cap="rnd">
                <a:solidFill>
                  <a:schemeClr val="tx2"/>
                </a:solidFill>
                <a:prstDash val="solid"/>
                <a:round/>
              </a:ln>
            </p:spPr>
            <p:txBody>
              <a:bodyPr rtlCol="0" anchor="ctr"/>
              <a:lstStyle/>
              <a:p>
                <a:endParaRPr lang="en-IN"/>
              </a:p>
            </p:txBody>
          </p:sp>
          <p:sp>
            <p:nvSpPr>
              <p:cNvPr id="235" name="Freeform: Shape 234">
                <a:extLst>
                  <a:ext uri="{FF2B5EF4-FFF2-40B4-BE49-F238E27FC236}">
                    <a16:creationId xmlns:a16="http://schemas.microsoft.com/office/drawing/2014/main" id="{548E1543-CD72-51D9-EC77-7F5B80AAA80D}"/>
                  </a:ext>
                </a:extLst>
              </p:cNvPr>
              <p:cNvSpPr/>
              <p:nvPr/>
            </p:nvSpPr>
            <p:spPr>
              <a:xfrm>
                <a:off x="3483830" y="7299826"/>
                <a:ext cx="76568" cy="76568"/>
              </a:xfrm>
              <a:custGeom>
                <a:avLst/>
                <a:gdLst>
                  <a:gd name="connsiteX0" fmla="*/ 0 w 76568"/>
                  <a:gd name="connsiteY0" fmla="*/ 39573 h 76568"/>
                  <a:gd name="connsiteX1" fmla="*/ 31840 w 76568"/>
                  <a:gd name="connsiteY1" fmla="*/ 7733 h 76568"/>
                  <a:gd name="connsiteX2" fmla="*/ 68836 w 76568"/>
                  <a:gd name="connsiteY2" fmla="*/ 7733 h 76568"/>
                  <a:gd name="connsiteX3" fmla="*/ 76568 w 76568"/>
                  <a:gd name="connsiteY3" fmla="*/ 26230 h 76568"/>
                  <a:gd name="connsiteX4" fmla="*/ 68836 w 76568"/>
                  <a:gd name="connsiteY4" fmla="*/ 44728 h 76568"/>
                  <a:gd name="connsiteX5" fmla="*/ 62771 w 76568"/>
                  <a:gd name="connsiteY5" fmla="*/ 50793 h 76568"/>
                  <a:gd name="connsiteX6" fmla="*/ 36995 w 76568"/>
                  <a:gd name="connsiteY6" fmla="*/ 76568 h 76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568" h="76568">
                    <a:moveTo>
                      <a:pt x="0" y="39573"/>
                    </a:moveTo>
                    <a:lnTo>
                      <a:pt x="31840" y="7733"/>
                    </a:lnTo>
                    <a:cubicBezTo>
                      <a:pt x="41999" y="-2578"/>
                      <a:pt x="58677" y="-2578"/>
                      <a:pt x="68836" y="7733"/>
                    </a:cubicBezTo>
                    <a:cubicBezTo>
                      <a:pt x="73991" y="12888"/>
                      <a:pt x="76568" y="19559"/>
                      <a:pt x="76568" y="26230"/>
                    </a:cubicBezTo>
                    <a:cubicBezTo>
                      <a:pt x="76568" y="32902"/>
                      <a:pt x="73991" y="39573"/>
                      <a:pt x="68836" y="44728"/>
                    </a:cubicBezTo>
                    <a:lnTo>
                      <a:pt x="62771" y="50793"/>
                    </a:lnTo>
                    <a:lnTo>
                      <a:pt x="36995" y="76568"/>
                    </a:lnTo>
                  </a:path>
                </a:pathLst>
              </a:custGeom>
              <a:noFill/>
              <a:ln w="9525" cap="rnd">
                <a:solidFill>
                  <a:schemeClr val="tx2"/>
                </a:solidFill>
                <a:prstDash val="solid"/>
                <a:round/>
              </a:ln>
            </p:spPr>
            <p:txBody>
              <a:bodyPr rtlCol="0" anchor="ctr"/>
              <a:lstStyle/>
              <a:p>
                <a:endParaRPr lang="en-IN"/>
              </a:p>
            </p:txBody>
          </p:sp>
          <p:sp>
            <p:nvSpPr>
              <p:cNvPr id="236" name="Freeform: Shape 235">
                <a:extLst>
                  <a:ext uri="{FF2B5EF4-FFF2-40B4-BE49-F238E27FC236}">
                    <a16:creationId xmlns:a16="http://schemas.microsoft.com/office/drawing/2014/main" id="{A3290790-5E3D-A721-A930-9FD15B2878CF}"/>
                  </a:ext>
                </a:extLst>
              </p:cNvPr>
              <p:cNvSpPr/>
              <p:nvPr/>
            </p:nvSpPr>
            <p:spPr>
              <a:xfrm>
                <a:off x="3168005" y="7442500"/>
                <a:ext cx="112047" cy="105224"/>
              </a:xfrm>
              <a:custGeom>
                <a:avLst/>
                <a:gdLst>
                  <a:gd name="connsiteX0" fmla="*/ 0 w 112047"/>
                  <a:gd name="connsiteY0" fmla="*/ 0 h 105224"/>
                  <a:gd name="connsiteX1" fmla="*/ 112047 w 112047"/>
                  <a:gd name="connsiteY1" fmla="*/ 105224 h 105224"/>
                </a:gdLst>
                <a:ahLst/>
                <a:cxnLst>
                  <a:cxn ang="0">
                    <a:pos x="connsiteX0" y="connsiteY0"/>
                  </a:cxn>
                  <a:cxn ang="0">
                    <a:pos x="connsiteX1" y="connsiteY1"/>
                  </a:cxn>
                </a:cxnLst>
                <a:rect l="l" t="t" r="r" b="b"/>
                <a:pathLst>
                  <a:path w="112047" h="105224">
                    <a:moveTo>
                      <a:pt x="0" y="0"/>
                    </a:moveTo>
                    <a:lnTo>
                      <a:pt x="112047" y="105224"/>
                    </a:lnTo>
                  </a:path>
                </a:pathLst>
              </a:custGeom>
              <a:ln w="9525" cap="rnd">
                <a:solidFill>
                  <a:schemeClr val="tx2"/>
                </a:solidFill>
                <a:prstDash val="solid"/>
                <a:round/>
              </a:ln>
            </p:spPr>
            <p:txBody>
              <a:bodyPr rtlCol="0" anchor="ctr"/>
              <a:lstStyle/>
              <a:p>
                <a:endParaRPr lang="en-IN"/>
              </a:p>
            </p:txBody>
          </p:sp>
          <p:sp>
            <p:nvSpPr>
              <p:cNvPr id="237" name="Freeform: Shape 236">
                <a:extLst>
                  <a:ext uri="{FF2B5EF4-FFF2-40B4-BE49-F238E27FC236}">
                    <a16:creationId xmlns:a16="http://schemas.microsoft.com/office/drawing/2014/main" id="{018567F3-FA7C-134D-F8EA-514DA778EC4C}"/>
                  </a:ext>
                </a:extLst>
              </p:cNvPr>
              <p:cNvSpPr/>
              <p:nvPr/>
            </p:nvSpPr>
            <p:spPr>
              <a:xfrm>
                <a:off x="3456690" y="7444623"/>
                <a:ext cx="109166" cy="104617"/>
              </a:xfrm>
              <a:custGeom>
                <a:avLst/>
                <a:gdLst>
                  <a:gd name="connsiteX0" fmla="*/ 109166 w 109166"/>
                  <a:gd name="connsiteY0" fmla="*/ 0 h 104617"/>
                  <a:gd name="connsiteX1" fmla="*/ 0 w 109166"/>
                  <a:gd name="connsiteY1" fmla="*/ 104618 h 104617"/>
                </a:gdLst>
                <a:ahLst/>
                <a:cxnLst>
                  <a:cxn ang="0">
                    <a:pos x="connsiteX0" y="connsiteY0"/>
                  </a:cxn>
                  <a:cxn ang="0">
                    <a:pos x="connsiteX1" y="connsiteY1"/>
                  </a:cxn>
                </a:cxnLst>
                <a:rect l="l" t="t" r="r" b="b"/>
                <a:pathLst>
                  <a:path w="109166" h="104617">
                    <a:moveTo>
                      <a:pt x="109166" y="0"/>
                    </a:moveTo>
                    <a:lnTo>
                      <a:pt x="0" y="104618"/>
                    </a:lnTo>
                  </a:path>
                </a:pathLst>
              </a:custGeom>
              <a:ln w="9525" cap="rnd">
                <a:solidFill>
                  <a:schemeClr val="tx2"/>
                </a:solidFill>
                <a:prstDash val="solid"/>
                <a:round/>
              </a:ln>
            </p:spPr>
            <p:txBody>
              <a:bodyPr rtlCol="0" anchor="ctr"/>
              <a:lstStyle/>
              <a:p>
                <a:endParaRPr lang="en-IN"/>
              </a:p>
            </p:txBody>
          </p:sp>
          <p:sp>
            <p:nvSpPr>
              <p:cNvPr id="238" name="Freeform: Shape 237">
                <a:extLst>
                  <a:ext uri="{FF2B5EF4-FFF2-40B4-BE49-F238E27FC236}">
                    <a16:creationId xmlns:a16="http://schemas.microsoft.com/office/drawing/2014/main" id="{14A0F050-FB13-6AC7-431A-9D97C70DB273}"/>
                  </a:ext>
                </a:extLst>
              </p:cNvPr>
              <p:cNvSpPr/>
              <p:nvPr/>
            </p:nvSpPr>
            <p:spPr>
              <a:xfrm>
                <a:off x="3314622" y="7158376"/>
                <a:ext cx="108711" cy="71087"/>
              </a:xfrm>
              <a:custGeom>
                <a:avLst/>
                <a:gdLst>
                  <a:gd name="connsiteX0" fmla="*/ 108712 w 108711"/>
                  <a:gd name="connsiteY0" fmla="*/ 25158 h 71087"/>
                  <a:gd name="connsiteX1" fmla="*/ 108105 w 108711"/>
                  <a:gd name="connsiteY1" fmla="*/ 21822 h 71087"/>
                  <a:gd name="connsiteX2" fmla="*/ 72778 w 108711"/>
                  <a:gd name="connsiteY2" fmla="*/ 899 h 71087"/>
                  <a:gd name="connsiteX3" fmla="*/ 21682 w 108711"/>
                  <a:gd name="connsiteY3" fmla="*/ 13938 h 71087"/>
                  <a:gd name="connsiteX4" fmla="*/ 14252 w 108711"/>
                  <a:gd name="connsiteY4" fmla="*/ 16970 h 71087"/>
                  <a:gd name="connsiteX5" fmla="*/ 0 w 108711"/>
                  <a:gd name="connsiteY5" fmla="*/ 41988 h 71087"/>
                  <a:gd name="connsiteX6" fmla="*/ 910 w 108711"/>
                  <a:gd name="connsiteY6" fmla="*/ 49265 h 71087"/>
                  <a:gd name="connsiteX7" fmla="*/ 36237 w 108711"/>
                  <a:gd name="connsiteY7" fmla="*/ 70189 h 71087"/>
                  <a:gd name="connsiteX8" fmla="*/ 61103 w 108711"/>
                  <a:gd name="connsiteY8" fmla="*/ 63821 h 71087"/>
                  <a:gd name="connsiteX9" fmla="*/ 62771 w 108711"/>
                  <a:gd name="connsiteY9" fmla="*/ 63366 h 71087"/>
                  <a:gd name="connsiteX10" fmla="*/ 62771 w 108711"/>
                  <a:gd name="connsiteY10" fmla="*/ 63366 h 71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711" h="71087">
                    <a:moveTo>
                      <a:pt x="108712" y="25158"/>
                    </a:moveTo>
                    <a:cubicBezTo>
                      <a:pt x="108712" y="24096"/>
                      <a:pt x="108257" y="22883"/>
                      <a:pt x="108105" y="21822"/>
                    </a:cubicBezTo>
                    <a:cubicBezTo>
                      <a:pt x="104163" y="6357"/>
                      <a:pt x="88394" y="-3044"/>
                      <a:pt x="72778" y="899"/>
                    </a:cubicBezTo>
                    <a:lnTo>
                      <a:pt x="21682" y="13938"/>
                    </a:lnTo>
                    <a:cubicBezTo>
                      <a:pt x="18953" y="14696"/>
                      <a:pt x="16527" y="15606"/>
                      <a:pt x="14252" y="16970"/>
                    </a:cubicBezTo>
                    <a:cubicBezTo>
                      <a:pt x="5458" y="22125"/>
                      <a:pt x="0" y="31677"/>
                      <a:pt x="0" y="41988"/>
                    </a:cubicBezTo>
                    <a:cubicBezTo>
                      <a:pt x="0" y="44413"/>
                      <a:pt x="303" y="46839"/>
                      <a:pt x="910" y="49265"/>
                    </a:cubicBezTo>
                    <a:cubicBezTo>
                      <a:pt x="4852" y="64731"/>
                      <a:pt x="20772" y="74131"/>
                      <a:pt x="36237" y="70189"/>
                    </a:cubicBezTo>
                    <a:lnTo>
                      <a:pt x="61103" y="63821"/>
                    </a:lnTo>
                    <a:lnTo>
                      <a:pt x="62771" y="63366"/>
                    </a:lnTo>
                    <a:lnTo>
                      <a:pt x="62771" y="63366"/>
                    </a:lnTo>
                  </a:path>
                </a:pathLst>
              </a:custGeom>
              <a:noFill/>
              <a:ln w="9525" cap="rnd">
                <a:solidFill>
                  <a:schemeClr val="tx2"/>
                </a:solidFill>
                <a:prstDash val="solid"/>
                <a:round/>
              </a:ln>
            </p:spPr>
            <p:txBody>
              <a:bodyPr rtlCol="0" anchor="ctr"/>
              <a:lstStyle/>
              <a:p>
                <a:endParaRPr lang="en-IN"/>
              </a:p>
            </p:txBody>
          </p:sp>
          <p:sp>
            <p:nvSpPr>
              <p:cNvPr id="239" name="Freeform: Shape 238">
                <a:extLst>
                  <a:ext uri="{FF2B5EF4-FFF2-40B4-BE49-F238E27FC236}">
                    <a16:creationId xmlns:a16="http://schemas.microsoft.com/office/drawing/2014/main" id="{AB11FAC7-2DA4-6659-E3A1-7161B9FCE6E6}"/>
                  </a:ext>
                </a:extLst>
              </p:cNvPr>
              <p:cNvSpPr/>
              <p:nvPr/>
            </p:nvSpPr>
            <p:spPr>
              <a:xfrm>
                <a:off x="3376180" y="7183348"/>
                <a:ext cx="77477" cy="90702"/>
              </a:xfrm>
              <a:custGeom>
                <a:avLst/>
                <a:gdLst>
                  <a:gd name="connsiteX0" fmla="*/ 0 w 77477"/>
                  <a:gd name="connsiteY0" fmla="*/ 39607 h 90702"/>
                  <a:gd name="connsiteX1" fmla="*/ 1061 w 77477"/>
                  <a:gd name="connsiteY1" fmla="*/ 38394 h 90702"/>
                  <a:gd name="connsiteX2" fmla="*/ 1061 w 77477"/>
                  <a:gd name="connsiteY2" fmla="*/ 38394 h 90702"/>
                  <a:gd name="connsiteX3" fmla="*/ 31840 w 77477"/>
                  <a:gd name="connsiteY3" fmla="*/ 7615 h 90702"/>
                  <a:gd name="connsiteX4" fmla="*/ 47154 w 77477"/>
                  <a:gd name="connsiteY4" fmla="*/ 186 h 90702"/>
                  <a:gd name="connsiteX5" fmla="*/ 68987 w 77477"/>
                  <a:gd name="connsiteY5" fmla="*/ 7615 h 90702"/>
                  <a:gd name="connsiteX6" fmla="*/ 69745 w 77477"/>
                  <a:gd name="connsiteY6" fmla="*/ 8373 h 90702"/>
                  <a:gd name="connsiteX7" fmla="*/ 69745 w 77477"/>
                  <a:gd name="connsiteY7" fmla="*/ 45368 h 90702"/>
                  <a:gd name="connsiteX8" fmla="*/ 24411 w 77477"/>
                  <a:gd name="connsiteY8" fmla="*/ 90703 h 9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477" h="90702">
                    <a:moveTo>
                      <a:pt x="0" y="39607"/>
                    </a:moveTo>
                    <a:lnTo>
                      <a:pt x="1061" y="38394"/>
                    </a:lnTo>
                    <a:lnTo>
                      <a:pt x="1061" y="38394"/>
                    </a:lnTo>
                    <a:cubicBezTo>
                      <a:pt x="1061" y="38394"/>
                      <a:pt x="31840" y="7615"/>
                      <a:pt x="31840" y="7615"/>
                    </a:cubicBezTo>
                    <a:cubicBezTo>
                      <a:pt x="36086" y="3370"/>
                      <a:pt x="41544" y="792"/>
                      <a:pt x="47154" y="186"/>
                    </a:cubicBezTo>
                    <a:cubicBezTo>
                      <a:pt x="54886" y="-724"/>
                      <a:pt x="63074" y="1702"/>
                      <a:pt x="68987" y="7615"/>
                    </a:cubicBezTo>
                    <a:lnTo>
                      <a:pt x="69745" y="8373"/>
                    </a:lnTo>
                    <a:cubicBezTo>
                      <a:pt x="80055" y="18532"/>
                      <a:pt x="80055" y="35210"/>
                      <a:pt x="69745" y="45368"/>
                    </a:cubicBezTo>
                    <a:lnTo>
                      <a:pt x="24411" y="90703"/>
                    </a:lnTo>
                  </a:path>
                </a:pathLst>
              </a:custGeom>
              <a:noFill/>
              <a:ln w="9525" cap="rnd">
                <a:solidFill>
                  <a:schemeClr val="tx2"/>
                </a:solidFill>
                <a:prstDash val="solid"/>
                <a:round/>
              </a:ln>
            </p:spPr>
            <p:txBody>
              <a:bodyPr rtlCol="0" anchor="ctr"/>
              <a:lstStyle/>
              <a:p>
                <a:endParaRPr lang="en-IN"/>
              </a:p>
            </p:txBody>
          </p:sp>
          <p:sp>
            <p:nvSpPr>
              <p:cNvPr id="240" name="Freeform: Shape 239">
                <a:extLst>
                  <a:ext uri="{FF2B5EF4-FFF2-40B4-BE49-F238E27FC236}">
                    <a16:creationId xmlns:a16="http://schemas.microsoft.com/office/drawing/2014/main" id="{6C16F125-B35D-2A53-8F8E-89D6F2AB17C8}"/>
                  </a:ext>
                </a:extLst>
              </p:cNvPr>
              <p:cNvSpPr/>
              <p:nvPr/>
            </p:nvSpPr>
            <p:spPr>
              <a:xfrm>
                <a:off x="3283199" y="7170342"/>
                <a:ext cx="98034" cy="97794"/>
              </a:xfrm>
              <a:custGeom>
                <a:avLst/>
                <a:gdLst>
                  <a:gd name="connsiteX0" fmla="*/ 45676 w 98034"/>
                  <a:gd name="connsiteY0" fmla="*/ 5155 h 97794"/>
                  <a:gd name="connsiteX1" fmla="*/ 29149 w 98034"/>
                  <a:gd name="connsiteY1" fmla="*/ 0 h 97794"/>
                  <a:gd name="connsiteX2" fmla="*/ 8529 w 98034"/>
                  <a:gd name="connsiteY2" fmla="*/ 8491 h 97794"/>
                  <a:gd name="connsiteX3" fmla="*/ 8529 w 98034"/>
                  <a:gd name="connsiteY3" fmla="*/ 49580 h 97794"/>
                  <a:gd name="connsiteX4" fmla="*/ 8529 w 98034"/>
                  <a:gd name="connsiteY4" fmla="*/ 49580 h 97794"/>
                  <a:gd name="connsiteX5" fmla="*/ 48253 w 98034"/>
                  <a:gd name="connsiteY5" fmla="*/ 89304 h 97794"/>
                  <a:gd name="connsiteX6" fmla="*/ 48556 w 98034"/>
                  <a:gd name="connsiteY6" fmla="*/ 89607 h 97794"/>
                  <a:gd name="connsiteX7" fmla="*/ 68873 w 98034"/>
                  <a:gd name="connsiteY7" fmla="*/ 97795 h 97794"/>
                  <a:gd name="connsiteX8" fmla="*/ 75848 w 98034"/>
                  <a:gd name="connsiteY8" fmla="*/ 96885 h 97794"/>
                  <a:gd name="connsiteX9" fmla="*/ 89494 w 98034"/>
                  <a:gd name="connsiteY9" fmla="*/ 89153 h 97794"/>
                  <a:gd name="connsiteX10" fmla="*/ 93133 w 98034"/>
                  <a:gd name="connsiteY10" fmla="*/ 52461 h 97794"/>
                  <a:gd name="connsiteX11" fmla="*/ 92526 w 98034"/>
                  <a:gd name="connsiteY11" fmla="*/ 51702 h 97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034" h="97794">
                    <a:moveTo>
                      <a:pt x="45676" y="5155"/>
                    </a:moveTo>
                    <a:cubicBezTo>
                      <a:pt x="40672" y="1668"/>
                      <a:pt x="34910" y="0"/>
                      <a:pt x="29149" y="0"/>
                    </a:cubicBezTo>
                    <a:cubicBezTo>
                      <a:pt x="21720" y="0"/>
                      <a:pt x="14139" y="2881"/>
                      <a:pt x="8529" y="8491"/>
                    </a:cubicBezTo>
                    <a:cubicBezTo>
                      <a:pt x="-2843" y="19862"/>
                      <a:pt x="-2843" y="38208"/>
                      <a:pt x="8529" y="49580"/>
                    </a:cubicBezTo>
                    <a:lnTo>
                      <a:pt x="8529" y="49580"/>
                    </a:lnTo>
                    <a:cubicBezTo>
                      <a:pt x="8529" y="49580"/>
                      <a:pt x="48253" y="89304"/>
                      <a:pt x="48253" y="89304"/>
                    </a:cubicBezTo>
                    <a:lnTo>
                      <a:pt x="48556" y="89607"/>
                    </a:lnTo>
                    <a:cubicBezTo>
                      <a:pt x="54166" y="95066"/>
                      <a:pt x="61596" y="97795"/>
                      <a:pt x="68873" y="97795"/>
                    </a:cubicBezTo>
                    <a:cubicBezTo>
                      <a:pt x="71148" y="97795"/>
                      <a:pt x="73574" y="97492"/>
                      <a:pt x="75848" y="96885"/>
                    </a:cubicBezTo>
                    <a:cubicBezTo>
                      <a:pt x="80851" y="95672"/>
                      <a:pt x="85703" y="93095"/>
                      <a:pt x="89494" y="89153"/>
                    </a:cubicBezTo>
                    <a:cubicBezTo>
                      <a:pt x="99501" y="79146"/>
                      <a:pt x="100714" y="63680"/>
                      <a:pt x="93133" y="52461"/>
                    </a:cubicBezTo>
                    <a:cubicBezTo>
                      <a:pt x="92981" y="52157"/>
                      <a:pt x="92829" y="52006"/>
                      <a:pt x="92526" y="51702"/>
                    </a:cubicBezTo>
                  </a:path>
                </a:pathLst>
              </a:custGeom>
              <a:noFill/>
              <a:ln w="9525" cap="rnd">
                <a:solidFill>
                  <a:schemeClr val="tx2"/>
                </a:solidFill>
                <a:prstDash val="solid"/>
                <a:round/>
              </a:ln>
            </p:spPr>
            <p:txBody>
              <a:bodyPr rtlCol="0" anchor="ctr"/>
              <a:lstStyle/>
              <a:p>
                <a:endParaRPr lang="en-IN"/>
              </a:p>
            </p:txBody>
          </p:sp>
        </p:grpSp>
        <p:sp>
          <p:nvSpPr>
            <p:cNvPr id="241" name="Freeform: Shape 240">
              <a:extLst>
                <a:ext uri="{FF2B5EF4-FFF2-40B4-BE49-F238E27FC236}">
                  <a16:creationId xmlns:a16="http://schemas.microsoft.com/office/drawing/2014/main" id="{1E5C45A5-B027-EF5A-F60A-9D76E4B50B5E}"/>
                </a:ext>
              </a:extLst>
            </p:cNvPr>
            <p:cNvSpPr/>
            <p:nvPr/>
          </p:nvSpPr>
          <p:spPr>
            <a:xfrm rot="-2561399">
              <a:off x="3460661" y="7504875"/>
              <a:ext cx="199077" cy="93094"/>
            </a:xfrm>
            <a:custGeom>
              <a:avLst/>
              <a:gdLst>
                <a:gd name="connsiteX0" fmla="*/ 0 w 199077"/>
                <a:gd name="connsiteY0" fmla="*/ 0 h 93094"/>
                <a:gd name="connsiteX1" fmla="*/ 199077 w 199077"/>
                <a:gd name="connsiteY1" fmla="*/ 0 h 93094"/>
                <a:gd name="connsiteX2" fmla="*/ 199077 w 199077"/>
                <a:gd name="connsiteY2" fmla="*/ 93095 h 93094"/>
                <a:gd name="connsiteX3" fmla="*/ 0 w 199077"/>
                <a:gd name="connsiteY3" fmla="*/ 93095 h 93094"/>
              </a:gdLst>
              <a:ahLst/>
              <a:cxnLst>
                <a:cxn ang="0">
                  <a:pos x="connsiteX0" y="connsiteY0"/>
                </a:cxn>
                <a:cxn ang="0">
                  <a:pos x="connsiteX1" y="connsiteY1"/>
                </a:cxn>
                <a:cxn ang="0">
                  <a:pos x="connsiteX2" y="connsiteY2"/>
                </a:cxn>
                <a:cxn ang="0">
                  <a:pos x="connsiteX3" y="connsiteY3"/>
                </a:cxn>
              </a:cxnLst>
              <a:rect l="l" t="t" r="r" b="b"/>
              <a:pathLst>
                <a:path w="199077" h="93094">
                  <a:moveTo>
                    <a:pt x="0" y="0"/>
                  </a:moveTo>
                  <a:lnTo>
                    <a:pt x="199077" y="0"/>
                  </a:lnTo>
                  <a:lnTo>
                    <a:pt x="199077" y="93095"/>
                  </a:lnTo>
                  <a:lnTo>
                    <a:pt x="0" y="93095"/>
                  </a:lnTo>
                  <a:close/>
                </a:path>
              </a:pathLst>
            </a:custGeom>
            <a:noFill/>
            <a:ln w="9525" cap="rnd">
              <a:solidFill>
                <a:schemeClr val="tx2"/>
              </a:solidFill>
              <a:prstDash val="solid"/>
              <a:round/>
            </a:ln>
          </p:spPr>
          <p:txBody>
            <a:bodyPr rtlCol="0" anchor="ctr"/>
            <a:lstStyle/>
            <a:p>
              <a:endParaRPr lang="en-IN"/>
            </a:p>
          </p:txBody>
        </p:sp>
        <p:sp>
          <p:nvSpPr>
            <p:cNvPr id="242" name="Freeform: Shape 241">
              <a:extLst>
                <a:ext uri="{FF2B5EF4-FFF2-40B4-BE49-F238E27FC236}">
                  <a16:creationId xmlns:a16="http://schemas.microsoft.com/office/drawing/2014/main" id="{37C57D56-D4C4-485E-2D49-B0B50320302A}"/>
                </a:ext>
              </a:extLst>
            </p:cNvPr>
            <p:cNvSpPr/>
            <p:nvPr/>
          </p:nvSpPr>
          <p:spPr>
            <a:xfrm rot="-8238601">
              <a:off x="3076168" y="7501269"/>
              <a:ext cx="199077" cy="93094"/>
            </a:xfrm>
            <a:custGeom>
              <a:avLst/>
              <a:gdLst>
                <a:gd name="connsiteX0" fmla="*/ 0 w 199077"/>
                <a:gd name="connsiteY0" fmla="*/ 0 h 93094"/>
                <a:gd name="connsiteX1" fmla="*/ 199077 w 199077"/>
                <a:gd name="connsiteY1" fmla="*/ 0 h 93094"/>
                <a:gd name="connsiteX2" fmla="*/ 199077 w 199077"/>
                <a:gd name="connsiteY2" fmla="*/ 93095 h 93094"/>
                <a:gd name="connsiteX3" fmla="*/ 0 w 199077"/>
                <a:gd name="connsiteY3" fmla="*/ 93095 h 93094"/>
              </a:gdLst>
              <a:ahLst/>
              <a:cxnLst>
                <a:cxn ang="0">
                  <a:pos x="connsiteX0" y="connsiteY0"/>
                </a:cxn>
                <a:cxn ang="0">
                  <a:pos x="connsiteX1" y="connsiteY1"/>
                </a:cxn>
                <a:cxn ang="0">
                  <a:pos x="connsiteX2" y="connsiteY2"/>
                </a:cxn>
                <a:cxn ang="0">
                  <a:pos x="connsiteX3" y="connsiteY3"/>
                </a:cxn>
              </a:cxnLst>
              <a:rect l="l" t="t" r="r" b="b"/>
              <a:pathLst>
                <a:path w="199077" h="93094">
                  <a:moveTo>
                    <a:pt x="0" y="0"/>
                  </a:moveTo>
                  <a:lnTo>
                    <a:pt x="199077" y="0"/>
                  </a:lnTo>
                  <a:lnTo>
                    <a:pt x="199077" y="93095"/>
                  </a:lnTo>
                  <a:lnTo>
                    <a:pt x="0" y="93095"/>
                  </a:lnTo>
                  <a:close/>
                </a:path>
              </a:pathLst>
            </a:custGeom>
            <a:noFill/>
            <a:ln w="9525" cap="rnd">
              <a:solidFill>
                <a:schemeClr val="tx2"/>
              </a:solidFill>
              <a:prstDash val="solid"/>
              <a:round/>
            </a:ln>
          </p:spPr>
          <p:txBody>
            <a:bodyPr rtlCol="0" anchor="ctr"/>
            <a:lstStyle/>
            <a:p>
              <a:endParaRPr lang="en-IN"/>
            </a:p>
          </p:txBody>
        </p:sp>
      </p:grpSp>
      <p:grpSp>
        <p:nvGrpSpPr>
          <p:cNvPr id="246" name="Graphic 243">
            <a:extLst>
              <a:ext uri="{FF2B5EF4-FFF2-40B4-BE49-F238E27FC236}">
                <a16:creationId xmlns:a16="http://schemas.microsoft.com/office/drawing/2014/main" id="{F1A08E5D-667C-85E2-FB1D-0EB0376DA2B0}"/>
              </a:ext>
            </a:extLst>
          </p:cNvPr>
          <p:cNvGrpSpPr/>
          <p:nvPr/>
        </p:nvGrpSpPr>
        <p:grpSpPr>
          <a:xfrm>
            <a:off x="490608" y="3123677"/>
            <a:ext cx="399980" cy="374160"/>
            <a:chOff x="-1322371" y="3338214"/>
            <a:chExt cx="265694" cy="248543"/>
          </a:xfrm>
          <a:noFill/>
        </p:grpSpPr>
        <p:sp>
          <p:nvSpPr>
            <p:cNvPr id="247" name="Freeform: Shape 246">
              <a:extLst>
                <a:ext uri="{FF2B5EF4-FFF2-40B4-BE49-F238E27FC236}">
                  <a16:creationId xmlns:a16="http://schemas.microsoft.com/office/drawing/2014/main" id="{FBE94B83-E8F9-8051-99B0-5C75EB673DEC}"/>
                </a:ext>
              </a:extLst>
            </p:cNvPr>
            <p:cNvSpPr/>
            <p:nvPr/>
          </p:nvSpPr>
          <p:spPr>
            <a:xfrm>
              <a:off x="-1255205" y="3461491"/>
              <a:ext cx="131102" cy="125266"/>
            </a:xfrm>
            <a:custGeom>
              <a:avLst/>
              <a:gdLst>
                <a:gd name="connsiteX0" fmla="*/ 95793 w 131102"/>
                <a:gd name="connsiteY0" fmla="*/ 42077 h 125266"/>
                <a:gd name="connsiteX1" fmla="*/ 123511 w 131102"/>
                <a:gd name="connsiteY1" fmla="*/ 42077 h 125266"/>
                <a:gd name="connsiteX2" fmla="*/ 127988 w 131102"/>
                <a:gd name="connsiteY2" fmla="*/ 55697 h 125266"/>
                <a:gd name="connsiteX3" fmla="*/ 105509 w 131102"/>
                <a:gd name="connsiteY3" fmla="*/ 71985 h 125266"/>
                <a:gd name="connsiteX4" fmla="*/ 99984 w 131102"/>
                <a:gd name="connsiteY4" fmla="*/ 88940 h 125266"/>
                <a:gd name="connsiteX5" fmla="*/ 108557 w 131102"/>
                <a:gd name="connsiteY5" fmla="*/ 115324 h 125266"/>
                <a:gd name="connsiteX6" fmla="*/ 96936 w 131102"/>
                <a:gd name="connsiteY6" fmla="*/ 123801 h 125266"/>
                <a:gd name="connsiteX7" fmla="*/ 74457 w 131102"/>
                <a:gd name="connsiteY7" fmla="*/ 107513 h 125266"/>
                <a:gd name="connsiteX8" fmla="*/ 56645 w 131102"/>
                <a:gd name="connsiteY8" fmla="*/ 107513 h 125266"/>
                <a:gd name="connsiteX9" fmla="*/ 34166 w 131102"/>
                <a:gd name="connsiteY9" fmla="*/ 123801 h 125266"/>
                <a:gd name="connsiteX10" fmla="*/ 22546 w 131102"/>
                <a:gd name="connsiteY10" fmla="*/ 115324 h 125266"/>
                <a:gd name="connsiteX11" fmla="*/ 31118 w 131102"/>
                <a:gd name="connsiteY11" fmla="*/ 88940 h 125266"/>
                <a:gd name="connsiteX12" fmla="*/ 25594 w 131102"/>
                <a:gd name="connsiteY12" fmla="*/ 71985 h 125266"/>
                <a:gd name="connsiteX13" fmla="*/ 3115 w 131102"/>
                <a:gd name="connsiteY13" fmla="*/ 55697 h 125266"/>
                <a:gd name="connsiteX14" fmla="*/ 7592 w 131102"/>
                <a:gd name="connsiteY14" fmla="*/ 42077 h 125266"/>
                <a:gd name="connsiteX15" fmla="*/ 35309 w 131102"/>
                <a:gd name="connsiteY15" fmla="*/ 42077 h 125266"/>
                <a:gd name="connsiteX16" fmla="*/ 49692 w 131102"/>
                <a:gd name="connsiteY16" fmla="*/ 31599 h 125266"/>
                <a:gd name="connsiteX17" fmla="*/ 58265 w 131102"/>
                <a:gd name="connsiteY17" fmla="*/ 5215 h 125266"/>
                <a:gd name="connsiteX18" fmla="*/ 72648 w 131102"/>
                <a:gd name="connsiteY18" fmla="*/ 5215 h 125266"/>
                <a:gd name="connsiteX19" fmla="*/ 81220 w 131102"/>
                <a:gd name="connsiteY19" fmla="*/ 31599 h 125266"/>
                <a:gd name="connsiteX20" fmla="*/ 95603 w 131102"/>
                <a:gd name="connsiteY20" fmla="*/ 42077 h 125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1102" h="125266">
                  <a:moveTo>
                    <a:pt x="95793" y="42077"/>
                  </a:moveTo>
                  <a:lnTo>
                    <a:pt x="123511" y="42077"/>
                  </a:lnTo>
                  <a:cubicBezTo>
                    <a:pt x="130845" y="42077"/>
                    <a:pt x="133893" y="51411"/>
                    <a:pt x="127988" y="55697"/>
                  </a:cubicBezTo>
                  <a:lnTo>
                    <a:pt x="105509" y="71985"/>
                  </a:lnTo>
                  <a:cubicBezTo>
                    <a:pt x="100175" y="75890"/>
                    <a:pt x="97984" y="82653"/>
                    <a:pt x="99984" y="88940"/>
                  </a:cubicBezTo>
                  <a:lnTo>
                    <a:pt x="108557" y="115324"/>
                  </a:lnTo>
                  <a:cubicBezTo>
                    <a:pt x="110843" y="122277"/>
                    <a:pt x="102842" y="128087"/>
                    <a:pt x="96936" y="123801"/>
                  </a:cubicBezTo>
                  <a:lnTo>
                    <a:pt x="74457" y="107513"/>
                  </a:lnTo>
                  <a:cubicBezTo>
                    <a:pt x="69123" y="103608"/>
                    <a:pt x="61979" y="103608"/>
                    <a:pt x="56645" y="107513"/>
                  </a:cubicBezTo>
                  <a:lnTo>
                    <a:pt x="34166" y="123801"/>
                  </a:lnTo>
                  <a:cubicBezTo>
                    <a:pt x="28261" y="128087"/>
                    <a:pt x="20260" y="122277"/>
                    <a:pt x="22546" y="115324"/>
                  </a:cubicBezTo>
                  <a:lnTo>
                    <a:pt x="31118" y="88940"/>
                  </a:lnTo>
                  <a:cubicBezTo>
                    <a:pt x="33119" y="82653"/>
                    <a:pt x="30928" y="75890"/>
                    <a:pt x="25594" y="71985"/>
                  </a:cubicBezTo>
                  <a:lnTo>
                    <a:pt x="3115" y="55697"/>
                  </a:lnTo>
                  <a:cubicBezTo>
                    <a:pt x="-2791" y="51411"/>
                    <a:pt x="257" y="42077"/>
                    <a:pt x="7592" y="42077"/>
                  </a:cubicBezTo>
                  <a:lnTo>
                    <a:pt x="35309" y="42077"/>
                  </a:lnTo>
                  <a:cubicBezTo>
                    <a:pt x="41882" y="42077"/>
                    <a:pt x="47692" y="37886"/>
                    <a:pt x="49692" y="31599"/>
                  </a:cubicBezTo>
                  <a:lnTo>
                    <a:pt x="58265" y="5215"/>
                  </a:lnTo>
                  <a:cubicBezTo>
                    <a:pt x="60551" y="-1738"/>
                    <a:pt x="70361" y="-1738"/>
                    <a:pt x="72648" y="5215"/>
                  </a:cubicBezTo>
                  <a:lnTo>
                    <a:pt x="81220" y="31599"/>
                  </a:lnTo>
                  <a:cubicBezTo>
                    <a:pt x="83220" y="37886"/>
                    <a:pt x="89030" y="42077"/>
                    <a:pt x="95603" y="42077"/>
                  </a:cubicBezTo>
                  <a:close/>
                </a:path>
              </a:pathLst>
            </a:custGeom>
            <a:noFill/>
            <a:ln w="9525" cap="rnd">
              <a:solidFill>
                <a:schemeClr val="tx2"/>
              </a:solidFill>
              <a:prstDash val="solid"/>
              <a:round/>
            </a:ln>
          </p:spPr>
          <p:txBody>
            <a:bodyPr rtlCol="0" anchor="ctr"/>
            <a:lstStyle/>
            <a:p>
              <a:endParaRPr lang="en-IN"/>
            </a:p>
          </p:txBody>
        </p:sp>
        <p:sp>
          <p:nvSpPr>
            <p:cNvPr id="248" name="Freeform: Shape 247">
              <a:extLst>
                <a:ext uri="{FF2B5EF4-FFF2-40B4-BE49-F238E27FC236}">
                  <a16:creationId xmlns:a16="http://schemas.microsoft.com/office/drawing/2014/main" id="{EA05CC9D-EB09-0EC1-9C91-7C69FA450093}"/>
                </a:ext>
              </a:extLst>
            </p:cNvPr>
            <p:cNvSpPr/>
            <p:nvPr/>
          </p:nvSpPr>
          <p:spPr>
            <a:xfrm>
              <a:off x="-1322371" y="3466778"/>
              <a:ext cx="69708" cy="98816"/>
            </a:xfrm>
            <a:custGeom>
              <a:avLst/>
              <a:gdLst>
                <a:gd name="connsiteX0" fmla="*/ 64089 w 69708"/>
                <a:gd name="connsiteY0" fmla="*/ 28123 h 98816"/>
                <a:gd name="connsiteX1" fmla="*/ 62565 w 69708"/>
                <a:gd name="connsiteY1" fmla="*/ 23551 h 98816"/>
                <a:gd name="connsiteX2" fmla="*/ 55897 w 69708"/>
                <a:gd name="connsiteY2" fmla="*/ 3072 h 98816"/>
                <a:gd name="connsiteX3" fmla="*/ 47420 w 69708"/>
                <a:gd name="connsiteY3" fmla="*/ 3072 h 98816"/>
                <a:gd name="connsiteX4" fmla="*/ 39229 w 69708"/>
                <a:gd name="connsiteY4" fmla="*/ 28123 h 98816"/>
                <a:gd name="connsiteX5" fmla="*/ 30656 w 69708"/>
                <a:gd name="connsiteY5" fmla="*/ 34314 h 98816"/>
                <a:gd name="connsiteX6" fmla="*/ 4462 w 69708"/>
                <a:gd name="connsiteY6" fmla="*/ 34314 h 98816"/>
                <a:gd name="connsiteX7" fmla="*/ 1891 w 69708"/>
                <a:gd name="connsiteY7" fmla="*/ 42410 h 98816"/>
                <a:gd name="connsiteX8" fmla="*/ 23227 w 69708"/>
                <a:gd name="connsiteY8" fmla="*/ 57936 h 98816"/>
                <a:gd name="connsiteX9" fmla="*/ 26465 w 69708"/>
                <a:gd name="connsiteY9" fmla="*/ 67842 h 98816"/>
                <a:gd name="connsiteX10" fmla="*/ 18274 w 69708"/>
                <a:gd name="connsiteY10" fmla="*/ 92988 h 98816"/>
                <a:gd name="connsiteX11" fmla="*/ 25132 w 69708"/>
                <a:gd name="connsiteY11" fmla="*/ 97941 h 98816"/>
                <a:gd name="connsiteX12" fmla="*/ 46468 w 69708"/>
                <a:gd name="connsiteY12" fmla="*/ 82415 h 98816"/>
                <a:gd name="connsiteX13" fmla="*/ 56945 w 69708"/>
                <a:gd name="connsiteY13" fmla="*/ 82415 h 98816"/>
                <a:gd name="connsiteX14" fmla="*/ 62660 w 69708"/>
                <a:gd name="connsiteY14" fmla="*/ 86511 h 98816"/>
                <a:gd name="connsiteX15" fmla="*/ 69709 w 69708"/>
                <a:gd name="connsiteY15" fmla="*/ 91559 h 9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708" h="98816">
                  <a:moveTo>
                    <a:pt x="64089" y="28123"/>
                  </a:moveTo>
                  <a:lnTo>
                    <a:pt x="62565" y="23551"/>
                  </a:lnTo>
                  <a:lnTo>
                    <a:pt x="55897" y="3072"/>
                  </a:lnTo>
                  <a:cubicBezTo>
                    <a:pt x="54564" y="-1024"/>
                    <a:pt x="48754" y="-1024"/>
                    <a:pt x="47420" y="3072"/>
                  </a:cubicBezTo>
                  <a:lnTo>
                    <a:pt x="39229" y="28123"/>
                  </a:lnTo>
                  <a:cubicBezTo>
                    <a:pt x="37990" y="31837"/>
                    <a:pt x="34561" y="34314"/>
                    <a:pt x="30656" y="34314"/>
                  </a:cubicBezTo>
                  <a:lnTo>
                    <a:pt x="4462" y="34314"/>
                  </a:lnTo>
                  <a:cubicBezTo>
                    <a:pt x="81" y="34314"/>
                    <a:pt x="-1634" y="39838"/>
                    <a:pt x="1891" y="42410"/>
                  </a:cubicBezTo>
                  <a:lnTo>
                    <a:pt x="23227" y="57936"/>
                  </a:lnTo>
                  <a:cubicBezTo>
                    <a:pt x="26370" y="60222"/>
                    <a:pt x="27608" y="64222"/>
                    <a:pt x="26465" y="67842"/>
                  </a:cubicBezTo>
                  <a:lnTo>
                    <a:pt x="18274" y="92988"/>
                  </a:lnTo>
                  <a:cubicBezTo>
                    <a:pt x="16940" y="96988"/>
                    <a:pt x="21607" y="100513"/>
                    <a:pt x="25132" y="97941"/>
                  </a:cubicBezTo>
                  <a:lnTo>
                    <a:pt x="46468" y="82415"/>
                  </a:lnTo>
                  <a:cubicBezTo>
                    <a:pt x="49611" y="80129"/>
                    <a:pt x="53897" y="80129"/>
                    <a:pt x="56945" y="82415"/>
                  </a:cubicBezTo>
                  <a:lnTo>
                    <a:pt x="62660" y="86511"/>
                  </a:lnTo>
                  <a:lnTo>
                    <a:pt x="69709" y="91559"/>
                  </a:lnTo>
                </a:path>
              </a:pathLst>
            </a:custGeom>
            <a:noFill/>
            <a:ln w="9525" cap="rnd">
              <a:solidFill>
                <a:schemeClr val="tx2"/>
              </a:solidFill>
              <a:prstDash val="solid"/>
              <a:round/>
            </a:ln>
          </p:spPr>
          <p:txBody>
            <a:bodyPr rtlCol="0" anchor="ctr"/>
            <a:lstStyle/>
            <a:p>
              <a:endParaRPr lang="en-IN"/>
            </a:p>
          </p:txBody>
        </p:sp>
        <p:sp>
          <p:nvSpPr>
            <p:cNvPr id="249" name="Freeform: Shape 248">
              <a:extLst>
                <a:ext uri="{FF2B5EF4-FFF2-40B4-BE49-F238E27FC236}">
                  <a16:creationId xmlns:a16="http://schemas.microsoft.com/office/drawing/2014/main" id="{017552DA-1975-0659-307E-2761614B6A74}"/>
                </a:ext>
              </a:extLst>
            </p:cNvPr>
            <p:cNvSpPr/>
            <p:nvPr/>
          </p:nvSpPr>
          <p:spPr>
            <a:xfrm>
              <a:off x="-1142024" y="3466778"/>
              <a:ext cx="85347" cy="98829"/>
            </a:xfrm>
            <a:custGeom>
              <a:avLst/>
              <a:gdLst>
                <a:gd name="connsiteX0" fmla="*/ 21188 w 85347"/>
                <a:gd name="connsiteY0" fmla="*/ 28123 h 98829"/>
                <a:gd name="connsiteX1" fmla="*/ 29380 w 85347"/>
                <a:gd name="connsiteY1" fmla="*/ 3072 h 98829"/>
                <a:gd name="connsiteX2" fmla="*/ 37857 w 85347"/>
                <a:gd name="connsiteY2" fmla="*/ 3072 h 98829"/>
                <a:gd name="connsiteX3" fmla="*/ 46048 w 85347"/>
                <a:gd name="connsiteY3" fmla="*/ 28123 h 98829"/>
                <a:gd name="connsiteX4" fmla="*/ 54526 w 85347"/>
                <a:gd name="connsiteY4" fmla="*/ 34314 h 98829"/>
                <a:gd name="connsiteX5" fmla="*/ 80910 w 85347"/>
                <a:gd name="connsiteY5" fmla="*/ 34314 h 98829"/>
                <a:gd name="connsiteX6" fmla="*/ 83482 w 85347"/>
                <a:gd name="connsiteY6" fmla="*/ 42410 h 98829"/>
                <a:gd name="connsiteX7" fmla="*/ 62146 w 85347"/>
                <a:gd name="connsiteY7" fmla="*/ 57936 h 98829"/>
                <a:gd name="connsiteX8" fmla="*/ 58907 w 85347"/>
                <a:gd name="connsiteY8" fmla="*/ 67937 h 98829"/>
                <a:gd name="connsiteX9" fmla="*/ 67099 w 85347"/>
                <a:gd name="connsiteY9" fmla="*/ 92988 h 98829"/>
                <a:gd name="connsiteX10" fmla="*/ 60241 w 85347"/>
                <a:gd name="connsiteY10" fmla="*/ 97941 h 98829"/>
                <a:gd name="connsiteX11" fmla="*/ 38905 w 85347"/>
                <a:gd name="connsiteY11" fmla="*/ 82415 h 98829"/>
                <a:gd name="connsiteX12" fmla="*/ 28427 w 85347"/>
                <a:gd name="connsiteY12" fmla="*/ 82415 h 98829"/>
                <a:gd name="connsiteX13" fmla="*/ 7091 w 85347"/>
                <a:gd name="connsiteY13" fmla="*/ 97941 h 98829"/>
                <a:gd name="connsiteX14" fmla="*/ 233 w 85347"/>
                <a:gd name="connsiteY14" fmla="*/ 92988 h 98829"/>
                <a:gd name="connsiteX15" fmla="*/ 8425 w 85347"/>
                <a:gd name="connsiteY15" fmla="*/ 67937 h 98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5347" h="98829">
                  <a:moveTo>
                    <a:pt x="21188" y="28123"/>
                  </a:moveTo>
                  <a:lnTo>
                    <a:pt x="29380" y="3072"/>
                  </a:lnTo>
                  <a:cubicBezTo>
                    <a:pt x="30713" y="-1024"/>
                    <a:pt x="36523" y="-1024"/>
                    <a:pt x="37857" y="3072"/>
                  </a:cubicBezTo>
                  <a:lnTo>
                    <a:pt x="46048" y="28123"/>
                  </a:lnTo>
                  <a:cubicBezTo>
                    <a:pt x="47287" y="31837"/>
                    <a:pt x="50716" y="34314"/>
                    <a:pt x="54526" y="34314"/>
                  </a:cubicBezTo>
                  <a:lnTo>
                    <a:pt x="80910" y="34314"/>
                  </a:lnTo>
                  <a:cubicBezTo>
                    <a:pt x="85196" y="34314"/>
                    <a:pt x="87006" y="39838"/>
                    <a:pt x="83482" y="42410"/>
                  </a:cubicBezTo>
                  <a:lnTo>
                    <a:pt x="62146" y="57936"/>
                  </a:lnTo>
                  <a:cubicBezTo>
                    <a:pt x="59002" y="60222"/>
                    <a:pt x="57669" y="64222"/>
                    <a:pt x="58907" y="67937"/>
                  </a:cubicBezTo>
                  <a:lnTo>
                    <a:pt x="67099" y="92988"/>
                  </a:lnTo>
                  <a:cubicBezTo>
                    <a:pt x="68432" y="97084"/>
                    <a:pt x="63765" y="100513"/>
                    <a:pt x="60241" y="97941"/>
                  </a:cubicBezTo>
                  <a:lnTo>
                    <a:pt x="38905" y="82415"/>
                  </a:lnTo>
                  <a:cubicBezTo>
                    <a:pt x="35761" y="80129"/>
                    <a:pt x="31570" y="80129"/>
                    <a:pt x="28427" y="82415"/>
                  </a:cubicBezTo>
                  <a:lnTo>
                    <a:pt x="7091" y="97941"/>
                  </a:lnTo>
                  <a:cubicBezTo>
                    <a:pt x="3567" y="100513"/>
                    <a:pt x="-1100" y="97084"/>
                    <a:pt x="233" y="92988"/>
                  </a:cubicBezTo>
                  <a:lnTo>
                    <a:pt x="8425" y="67937"/>
                  </a:lnTo>
                </a:path>
              </a:pathLst>
            </a:custGeom>
            <a:noFill/>
            <a:ln w="9525" cap="rnd">
              <a:solidFill>
                <a:schemeClr val="tx2"/>
              </a:solidFill>
              <a:prstDash val="solid"/>
              <a:round/>
            </a:ln>
          </p:spPr>
          <p:txBody>
            <a:bodyPr rtlCol="0" anchor="ctr"/>
            <a:lstStyle/>
            <a:p>
              <a:endParaRPr lang="en-IN"/>
            </a:p>
          </p:txBody>
        </p:sp>
        <p:grpSp>
          <p:nvGrpSpPr>
            <p:cNvPr id="250" name="Graphic 243">
              <a:extLst>
                <a:ext uri="{FF2B5EF4-FFF2-40B4-BE49-F238E27FC236}">
                  <a16:creationId xmlns:a16="http://schemas.microsoft.com/office/drawing/2014/main" id="{6B2E8A4C-C602-A481-D064-662A12D151EF}"/>
                </a:ext>
              </a:extLst>
            </p:cNvPr>
            <p:cNvGrpSpPr/>
            <p:nvPr/>
          </p:nvGrpSpPr>
          <p:grpSpPr>
            <a:xfrm>
              <a:off x="-1262568" y="3338214"/>
              <a:ext cx="146113" cy="143255"/>
              <a:chOff x="-1262568" y="3338214"/>
              <a:chExt cx="146113" cy="143255"/>
            </a:xfrm>
            <a:noFill/>
          </p:grpSpPr>
          <p:sp>
            <p:nvSpPr>
              <p:cNvPr id="251" name="Freeform: Shape 250">
                <a:extLst>
                  <a:ext uri="{FF2B5EF4-FFF2-40B4-BE49-F238E27FC236}">
                    <a16:creationId xmlns:a16="http://schemas.microsoft.com/office/drawing/2014/main" id="{3F200E64-C00B-7969-3895-43CBEF272725}"/>
                  </a:ext>
                </a:extLst>
              </p:cNvPr>
              <p:cNvSpPr/>
              <p:nvPr/>
            </p:nvSpPr>
            <p:spPr>
              <a:xfrm>
                <a:off x="-1226754" y="3338214"/>
                <a:ext cx="74295" cy="74295"/>
              </a:xfrm>
              <a:custGeom>
                <a:avLst/>
                <a:gdLst>
                  <a:gd name="connsiteX0" fmla="*/ 74295 w 74295"/>
                  <a:gd name="connsiteY0" fmla="*/ 37148 h 74295"/>
                  <a:gd name="connsiteX1" fmla="*/ 37148 w 74295"/>
                  <a:gd name="connsiteY1" fmla="*/ 74295 h 74295"/>
                  <a:gd name="connsiteX2" fmla="*/ 0 w 74295"/>
                  <a:gd name="connsiteY2" fmla="*/ 37148 h 74295"/>
                  <a:gd name="connsiteX3" fmla="*/ 37148 w 74295"/>
                  <a:gd name="connsiteY3" fmla="*/ 0 h 74295"/>
                  <a:gd name="connsiteX4" fmla="*/ 74295 w 74295"/>
                  <a:gd name="connsiteY4" fmla="*/ 37148 h 7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95" h="74295">
                    <a:moveTo>
                      <a:pt x="74295" y="37148"/>
                    </a:moveTo>
                    <a:cubicBezTo>
                      <a:pt x="74295" y="57664"/>
                      <a:pt x="57663" y="74295"/>
                      <a:pt x="37148" y="74295"/>
                    </a:cubicBezTo>
                    <a:cubicBezTo>
                      <a:pt x="16632" y="74295"/>
                      <a:pt x="0" y="57664"/>
                      <a:pt x="0" y="37148"/>
                    </a:cubicBezTo>
                    <a:cubicBezTo>
                      <a:pt x="0" y="16632"/>
                      <a:pt x="16632" y="0"/>
                      <a:pt x="37148" y="0"/>
                    </a:cubicBezTo>
                    <a:cubicBezTo>
                      <a:pt x="57663" y="0"/>
                      <a:pt x="74295" y="16632"/>
                      <a:pt x="74295" y="37148"/>
                    </a:cubicBezTo>
                    <a:close/>
                  </a:path>
                </a:pathLst>
              </a:custGeom>
              <a:noFill/>
              <a:ln w="9525" cap="flat">
                <a:solidFill>
                  <a:schemeClr val="tx2"/>
                </a:solidFill>
                <a:prstDash val="solid"/>
                <a:miter/>
              </a:ln>
            </p:spPr>
            <p:txBody>
              <a:bodyPr rtlCol="0" anchor="ctr"/>
              <a:lstStyle/>
              <a:p>
                <a:endParaRPr lang="en-IN"/>
              </a:p>
            </p:txBody>
          </p:sp>
          <p:sp>
            <p:nvSpPr>
              <p:cNvPr id="252" name="Freeform: Shape 251">
                <a:extLst>
                  <a:ext uri="{FF2B5EF4-FFF2-40B4-BE49-F238E27FC236}">
                    <a16:creationId xmlns:a16="http://schemas.microsoft.com/office/drawing/2014/main" id="{151AA343-18FD-023B-4295-37DE413177ED}"/>
                  </a:ext>
                </a:extLst>
              </p:cNvPr>
              <p:cNvSpPr/>
              <p:nvPr/>
            </p:nvSpPr>
            <p:spPr>
              <a:xfrm>
                <a:off x="-1262568" y="3437465"/>
                <a:ext cx="146113" cy="44005"/>
              </a:xfrm>
              <a:custGeom>
                <a:avLst/>
                <a:gdLst>
                  <a:gd name="connsiteX0" fmla="*/ 146114 w 146113"/>
                  <a:gd name="connsiteY0" fmla="*/ 44006 h 44005"/>
                  <a:gd name="connsiteX1" fmla="*/ 146114 w 146113"/>
                  <a:gd name="connsiteY1" fmla="*/ 44006 h 44005"/>
                  <a:gd name="connsiteX2" fmla="*/ 131636 w 146113"/>
                  <a:gd name="connsiteY2" fmla="*/ 24289 h 44005"/>
                  <a:gd name="connsiteX3" fmla="*/ 73057 w 146113"/>
                  <a:gd name="connsiteY3" fmla="*/ 0 h 44005"/>
                  <a:gd name="connsiteX4" fmla="*/ 14573 w 146113"/>
                  <a:gd name="connsiteY4" fmla="*/ 24289 h 44005"/>
                  <a:gd name="connsiteX5" fmla="*/ 0 w 146113"/>
                  <a:gd name="connsiteY5" fmla="*/ 44006 h 4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113" h="44005">
                    <a:moveTo>
                      <a:pt x="146114" y="44006"/>
                    </a:moveTo>
                    <a:lnTo>
                      <a:pt x="146114" y="44006"/>
                    </a:lnTo>
                    <a:cubicBezTo>
                      <a:pt x="142303" y="36671"/>
                      <a:pt x="137351" y="30004"/>
                      <a:pt x="131636" y="24289"/>
                    </a:cubicBezTo>
                    <a:cubicBezTo>
                      <a:pt x="116586" y="9334"/>
                      <a:pt x="95917" y="0"/>
                      <a:pt x="73057" y="0"/>
                    </a:cubicBezTo>
                    <a:cubicBezTo>
                      <a:pt x="50197" y="0"/>
                      <a:pt x="29528" y="9239"/>
                      <a:pt x="14573" y="24289"/>
                    </a:cubicBezTo>
                    <a:cubicBezTo>
                      <a:pt x="8858" y="30004"/>
                      <a:pt x="3905" y="36671"/>
                      <a:pt x="0" y="44006"/>
                    </a:cubicBezTo>
                  </a:path>
                </a:pathLst>
              </a:custGeom>
              <a:noFill/>
              <a:ln w="9525" cap="flat">
                <a:solidFill>
                  <a:schemeClr val="tx2"/>
                </a:solidFill>
                <a:prstDash val="solid"/>
                <a:miter/>
              </a:ln>
            </p:spPr>
            <p:txBody>
              <a:bodyPr rtlCol="0" anchor="ctr"/>
              <a:lstStyle/>
              <a:p>
                <a:endParaRPr lang="en-IN"/>
              </a:p>
            </p:txBody>
          </p:sp>
        </p:grpSp>
      </p:grpSp>
      <p:grpSp>
        <p:nvGrpSpPr>
          <p:cNvPr id="253" name="Graphic 243">
            <a:extLst>
              <a:ext uri="{FF2B5EF4-FFF2-40B4-BE49-F238E27FC236}">
                <a16:creationId xmlns:a16="http://schemas.microsoft.com/office/drawing/2014/main" id="{14B804C0-4F2F-496A-2368-B146E82696DF}"/>
              </a:ext>
            </a:extLst>
          </p:cNvPr>
          <p:cNvGrpSpPr/>
          <p:nvPr/>
        </p:nvGrpSpPr>
        <p:grpSpPr>
          <a:xfrm>
            <a:off x="522898" y="3869532"/>
            <a:ext cx="335398" cy="375642"/>
            <a:chOff x="-1296953" y="3746265"/>
            <a:chExt cx="271038" cy="303561"/>
          </a:xfrm>
          <a:noFill/>
        </p:grpSpPr>
        <p:grpSp>
          <p:nvGrpSpPr>
            <p:cNvPr id="254" name="Graphic 243">
              <a:extLst>
                <a:ext uri="{FF2B5EF4-FFF2-40B4-BE49-F238E27FC236}">
                  <a16:creationId xmlns:a16="http://schemas.microsoft.com/office/drawing/2014/main" id="{3130B109-5F71-0A03-050A-5313BF9A2AE6}"/>
                </a:ext>
              </a:extLst>
            </p:cNvPr>
            <p:cNvGrpSpPr/>
            <p:nvPr/>
          </p:nvGrpSpPr>
          <p:grpSpPr>
            <a:xfrm>
              <a:off x="-1296953" y="3746265"/>
              <a:ext cx="213264" cy="257746"/>
              <a:chOff x="-1296953" y="3746265"/>
              <a:chExt cx="213264" cy="257746"/>
            </a:xfrm>
            <a:noFill/>
          </p:grpSpPr>
          <p:sp>
            <p:nvSpPr>
              <p:cNvPr id="255" name="Freeform: Shape 254">
                <a:extLst>
                  <a:ext uri="{FF2B5EF4-FFF2-40B4-BE49-F238E27FC236}">
                    <a16:creationId xmlns:a16="http://schemas.microsoft.com/office/drawing/2014/main" id="{786A94C0-C5B1-A22D-6C39-817B6764FE77}"/>
                  </a:ext>
                </a:extLst>
              </p:cNvPr>
              <p:cNvSpPr/>
              <p:nvPr/>
            </p:nvSpPr>
            <p:spPr>
              <a:xfrm>
                <a:off x="-1296953" y="3884854"/>
                <a:ext cx="213264" cy="119157"/>
              </a:xfrm>
              <a:custGeom>
                <a:avLst/>
                <a:gdLst>
                  <a:gd name="connsiteX0" fmla="*/ 194881 w 213264"/>
                  <a:gd name="connsiteY0" fmla="*/ 119158 h 119157"/>
                  <a:gd name="connsiteX1" fmla="*/ 0 w 213264"/>
                  <a:gd name="connsiteY1" fmla="*/ 119158 h 119157"/>
                  <a:gd name="connsiteX2" fmla="*/ 0 w 213264"/>
                  <a:gd name="connsiteY2" fmla="*/ 39529 h 119157"/>
                  <a:gd name="connsiteX3" fmla="*/ 39529 w 213264"/>
                  <a:gd name="connsiteY3" fmla="*/ 0 h 119157"/>
                  <a:gd name="connsiteX4" fmla="*/ 175260 w 213264"/>
                  <a:gd name="connsiteY4" fmla="*/ 0 h 119157"/>
                  <a:gd name="connsiteX5" fmla="*/ 213265 w 213264"/>
                  <a:gd name="connsiteY5" fmla="*/ 29337 h 11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64" h="119157">
                    <a:moveTo>
                      <a:pt x="194881" y="119158"/>
                    </a:moveTo>
                    <a:lnTo>
                      <a:pt x="0" y="119158"/>
                    </a:lnTo>
                    <a:lnTo>
                      <a:pt x="0" y="39529"/>
                    </a:lnTo>
                    <a:cubicBezTo>
                      <a:pt x="0" y="17717"/>
                      <a:pt x="17717" y="0"/>
                      <a:pt x="39529" y="0"/>
                    </a:cubicBezTo>
                    <a:lnTo>
                      <a:pt x="175260" y="0"/>
                    </a:lnTo>
                    <a:cubicBezTo>
                      <a:pt x="193548" y="0"/>
                      <a:pt x="208883" y="12382"/>
                      <a:pt x="213265" y="29337"/>
                    </a:cubicBezTo>
                  </a:path>
                </a:pathLst>
              </a:custGeom>
              <a:noFill/>
              <a:ln w="9525" cap="flat">
                <a:solidFill>
                  <a:schemeClr val="tx2"/>
                </a:solidFill>
                <a:prstDash val="solid"/>
                <a:miter/>
              </a:ln>
            </p:spPr>
            <p:txBody>
              <a:bodyPr rtlCol="0" anchor="ctr"/>
              <a:lstStyle/>
              <a:p>
                <a:endParaRPr lang="en-IN"/>
              </a:p>
            </p:txBody>
          </p:sp>
          <p:sp>
            <p:nvSpPr>
              <p:cNvPr id="256" name="Freeform: Shape 255">
                <a:extLst>
                  <a:ext uri="{FF2B5EF4-FFF2-40B4-BE49-F238E27FC236}">
                    <a16:creationId xmlns:a16="http://schemas.microsoft.com/office/drawing/2014/main" id="{ED246309-AF53-3DF8-6880-6172E7E7E994}"/>
                  </a:ext>
                </a:extLst>
              </p:cNvPr>
              <p:cNvSpPr/>
              <p:nvPr/>
            </p:nvSpPr>
            <p:spPr>
              <a:xfrm>
                <a:off x="-1244852" y="3746265"/>
                <a:ext cx="110489" cy="110489"/>
              </a:xfrm>
              <a:custGeom>
                <a:avLst/>
                <a:gdLst>
                  <a:gd name="connsiteX0" fmla="*/ 110490 w 110489"/>
                  <a:gd name="connsiteY0" fmla="*/ 55245 h 110489"/>
                  <a:gd name="connsiteX1" fmla="*/ 55245 w 110489"/>
                  <a:gd name="connsiteY1" fmla="*/ 110490 h 110489"/>
                  <a:gd name="connsiteX2" fmla="*/ 0 w 110489"/>
                  <a:gd name="connsiteY2" fmla="*/ 55245 h 110489"/>
                  <a:gd name="connsiteX3" fmla="*/ 55245 w 110489"/>
                  <a:gd name="connsiteY3" fmla="*/ 0 h 110489"/>
                  <a:gd name="connsiteX4" fmla="*/ 110490 w 110489"/>
                  <a:gd name="connsiteY4" fmla="*/ 55245 h 110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89" h="110489">
                    <a:moveTo>
                      <a:pt x="110490" y="55245"/>
                    </a:moveTo>
                    <a:cubicBezTo>
                      <a:pt x="110490" y="85756"/>
                      <a:pt x="85756" y="110490"/>
                      <a:pt x="55245" y="110490"/>
                    </a:cubicBezTo>
                    <a:cubicBezTo>
                      <a:pt x="24734" y="110490"/>
                      <a:pt x="0" y="85756"/>
                      <a:pt x="0" y="55245"/>
                    </a:cubicBezTo>
                    <a:cubicBezTo>
                      <a:pt x="0" y="24734"/>
                      <a:pt x="24734" y="0"/>
                      <a:pt x="55245" y="0"/>
                    </a:cubicBezTo>
                    <a:cubicBezTo>
                      <a:pt x="85756" y="0"/>
                      <a:pt x="110490" y="24734"/>
                      <a:pt x="110490" y="55245"/>
                    </a:cubicBezTo>
                    <a:close/>
                  </a:path>
                </a:pathLst>
              </a:custGeom>
              <a:noFill/>
              <a:ln w="9525" cap="flat">
                <a:solidFill>
                  <a:schemeClr val="tx2"/>
                </a:solidFill>
                <a:prstDash val="solid"/>
                <a:miter/>
              </a:ln>
            </p:spPr>
            <p:txBody>
              <a:bodyPr rtlCol="0" anchor="ctr"/>
              <a:lstStyle/>
              <a:p>
                <a:endParaRPr lang="en-IN"/>
              </a:p>
            </p:txBody>
          </p:sp>
        </p:grpSp>
        <p:grpSp>
          <p:nvGrpSpPr>
            <p:cNvPr id="257" name="Graphic 243">
              <a:extLst>
                <a:ext uri="{FF2B5EF4-FFF2-40B4-BE49-F238E27FC236}">
                  <a16:creationId xmlns:a16="http://schemas.microsoft.com/office/drawing/2014/main" id="{505E1D2E-5AD0-1631-EF87-AA2E9E65275F}"/>
                </a:ext>
              </a:extLst>
            </p:cNvPr>
            <p:cNvGrpSpPr/>
            <p:nvPr/>
          </p:nvGrpSpPr>
          <p:grpSpPr>
            <a:xfrm>
              <a:off x="-1122127" y="3905089"/>
              <a:ext cx="96212" cy="144737"/>
              <a:chOff x="-1122127" y="3905089"/>
              <a:chExt cx="96212" cy="144737"/>
            </a:xfrm>
            <a:noFill/>
          </p:grpSpPr>
          <p:sp>
            <p:nvSpPr>
              <p:cNvPr id="258" name="Freeform: Shape 257">
                <a:extLst>
                  <a:ext uri="{FF2B5EF4-FFF2-40B4-BE49-F238E27FC236}">
                    <a16:creationId xmlns:a16="http://schemas.microsoft.com/office/drawing/2014/main" id="{42F22D82-9CF7-E4BC-3B58-1B6339750115}"/>
                  </a:ext>
                </a:extLst>
              </p:cNvPr>
              <p:cNvSpPr/>
              <p:nvPr/>
            </p:nvSpPr>
            <p:spPr>
              <a:xfrm>
                <a:off x="-1122127" y="3905089"/>
                <a:ext cx="96212" cy="96212"/>
              </a:xfrm>
              <a:custGeom>
                <a:avLst/>
                <a:gdLst>
                  <a:gd name="connsiteX0" fmla="*/ 71776 w 96212"/>
                  <a:gd name="connsiteY0" fmla="*/ 13007 h 96212"/>
                  <a:gd name="connsiteX1" fmla="*/ 72157 w 96212"/>
                  <a:gd name="connsiteY1" fmla="*/ 12816 h 96212"/>
                  <a:gd name="connsiteX2" fmla="*/ 84730 w 96212"/>
                  <a:gd name="connsiteY2" fmla="*/ 26151 h 96212"/>
                  <a:gd name="connsiteX3" fmla="*/ 84539 w 96212"/>
                  <a:gd name="connsiteY3" fmla="*/ 26532 h 96212"/>
                  <a:gd name="connsiteX4" fmla="*/ 89683 w 96212"/>
                  <a:gd name="connsiteY4" fmla="*/ 40058 h 96212"/>
                  <a:gd name="connsiteX5" fmla="*/ 90064 w 96212"/>
                  <a:gd name="connsiteY5" fmla="*/ 40058 h 96212"/>
                  <a:gd name="connsiteX6" fmla="*/ 89492 w 96212"/>
                  <a:gd name="connsiteY6" fmla="*/ 58536 h 96212"/>
                  <a:gd name="connsiteX7" fmla="*/ 89111 w 96212"/>
                  <a:gd name="connsiteY7" fmla="*/ 58536 h 96212"/>
                  <a:gd name="connsiteX8" fmla="*/ 83206 w 96212"/>
                  <a:gd name="connsiteY8" fmla="*/ 71776 h 96212"/>
                  <a:gd name="connsiteX9" fmla="*/ 83396 w 96212"/>
                  <a:gd name="connsiteY9" fmla="*/ 72157 h 96212"/>
                  <a:gd name="connsiteX10" fmla="*/ 70061 w 96212"/>
                  <a:gd name="connsiteY10" fmla="*/ 84730 h 96212"/>
                  <a:gd name="connsiteX11" fmla="*/ 69680 w 96212"/>
                  <a:gd name="connsiteY11" fmla="*/ 84539 h 96212"/>
                  <a:gd name="connsiteX12" fmla="*/ 56155 w 96212"/>
                  <a:gd name="connsiteY12" fmla="*/ 89683 h 96212"/>
                  <a:gd name="connsiteX13" fmla="*/ 56155 w 96212"/>
                  <a:gd name="connsiteY13" fmla="*/ 90064 h 96212"/>
                  <a:gd name="connsiteX14" fmla="*/ 37676 w 96212"/>
                  <a:gd name="connsiteY14" fmla="*/ 89492 h 96212"/>
                  <a:gd name="connsiteX15" fmla="*/ 37676 w 96212"/>
                  <a:gd name="connsiteY15" fmla="*/ 89111 h 96212"/>
                  <a:gd name="connsiteX16" fmla="*/ 24437 w 96212"/>
                  <a:gd name="connsiteY16" fmla="*/ 83206 h 96212"/>
                  <a:gd name="connsiteX17" fmla="*/ 24056 w 96212"/>
                  <a:gd name="connsiteY17" fmla="*/ 83396 h 96212"/>
                  <a:gd name="connsiteX18" fmla="*/ 11483 w 96212"/>
                  <a:gd name="connsiteY18" fmla="*/ 70061 h 96212"/>
                  <a:gd name="connsiteX19" fmla="*/ 11673 w 96212"/>
                  <a:gd name="connsiteY19" fmla="*/ 69680 h 96212"/>
                  <a:gd name="connsiteX20" fmla="*/ 6530 w 96212"/>
                  <a:gd name="connsiteY20" fmla="*/ 56155 h 96212"/>
                  <a:gd name="connsiteX21" fmla="*/ 6149 w 96212"/>
                  <a:gd name="connsiteY21" fmla="*/ 56155 h 96212"/>
                  <a:gd name="connsiteX22" fmla="*/ 6720 w 96212"/>
                  <a:gd name="connsiteY22" fmla="*/ 37676 h 96212"/>
                  <a:gd name="connsiteX23" fmla="*/ 7101 w 96212"/>
                  <a:gd name="connsiteY23" fmla="*/ 37676 h 96212"/>
                  <a:gd name="connsiteX24" fmla="*/ 13007 w 96212"/>
                  <a:gd name="connsiteY24" fmla="*/ 24437 h 96212"/>
                  <a:gd name="connsiteX25" fmla="*/ 12816 w 96212"/>
                  <a:gd name="connsiteY25" fmla="*/ 24056 h 96212"/>
                  <a:gd name="connsiteX26" fmla="*/ 26151 w 96212"/>
                  <a:gd name="connsiteY26" fmla="*/ 11483 h 96212"/>
                  <a:gd name="connsiteX27" fmla="*/ 26532 w 96212"/>
                  <a:gd name="connsiteY27" fmla="*/ 11673 h 96212"/>
                  <a:gd name="connsiteX28" fmla="*/ 40058 w 96212"/>
                  <a:gd name="connsiteY28" fmla="*/ 6530 h 96212"/>
                  <a:gd name="connsiteX29" fmla="*/ 40058 w 96212"/>
                  <a:gd name="connsiteY29" fmla="*/ 6149 h 96212"/>
                  <a:gd name="connsiteX30" fmla="*/ 58536 w 96212"/>
                  <a:gd name="connsiteY30" fmla="*/ 6720 h 96212"/>
                  <a:gd name="connsiteX31" fmla="*/ 58536 w 96212"/>
                  <a:gd name="connsiteY31" fmla="*/ 7101 h 96212"/>
                  <a:gd name="connsiteX32" fmla="*/ 71776 w 96212"/>
                  <a:gd name="connsiteY32" fmla="*/ 13007 h 9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6212" h="96212">
                    <a:moveTo>
                      <a:pt x="71776" y="13007"/>
                    </a:moveTo>
                    <a:lnTo>
                      <a:pt x="72157" y="12816"/>
                    </a:lnTo>
                    <a:cubicBezTo>
                      <a:pt x="80539" y="9197"/>
                      <a:pt x="88921" y="18055"/>
                      <a:pt x="84730" y="26151"/>
                    </a:cubicBezTo>
                    <a:lnTo>
                      <a:pt x="84539" y="26532"/>
                    </a:lnTo>
                    <a:cubicBezTo>
                      <a:pt x="81872" y="31676"/>
                      <a:pt x="84254" y="37962"/>
                      <a:pt x="89683" y="40058"/>
                    </a:cubicBezTo>
                    <a:lnTo>
                      <a:pt x="90064" y="40058"/>
                    </a:lnTo>
                    <a:cubicBezTo>
                      <a:pt x="98541" y="43582"/>
                      <a:pt x="98160" y="55774"/>
                      <a:pt x="89492" y="58536"/>
                    </a:cubicBezTo>
                    <a:lnTo>
                      <a:pt x="89111" y="58536"/>
                    </a:lnTo>
                    <a:cubicBezTo>
                      <a:pt x="83587" y="60441"/>
                      <a:pt x="80825" y="66537"/>
                      <a:pt x="83206" y="71776"/>
                    </a:cubicBezTo>
                    <a:lnTo>
                      <a:pt x="83396" y="72157"/>
                    </a:lnTo>
                    <a:cubicBezTo>
                      <a:pt x="87016" y="80539"/>
                      <a:pt x="78158" y="88921"/>
                      <a:pt x="70061" y="84730"/>
                    </a:cubicBezTo>
                    <a:lnTo>
                      <a:pt x="69680" y="84539"/>
                    </a:lnTo>
                    <a:cubicBezTo>
                      <a:pt x="64537" y="81872"/>
                      <a:pt x="58250" y="84254"/>
                      <a:pt x="56155" y="89683"/>
                    </a:cubicBezTo>
                    <a:lnTo>
                      <a:pt x="56155" y="90064"/>
                    </a:lnTo>
                    <a:cubicBezTo>
                      <a:pt x="52631" y="98541"/>
                      <a:pt x="40439" y="98160"/>
                      <a:pt x="37676" y="89492"/>
                    </a:cubicBezTo>
                    <a:lnTo>
                      <a:pt x="37676" y="89111"/>
                    </a:lnTo>
                    <a:cubicBezTo>
                      <a:pt x="35771" y="83587"/>
                      <a:pt x="29675" y="80825"/>
                      <a:pt x="24437" y="83206"/>
                    </a:cubicBezTo>
                    <a:lnTo>
                      <a:pt x="24056" y="83396"/>
                    </a:lnTo>
                    <a:cubicBezTo>
                      <a:pt x="15674" y="87016"/>
                      <a:pt x="7292" y="78158"/>
                      <a:pt x="11483" y="70061"/>
                    </a:cubicBezTo>
                    <a:lnTo>
                      <a:pt x="11673" y="69680"/>
                    </a:lnTo>
                    <a:cubicBezTo>
                      <a:pt x="14340" y="64537"/>
                      <a:pt x="11959" y="58250"/>
                      <a:pt x="6530" y="56155"/>
                    </a:cubicBezTo>
                    <a:lnTo>
                      <a:pt x="6149" y="56155"/>
                    </a:lnTo>
                    <a:cubicBezTo>
                      <a:pt x="-2329" y="52631"/>
                      <a:pt x="-1948" y="40439"/>
                      <a:pt x="6720" y="37676"/>
                    </a:cubicBezTo>
                    <a:lnTo>
                      <a:pt x="7101" y="37676"/>
                    </a:lnTo>
                    <a:cubicBezTo>
                      <a:pt x="12626" y="35771"/>
                      <a:pt x="15388" y="29675"/>
                      <a:pt x="13007" y="24437"/>
                    </a:cubicBezTo>
                    <a:lnTo>
                      <a:pt x="12816" y="24056"/>
                    </a:lnTo>
                    <a:cubicBezTo>
                      <a:pt x="9197" y="15674"/>
                      <a:pt x="18055" y="7292"/>
                      <a:pt x="26151" y="11483"/>
                    </a:cubicBezTo>
                    <a:lnTo>
                      <a:pt x="26532" y="11673"/>
                    </a:lnTo>
                    <a:cubicBezTo>
                      <a:pt x="31676" y="14340"/>
                      <a:pt x="37962" y="11959"/>
                      <a:pt x="40058" y="6530"/>
                    </a:cubicBezTo>
                    <a:lnTo>
                      <a:pt x="40058" y="6149"/>
                    </a:lnTo>
                    <a:cubicBezTo>
                      <a:pt x="43582" y="-2329"/>
                      <a:pt x="55774" y="-1948"/>
                      <a:pt x="58536" y="6720"/>
                    </a:cubicBezTo>
                    <a:lnTo>
                      <a:pt x="58536" y="7101"/>
                    </a:lnTo>
                    <a:cubicBezTo>
                      <a:pt x="60441" y="12626"/>
                      <a:pt x="66537" y="15388"/>
                      <a:pt x="71776" y="13007"/>
                    </a:cubicBezTo>
                    <a:close/>
                  </a:path>
                </a:pathLst>
              </a:custGeom>
              <a:noFill/>
              <a:ln w="9525" cap="rnd">
                <a:solidFill>
                  <a:schemeClr val="tx2"/>
                </a:solidFill>
                <a:prstDash val="solid"/>
                <a:round/>
              </a:ln>
            </p:spPr>
            <p:txBody>
              <a:bodyPr rtlCol="0" anchor="ctr"/>
              <a:lstStyle/>
              <a:p>
                <a:endParaRPr lang="en-IN"/>
              </a:p>
            </p:txBody>
          </p:sp>
          <p:sp>
            <p:nvSpPr>
              <p:cNvPr id="259" name="Freeform: Shape 258">
                <a:extLst>
                  <a:ext uri="{FF2B5EF4-FFF2-40B4-BE49-F238E27FC236}">
                    <a16:creationId xmlns:a16="http://schemas.microsoft.com/office/drawing/2014/main" id="{1F25467D-5F1B-A5B7-7A2C-E4C71AD73E3F}"/>
                  </a:ext>
                </a:extLst>
              </p:cNvPr>
              <p:cNvSpPr/>
              <p:nvPr/>
            </p:nvSpPr>
            <p:spPr>
              <a:xfrm>
                <a:off x="-1097690" y="3929621"/>
                <a:ext cx="47053" cy="47053"/>
              </a:xfrm>
              <a:custGeom>
                <a:avLst/>
                <a:gdLst>
                  <a:gd name="connsiteX0" fmla="*/ 47054 w 47053"/>
                  <a:gd name="connsiteY0" fmla="*/ 23527 h 47053"/>
                  <a:gd name="connsiteX1" fmla="*/ 23527 w 47053"/>
                  <a:gd name="connsiteY1" fmla="*/ 47053 h 47053"/>
                  <a:gd name="connsiteX2" fmla="*/ 0 w 47053"/>
                  <a:gd name="connsiteY2" fmla="*/ 23527 h 47053"/>
                  <a:gd name="connsiteX3" fmla="*/ 23527 w 47053"/>
                  <a:gd name="connsiteY3" fmla="*/ 0 h 47053"/>
                  <a:gd name="connsiteX4" fmla="*/ 47054 w 47053"/>
                  <a:gd name="connsiteY4" fmla="*/ 23527 h 47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53" h="47053">
                    <a:moveTo>
                      <a:pt x="47054" y="23527"/>
                    </a:moveTo>
                    <a:cubicBezTo>
                      <a:pt x="47054" y="36520"/>
                      <a:pt x="36520" y="47053"/>
                      <a:pt x="23527" y="47053"/>
                    </a:cubicBezTo>
                    <a:cubicBezTo>
                      <a:pt x="10533" y="47053"/>
                      <a:pt x="0" y="36520"/>
                      <a:pt x="0" y="23527"/>
                    </a:cubicBezTo>
                    <a:cubicBezTo>
                      <a:pt x="0" y="10533"/>
                      <a:pt x="10533" y="0"/>
                      <a:pt x="23527" y="0"/>
                    </a:cubicBezTo>
                    <a:cubicBezTo>
                      <a:pt x="36520" y="0"/>
                      <a:pt x="47054" y="10533"/>
                      <a:pt x="47054" y="23527"/>
                    </a:cubicBezTo>
                    <a:close/>
                  </a:path>
                </a:pathLst>
              </a:custGeom>
              <a:noFill/>
              <a:ln w="9525" cap="rnd">
                <a:solidFill>
                  <a:schemeClr val="tx2"/>
                </a:solidFill>
                <a:prstDash val="solid"/>
                <a:round/>
              </a:ln>
            </p:spPr>
            <p:txBody>
              <a:bodyPr rtlCol="0" anchor="ctr"/>
              <a:lstStyle/>
              <a:p>
                <a:endParaRPr lang="en-IN"/>
              </a:p>
            </p:txBody>
          </p:sp>
          <p:sp>
            <p:nvSpPr>
              <p:cNvPr id="260" name="Freeform: Shape 259">
                <a:extLst>
                  <a:ext uri="{FF2B5EF4-FFF2-40B4-BE49-F238E27FC236}">
                    <a16:creationId xmlns:a16="http://schemas.microsoft.com/office/drawing/2014/main" id="{2BB84D7D-FCC8-7B39-F9E4-A27E2F6DCDDE}"/>
                  </a:ext>
                </a:extLst>
              </p:cNvPr>
              <p:cNvSpPr/>
              <p:nvPr/>
            </p:nvSpPr>
            <p:spPr>
              <a:xfrm>
                <a:off x="-1107787" y="3988962"/>
                <a:ext cx="47339" cy="60864"/>
              </a:xfrm>
              <a:custGeom>
                <a:avLst/>
                <a:gdLst>
                  <a:gd name="connsiteX0" fmla="*/ 7620 w 47339"/>
                  <a:gd name="connsiteY0" fmla="*/ 0 h 60864"/>
                  <a:gd name="connsiteX1" fmla="*/ 0 w 47339"/>
                  <a:gd name="connsiteY1" fmla="*/ 60865 h 60864"/>
                  <a:gd name="connsiteX2" fmla="*/ 23622 w 47339"/>
                  <a:gd name="connsiteY2" fmla="*/ 39433 h 60864"/>
                  <a:gd name="connsiteX3" fmla="*/ 47339 w 47339"/>
                  <a:gd name="connsiteY3" fmla="*/ 60865 h 60864"/>
                  <a:gd name="connsiteX4" fmla="*/ 47339 w 47339"/>
                  <a:gd name="connsiteY4" fmla="*/ 190 h 60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39" h="60864">
                    <a:moveTo>
                      <a:pt x="7620" y="0"/>
                    </a:moveTo>
                    <a:lnTo>
                      <a:pt x="0" y="60865"/>
                    </a:lnTo>
                    <a:lnTo>
                      <a:pt x="23622" y="39433"/>
                    </a:lnTo>
                    <a:lnTo>
                      <a:pt x="47339" y="60865"/>
                    </a:lnTo>
                    <a:lnTo>
                      <a:pt x="47339" y="190"/>
                    </a:lnTo>
                  </a:path>
                </a:pathLst>
              </a:custGeom>
              <a:noFill/>
              <a:ln w="9525" cap="rnd">
                <a:solidFill>
                  <a:schemeClr val="tx2"/>
                </a:solidFill>
                <a:prstDash val="solid"/>
                <a:round/>
              </a:ln>
            </p:spPr>
            <p:txBody>
              <a:bodyPr rtlCol="0" anchor="ctr"/>
              <a:lstStyle/>
              <a:p>
                <a:endParaRPr lang="en-IN"/>
              </a:p>
            </p:txBody>
          </p:sp>
          <p:sp>
            <p:nvSpPr>
              <p:cNvPr id="261" name="Freeform: Shape 260">
                <a:extLst>
                  <a:ext uri="{FF2B5EF4-FFF2-40B4-BE49-F238E27FC236}">
                    <a16:creationId xmlns:a16="http://schemas.microsoft.com/office/drawing/2014/main" id="{40DE6215-C4A7-67CA-7C85-384B59C1895D}"/>
                  </a:ext>
                </a:extLst>
              </p:cNvPr>
              <p:cNvSpPr/>
              <p:nvPr/>
            </p:nvSpPr>
            <p:spPr>
              <a:xfrm>
                <a:off x="-1060448" y="3988962"/>
                <a:ext cx="31718" cy="59626"/>
              </a:xfrm>
              <a:custGeom>
                <a:avLst/>
                <a:gdLst>
                  <a:gd name="connsiteX0" fmla="*/ 18383 w 31718"/>
                  <a:gd name="connsiteY0" fmla="*/ 0 h 59626"/>
                  <a:gd name="connsiteX1" fmla="*/ 31718 w 31718"/>
                  <a:gd name="connsiteY1" fmla="*/ 59627 h 59626"/>
                  <a:gd name="connsiteX2" fmla="*/ 9811 w 31718"/>
                  <a:gd name="connsiteY2" fmla="*/ 36957 h 59626"/>
                  <a:gd name="connsiteX3" fmla="*/ 0 w 31718"/>
                  <a:gd name="connsiteY3" fmla="*/ 49054 h 59626"/>
                </a:gdLst>
                <a:ahLst/>
                <a:cxnLst>
                  <a:cxn ang="0">
                    <a:pos x="connsiteX0" y="connsiteY0"/>
                  </a:cxn>
                  <a:cxn ang="0">
                    <a:pos x="connsiteX1" y="connsiteY1"/>
                  </a:cxn>
                  <a:cxn ang="0">
                    <a:pos x="connsiteX2" y="connsiteY2"/>
                  </a:cxn>
                  <a:cxn ang="0">
                    <a:pos x="connsiteX3" y="connsiteY3"/>
                  </a:cxn>
                </a:cxnLst>
                <a:rect l="l" t="t" r="r" b="b"/>
                <a:pathLst>
                  <a:path w="31718" h="59626">
                    <a:moveTo>
                      <a:pt x="18383" y="0"/>
                    </a:moveTo>
                    <a:lnTo>
                      <a:pt x="31718" y="59627"/>
                    </a:lnTo>
                    <a:lnTo>
                      <a:pt x="9811" y="36957"/>
                    </a:lnTo>
                    <a:lnTo>
                      <a:pt x="0" y="49054"/>
                    </a:lnTo>
                  </a:path>
                </a:pathLst>
              </a:custGeom>
              <a:noFill/>
              <a:ln w="9525" cap="rnd">
                <a:solidFill>
                  <a:schemeClr val="tx2"/>
                </a:solidFill>
                <a:prstDash val="solid"/>
                <a:round/>
              </a:ln>
            </p:spPr>
            <p:txBody>
              <a:bodyPr rtlCol="0" anchor="ctr"/>
              <a:lstStyle/>
              <a:p>
                <a:endParaRPr lang="en-IN"/>
              </a:p>
            </p:txBody>
          </p:sp>
          <p:sp>
            <p:nvSpPr>
              <p:cNvPr id="262" name="Freeform: Shape 261">
                <a:extLst>
                  <a:ext uri="{FF2B5EF4-FFF2-40B4-BE49-F238E27FC236}">
                    <a16:creationId xmlns:a16="http://schemas.microsoft.com/office/drawing/2014/main" id="{EDB52A32-497D-C296-B336-112E436A9F8D}"/>
                  </a:ext>
                </a:extLst>
              </p:cNvPr>
              <p:cNvSpPr/>
              <p:nvPr/>
            </p:nvSpPr>
            <p:spPr>
              <a:xfrm>
                <a:off x="-1081403" y="3947814"/>
                <a:ext cx="14478" cy="10763"/>
              </a:xfrm>
              <a:custGeom>
                <a:avLst/>
                <a:gdLst>
                  <a:gd name="connsiteX0" fmla="*/ 0 w 14478"/>
                  <a:gd name="connsiteY0" fmla="*/ 7048 h 10763"/>
                  <a:gd name="connsiteX1" fmla="*/ 3715 w 14478"/>
                  <a:gd name="connsiteY1" fmla="*/ 10763 h 10763"/>
                  <a:gd name="connsiteX2" fmla="*/ 14478 w 14478"/>
                  <a:gd name="connsiteY2" fmla="*/ 0 h 10763"/>
                </a:gdLst>
                <a:ahLst/>
                <a:cxnLst>
                  <a:cxn ang="0">
                    <a:pos x="connsiteX0" y="connsiteY0"/>
                  </a:cxn>
                  <a:cxn ang="0">
                    <a:pos x="connsiteX1" y="connsiteY1"/>
                  </a:cxn>
                  <a:cxn ang="0">
                    <a:pos x="connsiteX2" y="connsiteY2"/>
                  </a:cxn>
                </a:cxnLst>
                <a:rect l="l" t="t" r="r" b="b"/>
                <a:pathLst>
                  <a:path w="14478" h="10763">
                    <a:moveTo>
                      <a:pt x="0" y="7048"/>
                    </a:moveTo>
                    <a:lnTo>
                      <a:pt x="3715" y="10763"/>
                    </a:lnTo>
                    <a:lnTo>
                      <a:pt x="14478" y="0"/>
                    </a:lnTo>
                  </a:path>
                </a:pathLst>
              </a:custGeom>
              <a:noFill/>
              <a:ln w="9525" cap="rnd">
                <a:solidFill>
                  <a:schemeClr val="tx2"/>
                </a:solidFill>
                <a:prstDash val="solid"/>
                <a:round/>
              </a:ln>
            </p:spPr>
            <p:txBody>
              <a:bodyPr rtlCol="0" anchor="ctr"/>
              <a:lstStyle/>
              <a:p>
                <a:endParaRPr lang="en-IN"/>
              </a:p>
            </p:txBody>
          </p:sp>
        </p:grpSp>
      </p:grpSp>
      <p:grpSp>
        <p:nvGrpSpPr>
          <p:cNvPr id="145" name="Group 144">
            <a:extLst>
              <a:ext uri="{FF2B5EF4-FFF2-40B4-BE49-F238E27FC236}">
                <a16:creationId xmlns:a16="http://schemas.microsoft.com/office/drawing/2014/main" id="{3E477521-746D-5BDD-CFDC-07BE5D004FE6}"/>
              </a:ext>
            </a:extLst>
          </p:cNvPr>
          <p:cNvGrpSpPr/>
          <p:nvPr/>
        </p:nvGrpSpPr>
        <p:grpSpPr>
          <a:xfrm>
            <a:off x="1668427" y="5693569"/>
            <a:ext cx="360280" cy="380060"/>
            <a:chOff x="-2210479" y="3657337"/>
            <a:chExt cx="678370" cy="715613"/>
          </a:xfrm>
        </p:grpSpPr>
        <p:grpSp>
          <p:nvGrpSpPr>
            <p:cNvPr id="146" name="Graphic 6">
              <a:extLst>
                <a:ext uri="{FF2B5EF4-FFF2-40B4-BE49-F238E27FC236}">
                  <a16:creationId xmlns:a16="http://schemas.microsoft.com/office/drawing/2014/main" id="{5BB7AE27-3B64-6592-403B-A5BDCE262285}"/>
                </a:ext>
              </a:extLst>
            </p:cNvPr>
            <p:cNvGrpSpPr/>
            <p:nvPr/>
          </p:nvGrpSpPr>
          <p:grpSpPr>
            <a:xfrm>
              <a:off x="-1872818" y="3657337"/>
              <a:ext cx="340709" cy="367855"/>
              <a:chOff x="-1872818" y="3657337"/>
              <a:chExt cx="340709" cy="367855"/>
            </a:xfrm>
            <a:noFill/>
          </p:grpSpPr>
          <p:grpSp>
            <p:nvGrpSpPr>
              <p:cNvPr id="243" name="Graphic 6">
                <a:extLst>
                  <a:ext uri="{FF2B5EF4-FFF2-40B4-BE49-F238E27FC236}">
                    <a16:creationId xmlns:a16="http://schemas.microsoft.com/office/drawing/2014/main" id="{20A1B51C-658A-AFFD-2C06-316BF2F6AD6C}"/>
                  </a:ext>
                </a:extLst>
              </p:cNvPr>
              <p:cNvGrpSpPr/>
              <p:nvPr/>
            </p:nvGrpSpPr>
            <p:grpSpPr>
              <a:xfrm>
                <a:off x="-1872818" y="3657337"/>
                <a:ext cx="340709" cy="367855"/>
                <a:chOff x="-1872818" y="3657337"/>
                <a:chExt cx="340709" cy="367855"/>
              </a:xfrm>
              <a:noFill/>
            </p:grpSpPr>
            <p:sp>
              <p:nvSpPr>
                <p:cNvPr id="264" name="Freeform: Shape 263">
                  <a:extLst>
                    <a:ext uri="{FF2B5EF4-FFF2-40B4-BE49-F238E27FC236}">
                      <a16:creationId xmlns:a16="http://schemas.microsoft.com/office/drawing/2014/main" id="{AF0F4A1E-187B-68EB-C4DA-ACABFB0BCFAE}"/>
                    </a:ext>
                  </a:extLst>
                </p:cNvPr>
                <p:cNvSpPr/>
                <p:nvPr/>
              </p:nvSpPr>
              <p:spPr>
                <a:xfrm>
                  <a:off x="-1705845" y="3657337"/>
                  <a:ext cx="9525" cy="46101"/>
                </a:xfrm>
                <a:custGeom>
                  <a:avLst/>
                  <a:gdLst>
                    <a:gd name="connsiteX0" fmla="*/ 0 w 9525"/>
                    <a:gd name="connsiteY0" fmla="*/ 0 h 46101"/>
                    <a:gd name="connsiteX1" fmla="*/ 0 w 9525"/>
                    <a:gd name="connsiteY1" fmla="*/ 46101 h 46101"/>
                  </a:gdLst>
                  <a:ahLst/>
                  <a:cxnLst>
                    <a:cxn ang="0">
                      <a:pos x="connsiteX0" y="connsiteY0"/>
                    </a:cxn>
                    <a:cxn ang="0">
                      <a:pos x="connsiteX1" y="connsiteY1"/>
                    </a:cxn>
                  </a:cxnLst>
                  <a:rect l="l" t="t" r="r" b="b"/>
                  <a:pathLst>
                    <a:path w="9525" h="46101">
                      <a:moveTo>
                        <a:pt x="0" y="0"/>
                      </a:moveTo>
                      <a:lnTo>
                        <a:pt x="0" y="46101"/>
                      </a:lnTo>
                    </a:path>
                  </a:pathLst>
                </a:custGeom>
                <a:ln w="9525" cap="rnd">
                  <a:solidFill>
                    <a:schemeClr val="tx2"/>
                  </a:solidFill>
                  <a:prstDash val="solid"/>
                  <a:round/>
                </a:ln>
              </p:spPr>
              <p:txBody>
                <a:bodyPr rtlCol="0" anchor="ctr"/>
                <a:lstStyle/>
                <a:p>
                  <a:endParaRPr lang="en-IN"/>
                </a:p>
              </p:txBody>
            </p:sp>
            <p:sp>
              <p:nvSpPr>
                <p:cNvPr id="265" name="Freeform: Shape 264">
                  <a:extLst>
                    <a:ext uri="{FF2B5EF4-FFF2-40B4-BE49-F238E27FC236}">
                      <a16:creationId xmlns:a16="http://schemas.microsoft.com/office/drawing/2014/main" id="{8CA98039-C5D3-056F-EC85-2D4B02C49C62}"/>
                    </a:ext>
                  </a:extLst>
                </p:cNvPr>
                <p:cNvSpPr/>
                <p:nvPr/>
              </p:nvSpPr>
              <p:spPr>
                <a:xfrm>
                  <a:off x="-1825288" y="3709629"/>
                  <a:ext cx="32575" cy="32575"/>
                </a:xfrm>
                <a:custGeom>
                  <a:avLst/>
                  <a:gdLst>
                    <a:gd name="connsiteX0" fmla="*/ 0 w 32575"/>
                    <a:gd name="connsiteY0" fmla="*/ 0 h 32575"/>
                    <a:gd name="connsiteX1" fmla="*/ 32576 w 32575"/>
                    <a:gd name="connsiteY1" fmla="*/ 32575 h 32575"/>
                  </a:gdLst>
                  <a:ahLst/>
                  <a:cxnLst>
                    <a:cxn ang="0">
                      <a:pos x="connsiteX0" y="connsiteY0"/>
                    </a:cxn>
                    <a:cxn ang="0">
                      <a:pos x="connsiteX1" y="connsiteY1"/>
                    </a:cxn>
                  </a:cxnLst>
                  <a:rect l="l" t="t" r="r" b="b"/>
                  <a:pathLst>
                    <a:path w="32575" h="32575">
                      <a:moveTo>
                        <a:pt x="0" y="0"/>
                      </a:moveTo>
                      <a:lnTo>
                        <a:pt x="32576" y="32575"/>
                      </a:lnTo>
                    </a:path>
                  </a:pathLst>
                </a:custGeom>
                <a:ln w="9525" cap="rnd">
                  <a:solidFill>
                    <a:schemeClr val="tx2"/>
                  </a:solidFill>
                  <a:prstDash val="solid"/>
                  <a:round/>
                </a:ln>
              </p:spPr>
              <p:txBody>
                <a:bodyPr rtlCol="0" anchor="ctr"/>
                <a:lstStyle/>
                <a:p>
                  <a:endParaRPr lang="en-IN"/>
                </a:p>
              </p:txBody>
            </p:sp>
            <p:sp>
              <p:nvSpPr>
                <p:cNvPr id="266" name="Freeform: Shape 265">
                  <a:extLst>
                    <a:ext uri="{FF2B5EF4-FFF2-40B4-BE49-F238E27FC236}">
                      <a16:creationId xmlns:a16="http://schemas.microsoft.com/office/drawing/2014/main" id="{8BD825DB-0BF5-B02B-1A5C-A001FFD8A825}"/>
                    </a:ext>
                  </a:extLst>
                </p:cNvPr>
                <p:cNvSpPr/>
                <p:nvPr/>
              </p:nvSpPr>
              <p:spPr>
                <a:xfrm>
                  <a:off x="-1872818" y="3831073"/>
                  <a:ext cx="46100" cy="9525"/>
                </a:xfrm>
                <a:custGeom>
                  <a:avLst/>
                  <a:gdLst>
                    <a:gd name="connsiteX0" fmla="*/ 0 w 46100"/>
                    <a:gd name="connsiteY0" fmla="*/ 0 h 9525"/>
                    <a:gd name="connsiteX1" fmla="*/ 46101 w 46100"/>
                    <a:gd name="connsiteY1" fmla="*/ 0 h 9525"/>
                  </a:gdLst>
                  <a:ahLst/>
                  <a:cxnLst>
                    <a:cxn ang="0">
                      <a:pos x="connsiteX0" y="connsiteY0"/>
                    </a:cxn>
                    <a:cxn ang="0">
                      <a:pos x="connsiteX1" y="connsiteY1"/>
                    </a:cxn>
                  </a:cxnLst>
                  <a:rect l="l" t="t" r="r" b="b"/>
                  <a:pathLst>
                    <a:path w="46100" h="9525">
                      <a:moveTo>
                        <a:pt x="0" y="0"/>
                      </a:moveTo>
                      <a:lnTo>
                        <a:pt x="46101" y="0"/>
                      </a:lnTo>
                    </a:path>
                  </a:pathLst>
                </a:custGeom>
                <a:ln w="9525" cap="rnd">
                  <a:solidFill>
                    <a:schemeClr val="tx2"/>
                  </a:solidFill>
                  <a:prstDash val="solid"/>
                  <a:round/>
                </a:ln>
              </p:spPr>
              <p:txBody>
                <a:bodyPr rtlCol="0" anchor="ctr"/>
                <a:lstStyle/>
                <a:p>
                  <a:endParaRPr lang="en-IN"/>
                </a:p>
              </p:txBody>
            </p:sp>
            <p:sp>
              <p:nvSpPr>
                <p:cNvPr id="267" name="Freeform: Shape 266">
                  <a:extLst>
                    <a:ext uri="{FF2B5EF4-FFF2-40B4-BE49-F238E27FC236}">
                      <a16:creationId xmlns:a16="http://schemas.microsoft.com/office/drawing/2014/main" id="{82510B0E-AE81-1400-00EC-C683C3E3AB4C}"/>
                    </a:ext>
                  </a:extLst>
                </p:cNvPr>
                <p:cNvSpPr/>
                <p:nvPr/>
              </p:nvSpPr>
              <p:spPr>
                <a:xfrm>
                  <a:off x="-1578210" y="3824310"/>
                  <a:ext cx="46101" cy="9525"/>
                </a:xfrm>
                <a:custGeom>
                  <a:avLst/>
                  <a:gdLst>
                    <a:gd name="connsiteX0" fmla="*/ 46101 w 46101"/>
                    <a:gd name="connsiteY0" fmla="*/ 0 h 9525"/>
                    <a:gd name="connsiteX1" fmla="*/ 0 w 46101"/>
                    <a:gd name="connsiteY1" fmla="*/ 0 h 9525"/>
                  </a:gdLst>
                  <a:ahLst/>
                  <a:cxnLst>
                    <a:cxn ang="0">
                      <a:pos x="connsiteX0" y="connsiteY0"/>
                    </a:cxn>
                    <a:cxn ang="0">
                      <a:pos x="connsiteX1" y="connsiteY1"/>
                    </a:cxn>
                  </a:cxnLst>
                  <a:rect l="l" t="t" r="r" b="b"/>
                  <a:pathLst>
                    <a:path w="46101" h="9525">
                      <a:moveTo>
                        <a:pt x="46101" y="0"/>
                      </a:moveTo>
                      <a:lnTo>
                        <a:pt x="0" y="0"/>
                      </a:lnTo>
                    </a:path>
                  </a:pathLst>
                </a:custGeom>
                <a:ln w="9525" cap="rnd">
                  <a:solidFill>
                    <a:schemeClr val="tx2"/>
                  </a:solidFill>
                  <a:prstDash val="solid"/>
                  <a:round/>
                </a:ln>
              </p:spPr>
              <p:txBody>
                <a:bodyPr rtlCol="0" anchor="ctr"/>
                <a:lstStyle/>
                <a:p>
                  <a:endParaRPr lang="en-IN"/>
                </a:p>
              </p:txBody>
            </p:sp>
            <p:sp>
              <p:nvSpPr>
                <p:cNvPr id="268" name="Freeform: Shape 267">
                  <a:extLst>
                    <a:ext uri="{FF2B5EF4-FFF2-40B4-BE49-F238E27FC236}">
                      <a16:creationId xmlns:a16="http://schemas.microsoft.com/office/drawing/2014/main" id="{28BFE173-AFB5-796A-CC45-1FFA498188B6}"/>
                    </a:ext>
                  </a:extLst>
                </p:cNvPr>
                <p:cNvSpPr/>
                <p:nvPr/>
              </p:nvSpPr>
              <p:spPr>
                <a:xfrm>
                  <a:off x="-1616976" y="3704867"/>
                  <a:ext cx="32575" cy="32575"/>
                </a:xfrm>
                <a:custGeom>
                  <a:avLst/>
                  <a:gdLst>
                    <a:gd name="connsiteX0" fmla="*/ 32576 w 32575"/>
                    <a:gd name="connsiteY0" fmla="*/ 0 h 32575"/>
                    <a:gd name="connsiteX1" fmla="*/ 0 w 32575"/>
                    <a:gd name="connsiteY1" fmla="*/ 32575 h 32575"/>
                  </a:gdLst>
                  <a:ahLst/>
                  <a:cxnLst>
                    <a:cxn ang="0">
                      <a:pos x="connsiteX0" y="connsiteY0"/>
                    </a:cxn>
                    <a:cxn ang="0">
                      <a:pos x="connsiteX1" y="connsiteY1"/>
                    </a:cxn>
                  </a:cxnLst>
                  <a:rect l="l" t="t" r="r" b="b"/>
                  <a:pathLst>
                    <a:path w="32575" h="32575">
                      <a:moveTo>
                        <a:pt x="32576" y="0"/>
                      </a:moveTo>
                      <a:lnTo>
                        <a:pt x="0" y="32575"/>
                      </a:lnTo>
                    </a:path>
                  </a:pathLst>
                </a:custGeom>
                <a:ln w="9525" cap="rnd">
                  <a:solidFill>
                    <a:schemeClr val="tx2"/>
                  </a:solidFill>
                  <a:prstDash val="solid"/>
                  <a:round/>
                </a:ln>
              </p:spPr>
              <p:txBody>
                <a:bodyPr rtlCol="0" anchor="ctr"/>
                <a:lstStyle/>
                <a:p>
                  <a:endParaRPr lang="en-IN"/>
                </a:p>
              </p:txBody>
            </p:sp>
            <p:sp>
              <p:nvSpPr>
                <p:cNvPr id="269" name="Freeform: Shape 268">
                  <a:extLst>
                    <a:ext uri="{FF2B5EF4-FFF2-40B4-BE49-F238E27FC236}">
                      <a16:creationId xmlns:a16="http://schemas.microsoft.com/office/drawing/2014/main" id="{695AB21D-7B3F-8BBC-CF94-B508F9DA4CB1}"/>
                    </a:ext>
                  </a:extLst>
                </p:cNvPr>
                <p:cNvSpPr/>
                <p:nvPr/>
              </p:nvSpPr>
              <p:spPr>
                <a:xfrm>
                  <a:off x="-1761661" y="3902701"/>
                  <a:ext cx="120681" cy="53911"/>
                </a:xfrm>
                <a:custGeom>
                  <a:avLst/>
                  <a:gdLst>
                    <a:gd name="connsiteX0" fmla="*/ 120682 w 120681"/>
                    <a:gd name="connsiteY0" fmla="*/ 0 h 53911"/>
                    <a:gd name="connsiteX1" fmla="*/ 120682 w 120681"/>
                    <a:gd name="connsiteY1" fmla="*/ 33052 h 53911"/>
                    <a:gd name="connsiteX2" fmla="*/ 99822 w 120681"/>
                    <a:gd name="connsiteY2" fmla="*/ 53912 h 53911"/>
                    <a:gd name="connsiteX3" fmla="*/ 20860 w 120681"/>
                    <a:gd name="connsiteY3" fmla="*/ 53912 h 53911"/>
                    <a:gd name="connsiteX4" fmla="*/ 0 w 120681"/>
                    <a:gd name="connsiteY4" fmla="*/ 33052 h 53911"/>
                    <a:gd name="connsiteX5" fmla="*/ 0 w 120681"/>
                    <a:gd name="connsiteY5" fmla="*/ 0 h 5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681" h="53911">
                      <a:moveTo>
                        <a:pt x="120682" y="0"/>
                      </a:moveTo>
                      <a:lnTo>
                        <a:pt x="120682" y="33052"/>
                      </a:lnTo>
                      <a:cubicBezTo>
                        <a:pt x="120682" y="44482"/>
                        <a:pt x="111252" y="53912"/>
                        <a:pt x="99822" y="53912"/>
                      </a:cubicBezTo>
                      <a:lnTo>
                        <a:pt x="20860" y="53912"/>
                      </a:lnTo>
                      <a:cubicBezTo>
                        <a:pt x="9430" y="53912"/>
                        <a:pt x="0" y="44482"/>
                        <a:pt x="0" y="33052"/>
                      </a:cubicBezTo>
                      <a:lnTo>
                        <a:pt x="0" y="0"/>
                      </a:lnTo>
                    </a:path>
                  </a:pathLst>
                </a:custGeom>
                <a:noFill/>
                <a:ln w="9525" cap="rnd">
                  <a:solidFill>
                    <a:schemeClr val="tx2"/>
                  </a:solidFill>
                  <a:prstDash val="solid"/>
                  <a:round/>
                </a:ln>
              </p:spPr>
              <p:txBody>
                <a:bodyPr rtlCol="0" anchor="ctr"/>
                <a:lstStyle/>
                <a:p>
                  <a:endParaRPr lang="en-IN"/>
                </a:p>
              </p:txBody>
            </p:sp>
            <p:sp>
              <p:nvSpPr>
                <p:cNvPr id="270" name="Freeform: Shape 269">
                  <a:extLst>
                    <a:ext uri="{FF2B5EF4-FFF2-40B4-BE49-F238E27FC236}">
                      <a16:creationId xmlns:a16="http://schemas.microsoft.com/office/drawing/2014/main" id="{62E32488-B716-6395-A96C-FFC487F19181}"/>
                    </a:ext>
                  </a:extLst>
                </p:cNvPr>
                <p:cNvSpPr/>
                <p:nvPr/>
              </p:nvSpPr>
              <p:spPr>
                <a:xfrm>
                  <a:off x="-1750898" y="3956136"/>
                  <a:ext cx="99250" cy="45719"/>
                </a:xfrm>
                <a:custGeom>
                  <a:avLst/>
                  <a:gdLst>
                    <a:gd name="connsiteX0" fmla="*/ 99250 w 99250"/>
                    <a:gd name="connsiteY0" fmla="*/ 0 h 45719"/>
                    <a:gd name="connsiteX1" fmla="*/ 99250 w 99250"/>
                    <a:gd name="connsiteY1" fmla="*/ 31528 h 45719"/>
                    <a:gd name="connsiteX2" fmla="*/ 85058 w 99250"/>
                    <a:gd name="connsiteY2" fmla="*/ 45720 h 45719"/>
                    <a:gd name="connsiteX3" fmla="*/ 14192 w 99250"/>
                    <a:gd name="connsiteY3" fmla="*/ 45720 h 45719"/>
                    <a:gd name="connsiteX4" fmla="*/ 0 w 99250"/>
                    <a:gd name="connsiteY4" fmla="*/ 31528 h 45719"/>
                    <a:gd name="connsiteX5" fmla="*/ 0 w 99250"/>
                    <a:gd name="connsiteY5" fmla="*/ 0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250" h="45719">
                      <a:moveTo>
                        <a:pt x="99250" y="0"/>
                      </a:moveTo>
                      <a:lnTo>
                        <a:pt x="99250" y="31528"/>
                      </a:lnTo>
                      <a:cubicBezTo>
                        <a:pt x="99250" y="39338"/>
                        <a:pt x="92869" y="45720"/>
                        <a:pt x="85058" y="45720"/>
                      </a:cubicBezTo>
                      <a:lnTo>
                        <a:pt x="14192" y="45720"/>
                      </a:lnTo>
                      <a:cubicBezTo>
                        <a:pt x="6382" y="45720"/>
                        <a:pt x="0" y="39338"/>
                        <a:pt x="0" y="31528"/>
                      </a:cubicBezTo>
                      <a:lnTo>
                        <a:pt x="0" y="0"/>
                      </a:lnTo>
                    </a:path>
                  </a:pathLst>
                </a:custGeom>
                <a:noFill/>
                <a:ln w="9525" cap="rnd">
                  <a:solidFill>
                    <a:schemeClr val="tx2"/>
                  </a:solidFill>
                  <a:prstDash val="solid"/>
                  <a:round/>
                </a:ln>
              </p:spPr>
              <p:txBody>
                <a:bodyPr rtlCol="0" anchor="ctr"/>
                <a:lstStyle/>
                <a:p>
                  <a:endParaRPr lang="en-IN"/>
                </a:p>
              </p:txBody>
            </p:sp>
            <p:sp>
              <p:nvSpPr>
                <p:cNvPr id="271" name="Freeform: Shape 270">
                  <a:extLst>
                    <a:ext uri="{FF2B5EF4-FFF2-40B4-BE49-F238E27FC236}">
                      <a16:creationId xmlns:a16="http://schemas.microsoft.com/office/drawing/2014/main" id="{2CD7D501-AC31-40C8-15C9-E8C492A89697}"/>
                    </a:ext>
                  </a:extLst>
                </p:cNvPr>
                <p:cNvSpPr/>
                <p:nvPr/>
              </p:nvSpPr>
              <p:spPr>
                <a:xfrm>
                  <a:off x="-1728704" y="4002237"/>
                  <a:ext cx="54863" cy="22955"/>
                </a:xfrm>
                <a:custGeom>
                  <a:avLst/>
                  <a:gdLst>
                    <a:gd name="connsiteX0" fmla="*/ 0 w 54863"/>
                    <a:gd name="connsiteY0" fmla="*/ 0 h 22955"/>
                    <a:gd name="connsiteX1" fmla="*/ 0 w 54863"/>
                    <a:gd name="connsiteY1" fmla="*/ 22955 h 22955"/>
                    <a:gd name="connsiteX2" fmla="*/ 54864 w 54863"/>
                    <a:gd name="connsiteY2" fmla="*/ 22955 h 22955"/>
                    <a:gd name="connsiteX3" fmla="*/ 54864 w 54863"/>
                    <a:gd name="connsiteY3" fmla="*/ 0 h 22955"/>
                  </a:gdLst>
                  <a:ahLst/>
                  <a:cxnLst>
                    <a:cxn ang="0">
                      <a:pos x="connsiteX0" y="connsiteY0"/>
                    </a:cxn>
                    <a:cxn ang="0">
                      <a:pos x="connsiteX1" y="connsiteY1"/>
                    </a:cxn>
                    <a:cxn ang="0">
                      <a:pos x="connsiteX2" y="connsiteY2"/>
                    </a:cxn>
                    <a:cxn ang="0">
                      <a:pos x="connsiteX3" y="connsiteY3"/>
                    </a:cxn>
                  </a:cxnLst>
                  <a:rect l="l" t="t" r="r" b="b"/>
                  <a:pathLst>
                    <a:path w="54863" h="22955">
                      <a:moveTo>
                        <a:pt x="0" y="0"/>
                      </a:moveTo>
                      <a:lnTo>
                        <a:pt x="0" y="22955"/>
                      </a:lnTo>
                      <a:lnTo>
                        <a:pt x="54864" y="22955"/>
                      </a:lnTo>
                      <a:lnTo>
                        <a:pt x="54864" y="0"/>
                      </a:lnTo>
                    </a:path>
                  </a:pathLst>
                </a:custGeom>
                <a:noFill/>
                <a:ln w="9525" cap="rnd">
                  <a:solidFill>
                    <a:schemeClr val="tx2"/>
                  </a:solidFill>
                  <a:prstDash val="solid"/>
                  <a:round/>
                </a:ln>
              </p:spPr>
              <p:txBody>
                <a:bodyPr rtlCol="0" anchor="ctr"/>
                <a:lstStyle/>
                <a:p>
                  <a:endParaRPr lang="en-IN"/>
                </a:p>
              </p:txBody>
            </p:sp>
            <p:sp>
              <p:nvSpPr>
                <p:cNvPr id="272" name="Freeform: Shape 271">
                  <a:extLst>
                    <a:ext uri="{FF2B5EF4-FFF2-40B4-BE49-F238E27FC236}">
                      <a16:creationId xmlns:a16="http://schemas.microsoft.com/office/drawing/2014/main" id="{0C86933C-AAF6-6157-7D68-AC6D93F20C85}"/>
                    </a:ext>
                  </a:extLst>
                </p:cNvPr>
                <p:cNvSpPr/>
                <p:nvPr/>
              </p:nvSpPr>
              <p:spPr>
                <a:xfrm>
                  <a:off x="-1701273" y="3956136"/>
                  <a:ext cx="9525" cy="44005"/>
                </a:xfrm>
                <a:custGeom>
                  <a:avLst/>
                  <a:gdLst>
                    <a:gd name="connsiteX0" fmla="*/ 0 w 9525"/>
                    <a:gd name="connsiteY0" fmla="*/ 0 h 44005"/>
                    <a:gd name="connsiteX1" fmla="*/ 0 w 9525"/>
                    <a:gd name="connsiteY1" fmla="*/ 44006 h 44005"/>
                  </a:gdLst>
                  <a:ahLst/>
                  <a:cxnLst>
                    <a:cxn ang="0">
                      <a:pos x="connsiteX0" y="connsiteY0"/>
                    </a:cxn>
                    <a:cxn ang="0">
                      <a:pos x="connsiteX1" y="connsiteY1"/>
                    </a:cxn>
                  </a:cxnLst>
                  <a:rect l="l" t="t" r="r" b="b"/>
                  <a:pathLst>
                    <a:path w="9525" h="44005">
                      <a:moveTo>
                        <a:pt x="0" y="0"/>
                      </a:moveTo>
                      <a:lnTo>
                        <a:pt x="0" y="44006"/>
                      </a:lnTo>
                    </a:path>
                  </a:pathLst>
                </a:custGeom>
                <a:ln w="9525" cap="rnd">
                  <a:solidFill>
                    <a:schemeClr val="tx2"/>
                  </a:solidFill>
                  <a:prstDash val="solid"/>
                  <a:round/>
                </a:ln>
              </p:spPr>
              <p:txBody>
                <a:bodyPr rtlCol="0" anchor="ctr"/>
                <a:lstStyle/>
                <a:p>
                  <a:endParaRPr lang="en-IN"/>
                </a:p>
              </p:txBody>
            </p:sp>
            <p:sp>
              <p:nvSpPr>
                <p:cNvPr id="273" name="Freeform: Shape 272">
                  <a:extLst>
                    <a:ext uri="{FF2B5EF4-FFF2-40B4-BE49-F238E27FC236}">
                      <a16:creationId xmlns:a16="http://schemas.microsoft.com/office/drawing/2014/main" id="{299A4929-69CA-9861-319E-6161265E7BEE}"/>
                    </a:ext>
                  </a:extLst>
                </p:cNvPr>
                <p:cNvSpPr/>
                <p:nvPr/>
              </p:nvSpPr>
              <p:spPr>
                <a:xfrm>
                  <a:off x="-1795189" y="3737061"/>
                  <a:ext cx="187642" cy="169640"/>
                </a:xfrm>
                <a:custGeom>
                  <a:avLst/>
                  <a:gdLst>
                    <a:gd name="connsiteX0" fmla="*/ 33528 w 187642"/>
                    <a:gd name="connsiteY0" fmla="*/ 169545 h 169640"/>
                    <a:gd name="connsiteX1" fmla="*/ 33528 w 187642"/>
                    <a:gd name="connsiteY1" fmla="*/ 165640 h 169640"/>
                    <a:gd name="connsiteX2" fmla="*/ 0 w 187642"/>
                    <a:gd name="connsiteY2" fmla="*/ 93821 h 169640"/>
                    <a:gd name="connsiteX3" fmla="*/ 93821 w 187642"/>
                    <a:gd name="connsiteY3" fmla="*/ 0 h 169640"/>
                    <a:gd name="connsiteX4" fmla="*/ 187643 w 187642"/>
                    <a:gd name="connsiteY4" fmla="*/ 93821 h 169640"/>
                    <a:gd name="connsiteX5" fmla="*/ 154115 w 187642"/>
                    <a:gd name="connsiteY5" fmla="*/ 165640 h 169640"/>
                    <a:gd name="connsiteX6" fmla="*/ 154115 w 187642"/>
                    <a:gd name="connsiteY6" fmla="*/ 169640 h 16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642" h="169640">
                      <a:moveTo>
                        <a:pt x="33528" y="169545"/>
                      </a:moveTo>
                      <a:lnTo>
                        <a:pt x="33528" y="165640"/>
                      </a:lnTo>
                      <a:cubicBezTo>
                        <a:pt x="13049" y="148400"/>
                        <a:pt x="0" y="122587"/>
                        <a:pt x="0" y="93821"/>
                      </a:cubicBezTo>
                      <a:cubicBezTo>
                        <a:pt x="0" y="42005"/>
                        <a:pt x="42005" y="0"/>
                        <a:pt x="93821" y="0"/>
                      </a:cubicBezTo>
                      <a:cubicBezTo>
                        <a:pt x="145637" y="0"/>
                        <a:pt x="187643" y="42005"/>
                        <a:pt x="187643" y="93821"/>
                      </a:cubicBezTo>
                      <a:cubicBezTo>
                        <a:pt x="187643" y="122682"/>
                        <a:pt x="174593" y="148495"/>
                        <a:pt x="154115" y="165640"/>
                      </a:cubicBezTo>
                      <a:lnTo>
                        <a:pt x="154115" y="169640"/>
                      </a:lnTo>
                    </a:path>
                  </a:pathLst>
                </a:custGeom>
                <a:noFill/>
                <a:ln w="9525" cap="rnd">
                  <a:solidFill>
                    <a:schemeClr val="tx2"/>
                  </a:solidFill>
                  <a:prstDash val="solid"/>
                  <a:round/>
                </a:ln>
              </p:spPr>
              <p:txBody>
                <a:bodyPr rtlCol="0" anchor="ctr"/>
                <a:lstStyle/>
                <a:p>
                  <a:endParaRPr lang="en-IN"/>
                </a:p>
              </p:txBody>
            </p:sp>
          </p:grpSp>
          <p:grpSp>
            <p:nvGrpSpPr>
              <p:cNvPr id="244" name="Graphic 6">
                <a:extLst>
                  <a:ext uri="{FF2B5EF4-FFF2-40B4-BE49-F238E27FC236}">
                    <a16:creationId xmlns:a16="http://schemas.microsoft.com/office/drawing/2014/main" id="{00271D98-D933-E57C-9163-DB667E2AAC7F}"/>
                  </a:ext>
                </a:extLst>
              </p:cNvPr>
              <p:cNvGrpSpPr/>
              <p:nvPr/>
            </p:nvGrpSpPr>
            <p:grpSpPr>
              <a:xfrm>
                <a:off x="-1741373" y="3783298"/>
                <a:ext cx="78390" cy="92630"/>
                <a:chOff x="-1741373" y="3783298"/>
                <a:chExt cx="78390" cy="92630"/>
              </a:xfrm>
              <a:noFill/>
            </p:grpSpPr>
            <p:sp>
              <p:nvSpPr>
                <p:cNvPr id="245" name="Freeform: Shape 244">
                  <a:extLst>
                    <a:ext uri="{FF2B5EF4-FFF2-40B4-BE49-F238E27FC236}">
                      <a16:creationId xmlns:a16="http://schemas.microsoft.com/office/drawing/2014/main" id="{200C6B41-9F28-03FB-252A-37D22203300F}"/>
                    </a:ext>
                  </a:extLst>
                </p:cNvPr>
                <p:cNvSpPr/>
                <p:nvPr/>
              </p:nvSpPr>
              <p:spPr>
                <a:xfrm>
                  <a:off x="-1731848" y="3783298"/>
                  <a:ext cx="68865" cy="92630"/>
                </a:xfrm>
                <a:custGeom>
                  <a:avLst/>
                  <a:gdLst>
                    <a:gd name="connsiteX0" fmla="*/ 57436 w 68865"/>
                    <a:gd name="connsiteY0" fmla="*/ 22058 h 92630"/>
                    <a:gd name="connsiteX1" fmla="*/ 30575 w 68865"/>
                    <a:gd name="connsiteY1" fmla="*/ 55 h 92630"/>
                    <a:gd name="connsiteX2" fmla="*/ 13525 w 68865"/>
                    <a:gd name="connsiteY2" fmla="*/ 40727 h 92630"/>
                    <a:gd name="connsiteX3" fmla="*/ 0 w 68865"/>
                    <a:gd name="connsiteY3" fmla="*/ 91400 h 92630"/>
                    <a:gd name="connsiteX4" fmla="*/ 33814 w 68865"/>
                    <a:gd name="connsiteY4" fmla="*/ 90638 h 92630"/>
                    <a:gd name="connsiteX5" fmla="*/ 68866 w 68865"/>
                    <a:gd name="connsiteY5" fmla="*/ 86733 h 9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865" h="92630">
                      <a:moveTo>
                        <a:pt x="57436" y="22058"/>
                      </a:moveTo>
                      <a:cubicBezTo>
                        <a:pt x="57436" y="22058"/>
                        <a:pt x="55721" y="-1278"/>
                        <a:pt x="30575" y="55"/>
                      </a:cubicBezTo>
                      <a:cubicBezTo>
                        <a:pt x="5334" y="1389"/>
                        <a:pt x="10573" y="31011"/>
                        <a:pt x="13525" y="40727"/>
                      </a:cubicBezTo>
                      <a:cubicBezTo>
                        <a:pt x="16859" y="51681"/>
                        <a:pt x="21622" y="70064"/>
                        <a:pt x="0" y="91400"/>
                      </a:cubicBezTo>
                      <a:cubicBezTo>
                        <a:pt x="0" y="91400"/>
                        <a:pt x="12764" y="85494"/>
                        <a:pt x="33814" y="90638"/>
                      </a:cubicBezTo>
                      <a:cubicBezTo>
                        <a:pt x="54864" y="95781"/>
                        <a:pt x="65342" y="89685"/>
                        <a:pt x="68866" y="86733"/>
                      </a:cubicBezTo>
                    </a:path>
                  </a:pathLst>
                </a:custGeom>
                <a:noFill/>
                <a:ln w="9525" cap="rnd">
                  <a:solidFill>
                    <a:schemeClr val="tx2"/>
                  </a:solidFill>
                  <a:prstDash val="solid"/>
                  <a:round/>
                </a:ln>
              </p:spPr>
              <p:txBody>
                <a:bodyPr rtlCol="0" anchor="ctr"/>
                <a:lstStyle/>
                <a:p>
                  <a:endParaRPr lang="en-IN"/>
                </a:p>
              </p:txBody>
            </p:sp>
            <p:sp>
              <p:nvSpPr>
                <p:cNvPr id="263" name="Freeform: Shape 262">
                  <a:extLst>
                    <a:ext uri="{FF2B5EF4-FFF2-40B4-BE49-F238E27FC236}">
                      <a16:creationId xmlns:a16="http://schemas.microsoft.com/office/drawing/2014/main" id="{06D3442C-D33A-61D2-5505-C5822865EB25}"/>
                    </a:ext>
                  </a:extLst>
                </p:cNvPr>
                <p:cNvSpPr/>
                <p:nvPr/>
              </p:nvSpPr>
              <p:spPr>
                <a:xfrm>
                  <a:off x="-1741373" y="3830692"/>
                  <a:ext cx="59150" cy="9525"/>
                </a:xfrm>
                <a:custGeom>
                  <a:avLst/>
                  <a:gdLst>
                    <a:gd name="connsiteX0" fmla="*/ 59150 w 59150"/>
                    <a:gd name="connsiteY0" fmla="*/ 0 h 9525"/>
                    <a:gd name="connsiteX1" fmla="*/ 0 w 59150"/>
                    <a:gd name="connsiteY1" fmla="*/ 0 h 9525"/>
                  </a:gdLst>
                  <a:ahLst/>
                  <a:cxnLst>
                    <a:cxn ang="0">
                      <a:pos x="connsiteX0" y="connsiteY0"/>
                    </a:cxn>
                    <a:cxn ang="0">
                      <a:pos x="connsiteX1" y="connsiteY1"/>
                    </a:cxn>
                  </a:cxnLst>
                  <a:rect l="l" t="t" r="r" b="b"/>
                  <a:pathLst>
                    <a:path w="59150" h="9525">
                      <a:moveTo>
                        <a:pt x="59150" y="0"/>
                      </a:moveTo>
                      <a:lnTo>
                        <a:pt x="0" y="0"/>
                      </a:lnTo>
                    </a:path>
                  </a:pathLst>
                </a:custGeom>
                <a:ln w="9525" cap="rnd">
                  <a:solidFill>
                    <a:schemeClr val="tx2"/>
                  </a:solidFill>
                  <a:prstDash val="solid"/>
                  <a:round/>
                </a:ln>
              </p:spPr>
              <p:txBody>
                <a:bodyPr rtlCol="0" anchor="ctr"/>
                <a:lstStyle/>
                <a:p>
                  <a:endParaRPr lang="en-IN"/>
                </a:p>
              </p:txBody>
            </p:sp>
          </p:grpSp>
        </p:grpSp>
        <p:grpSp>
          <p:nvGrpSpPr>
            <p:cNvPr id="178" name="Graphic 6">
              <a:extLst>
                <a:ext uri="{FF2B5EF4-FFF2-40B4-BE49-F238E27FC236}">
                  <a16:creationId xmlns:a16="http://schemas.microsoft.com/office/drawing/2014/main" id="{36744460-478E-A038-FD84-40FE2410F966}"/>
                </a:ext>
              </a:extLst>
            </p:cNvPr>
            <p:cNvGrpSpPr/>
            <p:nvPr/>
          </p:nvGrpSpPr>
          <p:grpSpPr>
            <a:xfrm>
              <a:off x="-2210479" y="3881175"/>
              <a:ext cx="471678" cy="491775"/>
              <a:chOff x="-2210479" y="3881175"/>
              <a:chExt cx="471678" cy="491775"/>
            </a:xfrm>
            <a:noFill/>
          </p:grpSpPr>
          <p:sp>
            <p:nvSpPr>
              <p:cNvPr id="179" name="Freeform: Shape 178">
                <a:extLst>
                  <a:ext uri="{FF2B5EF4-FFF2-40B4-BE49-F238E27FC236}">
                    <a16:creationId xmlns:a16="http://schemas.microsoft.com/office/drawing/2014/main" id="{F6B83BC1-68C7-BD33-982F-410E66EC0A45}"/>
                  </a:ext>
                </a:extLst>
              </p:cNvPr>
              <p:cNvSpPr/>
              <p:nvPr/>
            </p:nvSpPr>
            <p:spPr>
              <a:xfrm>
                <a:off x="-2079510" y="3881175"/>
                <a:ext cx="209740" cy="209740"/>
              </a:xfrm>
              <a:custGeom>
                <a:avLst/>
                <a:gdLst>
                  <a:gd name="connsiteX0" fmla="*/ 209741 w 209740"/>
                  <a:gd name="connsiteY0" fmla="*/ 104870 h 209740"/>
                  <a:gd name="connsiteX1" fmla="*/ 104870 w 209740"/>
                  <a:gd name="connsiteY1" fmla="*/ 209740 h 209740"/>
                  <a:gd name="connsiteX2" fmla="*/ 0 w 209740"/>
                  <a:gd name="connsiteY2" fmla="*/ 104870 h 209740"/>
                  <a:gd name="connsiteX3" fmla="*/ 104870 w 209740"/>
                  <a:gd name="connsiteY3" fmla="*/ 0 h 209740"/>
                  <a:gd name="connsiteX4" fmla="*/ 209741 w 209740"/>
                  <a:gd name="connsiteY4" fmla="*/ 104870 h 209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740" h="209740">
                    <a:moveTo>
                      <a:pt x="209741" y="104870"/>
                    </a:moveTo>
                    <a:cubicBezTo>
                      <a:pt x="209741" y="162788"/>
                      <a:pt x="162789" y="209740"/>
                      <a:pt x="104870" y="209740"/>
                    </a:cubicBezTo>
                    <a:cubicBezTo>
                      <a:pt x="46952" y="209740"/>
                      <a:pt x="0" y="162788"/>
                      <a:pt x="0" y="104870"/>
                    </a:cubicBezTo>
                    <a:cubicBezTo>
                      <a:pt x="0" y="46952"/>
                      <a:pt x="46952" y="0"/>
                      <a:pt x="104870" y="0"/>
                    </a:cubicBezTo>
                    <a:cubicBezTo>
                      <a:pt x="162788" y="0"/>
                      <a:pt x="209741" y="46952"/>
                      <a:pt x="209741" y="104870"/>
                    </a:cubicBezTo>
                    <a:close/>
                  </a:path>
                </a:pathLst>
              </a:custGeom>
              <a:noFill/>
              <a:ln w="9525" cap="rnd">
                <a:solidFill>
                  <a:schemeClr val="tx2"/>
                </a:solidFill>
                <a:prstDash val="solid"/>
                <a:round/>
              </a:ln>
            </p:spPr>
            <p:txBody>
              <a:bodyPr rtlCol="0" anchor="ctr"/>
              <a:lstStyle/>
              <a:p>
                <a:endParaRPr lang="en-IN"/>
              </a:p>
            </p:txBody>
          </p:sp>
          <p:sp>
            <p:nvSpPr>
              <p:cNvPr id="180" name="Freeform: Shape 179">
                <a:extLst>
                  <a:ext uri="{FF2B5EF4-FFF2-40B4-BE49-F238E27FC236}">
                    <a16:creationId xmlns:a16="http://schemas.microsoft.com/office/drawing/2014/main" id="{1DB3BAD4-ACA2-E0A4-5C67-986A7EA98588}"/>
                  </a:ext>
                </a:extLst>
              </p:cNvPr>
              <p:cNvSpPr/>
              <p:nvPr/>
            </p:nvSpPr>
            <p:spPr>
              <a:xfrm>
                <a:off x="-2210479" y="4137111"/>
                <a:ext cx="471678" cy="235838"/>
              </a:xfrm>
              <a:custGeom>
                <a:avLst/>
                <a:gdLst>
                  <a:gd name="connsiteX0" fmla="*/ 235839 w 471678"/>
                  <a:gd name="connsiteY0" fmla="*/ 0 h 235838"/>
                  <a:gd name="connsiteX1" fmla="*/ 235839 w 471678"/>
                  <a:gd name="connsiteY1" fmla="*/ 0 h 235838"/>
                  <a:gd name="connsiteX2" fmla="*/ 471678 w 471678"/>
                  <a:gd name="connsiteY2" fmla="*/ 235839 h 235838"/>
                  <a:gd name="connsiteX3" fmla="*/ 0 w 471678"/>
                  <a:gd name="connsiteY3" fmla="*/ 235839 h 235838"/>
                  <a:gd name="connsiteX4" fmla="*/ 235839 w 471678"/>
                  <a:gd name="connsiteY4" fmla="*/ 0 h 235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678" h="235838">
                    <a:moveTo>
                      <a:pt x="235839" y="0"/>
                    </a:moveTo>
                    <a:lnTo>
                      <a:pt x="235839" y="0"/>
                    </a:lnTo>
                    <a:cubicBezTo>
                      <a:pt x="366046" y="0"/>
                      <a:pt x="471678" y="105728"/>
                      <a:pt x="471678" y="235839"/>
                    </a:cubicBezTo>
                    <a:lnTo>
                      <a:pt x="0" y="235839"/>
                    </a:lnTo>
                    <a:cubicBezTo>
                      <a:pt x="0" y="105632"/>
                      <a:pt x="105728" y="0"/>
                      <a:pt x="235839" y="0"/>
                    </a:cubicBezTo>
                    <a:close/>
                  </a:path>
                </a:pathLst>
              </a:custGeom>
              <a:noFill/>
              <a:ln w="9525" cap="rnd">
                <a:solidFill>
                  <a:schemeClr val="tx2"/>
                </a:solidFill>
                <a:prstDash val="solid"/>
                <a:round/>
              </a:ln>
            </p:spPr>
            <p:txBody>
              <a:bodyPr rtlCol="0" anchor="ctr"/>
              <a:lstStyle/>
              <a:p>
                <a:endParaRPr lang="en-IN"/>
              </a:p>
            </p:txBody>
          </p:sp>
        </p:grpSp>
      </p:grpSp>
    </p:spTree>
    <p:extLst>
      <p:ext uri="{BB962C8B-B14F-4D97-AF65-F5344CB8AC3E}">
        <p14:creationId xmlns:p14="http://schemas.microsoft.com/office/powerpoint/2010/main" val="127510808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bg>
      <p:bgPr>
        <a:solidFill>
          <a:schemeClr val="tx2"/>
        </a:solidFill>
        <a:effectLst/>
      </p:bgPr>
    </p:bg>
    <p:spTree>
      <p:nvGrpSpPr>
        <p:cNvPr id="1" name="">
          <a:extLst>
            <a:ext uri="{FF2B5EF4-FFF2-40B4-BE49-F238E27FC236}">
              <a16:creationId xmlns:a16="http://schemas.microsoft.com/office/drawing/2014/main" id="{BAE79A9F-5122-390B-848F-6BF78FDF52F4}"/>
            </a:ext>
          </a:extLst>
        </p:cNvPr>
        <p:cNvGrpSpPr/>
        <p:nvPr/>
      </p:nvGrpSpPr>
      <p:grpSpPr>
        <a:xfrm>
          <a:off x="0" y="0"/>
          <a:ext cx="0" cy="0"/>
          <a:chOff x="0" y="0"/>
          <a:chExt cx="0" cy="0"/>
        </a:xfrm>
      </p:grpSpPr>
      <p:grpSp>
        <p:nvGrpSpPr>
          <p:cNvPr id="57" name="Group 56">
            <a:extLst>
              <a:ext uri="{FF2B5EF4-FFF2-40B4-BE49-F238E27FC236}">
                <a16:creationId xmlns:a16="http://schemas.microsoft.com/office/drawing/2014/main" id="{A445D732-263F-FC86-60F4-7803F818EBEF}"/>
              </a:ext>
            </a:extLst>
          </p:cNvPr>
          <p:cNvGrpSpPr/>
          <p:nvPr/>
        </p:nvGrpSpPr>
        <p:grpSpPr>
          <a:xfrm>
            <a:off x="-159768" y="1037215"/>
            <a:ext cx="2020602" cy="2020602"/>
            <a:chOff x="1046786" y="1195383"/>
            <a:chExt cx="5737927" cy="5737927"/>
          </a:xfrm>
          <a:solidFill>
            <a:schemeClr val="accent3"/>
          </a:solidFill>
        </p:grpSpPr>
        <p:sp>
          <p:nvSpPr>
            <p:cNvPr id="58" name="Freeform: Shape 57">
              <a:extLst>
                <a:ext uri="{FF2B5EF4-FFF2-40B4-BE49-F238E27FC236}">
                  <a16:creationId xmlns:a16="http://schemas.microsoft.com/office/drawing/2014/main" id="{A7882E97-B88D-3D30-B0BC-43CEFE55B84A}"/>
                </a:ext>
              </a:extLst>
            </p:cNvPr>
            <p:cNvSpPr/>
            <p:nvPr/>
          </p:nvSpPr>
          <p:spPr>
            <a:xfrm rot="2700000">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sp>
          <p:nvSpPr>
            <p:cNvPr id="59" name="Freeform: Shape 58">
              <a:extLst>
                <a:ext uri="{FF2B5EF4-FFF2-40B4-BE49-F238E27FC236}">
                  <a16:creationId xmlns:a16="http://schemas.microsoft.com/office/drawing/2014/main" id="{CFAE958C-CB84-F8E2-32E4-3223C2D7F2D1}"/>
                </a:ext>
              </a:extLst>
            </p:cNvPr>
            <p:cNvSpPr/>
            <p:nvPr/>
          </p:nvSpPr>
          <p:spPr>
            <a:xfrm rot="8100000" flipH="1">
              <a:off x="1046786" y="3346450"/>
              <a:ext cx="5737927" cy="1435793"/>
            </a:xfrm>
            <a:custGeom>
              <a:avLst/>
              <a:gdLst>
                <a:gd name="connsiteX0" fmla="*/ 2726272 w 5737927"/>
                <a:gd name="connsiteY0" fmla="*/ 18120 h 1435793"/>
                <a:gd name="connsiteX1" fmla="*/ 2724072 w 5737927"/>
                <a:gd name="connsiteY1" fmla="*/ 17956 h 1435793"/>
                <a:gd name="connsiteX2" fmla="*/ 2715272 w 5737927"/>
                <a:gd name="connsiteY2" fmla="*/ 13929 h 1435793"/>
                <a:gd name="connsiteX3" fmla="*/ 2719672 w 5737927"/>
                <a:gd name="connsiteY3" fmla="*/ 11300 h 1435793"/>
                <a:gd name="connsiteX4" fmla="*/ 2724198 w 5737927"/>
                <a:gd name="connsiteY4" fmla="*/ 9615 h 1435793"/>
                <a:gd name="connsiteX5" fmla="*/ 2725015 w 5737927"/>
                <a:gd name="connsiteY5" fmla="*/ 9615 h 1435793"/>
                <a:gd name="connsiteX6" fmla="*/ 2734066 w 5737927"/>
                <a:gd name="connsiteY6" fmla="*/ 12491 h 1435793"/>
                <a:gd name="connsiteX7" fmla="*/ 2726335 w 5737927"/>
                <a:gd name="connsiteY7" fmla="*/ 18079 h 1435793"/>
                <a:gd name="connsiteX8" fmla="*/ 2667062 w 5737927"/>
                <a:gd name="connsiteY8" fmla="*/ 34268 h 1435793"/>
                <a:gd name="connsiteX9" fmla="*/ 2667125 w 5737927"/>
                <a:gd name="connsiteY9" fmla="*/ 34226 h 1435793"/>
                <a:gd name="connsiteX10" fmla="*/ 2665428 w 5737927"/>
                <a:gd name="connsiteY10" fmla="*/ 33816 h 1435793"/>
                <a:gd name="connsiteX11" fmla="*/ 2630669 w 5737927"/>
                <a:gd name="connsiteY11" fmla="*/ 26132 h 1435793"/>
                <a:gd name="connsiteX12" fmla="*/ 2628092 w 5737927"/>
                <a:gd name="connsiteY12" fmla="*/ 24982 h 1435793"/>
                <a:gd name="connsiteX13" fmla="*/ 2625641 w 5737927"/>
                <a:gd name="connsiteY13" fmla="*/ 23502 h 1435793"/>
                <a:gd name="connsiteX14" fmla="*/ 2627149 w 5737927"/>
                <a:gd name="connsiteY14" fmla="*/ 21900 h 1435793"/>
                <a:gd name="connsiteX15" fmla="*/ 2628909 w 5737927"/>
                <a:gd name="connsiteY15" fmla="*/ 20750 h 1435793"/>
                <a:gd name="connsiteX16" fmla="*/ 2654806 w 5737927"/>
                <a:gd name="connsiteY16" fmla="*/ 17627 h 1435793"/>
                <a:gd name="connsiteX17" fmla="*/ 2682399 w 5737927"/>
                <a:gd name="connsiteY17" fmla="*/ 21448 h 1435793"/>
                <a:gd name="connsiteX18" fmla="*/ 2682902 w 5737927"/>
                <a:gd name="connsiteY18" fmla="*/ 24694 h 1435793"/>
                <a:gd name="connsiteX19" fmla="*/ 2667062 w 5737927"/>
                <a:gd name="connsiteY19" fmla="*/ 34268 h 1435793"/>
                <a:gd name="connsiteX20" fmla="*/ 2859840 w 5737927"/>
                <a:gd name="connsiteY20" fmla="*/ 72397 h 1435793"/>
                <a:gd name="connsiteX21" fmla="*/ 2859880 w 5737927"/>
                <a:gd name="connsiteY21" fmla="*/ 72385 h 1435793"/>
                <a:gd name="connsiteX22" fmla="*/ 2855691 w 5737927"/>
                <a:gd name="connsiteY22" fmla="*/ 70055 h 1435793"/>
                <a:gd name="connsiteX23" fmla="*/ 2859651 w 5737927"/>
                <a:gd name="connsiteY23" fmla="*/ 67467 h 1435793"/>
                <a:gd name="connsiteX24" fmla="*/ 2863800 w 5737927"/>
                <a:gd name="connsiteY24" fmla="*/ 71164 h 1435793"/>
                <a:gd name="connsiteX25" fmla="*/ 2859880 w 5737927"/>
                <a:gd name="connsiteY25" fmla="*/ 72385 h 1435793"/>
                <a:gd name="connsiteX26" fmla="*/ 2859903 w 5737927"/>
                <a:gd name="connsiteY26" fmla="*/ 72397 h 1435793"/>
                <a:gd name="connsiteX27" fmla="*/ 2968580 w 5737927"/>
                <a:gd name="connsiteY27" fmla="*/ 73465 h 1435793"/>
                <a:gd name="connsiteX28" fmla="*/ 2960786 w 5737927"/>
                <a:gd name="connsiteY28" fmla="*/ 69192 h 1435793"/>
                <a:gd name="connsiteX29" fmla="*/ 2971471 w 5737927"/>
                <a:gd name="connsiteY29" fmla="*/ 66193 h 1435793"/>
                <a:gd name="connsiteX30" fmla="*/ 2971848 w 5737927"/>
                <a:gd name="connsiteY30" fmla="*/ 66193 h 1435793"/>
                <a:gd name="connsiteX31" fmla="*/ 2979454 w 5737927"/>
                <a:gd name="connsiteY31" fmla="*/ 70754 h 1435793"/>
                <a:gd name="connsiteX32" fmla="*/ 2968831 w 5737927"/>
                <a:gd name="connsiteY32" fmla="*/ 73465 h 1435793"/>
                <a:gd name="connsiteX33" fmla="*/ 1931025 w 5737927"/>
                <a:gd name="connsiteY33" fmla="*/ 74985 h 1435793"/>
                <a:gd name="connsiteX34" fmla="*/ 1931016 w 5737927"/>
                <a:gd name="connsiteY34" fmla="*/ 74944 h 1435793"/>
                <a:gd name="connsiteX35" fmla="*/ 1929768 w 5737927"/>
                <a:gd name="connsiteY35" fmla="*/ 74944 h 1435793"/>
                <a:gd name="connsiteX36" fmla="*/ 1930837 w 5737927"/>
                <a:gd name="connsiteY36" fmla="*/ 74164 h 1435793"/>
                <a:gd name="connsiteX37" fmla="*/ 1931016 w 5737927"/>
                <a:gd name="connsiteY37" fmla="*/ 74944 h 1435793"/>
                <a:gd name="connsiteX38" fmla="*/ 1931025 w 5737927"/>
                <a:gd name="connsiteY38" fmla="*/ 74944 h 1435793"/>
                <a:gd name="connsiteX39" fmla="*/ 2489181 w 5737927"/>
                <a:gd name="connsiteY39" fmla="*/ 81847 h 1435793"/>
                <a:gd name="connsiteX40" fmla="*/ 2484467 w 5737927"/>
                <a:gd name="connsiteY40" fmla="*/ 79382 h 1435793"/>
                <a:gd name="connsiteX41" fmla="*/ 2488678 w 5737927"/>
                <a:gd name="connsiteY41" fmla="*/ 76177 h 1435793"/>
                <a:gd name="connsiteX42" fmla="*/ 2493393 w 5737927"/>
                <a:gd name="connsiteY42" fmla="*/ 78930 h 1435793"/>
                <a:gd name="connsiteX43" fmla="*/ 2489181 w 5737927"/>
                <a:gd name="connsiteY43" fmla="*/ 81806 h 1435793"/>
                <a:gd name="connsiteX44" fmla="*/ 2766248 w 5737927"/>
                <a:gd name="connsiteY44" fmla="*/ 83614 h 1435793"/>
                <a:gd name="connsiteX45" fmla="*/ 2766311 w 5737927"/>
                <a:gd name="connsiteY45" fmla="*/ 83573 h 1435793"/>
                <a:gd name="connsiteX46" fmla="*/ 2758140 w 5737927"/>
                <a:gd name="connsiteY46" fmla="*/ 81971 h 1435793"/>
                <a:gd name="connsiteX47" fmla="*/ 2753740 w 5737927"/>
                <a:gd name="connsiteY47" fmla="*/ 79218 h 1435793"/>
                <a:gd name="connsiteX48" fmla="*/ 2762917 w 5737927"/>
                <a:gd name="connsiteY48" fmla="*/ 75068 h 1435793"/>
                <a:gd name="connsiteX49" fmla="*/ 2773288 w 5737927"/>
                <a:gd name="connsiteY49" fmla="*/ 77738 h 1435793"/>
                <a:gd name="connsiteX50" fmla="*/ 2773162 w 5737927"/>
                <a:gd name="connsiteY50" fmla="*/ 80491 h 1435793"/>
                <a:gd name="connsiteX51" fmla="*/ 2766248 w 5737927"/>
                <a:gd name="connsiteY51" fmla="*/ 83614 h 1435793"/>
                <a:gd name="connsiteX52" fmla="*/ 1943220 w 5737927"/>
                <a:gd name="connsiteY52" fmla="*/ 84025 h 1435793"/>
                <a:gd name="connsiteX53" fmla="*/ 1931089 w 5737927"/>
                <a:gd name="connsiteY53" fmla="*/ 74985 h 1435793"/>
                <a:gd name="connsiteX54" fmla="*/ 1932282 w 5737927"/>
                <a:gd name="connsiteY54" fmla="*/ 74985 h 1435793"/>
                <a:gd name="connsiteX55" fmla="*/ 1937060 w 5737927"/>
                <a:gd name="connsiteY55" fmla="*/ 74863 h 1435793"/>
                <a:gd name="connsiteX56" fmla="*/ 1941963 w 5737927"/>
                <a:gd name="connsiteY56" fmla="*/ 74698 h 1435793"/>
                <a:gd name="connsiteX57" fmla="*/ 1955288 w 5737927"/>
                <a:gd name="connsiteY57" fmla="*/ 83491 h 1435793"/>
                <a:gd name="connsiteX58" fmla="*/ 1954722 w 5737927"/>
                <a:gd name="connsiteY58" fmla="*/ 83491 h 1435793"/>
                <a:gd name="connsiteX59" fmla="*/ 1948940 w 5737927"/>
                <a:gd name="connsiteY59" fmla="*/ 83737 h 1435793"/>
                <a:gd name="connsiteX60" fmla="*/ 1943220 w 5737927"/>
                <a:gd name="connsiteY60" fmla="*/ 84025 h 1435793"/>
                <a:gd name="connsiteX61" fmla="*/ 2373905 w 5737927"/>
                <a:gd name="connsiteY61" fmla="*/ 92859 h 1435793"/>
                <a:gd name="connsiteX62" fmla="*/ 2361522 w 5737927"/>
                <a:gd name="connsiteY62" fmla="*/ 91749 h 1435793"/>
                <a:gd name="connsiteX63" fmla="*/ 2356368 w 5737927"/>
                <a:gd name="connsiteY63" fmla="*/ 89038 h 1435793"/>
                <a:gd name="connsiteX64" fmla="*/ 2364413 w 5737927"/>
                <a:gd name="connsiteY64" fmla="*/ 84066 h 1435793"/>
                <a:gd name="connsiteX65" fmla="*/ 2371327 w 5737927"/>
                <a:gd name="connsiteY65" fmla="*/ 83860 h 1435793"/>
                <a:gd name="connsiteX66" fmla="*/ 2382516 w 5737927"/>
                <a:gd name="connsiteY66" fmla="*/ 84189 h 1435793"/>
                <a:gd name="connsiteX67" fmla="*/ 2393704 w 5737927"/>
                <a:gd name="connsiteY67" fmla="*/ 84518 h 1435793"/>
                <a:gd name="connsiteX68" fmla="*/ 2425006 w 5737927"/>
                <a:gd name="connsiteY68" fmla="*/ 76136 h 1435793"/>
                <a:gd name="connsiteX69" fmla="*/ 2429720 w 5737927"/>
                <a:gd name="connsiteY69" fmla="*/ 83244 h 1435793"/>
                <a:gd name="connsiteX70" fmla="*/ 2424315 w 5737927"/>
                <a:gd name="connsiteY70" fmla="*/ 90599 h 1435793"/>
                <a:gd name="connsiteX71" fmla="*/ 2393076 w 5737927"/>
                <a:gd name="connsiteY71" fmla="*/ 92859 h 1435793"/>
                <a:gd name="connsiteX72" fmla="*/ 2393076 w 5737927"/>
                <a:gd name="connsiteY72" fmla="*/ 92735 h 1435793"/>
                <a:gd name="connsiteX73" fmla="*/ 2393076 w 5737927"/>
                <a:gd name="connsiteY73" fmla="*/ 92283 h 1435793"/>
                <a:gd name="connsiteX74" fmla="*/ 2374722 w 5737927"/>
                <a:gd name="connsiteY74" fmla="*/ 92859 h 1435793"/>
                <a:gd name="connsiteX75" fmla="*/ 1961825 w 5737927"/>
                <a:gd name="connsiteY75" fmla="*/ 109951 h 1435793"/>
                <a:gd name="connsiteX76" fmla="*/ 1961947 w 5737927"/>
                <a:gd name="connsiteY76" fmla="*/ 109907 h 1435793"/>
                <a:gd name="connsiteX77" fmla="*/ 1958745 w 5737927"/>
                <a:gd name="connsiteY77" fmla="*/ 106459 h 1435793"/>
                <a:gd name="connsiteX78" fmla="*/ 1956801 w 5737927"/>
                <a:gd name="connsiteY78" fmla="*/ 84820 h 1435793"/>
                <a:gd name="connsiteX79" fmla="*/ 1956670 w 5737927"/>
                <a:gd name="connsiteY79" fmla="*/ 84765 h 1435793"/>
                <a:gd name="connsiteX80" fmla="*/ 1956670 w 5737927"/>
                <a:gd name="connsiteY80" fmla="*/ 84717 h 1435793"/>
                <a:gd name="connsiteX81" fmla="*/ 1955602 w 5737927"/>
                <a:gd name="connsiteY81" fmla="*/ 84313 h 1435793"/>
                <a:gd name="connsiteX82" fmla="*/ 1955350 w 5737927"/>
                <a:gd name="connsiteY82" fmla="*/ 83491 h 1435793"/>
                <a:gd name="connsiteX83" fmla="*/ 1956670 w 5737927"/>
                <a:gd name="connsiteY83" fmla="*/ 83491 h 1435793"/>
                <a:gd name="connsiteX84" fmla="*/ 1956670 w 5737927"/>
                <a:gd name="connsiteY84" fmla="*/ 84717 h 1435793"/>
                <a:gd name="connsiteX85" fmla="*/ 1956796 w 5737927"/>
                <a:gd name="connsiteY85" fmla="*/ 84765 h 1435793"/>
                <a:gd name="connsiteX86" fmla="*/ 1956801 w 5737927"/>
                <a:gd name="connsiteY86" fmla="*/ 84820 h 1435793"/>
                <a:gd name="connsiteX87" fmla="*/ 1971065 w 5737927"/>
                <a:gd name="connsiteY87" fmla="*/ 90887 h 1435793"/>
                <a:gd name="connsiteX88" fmla="*/ 1967545 w 5737927"/>
                <a:gd name="connsiteY88" fmla="*/ 107856 h 1435793"/>
                <a:gd name="connsiteX89" fmla="*/ 1961947 w 5737927"/>
                <a:gd name="connsiteY89" fmla="*/ 109907 h 1435793"/>
                <a:gd name="connsiteX90" fmla="*/ 1961950 w 5737927"/>
                <a:gd name="connsiteY90" fmla="*/ 109910 h 1435793"/>
                <a:gd name="connsiteX91" fmla="*/ 2052462 w 5737927"/>
                <a:gd name="connsiteY91" fmla="*/ 110116 h 1435793"/>
                <a:gd name="connsiteX92" fmla="*/ 2050388 w 5737927"/>
                <a:gd name="connsiteY92" fmla="*/ 109212 h 1435793"/>
                <a:gd name="connsiteX93" fmla="*/ 2047622 w 5737927"/>
                <a:gd name="connsiteY93" fmla="*/ 107363 h 1435793"/>
                <a:gd name="connsiteX94" fmla="*/ 2052085 w 5737927"/>
                <a:gd name="connsiteY94" fmla="*/ 104199 h 1435793"/>
                <a:gd name="connsiteX95" fmla="*/ 2052462 w 5737927"/>
                <a:gd name="connsiteY95" fmla="*/ 110116 h 1435793"/>
                <a:gd name="connsiteX96" fmla="*/ 4323491 w 5737927"/>
                <a:gd name="connsiteY96" fmla="*/ 110198 h 1435793"/>
                <a:gd name="connsiteX97" fmla="*/ 4319909 w 5737927"/>
                <a:gd name="connsiteY97" fmla="*/ 107609 h 1435793"/>
                <a:gd name="connsiteX98" fmla="*/ 4323114 w 5737927"/>
                <a:gd name="connsiteY98" fmla="*/ 104774 h 1435793"/>
                <a:gd name="connsiteX99" fmla="*/ 4326822 w 5737927"/>
                <a:gd name="connsiteY99" fmla="*/ 108883 h 1435793"/>
                <a:gd name="connsiteX100" fmla="*/ 4272641 w 5737927"/>
                <a:gd name="connsiteY100" fmla="*/ 110198 h 1435793"/>
                <a:gd name="connsiteX101" fmla="*/ 4270630 w 5737927"/>
                <a:gd name="connsiteY101" fmla="*/ 109294 h 1435793"/>
                <a:gd name="connsiteX102" fmla="*/ 4267927 w 5737927"/>
                <a:gd name="connsiteY102" fmla="*/ 107445 h 1435793"/>
                <a:gd name="connsiteX103" fmla="*/ 4272265 w 5737927"/>
                <a:gd name="connsiteY103" fmla="*/ 104404 h 1435793"/>
                <a:gd name="connsiteX104" fmla="*/ 4272641 w 5737927"/>
                <a:gd name="connsiteY104" fmla="*/ 110198 h 1435793"/>
                <a:gd name="connsiteX105" fmla="*/ 2018835 w 5737927"/>
                <a:gd name="connsiteY105" fmla="*/ 111143 h 1435793"/>
                <a:gd name="connsiteX106" fmla="*/ 2009092 w 5737927"/>
                <a:gd name="connsiteY106" fmla="*/ 107404 h 1435793"/>
                <a:gd name="connsiteX107" fmla="*/ 2018143 w 5737927"/>
                <a:gd name="connsiteY107" fmla="*/ 102967 h 1435793"/>
                <a:gd name="connsiteX108" fmla="*/ 2028640 w 5737927"/>
                <a:gd name="connsiteY108" fmla="*/ 108308 h 1435793"/>
                <a:gd name="connsiteX109" fmla="*/ 2019274 w 5737927"/>
                <a:gd name="connsiteY109" fmla="*/ 111143 h 1435793"/>
                <a:gd name="connsiteX110" fmla="*/ 2018835 w 5737927"/>
                <a:gd name="connsiteY110" fmla="*/ 111143 h 1435793"/>
                <a:gd name="connsiteX111" fmla="*/ 4239830 w 5737927"/>
                <a:gd name="connsiteY111" fmla="*/ 111513 h 1435793"/>
                <a:gd name="connsiteX112" fmla="*/ 4239947 w 5737927"/>
                <a:gd name="connsiteY112" fmla="*/ 111506 h 1435793"/>
                <a:gd name="connsiteX113" fmla="*/ 4228398 w 5737927"/>
                <a:gd name="connsiteY113" fmla="*/ 102930 h 1435793"/>
                <a:gd name="connsiteX114" fmla="*/ 4228266 w 5737927"/>
                <a:gd name="connsiteY114" fmla="*/ 102925 h 1435793"/>
                <a:gd name="connsiteX115" fmla="*/ 4227385 w 5737927"/>
                <a:gd name="connsiteY115" fmla="*/ 102925 h 1435793"/>
                <a:gd name="connsiteX116" fmla="*/ 4227134 w 5737927"/>
                <a:gd name="connsiteY116" fmla="*/ 102268 h 1435793"/>
                <a:gd name="connsiteX117" fmla="*/ 4227071 w 5737927"/>
                <a:gd name="connsiteY117" fmla="*/ 102268 h 1435793"/>
                <a:gd name="connsiteX118" fmla="*/ 4227069 w 5737927"/>
                <a:gd name="connsiteY118" fmla="*/ 102266 h 1435793"/>
                <a:gd name="connsiteX119" fmla="*/ 4198032 w 5737927"/>
                <a:gd name="connsiteY119" fmla="*/ 101610 h 1435793"/>
                <a:gd name="connsiteX120" fmla="*/ 4193255 w 5737927"/>
                <a:gd name="connsiteY120" fmla="*/ 98981 h 1435793"/>
                <a:gd name="connsiteX121" fmla="*/ 4193946 w 5737927"/>
                <a:gd name="connsiteY121" fmla="*/ 96515 h 1435793"/>
                <a:gd name="connsiteX122" fmla="*/ 4211043 w 5737927"/>
                <a:gd name="connsiteY122" fmla="*/ 93886 h 1435793"/>
                <a:gd name="connsiteX123" fmla="*/ 4213997 w 5737927"/>
                <a:gd name="connsiteY123" fmla="*/ 93763 h 1435793"/>
                <a:gd name="connsiteX124" fmla="*/ 4227069 w 5737927"/>
                <a:gd name="connsiteY124" fmla="*/ 102266 h 1435793"/>
                <a:gd name="connsiteX125" fmla="*/ 4227134 w 5737927"/>
                <a:gd name="connsiteY125" fmla="*/ 102268 h 1435793"/>
                <a:gd name="connsiteX126" fmla="*/ 4228140 w 5737927"/>
                <a:gd name="connsiteY126" fmla="*/ 102268 h 1435793"/>
                <a:gd name="connsiteX127" fmla="*/ 4228266 w 5737927"/>
                <a:gd name="connsiteY127" fmla="*/ 102925 h 1435793"/>
                <a:gd name="connsiteX128" fmla="*/ 4228391 w 5737927"/>
                <a:gd name="connsiteY128" fmla="*/ 102925 h 1435793"/>
                <a:gd name="connsiteX129" fmla="*/ 4228398 w 5737927"/>
                <a:gd name="connsiteY129" fmla="*/ 102930 h 1435793"/>
                <a:gd name="connsiteX130" fmla="*/ 4245739 w 5737927"/>
                <a:gd name="connsiteY130" fmla="*/ 103583 h 1435793"/>
                <a:gd name="connsiteX131" fmla="*/ 4248191 w 5737927"/>
                <a:gd name="connsiteY131" fmla="*/ 104651 h 1435793"/>
                <a:gd name="connsiteX132" fmla="*/ 4250516 w 5737927"/>
                <a:gd name="connsiteY132" fmla="*/ 106336 h 1435793"/>
                <a:gd name="connsiteX133" fmla="*/ 4247310 w 5737927"/>
                <a:gd name="connsiteY133" fmla="*/ 109335 h 1435793"/>
                <a:gd name="connsiteX134" fmla="*/ 4243853 w 5737927"/>
                <a:gd name="connsiteY134" fmla="*/ 111266 h 1435793"/>
                <a:gd name="connsiteX135" fmla="*/ 4239947 w 5737927"/>
                <a:gd name="connsiteY135" fmla="*/ 111506 h 1435793"/>
                <a:gd name="connsiteX136" fmla="*/ 4239956 w 5737927"/>
                <a:gd name="connsiteY136" fmla="*/ 111513 h 1435793"/>
                <a:gd name="connsiteX137" fmla="*/ 4373650 w 5737927"/>
                <a:gd name="connsiteY137" fmla="*/ 112211 h 1435793"/>
                <a:gd name="connsiteX138" fmla="*/ 4354416 w 5737927"/>
                <a:gd name="connsiteY138" fmla="*/ 106048 h 1435793"/>
                <a:gd name="connsiteX139" fmla="*/ 4349388 w 5737927"/>
                <a:gd name="connsiteY139" fmla="*/ 95858 h 1435793"/>
                <a:gd name="connsiteX140" fmla="*/ 4360827 w 5737927"/>
                <a:gd name="connsiteY140" fmla="*/ 94502 h 1435793"/>
                <a:gd name="connsiteX141" fmla="*/ 4389929 w 5737927"/>
                <a:gd name="connsiteY141" fmla="*/ 103295 h 1435793"/>
                <a:gd name="connsiteX142" fmla="*/ 4389929 w 5737927"/>
                <a:gd name="connsiteY142" fmla="*/ 103336 h 1435793"/>
                <a:gd name="connsiteX143" fmla="*/ 4393324 w 5737927"/>
                <a:gd name="connsiteY143" fmla="*/ 103213 h 1435793"/>
                <a:gd name="connsiteX144" fmla="*/ 4393889 w 5737927"/>
                <a:gd name="connsiteY144" fmla="*/ 102145 h 1435793"/>
                <a:gd name="connsiteX145" fmla="*/ 4395963 w 5737927"/>
                <a:gd name="connsiteY145" fmla="*/ 102062 h 1435793"/>
                <a:gd name="connsiteX146" fmla="*/ 4399735 w 5737927"/>
                <a:gd name="connsiteY146" fmla="*/ 95981 h 1435793"/>
                <a:gd name="connsiteX147" fmla="*/ 4403821 w 5737927"/>
                <a:gd name="connsiteY147" fmla="*/ 96392 h 1435793"/>
                <a:gd name="connsiteX148" fmla="*/ 4395963 w 5737927"/>
                <a:gd name="connsiteY148" fmla="*/ 102062 h 1435793"/>
                <a:gd name="connsiteX149" fmla="*/ 4395272 w 5737927"/>
                <a:gd name="connsiteY149" fmla="*/ 103213 h 1435793"/>
                <a:gd name="connsiteX150" fmla="*/ 4393324 w 5737927"/>
                <a:gd name="connsiteY150" fmla="*/ 103213 h 1435793"/>
                <a:gd name="connsiteX151" fmla="*/ 4388861 w 5737927"/>
                <a:gd name="connsiteY151" fmla="*/ 109541 h 1435793"/>
                <a:gd name="connsiteX152" fmla="*/ 4373650 w 5737927"/>
                <a:gd name="connsiteY152" fmla="*/ 112211 h 1435793"/>
                <a:gd name="connsiteX153" fmla="*/ 4452848 w 5737927"/>
                <a:gd name="connsiteY153" fmla="*/ 119484 h 1435793"/>
                <a:gd name="connsiteX154" fmla="*/ 4450585 w 5737927"/>
                <a:gd name="connsiteY154" fmla="*/ 118909 h 1435793"/>
                <a:gd name="connsiteX155" fmla="*/ 4446813 w 5737927"/>
                <a:gd name="connsiteY155" fmla="*/ 112663 h 1435793"/>
                <a:gd name="connsiteX156" fmla="*/ 4445431 w 5737927"/>
                <a:gd name="connsiteY156" fmla="*/ 112335 h 1435793"/>
                <a:gd name="connsiteX157" fmla="*/ 4445253 w 5737927"/>
                <a:gd name="connsiteY157" fmla="*/ 111677 h 1435793"/>
                <a:gd name="connsiteX158" fmla="*/ 4445242 w 5737927"/>
                <a:gd name="connsiteY158" fmla="*/ 111677 h 1435793"/>
                <a:gd name="connsiteX159" fmla="*/ 4445176 w 5737927"/>
                <a:gd name="connsiteY159" fmla="*/ 111633 h 1435793"/>
                <a:gd name="connsiteX160" fmla="*/ 4428460 w 5737927"/>
                <a:gd name="connsiteY160" fmla="*/ 110978 h 1435793"/>
                <a:gd name="connsiteX161" fmla="*/ 4425003 w 5737927"/>
                <a:gd name="connsiteY161" fmla="*/ 105637 h 1435793"/>
                <a:gd name="connsiteX162" fmla="*/ 4429717 w 5737927"/>
                <a:gd name="connsiteY162" fmla="*/ 103583 h 1435793"/>
                <a:gd name="connsiteX163" fmla="*/ 4432860 w 5737927"/>
                <a:gd name="connsiteY163" fmla="*/ 103460 h 1435793"/>
                <a:gd name="connsiteX164" fmla="*/ 4445176 w 5737927"/>
                <a:gd name="connsiteY164" fmla="*/ 111633 h 1435793"/>
                <a:gd name="connsiteX165" fmla="*/ 4445242 w 5737927"/>
                <a:gd name="connsiteY165" fmla="*/ 111636 h 1435793"/>
                <a:gd name="connsiteX166" fmla="*/ 4445253 w 5737927"/>
                <a:gd name="connsiteY166" fmla="*/ 111677 h 1435793"/>
                <a:gd name="connsiteX167" fmla="*/ 4446374 w 5737927"/>
                <a:gd name="connsiteY167" fmla="*/ 111677 h 1435793"/>
                <a:gd name="connsiteX168" fmla="*/ 4446813 w 5737927"/>
                <a:gd name="connsiteY168" fmla="*/ 112663 h 1435793"/>
                <a:gd name="connsiteX169" fmla="*/ 4455174 w 5737927"/>
                <a:gd name="connsiteY169" fmla="*/ 115580 h 1435793"/>
                <a:gd name="connsiteX170" fmla="*/ 4452911 w 5737927"/>
                <a:gd name="connsiteY170" fmla="*/ 119484 h 1435793"/>
                <a:gd name="connsiteX171" fmla="*/ 1441759 w 5737927"/>
                <a:gd name="connsiteY171" fmla="*/ 129427 h 1435793"/>
                <a:gd name="connsiteX172" fmla="*/ 1431388 w 5737927"/>
                <a:gd name="connsiteY172" fmla="*/ 123428 h 1435793"/>
                <a:gd name="connsiteX173" fmla="*/ 1439182 w 5737927"/>
                <a:gd name="connsiteY173" fmla="*/ 113279 h 1435793"/>
                <a:gd name="connsiteX174" fmla="*/ 1443016 w 5737927"/>
                <a:gd name="connsiteY174" fmla="*/ 112827 h 1435793"/>
                <a:gd name="connsiteX175" fmla="*/ 1454833 w 5737927"/>
                <a:gd name="connsiteY175" fmla="*/ 121826 h 1435793"/>
                <a:gd name="connsiteX176" fmla="*/ 1443833 w 5737927"/>
                <a:gd name="connsiteY176" fmla="*/ 129345 h 1435793"/>
                <a:gd name="connsiteX177" fmla="*/ 1441759 w 5737927"/>
                <a:gd name="connsiteY177" fmla="*/ 129427 h 1435793"/>
                <a:gd name="connsiteX178" fmla="*/ 974303 w 5737927"/>
                <a:gd name="connsiteY178" fmla="*/ 211808 h 1435793"/>
                <a:gd name="connsiteX179" fmla="*/ 972042 w 5737927"/>
                <a:gd name="connsiteY179" fmla="*/ 210921 h 1435793"/>
                <a:gd name="connsiteX180" fmla="*/ 977021 w 5737927"/>
                <a:gd name="connsiteY180" fmla="*/ 211270 h 1435793"/>
                <a:gd name="connsiteX181" fmla="*/ 974932 w 5737927"/>
                <a:gd name="connsiteY181" fmla="*/ 211685 h 1435793"/>
                <a:gd name="connsiteX182" fmla="*/ 974303 w 5737927"/>
                <a:gd name="connsiteY182" fmla="*/ 211808 h 1435793"/>
                <a:gd name="connsiteX183" fmla="*/ 751766 w 5737927"/>
                <a:gd name="connsiteY183" fmla="*/ 220839 h 1435793"/>
                <a:gd name="connsiteX184" fmla="*/ 751770 w 5737927"/>
                <a:gd name="connsiteY184" fmla="*/ 220816 h 1435793"/>
                <a:gd name="connsiteX185" fmla="*/ 750152 w 5737927"/>
                <a:gd name="connsiteY185" fmla="*/ 220054 h 1435793"/>
                <a:gd name="connsiteX186" fmla="*/ 751982 w 5737927"/>
                <a:gd name="connsiteY186" fmla="*/ 219530 h 1435793"/>
                <a:gd name="connsiteX187" fmla="*/ 751770 w 5737927"/>
                <a:gd name="connsiteY187" fmla="*/ 220816 h 1435793"/>
                <a:gd name="connsiteX188" fmla="*/ 751820 w 5737927"/>
                <a:gd name="connsiteY188" fmla="*/ 220839 h 1435793"/>
                <a:gd name="connsiteX189" fmla="*/ 5355178 w 5737927"/>
                <a:gd name="connsiteY189" fmla="*/ 236937 h 1435793"/>
                <a:gd name="connsiteX190" fmla="*/ 5342625 w 5737927"/>
                <a:gd name="connsiteY190" fmla="*/ 233336 h 1435793"/>
                <a:gd name="connsiteX191" fmla="*/ 5342252 w 5737927"/>
                <a:gd name="connsiteY191" fmla="*/ 231571 h 1435793"/>
                <a:gd name="connsiteX192" fmla="*/ 5334522 w 5737927"/>
                <a:gd name="connsiteY192" fmla="*/ 226357 h 1435793"/>
                <a:gd name="connsiteX193" fmla="*/ 5341051 w 5737927"/>
                <a:gd name="connsiteY193" fmla="*/ 221369 h 1435793"/>
                <a:gd name="connsiteX194" fmla="*/ 5398872 w 5737927"/>
                <a:gd name="connsiteY194" fmla="*/ 230190 h 1435793"/>
                <a:gd name="connsiteX195" fmla="*/ 5355178 w 5737927"/>
                <a:gd name="connsiteY195" fmla="*/ 236937 h 1435793"/>
                <a:gd name="connsiteX196" fmla="*/ 822485 w 5737927"/>
                <a:gd name="connsiteY196" fmla="*/ 241375 h 1435793"/>
                <a:gd name="connsiteX197" fmla="*/ 817156 w 5737927"/>
                <a:gd name="connsiteY197" fmla="*/ 237709 h 1435793"/>
                <a:gd name="connsiteX198" fmla="*/ 821086 w 5737927"/>
                <a:gd name="connsiteY198" fmla="*/ 232360 h 1435793"/>
                <a:gd name="connsiteX199" fmla="*/ 821139 w 5737927"/>
                <a:gd name="connsiteY199" fmla="*/ 232397 h 1435793"/>
                <a:gd name="connsiteX200" fmla="*/ 829212 w 5737927"/>
                <a:gd name="connsiteY200" fmla="*/ 236961 h 1435793"/>
                <a:gd name="connsiteX201" fmla="*/ 822485 w 5737927"/>
                <a:gd name="connsiteY201" fmla="*/ 241375 h 1435793"/>
                <a:gd name="connsiteX202" fmla="*/ 761562 w 5737927"/>
                <a:gd name="connsiteY202" fmla="*/ 242235 h 1435793"/>
                <a:gd name="connsiteX203" fmla="*/ 760216 w 5737927"/>
                <a:gd name="connsiteY203" fmla="*/ 235128 h 1435793"/>
                <a:gd name="connsiteX204" fmla="*/ 760270 w 5737927"/>
                <a:gd name="connsiteY204" fmla="*/ 235128 h 1435793"/>
                <a:gd name="connsiteX205" fmla="*/ 777761 w 5737927"/>
                <a:gd name="connsiteY205" fmla="*/ 235128 h 1435793"/>
                <a:gd name="connsiteX206" fmla="*/ 778353 w 5737927"/>
                <a:gd name="connsiteY206" fmla="*/ 239878 h 1435793"/>
                <a:gd name="connsiteX207" fmla="*/ 705684 w 5737927"/>
                <a:gd name="connsiteY207" fmla="*/ 260264 h 1435793"/>
                <a:gd name="connsiteX208" fmla="*/ 706397 w 5737927"/>
                <a:gd name="connsiteY208" fmla="*/ 255738 h 1435793"/>
                <a:gd name="connsiteX209" fmla="*/ 710541 w 5737927"/>
                <a:gd name="connsiteY209" fmla="*/ 257721 h 1435793"/>
                <a:gd name="connsiteX210" fmla="*/ 705684 w 5737927"/>
                <a:gd name="connsiteY210" fmla="*/ 260264 h 1435793"/>
                <a:gd name="connsiteX211" fmla="*/ 5525616 w 5737927"/>
                <a:gd name="connsiteY211" fmla="*/ 261387 h 1435793"/>
                <a:gd name="connsiteX212" fmla="*/ 5501882 w 5737927"/>
                <a:gd name="connsiteY212" fmla="*/ 251063 h 1435793"/>
                <a:gd name="connsiteX213" fmla="*/ 5525616 w 5737927"/>
                <a:gd name="connsiteY213" fmla="*/ 261387 h 1435793"/>
                <a:gd name="connsiteX214" fmla="*/ 441474 w 5737927"/>
                <a:gd name="connsiteY214" fmla="*/ 262863 h 1435793"/>
                <a:gd name="connsiteX215" fmla="*/ 441662 w 5737927"/>
                <a:gd name="connsiteY215" fmla="*/ 262771 h 1435793"/>
                <a:gd name="connsiteX216" fmla="*/ 440908 w 5737927"/>
                <a:gd name="connsiteY216" fmla="*/ 262172 h 1435793"/>
                <a:gd name="connsiteX217" fmla="*/ 452156 w 5737927"/>
                <a:gd name="connsiteY217" fmla="*/ 275900 h 1435793"/>
                <a:gd name="connsiteX218" fmla="*/ 452802 w 5737927"/>
                <a:gd name="connsiteY218" fmla="*/ 275413 h 1435793"/>
                <a:gd name="connsiteX219" fmla="*/ 451890 w 5737927"/>
                <a:gd name="connsiteY219" fmla="*/ 275575 h 1435793"/>
                <a:gd name="connsiteX220" fmla="*/ 721072 w 5737927"/>
                <a:gd name="connsiteY220" fmla="*/ 286779 h 1435793"/>
                <a:gd name="connsiteX221" fmla="*/ 692391 w 5737927"/>
                <a:gd name="connsiteY221" fmla="*/ 286710 h 1435793"/>
                <a:gd name="connsiteX222" fmla="*/ 692351 w 5737927"/>
                <a:gd name="connsiteY222" fmla="*/ 286747 h 1435793"/>
                <a:gd name="connsiteX223" fmla="*/ 692351 w 5737927"/>
                <a:gd name="connsiteY223" fmla="*/ 286710 h 1435793"/>
                <a:gd name="connsiteX224" fmla="*/ 692391 w 5737927"/>
                <a:gd name="connsiteY224" fmla="*/ 286710 h 1435793"/>
                <a:gd name="connsiteX225" fmla="*/ 702738 w 5737927"/>
                <a:gd name="connsiteY225" fmla="*/ 277172 h 1435793"/>
                <a:gd name="connsiteX226" fmla="*/ 848318 w 5737927"/>
                <a:gd name="connsiteY226" fmla="*/ 284054 h 1435793"/>
                <a:gd name="connsiteX227" fmla="*/ 721072 w 5737927"/>
                <a:gd name="connsiteY227" fmla="*/ 286779 h 1435793"/>
                <a:gd name="connsiteX228" fmla="*/ 5477541 w 5737927"/>
                <a:gd name="connsiteY228" fmla="*/ 324478 h 1435793"/>
                <a:gd name="connsiteX229" fmla="*/ 5477455 w 5737927"/>
                <a:gd name="connsiteY229" fmla="*/ 324425 h 1435793"/>
                <a:gd name="connsiteX230" fmla="*/ 5477610 w 5737927"/>
                <a:gd name="connsiteY230" fmla="*/ 324378 h 1435793"/>
                <a:gd name="connsiteX231" fmla="*/ 5479591 w 5737927"/>
                <a:gd name="connsiteY231" fmla="*/ 325745 h 1435793"/>
                <a:gd name="connsiteX232" fmla="*/ 5478016 w 5737927"/>
                <a:gd name="connsiteY232" fmla="*/ 324772 h 1435793"/>
                <a:gd name="connsiteX233" fmla="*/ 5478148 w 5737927"/>
                <a:gd name="connsiteY233" fmla="*/ 324789 h 1435793"/>
                <a:gd name="connsiteX234" fmla="*/ 5475341 w 5737927"/>
                <a:gd name="connsiteY234" fmla="*/ 322636 h 1435793"/>
                <a:gd name="connsiteX235" fmla="*/ 5479025 w 5737927"/>
                <a:gd name="connsiteY235" fmla="*/ 319664 h 1435793"/>
                <a:gd name="connsiteX236" fmla="*/ 5483048 w 5737927"/>
                <a:gd name="connsiteY236" fmla="*/ 322581 h 1435793"/>
                <a:gd name="connsiteX237" fmla="*/ 499411 w 5737927"/>
                <a:gd name="connsiteY237" fmla="*/ 346028 h 1435793"/>
                <a:gd name="connsiteX238" fmla="*/ 497573 w 5737927"/>
                <a:gd name="connsiteY238" fmla="*/ 344352 h 1435793"/>
                <a:gd name="connsiteX239" fmla="*/ 504253 w 5737927"/>
                <a:gd name="connsiteY239" fmla="*/ 338105 h 1435793"/>
                <a:gd name="connsiteX240" fmla="*/ 526588 w 5737927"/>
                <a:gd name="connsiteY240" fmla="*/ 341135 h 1435793"/>
                <a:gd name="connsiteX241" fmla="*/ 525123 w 5737927"/>
                <a:gd name="connsiteY241" fmla="*/ 345971 h 1435793"/>
                <a:gd name="connsiteX242" fmla="*/ 5569223 w 5737927"/>
                <a:gd name="connsiteY242" fmla="*/ 353849 h 1435793"/>
                <a:gd name="connsiteX243" fmla="*/ 5569244 w 5737927"/>
                <a:gd name="connsiteY243" fmla="*/ 353803 h 1435793"/>
                <a:gd name="connsiteX244" fmla="*/ 5563252 w 5737927"/>
                <a:gd name="connsiteY244" fmla="*/ 347151 h 1435793"/>
                <a:gd name="connsiteX245" fmla="*/ 5566771 w 5737927"/>
                <a:gd name="connsiteY245" fmla="*/ 339715 h 1435793"/>
                <a:gd name="connsiteX246" fmla="*/ 5574440 w 5737927"/>
                <a:gd name="connsiteY246" fmla="*/ 342632 h 1435793"/>
                <a:gd name="connsiteX247" fmla="*/ 5569244 w 5737927"/>
                <a:gd name="connsiteY247" fmla="*/ 353803 h 1435793"/>
                <a:gd name="connsiteX248" fmla="*/ 5569286 w 5737927"/>
                <a:gd name="connsiteY248" fmla="*/ 353849 h 1435793"/>
                <a:gd name="connsiteX249" fmla="*/ 403058 w 5737927"/>
                <a:gd name="connsiteY249" fmla="*/ 422978 h 1435793"/>
                <a:gd name="connsiteX250" fmla="*/ 398766 w 5737927"/>
                <a:gd name="connsiteY250" fmla="*/ 421019 h 1435793"/>
                <a:gd name="connsiteX251" fmla="*/ 401062 w 5737927"/>
                <a:gd name="connsiteY251" fmla="*/ 420945 h 1435793"/>
                <a:gd name="connsiteX252" fmla="*/ 403723 w 5737927"/>
                <a:gd name="connsiteY252" fmla="*/ 422809 h 1435793"/>
                <a:gd name="connsiteX253" fmla="*/ 5581794 w 5737927"/>
                <a:gd name="connsiteY253" fmla="*/ 502998 h 1435793"/>
                <a:gd name="connsiteX254" fmla="*/ 5578463 w 5737927"/>
                <a:gd name="connsiteY254" fmla="*/ 500984 h 1435793"/>
                <a:gd name="connsiteX255" fmla="*/ 5576766 w 5737927"/>
                <a:gd name="connsiteY255" fmla="*/ 492767 h 1435793"/>
                <a:gd name="connsiteX256" fmla="*/ 5584371 w 5737927"/>
                <a:gd name="connsiteY256" fmla="*/ 486932 h 1435793"/>
                <a:gd name="connsiteX257" fmla="*/ 5591788 w 5737927"/>
                <a:gd name="connsiteY257" fmla="*/ 486439 h 1435793"/>
                <a:gd name="connsiteX258" fmla="*/ 5602599 w 5737927"/>
                <a:gd name="connsiteY258" fmla="*/ 486686 h 1435793"/>
                <a:gd name="connsiteX259" fmla="*/ 5602599 w 5737927"/>
                <a:gd name="connsiteY259" fmla="*/ 486480 h 1435793"/>
                <a:gd name="connsiteX260" fmla="*/ 5610079 w 5737927"/>
                <a:gd name="connsiteY260" fmla="*/ 486275 h 1435793"/>
                <a:gd name="connsiteX261" fmla="*/ 5614730 w 5737927"/>
                <a:gd name="connsiteY261" fmla="*/ 486604 h 1435793"/>
                <a:gd name="connsiteX262" fmla="*/ 5624975 w 5737927"/>
                <a:gd name="connsiteY262" fmla="*/ 490548 h 1435793"/>
                <a:gd name="connsiteX263" fmla="*/ 5615924 w 5737927"/>
                <a:gd name="connsiteY263" fmla="*/ 494903 h 1435793"/>
                <a:gd name="connsiteX264" fmla="*/ 5587514 w 5737927"/>
                <a:gd name="connsiteY264" fmla="*/ 500533 h 1435793"/>
                <a:gd name="connsiteX265" fmla="*/ 5581794 w 5737927"/>
                <a:gd name="connsiteY265" fmla="*/ 502998 h 1435793"/>
                <a:gd name="connsiteX266" fmla="*/ 5529424 w 5737927"/>
                <a:gd name="connsiteY266" fmla="*/ 504265 h 1435793"/>
                <a:gd name="connsiteX267" fmla="*/ 5517986 w 5737927"/>
                <a:gd name="connsiteY267" fmla="*/ 501564 h 1435793"/>
                <a:gd name="connsiteX268" fmla="*/ 5515929 w 5737927"/>
                <a:gd name="connsiteY268" fmla="*/ 501717 h 1435793"/>
                <a:gd name="connsiteX269" fmla="*/ 5516673 w 5737927"/>
                <a:gd name="connsiteY269" fmla="*/ 501254 h 1435793"/>
                <a:gd name="connsiteX270" fmla="*/ 5516574 w 5737927"/>
                <a:gd name="connsiteY270" fmla="*/ 501231 h 1435793"/>
                <a:gd name="connsiteX271" fmla="*/ 5489893 w 5737927"/>
                <a:gd name="connsiteY271" fmla="*/ 494390 h 1435793"/>
                <a:gd name="connsiteX272" fmla="*/ 5490215 w 5737927"/>
                <a:gd name="connsiteY272" fmla="*/ 494198 h 1435793"/>
                <a:gd name="connsiteX273" fmla="*/ 5488995 w 5737927"/>
                <a:gd name="connsiteY273" fmla="*/ 488525 h 1435793"/>
                <a:gd name="connsiteX274" fmla="*/ 5506179 w 5737927"/>
                <a:gd name="connsiteY274" fmla="*/ 489151 h 1435793"/>
                <a:gd name="connsiteX275" fmla="*/ 5506304 w 5737927"/>
                <a:gd name="connsiteY275" fmla="*/ 488905 h 1435793"/>
                <a:gd name="connsiteX276" fmla="*/ 5531321 w 5737927"/>
                <a:gd name="connsiteY276" fmla="*/ 488083 h 1435793"/>
                <a:gd name="connsiteX277" fmla="*/ 5540247 w 5737927"/>
                <a:gd name="connsiteY277" fmla="*/ 487507 h 1435793"/>
                <a:gd name="connsiteX278" fmla="*/ 5555898 w 5737927"/>
                <a:gd name="connsiteY278" fmla="*/ 488165 h 1435793"/>
                <a:gd name="connsiteX279" fmla="*/ 5561051 w 5737927"/>
                <a:gd name="connsiteY279" fmla="*/ 490836 h 1435793"/>
                <a:gd name="connsiteX280" fmla="*/ 5556777 w 5737927"/>
                <a:gd name="connsiteY280" fmla="*/ 493876 h 1435793"/>
                <a:gd name="connsiteX281" fmla="*/ 5553708 w 5737927"/>
                <a:gd name="connsiteY281" fmla="*/ 494946 h 1435793"/>
                <a:gd name="connsiteX282" fmla="*/ 5551772 w 5737927"/>
                <a:gd name="connsiteY282" fmla="*/ 489672 h 1435793"/>
                <a:gd name="connsiteX283" fmla="*/ 5531146 w 5737927"/>
                <a:gd name="connsiteY283" fmla="*/ 492244 h 1435793"/>
                <a:gd name="connsiteX284" fmla="*/ 5516673 w 5737927"/>
                <a:gd name="connsiteY284" fmla="*/ 501254 h 1435793"/>
                <a:gd name="connsiteX285" fmla="*/ 5517986 w 5737927"/>
                <a:gd name="connsiteY285" fmla="*/ 501564 h 1435793"/>
                <a:gd name="connsiteX286" fmla="*/ 5540657 w 5737927"/>
                <a:gd name="connsiteY286" fmla="*/ 499876 h 1435793"/>
                <a:gd name="connsiteX287" fmla="*/ 5540244 w 5737927"/>
                <a:gd name="connsiteY287" fmla="*/ 501149 h 1435793"/>
                <a:gd name="connsiteX288" fmla="*/ 278416 w 5737927"/>
                <a:gd name="connsiteY288" fmla="*/ 509344 h 1435793"/>
                <a:gd name="connsiteX289" fmla="*/ 275211 w 5737927"/>
                <a:gd name="connsiteY289" fmla="*/ 509139 h 1435793"/>
                <a:gd name="connsiteX290" fmla="*/ 220464 w 5737927"/>
                <a:gd name="connsiteY290" fmla="*/ 499771 h 1435793"/>
                <a:gd name="connsiteX291" fmla="*/ 214304 w 5737927"/>
                <a:gd name="connsiteY291" fmla="*/ 500017 h 1435793"/>
                <a:gd name="connsiteX292" fmla="*/ 209401 w 5737927"/>
                <a:gd name="connsiteY292" fmla="*/ 497388 h 1435793"/>
                <a:gd name="connsiteX293" fmla="*/ 213172 w 5737927"/>
                <a:gd name="connsiteY293" fmla="*/ 491635 h 1435793"/>
                <a:gd name="connsiteX294" fmla="*/ 213424 w 5737927"/>
                <a:gd name="connsiteY294" fmla="*/ 491635 h 1435793"/>
                <a:gd name="connsiteX295" fmla="*/ 214115 w 5737927"/>
                <a:gd name="connsiteY295" fmla="*/ 491635 h 1435793"/>
                <a:gd name="connsiteX296" fmla="*/ 242149 w 5737927"/>
                <a:gd name="connsiteY296" fmla="*/ 471749 h 1435793"/>
                <a:gd name="connsiteX297" fmla="*/ 243909 w 5737927"/>
                <a:gd name="connsiteY297" fmla="*/ 458724 h 1435793"/>
                <a:gd name="connsiteX298" fmla="*/ 248309 w 5737927"/>
                <a:gd name="connsiteY298" fmla="*/ 455067 h 1435793"/>
                <a:gd name="connsiteX299" fmla="*/ 253086 w 5737927"/>
                <a:gd name="connsiteY299" fmla="*/ 456382 h 1435793"/>
                <a:gd name="connsiteX300" fmla="*/ 262325 w 5737927"/>
                <a:gd name="connsiteY300" fmla="*/ 460203 h 1435793"/>
                <a:gd name="connsiteX301" fmla="*/ 267856 w 5737927"/>
                <a:gd name="connsiteY301" fmla="*/ 456834 h 1435793"/>
                <a:gd name="connsiteX302" fmla="*/ 280427 w 5737927"/>
                <a:gd name="connsiteY302" fmla="*/ 436372 h 1435793"/>
                <a:gd name="connsiteX303" fmla="*/ 273854 w 5737927"/>
                <a:gd name="connsiteY303" fmla="*/ 428160 h 1435793"/>
                <a:gd name="connsiteX304" fmla="*/ 301499 w 5737927"/>
                <a:gd name="connsiteY304" fmla="*/ 430026 h 1435793"/>
                <a:gd name="connsiteX305" fmla="*/ 330412 w 5737927"/>
                <a:gd name="connsiteY305" fmla="*/ 429204 h 1435793"/>
                <a:gd name="connsiteX306" fmla="*/ 362029 w 5737927"/>
                <a:gd name="connsiteY306" fmla="*/ 420041 h 1435793"/>
                <a:gd name="connsiteX307" fmla="*/ 363432 w 5737927"/>
                <a:gd name="connsiteY307" fmla="*/ 420101 h 1435793"/>
                <a:gd name="connsiteX308" fmla="*/ 365652 w 5737927"/>
                <a:gd name="connsiteY308" fmla="*/ 425844 h 1435793"/>
                <a:gd name="connsiteX309" fmla="*/ 364214 w 5737927"/>
                <a:gd name="connsiteY309" fmla="*/ 432921 h 1435793"/>
                <a:gd name="connsiteX310" fmla="*/ 340140 w 5737927"/>
                <a:gd name="connsiteY310" fmla="*/ 436167 h 1435793"/>
                <a:gd name="connsiteX311" fmla="*/ 284576 w 5737927"/>
                <a:gd name="connsiteY311" fmla="*/ 474831 h 1435793"/>
                <a:gd name="connsiteX312" fmla="*/ 293690 w 5737927"/>
                <a:gd name="connsiteY312" fmla="*/ 495375 h 1435793"/>
                <a:gd name="connsiteX313" fmla="*/ 278416 w 5737927"/>
                <a:gd name="connsiteY313" fmla="*/ 509344 h 1435793"/>
                <a:gd name="connsiteX314" fmla="*/ 5522548 w 5737927"/>
                <a:gd name="connsiteY314" fmla="*/ 514846 h 1435793"/>
                <a:gd name="connsiteX315" fmla="*/ 5518620 w 5737927"/>
                <a:gd name="connsiteY315" fmla="*/ 513014 h 1435793"/>
                <a:gd name="connsiteX316" fmla="*/ 5524055 w 5737927"/>
                <a:gd name="connsiteY316" fmla="*/ 513574 h 1435793"/>
                <a:gd name="connsiteX317" fmla="*/ 5522602 w 5737927"/>
                <a:gd name="connsiteY317" fmla="*/ 514846 h 1435793"/>
                <a:gd name="connsiteX318" fmla="*/ 5601593 w 5737927"/>
                <a:gd name="connsiteY318" fmla="*/ 531800 h 1435793"/>
                <a:gd name="connsiteX319" fmla="*/ 5590295 w 5737927"/>
                <a:gd name="connsiteY319" fmla="*/ 528702 h 1435793"/>
                <a:gd name="connsiteX320" fmla="*/ 5590737 w 5737927"/>
                <a:gd name="connsiteY320" fmla="*/ 528537 h 1435793"/>
                <a:gd name="connsiteX321" fmla="*/ 5587553 w 5737927"/>
                <a:gd name="connsiteY321" fmla="*/ 527097 h 1435793"/>
                <a:gd name="connsiteX322" fmla="*/ 5579845 w 5737927"/>
                <a:gd name="connsiteY322" fmla="*/ 521077 h 1435793"/>
                <a:gd name="connsiteX323" fmla="*/ 5578023 w 5737927"/>
                <a:gd name="connsiteY323" fmla="*/ 517584 h 1435793"/>
                <a:gd name="connsiteX324" fmla="*/ 5582862 w 5737927"/>
                <a:gd name="connsiteY324" fmla="*/ 514913 h 1435793"/>
                <a:gd name="connsiteX325" fmla="*/ 5595057 w 5737927"/>
                <a:gd name="connsiteY325" fmla="*/ 513968 h 1435793"/>
                <a:gd name="connsiteX326" fmla="*/ 5611084 w 5737927"/>
                <a:gd name="connsiteY326" fmla="*/ 518570 h 1435793"/>
                <a:gd name="connsiteX327" fmla="*/ 5612844 w 5737927"/>
                <a:gd name="connsiteY327" fmla="*/ 526664 h 1435793"/>
                <a:gd name="connsiteX328" fmla="*/ 5604610 w 5737927"/>
                <a:gd name="connsiteY328" fmla="*/ 531595 h 1435793"/>
                <a:gd name="connsiteX329" fmla="*/ 5601656 w 5737927"/>
                <a:gd name="connsiteY329" fmla="*/ 531759 h 1435793"/>
                <a:gd name="connsiteX330" fmla="*/ 5400770 w 5737927"/>
                <a:gd name="connsiteY330" fmla="*/ 542812 h 1435793"/>
                <a:gd name="connsiteX331" fmla="*/ 5346212 w 5737927"/>
                <a:gd name="connsiteY331" fmla="*/ 533608 h 1435793"/>
                <a:gd name="connsiteX332" fmla="*/ 5337505 w 5737927"/>
                <a:gd name="connsiteY332" fmla="*/ 530059 h 1435793"/>
                <a:gd name="connsiteX333" fmla="*/ 5339181 w 5737927"/>
                <a:gd name="connsiteY333" fmla="*/ 529579 h 1435793"/>
                <a:gd name="connsiteX334" fmla="*/ 5383749 w 5737927"/>
                <a:gd name="connsiteY334" fmla="*/ 530341 h 1435793"/>
                <a:gd name="connsiteX335" fmla="*/ 5420691 w 5737927"/>
                <a:gd name="connsiteY335" fmla="*/ 531260 h 1435793"/>
                <a:gd name="connsiteX336" fmla="*/ 5402342 w 5737927"/>
                <a:gd name="connsiteY336" fmla="*/ 542812 h 1435793"/>
                <a:gd name="connsiteX337" fmla="*/ 5400770 w 5737927"/>
                <a:gd name="connsiteY337" fmla="*/ 542812 h 1435793"/>
                <a:gd name="connsiteX338" fmla="*/ 5449340 w 5737927"/>
                <a:gd name="connsiteY338" fmla="*/ 543963 h 1435793"/>
                <a:gd name="connsiteX339" fmla="*/ 5446106 w 5737927"/>
                <a:gd name="connsiteY339" fmla="*/ 543948 h 1435793"/>
                <a:gd name="connsiteX340" fmla="*/ 5447849 w 5737927"/>
                <a:gd name="connsiteY340" fmla="*/ 543675 h 1435793"/>
                <a:gd name="connsiteX341" fmla="*/ 5449043 w 5737927"/>
                <a:gd name="connsiteY341" fmla="*/ 543716 h 1435793"/>
                <a:gd name="connsiteX342" fmla="*/ 5593233 w 5737927"/>
                <a:gd name="connsiteY342" fmla="*/ 567875 h 1435793"/>
                <a:gd name="connsiteX343" fmla="*/ 5591159 w 5737927"/>
                <a:gd name="connsiteY343" fmla="*/ 565328 h 1435793"/>
                <a:gd name="connsiteX344" fmla="*/ 5594742 w 5737927"/>
                <a:gd name="connsiteY344" fmla="*/ 562698 h 1435793"/>
                <a:gd name="connsiteX345" fmla="*/ 5598702 w 5737927"/>
                <a:gd name="connsiteY345" fmla="*/ 564999 h 1435793"/>
                <a:gd name="connsiteX346" fmla="*/ 440683 w 5737927"/>
                <a:gd name="connsiteY346" fmla="*/ 603394 h 1435793"/>
                <a:gd name="connsiteX347" fmla="*/ 441393 w 5737927"/>
                <a:gd name="connsiteY347" fmla="*/ 603235 h 1435793"/>
                <a:gd name="connsiteX348" fmla="*/ 440855 w 5737927"/>
                <a:gd name="connsiteY348" fmla="*/ 603011 h 1435793"/>
                <a:gd name="connsiteX349" fmla="*/ 459832 w 5737927"/>
                <a:gd name="connsiteY349" fmla="*/ 623837 h 1435793"/>
                <a:gd name="connsiteX350" fmla="*/ 456060 w 5737927"/>
                <a:gd name="connsiteY350" fmla="*/ 617715 h 1435793"/>
                <a:gd name="connsiteX351" fmla="*/ 454426 w 5737927"/>
                <a:gd name="connsiteY351" fmla="*/ 617592 h 1435793"/>
                <a:gd name="connsiteX352" fmla="*/ 455558 w 5737927"/>
                <a:gd name="connsiteY352" fmla="*/ 616811 h 1435793"/>
                <a:gd name="connsiteX353" fmla="*/ 456123 w 5737927"/>
                <a:gd name="connsiteY353" fmla="*/ 617715 h 1435793"/>
                <a:gd name="connsiteX354" fmla="*/ 463854 w 5737927"/>
                <a:gd name="connsiteY354" fmla="*/ 623467 h 1435793"/>
                <a:gd name="connsiteX355" fmla="*/ 459894 w 5737927"/>
                <a:gd name="connsiteY355" fmla="*/ 623837 h 1435793"/>
                <a:gd name="connsiteX356" fmla="*/ 5602954 w 5737927"/>
                <a:gd name="connsiteY356" fmla="*/ 633684 h 1435793"/>
                <a:gd name="connsiteX357" fmla="*/ 5603815 w 5737927"/>
                <a:gd name="connsiteY357" fmla="*/ 633384 h 1435793"/>
                <a:gd name="connsiteX358" fmla="*/ 5602913 w 5737927"/>
                <a:gd name="connsiteY358" fmla="*/ 633500 h 1435793"/>
                <a:gd name="connsiteX359" fmla="*/ 496288 w 5737927"/>
                <a:gd name="connsiteY359" fmla="*/ 644007 h 1435793"/>
                <a:gd name="connsiteX360" fmla="*/ 472608 w 5737927"/>
                <a:gd name="connsiteY360" fmla="*/ 636751 h 1435793"/>
                <a:gd name="connsiteX361" fmla="*/ 474482 w 5737927"/>
                <a:gd name="connsiteY361" fmla="*/ 635604 h 1435793"/>
                <a:gd name="connsiteX362" fmla="*/ 496288 w 5737927"/>
                <a:gd name="connsiteY362" fmla="*/ 635971 h 1435793"/>
                <a:gd name="connsiteX363" fmla="*/ 309321 w 5737927"/>
                <a:gd name="connsiteY363" fmla="*/ 655379 h 1435793"/>
                <a:gd name="connsiteX364" fmla="*/ 310061 w 5737927"/>
                <a:gd name="connsiteY364" fmla="*/ 655024 h 1435793"/>
                <a:gd name="connsiteX365" fmla="*/ 309698 w 5737927"/>
                <a:gd name="connsiteY365" fmla="*/ 654893 h 1435793"/>
                <a:gd name="connsiteX366" fmla="*/ 5625397 w 5737927"/>
                <a:gd name="connsiteY366" fmla="*/ 687323 h 1435793"/>
                <a:gd name="connsiteX367" fmla="*/ 5625988 w 5737927"/>
                <a:gd name="connsiteY367" fmla="*/ 686799 h 1435793"/>
                <a:gd name="connsiteX368" fmla="*/ 5625283 w 5737927"/>
                <a:gd name="connsiteY368" fmla="*/ 686801 h 1435793"/>
                <a:gd name="connsiteX369" fmla="*/ 5457239 w 5737927"/>
                <a:gd name="connsiteY369" fmla="*/ 706311 h 1435793"/>
                <a:gd name="connsiteX370" fmla="*/ 5434801 w 5737927"/>
                <a:gd name="connsiteY370" fmla="*/ 703525 h 1435793"/>
                <a:gd name="connsiteX371" fmla="*/ 5453542 w 5737927"/>
                <a:gd name="connsiteY371" fmla="*/ 698795 h 1435793"/>
                <a:gd name="connsiteX372" fmla="*/ 5457078 w 5737927"/>
                <a:gd name="connsiteY372" fmla="*/ 698203 h 1435793"/>
                <a:gd name="connsiteX373" fmla="*/ 5484822 w 5737927"/>
                <a:gd name="connsiteY373" fmla="*/ 700827 h 1435793"/>
                <a:gd name="connsiteX374" fmla="*/ 5457239 w 5737927"/>
                <a:gd name="connsiteY374" fmla="*/ 706311 h 1435793"/>
                <a:gd name="connsiteX375" fmla="*/ 5537187 w 5737927"/>
                <a:gd name="connsiteY375" fmla="*/ 714105 h 1435793"/>
                <a:gd name="connsiteX376" fmla="*/ 5525724 w 5737927"/>
                <a:gd name="connsiteY376" fmla="*/ 712534 h 1435793"/>
                <a:gd name="connsiteX377" fmla="*/ 5538371 w 5737927"/>
                <a:gd name="connsiteY377" fmla="*/ 708981 h 1435793"/>
                <a:gd name="connsiteX378" fmla="*/ 5537187 w 5737927"/>
                <a:gd name="connsiteY378" fmla="*/ 714068 h 1435793"/>
                <a:gd name="connsiteX379" fmla="*/ 398408 w 5737927"/>
                <a:gd name="connsiteY379" fmla="*/ 818982 h 1435793"/>
                <a:gd name="connsiteX380" fmla="*/ 397276 w 5737927"/>
                <a:gd name="connsiteY380" fmla="*/ 818202 h 1435793"/>
                <a:gd name="connsiteX381" fmla="*/ 398910 w 5737927"/>
                <a:gd name="connsiteY381" fmla="*/ 818078 h 1435793"/>
                <a:gd name="connsiteX382" fmla="*/ 402682 w 5737927"/>
                <a:gd name="connsiteY382" fmla="*/ 811956 h 1435793"/>
                <a:gd name="connsiteX383" fmla="*/ 402744 w 5737927"/>
                <a:gd name="connsiteY383" fmla="*/ 811956 h 1435793"/>
                <a:gd name="connsiteX384" fmla="*/ 406704 w 5737927"/>
                <a:gd name="connsiteY384" fmla="*/ 812326 h 1435793"/>
                <a:gd name="connsiteX385" fmla="*/ 398973 w 5737927"/>
                <a:gd name="connsiteY385" fmla="*/ 818078 h 1435793"/>
                <a:gd name="connsiteX386" fmla="*/ 5540762 w 5737927"/>
                <a:gd name="connsiteY386" fmla="*/ 921006 h 1435793"/>
                <a:gd name="connsiteX387" fmla="*/ 5525670 w 5737927"/>
                <a:gd name="connsiteY387" fmla="*/ 913551 h 1435793"/>
                <a:gd name="connsiteX388" fmla="*/ 5525877 w 5737927"/>
                <a:gd name="connsiteY388" fmla="*/ 912231 h 1435793"/>
                <a:gd name="connsiteX389" fmla="*/ 5532084 w 5737927"/>
                <a:gd name="connsiteY389" fmla="*/ 907383 h 1435793"/>
                <a:gd name="connsiteX390" fmla="*/ 5544443 w 5737927"/>
                <a:gd name="connsiteY390" fmla="*/ 903993 h 1435793"/>
                <a:gd name="connsiteX391" fmla="*/ 5544506 w 5737927"/>
                <a:gd name="connsiteY391" fmla="*/ 904034 h 1435793"/>
                <a:gd name="connsiteX392" fmla="*/ 5547460 w 5737927"/>
                <a:gd name="connsiteY392" fmla="*/ 904198 h 1435793"/>
                <a:gd name="connsiteX393" fmla="*/ 5555694 w 5737927"/>
                <a:gd name="connsiteY393" fmla="*/ 909129 h 1435793"/>
                <a:gd name="connsiteX394" fmla="*/ 5553934 w 5737927"/>
                <a:gd name="connsiteY394" fmla="*/ 917224 h 1435793"/>
                <a:gd name="connsiteX395" fmla="*/ 5406676 w 5737927"/>
                <a:gd name="connsiteY395" fmla="*/ 930272 h 1435793"/>
                <a:gd name="connsiteX396" fmla="*/ 5456781 w 5737927"/>
                <a:gd name="connsiteY396" fmla="*/ 930272 h 1435793"/>
                <a:gd name="connsiteX397" fmla="*/ 304879 w 5737927"/>
                <a:gd name="connsiteY397" fmla="*/ 1015752 h 1435793"/>
                <a:gd name="connsiteX398" fmla="*/ 288543 w 5737927"/>
                <a:gd name="connsiteY398" fmla="*/ 1013974 h 1435793"/>
                <a:gd name="connsiteX399" fmla="*/ 291505 w 5737927"/>
                <a:gd name="connsiteY399" fmla="*/ 1013227 h 1435793"/>
                <a:gd name="connsiteX400" fmla="*/ 329092 w 5737927"/>
                <a:gd name="connsiteY400" fmla="*/ 1010022 h 1435793"/>
                <a:gd name="connsiteX401" fmla="*/ 337577 w 5737927"/>
                <a:gd name="connsiteY401" fmla="*/ 999421 h 1435793"/>
                <a:gd name="connsiteX402" fmla="*/ 325006 w 5737927"/>
                <a:gd name="connsiteY402" fmla="*/ 978960 h 1435793"/>
                <a:gd name="connsiteX403" fmla="*/ 319475 w 5737927"/>
                <a:gd name="connsiteY403" fmla="*/ 975590 h 1435793"/>
                <a:gd name="connsiteX404" fmla="*/ 310236 w 5737927"/>
                <a:gd name="connsiteY404" fmla="*/ 979411 h 1435793"/>
                <a:gd name="connsiteX405" fmla="*/ 305459 w 5737927"/>
                <a:gd name="connsiteY405" fmla="*/ 980726 h 1435793"/>
                <a:gd name="connsiteX406" fmla="*/ 301059 w 5737927"/>
                <a:gd name="connsiteY406" fmla="*/ 977069 h 1435793"/>
                <a:gd name="connsiteX407" fmla="*/ 299299 w 5737927"/>
                <a:gd name="connsiteY407" fmla="*/ 964045 h 1435793"/>
                <a:gd name="connsiteX408" fmla="*/ 271265 w 5737927"/>
                <a:gd name="connsiteY408" fmla="*/ 944158 h 1435793"/>
                <a:gd name="connsiteX409" fmla="*/ 270574 w 5737927"/>
                <a:gd name="connsiteY409" fmla="*/ 944158 h 1435793"/>
                <a:gd name="connsiteX410" fmla="*/ 270322 w 5737927"/>
                <a:gd name="connsiteY410" fmla="*/ 944158 h 1435793"/>
                <a:gd name="connsiteX411" fmla="*/ 266551 w 5737927"/>
                <a:gd name="connsiteY411" fmla="*/ 938406 h 1435793"/>
                <a:gd name="connsiteX412" fmla="*/ 271454 w 5737927"/>
                <a:gd name="connsiteY412" fmla="*/ 935776 h 1435793"/>
                <a:gd name="connsiteX413" fmla="*/ 277614 w 5737927"/>
                <a:gd name="connsiteY413" fmla="*/ 936022 h 1435793"/>
                <a:gd name="connsiteX414" fmla="*/ 332361 w 5737927"/>
                <a:gd name="connsiteY414" fmla="*/ 926654 h 1435793"/>
                <a:gd name="connsiteX415" fmla="*/ 335566 w 5737927"/>
                <a:gd name="connsiteY415" fmla="*/ 926449 h 1435793"/>
                <a:gd name="connsiteX416" fmla="*/ 350840 w 5737927"/>
                <a:gd name="connsiteY416" fmla="*/ 940419 h 1435793"/>
                <a:gd name="connsiteX417" fmla="*/ 341726 w 5737927"/>
                <a:gd name="connsiteY417" fmla="*/ 960963 h 1435793"/>
                <a:gd name="connsiteX418" fmla="*/ 353268 w 5737927"/>
                <a:gd name="connsiteY418" fmla="*/ 968994 h 1435793"/>
                <a:gd name="connsiteX419" fmla="*/ 344540 w 5737927"/>
                <a:gd name="connsiteY419" fmla="*/ 968994 h 1435793"/>
                <a:gd name="connsiteX420" fmla="*/ 332598 w 5737927"/>
                <a:gd name="connsiteY420" fmla="*/ 982841 h 1435793"/>
                <a:gd name="connsiteX421" fmla="*/ 345483 w 5737927"/>
                <a:gd name="connsiteY421" fmla="*/ 996482 h 1435793"/>
                <a:gd name="connsiteX422" fmla="*/ 357174 w 5737927"/>
                <a:gd name="connsiteY422" fmla="*/ 1005562 h 1435793"/>
                <a:gd name="connsiteX423" fmla="*/ 343912 w 5737927"/>
                <a:gd name="connsiteY423" fmla="*/ 1014848 h 1435793"/>
                <a:gd name="connsiteX424" fmla="*/ 340078 w 5737927"/>
                <a:gd name="connsiteY424" fmla="*/ 1014725 h 1435793"/>
                <a:gd name="connsiteX425" fmla="*/ 333980 w 5737927"/>
                <a:gd name="connsiteY425" fmla="*/ 1014520 h 1435793"/>
                <a:gd name="connsiteX426" fmla="*/ 319461 w 5737927"/>
                <a:gd name="connsiteY426" fmla="*/ 1015136 h 1435793"/>
                <a:gd name="connsiteX427" fmla="*/ 304879 w 5737927"/>
                <a:gd name="connsiteY427" fmla="*/ 1015752 h 1435793"/>
                <a:gd name="connsiteX428" fmla="*/ 443537 w 5737927"/>
                <a:gd name="connsiteY428" fmla="*/ 1068797 h 1435793"/>
                <a:gd name="connsiteX429" fmla="*/ 440017 w 5737927"/>
                <a:gd name="connsiteY429" fmla="*/ 1067482 h 1435793"/>
                <a:gd name="connsiteX430" fmla="*/ 440395 w 5737927"/>
                <a:gd name="connsiteY430" fmla="*/ 1064647 h 1435793"/>
                <a:gd name="connsiteX431" fmla="*/ 447560 w 5737927"/>
                <a:gd name="connsiteY431" fmla="*/ 1066413 h 1435793"/>
                <a:gd name="connsiteX432" fmla="*/ 498442 w 5737927"/>
                <a:gd name="connsiteY432" fmla="*/ 1070722 h 1435793"/>
                <a:gd name="connsiteX433" fmla="*/ 492816 w 5737927"/>
                <a:gd name="connsiteY433" fmla="*/ 1070686 h 1435793"/>
                <a:gd name="connsiteX434" fmla="*/ 477291 w 5737927"/>
                <a:gd name="connsiteY434" fmla="*/ 1047719 h 1435793"/>
                <a:gd name="connsiteX435" fmla="*/ 481439 w 5737927"/>
                <a:gd name="connsiteY435" fmla="*/ 1044432 h 1435793"/>
                <a:gd name="connsiteX436" fmla="*/ 485839 w 5737927"/>
                <a:gd name="connsiteY436" fmla="*/ 1047719 h 1435793"/>
                <a:gd name="connsiteX437" fmla="*/ 491041 w 5737927"/>
                <a:gd name="connsiteY437" fmla="*/ 1057282 h 1435793"/>
                <a:gd name="connsiteX438" fmla="*/ 495215 w 5737927"/>
                <a:gd name="connsiteY438" fmla="*/ 1058565 h 1435793"/>
                <a:gd name="connsiteX439" fmla="*/ 486116 w 5737927"/>
                <a:gd name="connsiteY439" fmla="*/ 1060630 h 1435793"/>
                <a:gd name="connsiteX440" fmla="*/ 5509621 w 5737927"/>
                <a:gd name="connsiteY440" fmla="*/ 1096079 h 1435793"/>
                <a:gd name="connsiteX441" fmla="*/ 5506102 w 5737927"/>
                <a:gd name="connsiteY441" fmla="*/ 1088642 h 1435793"/>
                <a:gd name="connsiteX442" fmla="*/ 5512094 w 5737927"/>
                <a:gd name="connsiteY442" fmla="*/ 1081991 h 1435793"/>
                <a:gd name="connsiteX443" fmla="*/ 5512073 w 5737927"/>
                <a:gd name="connsiteY443" fmla="*/ 1081945 h 1435793"/>
                <a:gd name="connsiteX444" fmla="*/ 5512136 w 5737927"/>
                <a:gd name="connsiteY444" fmla="*/ 1081945 h 1435793"/>
                <a:gd name="connsiteX445" fmla="*/ 5512094 w 5737927"/>
                <a:gd name="connsiteY445" fmla="*/ 1081991 h 1435793"/>
                <a:gd name="connsiteX446" fmla="*/ 5517290 w 5737927"/>
                <a:gd name="connsiteY446" fmla="*/ 1093162 h 1435793"/>
                <a:gd name="connsiteX447" fmla="*/ 5421875 w 5737927"/>
                <a:gd name="connsiteY447" fmla="*/ 1116130 h 1435793"/>
                <a:gd name="connsiteX448" fmla="*/ 5417853 w 5737927"/>
                <a:gd name="connsiteY448" fmla="*/ 1112884 h 1435793"/>
                <a:gd name="connsiteX449" fmla="*/ 5419516 w 5737927"/>
                <a:gd name="connsiteY449" fmla="*/ 1111856 h 1435793"/>
                <a:gd name="connsiteX450" fmla="*/ 5423531 w 5737927"/>
                <a:gd name="connsiteY450" fmla="*/ 1111047 h 1435793"/>
                <a:gd name="connsiteX451" fmla="*/ 5424787 w 5737927"/>
                <a:gd name="connsiteY451" fmla="*/ 1112195 h 1435793"/>
                <a:gd name="connsiteX452" fmla="*/ 5425531 w 5737927"/>
                <a:gd name="connsiteY452" fmla="*/ 1113479 h 1435793"/>
                <a:gd name="connsiteX453" fmla="*/ 4776835 w 5737927"/>
                <a:gd name="connsiteY453" fmla="*/ 1194865 h 1435793"/>
                <a:gd name="connsiteX454" fmla="*/ 4770943 w 5737927"/>
                <a:gd name="connsiteY454" fmla="*/ 1193041 h 1435793"/>
                <a:gd name="connsiteX455" fmla="*/ 4770536 w 5737927"/>
                <a:gd name="connsiteY455" fmla="*/ 1192335 h 1435793"/>
                <a:gd name="connsiteX456" fmla="*/ 4770482 w 5737927"/>
                <a:gd name="connsiteY456" fmla="*/ 1192335 h 1435793"/>
                <a:gd name="connsiteX457" fmla="*/ 4775541 w 5737927"/>
                <a:gd name="connsiteY457" fmla="*/ 1190651 h 1435793"/>
                <a:gd name="connsiteX458" fmla="*/ 5038931 w 5737927"/>
                <a:gd name="connsiteY458" fmla="*/ 1196786 h 1435793"/>
                <a:gd name="connsiteX459" fmla="*/ 5038716 w 5737927"/>
                <a:gd name="connsiteY459" fmla="*/ 1190202 h 1435793"/>
                <a:gd name="connsiteX460" fmla="*/ 5038931 w 5737927"/>
                <a:gd name="connsiteY460" fmla="*/ 1196786 h 1435793"/>
                <a:gd name="connsiteX461" fmla="*/ 4947008 w 5737927"/>
                <a:gd name="connsiteY461" fmla="*/ 1205502 h 1435793"/>
                <a:gd name="connsiteX462" fmla="*/ 4943026 w 5737927"/>
                <a:gd name="connsiteY462" fmla="*/ 1202958 h 1435793"/>
                <a:gd name="connsiteX463" fmla="*/ 4942972 w 5737927"/>
                <a:gd name="connsiteY463" fmla="*/ 1202958 h 1435793"/>
                <a:gd name="connsiteX464" fmla="*/ 4944963 w 5737927"/>
                <a:gd name="connsiteY464" fmla="*/ 1199329 h 1435793"/>
                <a:gd name="connsiteX465" fmla="*/ 4950453 w 5737927"/>
                <a:gd name="connsiteY465" fmla="*/ 1202284 h 1435793"/>
                <a:gd name="connsiteX466" fmla="*/ 4850645 w 5737927"/>
                <a:gd name="connsiteY466" fmla="*/ 1230231 h 1435793"/>
                <a:gd name="connsiteX467" fmla="*/ 4850583 w 5737927"/>
                <a:gd name="connsiteY467" fmla="*/ 1230066 h 1435793"/>
                <a:gd name="connsiteX468" fmla="*/ 4841029 w 5737927"/>
                <a:gd name="connsiteY468" fmla="*/ 1226615 h 1435793"/>
                <a:gd name="connsiteX469" fmla="*/ 4843669 w 5737927"/>
                <a:gd name="connsiteY469" fmla="*/ 1222547 h 1435793"/>
                <a:gd name="connsiteX470" fmla="*/ 4843731 w 5737927"/>
                <a:gd name="connsiteY470" fmla="*/ 1222547 h 1435793"/>
                <a:gd name="connsiteX471" fmla="*/ 4845931 w 5737927"/>
                <a:gd name="connsiteY471" fmla="*/ 1223040 h 1435793"/>
                <a:gd name="connsiteX472" fmla="*/ 4850583 w 5737927"/>
                <a:gd name="connsiteY472" fmla="*/ 1230066 h 1435793"/>
                <a:gd name="connsiteX473" fmla="*/ 4850771 w 5737927"/>
                <a:gd name="connsiteY473" fmla="*/ 1230066 h 1435793"/>
                <a:gd name="connsiteX474" fmla="*/ 4850771 w 5737927"/>
                <a:gd name="connsiteY474" fmla="*/ 1230231 h 1435793"/>
                <a:gd name="connsiteX475" fmla="*/ 4861456 w 5737927"/>
                <a:gd name="connsiteY475" fmla="*/ 1239517 h 1435793"/>
                <a:gd name="connsiteX476" fmla="*/ 4850945 w 5737927"/>
                <a:gd name="connsiteY476" fmla="*/ 1230233 h 1435793"/>
                <a:gd name="connsiteX477" fmla="*/ 4850897 w 5737927"/>
                <a:gd name="connsiteY477" fmla="*/ 1230231 h 1435793"/>
                <a:gd name="connsiteX478" fmla="*/ 4850897 w 5737927"/>
                <a:gd name="connsiteY478" fmla="*/ 1230190 h 1435793"/>
                <a:gd name="connsiteX479" fmla="*/ 4850945 w 5737927"/>
                <a:gd name="connsiteY479" fmla="*/ 1230233 h 1435793"/>
                <a:gd name="connsiteX480" fmla="*/ 4868936 w 5737927"/>
                <a:gd name="connsiteY480" fmla="*/ 1230970 h 1435793"/>
                <a:gd name="connsiteX481" fmla="*/ 4873084 w 5737927"/>
                <a:gd name="connsiteY481" fmla="*/ 1233887 h 1435793"/>
                <a:gd name="connsiteX482" fmla="*/ 4866171 w 5737927"/>
                <a:gd name="connsiteY482" fmla="*/ 1239065 h 1435793"/>
                <a:gd name="connsiteX483" fmla="*/ 4861456 w 5737927"/>
                <a:gd name="connsiteY483" fmla="*/ 1239517 h 1435793"/>
                <a:gd name="connsiteX484" fmla="*/ 1385866 w 5737927"/>
                <a:gd name="connsiteY484" fmla="*/ 1322966 h 1435793"/>
                <a:gd name="connsiteX485" fmla="*/ 1382032 w 5737927"/>
                <a:gd name="connsiteY485" fmla="*/ 1322514 h 1435793"/>
                <a:gd name="connsiteX486" fmla="*/ 1374238 w 5737927"/>
                <a:gd name="connsiteY486" fmla="*/ 1312365 h 1435793"/>
                <a:gd name="connsiteX487" fmla="*/ 1384609 w 5737927"/>
                <a:gd name="connsiteY487" fmla="*/ 1306366 h 1435793"/>
                <a:gd name="connsiteX488" fmla="*/ 1386683 w 5737927"/>
                <a:gd name="connsiteY488" fmla="*/ 1306449 h 1435793"/>
                <a:gd name="connsiteX489" fmla="*/ 1397683 w 5737927"/>
                <a:gd name="connsiteY489" fmla="*/ 1313968 h 1435793"/>
                <a:gd name="connsiteX490" fmla="*/ 1385866 w 5737927"/>
                <a:gd name="connsiteY490" fmla="*/ 1322966 h 1435793"/>
                <a:gd name="connsiteX491" fmla="*/ 4265964 w 5737927"/>
                <a:gd name="connsiteY491" fmla="*/ 1331019 h 1435793"/>
                <a:gd name="connsiteX492" fmla="*/ 4262759 w 5737927"/>
                <a:gd name="connsiteY492" fmla="*/ 1328184 h 1435793"/>
                <a:gd name="connsiteX493" fmla="*/ 4266341 w 5737927"/>
                <a:gd name="connsiteY493" fmla="*/ 1325595 h 1435793"/>
                <a:gd name="connsiteX494" fmla="*/ 4269672 w 5737927"/>
                <a:gd name="connsiteY494" fmla="*/ 1326910 h 1435793"/>
                <a:gd name="connsiteX495" fmla="*/ 4215115 w 5737927"/>
                <a:gd name="connsiteY495" fmla="*/ 1331389 h 1435793"/>
                <a:gd name="connsiteX496" fmla="*/ 4210777 w 5737927"/>
                <a:gd name="connsiteY496" fmla="*/ 1328348 h 1435793"/>
                <a:gd name="connsiteX497" fmla="*/ 4213480 w 5737927"/>
                <a:gd name="connsiteY497" fmla="*/ 1326500 h 1435793"/>
                <a:gd name="connsiteX498" fmla="*/ 4215491 w 5737927"/>
                <a:gd name="connsiteY498" fmla="*/ 1325595 h 1435793"/>
                <a:gd name="connsiteX499" fmla="*/ 4215115 w 5737927"/>
                <a:gd name="connsiteY499" fmla="*/ 1331389 h 1435793"/>
                <a:gd name="connsiteX500" fmla="*/ 1994935 w 5737927"/>
                <a:gd name="connsiteY500" fmla="*/ 1331594 h 1435793"/>
                <a:gd name="connsiteX501" fmla="*/ 1990472 w 5737927"/>
                <a:gd name="connsiteY501" fmla="*/ 1328431 h 1435793"/>
                <a:gd name="connsiteX502" fmla="*/ 1993238 w 5737927"/>
                <a:gd name="connsiteY502" fmla="*/ 1326582 h 1435793"/>
                <a:gd name="connsiteX503" fmla="*/ 1995312 w 5737927"/>
                <a:gd name="connsiteY503" fmla="*/ 1325678 h 1435793"/>
                <a:gd name="connsiteX504" fmla="*/ 1994935 w 5737927"/>
                <a:gd name="connsiteY504" fmla="*/ 1331594 h 1435793"/>
                <a:gd name="connsiteX505" fmla="*/ 4375710 w 5737927"/>
                <a:gd name="connsiteY505" fmla="*/ 1332334 h 1435793"/>
                <a:gd name="connsiteX506" fmla="*/ 4372567 w 5737927"/>
                <a:gd name="connsiteY506" fmla="*/ 1332211 h 1435793"/>
                <a:gd name="connsiteX507" fmla="*/ 4367853 w 5737927"/>
                <a:gd name="connsiteY507" fmla="*/ 1330156 h 1435793"/>
                <a:gd name="connsiteX508" fmla="*/ 4371310 w 5737927"/>
                <a:gd name="connsiteY508" fmla="*/ 1324815 h 1435793"/>
                <a:gd name="connsiteX509" fmla="*/ 4388026 w 5737927"/>
                <a:gd name="connsiteY509" fmla="*/ 1324160 h 1435793"/>
                <a:gd name="connsiteX510" fmla="*/ 4388092 w 5737927"/>
                <a:gd name="connsiteY510" fmla="*/ 1324116 h 1435793"/>
                <a:gd name="connsiteX511" fmla="*/ 4388103 w 5737927"/>
                <a:gd name="connsiteY511" fmla="*/ 1324116 h 1435793"/>
                <a:gd name="connsiteX512" fmla="*/ 4388281 w 5737927"/>
                <a:gd name="connsiteY512" fmla="*/ 1323459 h 1435793"/>
                <a:gd name="connsiteX513" fmla="*/ 4389663 w 5737927"/>
                <a:gd name="connsiteY513" fmla="*/ 1323130 h 1435793"/>
                <a:gd name="connsiteX514" fmla="*/ 4393435 w 5737927"/>
                <a:gd name="connsiteY514" fmla="*/ 1316885 h 1435793"/>
                <a:gd name="connsiteX515" fmla="*/ 4395698 w 5737927"/>
                <a:gd name="connsiteY515" fmla="*/ 1316310 h 1435793"/>
                <a:gd name="connsiteX516" fmla="*/ 4395761 w 5737927"/>
                <a:gd name="connsiteY516" fmla="*/ 1316310 h 1435793"/>
                <a:gd name="connsiteX517" fmla="*/ 4398024 w 5737927"/>
                <a:gd name="connsiteY517" fmla="*/ 1320213 h 1435793"/>
                <a:gd name="connsiteX518" fmla="*/ 4389663 w 5737927"/>
                <a:gd name="connsiteY518" fmla="*/ 1323130 h 1435793"/>
                <a:gd name="connsiteX519" fmla="*/ 4389224 w 5737927"/>
                <a:gd name="connsiteY519" fmla="*/ 1324116 h 1435793"/>
                <a:gd name="connsiteX520" fmla="*/ 4388103 w 5737927"/>
                <a:gd name="connsiteY520" fmla="*/ 1324116 h 1435793"/>
                <a:gd name="connsiteX521" fmla="*/ 4388092 w 5737927"/>
                <a:gd name="connsiteY521" fmla="*/ 1324158 h 1435793"/>
                <a:gd name="connsiteX522" fmla="*/ 4388026 w 5737927"/>
                <a:gd name="connsiteY522" fmla="*/ 1324160 h 1435793"/>
                <a:gd name="connsiteX523" fmla="*/ 1960993 w 5737927"/>
                <a:gd name="connsiteY523" fmla="*/ 1332827 h 1435793"/>
                <a:gd name="connsiteX524" fmla="*/ 1951942 w 5737927"/>
                <a:gd name="connsiteY524" fmla="*/ 1328389 h 1435793"/>
                <a:gd name="connsiteX525" fmla="*/ 1961685 w 5737927"/>
                <a:gd name="connsiteY525" fmla="*/ 1324651 h 1435793"/>
                <a:gd name="connsiteX526" fmla="*/ 1962124 w 5737927"/>
                <a:gd name="connsiteY526" fmla="*/ 1324651 h 1435793"/>
                <a:gd name="connsiteX527" fmla="*/ 1971490 w 5737927"/>
                <a:gd name="connsiteY527" fmla="*/ 1327486 h 1435793"/>
                <a:gd name="connsiteX528" fmla="*/ 1960993 w 5737927"/>
                <a:gd name="connsiteY528" fmla="*/ 1332827 h 1435793"/>
                <a:gd name="connsiteX529" fmla="*/ 4303677 w 5737927"/>
                <a:gd name="connsiteY529" fmla="*/ 1341291 h 1435793"/>
                <a:gd name="connsiteX530" fmla="*/ 4292238 w 5737927"/>
                <a:gd name="connsiteY530" fmla="*/ 1339935 h 1435793"/>
                <a:gd name="connsiteX531" fmla="*/ 4297266 w 5737927"/>
                <a:gd name="connsiteY531" fmla="*/ 1329746 h 1435793"/>
                <a:gd name="connsiteX532" fmla="*/ 4316500 w 5737927"/>
                <a:gd name="connsiteY532" fmla="*/ 1323582 h 1435793"/>
                <a:gd name="connsiteX533" fmla="*/ 4331711 w 5737927"/>
                <a:gd name="connsiteY533" fmla="*/ 1326253 h 1435793"/>
                <a:gd name="connsiteX534" fmla="*/ 4336174 w 5737927"/>
                <a:gd name="connsiteY534" fmla="*/ 1332581 h 1435793"/>
                <a:gd name="connsiteX535" fmla="*/ 4338122 w 5737927"/>
                <a:gd name="connsiteY535" fmla="*/ 1332581 h 1435793"/>
                <a:gd name="connsiteX536" fmla="*/ 4338813 w 5737927"/>
                <a:gd name="connsiteY536" fmla="*/ 1333731 h 1435793"/>
                <a:gd name="connsiteX537" fmla="*/ 4346671 w 5737927"/>
                <a:gd name="connsiteY537" fmla="*/ 1339401 h 1435793"/>
                <a:gd name="connsiteX538" fmla="*/ 4342585 w 5737927"/>
                <a:gd name="connsiteY538" fmla="*/ 1339812 h 1435793"/>
                <a:gd name="connsiteX539" fmla="*/ 4338813 w 5737927"/>
                <a:gd name="connsiteY539" fmla="*/ 1333731 h 1435793"/>
                <a:gd name="connsiteX540" fmla="*/ 4336739 w 5737927"/>
                <a:gd name="connsiteY540" fmla="*/ 1333649 h 1435793"/>
                <a:gd name="connsiteX541" fmla="*/ 4336174 w 5737927"/>
                <a:gd name="connsiteY541" fmla="*/ 1332581 h 1435793"/>
                <a:gd name="connsiteX542" fmla="*/ 4332779 w 5737927"/>
                <a:gd name="connsiteY542" fmla="*/ 1332457 h 1435793"/>
                <a:gd name="connsiteX543" fmla="*/ 4332779 w 5737927"/>
                <a:gd name="connsiteY543" fmla="*/ 1332498 h 1435793"/>
                <a:gd name="connsiteX544" fmla="*/ 4303677 w 5737927"/>
                <a:gd name="connsiteY544" fmla="*/ 1341291 h 1435793"/>
                <a:gd name="connsiteX545" fmla="*/ 4156847 w 5737927"/>
                <a:gd name="connsiteY545" fmla="*/ 1342031 h 1435793"/>
                <a:gd name="connsiteX546" fmla="*/ 4153893 w 5737927"/>
                <a:gd name="connsiteY546" fmla="*/ 1341908 h 1435793"/>
                <a:gd name="connsiteX547" fmla="*/ 4136796 w 5737927"/>
                <a:gd name="connsiteY547" fmla="*/ 1339278 h 1435793"/>
                <a:gd name="connsiteX548" fmla="*/ 4136105 w 5737927"/>
                <a:gd name="connsiteY548" fmla="*/ 1336813 h 1435793"/>
                <a:gd name="connsiteX549" fmla="*/ 4140882 w 5737927"/>
                <a:gd name="connsiteY549" fmla="*/ 1334183 h 1435793"/>
                <a:gd name="connsiteX550" fmla="*/ 4169919 w 5737927"/>
                <a:gd name="connsiteY550" fmla="*/ 1333527 h 1435793"/>
                <a:gd name="connsiteX551" fmla="*/ 4169921 w 5737927"/>
                <a:gd name="connsiteY551" fmla="*/ 1333526 h 1435793"/>
                <a:gd name="connsiteX552" fmla="*/ 4169984 w 5737927"/>
                <a:gd name="connsiteY552" fmla="*/ 1333526 h 1435793"/>
                <a:gd name="connsiteX553" fmla="*/ 4170235 w 5737927"/>
                <a:gd name="connsiteY553" fmla="*/ 1332868 h 1435793"/>
                <a:gd name="connsiteX554" fmla="*/ 4171116 w 5737927"/>
                <a:gd name="connsiteY554" fmla="*/ 1332868 h 1435793"/>
                <a:gd name="connsiteX555" fmla="*/ 4171248 w 5737927"/>
                <a:gd name="connsiteY555" fmla="*/ 1332863 h 1435793"/>
                <a:gd name="connsiteX556" fmla="*/ 4182797 w 5737927"/>
                <a:gd name="connsiteY556" fmla="*/ 1324288 h 1435793"/>
                <a:gd name="connsiteX557" fmla="*/ 4182680 w 5737927"/>
                <a:gd name="connsiteY557" fmla="*/ 1324281 h 1435793"/>
                <a:gd name="connsiteX558" fmla="*/ 4182806 w 5737927"/>
                <a:gd name="connsiteY558" fmla="*/ 1324281 h 1435793"/>
                <a:gd name="connsiteX559" fmla="*/ 4182797 w 5737927"/>
                <a:gd name="connsiteY559" fmla="*/ 1324288 h 1435793"/>
                <a:gd name="connsiteX560" fmla="*/ 4186703 w 5737927"/>
                <a:gd name="connsiteY560" fmla="*/ 1324527 h 1435793"/>
                <a:gd name="connsiteX561" fmla="*/ 4190160 w 5737927"/>
                <a:gd name="connsiteY561" fmla="*/ 1326459 h 1435793"/>
                <a:gd name="connsiteX562" fmla="*/ 4193366 w 5737927"/>
                <a:gd name="connsiteY562" fmla="*/ 1329458 h 1435793"/>
                <a:gd name="connsiteX563" fmla="*/ 4191041 w 5737927"/>
                <a:gd name="connsiteY563" fmla="*/ 1331142 h 1435793"/>
                <a:gd name="connsiteX564" fmla="*/ 4188589 w 5737927"/>
                <a:gd name="connsiteY564" fmla="*/ 1332211 h 1435793"/>
                <a:gd name="connsiteX565" fmla="*/ 4171248 w 5737927"/>
                <a:gd name="connsiteY565" fmla="*/ 1332863 h 1435793"/>
                <a:gd name="connsiteX566" fmla="*/ 4171241 w 5737927"/>
                <a:gd name="connsiteY566" fmla="*/ 1332868 h 1435793"/>
                <a:gd name="connsiteX567" fmla="*/ 4171116 w 5737927"/>
                <a:gd name="connsiteY567" fmla="*/ 1332868 h 1435793"/>
                <a:gd name="connsiteX568" fmla="*/ 4170990 w 5737927"/>
                <a:gd name="connsiteY568" fmla="*/ 1333526 h 1435793"/>
                <a:gd name="connsiteX569" fmla="*/ 4169984 w 5737927"/>
                <a:gd name="connsiteY569" fmla="*/ 1333526 h 1435793"/>
                <a:gd name="connsiteX570" fmla="*/ 4169919 w 5737927"/>
                <a:gd name="connsiteY570" fmla="*/ 1333527 h 1435793"/>
                <a:gd name="connsiteX571" fmla="*/ 1898200 w 5737927"/>
                <a:gd name="connsiteY571" fmla="*/ 1352303 h 1435793"/>
                <a:gd name="connsiteX572" fmla="*/ 1898452 w 5737927"/>
                <a:gd name="connsiteY572" fmla="*/ 1351481 h 1435793"/>
                <a:gd name="connsiteX573" fmla="*/ 1899520 w 5737927"/>
                <a:gd name="connsiteY573" fmla="*/ 1351076 h 1435793"/>
                <a:gd name="connsiteX574" fmla="*/ 1899520 w 5737927"/>
                <a:gd name="connsiteY574" fmla="*/ 1351029 h 1435793"/>
                <a:gd name="connsiteX575" fmla="*/ 1899651 w 5737927"/>
                <a:gd name="connsiteY575" fmla="*/ 1350973 h 1435793"/>
                <a:gd name="connsiteX576" fmla="*/ 1901595 w 5737927"/>
                <a:gd name="connsiteY576" fmla="*/ 1329335 h 1435793"/>
                <a:gd name="connsiteX577" fmla="*/ 1904797 w 5737927"/>
                <a:gd name="connsiteY577" fmla="*/ 1325887 h 1435793"/>
                <a:gd name="connsiteX578" fmla="*/ 1904675 w 5737927"/>
                <a:gd name="connsiteY578" fmla="*/ 1325842 h 1435793"/>
                <a:gd name="connsiteX579" fmla="*/ 1904800 w 5737927"/>
                <a:gd name="connsiteY579" fmla="*/ 1325883 h 1435793"/>
                <a:gd name="connsiteX580" fmla="*/ 1904797 w 5737927"/>
                <a:gd name="connsiteY580" fmla="*/ 1325887 h 1435793"/>
                <a:gd name="connsiteX581" fmla="*/ 1910395 w 5737927"/>
                <a:gd name="connsiteY581" fmla="*/ 1327938 h 1435793"/>
                <a:gd name="connsiteX582" fmla="*/ 1913915 w 5737927"/>
                <a:gd name="connsiteY582" fmla="*/ 1344907 h 1435793"/>
                <a:gd name="connsiteX583" fmla="*/ 1899651 w 5737927"/>
                <a:gd name="connsiteY583" fmla="*/ 1350973 h 1435793"/>
                <a:gd name="connsiteX584" fmla="*/ 1899646 w 5737927"/>
                <a:gd name="connsiteY584" fmla="*/ 1351029 h 1435793"/>
                <a:gd name="connsiteX585" fmla="*/ 1899520 w 5737927"/>
                <a:gd name="connsiteY585" fmla="*/ 1351076 h 1435793"/>
                <a:gd name="connsiteX586" fmla="*/ 1899520 w 5737927"/>
                <a:gd name="connsiteY586" fmla="*/ 1352303 h 1435793"/>
                <a:gd name="connsiteX587" fmla="*/ 2431528 w 5737927"/>
                <a:gd name="connsiteY587" fmla="*/ 1359616 h 1435793"/>
                <a:gd name="connsiteX588" fmla="*/ 2427317 w 5737927"/>
                <a:gd name="connsiteY588" fmla="*/ 1356412 h 1435793"/>
                <a:gd name="connsiteX589" fmla="*/ 2432031 w 5737927"/>
                <a:gd name="connsiteY589" fmla="*/ 1353946 h 1435793"/>
                <a:gd name="connsiteX590" fmla="*/ 2432031 w 5737927"/>
                <a:gd name="connsiteY590" fmla="*/ 1353987 h 1435793"/>
                <a:gd name="connsiteX591" fmla="*/ 2436243 w 5737927"/>
                <a:gd name="connsiteY591" fmla="*/ 1356864 h 1435793"/>
                <a:gd name="connsiteX592" fmla="*/ 2367856 w 5737927"/>
                <a:gd name="connsiteY592" fmla="*/ 1359658 h 1435793"/>
                <a:gd name="connsiteX593" fmla="*/ 2336554 w 5737927"/>
                <a:gd name="connsiteY593" fmla="*/ 1351276 h 1435793"/>
                <a:gd name="connsiteX594" fmla="*/ 2325366 w 5737927"/>
                <a:gd name="connsiteY594" fmla="*/ 1351604 h 1435793"/>
                <a:gd name="connsiteX595" fmla="*/ 2314177 w 5737927"/>
                <a:gd name="connsiteY595" fmla="*/ 1351933 h 1435793"/>
                <a:gd name="connsiteX596" fmla="*/ 2307263 w 5737927"/>
                <a:gd name="connsiteY596" fmla="*/ 1351728 h 1435793"/>
                <a:gd name="connsiteX597" fmla="*/ 2299218 w 5737927"/>
                <a:gd name="connsiteY597" fmla="*/ 1346756 h 1435793"/>
                <a:gd name="connsiteX598" fmla="*/ 2304372 w 5737927"/>
                <a:gd name="connsiteY598" fmla="*/ 1344044 h 1435793"/>
                <a:gd name="connsiteX599" fmla="*/ 2316755 w 5737927"/>
                <a:gd name="connsiteY599" fmla="*/ 1342935 h 1435793"/>
                <a:gd name="connsiteX600" fmla="*/ 2317572 w 5737927"/>
                <a:gd name="connsiteY600" fmla="*/ 1342935 h 1435793"/>
                <a:gd name="connsiteX601" fmla="*/ 2335926 w 5737927"/>
                <a:gd name="connsiteY601" fmla="*/ 1343510 h 1435793"/>
                <a:gd name="connsiteX602" fmla="*/ 2335926 w 5737927"/>
                <a:gd name="connsiteY602" fmla="*/ 1343058 h 1435793"/>
                <a:gd name="connsiteX603" fmla="*/ 2335926 w 5737927"/>
                <a:gd name="connsiteY603" fmla="*/ 1342935 h 1435793"/>
                <a:gd name="connsiteX604" fmla="*/ 2367165 w 5737927"/>
                <a:gd name="connsiteY604" fmla="*/ 1345195 h 1435793"/>
                <a:gd name="connsiteX605" fmla="*/ 2372570 w 5737927"/>
                <a:gd name="connsiteY605" fmla="*/ 1352549 h 1435793"/>
                <a:gd name="connsiteX606" fmla="*/ 2367856 w 5737927"/>
                <a:gd name="connsiteY606" fmla="*/ 1359658 h 1435793"/>
                <a:gd name="connsiteX607" fmla="*/ 2705767 w 5737927"/>
                <a:gd name="connsiteY607" fmla="*/ 1360726 h 1435793"/>
                <a:gd name="connsiteX608" fmla="*/ 2696590 w 5737927"/>
                <a:gd name="connsiteY608" fmla="*/ 1356576 h 1435793"/>
                <a:gd name="connsiteX609" fmla="*/ 2700990 w 5737927"/>
                <a:gd name="connsiteY609" fmla="*/ 1353823 h 1435793"/>
                <a:gd name="connsiteX610" fmla="*/ 2709161 w 5737927"/>
                <a:gd name="connsiteY610" fmla="*/ 1352220 h 1435793"/>
                <a:gd name="connsiteX611" fmla="*/ 2709098 w 5737927"/>
                <a:gd name="connsiteY611" fmla="*/ 1352179 h 1435793"/>
                <a:gd name="connsiteX612" fmla="*/ 2716012 w 5737927"/>
                <a:gd name="connsiteY612" fmla="*/ 1355302 h 1435793"/>
                <a:gd name="connsiteX613" fmla="*/ 2716138 w 5737927"/>
                <a:gd name="connsiteY613" fmla="*/ 1358055 h 1435793"/>
                <a:gd name="connsiteX614" fmla="*/ 2705767 w 5737927"/>
                <a:gd name="connsiteY614" fmla="*/ 1360726 h 1435793"/>
                <a:gd name="connsiteX615" fmla="*/ 1884813 w 5737927"/>
                <a:gd name="connsiteY615" fmla="*/ 1361095 h 1435793"/>
                <a:gd name="connsiteX616" fmla="*/ 1879910 w 5737927"/>
                <a:gd name="connsiteY616" fmla="*/ 1360931 h 1435793"/>
                <a:gd name="connsiteX617" fmla="*/ 1875132 w 5737927"/>
                <a:gd name="connsiteY617" fmla="*/ 1360808 h 1435793"/>
                <a:gd name="connsiteX618" fmla="*/ 1873939 w 5737927"/>
                <a:gd name="connsiteY618" fmla="*/ 1360808 h 1435793"/>
                <a:gd name="connsiteX619" fmla="*/ 1886070 w 5737927"/>
                <a:gd name="connsiteY619" fmla="*/ 1351769 h 1435793"/>
                <a:gd name="connsiteX620" fmla="*/ 1891790 w 5737927"/>
                <a:gd name="connsiteY620" fmla="*/ 1352056 h 1435793"/>
                <a:gd name="connsiteX621" fmla="*/ 1897572 w 5737927"/>
                <a:gd name="connsiteY621" fmla="*/ 1352303 h 1435793"/>
                <a:gd name="connsiteX622" fmla="*/ 1898138 w 5737927"/>
                <a:gd name="connsiteY622" fmla="*/ 1352303 h 1435793"/>
                <a:gd name="connsiteX623" fmla="*/ 1884813 w 5737927"/>
                <a:gd name="connsiteY623" fmla="*/ 1361095 h 1435793"/>
                <a:gd name="connsiteX624" fmla="*/ 1873687 w 5737927"/>
                <a:gd name="connsiteY624" fmla="*/ 1361630 h 1435793"/>
                <a:gd name="connsiteX625" fmla="*/ 1872618 w 5737927"/>
                <a:gd name="connsiteY625" fmla="*/ 1360849 h 1435793"/>
                <a:gd name="connsiteX626" fmla="*/ 1873866 w 5737927"/>
                <a:gd name="connsiteY626" fmla="*/ 1360849 h 1435793"/>
                <a:gd name="connsiteX627" fmla="*/ 1873875 w 5737927"/>
                <a:gd name="connsiteY627" fmla="*/ 1360808 h 1435793"/>
                <a:gd name="connsiteX628" fmla="*/ 1873875 w 5737927"/>
                <a:gd name="connsiteY628" fmla="*/ 1360849 h 1435793"/>
                <a:gd name="connsiteX629" fmla="*/ 1873866 w 5737927"/>
                <a:gd name="connsiteY629" fmla="*/ 1360849 h 1435793"/>
                <a:gd name="connsiteX630" fmla="*/ 2802502 w 5737927"/>
                <a:gd name="connsiteY630" fmla="*/ 1368327 h 1435793"/>
                <a:gd name="connsiteX631" fmla="*/ 2798541 w 5737927"/>
                <a:gd name="connsiteY631" fmla="*/ 1365739 h 1435793"/>
                <a:gd name="connsiteX632" fmla="*/ 2802730 w 5737927"/>
                <a:gd name="connsiteY632" fmla="*/ 1363409 h 1435793"/>
                <a:gd name="connsiteX633" fmla="*/ 2802690 w 5737927"/>
                <a:gd name="connsiteY633" fmla="*/ 1363396 h 1435793"/>
                <a:gd name="connsiteX634" fmla="*/ 2802753 w 5737927"/>
                <a:gd name="connsiteY634" fmla="*/ 1363396 h 1435793"/>
                <a:gd name="connsiteX635" fmla="*/ 2802730 w 5737927"/>
                <a:gd name="connsiteY635" fmla="*/ 1363409 h 1435793"/>
                <a:gd name="connsiteX636" fmla="*/ 2806650 w 5737927"/>
                <a:gd name="connsiteY636" fmla="*/ 1364629 h 1435793"/>
                <a:gd name="connsiteX637" fmla="*/ 2914321 w 5737927"/>
                <a:gd name="connsiteY637" fmla="*/ 1369601 h 1435793"/>
                <a:gd name="connsiteX638" fmla="*/ 2903636 w 5737927"/>
                <a:gd name="connsiteY638" fmla="*/ 1366601 h 1435793"/>
                <a:gd name="connsiteX639" fmla="*/ 2911430 w 5737927"/>
                <a:gd name="connsiteY639" fmla="*/ 1362328 h 1435793"/>
                <a:gd name="connsiteX640" fmla="*/ 2911681 w 5737927"/>
                <a:gd name="connsiteY640" fmla="*/ 1362328 h 1435793"/>
                <a:gd name="connsiteX641" fmla="*/ 2922304 w 5737927"/>
                <a:gd name="connsiteY641" fmla="*/ 1365040 h 1435793"/>
                <a:gd name="connsiteX642" fmla="*/ 2914698 w 5737927"/>
                <a:gd name="connsiteY642" fmla="*/ 1369601 h 1435793"/>
                <a:gd name="connsiteX643" fmla="*/ 2914321 w 5737927"/>
                <a:gd name="connsiteY643" fmla="*/ 1369601 h 1435793"/>
                <a:gd name="connsiteX644" fmla="*/ 2597656 w 5737927"/>
                <a:gd name="connsiteY644" fmla="*/ 1418167 h 1435793"/>
                <a:gd name="connsiteX645" fmla="*/ 2571759 w 5737927"/>
                <a:gd name="connsiteY645" fmla="*/ 1415044 h 1435793"/>
                <a:gd name="connsiteX646" fmla="*/ 2569999 w 5737927"/>
                <a:gd name="connsiteY646" fmla="*/ 1413894 h 1435793"/>
                <a:gd name="connsiteX647" fmla="*/ 2568491 w 5737927"/>
                <a:gd name="connsiteY647" fmla="*/ 1412291 h 1435793"/>
                <a:gd name="connsiteX648" fmla="*/ 2570942 w 5737927"/>
                <a:gd name="connsiteY648" fmla="*/ 1410812 h 1435793"/>
                <a:gd name="connsiteX649" fmla="*/ 2573519 w 5737927"/>
                <a:gd name="connsiteY649" fmla="*/ 1409661 h 1435793"/>
                <a:gd name="connsiteX650" fmla="*/ 2608278 w 5737927"/>
                <a:gd name="connsiteY650" fmla="*/ 1401978 h 1435793"/>
                <a:gd name="connsiteX651" fmla="*/ 2609975 w 5737927"/>
                <a:gd name="connsiteY651" fmla="*/ 1401567 h 1435793"/>
                <a:gd name="connsiteX652" fmla="*/ 2609912 w 5737927"/>
                <a:gd name="connsiteY652" fmla="*/ 1401526 h 1435793"/>
                <a:gd name="connsiteX653" fmla="*/ 2625752 w 5737927"/>
                <a:gd name="connsiteY653" fmla="*/ 1411100 h 1435793"/>
                <a:gd name="connsiteX654" fmla="*/ 2625249 w 5737927"/>
                <a:gd name="connsiteY654" fmla="*/ 1414346 h 1435793"/>
                <a:gd name="connsiteX655" fmla="*/ 2597656 w 5737927"/>
                <a:gd name="connsiteY655" fmla="*/ 1418167 h 1435793"/>
                <a:gd name="connsiteX656" fmla="*/ 2667048 w 5737927"/>
                <a:gd name="connsiteY656" fmla="*/ 1426178 h 1435793"/>
                <a:gd name="connsiteX657" fmla="*/ 2662522 w 5737927"/>
                <a:gd name="connsiteY657" fmla="*/ 1424494 h 1435793"/>
                <a:gd name="connsiteX658" fmla="*/ 2658122 w 5737927"/>
                <a:gd name="connsiteY658" fmla="*/ 1421864 h 1435793"/>
                <a:gd name="connsiteX659" fmla="*/ 2666922 w 5737927"/>
                <a:gd name="connsiteY659" fmla="*/ 1417838 h 1435793"/>
                <a:gd name="connsiteX660" fmla="*/ 2669122 w 5737927"/>
                <a:gd name="connsiteY660" fmla="*/ 1417674 h 1435793"/>
                <a:gd name="connsiteX661" fmla="*/ 2669185 w 5737927"/>
                <a:gd name="connsiteY661" fmla="*/ 1417715 h 1435793"/>
                <a:gd name="connsiteX662" fmla="*/ 2676916 w 5737927"/>
                <a:gd name="connsiteY662" fmla="*/ 1423303 h 1435793"/>
                <a:gd name="connsiteX663" fmla="*/ 2667865 w 5737927"/>
                <a:gd name="connsiteY663" fmla="*/ 1426178 h 1435793"/>
                <a:gd name="connsiteX664" fmla="*/ 2667048 w 5737927"/>
                <a:gd name="connsiteY664" fmla="*/ 1426178 h 1435793"/>
                <a:gd name="connsiteX665" fmla="*/ 2678991 w 5737927"/>
                <a:gd name="connsiteY665" fmla="*/ 1435793 h 1435793"/>
                <a:gd name="connsiteX666" fmla="*/ 2700298 w 5737927"/>
                <a:gd name="connsiteY666" fmla="*/ 1432999 h 1435793"/>
                <a:gd name="connsiteX667" fmla="*/ 2706270 w 5737927"/>
                <a:gd name="connsiteY667" fmla="*/ 1411634 h 1435793"/>
                <a:gd name="connsiteX668" fmla="*/ 2718212 w 5737927"/>
                <a:gd name="connsiteY668" fmla="*/ 1395897 h 1435793"/>
                <a:gd name="connsiteX669" fmla="*/ 2728017 w 5737927"/>
                <a:gd name="connsiteY669" fmla="*/ 1393226 h 1435793"/>
                <a:gd name="connsiteX670" fmla="*/ 2731349 w 5737927"/>
                <a:gd name="connsiteY670" fmla="*/ 1396883 h 1435793"/>
                <a:gd name="connsiteX671" fmla="*/ 2731977 w 5737927"/>
                <a:gd name="connsiteY671" fmla="*/ 1406169 h 1435793"/>
                <a:gd name="connsiteX672" fmla="*/ 2741280 w 5737927"/>
                <a:gd name="connsiteY672" fmla="*/ 1425932 h 1435793"/>
                <a:gd name="connsiteX673" fmla="*/ 2763468 w 5737927"/>
                <a:gd name="connsiteY673" fmla="*/ 1419522 h 1435793"/>
                <a:gd name="connsiteX674" fmla="*/ 2795776 w 5737927"/>
                <a:gd name="connsiteY674" fmla="*/ 1408264 h 1435793"/>
                <a:gd name="connsiteX675" fmla="*/ 2797284 w 5737927"/>
                <a:gd name="connsiteY675" fmla="*/ 1404361 h 1435793"/>
                <a:gd name="connsiteX676" fmla="*/ 2815073 w 5737927"/>
                <a:gd name="connsiteY676" fmla="*/ 1393062 h 1435793"/>
                <a:gd name="connsiteX677" fmla="*/ 2829718 w 5737927"/>
                <a:gd name="connsiteY677" fmla="*/ 1400704 h 1435793"/>
                <a:gd name="connsiteX678" fmla="*/ 2852220 w 5737927"/>
                <a:gd name="connsiteY678" fmla="*/ 1408470 h 1435793"/>
                <a:gd name="connsiteX679" fmla="*/ 2869694 w 5737927"/>
                <a:gd name="connsiteY679" fmla="*/ 1405388 h 1435793"/>
                <a:gd name="connsiteX680" fmla="*/ 2891819 w 5737927"/>
                <a:gd name="connsiteY680" fmla="*/ 1397376 h 1435793"/>
                <a:gd name="connsiteX681" fmla="*/ 2924441 w 5737927"/>
                <a:gd name="connsiteY681" fmla="*/ 1378640 h 1435793"/>
                <a:gd name="connsiteX682" fmla="*/ 2929721 w 5737927"/>
                <a:gd name="connsiteY682" fmla="*/ 1378887 h 1435793"/>
                <a:gd name="connsiteX683" fmla="*/ 2929846 w 5737927"/>
                <a:gd name="connsiteY683" fmla="*/ 1378887 h 1435793"/>
                <a:gd name="connsiteX684" fmla="*/ 2936761 w 5737927"/>
                <a:gd name="connsiteY684" fmla="*/ 1372271 h 1435793"/>
                <a:gd name="connsiteX685" fmla="*/ 2943738 w 5737927"/>
                <a:gd name="connsiteY685" fmla="*/ 1363972 h 1435793"/>
                <a:gd name="connsiteX686" fmla="*/ 2951846 w 5737927"/>
                <a:gd name="connsiteY686" fmla="*/ 1367464 h 1435793"/>
                <a:gd name="connsiteX687" fmla="*/ 2976799 w 5737927"/>
                <a:gd name="connsiteY687" fmla="*/ 1379256 h 1435793"/>
                <a:gd name="connsiteX688" fmla="*/ 2994147 w 5737927"/>
                <a:gd name="connsiteY688" fmla="*/ 1373257 h 1435793"/>
                <a:gd name="connsiteX689" fmla="*/ 3010490 w 5737927"/>
                <a:gd name="connsiteY689" fmla="*/ 1369888 h 1435793"/>
                <a:gd name="connsiteX690" fmla="*/ 3017718 w 5737927"/>
                <a:gd name="connsiteY690" fmla="*/ 1371285 h 1435793"/>
                <a:gd name="connsiteX691" fmla="*/ 3034124 w 5737927"/>
                <a:gd name="connsiteY691" fmla="*/ 1377695 h 1435793"/>
                <a:gd name="connsiteX692" fmla="*/ 3055997 w 5737927"/>
                <a:gd name="connsiteY692" fmla="*/ 1370505 h 1435793"/>
                <a:gd name="connsiteX693" fmla="*/ 3097419 w 5737927"/>
                <a:gd name="connsiteY693" fmla="*/ 1360438 h 1435793"/>
                <a:gd name="connsiteX694" fmla="*/ 3122247 w 5737927"/>
                <a:gd name="connsiteY694" fmla="*/ 1364095 h 1435793"/>
                <a:gd name="connsiteX695" fmla="*/ 3183782 w 5737927"/>
                <a:gd name="connsiteY695" fmla="*/ 1370751 h 1435793"/>
                <a:gd name="connsiteX696" fmla="*/ 3200502 w 5737927"/>
                <a:gd name="connsiteY696" fmla="*/ 1370956 h 1435793"/>
                <a:gd name="connsiteX697" fmla="*/ 3207604 w 5737927"/>
                <a:gd name="connsiteY697" fmla="*/ 1370956 h 1435793"/>
                <a:gd name="connsiteX698" fmla="*/ 3214519 w 5737927"/>
                <a:gd name="connsiteY698" fmla="*/ 1370956 h 1435793"/>
                <a:gd name="connsiteX699" fmla="*/ 3234947 w 5737927"/>
                <a:gd name="connsiteY699" fmla="*/ 1371285 h 1435793"/>
                <a:gd name="connsiteX700" fmla="*/ 3245883 w 5737927"/>
                <a:gd name="connsiteY700" fmla="*/ 1379831 h 1435793"/>
                <a:gd name="connsiteX701" fmla="*/ 3270208 w 5737927"/>
                <a:gd name="connsiteY701" fmla="*/ 1381311 h 1435793"/>
                <a:gd name="connsiteX702" fmla="*/ 3282528 w 5737927"/>
                <a:gd name="connsiteY702" fmla="*/ 1379380 h 1435793"/>
                <a:gd name="connsiteX703" fmla="*/ 3356007 w 5737927"/>
                <a:gd name="connsiteY703" fmla="*/ 1370463 h 1435793"/>
                <a:gd name="connsiteX704" fmla="*/ 3379011 w 5737927"/>
                <a:gd name="connsiteY704" fmla="*/ 1364095 h 1435793"/>
                <a:gd name="connsiteX705" fmla="*/ 3388377 w 5737927"/>
                <a:gd name="connsiteY705" fmla="*/ 1362410 h 1435793"/>
                <a:gd name="connsiteX706" fmla="*/ 3396233 w 5737927"/>
                <a:gd name="connsiteY706" fmla="*/ 1365246 h 1435793"/>
                <a:gd name="connsiteX707" fmla="*/ 3391897 w 5737927"/>
                <a:gd name="connsiteY707" fmla="*/ 1372559 h 1435793"/>
                <a:gd name="connsiteX708" fmla="*/ 3387434 w 5737927"/>
                <a:gd name="connsiteY708" fmla="*/ 1390227 h 1435793"/>
                <a:gd name="connsiteX709" fmla="*/ 3393216 w 5737927"/>
                <a:gd name="connsiteY709" fmla="*/ 1397294 h 1435793"/>
                <a:gd name="connsiteX710" fmla="*/ 3397051 w 5737927"/>
                <a:gd name="connsiteY710" fmla="*/ 1393596 h 1435793"/>
                <a:gd name="connsiteX711" fmla="*/ 3436398 w 5737927"/>
                <a:gd name="connsiteY711" fmla="*/ 1371039 h 1435793"/>
                <a:gd name="connsiteX712" fmla="*/ 3444506 w 5737927"/>
                <a:gd name="connsiteY712" fmla="*/ 1371327 h 1435793"/>
                <a:gd name="connsiteX713" fmla="*/ 3481089 w 5737927"/>
                <a:gd name="connsiteY713" fmla="*/ 1377202 h 1435793"/>
                <a:gd name="connsiteX714" fmla="*/ 3489700 w 5737927"/>
                <a:gd name="connsiteY714" fmla="*/ 1378763 h 1435793"/>
                <a:gd name="connsiteX715" fmla="*/ 3498311 w 5737927"/>
                <a:gd name="connsiteY715" fmla="*/ 1377325 h 1435793"/>
                <a:gd name="connsiteX716" fmla="*/ 3522825 w 5737927"/>
                <a:gd name="connsiteY716" fmla="*/ 1370628 h 1435793"/>
                <a:gd name="connsiteX717" fmla="*/ 3533698 w 5737927"/>
                <a:gd name="connsiteY717" fmla="*/ 1373422 h 1435793"/>
                <a:gd name="connsiteX718" fmla="*/ 3543693 w 5737927"/>
                <a:gd name="connsiteY718" fmla="*/ 1376586 h 1435793"/>
                <a:gd name="connsiteX719" fmla="*/ 3554126 w 5737927"/>
                <a:gd name="connsiteY719" fmla="*/ 1373915 h 1435793"/>
                <a:gd name="connsiteX720" fmla="*/ 3563303 w 5737927"/>
                <a:gd name="connsiteY720" fmla="*/ 1371244 h 1435793"/>
                <a:gd name="connsiteX721" fmla="*/ 3566257 w 5737927"/>
                <a:gd name="connsiteY721" fmla="*/ 1371737 h 1435793"/>
                <a:gd name="connsiteX722" fmla="*/ 3583291 w 5737927"/>
                <a:gd name="connsiteY722" fmla="*/ 1374572 h 1435793"/>
                <a:gd name="connsiteX723" fmla="*/ 3605417 w 5737927"/>
                <a:gd name="connsiteY723" fmla="*/ 1371820 h 1435793"/>
                <a:gd name="connsiteX724" fmla="*/ 3619811 w 5737927"/>
                <a:gd name="connsiteY724" fmla="*/ 1370669 h 1435793"/>
                <a:gd name="connsiteX725" fmla="*/ 3649352 w 5737927"/>
                <a:gd name="connsiteY725" fmla="*/ 1372477 h 1435793"/>
                <a:gd name="connsiteX726" fmla="*/ 3650673 w 5737927"/>
                <a:gd name="connsiteY726" fmla="*/ 1379133 h 1435793"/>
                <a:gd name="connsiteX727" fmla="*/ 3644324 w 5737927"/>
                <a:gd name="connsiteY727" fmla="*/ 1391049 h 1435793"/>
                <a:gd name="connsiteX728" fmla="*/ 3650044 w 5737927"/>
                <a:gd name="connsiteY728" fmla="*/ 1396061 h 1435793"/>
                <a:gd name="connsiteX729" fmla="*/ 3662301 w 5737927"/>
                <a:gd name="connsiteY729" fmla="*/ 1391090 h 1435793"/>
                <a:gd name="connsiteX730" fmla="*/ 3716545 w 5737927"/>
                <a:gd name="connsiteY730" fmla="*/ 1381146 h 1435793"/>
                <a:gd name="connsiteX731" fmla="*/ 3721322 w 5737927"/>
                <a:gd name="connsiteY731" fmla="*/ 1381270 h 1435793"/>
                <a:gd name="connsiteX732" fmla="*/ 3734522 w 5737927"/>
                <a:gd name="connsiteY732" fmla="*/ 1380695 h 1435793"/>
                <a:gd name="connsiteX733" fmla="*/ 3747658 w 5737927"/>
                <a:gd name="connsiteY733" fmla="*/ 1380119 h 1435793"/>
                <a:gd name="connsiteX734" fmla="*/ 3772361 w 5737927"/>
                <a:gd name="connsiteY734" fmla="*/ 1385091 h 1435793"/>
                <a:gd name="connsiteX735" fmla="*/ 3796183 w 5737927"/>
                <a:gd name="connsiteY735" fmla="*/ 1389282 h 1435793"/>
                <a:gd name="connsiteX736" fmla="*/ 3816610 w 5737927"/>
                <a:gd name="connsiteY736" fmla="*/ 1389528 h 1435793"/>
                <a:gd name="connsiteX737" fmla="*/ 3830062 w 5737927"/>
                <a:gd name="connsiteY737" fmla="*/ 1389487 h 1435793"/>
                <a:gd name="connsiteX738" fmla="*/ 3843513 w 5737927"/>
                <a:gd name="connsiteY738" fmla="*/ 1389446 h 1435793"/>
                <a:gd name="connsiteX739" fmla="*/ 3853758 w 5737927"/>
                <a:gd name="connsiteY739" fmla="*/ 1389487 h 1435793"/>
                <a:gd name="connsiteX740" fmla="*/ 3854890 w 5737927"/>
                <a:gd name="connsiteY740" fmla="*/ 1389487 h 1435793"/>
                <a:gd name="connsiteX741" fmla="*/ 3892855 w 5737927"/>
                <a:gd name="connsiteY741" fmla="*/ 1384187 h 1435793"/>
                <a:gd name="connsiteX742" fmla="*/ 3930757 w 5737927"/>
                <a:gd name="connsiteY742" fmla="*/ 1378887 h 1435793"/>
                <a:gd name="connsiteX743" fmla="*/ 3940436 w 5737927"/>
                <a:gd name="connsiteY743" fmla="*/ 1379380 h 1435793"/>
                <a:gd name="connsiteX744" fmla="*/ 3945716 w 5737927"/>
                <a:gd name="connsiteY744" fmla="*/ 1377202 h 1435793"/>
                <a:gd name="connsiteX745" fmla="*/ 3947538 w 5737927"/>
                <a:gd name="connsiteY745" fmla="*/ 1374367 h 1435793"/>
                <a:gd name="connsiteX746" fmla="*/ 3943013 w 5737927"/>
                <a:gd name="connsiteY746" fmla="*/ 1371244 h 1435793"/>
                <a:gd name="connsiteX747" fmla="*/ 3930002 w 5737927"/>
                <a:gd name="connsiteY747" fmla="*/ 1365492 h 1435793"/>
                <a:gd name="connsiteX748" fmla="*/ 3943202 w 5737927"/>
                <a:gd name="connsiteY748" fmla="*/ 1355179 h 1435793"/>
                <a:gd name="connsiteX749" fmla="*/ 3946973 w 5737927"/>
                <a:gd name="connsiteY749" fmla="*/ 1355877 h 1435793"/>
                <a:gd name="connsiteX750" fmla="*/ 3958162 w 5737927"/>
                <a:gd name="connsiteY750" fmla="*/ 1358836 h 1435793"/>
                <a:gd name="connsiteX751" fmla="*/ 3967778 w 5737927"/>
                <a:gd name="connsiteY751" fmla="*/ 1354932 h 1435793"/>
                <a:gd name="connsiteX752" fmla="*/ 3981795 w 5737927"/>
                <a:gd name="connsiteY752" fmla="*/ 1345852 h 1435793"/>
                <a:gd name="connsiteX753" fmla="*/ 3986069 w 5737927"/>
                <a:gd name="connsiteY753" fmla="*/ 1346632 h 1435793"/>
                <a:gd name="connsiteX754" fmla="*/ 3990280 w 5737927"/>
                <a:gd name="connsiteY754" fmla="*/ 1359246 h 1435793"/>
                <a:gd name="connsiteX755" fmla="*/ 3990280 w 5737927"/>
                <a:gd name="connsiteY755" fmla="*/ 1363766 h 1435793"/>
                <a:gd name="connsiteX756" fmla="*/ 3998137 w 5737927"/>
                <a:gd name="connsiteY756" fmla="*/ 1367711 h 1435793"/>
                <a:gd name="connsiteX757" fmla="*/ 4016554 w 5737927"/>
                <a:gd name="connsiteY757" fmla="*/ 1361794 h 1435793"/>
                <a:gd name="connsiteX758" fmla="*/ 4026359 w 5737927"/>
                <a:gd name="connsiteY758" fmla="*/ 1365410 h 1435793"/>
                <a:gd name="connsiteX759" fmla="*/ 4033085 w 5737927"/>
                <a:gd name="connsiteY759" fmla="*/ 1368204 h 1435793"/>
                <a:gd name="connsiteX760" fmla="*/ 4040627 w 5737927"/>
                <a:gd name="connsiteY760" fmla="*/ 1365739 h 1435793"/>
                <a:gd name="connsiteX761" fmla="*/ 4047793 w 5737927"/>
                <a:gd name="connsiteY761" fmla="*/ 1363273 h 1435793"/>
                <a:gd name="connsiteX762" fmla="*/ 4052067 w 5737927"/>
                <a:gd name="connsiteY762" fmla="*/ 1364711 h 1435793"/>
                <a:gd name="connsiteX763" fmla="*/ 4059861 w 5737927"/>
                <a:gd name="connsiteY763" fmla="*/ 1367628 h 1435793"/>
                <a:gd name="connsiteX764" fmla="*/ 4072181 w 5737927"/>
                <a:gd name="connsiteY764" fmla="*/ 1361630 h 1435793"/>
                <a:gd name="connsiteX765" fmla="*/ 4081232 w 5737927"/>
                <a:gd name="connsiteY765" fmla="*/ 1340141 h 1435793"/>
                <a:gd name="connsiteX766" fmla="*/ 4092483 w 5737927"/>
                <a:gd name="connsiteY766" fmla="*/ 1334265 h 1435793"/>
                <a:gd name="connsiteX767" fmla="*/ 4096191 w 5737927"/>
                <a:gd name="connsiteY767" fmla="*/ 1334594 h 1435793"/>
                <a:gd name="connsiteX768" fmla="*/ 4104614 w 5737927"/>
                <a:gd name="connsiteY768" fmla="*/ 1340223 h 1435793"/>
                <a:gd name="connsiteX769" fmla="*/ 4105431 w 5737927"/>
                <a:gd name="connsiteY769" fmla="*/ 1349468 h 1435793"/>
                <a:gd name="connsiteX770" fmla="*/ 4129002 w 5737927"/>
                <a:gd name="connsiteY770" fmla="*/ 1365615 h 1435793"/>
                <a:gd name="connsiteX771" fmla="*/ 4151944 w 5737927"/>
                <a:gd name="connsiteY771" fmla="*/ 1370998 h 1435793"/>
                <a:gd name="connsiteX772" fmla="*/ 4164327 w 5737927"/>
                <a:gd name="connsiteY772" fmla="*/ 1368204 h 1435793"/>
                <a:gd name="connsiteX773" fmla="*/ 4195629 w 5737927"/>
                <a:gd name="connsiteY773" fmla="*/ 1360438 h 1435793"/>
                <a:gd name="connsiteX774" fmla="*/ 4223348 w 5737927"/>
                <a:gd name="connsiteY774" fmla="*/ 1367135 h 1435793"/>
                <a:gd name="connsiteX775" fmla="*/ 4249622 w 5737927"/>
                <a:gd name="connsiteY775" fmla="*/ 1362821 h 1435793"/>
                <a:gd name="connsiteX776" fmla="*/ 4268165 w 5737927"/>
                <a:gd name="connsiteY776" fmla="*/ 1369765 h 1435793"/>
                <a:gd name="connsiteX777" fmla="*/ 4279667 w 5737927"/>
                <a:gd name="connsiteY777" fmla="*/ 1368245 h 1435793"/>
                <a:gd name="connsiteX778" fmla="*/ 4306757 w 5737927"/>
                <a:gd name="connsiteY778" fmla="*/ 1361547 h 1435793"/>
                <a:gd name="connsiteX779" fmla="*/ 4315431 w 5737927"/>
                <a:gd name="connsiteY779" fmla="*/ 1361671 h 1435793"/>
                <a:gd name="connsiteX780" fmla="*/ 4334603 w 5737927"/>
                <a:gd name="connsiteY780" fmla="*/ 1361835 h 1435793"/>
                <a:gd name="connsiteX781" fmla="*/ 4346482 w 5737927"/>
                <a:gd name="connsiteY781" fmla="*/ 1361835 h 1435793"/>
                <a:gd name="connsiteX782" fmla="*/ 4357921 w 5737927"/>
                <a:gd name="connsiteY782" fmla="*/ 1361835 h 1435793"/>
                <a:gd name="connsiteX783" fmla="*/ 4366659 w 5737927"/>
                <a:gd name="connsiteY783" fmla="*/ 1361835 h 1435793"/>
                <a:gd name="connsiteX784" fmla="*/ 4367099 w 5737927"/>
                <a:gd name="connsiteY784" fmla="*/ 1361835 h 1435793"/>
                <a:gd name="connsiteX785" fmla="*/ 4388532 w 5737927"/>
                <a:gd name="connsiteY785" fmla="*/ 1349016 h 1435793"/>
                <a:gd name="connsiteX786" fmla="*/ 4393498 w 5737927"/>
                <a:gd name="connsiteY786" fmla="*/ 1344989 h 1435793"/>
                <a:gd name="connsiteX787" fmla="*/ 4397207 w 5737927"/>
                <a:gd name="connsiteY787" fmla="*/ 1345934 h 1435793"/>
                <a:gd name="connsiteX788" fmla="*/ 4407389 w 5737927"/>
                <a:gd name="connsiteY788" fmla="*/ 1349878 h 1435793"/>
                <a:gd name="connsiteX789" fmla="*/ 4413612 w 5737927"/>
                <a:gd name="connsiteY789" fmla="*/ 1342729 h 1435793"/>
                <a:gd name="connsiteX790" fmla="*/ 4427629 w 5737927"/>
                <a:gd name="connsiteY790" fmla="*/ 1312899 h 1435793"/>
                <a:gd name="connsiteX791" fmla="*/ 4438376 w 5737927"/>
                <a:gd name="connsiteY791" fmla="*/ 1305832 h 1435793"/>
                <a:gd name="connsiteX792" fmla="*/ 4446737 w 5737927"/>
                <a:gd name="connsiteY792" fmla="*/ 1307311 h 1435793"/>
                <a:gd name="connsiteX793" fmla="*/ 4464336 w 5737927"/>
                <a:gd name="connsiteY793" fmla="*/ 1314707 h 1435793"/>
                <a:gd name="connsiteX794" fmla="*/ 4468736 w 5737927"/>
                <a:gd name="connsiteY794" fmla="*/ 1313598 h 1435793"/>
                <a:gd name="connsiteX795" fmla="*/ 4509655 w 5737927"/>
                <a:gd name="connsiteY795" fmla="*/ 1303244 h 1435793"/>
                <a:gd name="connsiteX796" fmla="*/ 4513678 w 5737927"/>
                <a:gd name="connsiteY796" fmla="*/ 1300327 h 1435793"/>
                <a:gd name="connsiteX797" fmla="*/ 4502866 w 5737927"/>
                <a:gd name="connsiteY797" fmla="*/ 1295848 h 1435793"/>
                <a:gd name="connsiteX798" fmla="*/ 4493690 w 5737927"/>
                <a:gd name="connsiteY798" fmla="*/ 1291287 h 1435793"/>
                <a:gd name="connsiteX799" fmla="*/ 4519460 w 5737927"/>
                <a:gd name="connsiteY799" fmla="*/ 1278139 h 1435793"/>
                <a:gd name="connsiteX800" fmla="*/ 4523357 w 5737927"/>
                <a:gd name="connsiteY800" fmla="*/ 1278838 h 1435793"/>
                <a:gd name="connsiteX801" fmla="*/ 4541899 w 5737927"/>
                <a:gd name="connsiteY801" fmla="*/ 1294985 h 1435793"/>
                <a:gd name="connsiteX802" fmla="*/ 4562831 w 5737927"/>
                <a:gd name="connsiteY802" fmla="*/ 1287877 h 1435793"/>
                <a:gd name="connsiteX803" fmla="*/ 4567607 w 5737927"/>
                <a:gd name="connsiteY803" fmla="*/ 1287425 h 1435793"/>
                <a:gd name="connsiteX804" fmla="*/ 4580241 w 5737927"/>
                <a:gd name="connsiteY804" fmla="*/ 1295396 h 1435793"/>
                <a:gd name="connsiteX805" fmla="*/ 4633794 w 5737927"/>
                <a:gd name="connsiteY805" fmla="*/ 1275140 h 1435793"/>
                <a:gd name="connsiteX806" fmla="*/ 4646365 w 5737927"/>
                <a:gd name="connsiteY806" fmla="*/ 1276742 h 1435793"/>
                <a:gd name="connsiteX807" fmla="*/ 4705324 w 5737927"/>
                <a:gd name="connsiteY807" fmla="*/ 1264334 h 1435793"/>
                <a:gd name="connsiteX808" fmla="*/ 4766545 w 5737927"/>
                <a:gd name="connsiteY808" fmla="*/ 1241407 h 1435793"/>
                <a:gd name="connsiteX809" fmla="*/ 4788418 w 5737927"/>
                <a:gd name="connsiteY809" fmla="*/ 1232819 h 1435793"/>
                <a:gd name="connsiteX810" fmla="*/ 4793258 w 5737927"/>
                <a:gd name="connsiteY810" fmla="*/ 1231628 h 1435793"/>
                <a:gd name="connsiteX811" fmla="*/ 4798350 w 5737927"/>
                <a:gd name="connsiteY811" fmla="*/ 1234504 h 1435793"/>
                <a:gd name="connsiteX812" fmla="*/ 4855045 w 5737927"/>
                <a:gd name="connsiteY812" fmla="*/ 1264950 h 1435793"/>
                <a:gd name="connsiteX813" fmla="*/ 4867931 w 5737927"/>
                <a:gd name="connsiteY813" fmla="*/ 1268401 h 1435793"/>
                <a:gd name="connsiteX814" fmla="*/ 4883079 w 5737927"/>
                <a:gd name="connsiteY814" fmla="*/ 1264292 h 1435793"/>
                <a:gd name="connsiteX815" fmla="*/ 4920981 w 5737927"/>
                <a:gd name="connsiteY815" fmla="*/ 1246296 h 1435793"/>
                <a:gd name="connsiteX816" fmla="*/ 4924123 w 5737927"/>
                <a:gd name="connsiteY816" fmla="*/ 1234504 h 1435793"/>
                <a:gd name="connsiteX817" fmla="*/ 4876856 w 5737927"/>
                <a:gd name="connsiteY817" fmla="*/ 1209810 h 1435793"/>
                <a:gd name="connsiteX818" fmla="*/ 4870382 w 5737927"/>
                <a:gd name="connsiteY818" fmla="*/ 1210344 h 1435793"/>
                <a:gd name="connsiteX819" fmla="*/ 4868936 w 5737927"/>
                <a:gd name="connsiteY819" fmla="*/ 1210467 h 1435793"/>
                <a:gd name="connsiteX820" fmla="*/ 4868838 w 5737927"/>
                <a:gd name="connsiteY820" fmla="*/ 1210156 h 1435793"/>
                <a:gd name="connsiteX821" fmla="*/ 4881026 w 5737927"/>
                <a:gd name="connsiteY821" fmla="*/ 1209504 h 1435793"/>
                <a:gd name="connsiteX822" fmla="*/ 4881066 w 5737927"/>
                <a:gd name="connsiteY822" fmla="*/ 1208962 h 1435793"/>
                <a:gd name="connsiteX823" fmla="*/ 4880112 w 5737927"/>
                <a:gd name="connsiteY823" fmla="*/ 1208905 h 1435793"/>
                <a:gd name="connsiteX824" fmla="*/ 4881118 w 5737927"/>
                <a:gd name="connsiteY824" fmla="*/ 1208251 h 1435793"/>
                <a:gd name="connsiteX825" fmla="*/ 4882079 w 5737927"/>
                <a:gd name="connsiteY825" fmla="*/ 1195097 h 1435793"/>
                <a:gd name="connsiteX826" fmla="*/ 4893651 w 5737927"/>
                <a:gd name="connsiteY826" fmla="*/ 1200104 h 1435793"/>
                <a:gd name="connsiteX827" fmla="*/ 4881118 w 5737927"/>
                <a:gd name="connsiteY827" fmla="*/ 1208251 h 1435793"/>
                <a:gd name="connsiteX828" fmla="*/ 4881066 w 5737927"/>
                <a:gd name="connsiteY828" fmla="*/ 1208962 h 1435793"/>
                <a:gd name="connsiteX829" fmla="*/ 4951892 w 5737927"/>
                <a:gd name="connsiteY829" fmla="*/ 1213142 h 1435793"/>
                <a:gd name="connsiteX830" fmla="*/ 5080177 w 5737927"/>
                <a:gd name="connsiteY830" fmla="*/ 1213090 h 1435793"/>
                <a:gd name="connsiteX831" fmla="*/ 5173368 w 5737927"/>
                <a:gd name="connsiteY831" fmla="*/ 1211688 h 1435793"/>
                <a:gd name="connsiteX832" fmla="*/ 5187676 w 5737927"/>
                <a:gd name="connsiteY832" fmla="*/ 1221479 h 1435793"/>
                <a:gd name="connsiteX833" fmla="*/ 5189248 w 5737927"/>
                <a:gd name="connsiteY833" fmla="*/ 1221479 h 1435793"/>
                <a:gd name="connsiteX834" fmla="*/ 5214893 w 5737927"/>
                <a:gd name="connsiteY834" fmla="*/ 1211413 h 1435793"/>
                <a:gd name="connsiteX835" fmla="*/ 5215216 w 5737927"/>
                <a:gd name="connsiteY835" fmla="*/ 1210994 h 1435793"/>
                <a:gd name="connsiteX836" fmla="*/ 5243887 w 5737927"/>
                <a:gd name="connsiteY836" fmla="*/ 1210409 h 1435793"/>
                <a:gd name="connsiteX837" fmla="*/ 5260019 w 5737927"/>
                <a:gd name="connsiteY837" fmla="*/ 1210065 h 1435793"/>
                <a:gd name="connsiteX838" fmla="*/ 5265338 w 5737927"/>
                <a:gd name="connsiteY838" fmla="*/ 1206933 h 1435793"/>
                <a:gd name="connsiteX839" fmla="*/ 5271336 w 5737927"/>
                <a:gd name="connsiteY839" fmla="*/ 1210344 h 1435793"/>
                <a:gd name="connsiteX840" fmla="*/ 5275296 w 5737927"/>
                <a:gd name="connsiteY840" fmla="*/ 1210837 h 1435793"/>
                <a:gd name="connsiteX841" fmla="*/ 5285102 w 5737927"/>
                <a:gd name="connsiteY841" fmla="*/ 1204222 h 1435793"/>
                <a:gd name="connsiteX842" fmla="*/ 5285671 w 5737927"/>
                <a:gd name="connsiteY842" fmla="*/ 1201529 h 1435793"/>
                <a:gd name="connsiteX843" fmla="*/ 5292950 w 5737927"/>
                <a:gd name="connsiteY843" fmla="*/ 1204861 h 1435793"/>
                <a:gd name="connsiteX844" fmla="*/ 5305012 w 5737927"/>
                <a:gd name="connsiteY844" fmla="*/ 1208232 h 1435793"/>
                <a:gd name="connsiteX845" fmla="*/ 5414480 w 5737927"/>
                <a:gd name="connsiteY845" fmla="*/ 1173744 h 1435793"/>
                <a:gd name="connsiteX846" fmla="*/ 5442672 w 5737927"/>
                <a:gd name="connsiteY846" fmla="*/ 1173744 h 1435793"/>
                <a:gd name="connsiteX847" fmla="*/ 5443686 w 5737927"/>
                <a:gd name="connsiteY847" fmla="*/ 1173899 h 1435793"/>
                <a:gd name="connsiteX848" fmla="*/ 5444488 w 5737927"/>
                <a:gd name="connsiteY848" fmla="*/ 1173744 h 1435793"/>
                <a:gd name="connsiteX849" fmla="*/ 5492733 w 5737927"/>
                <a:gd name="connsiteY849" fmla="*/ 1173744 h 1435793"/>
                <a:gd name="connsiteX850" fmla="*/ 5506716 w 5737927"/>
                <a:gd name="connsiteY850" fmla="*/ 1162335 h 1435793"/>
                <a:gd name="connsiteX851" fmla="*/ 5518060 w 5737927"/>
                <a:gd name="connsiteY851" fmla="*/ 1169975 h 1435793"/>
                <a:gd name="connsiteX852" fmla="*/ 5531684 w 5737927"/>
                <a:gd name="connsiteY852" fmla="*/ 1173406 h 1435793"/>
                <a:gd name="connsiteX853" fmla="*/ 5552741 w 5737927"/>
                <a:gd name="connsiteY853" fmla="*/ 1165600 h 1435793"/>
                <a:gd name="connsiteX854" fmla="*/ 5580460 w 5737927"/>
                <a:gd name="connsiteY854" fmla="*/ 1155533 h 1435793"/>
                <a:gd name="connsiteX855" fmla="*/ 5607236 w 5737927"/>
                <a:gd name="connsiteY855" fmla="*/ 1127470 h 1435793"/>
                <a:gd name="connsiteX856" fmla="*/ 5615344 w 5737927"/>
                <a:gd name="connsiteY856" fmla="*/ 1096572 h 1435793"/>
                <a:gd name="connsiteX857" fmla="*/ 5607613 w 5737927"/>
                <a:gd name="connsiteY857" fmla="*/ 1086588 h 1435793"/>
                <a:gd name="connsiteX858" fmla="*/ 5600699 w 5737927"/>
                <a:gd name="connsiteY858" fmla="*/ 1083588 h 1435793"/>
                <a:gd name="connsiteX859" fmla="*/ 5592528 w 5737927"/>
                <a:gd name="connsiteY859" fmla="*/ 1086670 h 1435793"/>
                <a:gd name="connsiteX860" fmla="*/ 5580648 w 5737927"/>
                <a:gd name="connsiteY860" fmla="*/ 1102489 h 1435793"/>
                <a:gd name="connsiteX861" fmla="*/ 5576751 w 5737927"/>
                <a:gd name="connsiteY861" fmla="*/ 1105735 h 1435793"/>
                <a:gd name="connsiteX862" fmla="*/ 5569334 w 5737927"/>
                <a:gd name="connsiteY862" fmla="*/ 1100886 h 1435793"/>
                <a:gd name="connsiteX863" fmla="*/ 5597808 w 5737927"/>
                <a:gd name="connsiteY863" fmla="*/ 1061483 h 1435793"/>
                <a:gd name="connsiteX864" fmla="*/ 5635458 w 5737927"/>
                <a:gd name="connsiteY864" fmla="*/ 1045007 h 1435793"/>
                <a:gd name="connsiteX865" fmla="*/ 5642372 w 5737927"/>
                <a:gd name="connsiteY865" fmla="*/ 1037775 h 1435793"/>
                <a:gd name="connsiteX866" fmla="*/ 5630995 w 5737927"/>
                <a:gd name="connsiteY866" fmla="*/ 1034611 h 1435793"/>
                <a:gd name="connsiteX867" fmla="*/ 5599065 w 5737927"/>
                <a:gd name="connsiteY867" fmla="*/ 1034118 h 1435793"/>
                <a:gd name="connsiteX868" fmla="*/ 5580899 w 5737927"/>
                <a:gd name="connsiteY868" fmla="*/ 1015259 h 1435793"/>
                <a:gd name="connsiteX869" fmla="*/ 5571723 w 5737927"/>
                <a:gd name="connsiteY869" fmla="*/ 1011315 h 1435793"/>
                <a:gd name="connsiteX870" fmla="*/ 5567008 w 5737927"/>
                <a:gd name="connsiteY870" fmla="*/ 993770 h 1435793"/>
                <a:gd name="connsiteX871" fmla="*/ 5570089 w 5737927"/>
                <a:gd name="connsiteY871" fmla="*/ 971460 h 1435793"/>
                <a:gd name="connsiteX872" fmla="*/ 5592402 w 5737927"/>
                <a:gd name="connsiteY872" fmla="*/ 955147 h 1435793"/>
                <a:gd name="connsiteX873" fmla="*/ 5591134 w 5737927"/>
                <a:gd name="connsiteY873" fmla="*/ 950491 h 1435793"/>
                <a:gd name="connsiteX874" fmla="*/ 5592136 w 5737927"/>
                <a:gd name="connsiteY874" fmla="*/ 949909 h 1435793"/>
                <a:gd name="connsiteX875" fmla="*/ 5600922 w 5737927"/>
                <a:gd name="connsiteY875" fmla="*/ 940458 h 1435793"/>
                <a:gd name="connsiteX876" fmla="*/ 5607424 w 5737927"/>
                <a:gd name="connsiteY876" fmla="*/ 939698 h 1435793"/>
                <a:gd name="connsiteX877" fmla="*/ 5629550 w 5737927"/>
                <a:gd name="connsiteY877" fmla="*/ 931809 h 1435793"/>
                <a:gd name="connsiteX878" fmla="*/ 5671474 w 5737927"/>
                <a:gd name="connsiteY878" fmla="*/ 920018 h 1435793"/>
                <a:gd name="connsiteX879" fmla="*/ 5675937 w 5737927"/>
                <a:gd name="connsiteY879" fmla="*/ 920223 h 1435793"/>
                <a:gd name="connsiteX880" fmla="*/ 5680777 w 5737927"/>
                <a:gd name="connsiteY880" fmla="*/ 917388 h 1435793"/>
                <a:gd name="connsiteX881" fmla="*/ 5672857 w 5737927"/>
                <a:gd name="connsiteY881" fmla="*/ 912416 h 1435793"/>
                <a:gd name="connsiteX882" fmla="*/ 5590454 w 5737927"/>
                <a:gd name="connsiteY882" fmla="*/ 911677 h 1435793"/>
                <a:gd name="connsiteX883" fmla="*/ 5585299 w 5737927"/>
                <a:gd name="connsiteY883" fmla="*/ 906212 h 1435793"/>
                <a:gd name="connsiteX884" fmla="*/ 5602711 w 5737927"/>
                <a:gd name="connsiteY884" fmla="*/ 890100 h 1435793"/>
                <a:gd name="connsiteX885" fmla="*/ 5603115 w 5737927"/>
                <a:gd name="connsiteY885" fmla="*/ 890023 h 1435793"/>
                <a:gd name="connsiteX886" fmla="*/ 5602631 w 5737927"/>
                <a:gd name="connsiteY886" fmla="*/ 890622 h 1435793"/>
                <a:gd name="connsiteX887" fmla="*/ 5609627 w 5737927"/>
                <a:gd name="connsiteY887" fmla="*/ 890622 h 1435793"/>
                <a:gd name="connsiteX888" fmla="*/ 5609143 w 5737927"/>
                <a:gd name="connsiteY888" fmla="*/ 890023 h 1435793"/>
                <a:gd name="connsiteX889" fmla="*/ 5653598 w 5737927"/>
                <a:gd name="connsiteY889" fmla="*/ 883028 h 1435793"/>
                <a:gd name="connsiteX890" fmla="*/ 5633039 w 5737927"/>
                <a:gd name="connsiteY890" fmla="*/ 879437 h 1435793"/>
                <a:gd name="connsiteX891" fmla="*/ 5630294 w 5737927"/>
                <a:gd name="connsiteY891" fmla="*/ 875622 h 1435793"/>
                <a:gd name="connsiteX892" fmla="*/ 5632330 w 5737927"/>
                <a:gd name="connsiteY892" fmla="*/ 874881 h 1435793"/>
                <a:gd name="connsiteX893" fmla="*/ 5637909 w 5737927"/>
                <a:gd name="connsiteY893" fmla="*/ 875067 h 1435793"/>
                <a:gd name="connsiteX894" fmla="*/ 5650354 w 5737927"/>
                <a:gd name="connsiteY894" fmla="*/ 873629 h 1435793"/>
                <a:gd name="connsiteX895" fmla="*/ 5650089 w 5737927"/>
                <a:gd name="connsiteY895" fmla="*/ 868419 h 1435793"/>
                <a:gd name="connsiteX896" fmla="*/ 5651983 w 5737927"/>
                <a:gd name="connsiteY896" fmla="*/ 867730 h 1435793"/>
                <a:gd name="connsiteX897" fmla="*/ 5649999 w 5737927"/>
                <a:gd name="connsiteY897" fmla="*/ 866648 h 1435793"/>
                <a:gd name="connsiteX898" fmla="*/ 5649852 w 5737927"/>
                <a:gd name="connsiteY898" fmla="*/ 863768 h 1435793"/>
                <a:gd name="connsiteX899" fmla="*/ 5645138 w 5737927"/>
                <a:gd name="connsiteY899" fmla="*/ 855921 h 1435793"/>
                <a:gd name="connsiteX900" fmla="*/ 5626281 w 5737927"/>
                <a:gd name="connsiteY900" fmla="*/ 848401 h 1435793"/>
                <a:gd name="connsiteX901" fmla="*/ 5606419 w 5737927"/>
                <a:gd name="connsiteY901" fmla="*/ 828268 h 1435793"/>
                <a:gd name="connsiteX902" fmla="*/ 5601013 w 5737927"/>
                <a:gd name="connsiteY902" fmla="*/ 827981 h 1435793"/>
                <a:gd name="connsiteX903" fmla="*/ 5596520 w 5737927"/>
                <a:gd name="connsiteY903" fmla="*/ 829005 h 1435793"/>
                <a:gd name="connsiteX904" fmla="*/ 5602375 w 5737927"/>
                <a:gd name="connsiteY904" fmla="*/ 824279 h 1435793"/>
                <a:gd name="connsiteX905" fmla="*/ 5641488 w 5737927"/>
                <a:gd name="connsiteY905" fmla="*/ 824526 h 1435793"/>
                <a:gd name="connsiteX906" fmla="*/ 5680776 w 5737927"/>
                <a:gd name="connsiteY906" fmla="*/ 800587 h 1435793"/>
                <a:gd name="connsiteX907" fmla="*/ 5624865 w 5737927"/>
                <a:gd name="connsiteY907" fmla="*/ 787018 h 1435793"/>
                <a:gd name="connsiteX908" fmla="*/ 5621909 w 5737927"/>
                <a:gd name="connsiteY908" fmla="*/ 786284 h 1435793"/>
                <a:gd name="connsiteX909" fmla="*/ 5629650 w 5737927"/>
                <a:gd name="connsiteY909" fmla="*/ 784105 h 1435793"/>
                <a:gd name="connsiteX910" fmla="*/ 5637986 w 5737927"/>
                <a:gd name="connsiteY910" fmla="*/ 768097 h 1435793"/>
                <a:gd name="connsiteX911" fmla="*/ 5620890 w 5737927"/>
                <a:gd name="connsiteY911" fmla="*/ 749114 h 1435793"/>
                <a:gd name="connsiteX912" fmla="*/ 5582297 w 5737927"/>
                <a:gd name="connsiteY912" fmla="*/ 738801 h 1435793"/>
                <a:gd name="connsiteX913" fmla="*/ 5579469 w 5737927"/>
                <a:gd name="connsiteY913" fmla="*/ 738924 h 1435793"/>
                <a:gd name="connsiteX914" fmla="*/ 5569332 w 5737927"/>
                <a:gd name="connsiteY914" fmla="*/ 739329 h 1435793"/>
                <a:gd name="connsiteX915" fmla="*/ 5585786 w 5737927"/>
                <a:gd name="connsiteY915" fmla="*/ 731985 h 1435793"/>
                <a:gd name="connsiteX916" fmla="*/ 5546229 w 5737927"/>
                <a:gd name="connsiteY916" fmla="*/ 697684 h 1435793"/>
                <a:gd name="connsiteX917" fmla="*/ 5605822 w 5737927"/>
                <a:gd name="connsiteY917" fmla="*/ 686848 h 1435793"/>
                <a:gd name="connsiteX918" fmla="*/ 5625283 w 5737927"/>
                <a:gd name="connsiteY918" fmla="*/ 686801 h 1435793"/>
                <a:gd name="connsiteX919" fmla="*/ 5622060 w 5737927"/>
                <a:gd name="connsiteY919" fmla="*/ 672024 h 1435793"/>
                <a:gd name="connsiteX920" fmla="*/ 5602416 w 5737927"/>
                <a:gd name="connsiteY920" fmla="*/ 666638 h 1435793"/>
                <a:gd name="connsiteX921" fmla="*/ 5602738 w 5737927"/>
                <a:gd name="connsiteY921" fmla="*/ 638210 h 1435793"/>
                <a:gd name="connsiteX922" fmla="*/ 5603546 w 5737927"/>
                <a:gd name="connsiteY922" fmla="*/ 638771 h 1435793"/>
                <a:gd name="connsiteX923" fmla="*/ 5598793 w 5737927"/>
                <a:gd name="connsiteY923" fmla="*/ 634031 h 1435793"/>
                <a:gd name="connsiteX924" fmla="*/ 5598002 w 5737927"/>
                <a:gd name="connsiteY924" fmla="*/ 634132 h 1435793"/>
                <a:gd name="connsiteX925" fmla="*/ 5597088 w 5737927"/>
                <a:gd name="connsiteY925" fmla="*/ 633347 h 1435793"/>
                <a:gd name="connsiteX926" fmla="*/ 5598595 w 5737927"/>
                <a:gd name="connsiteY926" fmla="*/ 633833 h 1435793"/>
                <a:gd name="connsiteX927" fmla="*/ 5598793 w 5737927"/>
                <a:gd name="connsiteY927" fmla="*/ 634031 h 1435793"/>
                <a:gd name="connsiteX928" fmla="*/ 5602913 w 5737927"/>
                <a:gd name="connsiteY928" fmla="*/ 633500 h 1435793"/>
                <a:gd name="connsiteX929" fmla="*/ 5600425 w 5737927"/>
                <a:gd name="connsiteY929" fmla="*/ 622163 h 1435793"/>
                <a:gd name="connsiteX930" fmla="*/ 5569210 w 5737927"/>
                <a:gd name="connsiteY930" fmla="*/ 612288 h 1435793"/>
                <a:gd name="connsiteX931" fmla="*/ 5524244 w 5737927"/>
                <a:gd name="connsiteY931" fmla="*/ 612311 h 1435793"/>
                <a:gd name="connsiteX932" fmla="*/ 5497694 w 5737927"/>
                <a:gd name="connsiteY932" fmla="*/ 609672 h 1435793"/>
                <a:gd name="connsiteX933" fmla="*/ 5502030 w 5737927"/>
                <a:gd name="connsiteY933" fmla="*/ 608265 h 1435793"/>
                <a:gd name="connsiteX934" fmla="*/ 5532956 w 5737927"/>
                <a:gd name="connsiteY934" fmla="*/ 607402 h 1435793"/>
                <a:gd name="connsiteX935" fmla="*/ 5540309 w 5737927"/>
                <a:gd name="connsiteY935" fmla="*/ 607566 h 1435793"/>
                <a:gd name="connsiteX936" fmla="*/ 5543012 w 5737927"/>
                <a:gd name="connsiteY936" fmla="*/ 607648 h 1435793"/>
                <a:gd name="connsiteX937" fmla="*/ 5568091 w 5737927"/>
                <a:gd name="connsiteY937" fmla="*/ 598732 h 1435793"/>
                <a:gd name="connsiteX938" fmla="*/ 5591914 w 5737927"/>
                <a:gd name="connsiteY938" fmla="*/ 589200 h 1435793"/>
                <a:gd name="connsiteX939" fmla="*/ 5613033 w 5737927"/>
                <a:gd name="connsiteY939" fmla="*/ 593350 h 1435793"/>
                <a:gd name="connsiteX940" fmla="*/ 5658163 w 5737927"/>
                <a:gd name="connsiteY940" fmla="*/ 607813 h 1435793"/>
                <a:gd name="connsiteX941" fmla="*/ 5663569 w 5737927"/>
                <a:gd name="connsiteY941" fmla="*/ 607525 h 1435793"/>
                <a:gd name="connsiteX942" fmla="*/ 5683431 w 5737927"/>
                <a:gd name="connsiteY942" fmla="*/ 587392 h 1435793"/>
                <a:gd name="connsiteX943" fmla="*/ 5702288 w 5737927"/>
                <a:gd name="connsiteY943" fmla="*/ 579873 h 1435793"/>
                <a:gd name="connsiteX944" fmla="*/ 5707002 w 5737927"/>
                <a:gd name="connsiteY944" fmla="*/ 572025 h 1435793"/>
                <a:gd name="connsiteX945" fmla="*/ 5707504 w 5737927"/>
                <a:gd name="connsiteY945" fmla="*/ 562164 h 1435793"/>
                <a:gd name="connsiteX946" fmla="*/ 5695059 w 5737927"/>
                <a:gd name="connsiteY946" fmla="*/ 560726 h 1435793"/>
                <a:gd name="connsiteX947" fmla="*/ 5688900 w 5737927"/>
                <a:gd name="connsiteY947" fmla="*/ 560932 h 1435793"/>
                <a:gd name="connsiteX948" fmla="*/ 5683997 w 5737927"/>
                <a:gd name="connsiteY948" fmla="*/ 561096 h 1435793"/>
                <a:gd name="connsiteX949" fmla="*/ 5661809 w 5737927"/>
                <a:gd name="connsiteY949" fmla="*/ 547496 h 1435793"/>
                <a:gd name="connsiteX950" fmla="*/ 5642449 w 5737927"/>
                <a:gd name="connsiteY950" fmla="*/ 529581 h 1435793"/>
                <a:gd name="connsiteX951" fmla="*/ 5647604 w 5737927"/>
                <a:gd name="connsiteY951" fmla="*/ 524117 h 1435793"/>
                <a:gd name="connsiteX952" fmla="*/ 5730007 w 5737927"/>
                <a:gd name="connsiteY952" fmla="*/ 523377 h 1435793"/>
                <a:gd name="connsiteX953" fmla="*/ 5737927 w 5737927"/>
                <a:gd name="connsiteY953" fmla="*/ 518406 h 1435793"/>
                <a:gd name="connsiteX954" fmla="*/ 5733087 w 5737927"/>
                <a:gd name="connsiteY954" fmla="*/ 515571 h 1435793"/>
                <a:gd name="connsiteX955" fmla="*/ 5728624 w 5737927"/>
                <a:gd name="connsiteY955" fmla="*/ 515776 h 1435793"/>
                <a:gd name="connsiteX956" fmla="*/ 5686700 w 5737927"/>
                <a:gd name="connsiteY956" fmla="*/ 503984 h 1435793"/>
                <a:gd name="connsiteX957" fmla="*/ 5664574 w 5737927"/>
                <a:gd name="connsiteY957" fmla="*/ 496095 h 1435793"/>
                <a:gd name="connsiteX958" fmla="*/ 5649552 w 5737927"/>
                <a:gd name="connsiteY958" fmla="*/ 480646 h 1435793"/>
                <a:gd name="connsiteX959" fmla="*/ 5627239 w 5737927"/>
                <a:gd name="connsiteY959" fmla="*/ 464334 h 1435793"/>
                <a:gd name="connsiteX960" fmla="*/ 5624158 w 5737927"/>
                <a:gd name="connsiteY960" fmla="*/ 442024 h 1435793"/>
                <a:gd name="connsiteX961" fmla="*/ 5628873 w 5737927"/>
                <a:gd name="connsiteY961" fmla="*/ 424479 h 1435793"/>
                <a:gd name="connsiteX962" fmla="*/ 5638049 w 5737927"/>
                <a:gd name="connsiteY962" fmla="*/ 420534 h 1435793"/>
                <a:gd name="connsiteX963" fmla="*/ 5656215 w 5737927"/>
                <a:gd name="connsiteY963" fmla="*/ 401675 h 1435793"/>
                <a:gd name="connsiteX964" fmla="*/ 5688145 w 5737927"/>
                <a:gd name="connsiteY964" fmla="*/ 401182 h 1435793"/>
                <a:gd name="connsiteX965" fmla="*/ 5699522 w 5737927"/>
                <a:gd name="connsiteY965" fmla="*/ 398018 h 1435793"/>
                <a:gd name="connsiteX966" fmla="*/ 5692608 w 5737927"/>
                <a:gd name="connsiteY966" fmla="*/ 390787 h 1435793"/>
                <a:gd name="connsiteX967" fmla="*/ 5654958 w 5737927"/>
                <a:gd name="connsiteY967" fmla="*/ 374311 h 1435793"/>
                <a:gd name="connsiteX968" fmla="*/ 5626484 w 5737927"/>
                <a:gd name="connsiteY968" fmla="*/ 334907 h 1435793"/>
                <a:gd name="connsiteX969" fmla="*/ 5633901 w 5737927"/>
                <a:gd name="connsiteY969" fmla="*/ 330059 h 1435793"/>
                <a:gd name="connsiteX970" fmla="*/ 5637798 w 5737927"/>
                <a:gd name="connsiteY970" fmla="*/ 333305 h 1435793"/>
                <a:gd name="connsiteX971" fmla="*/ 5649678 w 5737927"/>
                <a:gd name="connsiteY971" fmla="*/ 349124 h 1435793"/>
                <a:gd name="connsiteX972" fmla="*/ 5657849 w 5737927"/>
                <a:gd name="connsiteY972" fmla="*/ 352205 h 1435793"/>
                <a:gd name="connsiteX973" fmla="*/ 5664763 w 5737927"/>
                <a:gd name="connsiteY973" fmla="*/ 349206 h 1435793"/>
                <a:gd name="connsiteX974" fmla="*/ 5672494 w 5737927"/>
                <a:gd name="connsiteY974" fmla="*/ 339222 h 1435793"/>
                <a:gd name="connsiteX975" fmla="*/ 5664386 w 5737927"/>
                <a:gd name="connsiteY975" fmla="*/ 308323 h 1435793"/>
                <a:gd name="connsiteX976" fmla="*/ 5637610 w 5737927"/>
                <a:gd name="connsiteY976" fmla="*/ 280260 h 1435793"/>
                <a:gd name="connsiteX977" fmla="*/ 5609891 w 5737927"/>
                <a:gd name="connsiteY977" fmla="*/ 270194 h 1435793"/>
                <a:gd name="connsiteX978" fmla="*/ 5588834 w 5737927"/>
                <a:gd name="connsiteY978" fmla="*/ 262387 h 1435793"/>
                <a:gd name="connsiteX979" fmla="*/ 5575210 w 5737927"/>
                <a:gd name="connsiteY979" fmla="*/ 265818 h 1435793"/>
                <a:gd name="connsiteX980" fmla="*/ 5564880 w 5737927"/>
                <a:gd name="connsiteY980" fmla="*/ 272775 h 1435793"/>
                <a:gd name="connsiteX981" fmla="*/ 5559414 w 5737927"/>
                <a:gd name="connsiteY981" fmla="*/ 271711 h 1435793"/>
                <a:gd name="connsiteX982" fmla="*/ 5564904 w 5737927"/>
                <a:gd name="connsiteY982" fmla="*/ 255214 h 1435793"/>
                <a:gd name="connsiteX983" fmla="*/ 5550858 w 5737927"/>
                <a:gd name="connsiteY983" fmla="*/ 251137 h 1435793"/>
                <a:gd name="connsiteX984" fmla="*/ 5551180 w 5737927"/>
                <a:gd name="connsiteY984" fmla="*/ 249080 h 1435793"/>
                <a:gd name="connsiteX985" fmla="*/ 5607206 w 5737927"/>
                <a:gd name="connsiteY985" fmla="*/ 251736 h 1435793"/>
                <a:gd name="connsiteX986" fmla="*/ 5474165 w 5737927"/>
                <a:gd name="connsiteY986" fmla="*/ 220801 h 1435793"/>
                <a:gd name="connsiteX987" fmla="*/ 5546713 w 5737927"/>
                <a:gd name="connsiteY987" fmla="*/ 223046 h 1435793"/>
                <a:gd name="connsiteX988" fmla="*/ 5552041 w 5737927"/>
                <a:gd name="connsiteY988" fmla="*/ 220839 h 1435793"/>
                <a:gd name="connsiteX989" fmla="*/ 5525939 w 5737927"/>
                <a:gd name="connsiteY989" fmla="*/ 216238 h 1435793"/>
                <a:gd name="connsiteX990" fmla="*/ 5528038 w 5737927"/>
                <a:gd name="connsiteY990" fmla="*/ 200640 h 1435793"/>
                <a:gd name="connsiteX991" fmla="*/ 5472604 w 5737927"/>
                <a:gd name="connsiteY991" fmla="*/ 200640 h 1435793"/>
                <a:gd name="connsiteX992" fmla="*/ 5485844 w 5737927"/>
                <a:gd name="connsiteY992" fmla="*/ 179843 h 1435793"/>
                <a:gd name="connsiteX993" fmla="*/ 5329500 w 5737927"/>
                <a:gd name="connsiteY993" fmla="*/ 165741 h 1435793"/>
                <a:gd name="connsiteX994" fmla="*/ 5269438 w 5737927"/>
                <a:gd name="connsiteY994" fmla="*/ 163459 h 1435793"/>
                <a:gd name="connsiteX995" fmla="*/ 4657932 w 5737927"/>
                <a:gd name="connsiteY995" fmla="*/ 141004 h 1435793"/>
                <a:gd name="connsiteX996" fmla="*/ 4638167 w 5737927"/>
                <a:gd name="connsiteY996" fmla="*/ 140771 h 1435793"/>
                <a:gd name="connsiteX997" fmla="*/ 4637391 w 5737927"/>
                <a:gd name="connsiteY997" fmla="*/ 140397 h 1435793"/>
                <a:gd name="connsiteX998" fmla="*/ 4636823 w 5737927"/>
                <a:gd name="connsiteY998" fmla="*/ 140755 h 1435793"/>
                <a:gd name="connsiteX999" fmla="*/ 4560241 w 5737927"/>
                <a:gd name="connsiteY999" fmla="*/ 139853 h 1435793"/>
                <a:gd name="connsiteX1000" fmla="*/ 4570828 w 5737927"/>
                <a:gd name="connsiteY1000" fmla="*/ 135467 h 1435793"/>
                <a:gd name="connsiteX1001" fmla="*/ 4566805 w 5737927"/>
                <a:gd name="connsiteY1001" fmla="*/ 132549 h 1435793"/>
                <a:gd name="connsiteX1002" fmla="*/ 4525886 w 5737927"/>
                <a:gd name="connsiteY1002" fmla="*/ 122196 h 1435793"/>
                <a:gd name="connsiteX1003" fmla="*/ 4521486 w 5737927"/>
                <a:gd name="connsiteY1003" fmla="*/ 121086 h 1435793"/>
                <a:gd name="connsiteX1004" fmla="*/ 4503887 w 5737927"/>
                <a:gd name="connsiteY1004" fmla="*/ 128482 h 1435793"/>
                <a:gd name="connsiteX1005" fmla="*/ 4495526 w 5737927"/>
                <a:gd name="connsiteY1005" fmla="*/ 129961 h 1435793"/>
                <a:gd name="connsiteX1006" fmla="*/ 4484779 w 5737927"/>
                <a:gd name="connsiteY1006" fmla="*/ 122894 h 1435793"/>
                <a:gd name="connsiteX1007" fmla="*/ 4470762 w 5737927"/>
                <a:gd name="connsiteY1007" fmla="*/ 93064 h 1435793"/>
                <a:gd name="connsiteX1008" fmla="*/ 4464539 w 5737927"/>
                <a:gd name="connsiteY1008" fmla="*/ 85915 h 1435793"/>
                <a:gd name="connsiteX1009" fmla="*/ 4454357 w 5737927"/>
                <a:gd name="connsiteY1009" fmla="*/ 89859 h 1435793"/>
                <a:gd name="connsiteX1010" fmla="*/ 4450648 w 5737927"/>
                <a:gd name="connsiteY1010" fmla="*/ 90805 h 1435793"/>
                <a:gd name="connsiteX1011" fmla="*/ 4445682 w 5737927"/>
                <a:gd name="connsiteY1011" fmla="*/ 86778 h 1435793"/>
                <a:gd name="connsiteX1012" fmla="*/ 4424249 w 5737927"/>
                <a:gd name="connsiteY1012" fmla="*/ 73958 h 1435793"/>
                <a:gd name="connsiteX1013" fmla="*/ 4423809 w 5737927"/>
                <a:gd name="connsiteY1013" fmla="*/ 73958 h 1435793"/>
                <a:gd name="connsiteX1014" fmla="*/ 4415071 w 5737927"/>
                <a:gd name="connsiteY1014" fmla="*/ 73958 h 1435793"/>
                <a:gd name="connsiteX1015" fmla="*/ 4403632 w 5737927"/>
                <a:gd name="connsiteY1015" fmla="*/ 73958 h 1435793"/>
                <a:gd name="connsiteX1016" fmla="*/ 4391753 w 5737927"/>
                <a:gd name="connsiteY1016" fmla="*/ 73958 h 1435793"/>
                <a:gd name="connsiteX1017" fmla="*/ 4372581 w 5737927"/>
                <a:gd name="connsiteY1017" fmla="*/ 74123 h 1435793"/>
                <a:gd name="connsiteX1018" fmla="*/ 4363907 w 5737927"/>
                <a:gd name="connsiteY1018" fmla="*/ 74246 h 1435793"/>
                <a:gd name="connsiteX1019" fmla="*/ 4336817 w 5737927"/>
                <a:gd name="connsiteY1019" fmla="*/ 67549 h 1435793"/>
                <a:gd name="connsiteX1020" fmla="*/ 4325315 w 5737927"/>
                <a:gd name="connsiteY1020" fmla="*/ 66029 h 1435793"/>
                <a:gd name="connsiteX1021" fmla="*/ 4306772 w 5737927"/>
                <a:gd name="connsiteY1021" fmla="*/ 72972 h 1435793"/>
                <a:gd name="connsiteX1022" fmla="*/ 4280498 w 5737927"/>
                <a:gd name="connsiteY1022" fmla="*/ 68658 h 1435793"/>
                <a:gd name="connsiteX1023" fmla="*/ 4252779 w 5737927"/>
                <a:gd name="connsiteY1023" fmla="*/ 75356 h 1435793"/>
                <a:gd name="connsiteX1024" fmla="*/ 4221477 w 5737927"/>
                <a:gd name="connsiteY1024" fmla="*/ 67590 h 1435793"/>
                <a:gd name="connsiteX1025" fmla="*/ 4209094 w 5737927"/>
                <a:gd name="connsiteY1025" fmla="*/ 64796 h 1435793"/>
                <a:gd name="connsiteX1026" fmla="*/ 4186152 w 5737927"/>
                <a:gd name="connsiteY1026" fmla="*/ 70178 h 1435793"/>
                <a:gd name="connsiteX1027" fmla="*/ 4162581 w 5737927"/>
                <a:gd name="connsiteY1027" fmla="*/ 86326 h 1435793"/>
                <a:gd name="connsiteX1028" fmla="*/ 4161764 w 5737927"/>
                <a:gd name="connsiteY1028" fmla="*/ 95571 h 1435793"/>
                <a:gd name="connsiteX1029" fmla="*/ 4153341 w 5737927"/>
                <a:gd name="connsiteY1029" fmla="*/ 101200 h 1435793"/>
                <a:gd name="connsiteX1030" fmla="*/ 4149633 w 5737927"/>
                <a:gd name="connsiteY1030" fmla="*/ 101528 h 1435793"/>
                <a:gd name="connsiteX1031" fmla="*/ 4138382 w 5737927"/>
                <a:gd name="connsiteY1031" fmla="*/ 95653 h 1435793"/>
                <a:gd name="connsiteX1032" fmla="*/ 4129331 w 5737927"/>
                <a:gd name="connsiteY1032" fmla="*/ 74164 h 1435793"/>
                <a:gd name="connsiteX1033" fmla="*/ 4117011 w 5737927"/>
                <a:gd name="connsiteY1033" fmla="*/ 68165 h 1435793"/>
                <a:gd name="connsiteX1034" fmla="*/ 4109217 w 5737927"/>
                <a:gd name="connsiteY1034" fmla="*/ 71082 h 1435793"/>
                <a:gd name="connsiteX1035" fmla="*/ 4104943 w 5737927"/>
                <a:gd name="connsiteY1035" fmla="*/ 72520 h 1435793"/>
                <a:gd name="connsiteX1036" fmla="*/ 4097777 w 5737927"/>
                <a:gd name="connsiteY1036" fmla="*/ 70055 h 1435793"/>
                <a:gd name="connsiteX1037" fmla="*/ 4090235 w 5737927"/>
                <a:gd name="connsiteY1037" fmla="*/ 67590 h 1435793"/>
                <a:gd name="connsiteX1038" fmla="*/ 4083509 w 5737927"/>
                <a:gd name="connsiteY1038" fmla="*/ 70384 h 1435793"/>
                <a:gd name="connsiteX1039" fmla="*/ 4073704 w 5737927"/>
                <a:gd name="connsiteY1039" fmla="*/ 73999 h 1435793"/>
                <a:gd name="connsiteX1040" fmla="*/ 4055287 w 5737927"/>
                <a:gd name="connsiteY1040" fmla="*/ 68083 h 1435793"/>
                <a:gd name="connsiteX1041" fmla="*/ 4047430 w 5737927"/>
                <a:gd name="connsiteY1041" fmla="*/ 72027 h 1435793"/>
                <a:gd name="connsiteX1042" fmla="*/ 4047430 w 5737927"/>
                <a:gd name="connsiteY1042" fmla="*/ 76547 h 1435793"/>
                <a:gd name="connsiteX1043" fmla="*/ 4043219 w 5737927"/>
                <a:gd name="connsiteY1043" fmla="*/ 89161 h 1435793"/>
                <a:gd name="connsiteX1044" fmla="*/ 4038945 w 5737927"/>
                <a:gd name="connsiteY1044" fmla="*/ 89941 h 1435793"/>
                <a:gd name="connsiteX1045" fmla="*/ 4024928 w 5737927"/>
                <a:gd name="connsiteY1045" fmla="*/ 80861 h 1435793"/>
                <a:gd name="connsiteX1046" fmla="*/ 4015312 w 5737927"/>
                <a:gd name="connsiteY1046" fmla="*/ 76958 h 1435793"/>
                <a:gd name="connsiteX1047" fmla="*/ 4004123 w 5737927"/>
                <a:gd name="connsiteY1047" fmla="*/ 79916 h 1435793"/>
                <a:gd name="connsiteX1048" fmla="*/ 4000352 w 5737927"/>
                <a:gd name="connsiteY1048" fmla="*/ 80615 h 1435793"/>
                <a:gd name="connsiteX1049" fmla="*/ 3987152 w 5737927"/>
                <a:gd name="connsiteY1049" fmla="*/ 70302 h 1435793"/>
                <a:gd name="connsiteX1050" fmla="*/ 4000163 w 5737927"/>
                <a:gd name="connsiteY1050" fmla="*/ 64549 h 1435793"/>
                <a:gd name="connsiteX1051" fmla="*/ 4004688 w 5737927"/>
                <a:gd name="connsiteY1051" fmla="*/ 61427 h 1435793"/>
                <a:gd name="connsiteX1052" fmla="*/ 4002866 w 5737927"/>
                <a:gd name="connsiteY1052" fmla="*/ 58592 h 1435793"/>
                <a:gd name="connsiteX1053" fmla="*/ 3997586 w 5737927"/>
                <a:gd name="connsiteY1053" fmla="*/ 56414 h 1435793"/>
                <a:gd name="connsiteX1054" fmla="*/ 3987907 w 5737927"/>
                <a:gd name="connsiteY1054" fmla="*/ 56907 h 1435793"/>
                <a:gd name="connsiteX1055" fmla="*/ 3950005 w 5737927"/>
                <a:gd name="connsiteY1055" fmla="*/ 51607 h 1435793"/>
                <a:gd name="connsiteX1056" fmla="*/ 3912040 w 5737927"/>
                <a:gd name="connsiteY1056" fmla="*/ 46306 h 1435793"/>
                <a:gd name="connsiteX1057" fmla="*/ 3910908 w 5737927"/>
                <a:gd name="connsiteY1057" fmla="*/ 46306 h 1435793"/>
                <a:gd name="connsiteX1058" fmla="*/ 3900663 w 5737927"/>
                <a:gd name="connsiteY1058" fmla="*/ 46347 h 1435793"/>
                <a:gd name="connsiteX1059" fmla="*/ 3887212 w 5737927"/>
                <a:gd name="connsiteY1059" fmla="*/ 46306 h 1435793"/>
                <a:gd name="connsiteX1060" fmla="*/ 3873760 w 5737927"/>
                <a:gd name="connsiteY1060" fmla="*/ 46265 h 1435793"/>
                <a:gd name="connsiteX1061" fmla="*/ 3853333 w 5737927"/>
                <a:gd name="connsiteY1061" fmla="*/ 46512 h 1435793"/>
                <a:gd name="connsiteX1062" fmla="*/ 3829511 w 5737927"/>
                <a:gd name="connsiteY1062" fmla="*/ 50703 h 1435793"/>
                <a:gd name="connsiteX1063" fmla="*/ 3804808 w 5737927"/>
                <a:gd name="connsiteY1063" fmla="*/ 55674 h 1435793"/>
                <a:gd name="connsiteX1064" fmla="*/ 3791672 w 5737927"/>
                <a:gd name="connsiteY1064" fmla="*/ 55099 h 1435793"/>
                <a:gd name="connsiteX1065" fmla="*/ 3778472 w 5737927"/>
                <a:gd name="connsiteY1065" fmla="*/ 54524 h 1435793"/>
                <a:gd name="connsiteX1066" fmla="*/ 3773695 w 5737927"/>
                <a:gd name="connsiteY1066" fmla="*/ 54647 h 1435793"/>
                <a:gd name="connsiteX1067" fmla="*/ 3719451 w 5737927"/>
                <a:gd name="connsiteY1067" fmla="*/ 44704 h 1435793"/>
                <a:gd name="connsiteX1068" fmla="*/ 3707194 w 5737927"/>
                <a:gd name="connsiteY1068" fmla="*/ 39732 h 1435793"/>
                <a:gd name="connsiteX1069" fmla="*/ 3701474 w 5737927"/>
                <a:gd name="connsiteY1069" fmla="*/ 44745 h 1435793"/>
                <a:gd name="connsiteX1070" fmla="*/ 3707823 w 5737927"/>
                <a:gd name="connsiteY1070" fmla="*/ 56660 h 1435793"/>
                <a:gd name="connsiteX1071" fmla="*/ 3706502 w 5737927"/>
                <a:gd name="connsiteY1071" fmla="*/ 63317 h 1435793"/>
                <a:gd name="connsiteX1072" fmla="*/ 3676961 w 5737927"/>
                <a:gd name="connsiteY1072" fmla="*/ 65124 h 1435793"/>
                <a:gd name="connsiteX1073" fmla="*/ 3662567 w 5737927"/>
                <a:gd name="connsiteY1073" fmla="*/ 63974 h 1435793"/>
                <a:gd name="connsiteX1074" fmla="*/ 3640441 w 5737927"/>
                <a:gd name="connsiteY1074" fmla="*/ 61221 h 1435793"/>
                <a:gd name="connsiteX1075" fmla="*/ 3623407 w 5737927"/>
                <a:gd name="connsiteY1075" fmla="*/ 64056 h 1435793"/>
                <a:gd name="connsiteX1076" fmla="*/ 3620453 w 5737927"/>
                <a:gd name="connsiteY1076" fmla="*/ 64549 h 1435793"/>
                <a:gd name="connsiteX1077" fmla="*/ 3611276 w 5737927"/>
                <a:gd name="connsiteY1077" fmla="*/ 61879 h 1435793"/>
                <a:gd name="connsiteX1078" fmla="*/ 3600843 w 5737927"/>
                <a:gd name="connsiteY1078" fmla="*/ 59208 h 1435793"/>
                <a:gd name="connsiteX1079" fmla="*/ 3590848 w 5737927"/>
                <a:gd name="connsiteY1079" fmla="*/ 62372 h 1435793"/>
                <a:gd name="connsiteX1080" fmla="*/ 3579975 w 5737927"/>
                <a:gd name="connsiteY1080" fmla="*/ 65166 h 1435793"/>
                <a:gd name="connsiteX1081" fmla="*/ 3555461 w 5737927"/>
                <a:gd name="connsiteY1081" fmla="*/ 58468 h 1435793"/>
                <a:gd name="connsiteX1082" fmla="*/ 3546850 w 5737927"/>
                <a:gd name="connsiteY1082" fmla="*/ 57030 h 1435793"/>
                <a:gd name="connsiteX1083" fmla="*/ 3538239 w 5737927"/>
                <a:gd name="connsiteY1083" fmla="*/ 58592 h 1435793"/>
                <a:gd name="connsiteX1084" fmla="*/ 3501656 w 5737927"/>
                <a:gd name="connsiteY1084" fmla="*/ 64467 h 1435793"/>
                <a:gd name="connsiteX1085" fmla="*/ 3493548 w 5737927"/>
                <a:gd name="connsiteY1085" fmla="*/ 64755 h 1435793"/>
                <a:gd name="connsiteX1086" fmla="*/ 3454201 w 5737927"/>
                <a:gd name="connsiteY1086" fmla="*/ 42198 h 1435793"/>
                <a:gd name="connsiteX1087" fmla="*/ 3450366 w 5737927"/>
                <a:gd name="connsiteY1087" fmla="*/ 38499 h 1435793"/>
                <a:gd name="connsiteX1088" fmla="*/ 3444584 w 5737927"/>
                <a:gd name="connsiteY1088" fmla="*/ 45567 h 1435793"/>
                <a:gd name="connsiteX1089" fmla="*/ 3449047 w 5737927"/>
                <a:gd name="connsiteY1089" fmla="*/ 63235 h 1435793"/>
                <a:gd name="connsiteX1090" fmla="*/ 3453383 w 5737927"/>
                <a:gd name="connsiteY1090" fmla="*/ 70548 h 1435793"/>
                <a:gd name="connsiteX1091" fmla="*/ 3445527 w 5737927"/>
                <a:gd name="connsiteY1091" fmla="*/ 73383 h 1435793"/>
                <a:gd name="connsiteX1092" fmla="*/ 3436161 w 5737927"/>
                <a:gd name="connsiteY1092" fmla="*/ 71698 h 1435793"/>
                <a:gd name="connsiteX1093" fmla="*/ 3413157 w 5737927"/>
                <a:gd name="connsiteY1093" fmla="*/ 65330 h 1435793"/>
                <a:gd name="connsiteX1094" fmla="*/ 3339678 w 5737927"/>
                <a:gd name="connsiteY1094" fmla="*/ 56414 h 1435793"/>
                <a:gd name="connsiteX1095" fmla="*/ 3327358 w 5737927"/>
                <a:gd name="connsiteY1095" fmla="*/ 54483 h 1435793"/>
                <a:gd name="connsiteX1096" fmla="*/ 3303033 w 5737927"/>
                <a:gd name="connsiteY1096" fmla="*/ 55962 h 1435793"/>
                <a:gd name="connsiteX1097" fmla="*/ 3292097 w 5737927"/>
                <a:gd name="connsiteY1097" fmla="*/ 64508 h 1435793"/>
                <a:gd name="connsiteX1098" fmla="*/ 3271669 w 5737927"/>
                <a:gd name="connsiteY1098" fmla="*/ 64837 h 1435793"/>
                <a:gd name="connsiteX1099" fmla="*/ 3264754 w 5737927"/>
                <a:gd name="connsiteY1099" fmla="*/ 64837 h 1435793"/>
                <a:gd name="connsiteX1100" fmla="*/ 3257652 w 5737927"/>
                <a:gd name="connsiteY1100" fmla="*/ 64837 h 1435793"/>
                <a:gd name="connsiteX1101" fmla="*/ 3240932 w 5737927"/>
                <a:gd name="connsiteY1101" fmla="*/ 65042 h 1435793"/>
                <a:gd name="connsiteX1102" fmla="*/ 3179397 w 5737927"/>
                <a:gd name="connsiteY1102" fmla="*/ 71698 h 1435793"/>
                <a:gd name="connsiteX1103" fmla="*/ 3154569 w 5737927"/>
                <a:gd name="connsiteY1103" fmla="*/ 75356 h 1435793"/>
                <a:gd name="connsiteX1104" fmla="*/ 3113147 w 5737927"/>
                <a:gd name="connsiteY1104" fmla="*/ 65289 h 1435793"/>
                <a:gd name="connsiteX1105" fmla="*/ 3091274 w 5737927"/>
                <a:gd name="connsiteY1105" fmla="*/ 58099 h 1435793"/>
                <a:gd name="connsiteX1106" fmla="*/ 3074868 w 5737927"/>
                <a:gd name="connsiteY1106" fmla="*/ 64508 h 1435793"/>
                <a:gd name="connsiteX1107" fmla="*/ 3067640 w 5737927"/>
                <a:gd name="connsiteY1107" fmla="*/ 65905 h 1435793"/>
                <a:gd name="connsiteX1108" fmla="*/ 3051297 w 5737927"/>
                <a:gd name="connsiteY1108" fmla="*/ 62536 h 1435793"/>
                <a:gd name="connsiteX1109" fmla="*/ 3033949 w 5737927"/>
                <a:gd name="connsiteY1109" fmla="*/ 56537 h 1435793"/>
                <a:gd name="connsiteX1110" fmla="*/ 3008996 w 5737927"/>
                <a:gd name="connsiteY1110" fmla="*/ 68329 h 1435793"/>
                <a:gd name="connsiteX1111" fmla="*/ 3000888 w 5737927"/>
                <a:gd name="connsiteY1111" fmla="*/ 71822 h 1435793"/>
                <a:gd name="connsiteX1112" fmla="*/ 2993911 w 5737927"/>
                <a:gd name="connsiteY1112" fmla="*/ 63522 h 1435793"/>
                <a:gd name="connsiteX1113" fmla="*/ 2986996 w 5737927"/>
                <a:gd name="connsiteY1113" fmla="*/ 56907 h 1435793"/>
                <a:gd name="connsiteX1114" fmla="*/ 2986871 w 5737927"/>
                <a:gd name="connsiteY1114" fmla="*/ 56907 h 1435793"/>
                <a:gd name="connsiteX1115" fmla="*/ 2981591 w 5737927"/>
                <a:gd name="connsiteY1115" fmla="*/ 57154 h 1435793"/>
                <a:gd name="connsiteX1116" fmla="*/ 2948969 w 5737927"/>
                <a:gd name="connsiteY1116" fmla="*/ 38417 h 1435793"/>
                <a:gd name="connsiteX1117" fmla="*/ 2926844 w 5737927"/>
                <a:gd name="connsiteY1117" fmla="*/ 30405 h 1435793"/>
                <a:gd name="connsiteX1118" fmla="*/ 2909370 w 5737927"/>
                <a:gd name="connsiteY1118" fmla="*/ 27324 h 1435793"/>
                <a:gd name="connsiteX1119" fmla="*/ 2886868 w 5737927"/>
                <a:gd name="connsiteY1119" fmla="*/ 35089 h 1435793"/>
                <a:gd name="connsiteX1120" fmla="*/ 2872223 w 5737927"/>
                <a:gd name="connsiteY1120" fmla="*/ 42732 h 1435793"/>
                <a:gd name="connsiteX1121" fmla="*/ 2854434 w 5737927"/>
                <a:gd name="connsiteY1121" fmla="*/ 31432 h 1435793"/>
                <a:gd name="connsiteX1122" fmla="*/ 2852926 w 5737927"/>
                <a:gd name="connsiteY1122" fmla="*/ 27529 h 1435793"/>
                <a:gd name="connsiteX1123" fmla="*/ 2820618 w 5737927"/>
                <a:gd name="connsiteY1123" fmla="*/ 16271 h 1435793"/>
                <a:gd name="connsiteX1124" fmla="*/ 2798430 w 5737927"/>
                <a:gd name="connsiteY1124" fmla="*/ 9861 h 1435793"/>
                <a:gd name="connsiteX1125" fmla="*/ 2789127 w 5737927"/>
                <a:gd name="connsiteY1125" fmla="*/ 29624 h 1435793"/>
                <a:gd name="connsiteX1126" fmla="*/ 2788499 w 5737927"/>
                <a:gd name="connsiteY1126" fmla="*/ 38911 h 1435793"/>
                <a:gd name="connsiteX1127" fmla="*/ 2785167 w 5737927"/>
                <a:gd name="connsiteY1127" fmla="*/ 42567 h 1435793"/>
                <a:gd name="connsiteX1128" fmla="*/ 2775362 w 5737927"/>
                <a:gd name="connsiteY1128" fmla="*/ 39897 h 1435793"/>
                <a:gd name="connsiteX1129" fmla="*/ 2763420 w 5737927"/>
                <a:gd name="connsiteY1129" fmla="*/ 24160 h 1435793"/>
                <a:gd name="connsiteX1130" fmla="*/ 2757448 w 5737927"/>
                <a:gd name="connsiteY1130" fmla="*/ 2794 h 1435793"/>
                <a:gd name="connsiteX1131" fmla="*/ 2736141 w 5737927"/>
                <a:gd name="connsiteY1131" fmla="*/ 0 h 1435793"/>
                <a:gd name="connsiteX1132" fmla="*/ 2736832 w 5737927"/>
                <a:gd name="connsiteY1132" fmla="*/ 370 h 1435793"/>
                <a:gd name="connsiteX1133" fmla="*/ 2727529 w 5737927"/>
                <a:gd name="connsiteY1133" fmla="*/ 534 h 1435793"/>
                <a:gd name="connsiteX1134" fmla="*/ 2720867 w 5737927"/>
                <a:gd name="connsiteY1134" fmla="*/ 658 h 1435793"/>
                <a:gd name="connsiteX1135" fmla="*/ 2712759 w 5737927"/>
                <a:gd name="connsiteY1135" fmla="*/ 576 h 1435793"/>
                <a:gd name="connsiteX1136" fmla="*/ 2704587 w 5737927"/>
                <a:gd name="connsiteY1136" fmla="*/ 493 h 1435793"/>
                <a:gd name="connsiteX1137" fmla="*/ 2665931 w 5737927"/>
                <a:gd name="connsiteY1137" fmla="*/ 7314 h 1435793"/>
                <a:gd name="connsiteX1138" fmla="*/ 2649337 w 5737927"/>
                <a:gd name="connsiteY1138" fmla="*/ 9985 h 1435793"/>
                <a:gd name="connsiteX1139" fmla="*/ 2622183 w 5737927"/>
                <a:gd name="connsiteY1139" fmla="*/ 8793 h 1435793"/>
                <a:gd name="connsiteX1140" fmla="*/ 2620423 w 5737927"/>
                <a:gd name="connsiteY1140" fmla="*/ 8793 h 1435793"/>
                <a:gd name="connsiteX1141" fmla="*/ 2609612 w 5737927"/>
                <a:gd name="connsiteY1141" fmla="*/ 26050 h 1435793"/>
                <a:gd name="connsiteX1142" fmla="*/ 2600247 w 5737927"/>
                <a:gd name="connsiteY1142" fmla="*/ 36527 h 1435793"/>
                <a:gd name="connsiteX1143" fmla="*/ 2593961 w 5737927"/>
                <a:gd name="connsiteY1143" fmla="*/ 36979 h 1435793"/>
                <a:gd name="connsiteX1144" fmla="*/ 2589625 w 5737927"/>
                <a:gd name="connsiteY1144" fmla="*/ 37596 h 1435793"/>
                <a:gd name="connsiteX1145" fmla="*/ 2577682 w 5737927"/>
                <a:gd name="connsiteY1145" fmla="*/ 34185 h 1435793"/>
                <a:gd name="connsiteX1146" fmla="*/ 2566305 w 5737927"/>
                <a:gd name="connsiteY1146" fmla="*/ 30775 h 1435793"/>
                <a:gd name="connsiteX1147" fmla="*/ 2560271 w 5737927"/>
                <a:gd name="connsiteY1147" fmla="*/ 32296 h 1435793"/>
                <a:gd name="connsiteX1148" fmla="*/ 2537203 w 5737927"/>
                <a:gd name="connsiteY1148" fmla="*/ 36733 h 1435793"/>
                <a:gd name="connsiteX1149" fmla="*/ 2533683 w 5737927"/>
                <a:gd name="connsiteY1149" fmla="*/ 36733 h 1435793"/>
                <a:gd name="connsiteX1150" fmla="*/ 2530163 w 5737927"/>
                <a:gd name="connsiteY1150" fmla="*/ 36733 h 1435793"/>
                <a:gd name="connsiteX1151" fmla="*/ 2523626 w 5737927"/>
                <a:gd name="connsiteY1151" fmla="*/ 36897 h 1435793"/>
                <a:gd name="connsiteX1152" fmla="*/ 2491696 w 5737927"/>
                <a:gd name="connsiteY1152" fmla="*/ 37555 h 1435793"/>
                <a:gd name="connsiteX1153" fmla="*/ 2489873 w 5737927"/>
                <a:gd name="connsiteY1153" fmla="*/ 37555 h 1435793"/>
                <a:gd name="connsiteX1154" fmla="*/ 2478873 w 5737927"/>
                <a:gd name="connsiteY1154" fmla="*/ 37431 h 1435793"/>
                <a:gd name="connsiteX1155" fmla="*/ 2467748 w 5737927"/>
                <a:gd name="connsiteY1155" fmla="*/ 37308 h 1435793"/>
                <a:gd name="connsiteX1156" fmla="*/ 2453479 w 5737927"/>
                <a:gd name="connsiteY1156" fmla="*/ 37801 h 1435793"/>
                <a:gd name="connsiteX1157" fmla="*/ 2450274 w 5737927"/>
                <a:gd name="connsiteY1157" fmla="*/ 47333 h 1435793"/>
                <a:gd name="connsiteX1158" fmla="*/ 2453731 w 5737927"/>
                <a:gd name="connsiteY1158" fmla="*/ 49675 h 1435793"/>
                <a:gd name="connsiteX1159" fmla="*/ 2455177 w 5737927"/>
                <a:gd name="connsiteY1159" fmla="*/ 49388 h 1435793"/>
                <a:gd name="connsiteX1160" fmla="*/ 2455805 w 5737927"/>
                <a:gd name="connsiteY1160" fmla="*/ 49100 h 1435793"/>
                <a:gd name="connsiteX1161" fmla="*/ 2453920 w 5737927"/>
                <a:gd name="connsiteY1161" fmla="*/ 51196 h 1435793"/>
                <a:gd name="connsiteX1162" fmla="*/ 2435692 w 5737927"/>
                <a:gd name="connsiteY1162" fmla="*/ 55962 h 1435793"/>
                <a:gd name="connsiteX1163" fmla="*/ 2420795 w 5737927"/>
                <a:gd name="connsiteY1163" fmla="*/ 51648 h 1435793"/>
                <a:gd name="connsiteX1164" fmla="*/ 2427332 w 5737927"/>
                <a:gd name="connsiteY1164" fmla="*/ 40266 h 1435793"/>
                <a:gd name="connsiteX1165" fmla="*/ 2383584 w 5737927"/>
                <a:gd name="connsiteY1165" fmla="*/ 28228 h 1435793"/>
                <a:gd name="connsiteX1166" fmla="*/ 2380631 w 5737927"/>
                <a:gd name="connsiteY1166" fmla="*/ 28310 h 1435793"/>
                <a:gd name="connsiteX1167" fmla="*/ 2374470 w 5737927"/>
                <a:gd name="connsiteY1167" fmla="*/ 39075 h 1435793"/>
                <a:gd name="connsiteX1168" fmla="*/ 2371139 w 5737927"/>
                <a:gd name="connsiteY1168" fmla="*/ 45485 h 1435793"/>
                <a:gd name="connsiteX1169" fmla="*/ 2355802 w 5737927"/>
                <a:gd name="connsiteY1169" fmla="*/ 46471 h 1435793"/>
                <a:gd name="connsiteX1170" fmla="*/ 2352283 w 5737927"/>
                <a:gd name="connsiteY1170" fmla="*/ 46471 h 1435793"/>
                <a:gd name="connsiteX1171" fmla="*/ 2320289 w 5737927"/>
                <a:gd name="connsiteY1171" fmla="*/ 46101 h 1435793"/>
                <a:gd name="connsiteX1172" fmla="*/ 2314569 w 5737927"/>
                <a:gd name="connsiteY1172" fmla="*/ 46183 h 1435793"/>
                <a:gd name="connsiteX1173" fmla="*/ 2302438 w 5737927"/>
                <a:gd name="connsiteY1173" fmla="*/ 46840 h 1435793"/>
                <a:gd name="connsiteX1174" fmla="*/ 2283267 w 5737927"/>
                <a:gd name="connsiteY1174" fmla="*/ 63522 h 1435793"/>
                <a:gd name="connsiteX1175" fmla="*/ 2249325 w 5737927"/>
                <a:gd name="connsiteY1175" fmla="*/ 55469 h 1435793"/>
                <a:gd name="connsiteX1176" fmla="*/ 2238577 w 5737927"/>
                <a:gd name="connsiteY1176" fmla="*/ 55674 h 1435793"/>
                <a:gd name="connsiteX1177" fmla="*/ 2227829 w 5737927"/>
                <a:gd name="connsiteY1177" fmla="*/ 55880 h 1435793"/>
                <a:gd name="connsiteX1178" fmla="*/ 2199355 w 5737927"/>
                <a:gd name="connsiteY1178" fmla="*/ 51114 h 1435793"/>
                <a:gd name="connsiteX1179" fmla="*/ 2173710 w 5737927"/>
                <a:gd name="connsiteY1179" fmla="*/ 45608 h 1435793"/>
                <a:gd name="connsiteX1180" fmla="*/ 2146180 w 5737927"/>
                <a:gd name="connsiteY1180" fmla="*/ 52182 h 1435793"/>
                <a:gd name="connsiteX1181" fmla="*/ 2136500 w 5737927"/>
                <a:gd name="connsiteY1181" fmla="*/ 55222 h 1435793"/>
                <a:gd name="connsiteX1182" fmla="*/ 2135180 w 5737927"/>
                <a:gd name="connsiteY1182" fmla="*/ 54976 h 1435793"/>
                <a:gd name="connsiteX1183" fmla="*/ 2117266 w 5737927"/>
                <a:gd name="connsiteY1183" fmla="*/ 50661 h 1435793"/>
                <a:gd name="connsiteX1184" fmla="*/ 2085901 w 5737927"/>
                <a:gd name="connsiteY1184" fmla="*/ 59824 h 1435793"/>
                <a:gd name="connsiteX1185" fmla="*/ 2059314 w 5737927"/>
                <a:gd name="connsiteY1185" fmla="*/ 65741 h 1435793"/>
                <a:gd name="connsiteX1186" fmla="*/ 2032914 w 5737927"/>
                <a:gd name="connsiteY1186" fmla="*/ 60605 h 1435793"/>
                <a:gd name="connsiteX1187" fmla="*/ 2018206 w 5737927"/>
                <a:gd name="connsiteY1187" fmla="*/ 56208 h 1435793"/>
                <a:gd name="connsiteX1188" fmla="*/ 2010538 w 5737927"/>
                <a:gd name="connsiteY1188" fmla="*/ 58592 h 1435793"/>
                <a:gd name="connsiteX1189" fmla="*/ 2000292 w 5737927"/>
                <a:gd name="connsiteY1189" fmla="*/ 62248 h 1435793"/>
                <a:gd name="connsiteX1190" fmla="*/ 1990298 w 5737927"/>
                <a:gd name="connsiteY1190" fmla="*/ 57400 h 1435793"/>
                <a:gd name="connsiteX1191" fmla="*/ 1975087 w 5737927"/>
                <a:gd name="connsiteY1191" fmla="*/ 49717 h 1435793"/>
                <a:gd name="connsiteX1192" fmla="*/ 1960190 w 5737927"/>
                <a:gd name="connsiteY1192" fmla="*/ 55592 h 1435793"/>
                <a:gd name="connsiteX1193" fmla="*/ 1954220 w 5737927"/>
                <a:gd name="connsiteY1193" fmla="*/ 56701 h 1435793"/>
                <a:gd name="connsiteX1194" fmla="*/ 1947871 w 5737927"/>
                <a:gd name="connsiteY1194" fmla="*/ 56414 h 1435793"/>
                <a:gd name="connsiteX1195" fmla="*/ 1945420 w 5737927"/>
                <a:gd name="connsiteY1195" fmla="*/ 56332 h 1435793"/>
                <a:gd name="connsiteX1196" fmla="*/ 1929643 w 5737927"/>
                <a:gd name="connsiteY1196" fmla="*/ 73917 h 1435793"/>
                <a:gd name="connsiteX1197" fmla="*/ 1897272 w 5737927"/>
                <a:gd name="connsiteY1197" fmla="*/ 64180 h 1435793"/>
                <a:gd name="connsiteX1198" fmla="*/ 1890106 w 5737927"/>
                <a:gd name="connsiteY1198" fmla="*/ 65166 h 1435793"/>
                <a:gd name="connsiteX1199" fmla="*/ 1881244 w 5737927"/>
                <a:gd name="connsiteY1199" fmla="*/ 70014 h 1435793"/>
                <a:gd name="connsiteX1200" fmla="*/ 1884575 w 5737927"/>
                <a:gd name="connsiteY1200" fmla="*/ 73753 h 1435793"/>
                <a:gd name="connsiteX1201" fmla="*/ 1899032 w 5737927"/>
                <a:gd name="connsiteY1201" fmla="*/ 82423 h 1435793"/>
                <a:gd name="connsiteX1202" fmla="*/ 1922540 w 5737927"/>
                <a:gd name="connsiteY1202" fmla="*/ 101610 h 1435793"/>
                <a:gd name="connsiteX1203" fmla="*/ 1925997 w 5737927"/>
                <a:gd name="connsiteY1203" fmla="*/ 109130 h 1435793"/>
                <a:gd name="connsiteX1204" fmla="*/ 1916066 w 5737927"/>
                <a:gd name="connsiteY1204" fmla="*/ 111225 h 1435793"/>
                <a:gd name="connsiteX1205" fmla="*/ 1914557 w 5737927"/>
                <a:gd name="connsiteY1205" fmla="*/ 110937 h 1435793"/>
                <a:gd name="connsiteX1206" fmla="*/ 1868799 w 5737927"/>
                <a:gd name="connsiteY1206" fmla="*/ 102556 h 1435793"/>
                <a:gd name="connsiteX1207" fmla="*/ 1866033 w 5737927"/>
                <a:gd name="connsiteY1207" fmla="*/ 102556 h 1435793"/>
                <a:gd name="connsiteX1208" fmla="*/ 1862953 w 5737927"/>
                <a:gd name="connsiteY1208" fmla="*/ 102556 h 1435793"/>
                <a:gd name="connsiteX1209" fmla="*/ 1853902 w 5737927"/>
                <a:gd name="connsiteY1209" fmla="*/ 102432 h 1435793"/>
                <a:gd name="connsiteX1210" fmla="*/ 1797647 w 5737927"/>
                <a:gd name="connsiteY1210" fmla="*/ 84641 h 1435793"/>
                <a:gd name="connsiteX1211" fmla="*/ 1790292 w 5737927"/>
                <a:gd name="connsiteY1211" fmla="*/ 72767 h 1435793"/>
                <a:gd name="connsiteX1212" fmla="*/ 1803178 w 5737927"/>
                <a:gd name="connsiteY1212" fmla="*/ 65330 h 1435793"/>
                <a:gd name="connsiteX1213" fmla="*/ 1834479 w 5737927"/>
                <a:gd name="connsiteY1213" fmla="*/ 62988 h 1435793"/>
                <a:gd name="connsiteX1214" fmla="*/ 1839256 w 5737927"/>
                <a:gd name="connsiteY1214" fmla="*/ 55510 h 1435793"/>
                <a:gd name="connsiteX1215" fmla="*/ 1833285 w 5737927"/>
                <a:gd name="connsiteY1215" fmla="*/ 48443 h 1435793"/>
                <a:gd name="connsiteX1216" fmla="*/ 1811412 w 5737927"/>
                <a:gd name="connsiteY1216" fmla="*/ 46512 h 1435793"/>
                <a:gd name="connsiteX1217" fmla="*/ 1754842 w 5737927"/>
                <a:gd name="connsiteY1217" fmla="*/ 58222 h 1435793"/>
                <a:gd name="connsiteX1218" fmla="*/ 1753019 w 5737927"/>
                <a:gd name="connsiteY1218" fmla="*/ 70261 h 1435793"/>
                <a:gd name="connsiteX1219" fmla="*/ 1764144 w 5737927"/>
                <a:gd name="connsiteY1219" fmla="*/ 74246 h 1435793"/>
                <a:gd name="connsiteX1220" fmla="*/ 1774516 w 5737927"/>
                <a:gd name="connsiteY1220" fmla="*/ 87887 h 1435793"/>
                <a:gd name="connsiteX1221" fmla="*/ 1759619 w 5737927"/>
                <a:gd name="connsiteY1221" fmla="*/ 92941 h 1435793"/>
                <a:gd name="connsiteX1222" fmla="*/ 1757858 w 5737927"/>
                <a:gd name="connsiteY1222" fmla="*/ 92777 h 1435793"/>
                <a:gd name="connsiteX1223" fmla="*/ 1697769 w 5737927"/>
                <a:gd name="connsiteY1223" fmla="*/ 63810 h 1435793"/>
                <a:gd name="connsiteX1224" fmla="*/ 1688718 w 5737927"/>
                <a:gd name="connsiteY1224" fmla="*/ 56044 h 1435793"/>
                <a:gd name="connsiteX1225" fmla="*/ 1673570 w 5737927"/>
                <a:gd name="connsiteY1225" fmla="*/ 66768 h 1435793"/>
                <a:gd name="connsiteX1226" fmla="*/ 1659741 w 5737927"/>
                <a:gd name="connsiteY1226" fmla="*/ 74410 h 1435793"/>
                <a:gd name="connsiteX1227" fmla="*/ 1656536 w 5737927"/>
                <a:gd name="connsiteY1227" fmla="*/ 74451 h 1435793"/>
                <a:gd name="connsiteX1228" fmla="*/ 1655153 w 5737927"/>
                <a:gd name="connsiteY1228" fmla="*/ 74451 h 1435793"/>
                <a:gd name="connsiteX1229" fmla="*/ 1653770 w 5737927"/>
                <a:gd name="connsiteY1229" fmla="*/ 74451 h 1435793"/>
                <a:gd name="connsiteX1230" fmla="*/ 1636422 w 5737927"/>
                <a:gd name="connsiteY1230" fmla="*/ 79053 h 1435793"/>
                <a:gd name="connsiteX1231" fmla="*/ 1658233 w 5737927"/>
                <a:gd name="connsiteY1231" fmla="*/ 87230 h 1435793"/>
                <a:gd name="connsiteX1232" fmla="*/ 1680547 w 5737927"/>
                <a:gd name="connsiteY1232" fmla="*/ 95201 h 1435793"/>
                <a:gd name="connsiteX1233" fmla="*/ 1678473 w 5737927"/>
                <a:gd name="connsiteY1233" fmla="*/ 101734 h 1435793"/>
                <a:gd name="connsiteX1234" fmla="*/ 1649873 w 5737927"/>
                <a:gd name="connsiteY1234" fmla="*/ 110609 h 1435793"/>
                <a:gd name="connsiteX1235" fmla="*/ 1646228 w 5737927"/>
                <a:gd name="connsiteY1235" fmla="*/ 111020 h 1435793"/>
                <a:gd name="connsiteX1236" fmla="*/ 1635731 w 5737927"/>
                <a:gd name="connsiteY1236" fmla="*/ 104240 h 1435793"/>
                <a:gd name="connsiteX1237" fmla="*/ 1622908 w 5737927"/>
                <a:gd name="connsiteY1237" fmla="*/ 93270 h 1435793"/>
                <a:gd name="connsiteX1238" fmla="*/ 1613794 w 5737927"/>
                <a:gd name="connsiteY1238" fmla="*/ 95899 h 1435793"/>
                <a:gd name="connsiteX1239" fmla="*/ 1539688 w 5737927"/>
                <a:gd name="connsiteY1239" fmla="*/ 112252 h 1435793"/>
                <a:gd name="connsiteX1240" fmla="*/ 1517437 w 5737927"/>
                <a:gd name="connsiteY1240" fmla="*/ 111430 h 1435793"/>
                <a:gd name="connsiteX1241" fmla="*/ 1506249 w 5737927"/>
                <a:gd name="connsiteY1241" fmla="*/ 102679 h 1435793"/>
                <a:gd name="connsiteX1242" fmla="*/ 1483181 w 5737927"/>
                <a:gd name="connsiteY1242" fmla="*/ 98693 h 1435793"/>
                <a:gd name="connsiteX1243" fmla="*/ 1467781 w 5737927"/>
                <a:gd name="connsiteY1243" fmla="*/ 93927 h 1435793"/>
                <a:gd name="connsiteX1244" fmla="*/ 1466587 w 5737927"/>
                <a:gd name="connsiteY1244" fmla="*/ 94174 h 1435793"/>
                <a:gd name="connsiteX1245" fmla="*/ 1412217 w 5737927"/>
                <a:gd name="connsiteY1245" fmla="*/ 103172 h 1435793"/>
                <a:gd name="connsiteX1246" fmla="*/ 1391412 w 5737927"/>
                <a:gd name="connsiteY1246" fmla="*/ 119525 h 1435793"/>
                <a:gd name="connsiteX1247" fmla="*/ 1368030 w 5737927"/>
                <a:gd name="connsiteY1247" fmla="*/ 130988 h 1435793"/>
                <a:gd name="connsiteX1248" fmla="*/ 1361933 w 5737927"/>
                <a:gd name="connsiteY1248" fmla="*/ 129961 h 1435793"/>
                <a:gd name="connsiteX1249" fmla="*/ 1337356 w 5737927"/>
                <a:gd name="connsiteY1249" fmla="*/ 122565 h 1435793"/>
                <a:gd name="connsiteX1250" fmla="*/ 1322585 w 5737927"/>
                <a:gd name="connsiteY1250" fmla="*/ 127784 h 1435793"/>
                <a:gd name="connsiteX1251" fmla="*/ 1296123 w 5737927"/>
                <a:gd name="connsiteY1251" fmla="*/ 129263 h 1435793"/>
                <a:gd name="connsiteX1252" fmla="*/ 1269724 w 5737927"/>
                <a:gd name="connsiteY1252" fmla="*/ 130742 h 1435793"/>
                <a:gd name="connsiteX1253" fmla="*/ 1229936 w 5737927"/>
                <a:gd name="connsiteY1253" fmla="*/ 122689 h 1435793"/>
                <a:gd name="connsiteX1254" fmla="*/ 1217993 w 5737927"/>
                <a:gd name="connsiteY1254" fmla="*/ 122976 h 1435793"/>
                <a:gd name="connsiteX1255" fmla="*/ 1206177 w 5737927"/>
                <a:gd name="connsiteY1255" fmla="*/ 127414 h 1435793"/>
                <a:gd name="connsiteX1256" fmla="*/ 1187383 w 5737927"/>
                <a:gd name="connsiteY1256" fmla="*/ 117964 h 1435793"/>
                <a:gd name="connsiteX1257" fmla="*/ 1179840 w 5737927"/>
                <a:gd name="connsiteY1257" fmla="*/ 114841 h 1435793"/>
                <a:gd name="connsiteX1258" fmla="*/ 1173240 w 5737927"/>
                <a:gd name="connsiteY1258" fmla="*/ 118210 h 1435793"/>
                <a:gd name="connsiteX1259" fmla="*/ 1154510 w 5737927"/>
                <a:gd name="connsiteY1259" fmla="*/ 130865 h 1435793"/>
                <a:gd name="connsiteX1260" fmla="*/ 1139864 w 5737927"/>
                <a:gd name="connsiteY1260" fmla="*/ 127373 h 1435793"/>
                <a:gd name="connsiteX1261" fmla="*/ 1128362 w 5737927"/>
                <a:gd name="connsiteY1261" fmla="*/ 124620 h 1435793"/>
                <a:gd name="connsiteX1262" fmla="*/ 1119247 w 5737927"/>
                <a:gd name="connsiteY1262" fmla="*/ 133372 h 1435793"/>
                <a:gd name="connsiteX1263" fmla="*/ 1109505 w 5737927"/>
                <a:gd name="connsiteY1263" fmla="*/ 139082 h 1435793"/>
                <a:gd name="connsiteX1264" fmla="*/ 1098883 w 5737927"/>
                <a:gd name="connsiteY1264" fmla="*/ 135919 h 1435793"/>
                <a:gd name="connsiteX1265" fmla="*/ 1083357 w 5737927"/>
                <a:gd name="connsiteY1265" fmla="*/ 130783 h 1435793"/>
                <a:gd name="connsiteX1266" fmla="*/ 1070723 w 5737927"/>
                <a:gd name="connsiteY1266" fmla="*/ 134727 h 1435793"/>
                <a:gd name="connsiteX1267" fmla="*/ 1060918 w 5737927"/>
                <a:gd name="connsiteY1267" fmla="*/ 136946 h 1435793"/>
                <a:gd name="connsiteX1268" fmla="*/ 1025970 w 5737927"/>
                <a:gd name="connsiteY1268" fmla="*/ 130167 h 1435793"/>
                <a:gd name="connsiteX1269" fmla="*/ 987188 w 5737927"/>
                <a:gd name="connsiteY1269" fmla="*/ 132262 h 1435793"/>
                <a:gd name="connsiteX1270" fmla="*/ 982097 w 5737927"/>
                <a:gd name="connsiteY1270" fmla="*/ 135015 h 1435793"/>
                <a:gd name="connsiteX1271" fmla="*/ 986497 w 5737927"/>
                <a:gd name="connsiteY1271" fmla="*/ 137891 h 1435793"/>
                <a:gd name="connsiteX1272" fmla="*/ 1036530 w 5737927"/>
                <a:gd name="connsiteY1272" fmla="*/ 140439 h 1435793"/>
                <a:gd name="connsiteX1273" fmla="*/ 1041370 w 5737927"/>
                <a:gd name="connsiteY1273" fmla="*/ 143356 h 1435793"/>
                <a:gd name="connsiteX1274" fmla="*/ 1034582 w 5737927"/>
                <a:gd name="connsiteY1274" fmla="*/ 148656 h 1435793"/>
                <a:gd name="connsiteX1275" fmla="*/ 967515 w 5737927"/>
                <a:gd name="connsiteY1275" fmla="*/ 157737 h 1435793"/>
                <a:gd name="connsiteX1276" fmla="*/ 960223 w 5737927"/>
                <a:gd name="connsiteY1276" fmla="*/ 159175 h 1435793"/>
                <a:gd name="connsiteX1277" fmla="*/ 938475 w 5737927"/>
                <a:gd name="connsiteY1277" fmla="*/ 151902 h 1435793"/>
                <a:gd name="connsiteX1278" fmla="*/ 928859 w 5737927"/>
                <a:gd name="connsiteY1278" fmla="*/ 149067 h 1435793"/>
                <a:gd name="connsiteX1279" fmla="*/ 911573 w 5737927"/>
                <a:gd name="connsiteY1279" fmla="*/ 156997 h 1435793"/>
                <a:gd name="connsiteX1280" fmla="*/ 909814 w 5737927"/>
                <a:gd name="connsiteY1280" fmla="*/ 168501 h 1435793"/>
                <a:gd name="connsiteX1281" fmla="*/ 939167 w 5737927"/>
                <a:gd name="connsiteY1281" fmla="*/ 187566 h 1435793"/>
                <a:gd name="connsiteX1282" fmla="*/ 964435 w 5737927"/>
                <a:gd name="connsiteY1282" fmla="*/ 182389 h 1435793"/>
                <a:gd name="connsiteX1283" fmla="*/ 1004411 w 5737927"/>
                <a:gd name="connsiteY1283" fmla="*/ 176678 h 1435793"/>
                <a:gd name="connsiteX1284" fmla="*/ 1013588 w 5737927"/>
                <a:gd name="connsiteY1284" fmla="*/ 176842 h 1435793"/>
                <a:gd name="connsiteX1285" fmla="*/ 1033749 w 5737927"/>
                <a:gd name="connsiteY1285" fmla="*/ 181999 h 1435793"/>
                <a:gd name="connsiteX1286" fmla="*/ 1036164 w 5737927"/>
                <a:gd name="connsiteY1286" fmla="*/ 185393 h 1435793"/>
                <a:gd name="connsiteX1287" fmla="*/ 968973 w 5737927"/>
                <a:gd name="connsiteY1287" fmla="*/ 188902 h 1435793"/>
                <a:gd name="connsiteX1288" fmla="*/ 573949 w 5737927"/>
                <a:gd name="connsiteY1288" fmla="*/ 232697 h 1435793"/>
                <a:gd name="connsiteX1289" fmla="*/ 572603 w 5737927"/>
                <a:gd name="connsiteY1289" fmla="*/ 259329 h 1435793"/>
                <a:gd name="connsiteX1290" fmla="*/ 497418 w 5737927"/>
                <a:gd name="connsiteY1290" fmla="*/ 269990 h 1435793"/>
                <a:gd name="connsiteX1291" fmla="*/ 501347 w 5737927"/>
                <a:gd name="connsiteY1291" fmla="*/ 256561 h 1435793"/>
                <a:gd name="connsiteX1292" fmla="*/ 467495 w 5737927"/>
                <a:gd name="connsiteY1292" fmla="*/ 266548 h 1435793"/>
                <a:gd name="connsiteX1293" fmla="*/ 484717 w 5737927"/>
                <a:gd name="connsiteY1293" fmla="*/ 291461 h 1435793"/>
                <a:gd name="connsiteX1294" fmla="*/ 467118 w 5737927"/>
                <a:gd name="connsiteY1294" fmla="*/ 308817 h 1435793"/>
                <a:gd name="connsiteX1295" fmla="*/ 439509 w 5737927"/>
                <a:gd name="connsiteY1295" fmla="*/ 277770 h 1435793"/>
                <a:gd name="connsiteX1296" fmla="*/ 451890 w 5737927"/>
                <a:gd name="connsiteY1296" fmla="*/ 275575 h 1435793"/>
                <a:gd name="connsiteX1297" fmla="*/ 441474 w 5737927"/>
                <a:gd name="connsiteY1297" fmla="*/ 262863 h 1435793"/>
                <a:gd name="connsiteX1298" fmla="*/ 392202 w 5737927"/>
                <a:gd name="connsiteY1298" fmla="*/ 287084 h 1435793"/>
                <a:gd name="connsiteX1299" fmla="*/ 393494 w 5737927"/>
                <a:gd name="connsiteY1299" fmla="*/ 303842 h 1435793"/>
                <a:gd name="connsiteX1300" fmla="*/ 409693 w 5737927"/>
                <a:gd name="connsiteY1300" fmla="*/ 295650 h 1435793"/>
                <a:gd name="connsiteX1301" fmla="*/ 454363 w 5737927"/>
                <a:gd name="connsiteY1301" fmla="*/ 330250 h 1435793"/>
                <a:gd name="connsiteX1302" fmla="*/ 462442 w 5737927"/>
                <a:gd name="connsiteY1302" fmla="*/ 342898 h 1435793"/>
                <a:gd name="connsiteX1303" fmla="*/ 468317 w 5737927"/>
                <a:gd name="connsiteY1303" fmla="*/ 346097 h 1435793"/>
                <a:gd name="connsiteX1304" fmla="*/ 418661 w 5737927"/>
                <a:gd name="connsiteY1304" fmla="*/ 346207 h 1435793"/>
                <a:gd name="connsiteX1305" fmla="*/ 407724 w 5737927"/>
                <a:gd name="connsiteY1305" fmla="*/ 351918 h 1435793"/>
                <a:gd name="connsiteX1306" fmla="*/ 396850 w 5737927"/>
                <a:gd name="connsiteY1306" fmla="*/ 364244 h 1435793"/>
                <a:gd name="connsiteX1307" fmla="*/ 384719 w 5737927"/>
                <a:gd name="connsiteY1307" fmla="*/ 366011 h 1435793"/>
                <a:gd name="connsiteX1308" fmla="*/ 379880 w 5737927"/>
                <a:gd name="connsiteY1308" fmla="*/ 369010 h 1435793"/>
                <a:gd name="connsiteX1309" fmla="*/ 384405 w 5737927"/>
                <a:gd name="connsiteY1309" fmla="*/ 372010 h 1435793"/>
                <a:gd name="connsiteX1310" fmla="*/ 424569 w 5737927"/>
                <a:gd name="connsiteY1310" fmla="*/ 380638 h 1435793"/>
                <a:gd name="connsiteX1311" fmla="*/ 432301 w 5737927"/>
                <a:gd name="connsiteY1311" fmla="*/ 376488 h 1435793"/>
                <a:gd name="connsiteX1312" fmla="*/ 440786 w 5737927"/>
                <a:gd name="connsiteY1312" fmla="*/ 378420 h 1435793"/>
                <a:gd name="connsiteX1313" fmla="*/ 449272 w 5737927"/>
                <a:gd name="connsiteY1313" fmla="*/ 380350 h 1435793"/>
                <a:gd name="connsiteX1314" fmla="*/ 455558 w 5737927"/>
                <a:gd name="connsiteY1314" fmla="*/ 377844 h 1435793"/>
                <a:gd name="connsiteX1315" fmla="*/ 469405 w 5737927"/>
                <a:gd name="connsiteY1315" fmla="*/ 380145 h 1435793"/>
                <a:gd name="connsiteX1316" fmla="*/ 468773 w 5737927"/>
                <a:gd name="connsiteY1316" fmla="*/ 384203 h 1435793"/>
                <a:gd name="connsiteX1317" fmla="*/ 456893 w 5737927"/>
                <a:gd name="connsiteY1317" fmla="*/ 395897 h 1435793"/>
                <a:gd name="connsiteX1318" fmla="*/ 471613 w 5737927"/>
                <a:gd name="connsiteY1318" fmla="*/ 410667 h 1435793"/>
                <a:gd name="connsiteX1319" fmla="*/ 439215 w 5737927"/>
                <a:gd name="connsiteY1319" fmla="*/ 412112 h 1435793"/>
                <a:gd name="connsiteX1320" fmla="*/ 385725 w 5737927"/>
                <a:gd name="connsiteY1320" fmla="*/ 404921 h 1435793"/>
                <a:gd name="connsiteX1321" fmla="*/ 319978 w 5737927"/>
                <a:gd name="connsiteY1321" fmla="*/ 393622 h 1435793"/>
                <a:gd name="connsiteX1322" fmla="*/ 309167 w 5737927"/>
                <a:gd name="connsiteY1322" fmla="*/ 398511 h 1435793"/>
                <a:gd name="connsiteX1323" fmla="*/ 297727 w 5737927"/>
                <a:gd name="connsiteY1323" fmla="*/ 395923 h 1435793"/>
                <a:gd name="connsiteX1324" fmla="*/ 286790 w 5737927"/>
                <a:gd name="connsiteY1324" fmla="*/ 393334 h 1435793"/>
                <a:gd name="connsiteX1325" fmla="*/ 281448 w 5737927"/>
                <a:gd name="connsiteY1325" fmla="*/ 394649 h 1435793"/>
                <a:gd name="connsiteX1326" fmla="*/ 247883 w 5737927"/>
                <a:gd name="connsiteY1326" fmla="*/ 402825 h 1435793"/>
                <a:gd name="connsiteX1327" fmla="*/ 246186 w 5737927"/>
                <a:gd name="connsiteY1327" fmla="*/ 402825 h 1435793"/>
                <a:gd name="connsiteX1328" fmla="*/ 237763 w 5737927"/>
                <a:gd name="connsiteY1328" fmla="*/ 408249 h 1435793"/>
                <a:gd name="connsiteX1329" fmla="*/ 244426 w 5737927"/>
                <a:gd name="connsiteY1329" fmla="*/ 419959 h 1435793"/>
                <a:gd name="connsiteX1330" fmla="*/ 261352 w 5737927"/>
                <a:gd name="connsiteY1330" fmla="*/ 424869 h 1435793"/>
                <a:gd name="connsiteX1331" fmla="*/ 234355 w 5737927"/>
                <a:gd name="connsiteY1331" fmla="*/ 422567 h 1435793"/>
                <a:gd name="connsiteX1332" fmla="*/ 210910 w 5737927"/>
                <a:gd name="connsiteY1332" fmla="*/ 416650 h 1435793"/>
                <a:gd name="connsiteX1333" fmla="*/ 206824 w 5737927"/>
                <a:gd name="connsiteY1333" fmla="*/ 416281 h 1435793"/>
                <a:gd name="connsiteX1334" fmla="*/ 191864 w 5737927"/>
                <a:gd name="connsiteY1334" fmla="*/ 424909 h 1435793"/>
                <a:gd name="connsiteX1335" fmla="*/ 190670 w 5737927"/>
                <a:gd name="connsiteY1335" fmla="*/ 448247 h 1435793"/>
                <a:gd name="connsiteX1336" fmla="*/ 209275 w 5737927"/>
                <a:gd name="connsiteY1336" fmla="*/ 463531 h 1435793"/>
                <a:gd name="connsiteX1337" fmla="*/ 212292 w 5737927"/>
                <a:gd name="connsiteY1337" fmla="*/ 469695 h 1435793"/>
                <a:gd name="connsiteX1338" fmla="*/ 186019 w 5737927"/>
                <a:gd name="connsiteY1338" fmla="*/ 481240 h 1435793"/>
                <a:gd name="connsiteX1339" fmla="*/ 173259 w 5737927"/>
                <a:gd name="connsiteY1339" fmla="*/ 487239 h 1435793"/>
                <a:gd name="connsiteX1340" fmla="*/ 155471 w 5737927"/>
                <a:gd name="connsiteY1340" fmla="*/ 481939 h 1435793"/>
                <a:gd name="connsiteX1341" fmla="*/ 151574 w 5737927"/>
                <a:gd name="connsiteY1341" fmla="*/ 481281 h 1435793"/>
                <a:gd name="connsiteX1342" fmla="*/ 144597 w 5737927"/>
                <a:gd name="connsiteY1342" fmla="*/ 488307 h 1435793"/>
                <a:gd name="connsiteX1343" fmla="*/ 146168 w 5737927"/>
                <a:gd name="connsiteY1343" fmla="*/ 499401 h 1435793"/>
                <a:gd name="connsiteX1344" fmla="*/ 62760 w 5737927"/>
                <a:gd name="connsiteY1344" fmla="*/ 517521 h 1435793"/>
                <a:gd name="connsiteX1345" fmla="*/ 61062 w 5737927"/>
                <a:gd name="connsiteY1345" fmla="*/ 517850 h 1435793"/>
                <a:gd name="connsiteX1346" fmla="*/ 52325 w 5737927"/>
                <a:gd name="connsiteY1346" fmla="*/ 515466 h 1435793"/>
                <a:gd name="connsiteX1347" fmla="*/ 42897 w 5737927"/>
                <a:gd name="connsiteY1347" fmla="*/ 513084 h 1435793"/>
                <a:gd name="connsiteX1348" fmla="*/ 41263 w 5737927"/>
                <a:gd name="connsiteY1348" fmla="*/ 513248 h 1435793"/>
                <a:gd name="connsiteX1349" fmla="*/ 8326 w 5737927"/>
                <a:gd name="connsiteY1349" fmla="*/ 526149 h 1435793"/>
                <a:gd name="connsiteX1350" fmla="*/ 9458 w 5737927"/>
                <a:gd name="connsiteY1350" fmla="*/ 549692 h 1435793"/>
                <a:gd name="connsiteX1351" fmla="*/ 60685 w 5737927"/>
                <a:gd name="connsiteY1351" fmla="*/ 565512 h 1435793"/>
                <a:gd name="connsiteX1352" fmla="*/ 85764 w 5737927"/>
                <a:gd name="connsiteY1352" fmla="*/ 566744 h 1435793"/>
                <a:gd name="connsiteX1353" fmla="*/ 98713 w 5737927"/>
                <a:gd name="connsiteY1353" fmla="*/ 565060 h 1435793"/>
                <a:gd name="connsiteX1354" fmla="*/ 164208 w 5737927"/>
                <a:gd name="connsiteY1354" fmla="*/ 551172 h 1435793"/>
                <a:gd name="connsiteX1355" fmla="*/ 211853 w 5737927"/>
                <a:gd name="connsiteY1355" fmla="*/ 539996 h 1435793"/>
                <a:gd name="connsiteX1356" fmla="*/ 227126 w 5737927"/>
                <a:gd name="connsiteY1356" fmla="*/ 536750 h 1435793"/>
                <a:gd name="connsiteX1357" fmla="*/ 257611 w 5737927"/>
                <a:gd name="connsiteY1357" fmla="*/ 560868 h 1435793"/>
                <a:gd name="connsiteX1358" fmla="*/ 282125 w 5737927"/>
                <a:gd name="connsiteY1358" fmla="*/ 573318 h 1435793"/>
                <a:gd name="connsiteX1359" fmla="*/ 292622 w 5737927"/>
                <a:gd name="connsiteY1359" fmla="*/ 571839 h 1435793"/>
                <a:gd name="connsiteX1360" fmla="*/ 309592 w 5737927"/>
                <a:gd name="connsiteY1360" fmla="*/ 566415 h 1435793"/>
                <a:gd name="connsiteX1361" fmla="*/ 395579 w 5737927"/>
                <a:gd name="connsiteY1361" fmla="*/ 565676 h 1435793"/>
                <a:gd name="connsiteX1362" fmla="*/ 401461 w 5737927"/>
                <a:gd name="connsiteY1362" fmla="*/ 565726 h 1435793"/>
                <a:gd name="connsiteX1363" fmla="*/ 417215 w 5737927"/>
                <a:gd name="connsiteY1363" fmla="*/ 569272 h 1435793"/>
                <a:gd name="connsiteX1364" fmla="*/ 421678 w 5737927"/>
                <a:gd name="connsiteY1364" fmla="*/ 570012 h 1435793"/>
                <a:gd name="connsiteX1365" fmla="*/ 438929 w 5737927"/>
                <a:gd name="connsiteY1365" fmla="*/ 566043 h 1435793"/>
                <a:gd name="connsiteX1366" fmla="*/ 444103 w 5737927"/>
                <a:gd name="connsiteY1366" fmla="*/ 566087 h 1435793"/>
                <a:gd name="connsiteX1367" fmla="*/ 485085 w 5737927"/>
                <a:gd name="connsiteY1367" fmla="*/ 576400 h 1435793"/>
                <a:gd name="connsiteX1368" fmla="*/ 491622 w 5737927"/>
                <a:gd name="connsiteY1368" fmla="*/ 575783 h 1435793"/>
                <a:gd name="connsiteX1369" fmla="*/ 507964 w 5737927"/>
                <a:gd name="connsiteY1369" fmla="*/ 594766 h 1435793"/>
                <a:gd name="connsiteX1370" fmla="*/ 523594 w 5737927"/>
                <a:gd name="connsiteY1370" fmla="*/ 602458 h 1435793"/>
                <a:gd name="connsiteX1371" fmla="*/ 510870 w 5737927"/>
                <a:gd name="connsiteY1371" fmla="*/ 609169 h 1435793"/>
                <a:gd name="connsiteX1372" fmla="*/ 500311 w 5737927"/>
                <a:gd name="connsiteY1372" fmla="*/ 613606 h 1435793"/>
                <a:gd name="connsiteX1373" fmla="*/ 484534 w 5737927"/>
                <a:gd name="connsiteY1373" fmla="*/ 609621 h 1435793"/>
                <a:gd name="connsiteX1374" fmla="*/ 470391 w 5737927"/>
                <a:gd name="connsiteY1374" fmla="*/ 607525 h 1435793"/>
                <a:gd name="connsiteX1375" fmla="*/ 454049 w 5737927"/>
                <a:gd name="connsiteY1375" fmla="*/ 616893 h 1435793"/>
                <a:gd name="connsiteX1376" fmla="*/ 448832 w 5737927"/>
                <a:gd name="connsiteY1376" fmla="*/ 618126 h 1435793"/>
                <a:gd name="connsiteX1377" fmla="*/ 445543 w 5737927"/>
                <a:gd name="connsiteY1377" fmla="*/ 624643 h 1435793"/>
                <a:gd name="connsiteX1378" fmla="*/ 432028 w 5737927"/>
                <a:gd name="connsiteY1378" fmla="*/ 622686 h 1435793"/>
                <a:gd name="connsiteX1379" fmla="*/ 440683 w 5737927"/>
                <a:gd name="connsiteY1379" fmla="*/ 603394 h 1435793"/>
                <a:gd name="connsiteX1380" fmla="*/ 396790 w 5737927"/>
                <a:gd name="connsiteY1380" fmla="*/ 613204 h 1435793"/>
                <a:gd name="connsiteX1381" fmla="*/ 391826 w 5737927"/>
                <a:gd name="connsiteY1381" fmla="*/ 627324 h 1435793"/>
                <a:gd name="connsiteX1382" fmla="*/ 392740 w 5737927"/>
                <a:gd name="connsiteY1382" fmla="*/ 651002 h 1435793"/>
                <a:gd name="connsiteX1383" fmla="*/ 339406 w 5737927"/>
                <a:gd name="connsiteY1383" fmla="*/ 654930 h 1435793"/>
                <a:gd name="connsiteX1384" fmla="*/ 331225 w 5737927"/>
                <a:gd name="connsiteY1384" fmla="*/ 644868 h 1435793"/>
                <a:gd name="connsiteX1385" fmla="*/ 310061 w 5737927"/>
                <a:gd name="connsiteY1385" fmla="*/ 655024 h 1435793"/>
                <a:gd name="connsiteX1386" fmla="*/ 327781 w 5737927"/>
                <a:gd name="connsiteY1386" fmla="*/ 661401 h 1435793"/>
                <a:gd name="connsiteX1387" fmla="*/ 338372 w 5737927"/>
                <a:gd name="connsiteY1387" fmla="*/ 673563 h 1435793"/>
                <a:gd name="connsiteX1388" fmla="*/ 365454 w 5737927"/>
                <a:gd name="connsiteY1388" fmla="*/ 671725 h 1435793"/>
                <a:gd name="connsiteX1389" fmla="*/ 366596 w 5737927"/>
                <a:gd name="connsiteY1389" fmla="*/ 673691 h 1435793"/>
                <a:gd name="connsiteX1390" fmla="*/ 338617 w 5737927"/>
                <a:gd name="connsiteY1390" fmla="*/ 673844 h 1435793"/>
                <a:gd name="connsiteX1391" fmla="*/ 338372 w 5737927"/>
                <a:gd name="connsiteY1391" fmla="*/ 673563 h 1435793"/>
                <a:gd name="connsiteX1392" fmla="*/ 337899 w 5737927"/>
                <a:gd name="connsiteY1392" fmla="*/ 673595 h 1435793"/>
                <a:gd name="connsiteX1393" fmla="*/ 338327 w 5737927"/>
                <a:gd name="connsiteY1393" fmla="*/ 673846 h 1435793"/>
                <a:gd name="connsiteX1394" fmla="*/ 294333 w 5737927"/>
                <a:gd name="connsiteY1394" fmla="*/ 674088 h 1435793"/>
                <a:gd name="connsiteX1395" fmla="*/ 292824 w 5737927"/>
                <a:gd name="connsiteY1395" fmla="*/ 674088 h 1435793"/>
                <a:gd name="connsiteX1396" fmla="*/ 277990 w 5737927"/>
                <a:gd name="connsiteY1396" fmla="*/ 673636 h 1435793"/>
                <a:gd name="connsiteX1397" fmla="*/ 262968 w 5737927"/>
                <a:gd name="connsiteY1397" fmla="*/ 673184 h 1435793"/>
                <a:gd name="connsiteX1398" fmla="*/ 226512 w 5737927"/>
                <a:gd name="connsiteY1398" fmla="*/ 681606 h 1435793"/>
                <a:gd name="connsiteX1399" fmla="*/ 221609 w 5737927"/>
                <a:gd name="connsiteY1399" fmla="*/ 682470 h 1435793"/>
                <a:gd name="connsiteX1400" fmla="*/ 219347 w 5737927"/>
                <a:gd name="connsiteY1400" fmla="*/ 682428 h 1435793"/>
                <a:gd name="connsiteX1401" fmla="*/ 217021 w 5737927"/>
                <a:gd name="connsiteY1401" fmla="*/ 682387 h 1435793"/>
                <a:gd name="connsiteX1402" fmla="*/ 214004 w 5737927"/>
                <a:gd name="connsiteY1402" fmla="*/ 682552 h 1435793"/>
                <a:gd name="connsiteX1403" fmla="*/ 200238 w 5737927"/>
                <a:gd name="connsiteY1403" fmla="*/ 683373 h 1435793"/>
                <a:gd name="connsiteX1404" fmla="*/ 192696 w 5737927"/>
                <a:gd name="connsiteY1404" fmla="*/ 683291 h 1435793"/>
                <a:gd name="connsiteX1405" fmla="*/ 185090 w 5737927"/>
                <a:gd name="connsiteY1405" fmla="*/ 683168 h 1435793"/>
                <a:gd name="connsiteX1406" fmla="*/ 157874 w 5737927"/>
                <a:gd name="connsiteY1406" fmla="*/ 687770 h 1435793"/>
                <a:gd name="connsiteX1407" fmla="*/ 131726 w 5737927"/>
                <a:gd name="connsiteY1407" fmla="*/ 692002 h 1435793"/>
                <a:gd name="connsiteX1408" fmla="*/ 126069 w 5737927"/>
                <a:gd name="connsiteY1408" fmla="*/ 691961 h 1435793"/>
                <a:gd name="connsiteX1409" fmla="*/ 120286 w 5737927"/>
                <a:gd name="connsiteY1409" fmla="*/ 691920 h 1435793"/>
                <a:gd name="connsiteX1410" fmla="*/ 102247 w 5737927"/>
                <a:gd name="connsiteY1410" fmla="*/ 693481 h 1435793"/>
                <a:gd name="connsiteX1411" fmla="*/ 97282 w 5737927"/>
                <a:gd name="connsiteY1411" fmla="*/ 696398 h 1435793"/>
                <a:gd name="connsiteX1412" fmla="*/ 105893 w 5737927"/>
                <a:gd name="connsiteY1412" fmla="*/ 701329 h 1435793"/>
                <a:gd name="connsiteX1413" fmla="*/ 113309 w 5737927"/>
                <a:gd name="connsiteY1413" fmla="*/ 701575 h 1435793"/>
                <a:gd name="connsiteX1414" fmla="*/ 118338 w 5737927"/>
                <a:gd name="connsiteY1414" fmla="*/ 701534 h 1435793"/>
                <a:gd name="connsiteX1415" fmla="*/ 123492 w 5737927"/>
                <a:gd name="connsiteY1415" fmla="*/ 701493 h 1435793"/>
                <a:gd name="connsiteX1416" fmla="*/ 137572 w 5737927"/>
                <a:gd name="connsiteY1416" fmla="*/ 702849 h 1435793"/>
                <a:gd name="connsiteX1417" fmla="*/ 154668 w 5737927"/>
                <a:gd name="connsiteY1417" fmla="*/ 707451 h 1435793"/>
                <a:gd name="connsiteX1418" fmla="*/ 164599 w 5737927"/>
                <a:gd name="connsiteY1418" fmla="*/ 703671 h 1435793"/>
                <a:gd name="connsiteX1419" fmla="*/ 203318 w 5737927"/>
                <a:gd name="connsiteY1419" fmla="*/ 718010 h 1435793"/>
                <a:gd name="connsiteX1420" fmla="*/ 203947 w 5737927"/>
                <a:gd name="connsiteY1420" fmla="*/ 718092 h 1435793"/>
                <a:gd name="connsiteX1421" fmla="*/ 213375 w 5737927"/>
                <a:gd name="connsiteY1421" fmla="*/ 713696 h 1435793"/>
                <a:gd name="connsiteX1422" fmla="*/ 230032 w 5737927"/>
                <a:gd name="connsiteY1422" fmla="*/ 710491 h 1435793"/>
                <a:gd name="connsiteX1423" fmla="*/ 236506 w 5737927"/>
                <a:gd name="connsiteY1423" fmla="*/ 710656 h 1435793"/>
                <a:gd name="connsiteX1424" fmla="*/ 242980 w 5737927"/>
                <a:gd name="connsiteY1424" fmla="*/ 710820 h 1435793"/>
                <a:gd name="connsiteX1425" fmla="*/ 258036 w 5737927"/>
                <a:gd name="connsiteY1425" fmla="*/ 707179 h 1435793"/>
                <a:gd name="connsiteX1426" fmla="*/ 258255 w 5737927"/>
                <a:gd name="connsiteY1426" fmla="*/ 710449 h 1435793"/>
                <a:gd name="connsiteX1427" fmla="*/ 269113 w 5737927"/>
                <a:gd name="connsiteY1427" fmla="*/ 715153 h 1435793"/>
                <a:gd name="connsiteX1428" fmla="*/ 274959 w 5737927"/>
                <a:gd name="connsiteY1428" fmla="*/ 716633 h 1435793"/>
                <a:gd name="connsiteX1429" fmla="*/ 279422 w 5737927"/>
                <a:gd name="connsiteY1429" fmla="*/ 719879 h 1435793"/>
                <a:gd name="connsiteX1430" fmla="*/ 275839 w 5737927"/>
                <a:gd name="connsiteY1430" fmla="*/ 722632 h 1435793"/>
                <a:gd name="connsiteX1431" fmla="*/ 225617 w 5737927"/>
                <a:gd name="connsiteY1431" fmla="*/ 725590 h 1435793"/>
                <a:gd name="connsiteX1432" fmla="*/ 210972 w 5737927"/>
                <a:gd name="connsiteY1432" fmla="*/ 731753 h 1435793"/>
                <a:gd name="connsiteX1433" fmla="*/ 204687 w 5737927"/>
                <a:gd name="connsiteY1433" fmla="*/ 729534 h 1435793"/>
                <a:gd name="connsiteX1434" fmla="*/ 185830 w 5737927"/>
                <a:gd name="connsiteY1434" fmla="*/ 724973 h 1435793"/>
                <a:gd name="connsiteX1435" fmla="*/ 179356 w 5737927"/>
                <a:gd name="connsiteY1435" fmla="*/ 725138 h 1435793"/>
                <a:gd name="connsiteX1436" fmla="*/ 172882 w 5737927"/>
                <a:gd name="connsiteY1436" fmla="*/ 725302 h 1435793"/>
                <a:gd name="connsiteX1437" fmla="*/ 156225 w 5737927"/>
                <a:gd name="connsiteY1437" fmla="*/ 722097 h 1435793"/>
                <a:gd name="connsiteX1438" fmla="*/ 146797 w 5737927"/>
                <a:gd name="connsiteY1438" fmla="*/ 717701 h 1435793"/>
                <a:gd name="connsiteX1439" fmla="*/ 146168 w 5737927"/>
                <a:gd name="connsiteY1439" fmla="*/ 717783 h 1435793"/>
                <a:gd name="connsiteX1440" fmla="*/ 107449 w 5737927"/>
                <a:gd name="connsiteY1440" fmla="*/ 732123 h 1435793"/>
                <a:gd name="connsiteX1441" fmla="*/ 97518 w 5737927"/>
                <a:gd name="connsiteY1441" fmla="*/ 728343 h 1435793"/>
                <a:gd name="connsiteX1442" fmla="*/ 80422 w 5737927"/>
                <a:gd name="connsiteY1442" fmla="*/ 732944 h 1435793"/>
                <a:gd name="connsiteX1443" fmla="*/ 66342 w 5737927"/>
                <a:gd name="connsiteY1443" fmla="*/ 734300 h 1435793"/>
                <a:gd name="connsiteX1444" fmla="*/ 61188 w 5737927"/>
                <a:gd name="connsiteY1444" fmla="*/ 734259 h 1435793"/>
                <a:gd name="connsiteX1445" fmla="*/ 56159 w 5737927"/>
                <a:gd name="connsiteY1445" fmla="*/ 734218 h 1435793"/>
                <a:gd name="connsiteX1446" fmla="*/ 48743 w 5737927"/>
                <a:gd name="connsiteY1446" fmla="*/ 734465 h 1435793"/>
                <a:gd name="connsiteX1447" fmla="*/ 40132 w 5737927"/>
                <a:gd name="connsiteY1447" fmla="*/ 739395 h 1435793"/>
                <a:gd name="connsiteX1448" fmla="*/ 45097 w 5737927"/>
                <a:gd name="connsiteY1448" fmla="*/ 742312 h 1435793"/>
                <a:gd name="connsiteX1449" fmla="*/ 63136 w 5737927"/>
                <a:gd name="connsiteY1449" fmla="*/ 743874 h 1435793"/>
                <a:gd name="connsiteX1450" fmla="*/ 68919 w 5737927"/>
                <a:gd name="connsiteY1450" fmla="*/ 743833 h 1435793"/>
                <a:gd name="connsiteX1451" fmla="*/ 74576 w 5737927"/>
                <a:gd name="connsiteY1451" fmla="*/ 743791 h 1435793"/>
                <a:gd name="connsiteX1452" fmla="*/ 100724 w 5737927"/>
                <a:gd name="connsiteY1452" fmla="*/ 748024 h 1435793"/>
                <a:gd name="connsiteX1453" fmla="*/ 127940 w 5737927"/>
                <a:gd name="connsiteY1453" fmla="*/ 752625 h 1435793"/>
                <a:gd name="connsiteX1454" fmla="*/ 135546 w 5737927"/>
                <a:gd name="connsiteY1454" fmla="*/ 752502 h 1435793"/>
                <a:gd name="connsiteX1455" fmla="*/ 143088 w 5737927"/>
                <a:gd name="connsiteY1455" fmla="*/ 752420 h 1435793"/>
                <a:gd name="connsiteX1456" fmla="*/ 156854 w 5737927"/>
                <a:gd name="connsiteY1456" fmla="*/ 753242 h 1435793"/>
                <a:gd name="connsiteX1457" fmla="*/ 159871 w 5737927"/>
                <a:gd name="connsiteY1457" fmla="*/ 753406 h 1435793"/>
                <a:gd name="connsiteX1458" fmla="*/ 162197 w 5737927"/>
                <a:gd name="connsiteY1458" fmla="*/ 753365 h 1435793"/>
                <a:gd name="connsiteX1459" fmla="*/ 164459 w 5737927"/>
                <a:gd name="connsiteY1459" fmla="*/ 753324 h 1435793"/>
                <a:gd name="connsiteX1460" fmla="*/ 169362 w 5737927"/>
                <a:gd name="connsiteY1460" fmla="*/ 754187 h 1435793"/>
                <a:gd name="connsiteX1461" fmla="*/ 205819 w 5737927"/>
                <a:gd name="connsiteY1461" fmla="*/ 762610 h 1435793"/>
                <a:gd name="connsiteX1462" fmla="*/ 220840 w 5737927"/>
                <a:gd name="connsiteY1462" fmla="*/ 762158 h 1435793"/>
                <a:gd name="connsiteX1463" fmla="*/ 235674 w 5737927"/>
                <a:gd name="connsiteY1463" fmla="*/ 761706 h 1435793"/>
                <a:gd name="connsiteX1464" fmla="*/ 237183 w 5737927"/>
                <a:gd name="connsiteY1464" fmla="*/ 761706 h 1435793"/>
                <a:gd name="connsiteX1465" fmla="*/ 374940 w 5737927"/>
                <a:gd name="connsiteY1465" fmla="*/ 762463 h 1435793"/>
                <a:gd name="connsiteX1466" fmla="*/ 373258 w 5737927"/>
                <a:gd name="connsiteY1466" fmla="*/ 763929 h 1435793"/>
                <a:gd name="connsiteX1467" fmla="*/ 407164 w 5737927"/>
                <a:gd name="connsiteY1467" fmla="*/ 765907 h 1435793"/>
                <a:gd name="connsiteX1468" fmla="*/ 420276 w 5737927"/>
                <a:gd name="connsiteY1468" fmla="*/ 762712 h 1435793"/>
                <a:gd name="connsiteX1469" fmla="*/ 442923 w 5737927"/>
                <a:gd name="connsiteY1469" fmla="*/ 762836 h 1435793"/>
                <a:gd name="connsiteX1470" fmla="*/ 464266 w 5737927"/>
                <a:gd name="connsiteY1470" fmla="*/ 779677 h 1435793"/>
                <a:gd name="connsiteX1471" fmla="*/ 463997 w 5737927"/>
                <a:gd name="connsiteY1471" fmla="*/ 780238 h 1435793"/>
                <a:gd name="connsiteX1472" fmla="*/ 464353 w 5737927"/>
                <a:gd name="connsiteY1472" fmla="*/ 780233 h 1435793"/>
                <a:gd name="connsiteX1473" fmla="*/ 460885 w 5737927"/>
                <a:gd name="connsiteY1473" fmla="*/ 788331 h 1435793"/>
                <a:gd name="connsiteX1474" fmla="*/ 445675 w 5737927"/>
                <a:gd name="connsiteY1474" fmla="*/ 799712 h 1435793"/>
                <a:gd name="connsiteX1475" fmla="*/ 394447 w 5737927"/>
                <a:gd name="connsiteY1475" fmla="*/ 800575 h 1435793"/>
                <a:gd name="connsiteX1476" fmla="*/ 385648 w 5737927"/>
                <a:gd name="connsiteY1476" fmla="*/ 805711 h 1435793"/>
                <a:gd name="connsiteX1477" fmla="*/ 391682 w 5737927"/>
                <a:gd name="connsiteY1477" fmla="*/ 817668 h 1435793"/>
                <a:gd name="connsiteX1478" fmla="*/ 396899 w 5737927"/>
                <a:gd name="connsiteY1478" fmla="*/ 818900 h 1435793"/>
                <a:gd name="connsiteX1479" fmla="*/ 413241 w 5737927"/>
                <a:gd name="connsiteY1479" fmla="*/ 828268 h 1435793"/>
                <a:gd name="connsiteX1480" fmla="*/ 427384 w 5737927"/>
                <a:gd name="connsiteY1480" fmla="*/ 826173 h 1435793"/>
                <a:gd name="connsiteX1481" fmla="*/ 443161 w 5737927"/>
                <a:gd name="connsiteY1481" fmla="*/ 822187 h 1435793"/>
                <a:gd name="connsiteX1482" fmla="*/ 453720 w 5737927"/>
                <a:gd name="connsiteY1482" fmla="*/ 826625 h 1435793"/>
                <a:gd name="connsiteX1483" fmla="*/ 473897 w 5737927"/>
                <a:gd name="connsiteY1483" fmla="*/ 837266 h 1435793"/>
                <a:gd name="connsiteX1484" fmla="*/ 473897 w 5737927"/>
                <a:gd name="connsiteY1484" fmla="*/ 846634 h 1435793"/>
                <a:gd name="connsiteX1485" fmla="*/ 453657 w 5737927"/>
                <a:gd name="connsiteY1485" fmla="*/ 857153 h 1435793"/>
                <a:gd name="connsiteX1486" fmla="*/ 424060 w 5737927"/>
                <a:gd name="connsiteY1486" fmla="*/ 869871 h 1435793"/>
                <a:gd name="connsiteX1487" fmla="*/ 380682 w 5737927"/>
                <a:gd name="connsiteY1487" fmla="*/ 869498 h 1435793"/>
                <a:gd name="connsiteX1488" fmla="*/ 364528 w 5737927"/>
                <a:gd name="connsiteY1488" fmla="*/ 865782 h 1435793"/>
                <a:gd name="connsiteX1489" fmla="*/ 360065 w 5737927"/>
                <a:gd name="connsiteY1489" fmla="*/ 866521 h 1435793"/>
                <a:gd name="connsiteX1490" fmla="*/ 358738 w 5737927"/>
                <a:gd name="connsiteY1490" fmla="*/ 866820 h 1435793"/>
                <a:gd name="connsiteX1491" fmla="*/ 349772 w 5737927"/>
                <a:gd name="connsiteY1491" fmla="*/ 863955 h 1435793"/>
                <a:gd name="connsiteX1492" fmla="*/ 339275 w 5737927"/>
                <a:gd name="connsiteY1492" fmla="*/ 862475 h 1435793"/>
                <a:gd name="connsiteX1493" fmla="*/ 314761 w 5737927"/>
                <a:gd name="connsiteY1493" fmla="*/ 874925 h 1435793"/>
                <a:gd name="connsiteX1494" fmla="*/ 314170 w 5737927"/>
                <a:gd name="connsiteY1494" fmla="*/ 875712 h 1435793"/>
                <a:gd name="connsiteX1495" fmla="*/ 299913 w 5737927"/>
                <a:gd name="connsiteY1495" fmla="*/ 877902 h 1435793"/>
                <a:gd name="connsiteX1496" fmla="*/ 296204 w 5737927"/>
                <a:gd name="connsiteY1496" fmla="*/ 885709 h 1435793"/>
                <a:gd name="connsiteX1497" fmla="*/ 301976 w 5737927"/>
                <a:gd name="connsiteY1497" fmla="*/ 891922 h 1435793"/>
                <a:gd name="connsiteX1498" fmla="*/ 301240 w 5737927"/>
                <a:gd name="connsiteY1498" fmla="*/ 892901 h 1435793"/>
                <a:gd name="connsiteX1499" fmla="*/ 284276 w 5737927"/>
                <a:gd name="connsiteY1499" fmla="*/ 899043 h 1435793"/>
                <a:gd name="connsiteX1500" fmla="*/ 269003 w 5737927"/>
                <a:gd name="connsiteY1500" fmla="*/ 895798 h 1435793"/>
                <a:gd name="connsiteX1501" fmla="*/ 221358 w 5737927"/>
                <a:gd name="connsiteY1501" fmla="*/ 884622 h 1435793"/>
                <a:gd name="connsiteX1502" fmla="*/ 155863 w 5737927"/>
                <a:gd name="connsiteY1502" fmla="*/ 870734 h 1435793"/>
                <a:gd name="connsiteX1503" fmla="*/ 142914 w 5737927"/>
                <a:gd name="connsiteY1503" fmla="*/ 869049 h 1435793"/>
                <a:gd name="connsiteX1504" fmla="*/ 117835 w 5737927"/>
                <a:gd name="connsiteY1504" fmla="*/ 870282 h 1435793"/>
                <a:gd name="connsiteX1505" fmla="*/ 66608 w 5737927"/>
                <a:gd name="connsiteY1505" fmla="*/ 886101 h 1435793"/>
                <a:gd name="connsiteX1506" fmla="*/ 65476 w 5737927"/>
                <a:gd name="connsiteY1506" fmla="*/ 909644 h 1435793"/>
                <a:gd name="connsiteX1507" fmla="*/ 98413 w 5737927"/>
                <a:gd name="connsiteY1507" fmla="*/ 922546 h 1435793"/>
                <a:gd name="connsiteX1508" fmla="*/ 100047 w 5737927"/>
                <a:gd name="connsiteY1508" fmla="*/ 922710 h 1435793"/>
                <a:gd name="connsiteX1509" fmla="*/ 109475 w 5737927"/>
                <a:gd name="connsiteY1509" fmla="*/ 920327 h 1435793"/>
                <a:gd name="connsiteX1510" fmla="*/ 118212 w 5737927"/>
                <a:gd name="connsiteY1510" fmla="*/ 917944 h 1435793"/>
                <a:gd name="connsiteX1511" fmla="*/ 119910 w 5737927"/>
                <a:gd name="connsiteY1511" fmla="*/ 918272 h 1435793"/>
                <a:gd name="connsiteX1512" fmla="*/ 203318 w 5737927"/>
                <a:gd name="connsiteY1512" fmla="*/ 936392 h 1435793"/>
                <a:gd name="connsiteX1513" fmla="*/ 201747 w 5737927"/>
                <a:gd name="connsiteY1513" fmla="*/ 947486 h 1435793"/>
                <a:gd name="connsiteX1514" fmla="*/ 208724 w 5737927"/>
                <a:gd name="connsiteY1514" fmla="*/ 954512 h 1435793"/>
                <a:gd name="connsiteX1515" fmla="*/ 212621 w 5737927"/>
                <a:gd name="connsiteY1515" fmla="*/ 953855 h 1435793"/>
                <a:gd name="connsiteX1516" fmla="*/ 230409 w 5737927"/>
                <a:gd name="connsiteY1516" fmla="*/ 948554 h 1435793"/>
                <a:gd name="connsiteX1517" fmla="*/ 243169 w 5737927"/>
                <a:gd name="connsiteY1517" fmla="*/ 954553 h 1435793"/>
                <a:gd name="connsiteX1518" fmla="*/ 269442 w 5737927"/>
                <a:gd name="connsiteY1518" fmla="*/ 966099 h 1435793"/>
                <a:gd name="connsiteX1519" fmla="*/ 266425 w 5737927"/>
                <a:gd name="connsiteY1519" fmla="*/ 972262 h 1435793"/>
                <a:gd name="connsiteX1520" fmla="*/ 247820 w 5737927"/>
                <a:gd name="connsiteY1520" fmla="*/ 987547 h 1435793"/>
                <a:gd name="connsiteX1521" fmla="*/ 248759 w 5737927"/>
                <a:gd name="connsiteY1521" fmla="*/ 1005893 h 1435793"/>
                <a:gd name="connsiteX1522" fmla="*/ 244349 w 5737927"/>
                <a:gd name="connsiteY1522" fmla="*/ 1005768 h 1435793"/>
                <a:gd name="connsiteX1523" fmla="*/ 187276 w 5737927"/>
                <a:gd name="connsiteY1523" fmla="*/ 1015834 h 1435793"/>
                <a:gd name="connsiteX1524" fmla="*/ 180613 w 5737927"/>
                <a:gd name="connsiteY1524" fmla="*/ 1027544 h 1435793"/>
                <a:gd name="connsiteX1525" fmla="*/ 189036 w 5737927"/>
                <a:gd name="connsiteY1525" fmla="*/ 1032968 h 1435793"/>
                <a:gd name="connsiteX1526" fmla="*/ 190733 w 5737927"/>
                <a:gd name="connsiteY1526" fmla="*/ 1032968 h 1435793"/>
                <a:gd name="connsiteX1527" fmla="*/ 224298 w 5737927"/>
                <a:gd name="connsiteY1527" fmla="*/ 1041145 h 1435793"/>
                <a:gd name="connsiteX1528" fmla="*/ 229640 w 5737927"/>
                <a:gd name="connsiteY1528" fmla="*/ 1042459 h 1435793"/>
                <a:gd name="connsiteX1529" fmla="*/ 240577 w 5737927"/>
                <a:gd name="connsiteY1529" fmla="*/ 1039871 h 1435793"/>
                <a:gd name="connsiteX1530" fmla="*/ 252017 w 5737927"/>
                <a:gd name="connsiteY1530" fmla="*/ 1037282 h 1435793"/>
                <a:gd name="connsiteX1531" fmla="*/ 262828 w 5737927"/>
                <a:gd name="connsiteY1531" fmla="*/ 1042172 h 1435793"/>
                <a:gd name="connsiteX1532" fmla="*/ 328575 w 5737927"/>
                <a:gd name="connsiteY1532" fmla="*/ 1030872 h 1435793"/>
                <a:gd name="connsiteX1533" fmla="*/ 382065 w 5737927"/>
                <a:gd name="connsiteY1533" fmla="*/ 1023682 h 1435793"/>
                <a:gd name="connsiteX1534" fmla="*/ 441023 w 5737927"/>
                <a:gd name="connsiteY1534" fmla="*/ 1026312 h 1435793"/>
                <a:gd name="connsiteX1535" fmla="*/ 448189 w 5737927"/>
                <a:gd name="connsiteY1535" fmla="*/ 1037816 h 1435793"/>
                <a:gd name="connsiteX1536" fmla="*/ 443663 w 5737927"/>
                <a:gd name="connsiteY1536" fmla="*/ 1050430 h 1435793"/>
                <a:gd name="connsiteX1537" fmla="*/ 398408 w 5737927"/>
                <a:gd name="connsiteY1537" fmla="*/ 1057949 h 1435793"/>
                <a:gd name="connsiteX1538" fmla="*/ 392122 w 5737927"/>
                <a:gd name="connsiteY1538" fmla="*/ 1055443 h 1435793"/>
                <a:gd name="connsiteX1539" fmla="*/ 383636 w 5737927"/>
                <a:gd name="connsiteY1539" fmla="*/ 1057374 h 1435793"/>
                <a:gd name="connsiteX1540" fmla="*/ 375151 w 5737927"/>
                <a:gd name="connsiteY1540" fmla="*/ 1059305 h 1435793"/>
                <a:gd name="connsiteX1541" fmla="*/ 367419 w 5737927"/>
                <a:gd name="connsiteY1541" fmla="*/ 1055155 h 1435793"/>
                <a:gd name="connsiteX1542" fmla="*/ 327255 w 5737927"/>
                <a:gd name="connsiteY1542" fmla="*/ 1063784 h 1435793"/>
                <a:gd name="connsiteX1543" fmla="*/ 322730 w 5737927"/>
                <a:gd name="connsiteY1543" fmla="*/ 1066783 h 1435793"/>
                <a:gd name="connsiteX1544" fmla="*/ 327569 w 5737927"/>
                <a:gd name="connsiteY1544" fmla="*/ 1069783 h 1435793"/>
                <a:gd name="connsiteX1545" fmla="*/ 339700 w 5737927"/>
                <a:gd name="connsiteY1545" fmla="*/ 1071550 h 1435793"/>
                <a:gd name="connsiteX1546" fmla="*/ 350574 w 5737927"/>
                <a:gd name="connsiteY1546" fmla="*/ 1083876 h 1435793"/>
                <a:gd name="connsiteX1547" fmla="*/ 361511 w 5737927"/>
                <a:gd name="connsiteY1547" fmla="*/ 1089587 h 1435793"/>
                <a:gd name="connsiteX1548" fmla="*/ 494135 w 5737927"/>
                <a:gd name="connsiteY1548" fmla="*/ 1089880 h 1435793"/>
                <a:gd name="connsiteX1549" fmla="*/ 488323 w 5737927"/>
                <a:gd name="connsiteY1549" fmla="*/ 1096090 h 1435793"/>
                <a:gd name="connsiteX1550" fmla="*/ 493489 w 5737927"/>
                <a:gd name="connsiteY1550" fmla="*/ 1106489 h 1435793"/>
                <a:gd name="connsiteX1551" fmla="*/ 467979 w 5737927"/>
                <a:gd name="connsiteY1551" fmla="*/ 1109818 h 1435793"/>
                <a:gd name="connsiteX1552" fmla="*/ 552475 w 5737927"/>
                <a:gd name="connsiteY1552" fmla="*/ 1129494 h 1435793"/>
                <a:gd name="connsiteX1553" fmla="*/ 492198 w 5737927"/>
                <a:gd name="connsiteY1553" fmla="*/ 1156014 h 1435793"/>
                <a:gd name="connsiteX1554" fmla="*/ 492606 w 5737927"/>
                <a:gd name="connsiteY1554" fmla="*/ 1156401 h 1435793"/>
                <a:gd name="connsiteX1555" fmla="*/ 492844 w 5737927"/>
                <a:gd name="connsiteY1555" fmla="*/ 1156051 h 1435793"/>
                <a:gd name="connsiteX1556" fmla="*/ 493382 w 5737927"/>
                <a:gd name="connsiteY1556" fmla="*/ 1157136 h 1435793"/>
                <a:gd name="connsiteX1557" fmla="*/ 492606 w 5737927"/>
                <a:gd name="connsiteY1557" fmla="*/ 1156401 h 1435793"/>
                <a:gd name="connsiteX1558" fmla="*/ 485013 w 5737927"/>
                <a:gd name="connsiteY1558" fmla="*/ 1167568 h 1435793"/>
                <a:gd name="connsiteX1559" fmla="*/ 498881 w 5737927"/>
                <a:gd name="connsiteY1559" fmla="*/ 1177946 h 1435793"/>
                <a:gd name="connsiteX1560" fmla="*/ 498871 w 5737927"/>
                <a:gd name="connsiteY1560" fmla="*/ 1177896 h 1435793"/>
                <a:gd name="connsiteX1561" fmla="*/ 500717 w 5737927"/>
                <a:gd name="connsiteY1561" fmla="*/ 1177370 h 1435793"/>
                <a:gd name="connsiteX1562" fmla="*/ 508774 w 5737927"/>
                <a:gd name="connsiteY1562" fmla="*/ 1170864 h 1435793"/>
                <a:gd name="connsiteX1563" fmla="*/ 511734 w 5737927"/>
                <a:gd name="connsiteY1563" fmla="*/ 1174231 h 1435793"/>
                <a:gd name="connsiteX1564" fmla="*/ 500717 w 5737927"/>
                <a:gd name="connsiteY1564" fmla="*/ 1177370 h 1435793"/>
                <a:gd name="connsiteX1565" fmla="*/ 499464 w 5737927"/>
                <a:gd name="connsiteY1565" fmla="*/ 1178382 h 1435793"/>
                <a:gd name="connsiteX1566" fmla="*/ 498881 w 5737927"/>
                <a:gd name="connsiteY1566" fmla="*/ 1177946 h 1435793"/>
                <a:gd name="connsiteX1567" fmla="*/ 501185 w 5737927"/>
                <a:gd name="connsiteY1567" fmla="*/ 1189300 h 1435793"/>
                <a:gd name="connsiteX1568" fmla="*/ 478312 w 5737927"/>
                <a:gd name="connsiteY1568" fmla="*/ 1200901 h 1435793"/>
                <a:gd name="connsiteX1569" fmla="*/ 561732 w 5737927"/>
                <a:gd name="connsiteY1569" fmla="*/ 1224803 h 1435793"/>
                <a:gd name="connsiteX1570" fmla="*/ 504737 w 5737927"/>
                <a:gd name="connsiteY1570" fmla="*/ 1240139 h 1435793"/>
                <a:gd name="connsiteX1571" fmla="*/ 522067 w 5737927"/>
                <a:gd name="connsiteY1571" fmla="*/ 1250538 h 1435793"/>
                <a:gd name="connsiteX1572" fmla="*/ 680941 w 5737927"/>
                <a:gd name="connsiteY1572" fmla="*/ 1267071 h 1435793"/>
                <a:gd name="connsiteX1573" fmla="*/ 674536 w 5737927"/>
                <a:gd name="connsiteY1573" fmla="*/ 1277806 h 1435793"/>
                <a:gd name="connsiteX1574" fmla="*/ 750690 w 5737927"/>
                <a:gd name="connsiteY1574" fmla="*/ 1268268 h 1435793"/>
                <a:gd name="connsiteX1575" fmla="*/ 793894 w 5737927"/>
                <a:gd name="connsiteY1575" fmla="*/ 1272326 h 1435793"/>
                <a:gd name="connsiteX1576" fmla="*/ 853431 w 5737927"/>
                <a:gd name="connsiteY1576" fmla="*/ 1272306 h 1435793"/>
                <a:gd name="connsiteX1577" fmla="*/ 854423 w 5737927"/>
                <a:gd name="connsiteY1577" fmla="*/ 1278797 h 1435793"/>
                <a:gd name="connsiteX1578" fmla="*/ 871709 w 5737927"/>
                <a:gd name="connsiteY1578" fmla="*/ 1286727 h 1435793"/>
                <a:gd name="connsiteX1579" fmla="*/ 881325 w 5737927"/>
                <a:gd name="connsiteY1579" fmla="*/ 1283892 h 1435793"/>
                <a:gd name="connsiteX1580" fmla="*/ 903073 w 5737927"/>
                <a:gd name="connsiteY1580" fmla="*/ 1276619 h 1435793"/>
                <a:gd name="connsiteX1581" fmla="*/ 910365 w 5737927"/>
                <a:gd name="connsiteY1581" fmla="*/ 1278057 h 1435793"/>
                <a:gd name="connsiteX1582" fmla="*/ 977432 w 5737927"/>
                <a:gd name="connsiteY1582" fmla="*/ 1287137 h 1435793"/>
                <a:gd name="connsiteX1583" fmla="*/ 984220 w 5737927"/>
                <a:gd name="connsiteY1583" fmla="*/ 1292438 h 1435793"/>
                <a:gd name="connsiteX1584" fmla="*/ 979380 w 5737927"/>
                <a:gd name="connsiteY1584" fmla="*/ 1295355 h 1435793"/>
                <a:gd name="connsiteX1585" fmla="*/ 929347 w 5737927"/>
                <a:gd name="connsiteY1585" fmla="*/ 1297902 h 1435793"/>
                <a:gd name="connsiteX1586" fmla="*/ 924947 w 5737927"/>
                <a:gd name="connsiteY1586" fmla="*/ 1300778 h 1435793"/>
                <a:gd name="connsiteX1587" fmla="*/ 930038 w 5737927"/>
                <a:gd name="connsiteY1587" fmla="*/ 1303531 h 1435793"/>
                <a:gd name="connsiteX1588" fmla="*/ 968820 w 5737927"/>
                <a:gd name="connsiteY1588" fmla="*/ 1305627 h 1435793"/>
                <a:gd name="connsiteX1589" fmla="*/ 1003768 w 5737927"/>
                <a:gd name="connsiteY1589" fmla="*/ 1298848 h 1435793"/>
                <a:gd name="connsiteX1590" fmla="*/ 1013573 w 5737927"/>
                <a:gd name="connsiteY1590" fmla="*/ 1301066 h 1435793"/>
                <a:gd name="connsiteX1591" fmla="*/ 1026207 w 5737927"/>
                <a:gd name="connsiteY1591" fmla="*/ 1305011 h 1435793"/>
                <a:gd name="connsiteX1592" fmla="*/ 1041733 w 5737927"/>
                <a:gd name="connsiteY1592" fmla="*/ 1299875 h 1435793"/>
                <a:gd name="connsiteX1593" fmla="*/ 1052355 w 5737927"/>
                <a:gd name="connsiteY1593" fmla="*/ 1296711 h 1435793"/>
                <a:gd name="connsiteX1594" fmla="*/ 1062097 w 5737927"/>
                <a:gd name="connsiteY1594" fmla="*/ 1302422 h 1435793"/>
                <a:gd name="connsiteX1595" fmla="*/ 1071212 w 5737927"/>
                <a:gd name="connsiteY1595" fmla="*/ 1311174 h 1435793"/>
                <a:gd name="connsiteX1596" fmla="*/ 1082714 w 5737927"/>
                <a:gd name="connsiteY1596" fmla="*/ 1308421 h 1435793"/>
                <a:gd name="connsiteX1597" fmla="*/ 1097360 w 5737927"/>
                <a:gd name="connsiteY1597" fmla="*/ 1304929 h 1435793"/>
                <a:gd name="connsiteX1598" fmla="*/ 1116090 w 5737927"/>
                <a:gd name="connsiteY1598" fmla="*/ 1317584 h 1435793"/>
                <a:gd name="connsiteX1599" fmla="*/ 1122690 w 5737927"/>
                <a:gd name="connsiteY1599" fmla="*/ 1320953 h 1435793"/>
                <a:gd name="connsiteX1600" fmla="*/ 1130233 w 5737927"/>
                <a:gd name="connsiteY1600" fmla="*/ 1317830 h 1435793"/>
                <a:gd name="connsiteX1601" fmla="*/ 1149027 w 5737927"/>
                <a:gd name="connsiteY1601" fmla="*/ 1308380 h 1435793"/>
                <a:gd name="connsiteX1602" fmla="*/ 1160844 w 5737927"/>
                <a:gd name="connsiteY1602" fmla="*/ 1312817 h 1435793"/>
                <a:gd name="connsiteX1603" fmla="*/ 1172786 w 5737927"/>
                <a:gd name="connsiteY1603" fmla="*/ 1313105 h 1435793"/>
                <a:gd name="connsiteX1604" fmla="*/ 1212574 w 5737927"/>
                <a:gd name="connsiteY1604" fmla="*/ 1305051 h 1435793"/>
                <a:gd name="connsiteX1605" fmla="*/ 1238973 w 5737927"/>
                <a:gd name="connsiteY1605" fmla="*/ 1306531 h 1435793"/>
                <a:gd name="connsiteX1606" fmla="*/ 1265435 w 5737927"/>
                <a:gd name="connsiteY1606" fmla="*/ 1308010 h 1435793"/>
                <a:gd name="connsiteX1607" fmla="*/ 1280206 w 5737927"/>
                <a:gd name="connsiteY1607" fmla="*/ 1313228 h 1435793"/>
                <a:gd name="connsiteX1608" fmla="*/ 1304783 w 5737927"/>
                <a:gd name="connsiteY1608" fmla="*/ 1305832 h 1435793"/>
                <a:gd name="connsiteX1609" fmla="*/ 1310880 w 5737927"/>
                <a:gd name="connsiteY1609" fmla="*/ 1304805 h 1435793"/>
                <a:gd name="connsiteX1610" fmla="*/ 1334262 w 5737927"/>
                <a:gd name="connsiteY1610" fmla="*/ 1316269 h 1435793"/>
                <a:gd name="connsiteX1611" fmla="*/ 1355067 w 5737927"/>
                <a:gd name="connsiteY1611" fmla="*/ 1332622 h 1435793"/>
                <a:gd name="connsiteX1612" fmla="*/ 1409437 w 5737927"/>
                <a:gd name="connsiteY1612" fmla="*/ 1341620 h 1435793"/>
                <a:gd name="connsiteX1613" fmla="*/ 1410631 w 5737927"/>
                <a:gd name="connsiteY1613" fmla="*/ 1341866 h 1435793"/>
                <a:gd name="connsiteX1614" fmla="*/ 1426031 w 5737927"/>
                <a:gd name="connsiteY1614" fmla="*/ 1337100 h 1435793"/>
                <a:gd name="connsiteX1615" fmla="*/ 1449099 w 5737927"/>
                <a:gd name="connsiteY1615" fmla="*/ 1333115 h 1435793"/>
                <a:gd name="connsiteX1616" fmla="*/ 1460287 w 5737927"/>
                <a:gd name="connsiteY1616" fmla="*/ 1324363 h 1435793"/>
                <a:gd name="connsiteX1617" fmla="*/ 1482538 w 5737927"/>
                <a:gd name="connsiteY1617" fmla="*/ 1323541 h 1435793"/>
                <a:gd name="connsiteX1618" fmla="*/ 1556644 w 5737927"/>
                <a:gd name="connsiteY1618" fmla="*/ 1339894 h 1435793"/>
                <a:gd name="connsiteX1619" fmla="*/ 1565758 w 5737927"/>
                <a:gd name="connsiteY1619" fmla="*/ 1342524 h 1435793"/>
                <a:gd name="connsiteX1620" fmla="*/ 1578581 w 5737927"/>
                <a:gd name="connsiteY1620" fmla="*/ 1331553 h 1435793"/>
                <a:gd name="connsiteX1621" fmla="*/ 1589078 w 5737927"/>
                <a:gd name="connsiteY1621" fmla="*/ 1324774 h 1435793"/>
                <a:gd name="connsiteX1622" fmla="*/ 1592723 w 5737927"/>
                <a:gd name="connsiteY1622" fmla="*/ 1325185 h 1435793"/>
                <a:gd name="connsiteX1623" fmla="*/ 1621323 w 5737927"/>
                <a:gd name="connsiteY1623" fmla="*/ 1334060 h 1435793"/>
                <a:gd name="connsiteX1624" fmla="*/ 1623397 w 5737927"/>
                <a:gd name="connsiteY1624" fmla="*/ 1340593 h 1435793"/>
                <a:gd name="connsiteX1625" fmla="*/ 1601083 w 5737927"/>
                <a:gd name="connsiteY1625" fmla="*/ 1348564 h 1435793"/>
                <a:gd name="connsiteX1626" fmla="*/ 1579272 w 5737927"/>
                <a:gd name="connsiteY1626" fmla="*/ 1356740 h 1435793"/>
                <a:gd name="connsiteX1627" fmla="*/ 1596620 w 5737927"/>
                <a:gd name="connsiteY1627" fmla="*/ 1361342 h 1435793"/>
                <a:gd name="connsiteX1628" fmla="*/ 1598003 w 5737927"/>
                <a:gd name="connsiteY1628" fmla="*/ 1361342 h 1435793"/>
                <a:gd name="connsiteX1629" fmla="*/ 1599386 w 5737927"/>
                <a:gd name="connsiteY1629" fmla="*/ 1361342 h 1435793"/>
                <a:gd name="connsiteX1630" fmla="*/ 1602591 w 5737927"/>
                <a:gd name="connsiteY1630" fmla="*/ 1361383 h 1435793"/>
                <a:gd name="connsiteX1631" fmla="*/ 1616420 w 5737927"/>
                <a:gd name="connsiteY1631" fmla="*/ 1369026 h 1435793"/>
                <a:gd name="connsiteX1632" fmla="*/ 1631568 w 5737927"/>
                <a:gd name="connsiteY1632" fmla="*/ 1379749 h 1435793"/>
                <a:gd name="connsiteX1633" fmla="*/ 1640619 w 5737927"/>
                <a:gd name="connsiteY1633" fmla="*/ 1371984 h 1435793"/>
                <a:gd name="connsiteX1634" fmla="*/ 1700708 w 5737927"/>
                <a:gd name="connsiteY1634" fmla="*/ 1343017 h 1435793"/>
                <a:gd name="connsiteX1635" fmla="*/ 1702469 w 5737927"/>
                <a:gd name="connsiteY1635" fmla="*/ 1342852 h 1435793"/>
                <a:gd name="connsiteX1636" fmla="*/ 1717366 w 5737927"/>
                <a:gd name="connsiteY1636" fmla="*/ 1347906 h 1435793"/>
                <a:gd name="connsiteX1637" fmla="*/ 1706994 w 5737927"/>
                <a:gd name="connsiteY1637" fmla="*/ 1361547 h 1435793"/>
                <a:gd name="connsiteX1638" fmla="*/ 1695869 w 5737927"/>
                <a:gd name="connsiteY1638" fmla="*/ 1365533 h 1435793"/>
                <a:gd name="connsiteX1639" fmla="*/ 1697692 w 5737927"/>
                <a:gd name="connsiteY1639" fmla="*/ 1377572 h 1435793"/>
                <a:gd name="connsiteX1640" fmla="*/ 1754262 w 5737927"/>
                <a:gd name="connsiteY1640" fmla="*/ 1389282 h 1435793"/>
                <a:gd name="connsiteX1641" fmla="*/ 1776135 w 5737927"/>
                <a:gd name="connsiteY1641" fmla="*/ 1387351 h 1435793"/>
                <a:gd name="connsiteX1642" fmla="*/ 1782106 w 5737927"/>
                <a:gd name="connsiteY1642" fmla="*/ 1380283 h 1435793"/>
                <a:gd name="connsiteX1643" fmla="*/ 1777329 w 5737927"/>
                <a:gd name="connsiteY1643" fmla="*/ 1372806 h 1435793"/>
                <a:gd name="connsiteX1644" fmla="*/ 1746028 w 5737927"/>
                <a:gd name="connsiteY1644" fmla="*/ 1370463 h 1435793"/>
                <a:gd name="connsiteX1645" fmla="*/ 1733142 w 5737927"/>
                <a:gd name="connsiteY1645" fmla="*/ 1363027 h 1435793"/>
                <a:gd name="connsiteX1646" fmla="*/ 1740496 w 5737927"/>
                <a:gd name="connsiteY1646" fmla="*/ 1351152 h 1435793"/>
                <a:gd name="connsiteX1647" fmla="*/ 1796752 w 5737927"/>
                <a:gd name="connsiteY1647" fmla="*/ 1333361 h 1435793"/>
                <a:gd name="connsiteX1648" fmla="*/ 1805803 w 5737927"/>
                <a:gd name="connsiteY1648" fmla="*/ 1333238 h 1435793"/>
                <a:gd name="connsiteX1649" fmla="*/ 1808883 w 5737927"/>
                <a:gd name="connsiteY1649" fmla="*/ 1333238 h 1435793"/>
                <a:gd name="connsiteX1650" fmla="*/ 1811649 w 5737927"/>
                <a:gd name="connsiteY1650" fmla="*/ 1333238 h 1435793"/>
                <a:gd name="connsiteX1651" fmla="*/ 1857408 w 5737927"/>
                <a:gd name="connsiteY1651" fmla="*/ 1324856 h 1435793"/>
                <a:gd name="connsiteX1652" fmla="*/ 1858916 w 5737927"/>
                <a:gd name="connsiteY1652" fmla="*/ 1324568 h 1435793"/>
                <a:gd name="connsiteX1653" fmla="*/ 1868847 w 5737927"/>
                <a:gd name="connsiteY1653" fmla="*/ 1326664 h 1435793"/>
                <a:gd name="connsiteX1654" fmla="*/ 1865390 w 5737927"/>
                <a:gd name="connsiteY1654" fmla="*/ 1334183 h 1435793"/>
                <a:gd name="connsiteX1655" fmla="*/ 1841882 w 5737927"/>
                <a:gd name="connsiteY1655" fmla="*/ 1353371 h 1435793"/>
                <a:gd name="connsiteX1656" fmla="*/ 1827425 w 5737927"/>
                <a:gd name="connsiteY1656" fmla="*/ 1362040 h 1435793"/>
                <a:gd name="connsiteX1657" fmla="*/ 1824094 w 5737927"/>
                <a:gd name="connsiteY1657" fmla="*/ 1365780 h 1435793"/>
                <a:gd name="connsiteX1658" fmla="*/ 1832956 w 5737927"/>
                <a:gd name="connsiteY1658" fmla="*/ 1370628 h 1435793"/>
                <a:gd name="connsiteX1659" fmla="*/ 1840122 w 5737927"/>
                <a:gd name="connsiteY1659" fmla="*/ 1371614 h 1435793"/>
                <a:gd name="connsiteX1660" fmla="*/ 1872493 w 5737927"/>
                <a:gd name="connsiteY1660" fmla="*/ 1361876 h 1435793"/>
                <a:gd name="connsiteX1661" fmla="*/ 1888270 w 5737927"/>
                <a:gd name="connsiteY1661" fmla="*/ 1379462 h 1435793"/>
                <a:gd name="connsiteX1662" fmla="*/ 1890721 w 5737927"/>
                <a:gd name="connsiteY1662" fmla="*/ 1379380 h 1435793"/>
                <a:gd name="connsiteX1663" fmla="*/ 1897069 w 5737927"/>
                <a:gd name="connsiteY1663" fmla="*/ 1379092 h 1435793"/>
                <a:gd name="connsiteX1664" fmla="*/ 1903040 w 5737927"/>
                <a:gd name="connsiteY1664" fmla="*/ 1380201 h 1435793"/>
                <a:gd name="connsiteX1665" fmla="*/ 1917938 w 5737927"/>
                <a:gd name="connsiteY1665" fmla="*/ 1386077 h 1435793"/>
                <a:gd name="connsiteX1666" fmla="*/ 1933148 w 5737927"/>
                <a:gd name="connsiteY1666" fmla="*/ 1378394 h 1435793"/>
                <a:gd name="connsiteX1667" fmla="*/ 1943142 w 5737927"/>
                <a:gd name="connsiteY1667" fmla="*/ 1373545 h 1435793"/>
                <a:gd name="connsiteX1668" fmla="*/ 1953388 w 5737927"/>
                <a:gd name="connsiteY1668" fmla="*/ 1377202 h 1435793"/>
                <a:gd name="connsiteX1669" fmla="*/ 1961056 w 5737927"/>
                <a:gd name="connsiteY1669" fmla="*/ 1379585 h 1435793"/>
                <a:gd name="connsiteX1670" fmla="*/ 1975764 w 5737927"/>
                <a:gd name="connsiteY1670" fmla="*/ 1375189 h 1435793"/>
                <a:gd name="connsiteX1671" fmla="*/ 2002164 w 5737927"/>
                <a:gd name="connsiteY1671" fmla="*/ 1370053 h 1435793"/>
                <a:gd name="connsiteX1672" fmla="*/ 2028751 w 5737927"/>
                <a:gd name="connsiteY1672" fmla="*/ 1375969 h 1435793"/>
                <a:gd name="connsiteX1673" fmla="*/ 2060116 w 5737927"/>
                <a:gd name="connsiteY1673" fmla="*/ 1385132 h 1435793"/>
                <a:gd name="connsiteX1674" fmla="*/ 2078030 w 5737927"/>
                <a:gd name="connsiteY1674" fmla="*/ 1380817 h 1435793"/>
                <a:gd name="connsiteX1675" fmla="*/ 2079350 w 5737927"/>
                <a:gd name="connsiteY1675" fmla="*/ 1380571 h 1435793"/>
                <a:gd name="connsiteX1676" fmla="*/ 2089030 w 5737927"/>
                <a:gd name="connsiteY1676" fmla="*/ 1383611 h 1435793"/>
                <a:gd name="connsiteX1677" fmla="*/ 2116560 w 5737927"/>
                <a:gd name="connsiteY1677" fmla="*/ 1390186 h 1435793"/>
                <a:gd name="connsiteX1678" fmla="*/ 2142205 w 5737927"/>
                <a:gd name="connsiteY1678" fmla="*/ 1384680 h 1435793"/>
                <a:gd name="connsiteX1679" fmla="*/ 2170679 w 5737927"/>
                <a:gd name="connsiteY1679" fmla="*/ 1379914 h 1435793"/>
                <a:gd name="connsiteX1680" fmla="*/ 2181427 w 5737927"/>
                <a:gd name="connsiteY1680" fmla="*/ 1380119 h 1435793"/>
                <a:gd name="connsiteX1681" fmla="*/ 2192175 w 5737927"/>
                <a:gd name="connsiteY1681" fmla="*/ 1380324 h 1435793"/>
                <a:gd name="connsiteX1682" fmla="*/ 2226117 w 5737927"/>
                <a:gd name="connsiteY1682" fmla="*/ 1372271 h 1435793"/>
                <a:gd name="connsiteX1683" fmla="*/ 2245288 w 5737927"/>
                <a:gd name="connsiteY1683" fmla="*/ 1388953 h 1435793"/>
                <a:gd name="connsiteX1684" fmla="*/ 2257419 w 5737927"/>
                <a:gd name="connsiteY1684" fmla="*/ 1389611 h 1435793"/>
                <a:gd name="connsiteX1685" fmla="*/ 2263139 w 5737927"/>
                <a:gd name="connsiteY1685" fmla="*/ 1389692 h 1435793"/>
                <a:gd name="connsiteX1686" fmla="*/ 2295133 w 5737927"/>
                <a:gd name="connsiteY1686" fmla="*/ 1389323 h 1435793"/>
                <a:gd name="connsiteX1687" fmla="*/ 2298652 w 5737927"/>
                <a:gd name="connsiteY1687" fmla="*/ 1389323 h 1435793"/>
                <a:gd name="connsiteX1688" fmla="*/ 2313989 w 5737927"/>
                <a:gd name="connsiteY1688" fmla="*/ 1390309 h 1435793"/>
                <a:gd name="connsiteX1689" fmla="*/ 2317320 w 5737927"/>
                <a:gd name="connsiteY1689" fmla="*/ 1396719 h 1435793"/>
                <a:gd name="connsiteX1690" fmla="*/ 2323481 w 5737927"/>
                <a:gd name="connsiteY1690" fmla="*/ 1407484 h 1435793"/>
                <a:gd name="connsiteX1691" fmla="*/ 2326434 w 5737927"/>
                <a:gd name="connsiteY1691" fmla="*/ 1407566 h 1435793"/>
                <a:gd name="connsiteX1692" fmla="*/ 2370182 w 5737927"/>
                <a:gd name="connsiteY1692" fmla="*/ 1395527 h 1435793"/>
                <a:gd name="connsiteX1693" fmla="*/ 2363645 w 5737927"/>
                <a:gd name="connsiteY1693" fmla="*/ 1384146 h 1435793"/>
                <a:gd name="connsiteX1694" fmla="*/ 2378542 w 5737927"/>
                <a:gd name="connsiteY1694" fmla="*/ 1379831 h 1435793"/>
                <a:gd name="connsiteX1695" fmla="*/ 2396770 w 5737927"/>
                <a:gd name="connsiteY1695" fmla="*/ 1384598 h 1435793"/>
                <a:gd name="connsiteX1696" fmla="*/ 2398655 w 5737927"/>
                <a:gd name="connsiteY1696" fmla="*/ 1386693 h 1435793"/>
                <a:gd name="connsiteX1697" fmla="*/ 2398027 w 5737927"/>
                <a:gd name="connsiteY1697" fmla="*/ 1386405 h 1435793"/>
                <a:gd name="connsiteX1698" fmla="*/ 2396581 w 5737927"/>
                <a:gd name="connsiteY1698" fmla="*/ 1386118 h 1435793"/>
                <a:gd name="connsiteX1699" fmla="*/ 2393124 w 5737927"/>
                <a:gd name="connsiteY1699" fmla="*/ 1388460 h 1435793"/>
                <a:gd name="connsiteX1700" fmla="*/ 2396329 w 5737927"/>
                <a:gd name="connsiteY1700" fmla="*/ 1397992 h 1435793"/>
                <a:gd name="connsiteX1701" fmla="*/ 2410598 w 5737927"/>
                <a:gd name="connsiteY1701" fmla="*/ 1398485 h 1435793"/>
                <a:gd name="connsiteX1702" fmla="*/ 2421723 w 5737927"/>
                <a:gd name="connsiteY1702" fmla="*/ 1398362 h 1435793"/>
                <a:gd name="connsiteX1703" fmla="*/ 2432723 w 5737927"/>
                <a:gd name="connsiteY1703" fmla="*/ 1398239 h 1435793"/>
                <a:gd name="connsiteX1704" fmla="*/ 2434546 w 5737927"/>
                <a:gd name="connsiteY1704" fmla="*/ 1398239 h 1435793"/>
                <a:gd name="connsiteX1705" fmla="*/ 2466476 w 5737927"/>
                <a:gd name="connsiteY1705" fmla="*/ 1398897 h 1435793"/>
                <a:gd name="connsiteX1706" fmla="*/ 2473013 w 5737927"/>
                <a:gd name="connsiteY1706" fmla="*/ 1399061 h 1435793"/>
                <a:gd name="connsiteX1707" fmla="*/ 2476533 w 5737927"/>
                <a:gd name="connsiteY1707" fmla="*/ 1399061 h 1435793"/>
                <a:gd name="connsiteX1708" fmla="*/ 2480053 w 5737927"/>
                <a:gd name="connsiteY1708" fmla="*/ 1399061 h 1435793"/>
                <a:gd name="connsiteX1709" fmla="*/ 2503121 w 5737927"/>
                <a:gd name="connsiteY1709" fmla="*/ 1403498 h 1435793"/>
                <a:gd name="connsiteX1710" fmla="*/ 2509155 w 5737927"/>
                <a:gd name="connsiteY1710" fmla="*/ 1405019 h 1435793"/>
                <a:gd name="connsiteX1711" fmla="*/ 2520532 w 5737927"/>
                <a:gd name="connsiteY1711" fmla="*/ 1401608 h 1435793"/>
                <a:gd name="connsiteX1712" fmla="*/ 2532475 w 5737927"/>
                <a:gd name="connsiteY1712" fmla="*/ 1398198 h 1435793"/>
                <a:gd name="connsiteX1713" fmla="*/ 2536811 w 5737927"/>
                <a:gd name="connsiteY1713" fmla="*/ 1398814 h 1435793"/>
                <a:gd name="connsiteX1714" fmla="*/ 2543097 w 5737927"/>
                <a:gd name="connsiteY1714" fmla="*/ 1399266 h 1435793"/>
                <a:gd name="connsiteX1715" fmla="*/ 2552462 w 5737927"/>
                <a:gd name="connsiteY1715" fmla="*/ 1409743 h 1435793"/>
                <a:gd name="connsiteX1716" fmla="*/ 2563273 w 5737927"/>
                <a:gd name="connsiteY1716" fmla="*/ 1427000 h 1435793"/>
                <a:gd name="connsiteX1717" fmla="*/ 2565033 w 5737927"/>
                <a:gd name="connsiteY1717" fmla="*/ 1427000 h 1435793"/>
                <a:gd name="connsiteX1718" fmla="*/ 2592187 w 5737927"/>
                <a:gd name="connsiteY1718" fmla="*/ 1425809 h 1435793"/>
                <a:gd name="connsiteX1719" fmla="*/ 2608781 w 5737927"/>
                <a:gd name="connsiteY1719" fmla="*/ 1428479 h 1435793"/>
                <a:gd name="connsiteX1720" fmla="*/ 2647437 w 5737927"/>
                <a:gd name="connsiteY1720" fmla="*/ 1435300 h 1435793"/>
                <a:gd name="connsiteX1721" fmla="*/ 2655609 w 5737927"/>
                <a:gd name="connsiteY1721" fmla="*/ 1435218 h 1435793"/>
                <a:gd name="connsiteX1722" fmla="*/ 2663717 w 5737927"/>
                <a:gd name="connsiteY1722" fmla="*/ 1435136 h 1435793"/>
                <a:gd name="connsiteX1723" fmla="*/ 2670379 w 5737927"/>
                <a:gd name="connsiteY1723" fmla="*/ 1435259 h 1435793"/>
                <a:gd name="connsiteX1724" fmla="*/ 2679682 w 5737927"/>
                <a:gd name="connsiteY1724" fmla="*/ 1435424 h 143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Lst>
              <a:rect l="l" t="t" r="r" b="b"/>
              <a:pathLst>
                <a:path w="5737927" h="1435793">
                  <a:moveTo>
                    <a:pt x="2726272" y="18120"/>
                  </a:moveTo>
                  <a:cubicBezTo>
                    <a:pt x="2725581" y="18120"/>
                    <a:pt x="2724827" y="18079"/>
                    <a:pt x="2724072" y="17956"/>
                  </a:cubicBezTo>
                  <a:cubicBezTo>
                    <a:pt x="2720929" y="17462"/>
                    <a:pt x="2718227" y="15326"/>
                    <a:pt x="2715272" y="13929"/>
                  </a:cubicBezTo>
                  <a:lnTo>
                    <a:pt x="2719672" y="11300"/>
                  </a:lnTo>
                  <a:lnTo>
                    <a:pt x="2724198" y="9615"/>
                  </a:lnTo>
                  <a:cubicBezTo>
                    <a:pt x="2724449" y="9615"/>
                    <a:pt x="2724763" y="9615"/>
                    <a:pt x="2725015" y="9615"/>
                  </a:cubicBezTo>
                  <a:cubicBezTo>
                    <a:pt x="2728095" y="9615"/>
                    <a:pt x="2731992" y="10888"/>
                    <a:pt x="2734066" y="12491"/>
                  </a:cubicBezTo>
                  <a:cubicBezTo>
                    <a:pt x="2736894" y="14751"/>
                    <a:pt x="2732243" y="18079"/>
                    <a:pt x="2726335" y="18079"/>
                  </a:cubicBezTo>
                  <a:close/>
                  <a:moveTo>
                    <a:pt x="2667062" y="34268"/>
                  </a:moveTo>
                  <a:lnTo>
                    <a:pt x="2667125" y="34226"/>
                  </a:lnTo>
                  <a:cubicBezTo>
                    <a:pt x="2666434" y="34226"/>
                    <a:pt x="2665868" y="34103"/>
                    <a:pt x="2665428" y="33816"/>
                  </a:cubicBezTo>
                  <a:cubicBezTo>
                    <a:pt x="2655246" y="26954"/>
                    <a:pt x="2642046" y="28967"/>
                    <a:pt x="2630669" y="26132"/>
                  </a:cubicBezTo>
                  <a:lnTo>
                    <a:pt x="2628092" y="24982"/>
                  </a:lnTo>
                  <a:lnTo>
                    <a:pt x="2625641" y="23502"/>
                  </a:lnTo>
                  <a:lnTo>
                    <a:pt x="2627149" y="21900"/>
                  </a:lnTo>
                  <a:lnTo>
                    <a:pt x="2628909" y="20750"/>
                  </a:lnTo>
                  <a:cubicBezTo>
                    <a:pt x="2637583" y="18695"/>
                    <a:pt x="2646195" y="17627"/>
                    <a:pt x="2654806" y="17627"/>
                  </a:cubicBezTo>
                  <a:cubicBezTo>
                    <a:pt x="2664045" y="17627"/>
                    <a:pt x="2673222" y="18860"/>
                    <a:pt x="2682399" y="21448"/>
                  </a:cubicBezTo>
                  <a:lnTo>
                    <a:pt x="2682902" y="24694"/>
                  </a:lnTo>
                  <a:cubicBezTo>
                    <a:pt x="2682273" y="28187"/>
                    <a:pt x="2671902" y="34268"/>
                    <a:pt x="2667062" y="34268"/>
                  </a:cubicBezTo>
                  <a:close/>
                  <a:moveTo>
                    <a:pt x="2859840" y="72397"/>
                  </a:moveTo>
                  <a:lnTo>
                    <a:pt x="2859880" y="72385"/>
                  </a:lnTo>
                  <a:lnTo>
                    <a:pt x="2855691" y="70055"/>
                  </a:lnTo>
                  <a:lnTo>
                    <a:pt x="2859651" y="67467"/>
                  </a:lnTo>
                  <a:lnTo>
                    <a:pt x="2863800" y="71164"/>
                  </a:lnTo>
                  <a:lnTo>
                    <a:pt x="2859880" y="72385"/>
                  </a:lnTo>
                  <a:lnTo>
                    <a:pt x="2859903" y="72397"/>
                  </a:lnTo>
                  <a:close/>
                  <a:moveTo>
                    <a:pt x="2968580" y="73465"/>
                  </a:moveTo>
                  <a:lnTo>
                    <a:pt x="2960786" y="69192"/>
                  </a:lnTo>
                  <a:cubicBezTo>
                    <a:pt x="2964620" y="68042"/>
                    <a:pt x="2968140" y="66193"/>
                    <a:pt x="2971471" y="66193"/>
                  </a:cubicBezTo>
                  <a:cubicBezTo>
                    <a:pt x="2971597" y="66193"/>
                    <a:pt x="2971848" y="66193"/>
                    <a:pt x="2971848" y="66193"/>
                  </a:cubicBezTo>
                  <a:lnTo>
                    <a:pt x="2979454" y="70754"/>
                  </a:lnTo>
                  <a:cubicBezTo>
                    <a:pt x="2975871" y="71698"/>
                    <a:pt x="2972288" y="73465"/>
                    <a:pt x="2968831" y="73465"/>
                  </a:cubicBezTo>
                  <a:close/>
                  <a:moveTo>
                    <a:pt x="1931025" y="74985"/>
                  </a:moveTo>
                  <a:lnTo>
                    <a:pt x="1931016" y="74944"/>
                  </a:lnTo>
                  <a:lnTo>
                    <a:pt x="1929768" y="74944"/>
                  </a:lnTo>
                  <a:lnTo>
                    <a:pt x="1930837" y="74164"/>
                  </a:lnTo>
                  <a:lnTo>
                    <a:pt x="1931016" y="74944"/>
                  </a:lnTo>
                  <a:lnTo>
                    <a:pt x="1931025" y="74944"/>
                  </a:lnTo>
                  <a:close/>
                  <a:moveTo>
                    <a:pt x="2489181" y="81847"/>
                  </a:moveTo>
                  <a:lnTo>
                    <a:pt x="2484467" y="79382"/>
                  </a:lnTo>
                  <a:lnTo>
                    <a:pt x="2488678" y="76177"/>
                  </a:lnTo>
                  <a:lnTo>
                    <a:pt x="2493393" y="78930"/>
                  </a:lnTo>
                  <a:lnTo>
                    <a:pt x="2489181" y="81806"/>
                  </a:lnTo>
                  <a:close/>
                  <a:moveTo>
                    <a:pt x="2766248" y="83614"/>
                  </a:moveTo>
                  <a:lnTo>
                    <a:pt x="2766311" y="83573"/>
                  </a:lnTo>
                  <a:cubicBezTo>
                    <a:pt x="2763671" y="83573"/>
                    <a:pt x="2760843" y="82751"/>
                    <a:pt x="2758140" y="81971"/>
                  </a:cubicBezTo>
                  <a:lnTo>
                    <a:pt x="2753740" y="79218"/>
                  </a:lnTo>
                  <a:lnTo>
                    <a:pt x="2762917" y="75068"/>
                  </a:lnTo>
                  <a:cubicBezTo>
                    <a:pt x="2766374" y="75931"/>
                    <a:pt x="2769957" y="76670"/>
                    <a:pt x="2773288" y="77738"/>
                  </a:cubicBezTo>
                  <a:lnTo>
                    <a:pt x="2773162" y="80491"/>
                  </a:lnTo>
                  <a:cubicBezTo>
                    <a:pt x="2771151" y="82833"/>
                    <a:pt x="2768762" y="83614"/>
                    <a:pt x="2766248" y="83614"/>
                  </a:cubicBezTo>
                  <a:close/>
                  <a:moveTo>
                    <a:pt x="1943220" y="84025"/>
                  </a:moveTo>
                  <a:cubicBezTo>
                    <a:pt x="1937123" y="84025"/>
                    <a:pt x="1931968" y="82587"/>
                    <a:pt x="1931089" y="74985"/>
                  </a:cubicBezTo>
                  <a:cubicBezTo>
                    <a:pt x="1931465" y="74985"/>
                    <a:pt x="1931906" y="74985"/>
                    <a:pt x="1932282" y="74985"/>
                  </a:cubicBezTo>
                  <a:cubicBezTo>
                    <a:pt x="1933854" y="74985"/>
                    <a:pt x="1935425" y="74944"/>
                    <a:pt x="1937060" y="74863"/>
                  </a:cubicBezTo>
                  <a:cubicBezTo>
                    <a:pt x="1938757" y="74780"/>
                    <a:pt x="1940391" y="74698"/>
                    <a:pt x="1941963" y="74698"/>
                  </a:cubicBezTo>
                  <a:cubicBezTo>
                    <a:pt x="1948373" y="74698"/>
                    <a:pt x="1954031" y="75931"/>
                    <a:pt x="1955288" y="83491"/>
                  </a:cubicBezTo>
                  <a:lnTo>
                    <a:pt x="1954722" y="83491"/>
                  </a:lnTo>
                  <a:cubicBezTo>
                    <a:pt x="1952836" y="83491"/>
                    <a:pt x="1950888" y="83614"/>
                    <a:pt x="1948940" y="83737"/>
                  </a:cubicBezTo>
                  <a:cubicBezTo>
                    <a:pt x="1946991" y="83902"/>
                    <a:pt x="1945042" y="84025"/>
                    <a:pt x="1943220" y="84025"/>
                  </a:cubicBezTo>
                  <a:close/>
                  <a:moveTo>
                    <a:pt x="2373905" y="92859"/>
                  </a:moveTo>
                  <a:cubicBezTo>
                    <a:pt x="2369756" y="92859"/>
                    <a:pt x="2365545" y="92448"/>
                    <a:pt x="2361522" y="91749"/>
                  </a:cubicBezTo>
                  <a:lnTo>
                    <a:pt x="2356368" y="89038"/>
                  </a:lnTo>
                  <a:lnTo>
                    <a:pt x="2364413" y="84066"/>
                  </a:lnTo>
                  <a:cubicBezTo>
                    <a:pt x="2366676" y="83943"/>
                    <a:pt x="2369002" y="83860"/>
                    <a:pt x="2371327" y="83860"/>
                  </a:cubicBezTo>
                  <a:cubicBezTo>
                    <a:pt x="2375036" y="83860"/>
                    <a:pt x="2378807" y="84025"/>
                    <a:pt x="2382516" y="84189"/>
                  </a:cubicBezTo>
                  <a:cubicBezTo>
                    <a:pt x="2386287" y="84353"/>
                    <a:pt x="2389996" y="84518"/>
                    <a:pt x="2393704" y="84518"/>
                  </a:cubicBezTo>
                  <a:cubicBezTo>
                    <a:pt x="2404830" y="84518"/>
                    <a:pt x="2415578" y="83121"/>
                    <a:pt x="2425006" y="76136"/>
                  </a:cubicBezTo>
                  <a:cubicBezTo>
                    <a:pt x="2426703" y="78519"/>
                    <a:pt x="2429909" y="80944"/>
                    <a:pt x="2429720" y="83244"/>
                  </a:cubicBezTo>
                  <a:cubicBezTo>
                    <a:pt x="2429469" y="85874"/>
                    <a:pt x="2426766" y="90270"/>
                    <a:pt x="2424315" y="90599"/>
                  </a:cubicBezTo>
                  <a:cubicBezTo>
                    <a:pt x="2414070" y="92037"/>
                    <a:pt x="2403509" y="92201"/>
                    <a:pt x="2393076" y="92859"/>
                  </a:cubicBezTo>
                  <a:lnTo>
                    <a:pt x="2393076" y="92735"/>
                  </a:lnTo>
                  <a:lnTo>
                    <a:pt x="2393076" y="92283"/>
                  </a:lnTo>
                  <a:cubicBezTo>
                    <a:pt x="2386979" y="92489"/>
                    <a:pt x="2380819" y="92859"/>
                    <a:pt x="2374722" y="92859"/>
                  </a:cubicBezTo>
                  <a:close/>
                  <a:moveTo>
                    <a:pt x="1961825" y="109951"/>
                  </a:moveTo>
                  <a:lnTo>
                    <a:pt x="1961947" y="109907"/>
                  </a:lnTo>
                  <a:lnTo>
                    <a:pt x="1958745" y="106459"/>
                  </a:lnTo>
                  <a:lnTo>
                    <a:pt x="1956801" y="84820"/>
                  </a:lnTo>
                  <a:lnTo>
                    <a:pt x="1956670" y="84765"/>
                  </a:lnTo>
                  <a:lnTo>
                    <a:pt x="1956670" y="84717"/>
                  </a:lnTo>
                  <a:lnTo>
                    <a:pt x="1955602" y="84313"/>
                  </a:lnTo>
                  <a:lnTo>
                    <a:pt x="1955350" y="83491"/>
                  </a:lnTo>
                  <a:lnTo>
                    <a:pt x="1956670" y="83491"/>
                  </a:lnTo>
                  <a:lnTo>
                    <a:pt x="1956670" y="84717"/>
                  </a:lnTo>
                  <a:lnTo>
                    <a:pt x="1956796" y="84765"/>
                  </a:lnTo>
                  <a:lnTo>
                    <a:pt x="1956801" y="84820"/>
                  </a:lnTo>
                  <a:lnTo>
                    <a:pt x="1971065" y="90887"/>
                  </a:lnTo>
                  <a:cubicBezTo>
                    <a:pt x="1981938" y="97872"/>
                    <a:pt x="1980933" y="100296"/>
                    <a:pt x="1967545" y="107856"/>
                  </a:cubicBezTo>
                  <a:lnTo>
                    <a:pt x="1961947" y="109907"/>
                  </a:lnTo>
                  <a:lnTo>
                    <a:pt x="1961950" y="109910"/>
                  </a:lnTo>
                  <a:close/>
                  <a:moveTo>
                    <a:pt x="2052462" y="110116"/>
                  </a:moveTo>
                  <a:lnTo>
                    <a:pt x="2050388" y="109212"/>
                  </a:lnTo>
                  <a:lnTo>
                    <a:pt x="2047622" y="107363"/>
                  </a:lnTo>
                  <a:lnTo>
                    <a:pt x="2052085" y="104199"/>
                  </a:lnTo>
                  <a:cubicBezTo>
                    <a:pt x="2058371" y="105719"/>
                    <a:pt x="2058685" y="107897"/>
                    <a:pt x="2052462" y="110116"/>
                  </a:cubicBezTo>
                  <a:close/>
                  <a:moveTo>
                    <a:pt x="4323491" y="110198"/>
                  </a:moveTo>
                  <a:lnTo>
                    <a:pt x="4319909" y="107609"/>
                  </a:lnTo>
                  <a:lnTo>
                    <a:pt x="4323114" y="104774"/>
                  </a:lnTo>
                  <a:lnTo>
                    <a:pt x="4326822" y="108883"/>
                  </a:lnTo>
                  <a:close/>
                  <a:moveTo>
                    <a:pt x="4272641" y="110198"/>
                  </a:moveTo>
                  <a:lnTo>
                    <a:pt x="4270630" y="109294"/>
                  </a:lnTo>
                  <a:lnTo>
                    <a:pt x="4267927" y="107445"/>
                  </a:lnTo>
                  <a:lnTo>
                    <a:pt x="4272265" y="104404"/>
                  </a:lnTo>
                  <a:cubicBezTo>
                    <a:pt x="4278361" y="105843"/>
                    <a:pt x="4278676" y="107979"/>
                    <a:pt x="4272641" y="110198"/>
                  </a:cubicBezTo>
                  <a:close/>
                  <a:moveTo>
                    <a:pt x="2018835" y="111143"/>
                  </a:moveTo>
                  <a:cubicBezTo>
                    <a:pt x="2015503" y="110978"/>
                    <a:pt x="2012361" y="108718"/>
                    <a:pt x="2009092" y="107404"/>
                  </a:cubicBezTo>
                  <a:lnTo>
                    <a:pt x="2018143" y="102967"/>
                  </a:lnTo>
                  <a:cubicBezTo>
                    <a:pt x="2022794" y="103665"/>
                    <a:pt x="2029709" y="102638"/>
                    <a:pt x="2028640" y="108308"/>
                  </a:cubicBezTo>
                  <a:cubicBezTo>
                    <a:pt x="2028388" y="109582"/>
                    <a:pt x="2022669" y="111143"/>
                    <a:pt x="2019274" y="111143"/>
                  </a:cubicBezTo>
                  <a:cubicBezTo>
                    <a:pt x="2019149" y="111143"/>
                    <a:pt x="2018960" y="111143"/>
                    <a:pt x="2018835" y="111143"/>
                  </a:cubicBezTo>
                  <a:close/>
                  <a:moveTo>
                    <a:pt x="4239830" y="111513"/>
                  </a:moveTo>
                  <a:lnTo>
                    <a:pt x="4239947" y="111506"/>
                  </a:lnTo>
                  <a:lnTo>
                    <a:pt x="4228398" y="102930"/>
                  </a:lnTo>
                  <a:lnTo>
                    <a:pt x="4228266" y="102925"/>
                  </a:lnTo>
                  <a:lnTo>
                    <a:pt x="4227385" y="102925"/>
                  </a:lnTo>
                  <a:lnTo>
                    <a:pt x="4227134" y="102268"/>
                  </a:lnTo>
                  <a:lnTo>
                    <a:pt x="4227071" y="102268"/>
                  </a:lnTo>
                  <a:lnTo>
                    <a:pt x="4227069" y="102266"/>
                  </a:lnTo>
                  <a:lnTo>
                    <a:pt x="4198032" y="101610"/>
                  </a:lnTo>
                  <a:lnTo>
                    <a:pt x="4193255" y="98981"/>
                  </a:lnTo>
                  <a:lnTo>
                    <a:pt x="4193946" y="96515"/>
                  </a:lnTo>
                  <a:cubicBezTo>
                    <a:pt x="4199540" y="95488"/>
                    <a:pt x="4205260" y="94379"/>
                    <a:pt x="4211043" y="93886"/>
                  </a:cubicBezTo>
                  <a:cubicBezTo>
                    <a:pt x="4212049" y="93804"/>
                    <a:pt x="4213054" y="93763"/>
                    <a:pt x="4213997" y="93763"/>
                  </a:cubicBezTo>
                  <a:lnTo>
                    <a:pt x="4227069" y="102266"/>
                  </a:lnTo>
                  <a:lnTo>
                    <a:pt x="4227134" y="102268"/>
                  </a:lnTo>
                  <a:lnTo>
                    <a:pt x="4228140" y="102268"/>
                  </a:lnTo>
                  <a:lnTo>
                    <a:pt x="4228266" y="102925"/>
                  </a:lnTo>
                  <a:lnTo>
                    <a:pt x="4228391" y="102925"/>
                  </a:lnTo>
                  <a:lnTo>
                    <a:pt x="4228398" y="102930"/>
                  </a:lnTo>
                  <a:lnTo>
                    <a:pt x="4245739" y="103583"/>
                  </a:lnTo>
                  <a:lnTo>
                    <a:pt x="4248191" y="104651"/>
                  </a:lnTo>
                  <a:lnTo>
                    <a:pt x="4250516" y="106336"/>
                  </a:lnTo>
                  <a:lnTo>
                    <a:pt x="4247310" y="109335"/>
                  </a:lnTo>
                  <a:lnTo>
                    <a:pt x="4243853" y="111266"/>
                  </a:lnTo>
                  <a:lnTo>
                    <a:pt x="4239947" y="111506"/>
                  </a:lnTo>
                  <a:lnTo>
                    <a:pt x="4239956" y="111513"/>
                  </a:lnTo>
                  <a:close/>
                  <a:moveTo>
                    <a:pt x="4373650" y="112211"/>
                  </a:moveTo>
                  <a:cubicBezTo>
                    <a:pt x="4366798" y="112211"/>
                    <a:pt x="4360262" y="110362"/>
                    <a:pt x="4354416" y="106048"/>
                  </a:cubicBezTo>
                  <a:cubicBezTo>
                    <a:pt x="4350771" y="103377"/>
                    <a:pt x="4343479" y="100542"/>
                    <a:pt x="4349388" y="95858"/>
                  </a:cubicBezTo>
                  <a:lnTo>
                    <a:pt x="4360827" y="94502"/>
                  </a:lnTo>
                  <a:cubicBezTo>
                    <a:pt x="4369816" y="99309"/>
                    <a:pt x="4378867" y="103295"/>
                    <a:pt x="4389929" y="103295"/>
                  </a:cubicBezTo>
                  <a:lnTo>
                    <a:pt x="4389929" y="103336"/>
                  </a:lnTo>
                  <a:cubicBezTo>
                    <a:pt x="4391061" y="103336"/>
                    <a:pt x="4392192" y="103295"/>
                    <a:pt x="4393324" y="103213"/>
                  </a:cubicBezTo>
                  <a:lnTo>
                    <a:pt x="4393889" y="102145"/>
                  </a:lnTo>
                  <a:lnTo>
                    <a:pt x="4395963" y="102062"/>
                  </a:lnTo>
                  <a:lnTo>
                    <a:pt x="4399735" y="95981"/>
                  </a:lnTo>
                  <a:lnTo>
                    <a:pt x="4403821" y="96392"/>
                  </a:lnTo>
                  <a:cubicBezTo>
                    <a:pt x="4404763" y="101446"/>
                    <a:pt x="4400489" y="101898"/>
                    <a:pt x="4395963" y="102062"/>
                  </a:cubicBezTo>
                  <a:cubicBezTo>
                    <a:pt x="4395963" y="102062"/>
                    <a:pt x="4395272" y="103213"/>
                    <a:pt x="4395272" y="103213"/>
                  </a:cubicBezTo>
                  <a:lnTo>
                    <a:pt x="4393324" y="103213"/>
                  </a:lnTo>
                  <a:cubicBezTo>
                    <a:pt x="4392067" y="105678"/>
                    <a:pt x="4391186" y="108760"/>
                    <a:pt x="4388861" y="109541"/>
                  </a:cubicBezTo>
                  <a:cubicBezTo>
                    <a:pt x="4383770" y="111225"/>
                    <a:pt x="4378615" y="112211"/>
                    <a:pt x="4373650" y="112211"/>
                  </a:cubicBezTo>
                  <a:close/>
                  <a:moveTo>
                    <a:pt x="4452848" y="119484"/>
                  </a:moveTo>
                  <a:cubicBezTo>
                    <a:pt x="4452156" y="119484"/>
                    <a:pt x="4451340" y="119319"/>
                    <a:pt x="4450585" y="118909"/>
                  </a:cubicBezTo>
                  <a:cubicBezTo>
                    <a:pt x="4448385" y="117758"/>
                    <a:pt x="4447820" y="115005"/>
                    <a:pt x="4446813" y="112663"/>
                  </a:cubicBezTo>
                  <a:lnTo>
                    <a:pt x="4445431" y="112335"/>
                  </a:lnTo>
                  <a:lnTo>
                    <a:pt x="4445253" y="111677"/>
                  </a:lnTo>
                  <a:lnTo>
                    <a:pt x="4445242" y="111677"/>
                  </a:lnTo>
                  <a:lnTo>
                    <a:pt x="4445176" y="111633"/>
                  </a:lnTo>
                  <a:lnTo>
                    <a:pt x="4428460" y="110978"/>
                  </a:lnTo>
                  <a:lnTo>
                    <a:pt x="4425003" y="105637"/>
                  </a:lnTo>
                  <a:lnTo>
                    <a:pt x="4429717" y="103583"/>
                  </a:lnTo>
                  <a:cubicBezTo>
                    <a:pt x="4430786" y="103460"/>
                    <a:pt x="4431854" y="103460"/>
                    <a:pt x="4432860" y="103460"/>
                  </a:cubicBezTo>
                  <a:lnTo>
                    <a:pt x="4445176" y="111633"/>
                  </a:lnTo>
                  <a:lnTo>
                    <a:pt x="4445242" y="111636"/>
                  </a:lnTo>
                  <a:lnTo>
                    <a:pt x="4445253" y="111677"/>
                  </a:lnTo>
                  <a:lnTo>
                    <a:pt x="4446374" y="111677"/>
                  </a:lnTo>
                  <a:lnTo>
                    <a:pt x="4446813" y="112663"/>
                  </a:lnTo>
                  <a:cubicBezTo>
                    <a:pt x="4450019" y="113444"/>
                    <a:pt x="4453854" y="113978"/>
                    <a:pt x="4455174" y="115580"/>
                  </a:cubicBezTo>
                  <a:cubicBezTo>
                    <a:pt x="4456871" y="117594"/>
                    <a:pt x="4455236" y="119484"/>
                    <a:pt x="4452911" y="119484"/>
                  </a:cubicBezTo>
                  <a:close/>
                  <a:moveTo>
                    <a:pt x="1441759" y="129427"/>
                  </a:moveTo>
                  <a:cubicBezTo>
                    <a:pt x="1436102" y="129427"/>
                    <a:pt x="1432708" y="127414"/>
                    <a:pt x="1431388" y="123428"/>
                  </a:cubicBezTo>
                  <a:cubicBezTo>
                    <a:pt x="1430005" y="118087"/>
                    <a:pt x="1433148" y="114758"/>
                    <a:pt x="1439182" y="113279"/>
                  </a:cubicBezTo>
                  <a:cubicBezTo>
                    <a:pt x="1440502" y="112992"/>
                    <a:pt x="1441759" y="112827"/>
                    <a:pt x="1443016" y="112827"/>
                  </a:cubicBezTo>
                  <a:cubicBezTo>
                    <a:pt x="1449490" y="112827"/>
                    <a:pt x="1454833" y="116813"/>
                    <a:pt x="1454833" y="121826"/>
                  </a:cubicBezTo>
                  <a:cubicBezTo>
                    <a:pt x="1454896" y="127537"/>
                    <a:pt x="1450244" y="128852"/>
                    <a:pt x="1443833" y="129345"/>
                  </a:cubicBezTo>
                  <a:cubicBezTo>
                    <a:pt x="1443142" y="129427"/>
                    <a:pt x="1442450" y="129427"/>
                    <a:pt x="1441759" y="129427"/>
                  </a:cubicBezTo>
                  <a:close/>
                  <a:moveTo>
                    <a:pt x="974303" y="211808"/>
                  </a:moveTo>
                  <a:lnTo>
                    <a:pt x="972042" y="210921"/>
                  </a:lnTo>
                  <a:lnTo>
                    <a:pt x="977021" y="211270"/>
                  </a:lnTo>
                  <a:lnTo>
                    <a:pt x="974932" y="211685"/>
                  </a:lnTo>
                  <a:cubicBezTo>
                    <a:pt x="974806" y="211767"/>
                    <a:pt x="974555" y="211808"/>
                    <a:pt x="974303" y="211808"/>
                  </a:cubicBezTo>
                  <a:close/>
                  <a:moveTo>
                    <a:pt x="751766" y="220839"/>
                  </a:moveTo>
                  <a:lnTo>
                    <a:pt x="751770" y="220816"/>
                  </a:lnTo>
                  <a:lnTo>
                    <a:pt x="750152" y="220054"/>
                  </a:lnTo>
                  <a:lnTo>
                    <a:pt x="751982" y="219530"/>
                  </a:lnTo>
                  <a:lnTo>
                    <a:pt x="751770" y="220816"/>
                  </a:lnTo>
                  <a:lnTo>
                    <a:pt x="751820" y="220839"/>
                  </a:lnTo>
                  <a:close/>
                  <a:moveTo>
                    <a:pt x="5355178" y="236937"/>
                  </a:moveTo>
                  <a:lnTo>
                    <a:pt x="5342625" y="233336"/>
                  </a:lnTo>
                  <a:lnTo>
                    <a:pt x="5342252" y="231571"/>
                  </a:lnTo>
                  <a:lnTo>
                    <a:pt x="5334522" y="226357"/>
                  </a:lnTo>
                  <a:lnTo>
                    <a:pt x="5341051" y="221369"/>
                  </a:lnTo>
                  <a:cubicBezTo>
                    <a:pt x="5356994" y="216977"/>
                    <a:pt x="5384987" y="223373"/>
                    <a:pt x="5398872" y="230190"/>
                  </a:cubicBezTo>
                  <a:cubicBezTo>
                    <a:pt x="5388862" y="233407"/>
                    <a:pt x="5370470" y="236334"/>
                    <a:pt x="5355178" y="236937"/>
                  </a:cubicBezTo>
                  <a:close/>
                  <a:moveTo>
                    <a:pt x="822485" y="241375"/>
                  </a:moveTo>
                  <a:cubicBezTo>
                    <a:pt x="821193" y="241674"/>
                    <a:pt x="817319" y="239130"/>
                    <a:pt x="817156" y="237709"/>
                  </a:cubicBezTo>
                  <a:cubicBezTo>
                    <a:pt x="816942" y="236063"/>
                    <a:pt x="819579" y="234230"/>
                    <a:pt x="821086" y="232360"/>
                  </a:cubicBezTo>
                  <a:lnTo>
                    <a:pt x="821139" y="232397"/>
                  </a:lnTo>
                  <a:lnTo>
                    <a:pt x="829212" y="236961"/>
                  </a:lnTo>
                  <a:cubicBezTo>
                    <a:pt x="827005" y="238532"/>
                    <a:pt x="825069" y="240739"/>
                    <a:pt x="822485" y="241375"/>
                  </a:cubicBezTo>
                  <a:close/>
                  <a:moveTo>
                    <a:pt x="761562" y="242235"/>
                  </a:moveTo>
                  <a:lnTo>
                    <a:pt x="760216" y="235128"/>
                  </a:lnTo>
                  <a:lnTo>
                    <a:pt x="760270" y="235128"/>
                  </a:lnTo>
                  <a:lnTo>
                    <a:pt x="777761" y="235128"/>
                  </a:lnTo>
                  <a:lnTo>
                    <a:pt x="778353" y="239878"/>
                  </a:lnTo>
                  <a:close/>
                  <a:moveTo>
                    <a:pt x="705684" y="260264"/>
                  </a:moveTo>
                  <a:cubicBezTo>
                    <a:pt x="704890" y="260115"/>
                    <a:pt x="705025" y="258787"/>
                    <a:pt x="706397" y="255738"/>
                  </a:cubicBezTo>
                  <a:cubicBezTo>
                    <a:pt x="707796" y="256411"/>
                    <a:pt x="709196" y="257048"/>
                    <a:pt x="710541" y="257721"/>
                  </a:cubicBezTo>
                  <a:cubicBezTo>
                    <a:pt x="708200" y="259385"/>
                    <a:pt x="706478" y="260414"/>
                    <a:pt x="705684" y="260264"/>
                  </a:cubicBezTo>
                  <a:close/>
                  <a:moveTo>
                    <a:pt x="5525616" y="261387"/>
                  </a:moveTo>
                  <a:lnTo>
                    <a:pt x="5501882" y="251063"/>
                  </a:lnTo>
                  <a:cubicBezTo>
                    <a:pt x="5516790" y="249005"/>
                    <a:pt x="5524648" y="249267"/>
                    <a:pt x="5525616" y="261387"/>
                  </a:cubicBezTo>
                  <a:close/>
                  <a:moveTo>
                    <a:pt x="441474" y="262863"/>
                  </a:moveTo>
                  <a:lnTo>
                    <a:pt x="441662" y="262771"/>
                  </a:lnTo>
                  <a:lnTo>
                    <a:pt x="440908" y="262172"/>
                  </a:lnTo>
                  <a:close/>
                  <a:moveTo>
                    <a:pt x="452156" y="275900"/>
                  </a:moveTo>
                  <a:lnTo>
                    <a:pt x="452802" y="275413"/>
                  </a:lnTo>
                  <a:lnTo>
                    <a:pt x="451890" y="275575"/>
                  </a:lnTo>
                  <a:close/>
                  <a:moveTo>
                    <a:pt x="721072" y="286779"/>
                  </a:moveTo>
                  <a:lnTo>
                    <a:pt x="692391" y="286710"/>
                  </a:lnTo>
                  <a:lnTo>
                    <a:pt x="692351" y="286747"/>
                  </a:lnTo>
                  <a:lnTo>
                    <a:pt x="692351" y="286710"/>
                  </a:lnTo>
                  <a:lnTo>
                    <a:pt x="692391" y="286710"/>
                  </a:lnTo>
                  <a:lnTo>
                    <a:pt x="702738" y="277172"/>
                  </a:lnTo>
                  <a:cubicBezTo>
                    <a:pt x="919520" y="252260"/>
                    <a:pt x="858113" y="283830"/>
                    <a:pt x="848318" y="284054"/>
                  </a:cubicBezTo>
                  <a:cubicBezTo>
                    <a:pt x="731665" y="286635"/>
                    <a:pt x="737225" y="286839"/>
                    <a:pt x="721072" y="286779"/>
                  </a:cubicBezTo>
                  <a:close/>
                  <a:moveTo>
                    <a:pt x="5477541" y="324478"/>
                  </a:moveTo>
                  <a:lnTo>
                    <a:pt x="5477455" y="324425"/>
                  </a:lnTo>
                  <a:lnTo>
                    <a:pt x="5477610" y="324378"/>
                  </a:lnTo>
                  <a:close/>
                  <a:moveTo>
                    <a:pt x="5479591" y="325745"/>
                  </a:moveTo>
                  <a:lnTo>
                    <a:pt x="5478016" y="324772"/>
                  </a:lnTo>
                  <a:lnTo>
                    <a:pt x="5478148" y="324789"/>
                  </a:lnTo>
                  <a:lnTo>
                    <a:pt x="5475341" y="322636"/>
                  </a:lnTo>
                  <a:lnTo>
                    <a:pt x="5479025" y="319664"/>
                  </a:lnTo>
                  <a:lnTo>
                    <a:pt x="5483048" y="322581"/>
                  </a:lnTo>
                  <a:close/>
                  <a:moveTo>
                    <a:pt x="499411" y="346028"/>
                  </a:moveTo>
                  <a:lnTo>
                    <a:pt x="497573" y="344352"/>
                  </a:lnTo>
                  <a:cubicBezTo>
                    <a:pt x="498468" y="341266"/>
                    <a:pt x="501535" y="338105"/>
                    <a:pt x="504253" y="338105"/>
                  </a:cubicBezTo>
                  <a:cubicBezTo>
                    <a:pt x="511680" y="338105"/>
                    <a:pt x="519161" y="339976"/>
                    <a:pt x="526588" y="341135"/>
                  </a:cubicBezTo>
                  <a:lnTo>
                    <a:pt x="525123" y="345971"/>
                  </a:lnTo>
                  <a:close/>
                  <a:moveTo>
                    <a:pt x="5569223" y="353849"/>
                  </a:moveTo>
                  <a:lnTo>
                    <a:pt x="5569244" y="353803"/>
                  </a:lnTo>
                  <a:lnTo>
                    <a:pt x="5563252" y="347151"/>
                  </a:lnTo>
                  <a:cubicBezTo>
                    <a:pt x="5562812" y="344809"/>
                    <a:pt x="5565452" y="342221"/>
                    <a:pt x="5566771" y="339715"/>
                  </a:cubicBezTo>
                  <a:lnTo>
                    <a:pt x="5574440" y="342632"/>
                  </a:lnTo>
                  <a:lnTo>
                    <a:pt x="5569244" y="353803"/>
                  </a:lnTo>
                  <a:lnTo>
                    <a:pt x="5569286" y="353849"/>
                  </a:lnTo>
                  <a:close/>
                  <a:moveTo>
                    <a:pt x="403058" y="422978"/>
                  </a:moveTo>
                  <a:lnTo>
                    <a:pt x="398766" y="421019"/>
                  </a:lnTo>
                  <a:lnTo>
                    <a:pt x="401062" y="420945"/>
                  </a:lnTo>
                  <a:lnTo>
                    <a:pt x="403723" y="422809"/>
                  </a:lnTo>
                  <a:close/>
                  <a:moveTo>
                    <a:pt x="5581794" y="502998"/>
                  </a:moveTo>
                  <a:cubicBezTo>
                    <a:pt x="5580412" y="502998"/>
                    <a:pt x="5579217" y="502381"/>
                    <a:pt x="5578463" y="500984"/>
                  </a:cubicBezTo>
                  <a:cubicBezTo>
                    <a:pt x="5577017" y="498478"/>
                    <a:pt x="5575760" y="495191"/>
                    <a:pt x="5576766" y="492767"/>
                  </a:cubicBezTo>
                  <a:cubicBezTo>
                    <a:pt x="5577709" y="490384"/>
                    <a:pt x="5581291" y="487425"/>
                    <a:pt x="5584371" y="486932"/>
                  </a:cubicBezTo>
                  <a:cubicBezTo>
                    <a:pt x="5586760" y="486563"/>
                    <a:pt x="5589274" y="486439"/>
                    <a:pt x="5591788" y="486439"/>
                  </a:cubicBezTo>
                  <a:cubicBezTo>
                    <a:pt x="5595371" y="486439"/>
                    <a:pt x="5599016" y="486686"/>
                    <a:pt x="5602599" y="486686"/>
                  </a:cubicBezTo>
                  <a:lnTo>
                    <a:pt x="5602599" y="486480"/>
                  </a:lnTo>
                  <a:cubicBezTo>
                    <a:pt x="5605050" y="486480"/>
                    <a:pt x="5607628" y="486275"/>
                    <a:pt x="5610079" y="486275"/>
                  </a:cubicBezTo>
                  <a:cubicBezTo>
                    <a:pt x="5611650" y="486275"/>
                    <a:pt x="5613221" y="486357"/>
                    <a:pt x="5614730" y="486604"/>
                  </a:cubicBezTo>
                  <a:cubicBezTo>
                    <a:pt x="5618376" y="487261"/>
                    <a:pt x="5621581" y="489192"/>
                    <a:pt x="5624975" y="490548"/>
                  </a:cubicBezTo>
                  <a:cubicBezTo>
                    <a:pt x="5621958" y="492068"/>
                    <a:pt x="5619130" y="494657"/>
                    <a:pt x="5615924" y="494903"/>
                  </a:cubicBezTo>
                  <a:cubicBezTo>
                    <a:pt x="5605931" y="495602"/>
                    <a:pt x="5595434" y="494534"/>
                    <a:pt x="5587514" y="500533"/>
                  </a:cubicBezTo>
                  <a:cubicBezTo>
                    <a:pt x="5585377" y="502135"/>
                    <a:pt x="5583428" y="502998"/>
                    <a:pt x="5581794" y="502998"/>
                  </a:cubicBezTo>
                  <a:close/>
                  <a:moveTo>
                    <a:pt x="5529424" y="504265"/>
                  </a:moveTo>
                  <a:lnTo>
                    <a:pt x="5517986" y="501564"/>
                  </a:lnTo>
                  <a:lnTo>
                    <a:pt x="5515929" y="501717"/>
                  </a:lnTo>
                  <a:lnTo>
                    <a:pt x="5516673" y="501254"/>
                  </a:lnTo>
                  <a:lnTo>
                    <a:pt x="5516574" y="501231"/>
                  </a:lnTo>
                  <a:lnTo>
                    <a:pt x="5489893" y="494390"/>
                  </a:lnTo>
                  <a:lnTo>
                    <a:pt x="5490215" y="494198"/>
                  </a:lnTo>
                  <a:lnTo>
                    <a:pt x="5488995" y="488525"/>
                  </a:lnTo>
                  <a:lnTo>
                    <a:pt x="5506179" y="489151"/>
                  </a:lnTo>
                  <a:lnTo>
                    <a:pt x="5506304" y="488905"/>
                  </a:lnTo>
                  <a:cubicBezTo>
                    <a:pt x="5517556" y="488905"/>
                    <a:pt x="5527612" y="488658"/>
                    <a:pt x="5531321" y="488083"/>
                  </a:cubicBezTo>
                  <a:cubicBezTo>
                    <a:pt x="5534212" y="487672"/>
                    <a:pt x="5537230" y="487507"/>
                    <a:pt x="5540247" y="487507"/>
                  </a:cubicBezTo>
                  <a:cubicBezTo>
                    <a:pt x="5545401" y="487507"/>
                    <a:pt x="5550743" y="487960"/>
                    <a:pt x="5555898" y="488165"/>
                  </a:cubicBezTo>
                  <a:lnTo>
                    <a:pt x="5561051" y="490836"/>
                  </a:lnTo>
                  <a:lnTo>
                    <a:pt x="5556777" y="493876"/>
                  </a:lnTo>
                  <a:lnTo>
                    <a:pt x="5553708" y="494946"/>
                  </a:lnTo>
                  <a:lnTo>
                    <a:pt x="5551772" y="489672"/>
                  </a:lnTo>
                  <a:cubicBezTo>
                    <a:pt x="5544022" y="489747"/>
                    <a:pt x="5537134" y="490420"/>
                    <a:pt x="5531146" y="492244"/>
                  </a:cubicBezTo>
                  <a:lnTo>
                    <a:pt x="5516673" y="501254"/>
                  </a:lnTo>
                  <a:lnTo>
                    <a:pt x="5517986" y="501564"/>
                  </a:lnTo>
                  <a:lnTo>
                    <a:pt x="5540657" y="499876"/>
                  </a:lnTo>
                  <a:lnTo>
                    <a:pt x="5540244" y="501149"/>
                  </a:lnTo>
                  <a:close/>
                  <a:moveTo>
                    <a:pt x="278416" y="509344"/>
                  </a:moveTo>
                  <a:cubicBezTo>
                    <a:pt x="277348" y="509344"/>
                    <a:pt x="276279" y="509262"/>
                    <a:pt x="275211" y="509139"/>
                  </a:cubicBezTo>
                  <a:cubicBezTo>
                    <a:pt x="256794" y="506797"/>
                    <a:pt x="239634" y="499771"/>
                    <a:pt x="220464" y="499771"/>
                  </a:cubicBezTo>
                  <a:cubicBezTo>
                    <a:pt x="218452" y="499771"/>
                    <a:pt x="216378" y="499853"/>
                    <a:pt x="214304" y="500017"/>
                  </a:cubicBezTo>
                  <a:lnTo>
                    <a:pt x="209401" y="497388"/>
                  </a:lnTo>
                  <a:cubicBezTo>
                    <a:pt x="206824" y="495334"/>
                    <a:pt x="208269" y="491635"/>
                    <a:pt x="213172" y="491635"/>
                  </a:cubicBezTo>
                  <a:cubicBezTo>
                    <a:pt x="213235" y="491635"/>
                    <a:pt x="213298" y="491635"/>
                    <a:pt x="213424" y="491635"/>
                  </a:cubicBezTo>
                  <a:cubicBezTo>
                    <a:pt x="213675" y="491635"/>
                    <a:pt x="213864" y="491635"/>
                    <a:pt x="214115" y="491635"/>
                  </a:cubicBezTo>
                  <a:cubicBezTo>
                    <a:pt x="232406" y="491635"/>
                    <a:pt x="226246" y="472940"/>
                    <a:pt x="242149" y="471749"/>
                  </a:cubicBezTo>
                  <a:cubicBezTo>
                    <a:pt x="242589" y="467394"/>
                    <a:pt x="242589" y="462956"/>
                    <a:pt x="243909" y="458724"/>
                  </a:cubicBezTo>
                  <a:cubicBezTo>
                    <a:pt x="244725" y="456136"/>
                    <a:pt x="246234" y="455067"/>
                    <a:pt x="248309" y="455067"/>
                  </a:cubicBezTo>
                  <a:cubicBezTo>
                    <a:pt x="249691" y="455067"/>
                    <a:pt x="251326" y="455519"/>
                    <a:pt x="253086" y="456382"/>
                  </a:cubicBezTo>
                  <a:cubicBezTo>
                    <a:pt x="255851" y="457656"/>
                    <a:pt x="259120" y="460203"/>
                    <a:pt x="262325" y="460203"/>
                  </a:cubicBezTo>
                  <a:cubicBezTo>
                    <a:pt x="264211" y="460203"/>
                    <a:pt x="266096" y="459341"/>
                    <a:pt x="267856" y="456834"/>
                  </a:cubicBezTo>
                  <a:cubicBezTo>
                    <a:pt x="272633" y="450219"/>
                    <a:pt x="277222" y="443440"/>
                    <a:pt x="280427" y="436372"/>
                  </a:cubicBezTo>
                  <a:lnTo>
                    <a:pt x="273854" y="428160"/>
                  </a:lnTo>
                  <a:lnTo>
                    <a:pt x="301499" y="430026"/>
                  </a:lnTo>
                  <a:cubicBezTo>
                    <a:pt x="311053" y="430026"/>
                    <a:pt x="320732" y="429574"/>
                    <a:pt x="330412" y="429204"/>
                  </a:cubicBezTo>
                  <a:cubicBezTo>
                    <a:pt x="339904" y="421767"/>
                    <a:pt x="350777" y="420041"/>
                    <a:pt x="362029" y="420041"/>
                  </a:cubicBezTo>
                  <a:lnTo>
                    <a:pt x="363432" y="420101"/>
                  </a:lnTo>
                  <a:lnTo>
                    <a:pt x="365652" y="425844"/>
                  </a:lnTo>
                  <a:cubicBezTo>
                    <a:pt x="368221" y="428268"/>
                    <a:pt x="370123" y="430764"/>
                    <a:pt x="364214" y="432921"/>
                  </a:cubicBezTo>
                  <a:cubicBezTo>
                    <a:pt x="357174" y="435510"/>
                    <a:pt x="345546" y="432839"/>
                    <a:pt x="340140" y="436167"/>
                  </a:cubicBezTo>
                  <a:cubicBezTo>
                    <a:pt x="320655" y="448206"/>
                    <a:pt x="302930" y="461806"/>
                    <a:pt x="284576" y="474831"/>
                  </a:cubicBezTo>
                  <a:cubicBezTo>
                    <a:pt x="287656" y="481651"/>
                    <a:pt x="291741" y="488348"/>
                    <a:pt x="293690" y="495375"/>
                  </a:cubicBezTo>
                  <a:cubicBezTo>
                    <a:pt x="295827" y="503181"/>
                    <a:pt x="288410" y="509344"/>
                    <a:pt x="278416" y="509344"/>
                  </a:cubicBezTo>
                  <a:close/>
                  <a:moveTo>
                    <a:pt x="5522548" y="514846"/>
                  </a:moveTo>
                  <a:cubicBezTo>
                    <a:pt x="5521257" y="514248"/>
                    <a:pt x="5519912" y="513612"/>
                    <a:pt x="5518620" y="513014"/>
                  </a:cubicBezTo>
                  <a:cubicBezTo>
                    <a:pt x="5519965" y="511929"/>
                    <a:pt x="5518942" y="511180"/>
                    <a:pt x="5524055" y="513574"/>
                  </a:cubicBezTo>
                  <a:lnTo>
                    <a:pt x="5522602" y="514846"/>
                  </a:lnTo>
                  <a:close/>
                  <a:moveTo>
                    <a:pt x="5601593" y="531800"/>
                  </a:moveTo>
                  <a:lnTo>
                    <a:pt x="5590295" y="528702"/>
                  </a:lnTo>
                  <a:lnTo>
                    <a:pt x="5590737" y="528537"/>
                  </a:lnTo>
                  <a:lnTo>
                    <a:pt x="5587553" y="527097"/>
                  </a:lnTo>
                  <a:lnTo>
                    <a:pt x="5579845" y="521077"/>
                  </a:lnTo>
                  <a:lnTo>
                    <a:pt x="5578023" y="517584"/>
                  </a:lnTo>
                  <a:lnTo>
                    <a:pt x="5582862" y="514913"/>
                  </a:lnTo>
                  <a:cubicBezTo>
                    <a:pt x="5586885" y="514461"/>
                    <a:pt x="5591034" y="513968"/>
                    <a:pt x="5595057" y="513968"/>
                  </a:cubicBezTo>
                  <a:cubicBezTo>
                    <a:pt x="5600902" y="513968"/>
                    <a:pt x="5606433" y="514996"/>
                    <a:pt x="5611084" y="518570"/>
                  </a:cubicBezTo>
                  <a:cubicBezTo>
                    <a:pt x="5613284" y="520255"/>
                    <a:pt x="5613913" y="524322"/>
                    <a:pt x="5612844" y="526664"/>
                  </a:cubicBezTo>
                  <a:cubicBezTo>
                    <a:pt x="5611839" y="528801"/>
                    <a:pt x="5607753" y="531266"/>
                    <a:pt x="5604610" y="531595"/>
                  </a:cubicBezTo>
                  <a:cubicBezTo>
                    <a:pt x="5603605" y="531718"/>
                    <a:pt x="5602599" y="531759"/>
                    <a:pt x="5601656" y="531759"/>
                  </a:cubicBezTo>
                  <a:close/>
                  <a:moveTo>
                    <a:pt x="5400770" y="542812"/>
                  </a:moveTo>
                  <a:cubicBezTo>
                    <a:pt x="5381788" y="542236"/>
                    <a:pt x="5362554" y="543346"/>
                    <a:pt x="5346212" y="533608"/>
                  </a:cubicBezTo>
                  <a:lnTo>
                    <a:pt x="5337505" y="530059"/>
                  </a:lnTo>
                  <a:lnTo>
                    <a:pt x="5339181" y="529579"/>
                  </a:lnTo>
                  <a:cubicBezTo>
                    <a:pt x="5348374" y="529460"/>
                    <a:pt x="5362160" y="529774"/>
                    <a:pt x="5383749" y="530341"/>
                  </a:cubicBezTo>
                  <a:lnTo>
                    <a:pt x="5420691" y="531260"/>
                  </a:lnTo>
                  <a:lnTo>
                    <a:pt x="5402342" y="542812"/>
                  </a:lnTo>
                  <a:cubicBezTo>
                    <a:pt x="5401839" y="542812"/>
                    <a:pt x="5401273" y="542812"/>
                    <a:pt x="5400770" y="542812"/>
                  </a:cubicBezTo>
                  <a:close/>
                  <a:moveTo>
                    <a:pt x="5449340" y="543963"/>
                  </a:moveTo>
                  <a:lnTo>
                    <a:pt x="5446106" y="543948"/>
                  </a:lnTo>
                  <a:lnTo>
                    <a:pt x="5447849" y="543675"/>
                  </a:lnTo>
                  <a:cubicBezTo>
                    <a:pt x="5448289" y="543675"/>
                    <a:pt x="5448666" y="543716"/>
                    <a:pt x="5449043" y="543716"/>
                  </a:cubicBezTo>
                  <a:close/>
                  <a:moveTo>
                    <a:pt x="5593233" y="567875"/>
                  </a:moveTo>
                  <a:lnTo>
                    <a:pt x="5591159" y="565328"/>
                  </a:lnTo>
                  <a:lnTo>
                    <a:pt x="5594742" y="562698"/>
                  </a:lnTo>
                  <a:lnTo>
                    <a:pt x="5598702" y="564999"/>
                  </a:lnTo>
                  <a:close/>
                  <a:moveTo>
                    <a:pt x="440683" y="603394"/>
                  </a:moveTo>
                  <a:lnTo>
                    <a:pt x="441393" y="603235"/>
                  </a:lnTo>
                  <a:lnTo>
                    <a:pt x="440855" y="603011"/>
                  </a:lnTo>
                  <a:close/>
                  <a:moveTo>
                    <a:pt x="459832" y="623837"/>
                  </a:moveTo>
                  <a:lnTo>
                    <a:pt x="456060" y="617715"/>
                  </a:lnTo>
                  <a:lnTo>
                    <a:pt x="454426" y="617592"/>
                  </a:lnTo>
                  <a:lnTo>
                    <a:pt x="455558" y="616811"/>
                  </a:lnTo>
                  <a:lnTo>
                    <a:pt x="456123" y="617715"/>
                  </a:lnTo>
                  <a:cubicBezTo>
                    <a:pt x="460649" y="617961"/>
                    <a:pt x="465048" y="618455"/>
                    <a:pt x="463854" y="623467"/>
                  </a:cubicBezTo>
                  <a:lnTo>
                    <a:pt x="459894" y="623837"/>
                  </a:lnTo>
                  <a:close/>
                  <a:moveTo>
                    <a:pt x="5602954" y="633684"/>
                  </a:moveTo>
                  <a:lnTo>
                    <a:pt x="5603815" y="633384"/>
                  </a:lnTo>
                  <a:lnTo>
                    <a:pt x="5602913" y="633500"/>
                  </a:lnTo>
                  <a:close/>
                  <a:moveTo>
                    <a:pt x="496288" y="644007"/>
                  </a:moveTo>
                  <a:lnTo>
                    <a:pt x="472608" y="636751"/>
                  </a:lnTo>
                  <a:lnTo>
                    <a:pt x="474482" y="635604"/>
                  </a:lnTo>
                  <a:lnTo>
                    <a:pt x="496288" y="635971"/>
                  </a:lnTo>
                  <a:close/>
                  <a:moveTo>
                    <a:pt x="309321" y="655379"/>
                  </a:moveTo>
                  <a:lnTo>
                    <a:pt x="310061" y="655024"/>
                  </a:lnTo>
                  <a:lnTo>
                    <a:pt x="309698" y="654893"/>
                  </a:lnTo>
                  <a:close/>
                  <a:moveTo>
                    <a:pt x="5625397" y="687323"/>
                  </a:moveTo>
                  <a:lnTo>
                    <a:pt x="5625988" y="686799"/>
                  </a:lnTo>
                  <a:lnTo>
                    <a:pt x="5625283" y="686801"/>
                  </a:lnTo>
                  <a:close/>
                  <a:moveTo>
                    <a:pt x="5457239" y="706311"/>
                  </a:moveTo>
                  <a:lnTo>
                    <a:pt x="5434801" y="703525"/>
                  </a:lnTo>
                  <a:lnTo>
                    <a:pt x="5453542" y="698795"/>
                  </a:lnTo>
                  <a:lnTo>
                    <a:pt x="5457078" y="698203"/>
                  </a:lnTo>
                  <a:cubicBezTo>
                    <a:pt x="5466321" y="698124"/>
                    <a:pt x="5475565" y="699256"/>
                    <a:pt x="5484822" y="700827"/>
                  </a:cubicBezTo>
                  <a:cubicBezTo>
                    <a:pt x="5475753" y="705390"/>
                    <a:pt x="5466523" y="706596"/>
                    <a:pt x="5457239" y="706311"/>
                  </a:cubicBezTo>
                  <a:close/>
                  <a:moveTo>
                    <a:pt x="5537187" y="714105"/>
                  </a:moveTo>
                  <a:lnTo>
                    <a:pt x="5525724" y="712534"/>
                  </a:lnTo>
                  <a:cubicBezTo>
                    <a:pt x="5526961" y="708158"/>
                    <a:pt x="5524055" y="708981"/>
                    <a:pt x="5538371" y="708981"/>
                  </a:cubicBezTo>
                  <a:lnTo>
                    <a:pt x="5537187" y="714068"/>
                  </a:lnTo>
                  <a:close/>
                  <a:moveTo>
                    <a:pt x="398408" y="818982"/>
                  </a:moveTo>
                  <a:lnTo>
                    <a:pt x="397276" y="818202"/>
                  </a:lnTo>
                  <a:lnTo>
                    <a:pt x="398910" y="818078"/>
                  </a:lnTo>
                  <a:lnTo>
                    <a:pt x="402682" y="811956"/>
                  </a:lnTo>
                  <a:lnTo>
                    <a:pt x="402744" y="811956"/>
                  </a:lnTo>
                  <a:lnTo>
                    <a:pt x="406704" y="812326"/>
                  </a:lnTo>
                  <a:cubicBezTo>
                    <a:pt x="407898" y="817339"/>
                    <a:pt x="403499" y="817832"/>
                    <a:pt x="398973" y="818078"/>
                  </a:cubicBezTo>
                  <a:close/>
                  <a:moveTo>
                    <a:pt x="5540762" y="921006"/>
                  </a:moveTo>
                  <a:lnTo>
                    <a:pt x="5525670" y="913551"/>
                  </a:lnTo>
                  <a:lnTo>
                    <a:pt x="5525877" y="912231"/>
                  </a:lnTo>
                  <a:lnTo>
                    <a:pt x="5532084" y="907383"/>
                  </a:lnTo>
                  <a:cubicBezTo>
                    <a:pt x="5535565" y="905359"/>
                    <a:pt x="5539541" y="903993"/>
                    <a:pt x="5544443" y="903993"/>
                  </a:cubicBezTo>
                  <a:lnTo>
                    <a:pt x="5544506" y="904034"/>
                  </a:lnTo>
                  <a:cubicBezTo>
                    <a:pt x="5545449" y="904034"/>
                    <a:pt x="5546455" y="904075"/>
                    <a:pt x="5547460" y="904198"/>
                  </a:cubicBezTo>
                  <a:cubicBezTo>
                    <a:pt x="5550603" y="904527"/>
                    <a:pt x="5554689" y="906992"/>
                    <a:pt x="5555694" y="909129"/>
                  </a:cubicBezTo>
                  <a:cubicBezTo>
                    <a:pt x="5556763" y="911471"/>
                    <a:pt x="5556134" y="915539"/>
                    <a:pt x="5553934" y="917224"/>
                  </a:cubicBezTo>
                  <a:close/>
                  <a:moveTo>
                    <a:pt x="5406676" y="930272"/>
                  </a:moveTo>
                  <a:cubicBezTo>
                    <a:pt x="5441390" y="919125"/>
                    <a:pt x="5450323" y="919312"/>
                    <a:pt x="5456781" y="930272"/>
                  </a:cubicBezTo>
                  <a:close/>
                  <a:moveTo>
                    <a:pt x="304879" y="1015752"/>
                  </a:moveTo>
                  <a:lnTo>
                    <a:pt x="288543" y="1013974"/>
                  </a:lnTo>
                  <a:lnTo>
                    <a:pt x="291505" y="1013227"/>
                  </a:lnTo>
                  <a:cubicBezTo>
                    <a:pt x="303887" y="1011583"/>
                    <a:pt x="316773" y="1011830"/>
                    <a:pt x="329092" y="1010022"/>
                  </a:cubicBezTo>
                  <a:cubicBezTo>
                    <a:pt x="335315" y="1009118"/>
                    <a:pt x="339777" y="1004270"/>
                    <a:pt x="337577" y="999421"/>
                  </a:cubicBezTo>
                  <a:cubicBezTo>
                    <a:pt x="334372" y="992354"/>
                    <a:pt x="329783" y="985575"/>
                    <a:pt x="325006" y="978960"/>
                  </a:cubicBezTo>
                  <a:cubicBezTo>
                    <a:pt x="323246" y="976453"/>
                    <a:pt x="321361" y="975590"/>
                    <a:pt x="319475" y="975590"/>
                  </a:cubicBezTo>
                  <a:cubicBezTo>
                    <a:pt x="316270" y="975590"/>
                    <a:pt x="313001" y="978138"/>
                    <a:pt x="310236" y="979411"/>
                  </a:cubicBezTo>
                  <a:cubicBezTo>
                    <a:pt x="308476" y="980274"/>
                    <a:pt x="306841" y="980726"/>
                    <a:pt x="305459" y="980726"/>
                  </a:cubicBezTo>
                  <a:cubicBezTo>
                    <a:pt x="303384" y="980726"/>
                    <a:pt x="301875" y="979658"/>
                    <a:pt x="301059" y="977069"/>
                  </a:cubicBezTo>
                  <a:cubicBezTo>
                    <a:pt x="299739" y="972837"/>
                    <a:pt x="299739" y="968400"/>
                    <a:pt x="299299" y="964045"/>
                  </a:cubicBezTo>
                  <a:cubicBezTo>
                    <a:pt x="283396" y="962853"/>
                    <a:pt x="289556" y="944158"/>
                    <a:pt x="271265" y="944158"/>
                  </a:cubicBezTo>
                  <a:cubicBezTo>
                    <a:pt x="271014" y="944158"/>
                    <a:pt x="270825" y="944158"/>
                    <a:pt x="270574" y="944158"/>
                  </a:cubicBezTo>
                  <a:cubicBezTo>
                    <a:pt x="270448" y="944158"/>
                    <a:pt x="270385" y="944158"/>
                    <a:pt x="270322" y="944158"/>
                  </a:cubicBezTo>
                  <a:cubicBezTo>
                    <a:pt x="265419" y="944158"/>
                    <a:pt x="263974" y="940460"/>
                    <a:pt x="266551" y="938406"/>
                  </a:cubicBezTo>
                  <a:lnTo>
                    <a:pt x="271454" y="935776"/>
                  </a:lnTo>
                  <a:cubicBezTo>
                    <a:pt x="273528" y="935940"/>
                    <a:pt x="275602" y="936022"/>
                    <a:pt x="277614" y="936022"/>
                  </a:cubicBezTo>
                  <a:cubicBezTo>
                    <a:pt x="296784" y="936022"/>
                    <a:pt x="313944" y="928997"/>
                    <a:pt x="332361" y="926654"/>
                  </a:cubicBezTo>
                  <a:cubicBezTo>
                    <a:pt x="333429" y="926531"/>
                    <a:pt x="334498" y="926449"/>
                    <a:pt x="335566" y="926449"/>
                  </a:cubicBezTo>
                  <a:cubicBezTo>
                    <a:pt x="345560" y="926449"/>
                    <a:pt x="352977" y="932612"/>
                    <a:pt x="350840" y="940419"/>
                  </a:cubicBezTo>
                  <a:cubicBezTo>
                    <a:pt x="348891" y="947445"/>
                    <a:pt x="344806" y="954142"/>
                    <a:pt x="341726" y="960963"/>
                  </a:cubicBezTo>
                  <a:lnTo>
                    <a:pt x="353268" y="968994"/>
                  </a:lnTo>
                  <a:lnTo>
                    <a:pt x="344540" y="968994"/>
                  </a:lnTo>
                  <a:cubicBezTo>
                    <a:pt x="337186" y="968994"/>
                    <a:pt x="332032" y="975650"/>
                    <a:pt x="332598" y="982841"/>
                  </a:cubicBezTo>
                  <a:cubicBezTo>
                    <a:pt x="333101" y="989332"/>
                    <a:pt x="334734" y="995208"/>
                    <a:pt x="345483" y="996482"/>
                  </a:cubicBezTo>
                  <a:cubicBezTo>
                    <a:pt x="352585" y="997345"/>
                    <a:pt x="356043" y="1000139"/>
                    <a:pt x="357174" y="1005562"/>
                  </a:cubicBezTo>
                  <a:cubicBezTo>
                    <a:pt x="358305" y="1011109"/>
                    <a:pt x="354660" y="1014848"/>
                    <a:pt x="343912" y="1014848"/>
                  </a:cubicBezTo>
                  <a:cubicBezTo>
                    <a:pt x="342717" y="1014848"/>
                    <a:pt x="341460" y="1014807"/>
                    <a:pt x="340078" y="1014725"/>
                  </a:cubicBezTo>
                  <a:cubicBezTo>
                    <a:pt x="338066" y="1014602"/>
                    <a:pt x="335992" y="1014520"/>
                    <a:pt x="333980" y="1014520"/>
                  </a:cubicBezTo>
                  <a:cubicBezTo>
                    <a:pt x="329203" y="1014520"/>
                    <a:pt x="324301" y="1014848"/>
                    <a:pt x="319461" y="1015136"/>
                  </a:cubicBezTo>
                  <a:cubicBezTo>
                    <a:pt x="314558" y="1015464"/>
                    <a:pt x="309656" y="1015752"/>
                    <a:pt x="304879" y="1015752"/>
                  </a:cubicBezTo>
                  <a:close/>
                  <a:moveTo>
                    <a:pt x="443537" y="1068797"/>
                  </a:moveTo>
                  <a:lnTo>
                    <a:pt x="440017" y="1067482"/>
                  </a:lnTo>
                  <a:lnTo>
                    <a:pt x="440395" y="1064647"/>
                  </a:lnTo>
                  <a:lnTo>
                    <a:pt x="447560" y="1066413"/>
                  </a:lnTo>
                  <a:close/>
                  <a:moveTo>
                    <a:pt x="498442" y="1070722"/>
                  </a:moveTo>
                  <a:lnTo>
                    <a:pt x="492816" y="1070686"/>
                  </a:lnTo>
                  <a:cubicBezTo>
                    <a:pt x="476536" y="1070440"/>
                    <a:pt x="469999" y="1060620"/>
                    <a:pt x="477291" y="1047719"/>
                  </a:cubicBezTo>
                  <a:lnTo>
                    <a:pt x="481439" y="1044432"/>
                  </a:lnTo>
                  <a:lnTo>
                    <a:pt x="485839" y="1047719"/>
                  </a:lnTo>
                  <a:cubicBezTo>
                    <a:pt x="486876" y="1051540"/>
                    <a:pt x="488353" y="1054888"/>
                    <a:pt x="491041" y="1057282"/>
                  </a:cubicBezTo>
                  <a:lnTo>
                    <a:pt x="495215" y="1058565"/>
                  </a:lnTo>
                  <a:lnTo>
                    <a:pt x="486116" y="1060630"/>
                  </a:lnTo>
                  <a:close/>
                  <a:moveTo>
                    <a:pt x="5509621" y="1096079"/>
                  </a:moveTo>
                  <a:cubicBezTo>
                    <a:pt x="5508302" y="1093573"/>
                    <a:pt x="5505662" y="1090984"/>
                    <a:pt x="5506102" y="1088642"/>
                  </a:cubicBezTo>
                  <a:lnTo>
                    <a:pt x="5512094" y="1081991"/>
                  </a:lnTo>
                  <a:lnTo>
                    <a:pt x="5512073" y="1081945"/>
                  </a:lnTo>
                  <a:lnTo>
                    <a:pt x="5512136" y="1081945"/>
                  </a:lnTo>
                  <a:lnTo>
                    <a:pt x="5512094" y="1081991"/>
                  </a:lnTo>
                  <a:lnTo>
                    <a:pt x="5517290" y="1093162"/>
                  </a:lnTo>
                  <a:close/>
                  <a:moveTo>
                    <a:pt x="5421875" y="1116130"/>
                  </a:moveTo>
                  <a:lnTo>
                    <a:pt x="5417853" y="1112884"/>
                  </a:lnTo>
                  <a:lnTo>
                    <a:pt x="5419516" y="1111856"/>
                  </a:lnTo>
                  <a:lnTo>
                    <a:pt x="5423531" y="1111047"/>
                  </a:lnTo>
                  <a:lnTo>
                    <a:pt x="5424787" y="1112195"/>
                  </a:lnTo>
                  <a:lnTo>
                    <a:pt x="5425531" y="1113479"/>
                  </a:lnTo>
                  <a:close/>
                  <a:moveTo>
                    <a:pt x="4776835" y="1194865"/>
                  </a:moveTo>
                  <a:lnTo>
                    <a:pt x="4770943" y="1193041"/>
                  </a:lnTo>
                  <a:lnTo>
                    <a:pt x="4770536" y="1192335"/>
                  </a:lnTo>
                  <a:lnTo>
                    <a:pt x="4770482" y="1192335"/>
                  </a:lnTo>
                  <a:lnTo>
                    <a:pt x="4775541" y="1190651"/>
                  </a:lnTo>
                  <a:close/>
                  <a:moveTo>
                    <a:pt x="5038931" y="1196786"/>
                  </a:moveTo>
                  <a:cubicBezTo>
                    <a:pt x="5034357" y="1194429"/>
                    <a:pt x="5033711" y="1196150"/>
                    <a:pt x="5038716" y="1190202"/>
                  </a:cubicBezTo>
                  <a:cubicBezTo>
                    <a:pt x="5042806" y="1194354"/>
                    <a:pt x="5042752" y="1192634"/>
                    <a:pt x="5038931" y="1196786"/>
                  </a:cubicBezTo>
                  <a:close/>
                  <a:moveTo>
                    <a:pt x="4947008" y="1205502"/>
                  </a:moveTo>
                  <a:lnTo>
                    <a:pt x="4943026" y="1202958"/>
                  </a:lnTo>
                  <a:lnTo>
                    <a:pt x="4942972" y="1202958"/>
                  </a:lnTo>
                  <a:cubicBezTo>
                    <a:pt x="4943618" y="1201761"/>
                    <a:pt x="4944318" y="1200526"/>
                    <a:pt x="4944963" y="1199329"/>
                  </a:cubicBezTo>
                  <a:lnTo>
                    <a:pt x="4950453" y="1202284"/>
                  </a:lnTo>
                  <a:close/>
                  <a:moveTo>
                    <a:pt x="4850645" y="1230231"/>
                  </a:moveTo>
                  <a:cubicBezTo>
                    <a:pt x="4850645" y="1230231"/>
                    <a:pt x="4850583" y="1230066"/>
                    <a:pt x="4850583" y="1230066"/>
                  </a:cubicBezTo>
                  <a:cubicBezTo>
                    <a:pt x="4847251" y="1228998"/>
                    <a:pt x="4842537" y="1228464"/>
                    <a:pt x="4841029" y="1226615"/>
                  </a:cubicBezTo>
                  <a:cubicBezTo>
                    <a:pt x="4839395" y="1224520"/>
                    <a:pt x="4841154" y="1222547"/>
                    <a:pt x="4843669" y="1222547"/>
                  </a:cubicBezTo>
                  <a:lnTo>
                    <a:pt x="4843731" y="1222547"/>
                  </a:lnTo>
                  <a:cubicBezTo>
                    <a:pt x="4844423" y="1222547"/>
                    <a:pt x="4845177" y="1222711"/>
                    <a:pt x="4845931" y="1223040"/>
                  </a:cubicBezTo>
                  <a:cubicBezTo>
                    <a:pt x="4848508" y="1224232"/>
                    <a:pt x="4849137" y="1227601"/>
                    <a:pt x="4850583" y="1230066"/>
                  </a:cubicBezTo>
                  <a:lnTo>
                    <a:pt x="4850771" y="1230066"/>
                  </a:lnTo>
                  <a:cubicBezTo>
                    <a:pt x="4850771" y="1230066"/>
                    <a:pt x="4850771" y="1230231"/>
                    <a:pt x="4850771" y="1230231"/>
                  </a:cubicBezTo>
                  <a:close/>
                  <a:moveTo>
                    <a:pt x="4861456" y="1239517"/>
                  </a:moveTo>
                  <a:lnTo>
                    <a:pt x="4850945" y="1230233"/>
                  </a:lnTo>
                  <a:lnTo>
                    <a:pt x="4850897" y="1230231"/>
                  </a:lnTo>
                  <a:lnTo>
                    <a:pt x="4850897" y="1230190"/>
                  </a:lnTo>
                  <a:lnTo>
                    <a:pt x="4850945" y="1230233"/>
                  </a:lnTo>
                  <a:lnTo>
                    <a:pt x="4868936" y="1230970"/>
                  </a:lnTo>
                  <a:lnTo>
                    <a:pt x="4873084" y="1233887"/>
                  </a:lnTo>
                  <a:lnTo>
                    <a:pt x="4866171" y="1239065"/>
                  </a:lnTo>
                  <a:cubicBezTo>
                    <a:pt x="4864473" y="1239352"/>
                    <a:pt x="4862902" y="1239517"/>
                    <a:pt x="4861456" y="1239517"/>
                  </a:cubicBezTo>
                  <a:close/>
                  <a:moveTo>
                    <a:pt x="1385866" y="1322966"/>
                  </a:moveTo>
                  <a:cubicBezTo>
                    <a:pt x="1384609" y="1322966"/>
                    <a:pt x="1383352" y="1322801"/>
                    <a:pt x="1382032" y="1322514"/>
                  </a:cubicBezTo>
                  <a:cubicBezTo>
                    <a:pt x="1375998" y="1321035"/>
                    <a:pt x="1372855" y="1317707"/>
                    <a:pt x="1374238" y="1312365"/>
                  </a:cubicBezTo>
                  <a:cubicBezTo>
                    <a:pt x="1375558" y="1308380"/>
                    <a:pt x="1378952" y="1306366"/>
                    <a:pt x="1384609" y="1306366"/>
                  </a:cubicBezTo>
                  <a:cubicBezTo>
                    <a:pt x="1385300" y="1306366"/>
                    <a:pt x="1385992" y="1306366"/>
                    <a:pt x="1386683" y="1306449"/>
                  </a:cubicBezTo>
                  <a:cubicBezTo>
                    <a:pt x="1393094" y="1306942"/>
                    <a:pt x="1397746" y="1308257"/>
                    <a:pt x="1397683" y="1313968"/>
                  </a:cubicBezTo>
                  <a:cubicBezTo>
                    <a:pt x="1397683" y="1318980"/>
                    <a:pt x="1392340" y="1322966"/>
                    <a:pt x="1385866" y="1322966"/>
                  </a:cubicBezTo>
                  <a:close/>
                  <a:moveTo>
                    <a:pt x="4265964" y="1331019"/>
                  </a:moveTo>
                  <a:lnTo>
                    <a:pt x="4262759" y="1328184"/>
                  </a:lnTo>
                  <a:lnTo>
                    <a:pt x="4266341" y="1325595"/>
                  </a:lnTo>
                  <a:lnTo>
                    <a:pt x="4269672" y="1326910"/>
                  </a:lnTo>
                  <a:close/>
                  <a:moveTo>
                    <a:pt x="4215115" y="1331389"/>
                  </a:moveTo>
                  <a:lnTo>
                    <a:pt x="4210777" y="1328348"/>
                  </a:lnTo>
                  <a:lnTo>
                    <a:pt x="4213480" y="1326500"/>
                  </a:lnTo>
                  <a:lnTo>
                    <a:pt x="4215491" y="1325595"/>
                  </a:lnTo>
                  <a:cubicBezTo>
                    <a:pt x="4221526" y="1327814"/>
                    <a:pt x="4221211" y="1329951"/>
                    <a:pt x="4215115" y="1331389"/>
                  </a:cubicBezTo>
                  <a:close/>
                  <a:moveTo>
                    <a:pt x="1994935" y="1331594"/>
                  </a:moveTo>
                  <a:lnTo>
                    <a:pt x="1990472" y="1328431"/>
                  </a:lnTo>
                  <a:lnTo>
                    <a:pt x="1993238" y="1326582"/>
                  </a:lnTo>
                  <a:lnTo>
                    <a:pt x="1995312" y="1325678"/>
                  </a:lnTo>
                  <a:cubicBezTo>
                    <a:pt x="2001535" y="1327896"/>
                    <a:pt x="2001221" y="1330074"/>
                    <a:pt x="1994935" y="1331594"/>
                  </a:cubicBezTo>
                  <a:close/>
                  <a:moveTo>
                    <a:pt x="4375710" y="1332334"/>
                  </a:moveTo>
                  <a:cubicBezTo>
                    <a:pt x="4374704" y="1332334"/>
                    <a:pt x="4373636" y="1332334"/>
                    <a:pt x="4372567" y="1332211"/>
                  </a:cubicBezTo>
                  <a:lnTo>
                    <a:pt x="4367853" y="1330156"/>
                  </a:lnTo>
                  <a:lnTo>
                    <a:pt x="4371310" y="1324815"/>
                  </a:lnTo>
                  <a:lnTo>
                    <a:pt x="4388026" y="1324160"/>
                  </a:lnTo>
                  <a:lnTo>
                    <a:pt x="4388092" y="1324116"/>
                  </a:lnTo>
                  <a:lnTo>
                    <a:pt x="4388103" y="1324116"/>
                  </a:lnTo>
                  <a:lnTo>
                    <a:pt x="4388281" y="1323459"/>
                  </a:lnTo>
                  <a:lnTo>
                    <a:pt x="4389663" y="1323130"/>
                  </a:lnTo>
                  <a:cubicBezTo>
                    <a:pt x="4390670" y="1320788"/>
                    <a:pt x="4391235" y="1318035"/>
                    <a:pt x="4393435" y="1316885"/>
                  </a:cubicBezTo>
                  <a:cubicBezTo>
                    <a:pt x="4394190" y="1316474"/>
                    <a:pt x="4395006" y="1316310"/>
                    <a:pt x="4395698" y="1316310"/>
                  </a:cubicBezTo>
                  <a:lnTo>
                    <a:pt x="4395761" y="1316310"/>
                  </a:lnTo>
                  <a:cubicBezTo>
                    <a:pt x="4398086" y="1316310"/>
                    <a:pt x="4399721" y="1318200"/>
                    <a:pt x="4398024" y="1320213"/>
                  </a:cubicBezTo>
                  <a:cubicBezTo>
                    <a:pt x="4396704" y="1321815"/>
                    <a:pt x="4392869" y="1322350"/>
                    <a:pt x="4389663" y="1323130"/>
                  </a:cubicBezTo>
                  <a:lnTo>
                    <a:pt x="4389224" y="1324116"/>
                  </a:lnTo>
                  <a:lnTo>
                    <a:pt x="4388103" y="1324116"/>
                  </a:lnTo>
                  <a:lnTo>
                    <a:pt x="4388092" y="1324158"/>
                  </a:lnTo>
                  <a:lnTo>
                    <a:pt x="4388026" y="1324160"/>
                  </a:lnTo>
                  <a:close/>
                  <a:moveTo>
                    <a:pt x="1960993" y="1332827"/>
                  </a:moveTo>
                  <a:lnTo>
                    <a:pt x="1951942" y="1328389"/>
                  </a:lnTo>
                  <a:cubicBezTo>
                    <a:pt x="1955211" y="1327075"/>
                    <a:pt x="1958353" y="1324815"/>
                    <a:pt x="1961685" y="1324651"/>
                  </a:cubicBezTo>
                  <a:cubicBezTo>
                    <a:pt x="1961810" y="1324651"/>
                    <a:pt x="1961999" y="1324651"/>
                    <a:pt x="1962124" y="1324651"/>
                  </a:cubicBezTo>
                  <a:cubicBezTo>
                    <a:pt x="1965519" y="1324651"/>
                    <a:pt x="1971238" y="1326212"/>
                    <a:pt x="1971490" y="1327486"/>
                  </a:cubicBezTo>
                  <a:cubicBezTo>
                    <a:pt x="1972559" y="1333156"/>
                    <a:pt x="1965644" y="1332128"/>
                    <a:pt x="1960993" y="1332827"/>
                  </a:cubicBezTo>
                  <a:close/>
                  <a:moveTo>
                    <a:pt x="4303677" y="1341291"/>
                  </a:moveTo>
                  <a:lnTo>
                    <a:pt x="4292238" y="1339935"/>
                  </a:lnTo>
                  <a:cubicBezTo>
                    <a:pt x="4286329" y="1335251"/>
                    <a:pt x="4293621" y="1332416"/>
                    <a:pt x="4297266" y="1329746"/>
                  </a:cubicBezTo>
                  <a:cubicBezTo>
                    <a:pt x="4303112" y="1325431"/>
                    <a:pt x="4309648" y="1323582"/>
                    <a:pt x="4316500" y="1323582"/>
                  </a:cubicBezTo>
                  <a:cubicBezTo>
                    <a:pt x="4321465" y="1323582"/>
                    <a:pt x="4326620" y="1324568"/>
                    <a:pt x="4331711" y="1326253"/>
                  </a:cubicBezTo>
                  <a:cubicBezTo>
                    <a:pt x="4334036" y="1327034"/>
                    <a:pt x="4334917" y="1330115"/>
                    <a:pt x="4336174" y="1332581"/>
                  </a:cubicBezTo>
                  <a:lnTo>
                    <a:pt x="4338122" y="1332581"/>
                  </a:lnTo>
                  <a:cubicBezTo>
                    <a:pt x="4338122" y="1332581"/>
                    <a:pt x="4338813" y="1333731"/>
                    <a:pt x="4338813" y="1333731"/>
                  </a:cubicBezTo>
                  <a:cubicBezTo>
                    <a:pt x="4343339" y="1333895"/>
                    <a:pt x="4347613" y="1334347"/>
                    <a:pt x="4346671" y="1339401"/>
                  </a:cubicBezTo>
                  <a:lnTo>
                    <a:pt x="4342585" y="1339812"/>
                  </a:lnTo>
                  <a:lnTo>
                    <a:pt x="4338813" y="1333731"/>
                  </a:lnTo>
                  <a:lnTo>
                    <a:pt x="4336739" y="1333649"/>
                  </a:lnTo>
                  <a:lnTo>
                    <a:pt x="4336174" y="1332581"/>
                  </a:lnTo>
                  <a:cubicBezTo>
                    <a:pt x="4335042" y="1332498"/>
                    <a:pt x="4333911" y="1332457"/>
                    <a:pt x="4332779" y="1332457"/>
                  </a:cubicBezTo>
                  <a:lnTo>
                    <a:pt x="4332779" y="1332498"/>
                  </a:lnTo>
                  <a:cubicBezTo>
                    <a:pt x="4321717" y="1332498"/>
                    <a:pt x="4312666" y="1336484"/>
                    <a:pt x="4303677" y="1341291"/>
                  </a:cubicBezTo>
                  <a:close/>
                  <a:moveTo>
                    <a:pt x="4156847" y="1342031"/>
                  </a:moveTo>
                  <a:cubicBezTo>
                    <a:pt x="4155904" y="1342031"/>
                    <a:pt x="4154899" y="1341990"/>
                    <a:pt x="4153893" y="1341908"/>
                  </a:cubicBezTo>
                  <a:cubicBezTo>
                    <a:pt x="4148110" y="1341415"/>
                    <a:pt x="4142390" y="1340305"/>
                    <a:pt x="4136796" y="1339278"/>
                  </a:cubicBezTo>
                  <a:lnTo>
                    <a:pt x="4136105" y="1336813"/>
                  </a:lnTo>
                  <a:lnTo>
                    <a:pt x="4140882" y="1334183"/>
                  </a:lnTo>
                  <a:lnTo>
                    <a:pt x="4169919" y="1333527"/>
                  </a:lnTo>
                  <a:lnTo>
                    <a:pt x="4169921" y="1333526"/>
                  </a:lnTo>
                  <a:lnTo>
                    <a:pt x="4169984" y="1333526"/>
                  </a:lnTo>
                  <a:lnTo>
                    <a:pt x="4170235" y="1332868"/>
                  </a:lnTo>
                  <a:lnTo>
                    <a:pt x="4171116" y="1332868"/>
                  </a:lnTo>
                  <a:lnTo>
                    <a:pt x="4171248" y="1332863"/>
                  </a:lnTo>
                  <a:lnTo>
                    <a:pt x="4182797" y="1324288"/>
                  </a:lnTo>
                  <a:lnTo>
                    <a:pt x="4182680" y="1324281"/>
                  </a:lnTo>
                  <a:lnTo>
                    <a:pt x="4182806" y="1324281"/>
                  </a:lnTo>
                  <a:lnTo>
                    <a:pt x="4182797" y="1324288"/>
                  </a:lnTo>
                  <a:lnTo>
                    <a:pt x="4186703" y="1324527"/>
                  </a:lnTo>
                  <a:lnTo>
                    <a:pt x="4190160" y="1326459"/>
                  </a:lnTo>
                  <a:lnTo>
                    <a:pt x="4193366" y="1329458"/>
                  </a:lnTo>
                  <a:lnTo>
                    <a:pt x="4191041" y="1331142"/>
                  </a:lnTo>
                  <a:lnTo>
                    <a:pt x="4188589" y="1332211"/>
                  </a:lnTo>
                  <a:lnTo>
                    <a:pt x="4171248" y="1332863"/>
                  </a:lnTo>
                  <a:lnTo>
                    <a:pt x="4171241" y="1332868"/>
                  </a:lnTo>
                  <a:lnTo>
                    <a:pt x="4171116" y="1332868"/>
                  </a:lnTo>
                  <a:lnTo>
                    <a:pt x="4170990" y="1333526"/>
                  </a:lnTo>
                  <a:lnTo>
                    <a:pt x="4169984" y="1333526"/>
                  </a:lnTo>
                  <a:lnTo>
                    <a:pt x="4169919" y="1333527"/>
                  </a:lnTo>
                  <a:close/>
                  <a:moveTo>
                    <a:pt x="1898200" y="1352303"/>
                  </a:moveTo>
                  <a:lnTo>
                    <a:pt x="1898452" y="1351481"/>
                  </a:lnTo>
                  <a:lnTo>
                    <a:pt x="1899520" y="1351076"/>
                  </a:lnTo>
                  <a:lnTo>
                    <a:pt x="1899520" y="1351029"/>
                  </a:lnTo>
                  <a:lnTo>
                    <a:pt x="1899651" y="1350973"/>
                  </a:lnTo>
                  <a:lnTo>
                    <a:pt x="1901595" y="1329335"/>
                  </a:lnTo>
                  <a:lnTo>
                    <a:pt x="1904797" y="1325887"/>
                  </a:lnTo>
                  <a:lnTo>
                    <a:pt x="1904675" y="1325842"/>
                  </a:lnTo>
                  <a:lnTo>
                    <a:pt x="1904800" y="1325883"/>
                  </a:lnTo>
                  <a:lnTo>
                    <a:pt x="1904797" y="1325887"/>
                  </a:lnTo>
                  <a:lnTo>
                    <a:pt x="1910395" y="1327938"/>
                  </a:lnTo>
                  <a:cubicBezTo>
                    <a:pt x="1923783" y="1335498"/>
                    <a:pt x="1924789" y="1337922"/>
                    <a:pt x="1913915" y="1344907"/>
                  </a:cubicBezTo>
                  <a:lnTo>
                    <a:pt x="1899651" y="1350973"/>
                  </a:lnTo>
                  <a:lnTo>
                    <a:pt x="1899646" y="1351029"/>
                  </a:lnTo>
                  <a:lnTo>
                    <a:pt x="1899520" y="1351076"/>
                  </a:lnTo>
                  <a:lnTo>
                    <a:pt x="1899520" y="1352303"/>
                  </a:lnTo>
                  <a:close/>
                  <a:moveTo>
                    <a:pt x="2431528" y="1359616"/>
                  </a:moveTo>
                  <a:lnTo>
                    <a:pt x="2427317" y="1356412"/>
                  </a:lnTo>
                  <a:lnTo>
                    <a:pt x="2432031" y="1353946"/>
                  </a:lnTo>
                  <a:lnTo>
                    <a:pt x="2432031" y="1353987"/>
                  </a:lnTo>
                  <a:lnTo>
                    <a:pt x="2436243" y="1356864"/>
                  </a:lnTo>
                  <a:close/>
                  <a:moveTo>
                    <a:pt x="2367856" y="1359658"/>
                  </a:moveTo>
                  <a:cubicBezTo>
                    <a:pt x="2358428" y="1352672"/>
                    <a:pt x="2347680" y="1351276"/>
                    <a:pt x="2336554" y="1351276"/>
                  </a:cubicBezTo>
                  <a:cubicBezTo>
                    <a:pt x="2332846" y="1351276"/>
                    <a:pt x="2329137" y="1351440"/>
                    <a:pt x="2325366" y="1351604"/>
                  </a:cubicBezTo>
                  <a:cubicBezTo>
                    <a:pt x="2321657" y="1351769"/>
                    <a:pt x="2317886" y="1351933"/>
                    <a:pt x="2314177" y="1351933"/>
                  </a:cubicBezTo>
                  <a:cubicBezTo>
                    <a:pt x="2311852" y="1351933"/>
                    <a:pt x="2309526" y="1351851"/>
                    <a:pt x="2307263" y="1351728"/>
                  </a:cubicBezTo>
                  <a:lnTo>
                    <a:pt x="2299218" y="1346756"/>
                  </a:lnTo>
                  <a:lnTo>
                    <a:pt x="2304372" y="1344044"/>
                  </a:lnTo>
                  <a:cubicBezTo>
                    <a:pt x="2308395" y="1343345"/>
                    <a:pt x="2312606" y="1342935"/>
                    <a:pt x="2316755" y="1342935"/>
                  </a:cubicBezTo>
                  <a:lnTo>
                    <a:pt x="2317572" y="1342935"/>
                  </a:lnTo>
                  <a:cubicBezTo>
                    <a:pt x="2323669" y="1342935"/>
                    <a:pt x="2329829" y="1343304"/>
                    <a:pt x="2335926" y="1343510"/>
                  </a:cubicBezTo>
                  <a:lnTo>
                    <a:pt x="2335926" y="1343058"/>
                  </a:lnTo>
                  <a:lnTo>
                    <a:pt x="2335926" y="1342935"/>
                  </a:lnTo>
                  <a:cubicBezTo>
                    <a:pt x="2346359" y="1343592"/>
                    <a:pt x="2356920" y="1343756"/>
                    <a:pt x="2367165" y="1345195"/>
                  </a:cubicBezTo>
                  <a:cubicBezTo>
                    <a:pt x="2369616" y="1345523"/>
                    <a:pt x="2372319" y="1349919"/>
                    <a:pt x="2372570" y="1352549"/>
                  </a:cubicBezTo>
                  <a:cubicBezTo>
                    <a:pt x="2372759" y="1354850"/>
                    <a:pt x="2369553" y="1357274"/>
                    <a:pt x="2367856" y="1359658"/>
                  </a:cubicBezTo>
                  <a:close/>
                  <a:moveTo>
                    <a:pt x="2705767" y="1360726"/>
                  </a:moveTo>
                  <a:lnTo>
                    <a:pt x="2696590" y="1356576"/>
                  </a:lnTo>
                  <a:lnTo>
                    <a:pt x="2700990" y="1353823"/>
                  </a:lnTo>
                  <a:cubicBezTo>
                    <a:pt x="2703693" y="1353042"/>
                    <a:pt x="2706521" y="1352220"/>
                    <a:pt x="2709161" y="1352220"/>
                  </a:cubicBezTo>
                  <a:lnTo>
                    <a:pt x="2709098" y="1352179"/>
                  </a:lnTo>
                  <a:cubicBezTo>
                    <a:pt x="2711612" y="1352179"/>
                    <a:pt x="2714001" y="1352960"/>
                    <a:pt x="2716012" y="1355302"/>
                  </a:cubicBezTo>
                  <a:lnTo>
                    <a:pt x="2716138" y="1358055"/>
                  </a:lnTo>
                  <a:cubicBezTo>
                    <a:pt x="2712807" y="1359123"/>
                    <a:pt x="2709224" y="1359863"/>
                    <a:pt x="2705767" y="1360726"/>
                  </a:cubicBezTo>
                  <a:close/>
                  <a:moveTo>
                    <a:pt x="1884813" y="1361095"/>
                  </a:moveTo>
                  <a:cubicBezTo>
                    <a:pt x="1883241" y="1361095"/>
                    <a:pt x="1881607" y="1361013"/>
                    <a:pt x="1879910" y="1360931"/>
                  </a:cubicBezTo>
                  <a:cubicBezTo>
                    <a:pt x="1878275" y="1360849"/>
                    <a:pt x="1876704" y="1360808"/>
                    <a:pt x="1875132" y="1360808"/>
                  </a:cubicBezTo>
                  <a:cubicBezTo>
                    <a:pt x="1874756" y="1360808"/>
                    <a:pt x="1874315" y="1360808"/>
                    <a:pt x="1873939" y="1360808"/>
                  </a:cubicBezTo>
                  <a:cubicBezTo>
                    <a:pt x="1874818" y="1353206"/>
                    <a:pt x="1879973" y="1351769"/>
                    <a:pt x="1886070" y="1351769"/>
                  </a:cubicBezTo>
                  <a:cubicBezTo>
                    <a:pt x="1887892" y="1351769"/>
                    <a:pt x="1889841" y="1351892"/>
                    <a:pt x="1891790" y="1352056"/>
                  </a:cubicBezTo>
                  <a:cubicBezTo>
                    <a:pt x="1893738" y="1352179"/>
                    <a:pt x="1895686" y="1352303"/>
                    <a:pt x="1897572" y="1352303"/>
                  </a:cubicBezTo>
                  <a:lnTo>
                    <a:pt x="1898138" y="1352303"/>
                  </a:lnTo>
                  <a:cubicBezTo>
                    <a:pt x="1896881" y="1359863"/>
                    <a:pt x="1891223" y="1361095"/>
                    <a:pt x="1884813" y="1361095"/>
                  </a:cubicBezTo>
                  <a:close/>
                  <a:moveTo>
                    <a:pt x="1873687" y="1361630"/>
                  </a:moveTo>
                  <a:lnTo>
                    <a:pt x="1872618" y="1360849"/>
                  </a:lnTo>
                  <a:lnTo>
                    <a:pt x="1873866" y="1360849"/>
                  </a:lnTo>
                  <a:lnTo>
                    <a:pt x="1873875" y="1360808"/>
                  </a:lnTo>
                  <a:lnTo>
                    <a:pt x="1873875" y="1360849"/>
                  </a:lnTo>
                  <a:lnTo>
                    <a:pt x="1873866" y="1360849"/>
                  </a:lnTo>
                  <a:close/>
                  <a:moveTo>
                    <a:pt x="2802502" y="1368327"/>
                  </a:moveTo>
                  <a:lnTo>
                    <a:pt x="2798541" y="1365739"/>
                  </a:lnTo>
                  <a:lnTo>
                    <a:pt x="2802730" y="1363409"/>
                  </a:lnTo>
                  <a:lnTo>
                    <a:pt x="2802690" y="1363396"/>
                  </a:lnTo>
                  <a:lnTo>
                    <a:pt x="2802753" y="1363396"/>
                  </a:lnTo>
                  <a:lnTo>
                    <a:pt x="2802730" y="1363409"/>
                  </a:lnTo>
                  <a:lnTo>
                    <a:pt x="2806650" y="1364629"/>
                  </a:lnTo>
                  <a:close/>
                  <a:moveTo>
                    <a:pt x="2914321" y="1369601"/>
                  </a:moveTo>
                  <a:cubicBezTo>
                    <a:pt x="2910990" y="1369601"/>
                    <a:pt x="2907470" y="1367752"/>
                    <a:pt x="2903636" y="1366601"/>
                  </a:cubicBezTo>
                  <a:lnTo>
                    <a:pt x="2911430" y="1362328"/>
                  </a:lnTo>
                  <a:lnTo>
                    <a:pt x="2911681" y="1362328"/>
                  </a:lnTo>
                  <a:cubicBezTo>
                    <a:pt x="2915138" y="1362328"/>
                    <a:pt x="2918721" y="1364095"/>
                    <a:pt x="2922304" y="1365040"/>
                  </a:cubicBezTo>
                  <a:lnTo>
                    <a:pt x="2914698" y="1369601"/>
                  </a:lnTo>
                  <a:cubicBezTo>
                    <a:pt x="2914698" y="1369601"/>
                    <a:pt x="2914447" y="1369601"/>
                    <a:pt x="2914321" y="1369601"/>
                  </a:cubicBezTo>
                  <a:close/>
                  <a:moveTo>
                    <a:pt x="2597656" y="1418167"/>
                  </a:moveTo>
                  <a:cubicBezTo>
                    <a:pt x="2589044" y="1418167"/>
                    <a:pt x="2580434" y="1417098"/>
                    <a:pt x="2571759" y="1415044"/>
                  </a:cubicBezTo>
                  <a:lnTo>
                    <a:pt x="2569999" y="1413894"/>
                  </a:lnTo>
                  <a:lnTo>
                    <a:pt x="2568491" y="1412291"/>
                  </a:lnTo>
                  <a:lnTo>
                    <a:pt x="2570942" y="1410812"/>
                  </a:lnTo>
                  <a:lnTo>
                    <a:pt x="2573519" y="1409661"/>
                  </a:lnTo>
                  <a:cubicBezTo>
                    <a:pt x="2584896" y="1406826"/>
                    <a:pt x="2598096" y="1408840"/>
                    <a:pt x="2608278" y="1401978"/>
                  </a:cubicBezTo>
                  <a:cubicBezTo>
                    <a:pt x="2608718" y="1401690"/>
                    <a:pt x="2609284" y="1401567"/>
                    <a:pt x="2609975" y="1401567"/>
                  </a:cubicBezTo>
                  <a:lnTo>
                    <a:pt x="2609912" y="1401526"/>
                  </a:lnTo>
                  <a:cubicBezTo>
                    <a:pt x="2614752" y="1401526"/>
                    <a:pt x="2625123" y="1407607"/>
                    <a:pt x="2625752" y="1411100"/>
                  </a:cubicBezTo>
                  <a:lnTo>
                    <a:pt x="2625249" y="1414346"/>
                  </a:lnTo>
                  <a:cubicBezTo>
                    <a:pt x="2616072" y="1416934"/>
                    <a:pt x="2606895" y="1418167"/>
                    <a:pt x="2597656" y="1418167"/>
                  </a:cubicBezTo>
                  <a:close/>
                  <a:moveTo>
                    <a:pt x="2667048" y="1426178"/>
                  </a:moveTo>
                  <a:lnTo>
                    <a:pt x="2662522" y="1424494"/>
                  </a:lnTo>
                  <a:lnTo>
                    <a:pt x="2658122" y="1421864"/>
                  </a:lnTo>
                  <a:cubicBezTo>
                    <a:pt x="2661076" y="1420468"/>
                    <a:pt x="2663779" y="1418331"/>
                    <a:pt x="2666922" y="1417838"/>
                  </a:cubicBezTo>
                  <a:cubicBezTo>
                    <a:pt x="2667677" y="1417715"/>
                    <a:pt x="2668431" y="1417674"/>
                    <a:pt x="2669122" y="1417674"/>
                  </a:cubicBezTo>
                  <a:lnTo>
                    <a:pt x="2669185" y="1417715"/>
                  </a:lnTo>
                  <a:cubicBezTo>
                    <a:pt x="2675093" y="1417715"/>
                    <a:pt x="2679745" y="1421043"/>
                    <a:pt x="2676916" y="1423303"/>
                  </a:cubicBezTo>
                  <a:cubicBezTo>
                    <a:pt x="2674842" y="1424905"/>
                    <a:pt x="2670945" y="1426178"/>
                    <a:pt x="2667865" y="1426178"/>
                  </a:cubicBezTo>
                  <a:cubicBezTo>
                    <a:pt x="2667613" y="1426178"/>
                    <a:pt x="2667299" y="1426178"/>
                    <a:pt x="2667048" y="1426178"/>
                  </a:cubicBezTo>
                  <a:close/>
                  <a:moveTo>
                    <a:pt x="2678991" y="1435793"/>
                  </a:moveTo>
                  <a:cubicBezTo>
                    <a:pt x="2686596" y="1435793"/>
                    <a:pt x="2694201" y="1435259"/>
                    <a:pt x="2700298" y="1432999"/>
                  </a:cubicBezTo>
                  <a:cubicBezTo>
                    <a:pt x="2711424" y="1428850"/>
                    <a:pt x="2704510" y="1418947"/>
                    <a:pt x="2706270" y="1411634"/>
                  </a:cubicBezTo>
                  <a:cubicBezTo>
                    <a:pt x="2707841" y="1405060"/>
                    <a:pt x="2711676" y="1399965"/>
                    <a:pt x="2718212" y="1395897"/>
                  </a:cubicBezTo>
                  <a:cubicBezTo>
                    <a:pt x="2720727" y="1394294"/>
                    <a:pt x="2724623" y="1393637"/>
                    <a:pt x="2728017" y="1393226"/>
                  </a:cubicBezTo>
                  <a:lnTo>
                    <a:pt x="2731349" y="1396883"/>
                  </a:lnTo>
                  <a:cubicBezTo>
                    <a:pt x="2731977" y="1399924"/>
                    <a:pt x="2731663" y="1403087"/>
                    <a:pt x="2731977" y="1406169"/>
                  </a:cubicBezTo>
                  <a:cubicBezTo>
                    <a:pt x="2733423" y="1420221"/>
                    <a:pt x="2734492" y="1425932"/>
                    <a:pt x="2741280" y="1425932"/>
                  </a:cubicBezTo>
                  <a:cubicBezTo>
                    <a:pt x="2745680" y="1425932"/>
                    <a:pt x="2752531" y="1423549"/>
                    <a:pt x="2763468" y="1419522"/>
                  </a:cubicBezTo>
                  <a:cubicBezTo>
                    <a:pt x="2774154" y="1415619"/>
                    <a:pt x="2785027" y="1412003"/>
                    <a:pt x="2795776" y="1408264"/>
                  </a:cubicBezTo>
                  <a:lnTo>
                    <a:pt x="2797284" y="1404361"/>
                  </a:lnTo>
                  <a:cubicBezTo>
                    <a:pt x="2806021" y="1396760"/>
                    <a:pt x="2810421" y="1393062"/>
                    <a:pt x="2815073" y="1393062"/>
                  </a:cubicBezTo>
                  <a:cubicBezTo>
                    <a:pt x="2818907" y="1393062"/>
                    <a:pt x="2822930" y="1395651"/>
                    <a:pt x="2829718" y="1400704"/>
                  </a:cubicBezTo>
                  <a:cubicBezTo>
                    <a:pt x="2837198" y="1406292"/>
                    <a:pt x="2844552" y="1408470"/>
                    <a:pt x="2852220" y="1408470"/>
                  </a:cubicBezTo>
                  <a:cubicBezTo>
                    <a:pt x="2857814" y="1408470"/>
                    <a:pt x="2863534" y="1407319"/>
                    <a:pt x="2869694" y="1405388"/>
                  </a:cubicBezTo>
                  <a:cubicBezTo>
                    <a:pt x="2877425" y="1403005"/>
                    <a:pt x="2888613" y="1401690"/>
                    <a:pt x="2891819" y="1397376"/>
                  </a:cubicBezTo>
                  <a:cubicBezTo>
                    <a:pt x="2899613" y="1386776"/>
                    <a:pt x="2907722" y="1378640"/>
                    <a:pt x="2924441" y="1378640"/>
                  </a:cubicBezTo>
                  <a:cubicBezTo>
                    <a:pt x="2926138" y="1378640"/>
                    <a:pt x="2927898" y="1378722"/>
                    <a:pt x="2929721" y="1378887"/>
                  </a:cubicBezTo>
                  <a:cubicBezTo>
                    <a:pt x="2929721" y="1378887"/>
                    <a:pt x="2929784" y="1378887"/>
                    <a:pt x="2929846" y="1378887"/>
                  </a:cubicBezTo>
                  <a:cubicBezTo>
                    <a:pt x="2931984" y="1378887"/>
                    <a:pt x="2936258" y="1374736"/>
                    <a:pt x="2936761" y="1372271"/>
                  </a:cubicBezTo>
                  <a:cubicBezTo>
                    <a:pt x="2937829" y="1367176"/>
                    <a:pt x="2940029" y="1363972"/>
                    <a:pt x="2943738" y="1363972"/>
                  </a:cubicBezTo>
                  <a:cubicBezTo>
                    <a:pt x="2945875" y="1363972"/>
                    <a:pt x="2948577" y="1365040"/>
                    <a:pt x="2951846" y="1367464"/>
                  </a:cubicBezTo>
                  <a:cubicBezTo>
                    <a:pt x="2960017" y="1373422"/>
                    <a:pt x="2967434" y="1379256"/>
                    <a:pt x="2976799" y="1379256"/>
                  </a:cubicBezTo>
                  <a:cubicBezTo>
                    <a:pt x="2981891" y="1379256"/>
                    <a:pt x="2987485" y="1377572"/>
                    <a:pt x="2994147" y="1373257"/>
                  </a:cubicBezTo>
                  <a:cubicBezTo>
                    <a:pt x="2997353" y="1371162"/>
                    <a:pt x="3004707" y="1369888"/>
                    <a:pt x="3010490" y="1369888"/>
                  </a:cubicBezTo>
                  <a:cubicBezTo>
                    <a:pt x="3013821" y="1369888"/>
                    <a:pt x="3016587" y="1370340"/>
                    <a:pt x="3017718" y="1371285"/>
                  </a:cubicBezTo>
                  <a:cubicBezTo>
                    <a:pt x="3023250" y="1376010"/>
                    <a:pt x="3028844" y="1377695"/>
                    <a:pt x="3034124" y="1377695"/>
                  </a:cubicBezTo>
                  <a:cubicBezTo>
                    <a:pt x="3042546" y="1377695"/>
                    <a:pt x="3050341" y="1373463"/>
                    <a:pt x="3055997" y="1370505"/>
                  </a:cubicBezTo>
                  <a:cubicBezTo>
                    <a:pt x="3069197" y="1363602"/>
                    <a:pt x="3083654" y="1360438"/>
                    <a:pt x="3097419" y="1360438"/>
                  </a:cubicBezTo>
                  <a:cubicBezTo>
                    <a:pt x="3106156" y="1360438"/>
                    <a:pt x="3114578" y="1361712"/>
                    <a:pt x="3122247" y="1364095"/>
                  </a:cubicBezTo>
                  <a:cubicBezTo>
                    <a:pt x="3143303" y="1370628"/>
                    <a:pt x="3163040" y="1370176"/>
                    <a:pt x="3183782" y="1370751"/>
                  </a:cubicBezTo>
                  <a:cubicBezTo>
                    <a:pt x="3189377" y="1370915"/>
                    <a:pt x="3194908" y="1370956"/>
                    <a:pt x="3200502" y="1370956"/>
                  </a:cubicBezTo>
                  <a:cubicBezTo>
                    <a:pt x="3202890" y="1370956"/>
                    <a:pt x="3205216" y="1370956"/>
                    <a:pt x="3207604" y="1370956"/>
                  </a:cubicBezTo>
                  <a:cubicBezTo>
                    <a:pt x="3209930" y="1370956"/>
                    <a:pt x="3212256" y="1370956"/>
                    <a:pt x="3214519" y="1370956"/>
                  </a:cubicBezTo>
                  <a:cubicBezTo>
                    <a:pt x="3221370" y="1370956"/>
                    <a:pt x="3228158" y="1370998"/>
                    <a:pt x="3234947" y="1371285"/>
                  </a:cubicBezTo>
                  <a:cubicBezTo>
                    <a:pt x="3241106" y="1371532"/>
                    <a:pt x="3245066" y="1375065"/>
                    <a:pt x="3245883" y="1379831"/>
                  </a:cubicBezTo>
                  <a:cubicBezTo>
                    <a:pt x="3253741" y="1379996"/>
                    <a:pt x="3262540" y="1381311"/>
                    <a:pt x="3270208" y="1381311"/>
                  </a:cubicBezTo>
                  <a:cubicBezTo>
                    <a:pt x="3274860" y="1381311"/>
                    <a:pt x="3279134" y="1380859"/>
                    <a:pt x="3282528" y="1379380"/>
                  </a:cubicBezTo>
                  <a:cubicBezTo>
                    <a:pt x="3306288" y="1369149"/>
                    <a:pt x="3331241" y="1372025"/>
                    <a:pt x="3356007" y="1370463"/>
                  </a:cubicBezTo>
                  <a:cubicBezTo>
                    <a:pt x="3363863" y="1369970"/>
                    <a:pt x="3371343" y="1366273"/>
                    <a:pt x="3379011" y="1364095"/>
                  </a:cubicBezTo>
                  <a:cubicBezTo>
                    <a:pt x="3382091" y="1363191"/>
                    <a:pt x="3385360" y="1362410"/>
                    <a:pt x="3388377" y="1362410"/>
                  </a:cubicBezTo>
                  <a:cubicBezTo>
                    <a:pt x="3391394" y="1362410"/>
                    <a:pt x="3393971" y="1363150"/>
                    <a:pt x="3396233" y="1365246"/>
                  </a:cubicBezTo>
                  <a:cubicBezTo>
                    <a:pt x="3397302" y="1366232"/>
                    <a:pt x="3392777" y="1369929"/>
                    <a:pt x="3391897" y="1372559"/>
                  </a:cubicBezTo>
                  <a:cubicBezTo>
                    <a:pt x="3389948" y="1378394"/>
                    <a:pt x="3387937" y="1384269"/>
                    <a:pt x="3387434" y="1390227"/>
                  </a:cubicBezTo>
                  <a:cubicBezTo>
                    <a:pt x="3387246" y="1392486"/>
                    <a:pt x="3391142" y="1394952"/>
                    <a:pt x="3393216" y="1397294"/>
                  </a:cubicBezTo>
                  <a:lnTo>
                    <a:pt x="3397051" y="1393596"/>
                  </a:lnTo>
                  <a:cubicBezTo>
                    <a:pt x="3402142" y="1376832"/>
                    <a:pt x="3416473" y="1371039"/>
                    <a:pt x="3436398" y="1371039"/>
                  </a:cubicBezTo>
                  <a:cubicBezTo>
                    <a:pt x="3438975" y="1371039"/>
                    <a:pt x="3441678" y="1371121"/>
                    <a:pt x="3444506" y="1371327"/>
                  </a:cubicBezTo>
                  <a:cubicBezTo>
                    <a:pt x="3457077" y="1372148"/>
                    <a:pt x="3469649" y="1370998"/>
                    <a:pt x="3481089" y="1377202"/>
                  </a:cubicBezTo>
                  <a:cubicBezTo>
                    <a:pt x="3483037" y="1378270"/>
                    <a:pt x="3486368" y="1378763"/>
                    <a:pt x="3489700" y="1378763"/>
                  </a:cubicBezTo>
                  <a:cubicBezTo>
                    <a:pt x="3493031" y="1378763"/>
                    <a:pt x="3496237" y="1378270"/>
                    <a:pt x="3498311" y="1377325"/>
                  </a:cubicBezTo>
                  <a:cubicBezTo>
                    <a:pt x="3505979" y="1373750"/>
                    <a:pt x="3514904" y="1370628"/>
                    <a:pt x="3522825" y="1370628"/>
                  </a:cubicBezTo>
                  <a:cubicBezTo>
                    <a:pt x="3526847" y="1370628"/>
                    <a:pt x="3530555" y="1371449"/>
                    <a:pt x="3533698" y="1373422"/>
                  </a:cubicBezTo>
                  <a:cubicBezTo>
                    <a:pt x="3537344" y="1375764"/>
                    <a:pt x="3540676" y="1376586"/>
                    <a:pt x="3543693" y="1376586"/>
                  </a:cubicBezTo>
                  <a:cubicBezTo>
                    <a:pt x="3547527" y="1376586"/>
                    <a:pt x="3550920" y="1375271"/>
                    <a:pt x="3554126" y="1373915"/>
                  </a:cubicBezTo>
                  <a:cubicBezTo>
                    <a:pt x="3557332" y="1372600"/>
                    <a:pt x="3560286" y="1371244"/>
                    <a:pt x="3563303" y="1371244"/>
                  </a:cubicBezTo>
                  <a:cubicBezTo>
                    <a:pt x="3564309" y="1371244"/>
                    <a:pt x="3565252" y="1371408"/>
                    <a:pt x="3566257" y="1371737"/>
                  </a:cubicBezTo>
                  <a:cubicBezTo>
                    <a:pt x="3572292" y="1373792"/>
                    <a:pt x="3577823" y="1374572"/>
                    <a:pt x="3583291" y="1374572"/>
                  </a:cubicBezTo>
                  <a:cubicBezTo>
                    <a:pt x="3590520" y="1374572"/>
                    <a:pt x="3597559" y="1373257"/>
                    <a:pt x="3605417" y="1371820"/>
                  </a:cubicBezTo>
                  <a:cubicBezTo>
                    <a:pt x="3610068" y="1370956"/>
                    <a:pt x="3614908" y="1370669"/>
                    <a:pt x="3619811" y="1370669"/>
                  </a:cubicBezTo>
                  <a:cubicBezTo>
                    <a:pt x="3629553" y="1370669"/>
                    <a:pt x="3639610" y="1371861"/>
                    <a:pt x="3649352" y="1372477"/>
                  </a:cubicBezTo>
                  <a:cubicBezTo>
                    <a:pt x="3655324" y="1372847"/>
                    <a:pt x="3654570" y="1375517"/>
                    <a:pt x="3650673" y="1379133"/>
                  </a:cubicBezTo>
                  <a:cubicBezTo>
                    <a:pt x="3647153" y="1382461"/>
                    <a:pt x="3642878" y="1387844"/>
                    <a:pt x="3644324" y="1391049"/>
                  </a:cubicBezTo>
                  <a:cubicBezTo>
                    <a:pt x="3646021" y="1394788"/>
                    <a:pt x="3647969" y="1396061"/>
                    <a:pt x="3650044" y="1396061"/>
                  </a:cubicBezTo>
                  <a:cubicBezTo>
                    <a:pt x="3653941" y="1396061"/>
                    <a:pt x="3658341" y="1391747"/>
                    <a:pt x="3662301" y="1391090"/>
                  </a:cubicBezTo>
                  <a:cubicBezTo>
                    <a:pt x="3680466" y="1388090"/>
                    <a:pt x="3701397" y="1393021"/>
                    <a:pt x="3716545" y="1381146"/>
                  </a:cubicBezTo>
                  <a:cubicBezTo>
                    <a:pt x="3718117" y="1381229"/>
                    <a:pt x="3719688" y="1381270"/>
                    <a:pt x="3721322" y="1381270"/>
                  </a:cubicBezTo>
                  <a:cubicBezTo>
                    <a:pt x="3725722" y="1381270"/>
                    <a:pt x="3730059" y="1380982"/>
                    <a:pt x="3734522" y="1380695"/>
                  </a:cubicBezTo>
                  <a:cubicBezTo>
                    <a:pt x="3738921" y="1380407"/>
                    <a:pt x="3743321" y="1380119"/>
                    <a:pt x="3747658" y="1380119"/>
                  </a:cubicBezTo>
                  <a:cubicBezTo>
                    <a:pt x="3756018" y="1380119"/>
                    <a:pt x="3764252" y="1381146"/>
                    <a:pt x="3772361" y="1385091"/>
                  </a:cubicBezTo>
                  <a:cubicBezTo>
                    <a:pt x="3778772" y="1388255"/>
                    <a:pt x="3788074" y="1389035"/>
                    <a:pt x="3796183" y="1389282"/>
                  </a:cubicBezTo>
                  <a:cubicBezTo>
                    <a:pt x="3802971" y="1389487"/>
                    <a:pt x="3809759" y="1389528"/>
                    <a:pt x="3816610" y="1389528"/>
                  </a:cubicBezTo>
                  <a:cubicBezTo>
                    <a:pt x="3821073" y="1389528"/>
                    <a:pt x="3825599" y="1389528"/>
                    <a:pt x="3830062" y="1389487"/>
                  </a:cubicBezTo>
                  <a:cubicBezTo>
                    <a:pt x="3834525" y="1389487"/>
                    <a:pt x="3838987" y="1389446"/>
                    <a:pt x="3843513" y="1389446"/>
                  </a:cubicBezTo>
                  <a:cubicBezTo>
                    <a:pt x="3846907" y="1389446"/>
                    <a:pt x="3850364" y="1389446"/>
                    <a:pt x="3853758" y="1389487"/>
                  </a:cubicBezTo>
                  <a:cubicBezTo>
                    <a:pt x="3854136" y="1389487"/>
                    <a:pt x="3854512" y="1389487"/>
                    <a:pt x="3854890" y="1389487"/>
                  </a:cubicBezTo>
                  <a:cubicBezTo>
                    <a:pt x="3867901" y="1389487"/>
                    <a:pt x="3880346" y="1386858"/>
                    <a:pt x="3892855" y="1384187"/>
                  </a:cubicBezTo>
                  <a:cubicBezTo>
                    <a:pt x="3905300" y="1381557"/>
                    <a:pt x="3917745" y="1378887"/>
                    <a:pt x="3930757" y="1378887"/>
                  </a:cubicBezTo>
                  <a:cubicBezTo>
                    <a:pt x="3933962" y="1378887"/>
                    <a:pt x="3937167" y="1379051"/>
                    <a:pt x="3940436" y="1379380"/>
                  </a:cubicBezTo>
                  <a:lnTo>
                    <a:pt x="3945716" y="1377202"/>
                  </a:lnTo>
                  <a:lnTo>
                    <a:pt x="3947538" y="1374367"/>
                  </a:lnTo>
                  <a:lnTo>
                    <a:pt x="3943013" y="1371244"/>
                  </a:lnTo>
                  <a:cubicBezTo>
                    <a:pt x="3937670" y="1370135"/>
                    <a:pt x="3928368" y="1370299"/>
                    <a:pt x="3930002" y="1365492"/>
                  </a:cubicBezTo>
                  <a:cubicBezTo>
                    <a:pt x="3931385" y="1361383"/>
                    <a:pt x="3936727" y="1355179"/>
                    <a:pt x="3943202" y="1355179"/>
                  </a:cubicBezTo>
                  <a:cubicBezTo>
                    <a:pt x="3944459" y="1355179"/>
                    <a:pt x="3945716" y="1355384"/>
                    <a:pt x="3946973" y="1355877"/>
                  </a:cubicBezTo>
                  <a:cubicBezTo>
                    <a:pt x="3951499" y="1357603"/>
                    <a:pt x="3954956" y="1358836"/>
                    <a:pt x="3958162" y="1358836"/>
                  </a:cubicBezTo>
                  <a:cubicBezTo>
                    <a:pt x="3961241" y="1358836"/>
                    <a:pt x="3964132" y="1357726"/>
                    <a:pt x="3967778" y="1354932"/>
                  </a:cubicBezTo>
                  <a:cubicBezTo>
                    <a:pt x="3971864" y="1351769"/>
                    <a:pt x="3975384" y="1345852"/>
                    <a:pt x="3981795" y="1345852"/>
                  </a:cubicBezTo>
                  <a:cubicBezTo>
                    <a:pt x="3983114" y="1345852"/>
                    <a:pt x="3984497" y="1346098"/>
                    <a:pt x="3986069" y="1346632"/>
                  </a:cubicBezTo>
                  <a:cubicBezTo>
                    <a:pt x="3989463" y="1347824"/>
                    <a:pt x="3989149" y="1354850"/>
                    <a:pt x="3990280" y="1359246"/>
                  </a:cubicBezTo>
                  <a:lnTo>
                    <a:pt x="3990280" y="1363766"/>
                  </a:lnTo>
                  <a:cubicBezTo>
                    <a:pt x="3990280" y="1363766"/>
                    <a:pt x="3998137" y="1367711"/>
                    <a:pt x="3998137" y="1367711"/>
                  </a:cubicBezTo>
                  <a:cubicBezTo>
                    <a:pt x="4004046" y="1365040"/>
                    <a:pt x="4010394" y="1361794"/>
                    <a:pt x="4016554" y="1361794"/>
                  </a:cubicBezTo>
                  <a:cubicBezTo>
                    <a:pt x="4019948" y="1361794"/>
                    <a:pt x="4023279" y="1362780"/>
                    <a:pt x="4026359" y="1365410"/>
                  </a:cubicBezTo>
                  <a:cubicBezTo>
                    <a:pt x="4028810" y="1367464"/>
                    <a:pt x="4031010" y="1368204"/>
                    <a:pt x="4033085" y="1368204"/>
                  </a:cubicBezTo>
                  <a:cubicBezTo>
                    <a:pt x="4035787" y="1368204"/>
                    <a:pt x="4038239" y="1366971"/>
                    <a:pt x="4040627" y="1365739"/>
                  </a:cubicBezTo>
                  <a:cubicBezTo>
                    <a:pt x="4043016" y="1364506"/>
                    <a:pt x="4045341" y="1363273"/>
                    <a:pt x="4047793" y="1363273"/>
                  </a:cubicBezTo>
                  <a:cubicBezTo>
                    <a:pt x="4049176" y="1363273"/>
                    <a:pt x="4050559" y="1363684"/>
                    <a:pt x="4052067" y="1364711"/>
                  </a:cubicBezTo>
                  <a:cubicBezTo>
                    <a:pt x="4055022" y="1366807"/>
                    <a:pt x="4057598" y="1367628"/>
                    <a:pt x="4059861" y="1367628"/>
                  </a:cubicBezTo>
                  <a:cubicBezTo>
                    <a:pt x="4064512" y="1367628"/>
                    <a:pt x="4068158" y="1364341"/>
                    <a:pt x="4072181" y="1361630"/>
                  </a:cubicBezTo>
                  <a:cubicBezTo>
                    <a:pt x="4081043" y="1355631"/>
                    <a:pt x="4079158" y="1347578"/>
                    <a:pt x="4081232" y="1340141"/>
                  </a:cubicBezTo>
                  <a:cubicBezTo>
                    <a:pt x="4082300" y="1336278"/>
                    <a:pt x="4087203" y="1334265"/>
                    <a:pt x="4092483" y="1334265"/>
                  </a:cubicBezTo>
                  <a:cubicBezTo>
                    <a:pt x="4093740" y="1334265"/>
                    <a:pt x="4094998" y="1334388"/>
                    <a:pt x="4096191" y="1334594"/>
                  </a:cubicBezTo>
                  <a:cubicBezTo>
                    <a:pt x="4099523" y="1335210"/>
                    <a:pt x="4103232" y="1337840"/>
                    <a:pt x="4104614" y="1340223"/>
                  </a:cubicBezTo>
                  <a:cubicBezTo>
                    <a:pt x="4106186" y="1342894"/>
                    <a:pt x="4105117" y="1346345"/>
                    <a:pt x="4105431" y="1349468"/>
                  </a:cubicBezTo>
                  <a:cubicBezTo>
                    <a:pt x="4106374" y="1359329"/>
                    <a:pt x="4107191" y="1358178"/>
                    <a:pt x="4129002" y="1365615"/>
                  </a:cubicBezTo>
                  <a:cubicBezTo>
                    <a:pt x="4136985" y="1368327"/>
                    <a:pt x="4144465" y="1370998"/>
                    <a:pt x="4151944" y="1370998"/>
                  </a:cubicBezTo>
                  <a:cubicBezTo>
                    <a:pt x="4156030" y="1370998"/>
                    <a:pt x="4160116" y="1370217"/>
                    <a:pt x="4164327" y="1368204"/>
                  </a:cubicBezTo>
                  <a:cubicBezTo>
                    <a:pt x="4174886" y="1363191"/>
                    <a:pt x="4185258" y="1360438"/>
                    <a:pt x="4195629" y="1360438"/>
                  </a:cubicBezTo>
                  <a:cubicBezTo>
                    <a:pt x="4204806" y="1360438"/>
                    <a:pt x="4213983" y="1362574"/>
                    <a:pt x="4223348" y="1367135"/>
                  </a:cubicBezTo>
                  <a:cubicBezTo>
                    <a:pt x="4232085" y="1365903"/>
                    <a:pt x="4240948" y="1362821"/>
                    <a:pt x="4249622" y="1362821"/>
                  </a:cubicBezTo>
                  <a:cubicBezTo>
                    <a:pt x="4255970" y="1362821"/>
                    <a:pt x="4262256" y="1364465"/>
                    <a:pt x="4268165" y="1369765"/>
                  </a:cubicBezTo>
                  <a:lnTo>
                    <a:pt x="4279667" y="1368245"/>
                  </a:lnTo>
                  <a:cubicBezTo>
                    <a:pt x="4287712" y="1362493"/>
                    <a:pt x="4297015" y="1361547"/>
                    <a:pt x="4306757" y="1361547"/>
                  </a:cubicBezTo>
                  <a:cubicBezTo>
                    <a:pt x="4309586" y="1361547"/>
                    <a:pt x="4312477" y="1361630"/>
                    <a:pt x="4315431" y="1361671"/>
                  </a:cubicBezTo>
                  <a:cubicBezTo>
                    <a:pt x="4321843" y="1361794"/>
                    <a:pt x="4328254" y="1361835"/>
                    <a:pt x="4334603" y="1361835"/>
                  </a:cubicBezTo>
                  <a:cubicBezTo>
                    <a:pt x="4338563" y="1361835"/>
                    <a:pt x="4342522" y="1361835"/>
                    <a:pt x="4346482" y="1361835"/>
                  </a:cubicBezTo>
                  <a:cubicBezTo>
                    <a:pt x="4350316" y="1361835"/>
                    <a:pt x="4354087" y="1361835"/>
                    <a:pt x="4357921" y="1361835"/>
                  </a:cubicBezTo>
                  <a:cubicBezTo>
                    <a:pt x="4360813" y="1361835"/>
                    <a:pt x="4363705" y="1361835"/>
                    <a:pt x="4366659" y="1361835"/>
                  </a:cubicBezTo>
                  <a:cubicBezTo>
                    <a:pt x="4366785" y="1361835"/>
                    <a:pt x="4366973" y="1361835"/>
                    <a:pt x="4367099" y="1361835"/>
                  </a:cubicBezTo>
                  <a:cubicBezTo>
                    <a:pt x="4379041" y="1361835"/>
                    <a:pt x="4386647" y="1358466"/>
                    <a:pt x="4388532" y="1349016"/>
                  </a:cubicBezTo>
                  <a:cubicBezTo>
                    <a:pt x="4389098" y="1346304"/>
                    <a:pt x="4391046" y="1344989"/>
                    <a:pt x="4393498" y="1344989"/>
                  </a:cubicBezTo>
                  <a:cubicBezTo>
                    <a:pt x="4394692" y="1344989"/>
                    <a:pt x="4395949" y="1345318"/>
                    <a:pt x="4397207" y="1345934"/>
                  </a:cubicBezTo>
                  <a:cubicBezTo>
                    <a:pt x="4400915" y="1347783"/>
                    <a:pt x="4404435" y="1349878"/>
                    <a:pt x="4407389" y="1349878"/>
                  </a:cubicBezTo>
                  <a:cubicBezTo>
                    <a:pt x="4410092" y="1349878"/>
                    <a:pt x="4412292" y="1348112"/>
                    <a:pt x="4413612" y="1342729"/>
                  </a:cubicBezTo>
                  <a:cubicBezTo>
                    <a:pt x="4416189" y="1332498"/>
                    <a:pt x="4429011" y="1324938"/>
                    <a:pt x="4427629" y="1312899"/>
                  </a:cubicBezTo>
                  <a:cubicBezTo>
                    <a:pt x="4427126" y="1308462"/>
                    <a:pt x="4432091" y="1305832"/>
                    <a:pt x="4438376" y="1305832"/>
                  </a:cubicBezTo>
                  <a:cubicBezTo>
                    <a:pt x="4441017" y="1305832"/>
                    <a:pt x="4443908" y="1306325"/>
                    <a:pt x="4446737" y="1307311"/>
                  </a:cubicBezTo>
                  <a:cubicBezTo>
                    <a:pt x="4452582" y="1309448"/>
                    <a:pt x="4458427" y="1314707"/>
                    <a:pt x="4464336" y="1314707"/>
                  </a:cubicBezTo>
                  <a:cubicBezTo>
                    <a:pt x="4465782" y="1314707"/>
                    <a:pt x="4467227" y="1314379"/>
                    <a:pt x="4468736" y="1313598"/>
                  </a:cubicBezTo>
                  <a:cubicBezTo>
                    <a:pt x="4481433" y="1306818"/>
                    <a:pt x="4496015" y="1306490"/>
                    <a:pt x="4509655" y="1303244"/>
                  </a:cubicBezTo>
                  <a:lnTo>
                    <a:pt x="4513678" y="1300327"/>
                  </a:lnTo>
                  <a:cubicBezTo>
                    <a:pt x="4510095" y="1298848"/>
                    <a:pt x="4506449" y="1297409"/>
                    <a:pt x="4502866" y="1295848"/>
                  </a:cubicBezTo>
                  <a:cubicBezTo>
                    <a:pt x="4499598" y="1294410"/>
                    <a:pt x="4493690" y="1292849"/>
                    <a:pt x="4493690" y="1291287"/>
                  </a:cubicBezTo>
                  <a:cubicBezTo>
                    <a:pt x="4493626" y="1285781"/>
                    <a:pt x="4510220" y="1278139"/>
                    <a:pt x="4519460" y="1278139"/>
                  </a:cubicBezTo>
                  <a:cubicBezTo>
                    <a:pt x="4521031" y="1278139"/>
                    <a:pt x="4522352" y="1278345"/>
                    <a:pt x="4523357" y="1278838"/>
                  </a:cubicBezTo>
                  <a:cubicBezTo>
                    <a:pt x="4531780" y="1282741"/>
                    <a:pt x="4539511" y="1287384"/>
                    <a:pt x="4541899" y="1294985"/>
                  </a:cubicBezTo>
                  <a:cubicBezTo>
                    <a:pt x="4548813" y="1292479"/>
                    <a:pt x="4555539" y="1289274"/>
                    <a:pt x="4562831" y="1287877"/>
                  </a:cubicBezTo>
                  <a:cubicBezTo>
                    <a:pt x="4564465" y="1287548"/>
                    <a:pt x="4566099" y="1287425"/>
                    <a:pt x="4567607" y="1287425"/>
                  </a:cubicBezTo>
                  <a:cubicBezTo>
                    <a:pt x="4573705" y="1287425"/>
                    <a:pt x="4578544" y="1289931"/>
                    <a:pt x="4580241" y="1295396"/>
                  </a:cubicBezTo>
                  <a:cubicBezTo>
                    <a:pt x="4598533" y="1289521"/>
                    <a:pt x="4612361" y="1275140"/>
                    <a:pt x="4633794" y="1275140"/>
                  </a:cubicBezTo>
                  <a:cubicBezTo>
                    <a:pt x="4637691" y="1275140"/>
                    <a:pt x="4641903" y="1275633"/>
                    <a:pt x="4646365" y="1276742"/>
                  </a:cubicBezTo>
                  <a:cubicBezTo>
                    <a:pt x="4662393" y="1263389"/>
                    <a:pt x="4686781" y="1271154"/>
                    <a:pt x="4705324" y="1264334"/>
                  </a:cubicBezTo>
                  <a:cubicBezTo>
                    <a:pt x="4725815" y="1256815"/>
                    <a:pt x="4746180" y="1249090"/>
                    <a:pt x="4766545" y="1241407"/>
                  </a:cubicBezTo>
                  <a:cubicBezTo>
                    <a:pt x="4773899" y="1238654"/>
                    <a:pt x="4781378" y="1235983"/>
                    <a:pt x="4788418" y="1232819"/>
                  </a:cubicBezTo>
                  <a:cubicBezTo>
                    <a:pt x="4790053" y="1232079"/>
                    <a:pt x="4791687" y="1231628"/>
                    <a:pt x="4793258" y="1231628"/>
                  </a:cubicBezTo>
                  <a:cubicBezTo>
                    <a:pt x="4795270" y="1231628"/>
                    <a:pt x="4797092" y="1232408"/>
                    <a:pt x="4798350" y="1234504"/>
                  </a:cubicBezTo>
                  <a:cubicBezTo>
                    <a:pt x="4809223" y="1252418"/>
                    <a:pt x="4846749" y="1243420"/>
                    <a:pt x="4855045" y="1264950"/>
                  </a:cubicBezTo>
                  <a:cubicBezTo>
                    <a:pt x="4855925" y="1267251"/>
                    <a:pt x="4861834" y="1268401"/>
                    <a:pt x="4867931" y="1268401"/>
                  </a:cubicBezTo>
                  <a:cubicBezTo>
                    <a:pt x="4874782" y="1268401"/>
                    <a:pt x="4882010" y="1267004"/>
                    <a:pt x="4883079" y="1264292"/>
                  </a:cubicBezTo>
                  <a:cubicBezTo>
                    <a:pt x="4888925" y="1249049"/>
                    <a:pt x="4905895" y="1249706"/>
                    <a:pt x="4920981" y="1246296"/>
                  </a:cubicBezTo>
                  <a:cubicBezTo>
                    <a:pt x="4923495" y="1245721"/>
                    <a:pt x="4923180" y="1238572"/>
                    <a:pt x="4924123" y="1234504"/>
                  </a:cubicBezTo>
                  <a:cubicBezTo>
                    <a:pt x="4903695" y="1231915"/>
                    <a:pt x="4899924" y="1209810"/>
                    <a:pt x="4876856" y="1209810"/>
                  </a:cubicBezTo>
                  <a:cubicBezTo>
                    <a:pt x="4874844" y="1209810"/>
                    <a:pt x="4872708" y="1209974"/>
                    <a:pt x="4870382" y="1210344"/>
                  </a:cubicBezTo>
                  <a:cubicBezTo>
                    <a:pt x="4869879" y="1210427"/>
                    <a:pt x="4869376" y="1210467"/>
                    <a:pt x="4868936" y="1210467"/>
                  </a:cubicBezTo>
                  <a:lnTo>
                    <a:pt x="4868838" y="1210156"/>
                  </a:lnTo>
                  <a:lnTo>
                    <a:pt x="4881026" y="1209504"/>
                  </a:lnTo>
                  <a:lnTo>
                    <a:pt x="4881066" y="1208962"/>
                  </a:lnTo>
                  <a:lnTo>
                    <a:pt x="4880112" y="1208905"/>
                  </a:lnTo>
                  <a:lnTo>
                    <a:pt x="4881118" y="1208251"/>
                  </a:lnTo>
                  <a:lnTo>
                    <a:pt x="4882079" y="1195097"/>
                  </a:lnTo>
                  <a:cubicBezTo>
                    <a:pt x="4886506" y="1190430"/>
                    <a:pt x="4895709" y="1194457"/>
                    <a:pt x="4893651" y="1200104"/>
                  </a:cubicBezTo>
                  <a:lnTo>
                    <a:pt x="4881118" y="1208251"/>
                  </a:lnTo>
                  <a:lnTo>
                    <a:pt x="4881066" y="1208962"/>
                  </a:lnTo>
                  <a:lnTo>
                    <a:pt x="4951892" y="1213142"/>
                  </a:lnTo>
                  <a:cubicBezTo>
                    <a:pt x="4988656" y="1213701"/>
                    <a:pt x="5034838" y="1213546"/>
                    <a:pt x="5080177" y="1213090"/>
                  </a:cubicBezTo>
                  <a:lnTo>
                    <a:pt x="5173368" y="1211688"/>
                  </a:lnTo>
                  <a:lnTo>
                    <a:pt x="5187676" y="1221479"/>
                  </a:lnTo>
                  <a:cubicBezTo>
                    <a:pt x="5188179" y="1221479"/>
                    <a:pt x="5188745" y="1221479"/>
                    <a:pt x="5189248" y="1221479"/>
                  </a:cubicBezTo>
                  <a:cubicBezTo>
                    <a:pt x="5200436" y="1221479"/>
                    <a:pt x="5208795" y="1217452"/>
                    <a:pt x="5214893" y="1211413"/>
                  </a:cubicBezTo>
                  <a:lnTo>
                    <a:pt x="5215216" y="1210994"/>
                  </a:lnTo>
                  <a:lnTo>
                    <a:pt x="5243887" y="1210409"/>
                  </a:lnTo>
                  <a:cubicBezTo>
                    <a:pt x="5253750" y="1210197"/>
                    <a:pt x="5259555" y="1210065"/>
                    <a:pt x="5260019" y="1210065"/>
                  </a:cubicBezTo>
                  <a:lnTo>
                    <a:pt x="5265338" y="1206933"/>
                  </a:lnTo>
                  <a:lnTo>
                    <a:pt x="5271336" y="1210344"/>
                  </a:lnTo>
                  <a:cubicBezTo>
                    <a:pt x="5272720" y="1210673"/>
                    <a:pt x="5274039" y="1210837"/>
                    <a:pt x="5275296" y="1210837"/>
                  </a:cubicBezTo>
                  <a:cubicBezTo>
                    <a:pt x="5280639" y="1210837"/>
                    <a:pt x="5284536" y="1207961"/>
                    <a:pt x="5285102" y="1204222"/>
                  </a:cubicBezTo>
                  <a:lnTo>
                    <a:pt x="5285671" y="1201529"/>
                  </a:lnTo>
                  <a:lnTo>
                    <a:pt x="5292950" y="1204861"/>
                  </a:lnTo>
                  <a:cubicBezTo>
                    <a:pt x="5297128" y="1206754"/>
                    <a:pt x="5301056" y="1208176"/>
                    <a:pt x="5305012" y="1208232"/>
                  </a:cubicBezTo>
                  <a:cubicBezTo>
                    <a:pt x="5357163" y="1208868"/>
                    <a:pt x="5461894" y="1204155"/>
                    <a:pt x="5414480" y="1173744"/>
                  </a:cubicBezTo>
                  <a:lnTo>
                    <a:pt x="5442672" y="1173744"/>
                  </a:lnTo>
                  <a:lnTo>
                    <a:pt x="5443686" y="1173899"/>
                  </a:lnTo>
                  <a:lnTo>
                    <a:pt x="5444488" y="1173744"/>
                  </a:lnTo>
                  <a:lnTo>
                    <a:pt x="5492733" y="1173744"/>
                  </a:lnTo>
                  <a:lnTo>
                    <a:pt x="5506716" y="1162335"/>
                  </a:lnTo>
                  <a:lnTo>
                    <a:pt x="5518060" y="1169975"/>
                  </a:lnTo>
                  <a:cubicBezTo>
                    <a:pt x="5522428" y="1172132"/>
                    <a:pt x="5526907" y="1173406"/>
                    <a:pt x="5531684" y="1173406"/>
                  </a:cubicBezTo>
                  <a:cubicBezTo>
                    <a:pt x="5538095" y="1173406"/>
                    <a:pt x="5544947" y="1171105"/>
                    <a:pt x="5552741" y="1165600"/>
                  </a:cubicBezTo>
                  <a:cubicBezTo>
                    <a:pt x="5559780" y="1160587"/>
                    <a:pt x="5570717" y="1158121"/>
                    <a:pt x="5580460" y="1155533"/>
                  </a:cubicBezTo>
                  <a:cubicBezTo>
                    <a:pt x="5598687" y="1150644"/>
                    <a:pt x="5606481" y="1141728"/>
                    <a:pt x="5607236" y="1127470"/>
                  </a:cubicBezTo>
                  <a:cubicBezTo>
                    <a:pt x="5607739" y="1117198"/>
                    <a:pt x="5602647" y="1105981"/>
                    <a:pt x="5615344" y="1096572"/>
                  </a:cubicBezTo>
                  <a:cubicBezTo>
                    <a:pt x="5620435" y="1092792"/>
                    <a:pt x="5610944" y="1089710"/>
                    <a:pt x="5607613" y="1086588"/>
                  </a:cubicBezTo>
                  <a:cubicBezTo>
                    <a:pt x="5605350" y="1084451"/>
                    <a:pt x="5603088" y="1083588"/>
                    <a:pt x="5600699" y="1083588"/>
                  </a:cubicBezTo>
                  <a:cubicBezTo>
                    <a:pt x="5597996" y="1083588"/>
                    <a:pt x="5595231" y="1084780"/>
                    <a:pt x="5592528" y="1086670"/>
                  </a:cubicBezTo>
                  <a:cubicBezTo>
                    <a:pt x="5586116" y="1091025"/>
                    <a:pt x="5581277" y="1095791"/>
                    <a:pt x="5580648" y="1102489"/>
                  </a:cubicBezTo>
                  <a:lnTo>
                    <a:pt x="5576751" y="1105735"/>
                  </a:lnTo>
                  <a:lnTo>
                    <a:pt x="5569334" y="1100886"/>
                  </a:lnTo>
                  <a:cubicBezTo>
                    <a:pt x="5565312" y="1075617"/>
                    <a:pt x="5566820" y="1073891"/>
                    <a:pt x="5597808" y="1061483"/>
                  </a:cubicBezTo>
                  <a:cubicBezTo>
                    <a:pt x="5610630" y="1056347"/>
                    <a:pt x="5623201" y="1050841"/>
                    <a:pt x="5635458" y="1045007"/>
                  </a:cubicBezTo>
                  <a:cubicBezTo>
                    <a:pt x="5638601" y="1043527"/>
                    <a:pt x="5640109" y="1040240"/>
                    <a:pt x="5642372" y="1037775"/>
                  </a:cubicBezTo>
                  <a:cubicBezTo>
                    <a:pt x="5638601" y="1036666"/>
                    <a:pt x="5634829" y="1034817"/>
                    <a:pt x="5630995" y="1034611"/>
                  </a:cubicBezTo>
                  <a:cubicBezTo>
                    <a:pt x="5620373" y="1034077"/>
                    <a:pt x="5609687" y="1034447"/>
                    <a:pt x="5599065" y="1034118"/>
                  </a:cubicBezTo>
                  <a:cubicBezTo>
                    <a:pt x="5584922" y="1033666"/>
                    <a:pt x="5584797" y="1033461"/>
                    <a:pt x="5580899" y="1015259"/>
                  </a:cubicBezTo>
                  <a:cubicBezTo>
                    <a:pt x="5577379" y="1014068"/>
                    <a:pt x="5572540" y="1013163"/>
                    <a:pt x="5571723" y="1011315"/>
                  </a:cubicBezTo>
                  <a:cubicBezTo>
                    <a:pt x="5569271" y="1005645"/>
                    <a:pt x="5571282" y="998207"/>
                    <a:pt x="5567008" y="993770"/>
                  </a:cubicBezTo>
                  <a:cubicBezTo>
                    <a:pt x="5558335" y="984854"/>
                    <a:pt x="5556134" y="978609"/>
                    <a:pt x="5570089" y="971460"/>
                  </a:cubicBezTo>
                  <a:cubicBezTo>
                    <a:pt x="5578574" y="967104"/>
                    <a:pt x="5585048" y="960653"/>
                    <a:pt x="5592402" y="955147"/>
                  </a:cubicBezTo>
                  <a:lnTo>
                    <a:pt x="5591134" y="950491"/>
                  </a:lnTo>
                  <a:lnTo>
                    <a:pt x="5592136" y="949909"/>
                  </a:lnTo>
                  <a:lnTo>
                    <a:pt x="5600922" y="940458"/>
                  </a:lnTo>
                  <a:lnTo>
                    <a:pt x="5607424" y="939698"/>
                  </a:lnTo>
                  <a:cubicBezTo>
                    <a:pt x="5615219" y="938712"/>
                    <a:pt x="5621818" y="933617"/>
                    <a:pt x="5629550" y="931809"/>
                  </a:cubicBezTo>
                  <a:cubicBezTo>
                    <a:pt x="5643818" y="928522"/>
                    <a:pt x="5655635" y="920018"/>
                    <a:pt x="5671474" y="920018"/>
                  </a:cubicBezTo>
                  <a:cubicBezTo>
                    <a:pt x="5672919" y="920018"/>
                    <a:pt x="5674428" y="920100"/>
                    <a:pt x="5675937" y="920223"/>
                  </a:cubicBezTo>
                  <a:lnTo>
                    <a:pt x="5680777" y="917388"/>
                  </a:lnTo>
                  <a:lnTo>
                    <a:pt x="5672857" y="912416"/>
                  </a:lnTo>
                  <a:cubicBezTo>
                    <a:pt x="5645389" y="911964"/>
                    <a:pt x="5617921" y="912129"/>
                    <a:pt x="5590454" y="911677"/>
                  </a:cubicBezTo>
                  <a:lnTo>
                    <a:pt x="5585299" y="906212"/>
                  </a:lnTo>
                  <a:lnTo>
                    <a:pt x="5602711" y="890100"/>
                  </a:lnTo>
                  <a:lnTo>
                    <a:pt x="5603115" y="890023"/>
                  </a:lnTo>
                  <a:cubicBezTo>
                    <a:pt x="5603115" y="890023"/>
                    <a:pt x="5602631" y="890622"/>
                    <a:pt x="5602631" y="890622"/>
                  </a:cubicBezTo>
                  <a:lnTo>
                    <a:pt x="5609627" y="890622"/>
                  </a:lnTo>
                  <a:lnTo>
                    <a:pt x="5609143" y="890023"/>
                  </a:lnTo>
                  <a:lnTo>
                    <a:pt x="5653598" y="883028"/>
                  </a:lnTo>
                  <a:lnTo>
                    <a:pt x="5633039" y="879437"/>
                  </a:lnTo>
                  <a:lnTo>
                    <a:pt x="5630294" y="875622"/>
                  </a:lnTo>
                  <a:lnTo>
                    <a:pt x="5632330" y="874881"/>
                  </a:lnTo>
                  <a:lnTo>
                    <a:pt x="5637909" y="875067"/>
                  </a:lnTo>
                  <a:cubicBezTo>
                    <a:pt x="5642183" y="875067"/>
                    <a:pt x="5646584" y="874698"/>
                    <a:pt x="5650354" y="873629"/>
                  </a:cubicBezTo>
                  <a:lnTo>
                    <a:pt x="5650089" y="868419"/>
                  </a:lnTo>
                  <a:lnTo>
                    <a:pt x="5651983" y="867730"/>
                  </a:lnTo>
                  <a:lnTo>
                    <a:pt x="5649999" y="866648"/>
                  </a:lnTo>
                  <a:lnTo>
                    <a:pt x="5649852" y="863768"/>
                  </a:lnTo>
                  <a:cubicBezTo>
                    <a:pt x="5648155" y="861221"/>
                    <a:pt x="5646709" y="858550"/>
                    <a:pt x="5645138" y="855921"/>
                  </a:cubicBezTo>
                  <a:cubicBezTo>
                    <a:pt x="5638915" y="853085"/>
                    <a:pt x="5632818" y="848853"/>
                    <a:pt x="5626281" y="848401"/>
                  </a:cubicBezTo>
                  <a:cubicBezTo>
                    <a:pt x="5607550" y="847087"/>
                    <a:pt x="5606481" y="838212"/>
                    <a:pt x="5606419" y="828268"/>
                  </a:cubicBezTo>
                  <a:cubicBezTo>
                    <a:pt x="5604533" y="828063"/>
                    <a:pt x="5602710" y="827981"/>
                    <a:pt x="5601013" y="827981"/>
                  </a:cubicBezTo>
                  <a:lnTo>
                    <a:pt x="5596520" y="829005"/>
                  </a:lnTo>
                  <a:lnTo>
                    <a:pt x="5602375" y="824279"/>
                  </a:lnTo>
                  <a:cubicBezTo>
                    <a:pt x="5614929" y="818207"/>
                    <a:pt x="5628572" y="822029"/>
                    <a:pt x="5641488" y="824526"/>
                  </a:cubicBezTo>
                  <a:cubicBezTo>
                    <a:pt x="5655374" y="815886"/>
                    <a:pt x="5661294" y="800325"/>
                    <a:pt x="5680776" y="800587"/>
                  </a:cubicBezTo>
                  <a:cubicBezTo>
                    <a:pt x="5679673" y="800306"/>
                    <a:pt x="5652252" y="793723"/>
                    <a:pt x="5624865" y="787018"/>
                  </a:cubicBezTo>
                  <a:lnTo>
                    <a:pt x="5621909" y="786284"/>
                  </a:lnTo>
                  <a:lnTo>
                    <a:pt x="5629650" y="784105"/>
                  </a:lnTo>
                  <a:cubicBezTo>
                    <a:pt x="5634655" y="780351"/>
                    <a:pt x="5637609" y="774896"/>
                    <a:pt x="5637986" y="768097"/>
                  </a:cubicBezTo>
                  <a:cubicBezTo>
                    <a:pt x="5638867" y="752196"/>
                    <a:pt x="5639056" y="749730"/>
                    <a:pt x="5620890" y="749114"/>
                  </a:cubicBezTo>
                  <a:cubicBezTo>
                    <a:pt x="5605742" y="748580"/>
                    <a:pt x="5596816" y="738801"/>
                    <a:pt x="5582297" y="738801"/>
                  </a:cubicBezTo>
                  <a:cubicBezTo>
                    <a:pt x="5581354" y="738801"/>
                    <a:pt x="5580412" y="738842"/>
                    <a:pt x="5579469" y="738924"/>
                  </a:cubicBezTo>
                  <a:lnTo>
                    <a:pt x="5569332" y="739329"/>
                  </a:lnTo>
                  <a:lnTo>
                    <a:pt x="5585786" y="731985"/>
                  </a:lnTo>
                  <a:cubicBezTo>
                    <a:pt x="5581265" y="705914"/>
                    <a:pt x="5558930" y="726449"/>
                    <a:pt x="5546229" y="697684"/>
                  </a:cubicBezTo>
                  <a:cubicBezTo>
                    <a:pt x="5568349" y="698301"/>
                    <a:pt x="5586351" y="689513"/>
                    <a:pt x="5605822" y="686848"/>
                  </a:cubicBezTo>
                  <a:lnTo>
                    <a:pt x="5625283" y="686801"/>
                  </a:lnTo>
                  <a:lnTo>
                    <a:pt x="5622060" y="672024"/>
                  </a:lnTo>
                  <a:lnTo>
                    <a:pt x="5602416" y="666638"/>
                  </a:lnTo>
                  <a:cubicBezTo>
                    <a:pt x="5598074" y="654642"/>
                    <a:pt x="5598182" y="645167"/>
                    <a:pt x="5602738" y="638210"/>
                  </a:cubicBezTo>
                  <a:lnTo>
                    <a:pt x="5603546" y="638771"/>
                  </a:lnTo>
                  <a:lnTo>
                    <a:pt x="5598793" y="634031"/>
                  </a:lnTo>
                  <a:lnTo>
                    <a:pt x="5598002" y="634132"/>
                  </a:lnTo>
                  <a:lnTo>
                    <a:pt x="5597088" y="633347"/>
                  </a:lnTo>
                  <a:lnTo>
                    <a:pt x="5598595" y="633833"/>
                  </a:lnTo>
                  <a:lnTo>
                    <a:pt x="5598793" y="634031"/>
                  </a:lnTo>
                  <a:lnTo>
                    <a:pt x="5602913" y="633500"/>
                  </a:lnTo>
                  <a:lnTo>
                    <a:pt x="5600425" y="622163"/>
                  </a:lnTo>
                  <a:cubicBezTo>
                    <a:pt x="5592136" y="615766"/>
                    <a:pt x="5582718" y="609856"/>
                    <a:pt x="5569210" y="612288"/>
                  </a:cubicBezTo>
                  <a:cubicBezTo>
                    <a:pt x="5554006" y="615000"/>
                    <a:pt x="5539098" y="614027"/>
                    <a:pt x="5524244" y="612311"/>
                  </a:cubicBezTo>
                  <a:lnTo>
                    <a:pt x="5497694" y="609672"/>
                  </a:lnTo>
                  <a:lnTo>
                    <a:pt x="5502030" y="608265"/>
                  </a:lnTo>
                  <a:cubicBezTo>
                    <a:pt x="5512339" y="608224"/>
                    <a:pt x="5522647" y="607402"/>
                    <a:pt x="5532956" y="607402"/>
                  </a:cubicBezTo>
                  <a:cubicBezTo>
                    <a:pt x="5535406" y="607402"/>
                    <a:pt x="5537858" y="607443"/>
                    <a:pt x="5540309" y="607566"/>
                  </a:cubicBezTo>
                  <a:cubicBezTo>
                    <a:pt x="5541252" y="607648"/>
                    <a:pt x="5542132" y="607648"/>
                    <a:pt x="5543012" y="607648"/>
                  </a:cubicBezTo>
                  <a:cubicBezTo>
                    <a:pt x="5553572" y="607648"/>
                    <a:pt x="5561680" y="604567"/>
                    <a:pt x="5568091" y="598732"/>
                  </a:cubicBezTo>
                  <a:cubicBezTo>
                    <a:pt x="5575571" y="591994"/>
                    <a:pt x="5583240" y="589200"/>
                    <a:pt x="5591914" y="589200"/>
                  </a:cubicBezTo>
                  <a:cubicBezTo>
                    <a:pt x="5598325" y="589200"/>
                    <a:pt x="5605302" y="590720"/>
                    <a:pt x="5613033" y="593350"/>
                  </a:cubicBezTo>
                  <a:cubicBezTo>
                    <a:pt x="5627741" y="598280"/>
                    <a:pt x="5640689" y="607813"/>
                    <a:pt x="5658163" y="607813"/>
                  </a:cubicBezTo>
                  <a:cubicBezTo>
                    <a:pt x="5659860" y="607813"/>
                    <a:pt x="5661683" y="607731"/>
                    <a:pt x="5663569" y="607525"/>
                  </a:cubicBezTo>
                  <a:cubicBezTo>
                    <a:pt x="5663631" y="597582"/>
                    <a:pt x="5664700" y="588707"/>
                    <a:pt x="5683431" y="587392"/>
                  </a:cubicBezTo>
                  <a:cubicBezTo>
                    <a:pt x="5689968" y="586940"/>
                    <a:pt x="5696065" y="582708"/>
                    <a:pt x="5702288" y="579873"/>
                  </a:cubicBezTo>
                  <a:cubicBezTo>
                    <a:pt x="5703859" y="577243"/>
                    <a:pt x="5705305" y="574573"/>
                    <a:pt x="5707002" y="572025"/>
                  </a:cubicBezTo>
                  <a:cubicBezTo>
                    <a:pt x="5709201" y="568697"/>
                    <a:pt x="5717813" y="565122"/>
                    <a:pt x="5707504" y="562164"/>
                  </a:cubicBezTo>
                  <a:cubicBezTo>
                    <a:pt x="5703734" y="561096"/>
                    <a:pt x="5699333" y="560726"/>
                    <a:pt x="5695059" y="560726"/>
                  </a:cubicBezTo>
                  <a:cubicBezTo>
                    <a:pt x="5692985" y="560726"/>
                    <a:pt x="5690911" y="560808"/>
                    <a:pt x="5688900" y="560932"/>
                  </a:cubicBezTo>
                  <a:cubicBezTo>
                    <a:pt x="5687202" y="561055"/>
                    <a:pt x="5685568" y="561096"/>
                    <a:pt x="5683997" y="561096"/>
                  </a:cubicBezTo>
                  <a:cubicBezTo>
                    <a:pt x="5672557" y="561096"/>
                    <a:pt x="5665517" y="557727"/>
                    <a:pt x="5661809" y="547496"/>
                  </a:cubicBezTo>
                  <a:cubicBezTo>
                    <a:pt x="5659421" y="540799"/>
                    <a:pt x="5648735" y="535745"/>
                    <a:pt x="5642449" y="529581"/>
                  </a:cubicBezTo>
                  <a:lnTo>
                    <a:pt x="5647604" y="524117"/>
                  </a:lnTo>
                  <a:cubicBezTo>
                    <a:pt x="5675071" y="523665"/>
                    <a:pt x="5702539" y="523829"/>
                    <a:pt x="5730007" y="523377"/>
                  </a:cubicBezTo>
                  <a:lnTo>
                    <a:pt x="5737927" y="518406"/>
                  </a:lnTo>
                  <a:lnTo>
                    <a:pt x="5733087" y="515571"/>
                  </a:lnTo>
                  <a:cubicBezTo>
                    <a:pt x="5731578" y="515694"/>
                    <a:pt x="5730069" y="515776"/>
                    <a:pt x="5728624" y="515776"/>
                  </a:cubicBezTo>
                  <a:cubicBezTo>
                    <a:pt x="5712785" y="515776"/>
                    <a:pt x="5700968" y="507271"/>
                    <a:pt x="5686700" y="503984"/>
                  </a:cubicBezTo>
                  <a:cubicBezTo>
                    <a:pt x="5678968" y="502176"/>
                    <a:pt x="5672369" y="497081"/>
                    <a:pt x="5664574" y="496095"/>
                  </a:cubicBezTo>
                  <a:cubicBezTo>
                    <a:pt x="5651312" y="494410"/>
                    <a:pt x="5633147" y="497122"/>
                    <a:pt x="5649552" y="480646"/>
                  </a:cubicBezTo>
                  <a:cubicBezTo>
                    <a:pt x="5642198" y="475140"/>
                    <a:pt x="5635724" y="468689"/>
                    <a:pt x="5627239" y="464334"/>
                  </a:cubicBezTo>
                  <a:cubicBezTo>
                    <a:pt x="5613284" y="457185"/>
                    <a:pt x="5615485" y="450939"/>
                    <a:pt x="5624158" y="442024"/>
                  </a:cubicBezTo>
                  <a:cubicBezTo>
                    <a:pt x="5628432" y="437586"/>
                    <a:pt x="5626421" y="430149"/>
                    <a:pt x="5628873" y="424479"/>
                  </a:cubicBezTo>
                  <a:cubicBezTo>
                    <a:pt x="5629690" y="422630"/>
                    <a:pt x="5634529" y="421726"/>
                    <a:pt x="5638049" y="420534"/>
                  </a:cubicBezTo>
                  <a:cubicBezTo>
                    <a:pt x="5641947" y="402332"/>
                    <a:pt x="5642072" y="402127"/>
                    <a:pt x="5656215" y="401675"/>
                  </a:cubicBezTo>
                  <a:cubicBezTo>
                    <a:pt x="5666837" y="401346"/>
                    <a:pt x="5677523" y="401716"/>
                    <a:pt x="5688145" y="401182"/>
                  </a:cubicBezTo>
                  <a:cubicBezTo>
                    <a:pt x="5691979" y="400977"/>
                    <a:pt x="5695751" y="399128"/>
                    <a:pt x="5699522" y="398018"/>
                  </a:cubicBezTo>
                  <a:cubicBezTo>
                    <a:pt x="5697259" y="395553"/>
                    <a:pt x="5695751" y="392266"/>
                    <a:pt x="5692608" y="390787"/>
                  </a:cubicBezTo>
                  <a:cubicBezTo>
                    <a:pt x="5680351" y="384952"/>
                    <a:pt x="5667780" y="379447"/>
                    <a:pt x="5654958" y="374311"/>
                  </a:cubicBezTo>
                  <a:cubicBezTo>
                    <a:pt x="5623970" y="361902"/>
                    <a:pt x="5622462" y="360177"/>
                    <a:pt x="5626484" y="334907"/>
                  </a:cubicBezTo>
                  <a:lnTo>
                    <a:pt x="5633901" y="330059"/>
                  </a:lnTo>
                  <a:lnTo>
                    <a:pt x="5637798" y="333305"/>
                  </a:lnTo>
                  <a:cubicBezTo>
                    <a:pt x="5638427" y="340002"/>
                    <a:pt x="5643266" y="344768"/>
                    <a:pt x="5649678" y="349124"/>
                  </a:cubicBezTo>
                  <a:cubicBezTo>
                    <a:pt x="5652381" y="351014"/>
                    <a:pt x="5655146" y="352205"/>
                    <a:pt x="5657849" y="352205"/>
                  </a:cubicBezTo>
                  <a:cubicBezTo>
                    <a:pt x="5660238" y="352205"/>
                    <a:pt x="5662500" y="351343"/>
                    <a:pt x="5664763" y="349206"/>
                  </a:cubicBezTo>
                  <a:cubicBezTo>
                    <a:pt x="5668094" y="346083"/>
                    <a:pt x="5677585" y="343002"/>
                    <a:pt x="5672494" y="339222"/>
                  </a:cubicBezTo>
                  <a:cubicBezTo>
                    <a:pt x="5659797" y="329812"/>
                    <a:pt x="5664889" y="318596"/>
                    <a:pt x="5664386" y="308323"/>
                  </a:cubicBezTo>
                  <a:cubicBezTo>
                    <a:pt x="5663631" y="294066"/>
                    <a:pt x="5655837" y="285150"/>
                    <a:pt x="5637610" y="280260"/>
                  </a:cubicBezTo>
                  <a:cubicBezTo>
                    <a:pt x="5627867" y="277672"/>
                    <a:pt x="5616930" y="275207"/>
                    <a:pt x="5609891" y="270194"/>
                  </a:cubicBezTo>
                  <a:cubicBezTo>
                    <a:pt x="5602097" y="264688"/>
                    <a:pt x="5595245" y="262387"/>
                    <a:pt x="5588834" y="262387"/>
                  </a:cubicBezTo>
                  <a:cubicBezTo>
                    <a:pt x="5584057" y="262387"/>
                    <a:pt x="5579578" y="263661"/>
                    <a:pt x="5575210" y="265818"/>
                  </a:cubicBezTo>
                  <a:lnTo>
                    <a:pt x="5564880" y="272775"/>
                  </a:lnTo>
                  <a:lnTo>
                    <a:pt x="5559414" y="271711"/>
                  </a:lnTo>
                  <a:lnTo>
                    <a:pt x="5564904" y="255214"/>
                  </a:lnTo>
                  <a:lnTo>
                    <a:pt x="5550858" y="251137"/>
                  </a:lnTo>
                  <a:lnTo>
                    <a:pt x="5551180" y="249080"/>
                  </a:lnTo>
                  <a:lnTo>
                    <a:pt x="5607206" y="251736"/>
                  </a:lnTo>
                  <a:cubicBezTo>
                    <a:pt x="5602954" y="230751"/>
                    <a:pt x="5486544" y="267932"/>
                    <a:pt x="5474165" y="220801"/>
                  </a:cubicBezTo>
                  <a:cubicBezTo>
                    <a:pt x="5520019" y="217472"/>
                    <a:pt x="5499891" y="217772"/>
                    <a:pt x="5546713" y="223046"/>
                  </a:cubicBezTo>
                  <a:cubicBezTo>
                    <a:pt x="5547628" y="223158"/>
                    <a:pt x="5548758" y="222260"/>
                    <a:pt x="5552041" y="220839"/>
                  </a:cubicBezTo>
                  <a:lnTo>
                    <a:pt x="5525939" y="216238"/>
                  </a:lnTo>
                  <a:lnTo>
                    <a:pt x="5528038" y="200640"/>
                  </a:lnTo>
                  <a:lnTo>
                    <a:pt x="5472604" y="200640"/>
                  </a:lnTo>
                  <a:lnTo>
                    <a:pt x="5485844" y="179843"/>
                  </a:lnTo>
                  <a:cubicBezTo>
                    <a:pt x="5433102" y="182237"/>
                    <a:pt x="5449839" y="172137"/>
                    <a:pt x="5329500" y="165741"/>
                  </a:cubicBezTo>
                  <a:cubicBezTo>
                    <a:pt x="5310448" y="164731"/>
                    <a:pt x="5296132" y="175915"/>
                    <a:pt x="5269438" y="163459"/>
                  </a:cubicBezTo>
                  <a:cubicBezTo>
                    <a:pt x="5219622" y="140244"/>
                    <a:pt x="4900900" y="142497"/>
                    <a:pt x="4657932" y="141004"/>
                  </a:cubicBezTo>
                  <a:lnTo>
                    <a:pt x="4638167" y="140771"/>
                  </a:lnTo>
                  <a:lnTo>
                    <a:pt x="4637391" y="140397"/>
                  </a:lnTo>
                  <a:lnTo>
                    <a:pt x="4636823" y="140755"/>
                  </a:lnTo>
                  <a:lnTo>
                    <a:pt x="4560241" y="139853"/>
                  </a:lnTo>
                  <a:lnTo>
                    <a:pt x="4570828" y="135467"/>
                  </a:lnTo>
                  <a:lnTo>
                    <a:pt x="4566805" y="132549"/>
                  </a:lnTo>
                  <a:cubicBezTo>
                    <a:pt x="4553165" y="129304"/>
                    <a:pt x="4538583" y="128975"/>
                    <a:pt x="4525886" y="122196"/>
                  </a:cubicBezTo>
                  <a:cubicBezTo>
                    <a:pt x="4524377" y="121415"/>
                    <a:pt x="4522932" y="121086"/>
                    <a:pt x="4521486" y="121086"/>
                  </a:cubicBezTo>
                  <a:cubicBezTo>
                    <a:pt x="4515577" y="121086"/>
                    <a:pt x="4509732" y="126345"/>
                    <a:pt x="4503887" y="128482"/>
                  </a:cubicBezTo>
                  <a:cubicBezTo>
                    <a:pt x="4501058" y="129468"/>
                    <a:pt x="4498167" y="129961"/>
                    <a:pt x="4495526" y="129961"/>
                  </a:cubicBezTo>
                  <a:cubicBezTo>
                    <a:pt x="4489241" y="129961"/>
                    <a:pt x="4484276" y="127332"/>
                    <a:pt x="4484779" y="122894"/>
                  </a:cubicBezTo>
                  <a:cubicBezTo>
                    <a:pt x="4486161" y="110855"/>
                    <a:pt x="4473339" y="103295"/>
                    <a:pt x="4470762" y="93064"/>
                  </a:cubicBezTo>
                  <a:cubicBezTo>
                    <a:pt x="4469442" y="87682"/>
                    <a:pt x="4467242" y="85915"/>
                    <a:pt x="4464539" y="85915"/>
                  </a:cubicBezTo>
                  <a:cubicBezTo>
                    <a:pt x="4461585" y="85915"/>
                    <a:pt x="4458065" y="88011"/>
                    <a:pt x="4454357" y="89859"/>
                  </a:cubicBezTo>
                  <a:cubicBezTo>
                    <a:pt x="4453099" y="90476"/>
                    <a:pt x="4451842" y="90805"/>
                    <a:pt x="4450648" y="90805"/>
                  </a:cubicBezTo>
                  <a:cubicBezTo>
                    <a:pt x="4448196" y="90805"/>
                    <a:pt x="4446248" y="89490"/>
                    <a:pt x="4445682" y="86778"/>
                  </a:cubicBezTo>
                  <a:cubicBezTo>
                    <a:pt x="4443797" y="77328"/>
                    <a:pt x="4436191" y="73958"/>
                    <a:pt x="4424249" y="73958"/>
                  </a:cubicBezTo>
                  <a:cubicBezTo>
                    <a:pt x="4424123" y="73958"/>
                    <a:pt x="4423935" y="73958"/>
                    <a:pt x="4423809" y="73958"/>
                  </a:cubicBezTo>
                  <a:cubicBezTo>
                    <a:pt x="4420855" y="73958"/>
                    <a:pt x="4417963" y="73958"/>
                    <a:pt x="4415071" y="73958"/>
                  </a:cubicBezTo>
                  <a:cubicBezTo>
                    <a:pt x="4411237" y="73958"/>
                    <a:pt x="4407466" y="73958"/>
                    <a:pt x="4403632" y="73958"/>
                  </a:cubicBezTo>
                  <a:cubicBezTo>
                    <a:pt x="4399672" y="73958"/>
                    <a:pt x="4395713" y="73958"/>
                    <a:pt x="4391753" y="73958"/>
                  </a:cubicBezTo>
                  <a:cubicBezTo>
                    <a:pt x="4385404" y="73958"/>
                    <a:pt x="4378993" y="73999"/>
                    <a:pt x="4372581" y="74123"/>
                  </a:cubicBezTo>
                  <a:cubicBezTo>
                    <a:pt x="4369627" y="74164"/>
                    <a:pt x="4366736" y="74246"/>
                    <a:pt x="4363907" y="74246"/>
                  </a:cubicBezTo>
                  <a:cubicBezTo>
                    <a:pt x="4354165" y="74246"/>
                    <a:pt x="4344862" y="73301"/>
                    <a:pt x="4336817" y="67549"/>
                  </a:cubicBezTo>
                  <a:lnTo>
                    <a:pt x="4325315" y="66029"/>
                  </a:lnTo>
                  <a:cubicBezTo>
                    <a:pt x="4319406" y="71329"/>
                    <a:pt x="4313120" y="72972"/>
                    <a:pt x="4306772" y="72972"/>
                  </a:cubicBezTo>
                  <a:cubicBezTo>
                    <a:pt x="4298098" y="72972"/>
                    <a:pt x="4289235" y="69891"/>
                    <a:pt x="4280498" y="68658"/>
                  </a:cubicBezTo>
                  <a:cubicBezTo>
                    <a:pt x="4271133" y="73219"/>
                    <a:pt x="4261956" y="75356"/>
                    <a:pt x="4252779" y="75356"/>
                  </a:cubicBezTo>
                  <a:cubicBezTo>
                    <a:pt x="4242408" y="75356"/>
                    <a:pt x="4232036" y="72603"/>
                    <a:pt x="4221477" y="67590"/>
                  </a:cubicBezTo>
                  <a:cubicBezTo>
                    <a:pt x="4217266" y="65576"/>
                    <a:pt x="4213180" y="64796"/>
                    <a:pt x="4209094" y="64796"/>
                  </a:cubicBezTo>
                  <a:cubicBezTo>
                    <a:pt x="4201615" y="64796"/>
                    <a:pt x="4194135" y="67467"/>
                    <a:pt x="4186152" y="70178"/>
                  </a:cubicBezTo>
                  <a:cubicBezTo>
                    <a:pt x="4164341" y="77615"/>
                    <a:pt x="4163524" y="76465"/>
                    <a:pt x="4162581" y="86326"/>
                  </a:cubicBezTo>
                  <a:cubicBezTo>
                    <a:pt x="4162267" y="89448"/>
                    <a:pt x="4163336" y="92900"/>
                    <a:pt x="4161764" y="95571"/>
                  </a:cubicBezTo>
                  <a:cubicBezTo>
                    <a:pt x="4160382" y="97954"/>
                    <a:pt x="4156673" y="100583"/>
                    <a:pt x="4153341" y="101200"/>
                  </a:cubicBezTo>
                  <a:cubicBezTo>
                    <a:pt x="4152148" y="101405"/>
                    <a:pt x="4150890" y="101528"/>
                    <a:pt x="4149633" y="101528"/>
                  </a:cubicBezTo>
                  <a:cubicBezTo>
                    <a:pt x="4144353" y="101528"/>
                    <a:pt x="4139450" y="99515"/>
                    <a:pt x="4138382" y="95653"/>
                  </a:cubicBezTo>
                  <a:cubicBezTo>
                    <a:pt x="4136308" y="88216"/>
                    <a:pt x="4138193" y="80163"/>
                    <a:pt x="4129331" y="74164"/>
                  </a:cubicBezTo>
                  <a:cubicBezTo>
                    <a:pt x="4125308" y="71452"/>
                    <a:pt x="4121662" y="68165"/>
                    <a:pt x="4117011" y="68165"/>
                  </a:cubicBezTo>
                  <a:cubicBezTo>
                    <a:pt x="4114748" y="68165"/>
                    <a:pt x="4112172" y="68987"/>
                    <a:pt x="4109217" y="71082"/>
                  </a:cubicBezTo>
                  <a:cubicBezTo>
                    <a:pt x="4107709" y="72110"/>
                    <a:pt x="4106326" y="72520"/>
                    <a:pt x="4104943" y="72520"/>
                  </a:cubicBezTo>
                  <a:cubicBezTo>
                    <a:pt x="4102491" y="72520"/>
                    <a:pt x="4100166" y="71288"/>
                    <a:pt x="4097777" y="70055"/>
                  </a:cubicBezTo>
                  <a:cubicBezTo>
                    <a:pt x="4095389" y="68822"/>
                    <a:pt x="4092937" y="67590"/>
                    <a:pt x="4090235" y="67590"/>
                  </a:cubicBezTo>
                  <a:cubicBezTo>
                    <a:pt x="4088160" y="67590"/>
                    <a:pt x="4085960" y="68329"/>
                    <a:pt x="4083509" y="70384"/>
                  </a:cubicBezTo>
                  <a:cubicBezTo>
                    <a:pt x="4080429" y="73013"/>
                    <a:pt x="4077098" y="73999"/>
                    <a:pt x="4073704" y="73999"/>
                  </a:cubicBezTo>
                  <a:cubicBezTo>
                    <a:pt x="4067544" y="73999"/>
                    <a:pt x="4061196" y="70754"/>
                    <a:pt x="4055287" y="68083"/>
                  </a:cubicBezTo>
                  <a:cubicBezTo>
                    <a:pt x="4055287" y="68083"/>
                    <a:pt x="4047430" y="72027"/>
                    <a:pt x="4047430" y="72027"/>
                  </a:cubicBezTo>
                  <a:lnTo>
                    <a:pt x="4047430" y="76547"/>
                  </a:lnTo>
                  <a:cubicBezTo>
                    <a:pt x="4046299" y="80944"/>
                    <a:pt x="4046613" y="87969"/>
                    <a:pt x="4043219" y="89161"/>
                  </a:cubicBezTo>
                  <a:cubicBezTo>
                    <a:pt x="4041647" y="89695"/>
                    <a:pt x="4040264" y="89941"/>
                    <a:pt x="4038945" y="89941"/>
                  </a:cubicBezTo>
                  <a:cubicBezTo>
                    <a:pt x="4032534" y="89941"/>
                    <a:pt x="4029014" y="84025"/>
                    <a:pt x="4024928" y="80861"/>
                  </a:cubicBezTo>
                  <a:cubicBezTo>
                    <a:pt x="4021282" y="78067"/>
                    <a:pt x="4018391" y="76958"/>
                    <a:pt x="4015312" y="76958"/>
                  </a:cubicBezTo>
                  <a:cubicBezTo>
                    <a:pt x="4012106" y="76958"/>
                    <a:pt x="4008649" y="78191"/>
                    <a:pt x="4004123" y="79916"/>
                  </a:cubicBezTo>
                  <a:cubicBezTo>
                    <a:pt x="4002866" y="80409"/>
                    <a:pt x="4001609" y="80615"/>
                    <a:pt x="4000352" y="80615"/>
                  </a:cubicBezTo>
                  <a:cubicBezTo>
                    <a:pt x="3993877" y="80615"/>
                    <a:pt x="3988535" y="74410"/>
                    <a:pt x="3987152" y="70302"/>
                  </a:cubicBezTo>
                  <a:cubicBezTo>
                    <a:pt x="3985518" y="65494"/>
                    <a:pt x="3994820" y="65659"/>
                    <a:pt x="4000163" y="64549"/>
                  </a:cubicBezTo>
                  <a:lnTo>
                    <a:pt x="4004688" y="61427"/>
                  </a:lnTo>
                  <a:lnTo>
                    <a:pt x="4002866" y="58592"/>
                  </a:lnTo>
                  <a:lnTo>
                    <a:pt x="3997586" y="56414"/>
                  </a:lnTo>
                  <a:cubicBezTo>
                    <a:pt x="3994317" y="56742"/>
                    <a:pt x="3991112" y="56907"/>
                    <a:pt x="3987907" y="56907"/>
                  </a:cubicBezTo>
                  <a:cubicBezTo>
                    <a:pt x="3974895" y="56907"/>
                    <a:pt x="3962450" y="54236"/>
                    <a:pt x="3950005" y="51607"/>
                  </a:cubicBezTo>
                  <a:cubicBezTo>
                    <a:pt x="3937496" y="48936"/>
                    <a:pt x="3925051" y="46306"/>
                    <a:pt x="3912040" y="46306"/>
                  </a:cubicBezTo>
                  <a:cubicBezTo>
                    <a:pt x="3911662" y="46306"/>
                    <a:pt x="3911286" y="46306"/>
                    <a:pt x="3910908" y="46306"/>
                  </a:cubicBezTo>
                  <a:cubicBezTo>
                    <a:pt x="3907514" y="46347"/>
                    <a:pt x="3904057" y="46347"/>
                    <a:pt x="3900663" y="46347"/>
                  </a:cubicBezTo>
                  <a:cubicBezTo>
                    <a:pt x="3896137" y="46347"/>
                    <a:pt x="3891675" y="46306"/>
                    <a:pt x="3887212" y="46306"/>
                  </a:cubicBezTo>
                  <a:cubicBezTo>
                    <a:pt x="3882749" y="46265"/>
                    <a:pt x="3878223" y="46265"/>
                    <a:pt x="3873760" y="46265"/>
                  </a:cubicBezTo>
                  <a:cubicBezTo>
                    <a:pt x="3866909" y="46265"/>
                    <a:pt x="3860121" y="46306"/>
                    <a:pt x="3853333" y="46512"/>
                  </a:cubicBezTo>
                  <a:cubicBezTo>
                    <a:pt x="3845224" y="46758"/>
                    <a:pt x="3835922" y="47539"/>
                    <a:pt x="3829511" y="50703"/>
                  </a:cubicBezTo>
                  <a:cubicBezTo>
                    <a:pt x="3821402" y="54647"/>
                    <a:pt x="3813168" y="55674"/>
                    <a:pt x="3804808" y="55674"/>
                  </a:cubicBezTo>
                  <a:cubicBezTo>
                    <a:pt x="3800471" y="55674"/>
                    <a:pt x="3796071" y="55387"/>
                    <a:pt x="3791672" y="55099"/>
                  </a:cubicBezTo>
                  <a:cubicBezTo>
                    <a:pt x="3787209" y="54812"/>
                    <a:pt x="3782872" y="54524"/>
                    <a:pt x="3778472" y="54524"/>
                  </a:cubicBezTo>
                  <a:cubicBezTo>
                    <a:pt x="3776838" y="54524"/>
                    <a:pt x="3775267" y="54565"/>
                    <a:pt x="3773695" y="54647"/>
                  </a:cubicBezTo>
                  <a:cubicBezTo>
                    <a:pt x="3758547" y="42773"/>
                    <a:pt x="3737616" y="47703"/>
                    <a:pt x="3719451" y="44704"/>
                  </a:cubicBezTo>
                  <a:cubicBezTo>
                    <a:pt x="3715491" y="44046"/>
                    <a:pt x="3711091" y="39732"/>
                    <a:pt x="3707194" y="39732"/>
                  </a:cubicBezTo>
                  <a:cubicBezTo>
                    <a:pt x="3705119" y="39732"/>
                    <a:pt x="3703171" y="41006"/>
                    <a:pt x="3701474" y="44745"/>
                  </a:cubicBezTo>
                  <a:cubicBezTo>
                    <a:pt x="3700028" y="47950"/>
                    <a:pt x="3704303" y="53332"/>
                    <a:pt x="3707823" y="56660"/>
                  </a:cubicBezTo>
                  <a:cubicBezTo>
                    <a:pt x="3711720" y="60276"/>
                    <a:pt x="3712474" y="62947"/>
                    <a:pt x="3706502" y="63317"/>
                  </a:cubicBezTo>
                  <a:cubicBezTo>
                    <a:pt x="3696760" y="63933"/>
                    <a:pt x="3686703" y="65124"/>
                    <a:pt x="3676961" y="65124"/>
                  </a:cubicBezTo>
                  <a:cubicBezTo>
                    <a:pt x="3672058" y="65124"/>
                    <a:pt x="3667218" y="64837"/>
                    <a:pt x="3662567" y="63974"/>
                  </a:cubicBezTo>
                  <a:cubicBezTo>
                    <a:pt x="3654709" y="62536"/>
                    <a:pt x="3647670" y="61221"/>
                    <a:pt x="3640441" y="61221"/>
                  </a:cubicBezTo>
                  <a:cubicBezTo>
                    <a:pt x="3634973" y="61221"/>
                    <a:pt x="3629442" y="62002"/>
                    <a:pt x="3623407" y="64056"/>
                  </a:cubicBezTo>
                  <a:cubicBezTo>
                    <a:pt x="3622402" y="64385"/>
                    <a:pt x="3621459" y="64549"/>
                    <a:pt x="3620453" y="64549"/>
                  </a:cubicBezTo>
                  <a:cubicBezTo>
                    <a:pt x="3617436" y="64549"/>
                    <a:pt x="3614482" y="63194"/>
                    <a:pt x="3611276" y="61879"/>
                  </a:cubicBezTo>
                  <a:cubicBezTo>
                    <a:pt x="3608070" y="60523"/>
                    <a:pt x="3604677" y="59208"/>
                    <a:pt x="3600843" y="59208"/>
                  </a:cubicBezTo>
                  <a:cubicBezTo>
                    <a:pt x="3597826" y="59208"/>
                    <a:pt x="3594494" y="60029"/>
                    <a:pt x="3590848" y="62372"/>
                  </a:cubicBezTo>
                  <a:cubicBezTo>
                    <a:pt x="3587705" y="64344"/>
                    <a:pt x="3583997" y="65166"/>
                    <a:pt x="3579975" y="65166"/>
                  </a:cubicBezTo>
                  <a:cubicBezTo>
                    <a:pt x="3572054" y="65166"/>
                    <a:pt x="3563129" y="62043"/>
                    <a:pt x="3555461" y="58468"/>
                  </a:cubicBezTo>
                  <a:cubicBezTo>
                    <a:pt x="3553387" y="57523"/>
                    <a:pt x="3550181" y="57030"/>
                    <a:pt x="3546850" y="57030"/>
                  </a:cubicBezTo>
                  <a:cubicBezTo>
                    <a:pt x="3543518" y="57030"/>
                    <a:pt x="3540187" y="57523"/>
                    <a:pt x="3538239" y="58592"/>
                  </a:cubicBezTo>
                  <a:cubicBezTo>
                    <a:pt x="3526799" y="64796"/>
                    <a:pt x="3514227" y="63645"/>
                    <a:pt x="3501656" y="64467"/>
                  </a:cubicBezTo>
                  <a:cubicBezTo>
                    <a:pt x="3498828" y="64673"/>
                    <a:pt x="3496125" y="64755"/>
                    <a:pt x="3493548" y="64755"/>
                  </a:cubicBezTo>
                  <a:cubicBezTo>
                    <a:pt x="3473623" y="64755"/>
                    <a:pt x="3459292" y="58961"/>
                    <a:pt x="3454201" y="42198"/>
                  </a:cubicBezTo>
                  <a:lnTo>
                    <a:pt x="3450366" y="38499"/>
                  </a:lnTo>
                  <a:cubicBezTo>
                    <a:pt x="3448292" y="40841"/>
                    <a:pt x="3444396" y="43307"/>
                    <a:pt x="3444584" y="45567"/>
                  </a:cubicBezTo>
                  <a:cubicBezTo>
                    <a:pt x="3445087" y="51525"/>
                    <a:pt x="3447098" y="57400"/>
                    <a:pt x="3449047" y="63235"/>
                  </a:cubicBezTo>
                  <a:cubicBezTo>
                    <a:pt x="3449927" y="65864"/>
                    <a:pt x="3454452" y="69562"/>
                    <a:pt x="3453383" y="70548"/>
                  </a:cubicBezTo>
                  <a:cubicBezTo>
                    <a:pt x="3451121" y="72644"/>
                    <a:pt x="3448544" y="73383"/>
                    <a:pt x="3445527" y="73383"/>
                  </a:cubicBezTo>
                  <a:cubicBezTo>
                    <a:pt x="3442510" y="73383"/>
                    <a:pt x="3439241" y="72603"/>
                    <a:pt x="3436161" y="71698"/>
                  </a:cubicBezTo>
                  <a:cubicBezTo>
                    <a:pt x="3428493" y="69521"/>
                    <a:pt x="3421013" y="65823"/>
                    <a:pt x="3413157" y="65330"/>
                  </a:cubicBezTo>
                  <a:cubicBezTo>
                    <a:pt x="3388391" y="63769"/>
                    <a:pt x="3363438" y="66645"/>
                    <a:pt x="3339678" y="56414"/>
                  </a:cubicBezTo>
                  <a:cubicBezTo>
                    <a:pt x="3336284" y="54935"/>
                    <a:pt x="3332010" y="54483"/>
                    <a:pt x="3327358" y="54483"/>
                  </a:cubicBezTo>
                  <a:cubicBezTo>
                    <a:pt x="3319690" y="54483"/>
                    <a:pt x="3310891" y="55798"/>
                    <a:pt x="3303033" y="55962"/>
                  </a:cubicBezTo>
                  <a:cubicBezTo>
                    <a:pt x="3302216" y="60728"/>
                    <a:pt x="3298256" y="64262"/>
                    <a:pt x="3292097" y="64508"/>
                  </a:cubicBezTo>
                  <a:cubicBezTo>
                    <a:pt x="3285308" y="64796"/>
                    <a:pt x="3278520" y="64837"/>
                    <a:pt x="3271669" y="64837"/>
                  </a:cubicBezTo>
                  <a:cubicBezTo>
                    <a:pt x="3269406" y="64837"/>
                    <a:pt x="3267080" y="64837"/>
                    <a:pt x="3264754" y="64837"/>
                  </a:cubicBezTo>
                  <a:cubicBezTo>
                    <a:pt x="3262366" y="64837"/>
                    <a:pt x="3260040" y="64837"/>
                    <a:pt x="3257652" y="64837"/>
                  </a:cubicBezTo>
                  <a:cubicBezTo>
                    <a:pt x="3252058" y="64837"/>
                    <a:pt x="3246527" y="64878"/>
                    <a:pt x="3240932" y="65042"/>
                  </a:cubicBezTo>
                  <a:cubicBezTo>
                    <a:pt x="3220190" y="65617"/>
                    <a:pt x="3200453" y="65166"/>
                    <a:pt x="3179397" y="71698"/>
                  </a:cubicBezTo>
                  <a:cubicBezTo>
                    <a:pt x="3171728" y="74082"/>
                    <a:pt x="3163306" y="75356"/>
                    <a:pt x="3154569" y="75356"/>
                  </a:cubicBezTo>
                  <a:cubicBezTo>
                    <a:pt x="3140804" y="75356"/>
                    <a:pt x="3126347" y="72191"/>
                    <a:pt x="3113147" y="65289"/>
                  </a:cubicBezTo>
                  <a:cubicBezTo>
                    <a:pt x="3107491" y="62330"/>
                    <a:pt x="3099696" y="58099"/>
                    <a:pt x="3091274" y="58099"/>
                  </a:cubicBezTo>
                  <a:cubicBezTo>
                    <a:pt x="3085994" y="58099"/>
                    <a:pt x="3080400" y="59783"/>
                    <a:pt x="3074868" y="64508"/>
                  </a:cubicBezTo>
                  <a:cubicBezTo>
                    <a:pt x="3073737" y="65453"/>
                    <a:pt x="3070971" y="65905"/>
                    <a:pt x="3067640" y="65905"/>
                  </a:cubicBezTo>
                  <a:cubicBezTo>
                    <a:pt x="3061857" y="65905"/>
                    <a:pt x="3054503" y="64631"/>
                    <a:pt x="3051297" y="62536"/>
                  </a:cubicBezTo>
                  <a:cubicBezTo>
                    <a:pt x="3044635" y="58222"/>
                    <a:pt x="3039041" y="56537"/>
                    <a:pt x="3033949" y="56537"/>
                  </a:cubicBezTo>
                  <a:cubicBezTo>
                    <a:pt x="3024584" y="56537"/>
                    <a:pt x="3017167" y="62372"/>
                    <a:pt x="3008996" y="68329"/>
                  </a:cubicBezTo>
                  <a:cubicBezTo>
                    <a:pt x="3005727" y="70754"/>
                    <a:pt x="3003025" y="71822"/>
                    <a:pt x="3000888" y="71822"/>
                  </a:cubicBezTo>
                  <a:cubicBezTo>
                    <a:pt x="2997179" y="71822"/>
                    <a:pt x="2994979" y="68617"/>
                    <a:pt x="2993911" y="63522"/>
                  </a:cubicBezTo>
                  <a:cubicBezTo>
                    <a:pt x="2993408" y="61057"/>
                    <a:pt x="2989134" y="56907"/>
                    <a:pt x="2986996" y="56907"/>
                  </a:cubicBezTo>
                  <a:cubicBezTo>
                    <a:pt x="2986934" y="56907"/>
                    <a:pt x="2986871" y="56907"/>
                    <a:pt x="2986871" y="56907"/>
                  </a:cubicBezTo>
                  <a:cubicBezTo>
                    <a:pt x="2985048" y="57071"/>
                    <a:pt x="2983288" y="57154"/>
                    <a:pt x="2981591" y="57154"/>
                  </a:cubicBezTo>
                  <a:cubicBezTo>
                    <a:pt x="2964872" y="57154"/>
                    <a:pt x="2956763" y="49018"/>
                    <a:pt x="2948969" y="38417"/>
                  </a:cubicBezTo>
                  <a:cubicBezTo>
                    <a:pt x="2945763" y="34103"/>
                    <a:pt x="2934575" y="32789"/>
                    <a:pt x="2926844" y="30405"/>
                  </a:cubicBezTo>
                  <a:cubicBezTo>
                    <a:pt x="2920684" y="28474"/>
                    <a:pt x="2914964" y="27324"/>
                    <a:pt x="2909370" y="27324"/>
                  </a:cubicBezTo>
                  <a:cubicBezTo>
                    <a:pt x="2901702" y="27324"/>
                    <a:pt x="2894348" y="29502"/>
                    <a:pt x="2886868" y="35089"/>
                  </a:cubicBezTo>
                  <a:cubicBezTo>
                    <a:pt x="2880079" y="40143"/>
                    <a:pt x="2876057" y="42732"/>
                    <a:pt x="2872223" y="42732"/>
                  </a:cubicBezTo>
                  <a:cubicBezTo>
                    <a:pt x="2867571" y="42732"/>
                    <a:pt x="2863171" y="39034"/>
                    <a:pt x="2854434" y="31432"/>
                  </a:cubicBezTo>
                  <a:lnTo>
                    <a:pt x="2852926" y="27529"/>
                  </a:lnTo>
                  <a:cubicBezTo>
                    <a:pt x="2842177" y="23790"/>
                    <a:pt x="2831304" y="20174"/>
                    <a:pt x="2820618" y="16271"/>
                  </a:cubicBezTo>
                  <a:cubicBezTo>
                    <a:pt x="2809681" y="12245"/>
                    <a:pt x="2802830" y="9861"/>
                    <a:pt x="2798430" y="9861"/>
                  </a:cubicBezTo>
                  <a:cubicBezTo>
                    <a:pt x="2791642" y="9861"/>
                    <a:pt x="2790573" y="15573"/>
                    <a:pt x="2789127" y="29624"/>
                  </a:cubicBezTo>
                  <a:cubicBezTo>
                    <a:pt x="2788813" y="32706"/>
                    <a:pt x="2789127" y="35870"/>
                    <a:pt x="2788499" y="38911"/>
                  </a:cubicBezTo>
                  <a:lnTo>
                    <a:pt x="2785167" y="42567"/>
                  </a:lnTo>
                  <a:cubicBezTo>
                    <a:pt x="2781773" y="42157"/>
                    <a:pt x="2777877" y="41499"/>
                    <a:pt x="2775362" y="39897"/>
                  </a:cubicBezTo>
                  <a:cubicBezTo>
                    <a:pt x="2768826" y="35829"/>
                    <a:pt x="2764991" y="30734"/>
                    <a:pt x="2763420" y="24160"/>
                  </a:cubicBezTo>
                  <a:cubicBezTo>
                    <a:pt x="2761660" y="16846"/>
                    <a:pt x="2768574" y="6944"/>
                    <a:pt x="2757448" y="2794"/>
                  </a:cubicBezTo>
                  <a:cubicBezTo>
                    <a:pt x="2751351" y="534"/>
                    <a:pt x="2743746" y="0"/>
                    <a:pt x="2736141" y="0"/>
                  </a:cubicBezTo>
                  <a:lnTo>
                    <a:pt x="2736832" y="370"/>
                  </a:lnTo>
                  <a:cubicBezTo>
                    <a:pt x="2733689" y="370"/>
                    <a:pt x="2730546" y="452"/>
                    <a:pt x="2727529" y="534"/>
                  </a:cubicBezTo>
                  <a:cubicBezTo>
                    <a:pt x="2725330" y="658"/>
                    <a:pt x="2723067" y="658"/>
                    <a:pt x="2720867" y="658"/>
                  </a:cubicBezTo>
                  <a:cubicBezTo>
                    <a:pt x="2718164" y="658"/>
                    <a:pt x="2715461" y="576"/>
                    <a:pt x="2712759" y="576"/>
                  </a:cubicBezTo>
                  <a:cubicBezTo>
                    <a:pt x="2710056" y="493"/>
                    <a:pt x="2707290" y="493"/>
                    <a:pt x="2704587" y="493"/>
                  </a:cubicBezTo>
                  <a:cubicBezTo>
                    <a:pt x="2691639" y="493"/>
                    <a:pt x="2678753" y="1356"/>
                    <a:pt x="2665931" y="7314"/>
                  </a:cubicBezTo>
                  <a:cubicBezTo>
                    <a:pt x="2661468" y="9368"/>
                    <a:pt x="2655622" y="9985"/>
                    <a:pt x="2649337" y="9985"/>
                  </a:cubicBezTo>
                  <a:cubicBezTo>
                    <a:pt x="2640537" y="9985"/>
                    <a:pt x="2630794" y="8793"/>
                    <a:pt x="2622183" y="8793"/>
                  </a:cubicBezTo>
                  <a:lnTo>
                    <a:pt x="2620423" y="8793"/>
                  </a:lnTo>
                  <a:cubicBezTo>
                    <a:pt x="2607287" y="8793"/>
                    <a:pt x="2607412" y="9409"/>
                    <a:pt x="2609612" y="26050"/>
                  </a:cubicBezTo>
                  <a:cubicBezTo>
                    <a:pt x="2610304" y="31268"/>
                    <a:pt x="2606344" y="34596"/>
                    <a:pt x="2600247" y="36527"/>
                  </a:cubicBezTo>
                  <a:lnTo>
                    <a:pt x="2593961" y="36979"/>
                  </a:lnTo>
                  <a:cubicBezTo>
                    <a:pt x="2592453" y="37390"/>
                    <a:pt x="2591007" y="37596"/>
                    <a:pt x="2589625" y="37596"/>
                  </a:cubicBezTo>
                  <a:cubicBezTo>
                    <a:pt x="2585350" y="37596"/>
                    <a:pt x="2581453" y="35870"/>
                    <a:pt x="2577682" y="34185"/>
                  </a:cubicBezTo>
                  <a:cubicBezTo>
                    <a:pt x="2573848" y="32501"/>
                    <a:pt x="2570202" y="30775"/>
                    <a:pt x="2566305" y="30775"/>
                  </a:cubicBezTo>
                  <a:cubicBezTo>
                    <a:pt x="2564356" y="30775"/>
                    <a:pt x="2562345" y="31186"/>
                    <a:pt x="2560271" y="32296"/>
                  </a:cubicBezTo>
                  <a:cubicBezTo>
                    <a:pt x="2552728" y="36281"/>
                    <a:pt x="2544997" y="36733"/>
                    <a:pt x="2537203" y="36733"/>
                  </a:cubicBezTo>
                  <a:cubicBezTo>
                    <a:pt x="2536009" y="36733"/>
                    <a:pt x="2534877" y="36733"/>
                    <a:pt x="2533683" y="36733"/>
                  </a:cubicBezTo>
                  <a:cubicBezTo>
                    <a:pt x="2532552" y="36733"/>
                    <a:pt x="2531357" y="36733"/>
                    <a:pt x="2530163" y="36733"/>
                  </a:cubicBezTo>
                  <a:cubicBezTo>
                    <a:pt x="2528026" y="36733"/>
                    <a:pt x="2525826" y="36774"/>
                    <a:pt x="2523626" y="36897"/>
                  </a:cubicBezTo>
                  <a:cubicBezTo>
                    <a:pt x="2513004" y="37555"/>
                    <a:pt x="2502318" y="37472"/>
                    <a:pt x="2491696" y="37555"/>
                  </a:cubicBezTo>
                  <a:cubicBezTo>
                    <a:pt x="2491067" y="37555"/>
                    <a:pt x="2490502" y="37555"/>
                    <a:pt x="2489873" y="37555"/>
                  </a:cubicBezTo>
                  <a:cubicBezTo>
                    <a:pt x="2486227" y="37555"/>
                    <a:pt x="2482519" y="37513"/>
                    <a:pt x="2478873" y="37431"/>
                  </a:cubicBezTo>
                  <a:cubicBezTo>
                    <a:pt x="2475165" y="37390"/>
                    <a:pt x="2471456" y="37308"/>
                    <a:pt x="2467748" y="37308"/>
                  </a:cubicBezTo>
                  <a:cubicBezTo>
                    <a:pt x="2462971" y="37308"/>
                    <a:pt x="2458194" y="37390"/>
                    <a:pt x="2453479" y="37801"/>
                  </a:cubicBezTo>
                  <a:cubicBezTo>
                    <a:pt x="2445497" y="38458"/>
                    <a:pt x="2447445" y="42732"/>
                    <a:pt x="2450274" y="47333"/>
                  </a:cubicBezTo>
                  <a:cubicBezTo>
                    <a:pt x="2451405" y="49182"/>
                    <a:pt x="2452662" y="49675"/>
                    <a:pt x="2453731" y="49675"/>
                  </a:cubicBezTo>
                  <a:cubicBezTo>
                    <a:pt x="2454297" y="49675"/>
                    <a:pt x="2454799" y="49552"/>
                    <a:pt x="2455177" y="49388"/>
                  </a:cubicBezTo>
                  <a:cubicBezTo>
                    <a:pt x="2455554" y="49223"/>
                    <a:pt x="2455805" y="49100"/>
                    <a:pt x="2455805" y="49100"/>
                  </a:cubicBezTo>
                  <a:cubicBezTo>
                    <a:pt x="2455868" y="49100"/>
                    <a:pt x="2455365" y="49552"/>
                    <a:pt x="2453920" y="51196"/>
                  </a:cubicBezTo>
                  <a:cubicBezTo>
                    <a:pt x="2451217" y="54277"/>
                    <a:pt x="2443234" y="55962"/>
                    <a:pt x="2435692" y="55962"/>
                  </a:cubicBezTo>
                  <a:cubicBezTo>
                    <a:pt x="2428966" y="55962"/>
                    <a:pt x="2422617" y="54606"/>
                    <a:pt x="2420795" y="51648"/>
                  </a:cubicBezTo>
                  <a:cubicBezTo>
                    <a:pt x="2419223" y="49100"/>
                    <a:pt x="2424943" y="44129"/>
                    <a:pt x="2427332" y="40266"/>
                  </a:cubicBezTo>
                  <a:cubicBezTo>
                    <a:pt x="2412246" y="37267"/>
                    <a:pt x="2400304" y="28228"/>
                    <a:pt x="2383584" y="28228"/>
                  </a:cubicBezTo>
                  <a:cubicBezTo>
                    <a:pt x="2382642" y="28228"/>
                    <a:pt x="2381636" y="28269"/>
                    <a:pt x="2380631" y="28310"/>
                  </a:cubicBezTo>
                  <a:cubicBezTo>
                    <a:pt x="2367745" y="29090"/>
                    <a:pt x="2367368" y="32830"/>
                    <a:pt x="2374470" y="39075"/>
                  </a:cubicBezTo>
                  <a:cubicBezTo>
                    <a:pt x="2377928" y="42115"/>
                    <a:pt x="2377111" y="44622"/>
                    <a:pt x="2371139" y="45485"/>
                  </a:cubicBezTo>
                  <a:cubicBezTo>
                    <a:pt x="2366173" y="46224"/>
                    <a:pt x="2360956" y="46471"/>
                    <a:pt x="2355802" y="46471"/>
                  </a:cubicBezTo>
                  <a:cubicBezTo>
                    <a:pt x="2354608" y="46471"/>
                    <a:pt x="2353476" y="46471"/>
                    <a:pt x="2352283" y="46471"/>
                  </a:cubicBezTo>
                  <a:cubicBezTo>
                    <a:pt x="2348574" y="46430"/>
                    <a:pt x="2330031" y="46101"/>
                    <a:pt x="2320289" y="46101"/>
                  </a:cubicBezTo>
                  <a:cubicBezTo>
                    <a:pt x="2317398" y="46101"/>
                    <a:pt x="2315324" y="46101"/>
                    <a:pt x="2314569" y="46183"/>
                  </a:cubicBezTo>
                  <a:cubicBezTo>
                    <a:pt x="2310547" y="46594"/>
                    <a:pt x="2306461" y="46635"/>
                    <a:pt x="2302438" y="46840"/>
                  </a:cubicBezTo>
                  <a:cubicBezTo>
                    <a:pt x="2299547" y="54483"/>
                    <a:pt x="2291627" y="59126"/>
                    <a:pt x="2283267" y="63522"/>
                  </a:cubicBezTo>
                  <a:cubicBezTo>
                    <a:pt x="2273085" y="56742"/>
                    <a:pt x="2261393" y="55469"/>
                    <a:pt x="2249325" y="55469"/>
                  </a:cubicBezTo>
                  <a:cubicBezTo>
                    <a:pt x="2245742" y="55469"/>
                    <a:pt x="2242160" y="55551"/>
                    <a:pt x="2238577" y="55674"/>
                  </a:cubicBezTo>
                  <a:cubicBezTo>
                    <a:pt x="2234994" y="55756"/>
                    <a:pt x="2231411" y="55880"/>
                    <a:pt x="2227829" y="55880"/>
                  </a:cubicBezTo>
                  <a:cubicBezTo>
                    <a:pt x="2217961" y="55880"/>
                    <a:pt x="2208281" y="55058"/>
                    <a:pt x="2199355" y="51114"/>
                  </a:cubicBezTo>
                  <a:cubicBezTo>
                    <a:pt x="2191247" y="47539"/>
                    <a:pt x="2182510" y="45608"/>
                    <a:pt x="2173710" y="45608"/>
                  </a:cubicBezTo>
                  <a:cubicBezTo>
                    <a:pt x="2164533" y="45608"/>
                    <a:pt x="2155168" y="47703"/>
                    <a:pt x="2146180" y="52182"/>
                  </a:cubicBezTo>
                  <a:cubicBezTo>
                    <a:pt x="2143477" y="53497"/>
                    <a:pt x="2139014" y="55222"/>
                    <a:pt x="2136500" y="55222"/>
                  </a:cubicBezTo>
                  <a:cubicBezTo>
                    <a:pt x="2135934" y="55222"/>
                    <a:pt x="2135494" y="55140"/>
                    <a:pt x="2135180" y="54976"/>
                  </a:cubicBezTo>
                  <a:cubicBezTo>
                    <a:pt x="2128957" y="51894"/>
                    <a:pt x="2122986" y="50661"/>
                    <a:pt x="2117266" y="50661"/>
                  </a:cubicBezTo>
                  <a:cubicBezTo>
                    <a:pt x="2105889" y="50661"/>
                    <a:pt x="2095581" y="55428"/>
                    <a:pt x="2085901" y="59824"/>
                  </a:cubicBezTo>
                  <a:cubicBezTo>
                    <a:pt x="2076850" y="63933"/>
                    <a:pt x="2068176" y="65741"/>
                    <a:pt x="2059314" y="65741"/>
                  </a:cubicBezTo>
                  <a:cubicBezTo>
                    <a:pt x="2050451" y="65741"/>
                    <a:pt x="2041713" y="63851"/>
                    <a:pt x="2032914" y="60605"/>
                  </a:cubicBezTo>
                  <a:cubicBezTo>
                    <a:pt x="2027886" y="58756"/>
                    <a:pt x="2023172" y="56208"/>
                    <a:pt x="2018206" y="56208"/>
                  </a:cubicBezTo>
                  <a:cubicBezTo>
                    <a:pt x="2015692" y="56208"/>
                    <a:pt x="2013177" y="56866"/>
                    <a:pt x="2010538" y="58592"/>
                  </a:cubicBezTo>
                  <a:cubicBezTo>
                    <a:pt x="2006829" y="61016"/>
                    <a:pt x="2003435" y="62248"/>
                    <a:pt x="2000292" y="62248"/>
                  </a:cubicBezTo>
                  <a:cubicBezTo>
                    <a:pt x="1996709" y="62248"/>
                    <a:pt x="1993441" y="60646"/>
                    <a:pt x="1990298" y="57400"/>
                  </a:cubicBezTo>
                  <a:cubicBezTo>
                    <a:pt x="1985396" y="52305"/>
                    <a:pt x="1980430" y="49717"/>
                    <a:pt x="1975087" y="49717"/>
                  </a:cubicBezTo>
                  <a:cubicBezTo>
                    <a:pt x="1970436" y="49717"/>
                    <a:pt x="1965533" y="51648"/>
                    <a:pt x="1960190" y="55592"/>
                  </a:cubicBezTo>
                  <a:cubicBezTo>
                    <a:pt x="1958996" y="56455"/>
                    <a:pt x="1956734" y="56701"/>
                    <a:pt x="1954220" y="56701"/>
                  </a:cubicBezTo>
                  <a:cubicBezTo>
                    <a:pt x="1952082" y="56701"/>
                    <a:pt x="1949757" y="56496"/>
                    <a:pt x="1947871" y="56414"/>
                  </a:cubicBezTo>
                  <a:cubicBezTo>
                    <a:pt x="1946991" y="56332"/>
                    <a:pt x="1946174" y="56332"/>
                    <a:pt x="1945420" y="56332"/>
                  </a:cubicBezTo>
                  <a:cubicBezTo>
                    <a:pt x="1928889" y="56332"/>
                    <a:pt x="1930146" y="65535"/>
                    <a:pt x="1929643" y="73917"/>
                  </a:cubicBezTo>
                  <a:cubicBezTo>
                    <a:pt x="1918078" y="72438"/>
                    <a:pt x="1909340" y="64180"/>
                    <a:pt x="1897272" y="64180"/>
                  </a:cubicBezTo>
                  <a:cubicBezTo>
                    <a:pt x="1895009" y="64180"/>
                    <a:pt x="1892620" y="64508"/>
                    <a:pt x="1890106" y="65166"/>
                  </a:cubicBezTo>
                  <a:cubicBezTo>
                    <a:pt x="1886775" y="66070"/>
                    <a:pt x="1883947" y="68165"/>
                    <a:pt x="1881244" y="70014"/>
                  </a:cubicBezTo>
                  <a:lnTo>
                    <a:pt x="1884575" y="73753"/>
                  </a:lnTo>
                  <a:cubicBezTo>
                    <a:pt x="1889227" y="76917"/>
                    <a:pt x="1894066" y="82299"/>
                    <a:pt x="1899032" y="82423"/>
                  </a:cubicBezTo>
                  <a:cubicBezTo>
                    <a:pt x="1917072" y="82916"/>
                    <a:pt x="1915815" y="94667"/>
                    <a:pt x="1922540" y="101610"/>
                  </a:cubicBezTo>
                  <a:cubicBezTo>
                    <a:pt x="1924552" y="103706"/>
                    <a:pt x="1924866" y="106623"/>
                    <a:pt x="1925997" y="109130"/>
                  </a:cubicBezTo>
                  <a:cubicBezTo>
                    <a:pt x="1922854" y="109664"/>
                    <a:pt x="1918643" y="111225"/>
                    <a:pt x="1916066" y="111225"/>
                  </a:cubicBezTo>
                  <a:cubicBezTo>
                    <a:pt x="1915500" y="111225"/>
                    <a:pt x="1914934" y="111143"/>
                    <a:pt x="1914557" y="110937"/>
                  </a:cubicBezTo>
                  <a:cubicBezTo>
                    <a:pt x="1900603" y="102967"/>
                    <a:pt x="1884701" y="102556"/>
                    <a:pt x="1868799" y="102556"/>
                  </a:cubicBezTo>
                  <a:lnTo>
                    <a:pt x="1866033" y="102556"/>
                  </a:lnTo>
                  <a:cubicBezTo>
                    <a:pt x="1865028" y="102556"/>
                    <a:pt x="1863958" y="102556"/>
                    <a:pt x="1862953" y="102556"/>
                  </a:cubicBezTo>
                  <a:cubicBezTo>
                    <a:pt x="1859936" y="102556"/>
                    <a:pt x="1856919" y="102515"/>
                    <a:pt x="1853902" y="102432"/>
                  </a:cubicBezTo>
                  <a:cubicBezTo>
                    <a:pt x="1831588" y="101816"/>
                    <a:pt x="1813172" y="95612"/>
                    <a:pt x="1797647" y="84641"/>
                  </a:cubicBezTo>
                  <a:cubicBezTo>
                    <a:pt x="1793624" y="81765"/>
                    <a:pt x="1790481" y="76835"/>
                    <a:pt x="1790292" y="72767"/>
                  </a:cubicBezTo>
                  <a:cubicBezTo>
                    <a:pt x="1790041" y="67754"/>
                    <a:pt x="1796012" y="65617"/>
                    <a:pt x="1803178" y="65330"/>
                  </a:cubicBezTo>
                  <a:cubicBezTo>
                    <a:pt x="1813611" y="64919"/>
                    <a:pt x="1824171" y="64221"/>
                    <a:pt x="1834479" y="62988"/>
                  </a:cubicBezTo>
                  <a:cubicBezTo>
                    <a:pt x="1839571" y="62372"/>
                    <a:pt x="1841331" y="59043"/>
                    <a:pt x="1839256" y="55510"/>
                  </a:cubicBezTo>
                  <a:cubicBezTo>
                    <a:pt x="1837685" y="52921"/>
                    <a:pt x="1835925" y="48895"/>
                    <a:pt x="1833285" y="48443"/>
                  </a:cubicBezTo>
                  <a:cubicBezTo>
                    <a:pt x="1825868" y="47128"/>
                    <a:pt x="1818577" y="46512"/>
                    <a:pt x="1811412" y="46512"/>
                  </a:cubicBezTo>
                  <a:cubicBezTo>
                    <a:pt x="1791675" y="46512"/>
                    <a:pt x="1772944" y="51155"/>
                    <a:pt x="1754842" y="58222"/>
                  </a:cubicBezTo>
                  <a:cubicBezTo>
                    <a:pt x="1751007" y="59701"/>
                    <a:pt x="1749374" y="68247"/>
                    <a:pt x="1753019" y="70261"/>
                  </a:cubicBezTo>
                  <a:cubicBezTo>
                    <a:pt x="1756225" y="72069"/>
                    <a:pt x="1760561" y="72767"/>
                    <a:pt x="1764144" y="74246"/>
                  </a:cubicBezTo>
                  <a:cubicBezTo>
                    <a:pt x="1772316" y="77615"/>
                    <a:pt x="1778601" y="85833"/>
                    <a:pt x="1774516" y="87887"/>
                  </a:cubicBezTo>
                  <a:cubicBezTo>
                    <a:pt x="1770115" y="90024"/>
                    <a:pt x="1764081" y="92941"/>
                    <a:pt x="1759619" y="92941"/>
                  </a:cubicBezTo>
                  <a:cubicBezTo>
                    <a:pt x="1758990" y="92941"/>
                    <a:pt x="1758425" y="92900"/>
                    <a:pt x="1757858" y="92777"/>
                  </a:cubicBezTo>
                  <a:cubicBezTo>
                    <a:pt x="1734162" y="87600"/>
                    <a:pt x="1709523" y="83737"/>
                    <a:pt x="1697769" y="63810"/>
                  </a:cubicBezTo>
                  <a:cubicBezTo>
                    <a:pt x="1694689" y="58674"/>
                    <a:pt x="1691987" y="56044"/>
                    <a:pt x="1688718" y="56044"/>
                  </a:cubicBezTo>
                  <a:cubicBezTo>
                    <a:pt x="1684883" y="56044"/>
                    <a:pt x="1680295" y="59578"/>
                    <a:pt x="1673570" y="66768"/>
                  </a:cubicBezTo>
                  <a:cubicBezTo>
                    <a:pt x="1669861" y="70712"/>
                    <a:pt x="1667096" y="74164"/>
                    <a:pt x="1659741" y="74410"/>
                  </a:cubicBezTo>
                  <a:cubicBezTo>
                    <a:pt x="1658673" y="74451"/>
                    <a:pt x="1657605" y="74451"/>
                    <a:pt x="1656536" y="74451"/>
                  </a:cubicBezTo>
                  <a:cubicBezTo>
                    <a:pt x="1656096" y="74451"/>
                    <a:pt x="1655593" y="74451"/>
                    <a:pt x="1655153" y="74451"/>
                  </a:cubicBezTo>
                  <a:lnTo>
                    <a:pt x="1653770" y="74451"/>
                  </a:lnTo>
                  <a:cubicBezTo>
                    <a:pt x="1647422" y="74451"/>
                    <a:pt x="1641136" y="74698"/>
                    <a:pt x="1636422" y="79053"/>
                  </a:cubicBezTo>
                  <a:cubicBezTo>
                    <a:pt x="1643714" y="81806"/>
                    <a:pt x="1650942" y="84559"/>
                    <a:pt x="1658233" y="87230"/>
                  </a:cubicBezTo>
                  <a:cubicBezTo>
                    <a:pt x="1665650" y="89900"/>
                    <a:pt x="1673318" y="92242"/>
                    <a:pt x="1680547" y="95201"/>
                  </a:cubicBezTo>
                  <a:cubicBezTo>
                    <a:pt x="1684883" y="96968"/>
                    <a:pt x="1684004" y="99844"/>
                    <a:pt x="1678473" y="101734"/>
                  </a:cubicBezTo>
                  <a:cubicBezTo>
                    <a:pt x="1669107" y="104897"/>
                    <a:pt x="1659679" y="108308"/>
                    <a:pt x="1649873" y="110609"/>
                  </a:cubicBezTo>
                  <a:cubicBezTo>
                    <a:pt x="1648616" y="110896"/>
                    <a:pt x="1647359" y="111020"/>
                    <a:pt x="1646228" y="111020"/>
                  </a:cubicBezTo>
                  <a:cubicBezTo>
                    <a:pt x="1641073" y="111020"/>
                    <a:pt x="1636988" y="108308"/>
                    <a:pt x="1635731" y="104240"/>
                  </a:cubicBezTo>
                  <a:cubicBezTo>
                    <a:pt x="1633720" y="97502"/>
                    <a:pt x="1629131" y="93270"/>
                    <a:pt x="1622908" y="93270"/>
                  </a:cubicBezTo>
                  <a:cubicBezTo>
                    <a:pt x="1620205" y="93270"/>
                    <a:pt x="1617126" y="94092"/>
                    <a:pt x="1613794" y="95899"/>
                  </a:cubicBezTo>
                  <a:cubicBezTo>
                    <a:pt x="1590915" y="108349"/>
                    <a:pt x="1565898" y="112252"/>
                    <a:pt x="1539688" y="112252"/>
                  </a:cubicBezTo>
                  <a:cubicBezTo>
                    <a:pt x="1532334" y="112252"/>
                    <a:pt x="1524917" y="111924"/>
                    <a:pt x="1517437" y="111430"/>
                  </a:cubicBezTo>
                  <a:cubicBezTo>
                    <a:pt x="1511214" y="111020"/>
                    <a:pt x="1507254" y="107445"/>
                    <a:pt x="1506249" y="102679"/>
                  </a:cubicBezTo>
                  <a:cubicBezTo>
                    <a:pt x="1498580" y="101405"/>
                    <a:pt x="1490786" y="100296"/>
                    <a:pt x="1483181" y="98693"/>
                  </a:cubicBezTo>
                  <a:cubicBezTo>
                    <a:pt x="1478090" y="97584"/>
                    <a:pt x="1471112" y="93927"/>
                    <a:pt x="1467781" y="93927"/>
                  </a:cubicBezTo>
                  <a:cubicBezTo>
                    <a:pt x="1467341" y="93927"/>
                    <a:pt x="1466901" y="94009"/>
                    <a:pt x="1466587" y="94174"/>
                  </a:cubicBezTo>
                  <a:cubicBezTo>
                    <a:pt x="1449868" y="103542"/>
                    <a:pt x="1430319" y="100378"/>
                    <a:pt x="1412217" y="103172"/>
                  </a:cubicBezTo>
                  <a:cubicBezTo>
                    <a:pt x="1404046" y="104446"/>
                    <a:pt x="1397571" y="113444"/>
                    <a:pt x="1391412" y="119525"/>
                  </a:cubicBezTo>
                  <a:cubicBezTo>
                    <a:pt x="1384686" y="126099"/>
                    <a:pt x="1376075" y="130988"/>
                    <a:pt x="1368030" y="130988"/>
                  </a:cubicBezTo>
                  <a:cubicBezTo>
                    <a:pt x="1365955" y="130988"/>
                    <a:pt x="1363881" y="130660"/>
                    <a:pt x="1361933" y="129961"/>
                  </a:cubicBezTo>
                  <a:cubicBezTo>
                    <a:pt x="1353510" y="126962"/>
                    <a:pt x="1345653" y="122565"/>
                    <a:pt x="1337356" y="122565"/>
                  </a:cubicBezTo>
                  <a:cubicBezTo>
                    <a:pt x="1332642" y="122565"/>
                    <a:pt x="1327802" y="123962"/>
                    <a:pt x="1322585" y="127784"/>
                  </a:cubicBezTo>
                  <a:cubicBezTo>
                    <a:pt x="1313785" y="127784"/>
                    <a:pt x="1304985" y="128523"/>
                    <a:pt x="1296123" y="129263"/>
                  </a:cubicBezTo>
                  <a:cubicBezTo>
                    <a:pt x="1287323" y="130002"/>
                    <a:pt x="1278461" y="130742"/>
                    <a:pt x="1269724" y="130742"/>
                  </a:cubicBezTo>
                  <a:cubicBezTo>
                    <a:pt x="1256210" y="130742"/>
                    <a:pt x="1242884" y="128975"/>
                    <a:pt x="1229936" y="122689"/>
                  </a:cubicBezTo>
                  <a:lnTo>
                    <a:pt x="1217993" y="122976"/>
                  </a:lnTo>
                  <a:cubicBezTo>
                    <a:pt x="1213468" y="126181"/>
                    <a:pt x="1209571" y="127414"/>
                    <a:pt x="1206177" y="127414"/>
                  </a:cubicBezTo>
                  <a:cubicBezTo>
                    <a:pt x="1198885" y="127414"/>
                    <a:pt x="1193543" y="121785"/>
                    <a:pt x="1187383" y="117964"/>
                  </a:cubicBezTo>
                  <a:cubicBezTo>
                    <a:pt x="1184869" y="116361"/>
                    <a:pt x="1182480" y="114841"/>
                    <a:pt x="1179840" y="114841"/>
                  </a:cubicBezTo>
                  <a:cubicBezTo>
                    <a:pt x="1177829" y="114841"/>
                    <a:pt x="1175692" y="115745"/>
                    <a:pt x="1173240" y="118210"/>
                  </a:cubicBezTo>
                  <a:cubicBezTo>
                    <a:pt x="1164504" y="127126"/>
                    <a:pt x="1160732" y="130865"/>
                    <a:pt x="1154510" y="130865"/>
                  </a:cubicBezTo>
                  <a:cubicBezTo>
                    <a:pt x="1150927" y="130865"/>
                    <a:pt x="1146527" y="129633"/>
                    <a:pt x="1139864" y="127373"/>
                  </a:cubicBezTo>
                  <a:cubicBezTo>
                    <a:pt x="1134836" y="125647"/>
                    <a:pt x="1131190" y="124620"/>
                    <a:pt x="1128362" y="124620"/>
                  </a:cubicBezTo>
                  <a:cubicBezTo>
                    <a:pt x="1124025" y="124620"/>
                    <a:pt x="1121699" y="127085"/>
                    <a:pt x="1119247" y="133372"/>
                  </a:cubicBezTo>
                  <a:cubicBezTo>
                    <a:pt x="1117740" y="137234"/>
                    <a:pt x="1113968" y="139082"/>
                    <a:pt x="1109505" y="139082"/>
                  </a:cubicBezTo>
                  <a:cubicBezTo>
                    <a:pt x="1106111" y="139082"/>
                    <a:pt x="1102277" y="137973"/>
                    <a:pt x="1098883" y="135919"/>
                  </a:cubicBezTo>
                  <a:cubicBezTo>
                    <a:pt x="1093666" y="132796"/>
                    <a:pt x="1088637" y="130783"/>
                    <a:pt x="1083357" y="130783"/>
                  </a:cubicBezTo>
                  <a:cubicBezTo>
                    <a:pt x="1079271" y="130783"/>
                    <a:pt x="1075123" y="131974"/>
                    <a:pt x="1070723" y="134727"/>
                  </a:cubicBezTo>
                  <a:lnTo>
                    <a:pt x="1060918" y="136946"/>
                  </a:lnTo>
                  <a:cubicBezTo>
                    <a:pt x="1049604" y="131605"/>
                    <a:pt x="1037850" y="130167"/>
                    <a:pt x="1025970" y="130167"/>
                  </a:cubicBezTo>
                  <a:cubicBezTo>
                    <a:pt x="1013085" y="130167"/>
                    <a:pt x="1000074" y="131892"/>
                    <a:pt x="987188" y="132262"/>
                  </a:cubicBezTo>
                  <a:lnTo>
                    <a:pt x="982097" y="135015"/>
                  </a:lnTo>
                  <a:lnTo>
                    <a:pt x="986497" y="137891"/>
                  </a:lnTo>
                  <a:cubicBezTo>
                    <a:pt x="1003154" y="138877"/>
                    <a:pt x="1019873" y="139494"/>
                    <a:pt x="1036530" y="140439"/>
                  </a:cubicBezTo>
                  <a:lnTo>
                    <a:pt x="1041370" y="143356"/>
                  </a:lnTo>
                  <a:lnTo>
                    <a:pt x="1034582" y="148656"/>
                  </a:lnTo>
                  <a:cubicBezTo>
                    <a:pt x="1011514" y="149026"/>
                    <a:pt x="988886" y="148122"/>
                    <a:pt x="967515" y="157737"/>
                  </a:cubicBezTo>
                  <a:cubicBezTo>
                    <a:pt x="965252" y="158723"/>
                    <a:pt x="962800" y="159175"/>
                    <a:pt x="960223" y="159175"/>
                  </a:cubicBezTo>
                  <a:cubicBezTo>
                    <a:pt x="953058" y="159175"/>
                    <a:pt x="945075" y="155723"/>
                    <a:pt x="938475" y="151902"/>
                  </a:cubicBezTo>
                  <a:cubicBezTo>
                    <a:pt x="935019" y="149889"/>
                    <a:pt x="931813" y="149067"/>
                    <a:pt x="928859" y="149067"/>
                  </a:cubicBezTo>
                  <a:cubicBezTo>
                    <a:pt x="922259" y="149067"/>
                    <a:pt x="916790" y="153052"/>
                    <a:pt x="911573" y="156997"/>
                  </a:cubicBezTo>
                  <a:cubicBezTo>
                    <a:pt x="906985" y="160448"/>
                    <a:pt x="906294" y="163407"/>
                    <a:pt x="909814" y="168501"/>
                  </a:cubicBezTo>
                  <a:cubicBezTo>
                    <a:pt x="918550" y="181198"/>
                    <a:pt x="926282" y="187566"/>
                    <a:pt x="939167" y="187566"/>
                  </a:cubicBezTo>
                  <a:cubicBezTo>
                    <a:pt x="945893" y="187566"/>
                    <a:pt x="954001" y="185841"/>
                    <a:pt x="964435" y="182389"/>
                  </a:cubicBezTo>
                  <a:cubicBezTo>
                    <a:pt x="978137" y="177828"/>
                    <a:pt x="991086" y="176678"/>
                    <a:pt x="1004411" y="176678"/>
                  </a:cubicBezTo>
                  <a:cubicBezTo>
                    <a:pt x="1007428" y="176678"/>
                    <a:pt x="1010508" y="176760"/>
                    <a:pt x="1013588" y="176842"/>
                  </a:cubicBezTo>
                  <a:cubicBezTo>
                    <a:pt x="1021696" y="177089"/>
                    <a:pt x="1028563" y="178794"/>
                    <a:pt x="1033749" y="181999"/>
                  </a:cubicBezTo>
                  <a:lnTo>
                    <a:pt x="1036164" y="185393"/>
                  </a:lnTo>
                  <a:lnTo>
                    <a:pt x="968973" y="188902"/>
                  </a:lnTo>
                  <a:cubicBezTo>
                    <a:pt x="775955" y="200651"/>
                    <a:pt x="633143" y="215051"/>
                    <a:pt x="573949" y="232697"/>
                  </a:cubicBezTo>
                  <a:cubicBezTo>
                    <a:pt x="568244" y="241562"/>
                    <a:pt x="562647" y="250427"/>
                    <a:pt x="572603" y="259329"/>
                  </a:cubicBezTo>
                  <a:cubicBezTo>
                    <a:pt x="552529" y="270514"/>
                    <a:pt x="519161" y="274965"/>
                    <a:pt x="497418" y="269990"/>
                  </a:cubicBezTo>
                  <a:cubicBezTo>
                    <a:pt x="498764" y="265426"/>
                    <a:pt x="500056" y="260900"/>
                    <a:pt x="501347" y="256561"/>
                  </a:cubicBezTo>
                  <a:cubicBezTo>
                    <a:pt x="484556" y="250988"/>
                    <a:pt x="477075" y="259217"/>
                    <a:pt x="467495" y="266548"/>
                  </a:cubicBezTo>
                  <a:lnTo>
                    <a:pt x="484717" y="291461"/>
                  </a:lnTo>
                  <a:lnTo>
                    <a:pt x="467118" y="308817"/>
                  </a:lnTo>
                  <a:lnTo>
                    <a:pt x="439509" y="277770"/>
                  </a:lnTo>
                  <a:lnTo>
                    <a:pt x="451890" y="275575"/>
                  </a:lnTo>
                  <a:lnTo>
                    <a:pt x="441474" y="262863"/>
                  </a:lnTo>
                  <a:lnTo>
                    <a:pt x="392202" y="287084"/>
                  </a:lnTo>
                  <a:lnTo>
                    <a:pt x="393494" y="303842"/>
                  </a:lnTo>
                  <a:lnTo>
                    <a:pt x="409693" y="295650"/>
                  </a:lnTo>
                  <a:cubicBezTo>
                    <a:pt x="446129" y="321011"/>
                    <a:pt x="454201" y="325612"/>
                    <a:pt x="454363" y="330250"/>
                  </a:cubicBezTo>
                  <a:cubicBezTo>
                    <a:pt x="454578" y="336366"/>
                    <a:pt x="457982" y="340032"/>
                    <a:pt x="462442" y="342898"/>
                  </a:cubicBezTo>
                  <a:lnTo>
                    <a:pt x="468317" y="346097"/>
                  </a:lnTo>
                  <a:lnTo>
                    <a:pt x="418661" y="346207"/>
                  </a:lnTo>
                  <a:cubicBezTo>
                    <a:pt x="413570" y="346248"/>
                    <a:pt x="403136" y="346658"/>
                    <a:pt x="407724" y="351918"/>
                  </a:cubicBezTo>
                  <a:cubicBezTo>
                    <a:pt x="418347" y="364039"/>
                    <a:pt x="408981" y="363998"/>
                    <a:pt x="396850" y="364244"/>
                  </a:cubicBezTo>
                  <a:cubicBezTo>
                    <a:pt x="392765" y="364326"/>
                    <a:pt x="388616" y="365107"/>
                    <a:pt x="384719" y="366011"/>
                  </a:cubicBezTo>
                  <a:lnTo>
                    <a:pt x="379880" y="369010"/>
                  </a:lnTo>
                  <a:lnTo>
                    <a:pt x="384405" y="372010"/>
                  </a:lnTo>
                  <a:cubicBezTo>
                    <a:pt x="397731" y="375009"/>
                    <a:pt x="411181" y="377803"/>
                    <a:pt x="424569" y="380638"/>
                  </a:cubicBezTo>
                  <a:cubicBezTo>
                    <a:pt x="426895" y="377515"/>
                    <a:pt x="429598" y="376488"/>
                    <a:pt x="432301" y="376488"/>
                  </a:cubicBezTo>
                  <a:cubicBezTo>
                    <a:pt x="435004" y="376488"/>
                    <a:pt x="437895" y="377474"/>
                    <a:pt x="440786" y="378420"/>
                  </a:cubicBezTo>
                  <a:cubicBezTo>
                    <a:pt x="443677" y="379405"/>
                    <a:pt x="446569" y="380350"/>
                    <a:pt x="449272" y="380350"/>
                  </a:cubicBezTo>
                  <a:cubicBezTo>
                    <a:pt x="451535" y="380350"/>
                    <a:pt x="453609" y="379693"/>
                    <a:pt x="455558" y="377844"/>
                  </a:cubicBezTo>
                  <a:lnTo>
                    <a:pt x="469405" y="380145"/>
                  </a:lnTo>
                  <a:lnTo>
                    <a:pt x="468773" y="384203"/>
                  </a:lnTo>
                  <a:cubicBezTo>
                    <a:pt x="465262" y="388481"/>
                    <a:pt x="460176" y="392100"/>
                    <a:pt x="456893" y="395897"/>
                  </a:cubicBezTo>
                  <a:lnTo>
                    <a:pt x="471613" y="410667"/>
                  </a:lnTo>
                  <a:lnTo>
                    <a:pt x="439215" y="412112"/>
                  </a:lnTo>
                  <a:cubicBezTo>
                    <a:pt x="421427" y="412112"/>
                    <a:pt x="403639" y="410509"/>
                    <a:pt x="385725" y="404921"/>
                  </a:cubicBezTo>
                  <a:cubicBezTo>
                    <a:pt x="365737" y="398676"/>
                    <a:pt x="341537" y="398840"/>
                    <a:pt x="319978" y="393622"/>
                  </a:cubicBezTo>
                  <a:cubicBezTo>
                    <a:pt x="316521" y="397279"/>
                    <a:pt x="313001" y="398511"/>
                    <a:pt x="309167" y="398511"/>
                  </a:cubicBezTo>
                  <a:cubicBezTo>
                    <a:pt x="305333" y="398511"/>
                    <a:pt x="301499" y="397238"/>
                    <a:pt x="297727" y="395923"/>
                  </a:cubicBezTo>
                  <a:cubicBezTo>
                    <a:pt x="293956" y="394649"/>
                    <a:pt x="290247" y="393334"/>
                    <a:pt x="286790" y="393334"/>
                  </a:cubicBezTo>
                  <a:cubicBezTo>
                    <a:pt x="284905" y="393334"/>
                    <a:pt x="283145" y="393704"/>
                    <a:pt x="281448" y="394649"/>
                  </a:cubicBezTo>
                  <a:cubicBezTo>
                    <a:pt x="270825" y="400443"/>
                    <a:pt x="260391" y="402825"/>
                    <a:pt x="247883" y="402825"/>
                  </a:cubicBezTo>
                  <a:cubicBezTo>
                    <a:pt x="247317" y="402825"/>
                    <a:pt x="246751" y="402825"/>
                    <a:pt x="246186" y="402825"/>
                  </a:cubicBezTo>
                  <a:lnTo>
                    <a:pt x="237763" y="408249"/>
                  </a:lnTo>
                  <a:cubicBezTo>
                    <a:pt x="236318" y="412769"/>
                    <a:pt x="238329" y="417206"/>
                    <a:pt x="244426" y="419959"/>
                  </a:cubicBezTo>
                  <a:lnTo>
                    <a:pt x="261352" y="424869"/>
                  </a:lnTo>
                  <a:lnTo>
                    <a:pt x="234355" y="422567"/>
                  </a:lnTo>
                  <a:cubicBezTo>
                    <a:pt x="226309" y="421498"/>
                    <a:pt x="218892" y="418088"/>
                    <a:pt x="210910" y="416650"/>
                  </a:cubicBezTo>
                  <a:cubicBezTo>
                    <a:pt x="209526" y="416403"/>
                    <a:pt x="208207" y="416281"/>
                    <a:pt x="206824" y="416281"/>
                  </a:cubicBezTo>
                  <a:cubicBezTo>
                    <a:pt x="199156" y="416281"/>
                    <a:pt x="192304" y="420102"/>
                    <a:pt x="191864" y="424909"/>
                  </a:cubicBezTo>
                  <a:cubicBezTo>
                    <a:pt x="191173" y="432674"/>
                    <a:pt x="190985" y="440481"/>
                    <a:pt x="190670" y="448247"/>
                  </a:cubicBezTo>
                  <a:cubicBezTo>
                    <a:pt x="190293" y="457615"/>
                    <a:pt x="197019" y="461888"/>
                    <a:pt x="209275" y="463531"/>
                  </a:cubicBezTo>
                  <a:cubicBezTo>
                    <a:pt x="214870" y="464271"/>
                    <a:pt x="215938" y="468010"/>
                    <a:pt x="212292" y="469695"/>
                  </a:cubicBezTo>
                  <a:cubicBezTo>
                    <a:pt x="203556" y="473680"/>
                    <a:pt x="191676" y="475734"/>
                    <a:pt x="186019" y="481240"/>
                  </a:cubicBezTo>
                  <a:cubicBezTo>
                    <a:pt x="181431" y="485719"/>
                    <a:pt x="177282" y="487239"/>
                    <a:pt x="173259" y="487239"/>
                  </a:cubicBezTo>
                  <a:cubicBezTo>
                    <a:pt x="167351" y="487239"/>
                    <a:pt x="161694" y="483993"/>
                    <a:pt x="155471" y="481939"/>
                  </a:cubicBezTo>
                  <a:cubicBezTo>
                    <a:pt x="154088" y="481487"/>
                    <a:pt x="152768" y="481281"/>
                    <a:pt x="151574" y="481281"/>
                  </a:cubicBezTo>
                  <a:cubicBezTo>
                    <a:pt x="146922" y="481281"/>
                    <a:pt x="143843" y="484322"/>
                    <a:pt x="144597" y="488307"/>
                  </a:cubicBezTo>
                  <a:cubicBezTo>
                    <a:pt x="145289" y="491964"/>
                    <a:pt x="155597" y="494553"/>
                    <a:pt x="146168" y="499401"/>
                  </a:cubicBezTo>
                  <a:cubicBezTo>
                    <a:pt x="121215" y="512262"/>
                    <a:pt x="88530" y="505934"/>
                    <a:pt x="62760" y="517521"/>
                  </a:cubicBezTo>
                  <a:cubicBezTo>
                    <a:pt x="62257" y="517726"/>
                    <a:pt x="61691" y="517850"/>
                    <a:pt x="61062" y="517850"/>
                  </a:cubicBezTo>
                  <a:cubicBezTo>
                    <a:pt x="58800" y="517850"/>
                    <a:pt x="55594" y="516658"/>
                    <a:pt x="52325" y="515466"/>
                  </a:cubicBezTo>
                  <a:cubicBezTo>
                    <a:pt x="49057" y="514275"/>
                    <a:pt x="45663" y="513084"/>
                    <a:pt x="42897" y="513084"/>
                  </a:cubicBezTo>
                  <a:cubicBezTo>
                    <a:pt x="42331" y="513084"/>
                    <a:pt x="41828" y="513125"/>
                    <a:pt x="41263" y="513248"/>
                  </a:cubicBezTo>
                  <a:cubicBezTo>
                    <a:pt x="29572" y="515795"/>
                    <a:pt x="18761" y="521137"/>
                    <a:pt x="8326" y="526149"/>
                  </a:cubicBezTo>
                  <a:cubicBezTo>
                    <a:pt x="-3050" y="531614"/>
                    <a:pt x="-2862" y="544105"/>
                    <a:pt x="9458" y="549692"/>
                  </a:cubicBezTo>
                  <a:cubicBezTo>
                    <a:pt x="25234" y="556842"/>
                    <a:pt x="40571" y="565470"/>
                    <a:pt x="60685" y="565512"/>
                  </a:cubicBezTo>
                  <a:cubicBezTo>
                    <a:pt x="68794" y="565512"/>
                    <a:pt x="77656" y="566744"/>
                    <a:pt x="85764" y="566744"/>
                  </a:cubicBezTo>
                  <a:cubicBezTo>
                    <a:pt x="90416" y="566744"/>
                    <a:pt x="94815" y="566333"/>
                    <a:pt x="98713" y="565060"/>
                  </a:cubicBezTo>
                  <a:cubicBezTo>
                    <a:pt x="120020" y="557992"/>
                    <a:pt x="144346" y="559143"/>
                    <a:pt x="164208" y="551172"/>
                  </a:cubicBezTo>
                  <a:cubicBezTo>
                    <a:pt x="179419" y="545091"/>
                    <a:pt x="196327" y="545995"/>
                    <a:pt x="211853" y="539996"/>
                  </a:cubicBezTo>
                  <a:cubicBezTo>
                    <a:pt x="217447" y="537818"/>
                    <a:pt x="222538" y="536750"/>
                    <a:pt x="227126" y="536750"/>
                  </a:cubicBezTo>
                  <a:cubicBezTo>
                    <a:pt x="240012" y="536750"/>
                    <a:pt x="249314" y="545091"/>
                    <a:pt x="257611" y="560868"/>
                  </a:cubicBezTo>
                  <a:cubicBezTo>
                    <a:pt x="261697" y="568634"/>
                    <a:pt x="271376" y="573318"/>
                    <a:pt x="282125" y="573318"/>
                  </a:cubicBezTo>
                  <a:cubicBezTo>
                    <a:pt x="285582" y="573318"/>
                    <a:pt x="289102" y="572825"/>
                    <a:pt x="292622" y="571839"/>
                  </a:cubicBezTo>
                  <a:cubicBezTo>
                    <a:pt x="298404" y="570195"/>
                    <a:pt x="303873" y="566498"/>
                    <a:pt x="309592" y="566415"/>
                  </a:cubicBezTo>
                  <a:cubicBezTo>
                    <a:pt x="338254" y="566046"/>
                    <a:pt x="366916" y="565676"/>
                    <a:pt x="395579" y="565676"/>
                  </a:cubicBezTo>
                  <a:lnTo>
                    <a:pt x="401461" y="565726"/>
                  </a:lnTo>
                  <a:lnTo>
                    <a:pt x="417215" y="569272"/>
                  </a:lnTo>
                  <a:cubicBezTo>
                    <a:pt x="418410" y="569806"/>
                    <a:pt x="419981" y="570012"/>
                    <a:pt x="421678" y="570012"/>
                  </a:cubicBezTo>
                  <a:lnTo>
                    <a:pt x="438929" y="566043"/>
                  </a:lnTo>
                  <a:lnTo>
                    <a:pt x="444103" y="566087"/>
                  </a:lnTo>
                  <a:cubicBezTo>
                    <a:pt x="458434" y="566333"/>
                    <a:pt x="469937" y="576400"/>
                    <a:pt x="485085" y="576400"/>
                  </a:cubicBezTo>
                  <a:cubicBezTo>
                    <a:pt x="487222" y="576400"/>
                    <a:pt x="489359" y="576194"/>
                    <a:pt x="491622" y="575783"/>
                  </a:cubicBezTo>
                  <a:cubicBezTo>
                    <a:pt x="497027" y="582111"/>
                    <a:pt x="501993" y="588685"/>
                    <a:pt x="507964" y="594766"/>
                  </a:cubicBezTo>
                  <a:lnTo>
                    <a:pt x="523594" y="602458"/>
                  </a:lnTo>
                  <a:lnTo>
                    <a:pt x="510870" y="609169"/>
                  </a:lnTo>
                  <a:cubicBezTo>
                    <a:pt x="507036" y="612497"/>
                    <a:pt x="503642" y="613606"/>
                    <a:pt x="500311" y="613606"/>
                  </a:cubicBezTo>
                  <a:cubicBezTo>
                    <a:pt x="495282" y="613606"/>
                    <a:pt x="490442" y="611059"/>
                    <a:pt x="484534" y="609621"/>
                  </a:cubicBezTo>
                  <a:cubicBezTo>
                    <a:pt x="480197" y="608552"/>
                    <a:pt x="475168" y="607525"/>
                    <a:pt x="470391" y="607525"/>
                  </a:cubicBezTo>
                  <a:cubicBezTo>
                    <a:pt x="463540" y="607525"/>
                    <a:pt x="457191" y="609662"/>
                    <a:pt x="454049" y="616893"/>
                  </a:cubicBezTo>
                  <a:lnTo>
                    <a:pt x="448832" y="618126"/>
                  </a:lnTo>
                  <a:lnTo>
                    <a:pt x="445543" y="624643"/>
                  </a:lnTo>
                  <a:lnTo>
                    <a:pt x="432028" y="622686"/>
                  </a:lnTo>
                  <a:lnTo>
                    <a:pt x="440683" y="603394"/>
                  </a:lnTo>
                  <a:lnTo>
                    <a:pt x="396790" y="613204"/>
                  </a:lnTo>
                  <a:cubicBezTo>
                    <a:pt x="389107" y="618469"/>
                    <a:pt x="388031" y="624425"/>
                    <a:pt x="391826" y="627324"/>
                  </a:cubicBezTo>
                  <a:cubicBezTo>
                    <a:pt x="396454" y="630878"/>
                    <a:pt x="392740" y="640865"/>
                    <a:pt x="392740" y="651002"/>
                  </a:cubicBezTo>
                  <a:cubicBezTo>
                    <a:pt x="374496" y="643895"/>
                    <a:pt x="356467" y="648608"/>
                    <a:pt x="339406" y="654930"/>
                  </a:cubicBezTo>
                  <a:lnTo>
                    <a:pt x="331225" y="644868"/>
                  </a:lnTo>
                  <a:lnTo>
                    <a:pt x="310061" y="655024"/>
                  </a:lnTo>
                  <a:lnTo>
                    <a:pt x="327781" y="661401"/>
                  </a:lnTo>
                  <a:lnTo>
                    <a:pt x="338372" y="673563"/>
                  </a:lnTo>
                  <a:lnTo>
                    <a:pt x="365454" y="671725"/>
                  </a:lnTo>
                  <a:lnTo>
                    <a:pt x="366596" y="673691"/>
                  </a:lnTo>
                  <a:lnTo>
                    <a:pt x="338617" y="673844"/>
                  </a:lnTo>
                  <a:lnTo>
                    <a:pt x="338372" y="673563"/>
                  </a:lnTo>
                  <a:lnTo>
                    <a:pt x="337899" y="673595"/>
                  </a:lnTo>
                  <a:lnTo>
                    <a:pt x="338327" y="673846"/>
                  </a:lnTo>
                  <a:lnTo>
                    <a:pt x="294333" y="674088"/>
                  </a:lnTo>
                  <a:cubicBezTo>
                    <a:pt x="293830" y="674088"/>
                    <a:pt x="293327" y="674088"/>
                    <a:pt x="292824" y="674088"/>
                  </a:cubicBezTo>
                  <a:cubicBezTo>
                    <a:pt x="287922" y="674088"/>
                    <a:pt x="282956" y="673882"/>
                    <a:pt x="277990" y="673636"/>
                  </a:cubicBezTo>
                  <a:cubicBezTo>
                    <a:pt x="272962" y="673430"/>
                    <a:pt x="267934" y="673184"/>
                    <a:pt x="262968" y="673184"/>
                  </a:cubicBezTo>
                  <a:cubicBezTo>
                    <a:pt x="250271" y="673184"/>
                    <a:pt x="237826" y="674704"/>
                    <a:pt x="226512" y="681606"/>
                  </a:cubicBezTo>
                  <a:cubicBezTo>
                    <a:pt x="225381" y="682305"/>
                    <a:pt x="223558" y="682470"/>
                    <a:pt x="221609" y="682470"/>
                  </a:cubicBezTo>
                  <a:cubicBezTo>
                    <a:pt x="220918" y="682470"/>
                    <a:pt x="220101" y="682428"/>
                    <a:pt x="219347" y="682428"/>
                  </a:cubicBezTo>
                  <a:cubicBezTo>
                    <a:pt x="218530" y="682387"/>
                    <a:pt x="217775" y="682387"/>
                    <a:pt x="217021" y="682387"/>
                  </a:cubicBezTo>
                  <a:cubicBezTo>
                    <a:pt x="216015" y="682387"/>
                    <a:pt x="214947" y="682428"/>
                    <a:pt x="214004" y="682552"/>
                  </a:cubicBezTo>
                  <a:cubicBezTo>
                    <a:pt x="209478" y="683209"/>
                    <a:pt x="204890" y="683373"/>
                    <a:pt x="200238" y="683373"/>
                  </a:cubicBezTo>
                  <a:cubicBezTo>
                    <a:pt x="197724" y="683373"/>
                    <a:pt x="195210" y="683332"/>
                    <a:pt x="192696" y="683291"/>
                  </a:cubicBezTo>
                  <a:cubicBezTo>
                    <a:pt x="190119" y="683209"/>
                    <a:pt x="187605" y="683168"/>
                    <a:pt x="185090" y="683168"/>
                  </a:cubicBezTo>
                  <a:cubicBezTo>
                    <a:pt x="175788" y="683168"/>
                    <a:pt x="166611" y="683825"/>
                    <a:pt x="157874" y="687770"/>
                  </a:cubicBezTo>
                  <a:cubicBezTo>
                    <a:pt x="149640" y="691468"/>
                    <a:pt x="140778" y="692002"/>
                    <a:pt x="131726" y="692002"/>
                  </a:cubicBezTo>
                  <a:cubicBezTo>
                    <a:pt x="129840" y="692002"/>
                    <a:pt x="127955" y="691961"/>
                    <a:pt x="126069" y="691961"/>
                  </a:cubicBezTo>
                  <a:cubicBezTo>
                    <a:pt x="124120" y="691920"/>
                    <a:pt x="122172" y="691920"/>
                    <a:pt x="120286" y="691920"/>
                  </a:cubicBezTo>
                  <a:cubicBezTo>
                    <a:pt x="114127" y="691920"/>
                    <a:pt x="108093" y="692166"/>
                    <a:pt x="102247" y="693481"/>
                  </a:cubicBezTo>
                  <a:lnTo>
                    <a:pt x="97282" y="696398"/>
                  </a:lnTo>
                  <a:lnTo>
                    <a:pt x="105893" y="701329"/>
                  </a:lnTo>
                  <a:cubicBezTo>
                    <a:pt x="108344" y="701534"/>
                    <a:pt x="110795" y="701575"/>
                    <a:pt x="113309" y="701575"/>
                  </a:cubicBezTo>
                  <a:cubicBezTo>
                    <a:pt x="115007" y="701575"/>
                    <a:pt x="116641" y="701534"/>
                    <a:pt x="118338" y="701534"/>
                  </a:cubicBezTo>
                  <a:cubicBezTo>
                    <a:pt x="120098" y="701493"/>
                    <a:pt x="121795" y="701493"/>
                    <a:pt x="123492" y="701493"/>
                  </a:cubicBezTo>
                  <a:cubicBezTo>
                    <a:pt x="128395" y="701493"/>
                    <a:pt x="133172" y="701740"/>
                    <a:pt x="137572" y="702849"/>
                  </a:cubicBezTo>
                  <a:cubicBezTo>
                    <a:pt x="143669" y="704369"/>
                    <a:pt x="149074" y="707451"/>
                    <a:pt x="154668" y="707451"/>
                  </a:cubicBezTo>
                  <a:cubicBezTo>
                    <a:pt x="157874" y="707451"/>
                    <a:pt x="161079" y="706465"/>
                    <a:pt x="164599" y="703671"/>
                  </a:cubicBezTo>
                  <a:cubicBezTo>
                    <a:pt x="177422" y="708560"/>
                    <a:pt x="190119" y="713737"/>
                    <a:pt x="203318" y="718010"/>
                  </a:cubicBezTo>
                  <a:cubicBezTo>
                    <a:pt x="203507" y="718092"/>
                    <a:pt x="203696" y="718092"/>
                    <a:pt x="203947" y="718092"/>
                  </a:cubicBezTo>
                  <a:cubicBezTo>
                    <a:pt x="206210" y="718092"/>
                    <a:pt x="210421" y="715257"/>
                    <a:pt x="213375" y="713696"/>
                  </a:cubicBezTo>
                  <a:cubicBezTo>
                    <a:pt x="218467" y="711067"/>
                    <a:pt x="224186" y="710491"/>
                    <a:pt x="230032" y="710491"/>
                  </a:cubicBezTo>
                  <a:cubicBezTo>
                    <a:pt x="232169" y="710491"/>
                    <a:pt x="234369" y="710574"/>
                    <a:pt x="236506" y="710656"/>
                  </a:cubicBezTo>
                  <a:cubicBezTo>
                    <a:pt x="238706" y="710738"/>
                    <a:pt x="240843" y="710820"/>
                    <a:pt x="242980" y="710820"/>
                  </a:cubicBezTo>
                  <a:lnTo>
                    <a:pt x="258036" y="707179"/>
                  </a:lnTo>
                  <a:lnTo>
                    <a:pt x="258255" y="710449"/>
                  </a:lnTo>
                  <a:cubicBezTo>
                    <a:pt x="259968" y="712873"/>
                    <a:pt x="263394" y="714640"/>
                    <a:pt x="269113" y="715153"/>
                  </a:cubicBezTo>
                  <a:lnTo>
                    <a:pt x="274959" y="716633"/>
                  </a:lnTo>
                  <a:lnTo>
                    <a:pt x="279422" y="719879"/>
                  </a:lnTo>
                  <a:lnTo>
                    <a:pt x="275839" y="722632"/>
                  </a:lnTo>
                  <a:cubicBezTo>
                    <a:pt x="259120" y="723741"/>
                    <a:pt x="242337" y="724357"/>
                    <a:pt x="225617" y="725590"/>
                  </a:cubicBezTo>
                  <a:cubicBezTo>
                    <a:pt x="220212" y="726001"/>
                    <a:pt x="216566" y="731753"/>
                    <a:pt x="210972" y="731753"/>
                  </a:cubicBezTo>
                  <a:cubicBezTo>
                    <a:pt x="209150" y="731753"/>
                    <a:pt x="207076" y="731136"/>
                    <a:pt x="204687" y="729534"/>
                  </a:cubicBezTo>
                  <a:cubicBezTo>
                    <a:pt x="199030" y="725713"/>
                    <a:pt x="192556" y="724973"/>
                    <a:pt x="185830" y="724973"/>
                  </a:cubicBezTo>
                  <a:cubicBezTo>
                    <a:pt x="183693" y="724973"/>
                    <a:pt x="181556" y="725055"/>
                    <a:pt x="179356" y="725138"/>
                  </a:cubicBezTo>
                  <a:cubicBezTo>
                    <a:pt x="177219" y="725220"/>
                    <a:pt x="175019" y="725302"/>
                    <a:pt x="172882" y="725302"/>
                  </a:cubicBezTo>
                  <a:cubicBezTo>
                    <a:pt x="167036" y="725302"/>
                    <a:pt x="161317" y="724727"/>
                    <a:pt x="156225" y="722097"/>
                  </a:cubicBezTo>
                  <a:cubicBezTo>
                    <a:pt x="153271" y="720536"/>
                    <a:pt x="149060" y="717701"/>
                    <a:pt x="146797" y="717701"/>
                  </a:cubicBezTo>
                  <a:cubicBezTo>
                    <a:pt x="146546" y="717701"/>
                    <a:pt x="146357" y="717701"/>
                    <a:pt x="146168" y="717783"/>
                  </a:cubicBezTo>
                  <a:cubicBezTo>
                    <a:pt x="132969" y="722056"/>
                    <a:pt x="120272" y="727233"/>
                    <a:pt x="107449" y="732123"/>
                  </a:cubicBezTo>
                  <a:cubicBezTo>
                    <a:pt x="103929" y="729329"/>
                    <a:pt x="100724" y="728343"/>
                    <a:pt x="97518" y="728343"/>
                  </a:cubicBezTo>
                  <a:cubicBezTo>
                    <a:pt x="91924" y="728343"/>
                    <a:pt x="86519" y="731424"/>
                    <a:pt x="80422" y="732944"/>
                  </a:cubicBezTo>
                  <a:cubicBezTo>
                    <a:pt x="76022" y="734054"/>
                    <a:pt x="71245" y="734300"/>
                    <a:pt x="66342" y="734300"/>
                  </a:cubicBezTo>
                  <a:cubicBezTo>
                    <a:pt x="64645" y="734300"/>
                    <a:pt x="62948" y="734300"/>
                    <a:pt x="61188" y="734259"/>
                  </a:cubicBezTo>
                  <a:cubicBezTo>
                    <a:pt x="59491" y="734259"/>
                    <a:pt x="57857" y="734218"/>
                    <a:pt x="56159" y="734218"/>
                  </a:cubicBezTo>
                  <a:cubicBezTo>
                    <a:pt x="53645" y="734218"/>
                    <a:pt x="51194" y="734259"/>
                    <a:pt x="48743" y="734465"/>
                  </a:cubicBezTo>
                  <a:lnTo>
                    <a:pt x="40132" y="739395"/>
                  </a:lnTo>
                  <a:lnTo>
                    <a:pt x="45097" y="742312"/>
                  </a:lnTo>
                  <a:cubicBezTo>
                    <a:pt x="50943" y="743627"/>
                    <a:pt x="56977" y="743874"/>
                    <a:pt x="63136" y="743874"/>
                  </a:cubicBezTo>
                  <a:cubicBezTo>
                    <a:pt x="65022" y="743874"/>
                    <a:pt x="66970" y="743874"/>
                    <a:pt x="68919" y="743833"/>
                  </a:cubicBezTo>
                  <a:cubicBezTo>
                    <a:pt x="70805" y="743833"/>
                    <a:pt x="72690" y="743791"/>
                    <a:pt x="74576" y="743791"/>
                  </a:cubicBezTo>
                  <a:cubicBezTo>
                    <a:pt x="83628" y="743791"/>
                    <a:pt x="92490" y="744326"/>
                    <a:pt x="100724" y="748024"/>
                  </a:cubicBezTo>
                  <a:cubicBezTo>
                    <a:pt x="109461" y="751968"/>
                    <a:pt x="118638" y="752625"/>
                    <a:pt x="127940" y="752625"/>
                  </a:cubicBezTo>
                  <a:cubicBezTo>
                    <a:pt x="130455" y="752625"/>
                    <a:pt x="132969" y="752584"/>
                    <a:pt x="135546" y="752502"/>
                  </a:cubicBezTo>
                  <a:cubicBezTo>
                    <a:pt x="138060" y="752461"/>
                    <a:pt x="140574" y="752420"/>
                    <a:pt x="143088" y="752420"/>
                  </a:cubicBezTo>
                  <a:cubicBezTo>
                    <a:pt x="147740" y="752420"/>
                    <a:pt x="152328" y="752584"/>
                    <a:pt x="156854" y="753242"/>
                  </a:cubicBezTo>
                  <a:cubicBezTo>
                    <a:pt x="157797" y="753365"/>
                    <a:pt x="158865" y="753406"/>
                    <a:pt x="159871" y="753406"/>
                  </a:cubicBezTo>
                  <a:cubicBezTo>
                    <a:pt x="160625" y="753406"/>
                    <a:pt x="161380" y="753406"/>
                    <a:pt x="162197" y="753365"/>
                  </a:cubicBezTo>
                  <a:cubicBezTo>
                    <a:pt x="162951" y="753365"/>
                    <a:pt x="163768" y="753324"/>
                    <a:pt x="164459" y="753324"/>
                  </a:cubicBezTo>
                  <a:cubicBezTo>
                    <a:pt x="166408" y="753324"/>
                    <a:pt x="168231" y="753488"/>
                    <a:pt x="169362" y="754187"/>
                  </a:cubicBezTo>
                  <a:cubicBezTo>
                    <a:pt x="180676" y="761090"/>
                    <a:pt x="193121" y="762610"/>
                    <a:pt x="205819" y="762610"/>
                  </a:cubicBezTo>
                  <a:cubicBezTo>
                    <a:pt x="210784" y="762610"/>
                    <a:pt x="215812" y="762363"/>
                    <a:pt x="220840" y="762158"/>
                  </a:cubicBezTo>
                  <a:cubicBezTo>
                    <a:pt x="225806" y="761912"/>
                    <a:pt x="230772" y="761706"/>
                    <a:pt x="235674" y="761706"/>
                  </a:cubicBezTo>
                  <a:cubicBezTo>
                    <a:pt x="236177" y="761706"/>
                    <a:pt x="236680" y="761706"/>
                    <a:pt x="237183" y="761706"/>
                  </a:cubicBezTo>
                  <a:lnTo>
                    <a:pt x="374940" y="762463"/>
                  </a:lnTo>
                  <a:lnTo>
                    <a:pt x="373258" y="763929"/>
                  </a:lnTo>
                  <a:cubicBezTo>
                    <a:pt x="385260" y="765949"/>
                    <a:pt x="396481" y="766716"/>
                    <a:pt x="407164" y="765907"/>
                  </a:cubicBezTo>
                  <a:lnTo>
                    <a:pt x="420276" y="762712"/>
                  </a:lnTo>
                  <a:lnTo>
                    <a:pt x="442923" y="762836"/>
                  </a:lnTo>
                  <a:lnTo>
                    <a:pt x="464266" y="779677"/>
                  </a:lnTo>
                  <a:lnTo>
                    <a:pt x="463997" y="780238"/>
                  </a:lnTo>
                  <a:lnTo>
                    <a:pt x="464353" y="780233"/>
                  </a:lnTo>
                  <a:lnTo>
                    <a:pt x="460885" y="788331"/>
                  </a:lnTo>
                  <a:cubicBezTo>
                    <a:pt x="459880" y="795768"/>
                    <a:pt x="455857" y="799589"/>
                    <a:pt x="445675" y="799712"/>
                  </a:cubicBezTo>
                  <a:cubicBezTo>
                    <a:pt x="428578" y="799959"/>
                    <a:pt x="411481" y="799877"/>
                    <a:pt x="394447" y="800575"/>
                  </a:cubicBezTo>
                  <a:cubicBezTo>
                    <a:pt x="391179" y="800698"/>
                    <a:pt x="385396" y="804150"/>
                    <a:pt x="385648" y="805711"/>
                  </a:cubicBezTo>
                  <a:cubicBezTo>
                    <a:pt x="386151" y="809820"/>
                    <a:pt x="389105" y="813847"/>
                    <a:pt x="391682" y="817668"/>
                  </a:cubicBezTo>
                  <a:lnTo>
                    <a:pt x="396899" y="818900"/>
                  </a:lnTo>
                  <a:cubicBezTo>
                    <a:pt x="400041" y="826132"/>
                    <a:pt x="406390" y="828268"/>
                    <a:pt x="413241" y="828268"/>
                  </a:cubicBezTo>
                  <a:cubicBezTo>
                    <a:pt x="418018" y="828268"/>
                    <a:pt x="423047" y="827241"/>
                    <a:pt x="427384" y="826173"/>
                  </a:cubicBezTo>
                  <a:cubicBezTo>
                    <a:pt x="433292" y="824735"/>
                    <a:pt x="438132" y="822187"/>
                    <a:pt x="443161" y="822187"/>
                  </a:cubicBezTo>
                  <a:cubicBezTo>
                    <a:pt x="446492" y="822187"/>
                    <a:pt x="449886" y="823297"/>
                    <a:pt x="453720" y="826625"/>
                  </a:cubicBezTo>
                  <a:cubicBezTo>
                    <a:pt x="458937" y="831144"/>
                    <a:pt x="466354" y="835048"/>
                    <a:pt x="473897" y="837266"/>
                  </a:cubicBezTo>
                  <a:cubicBezTo>
                    <a:pt x="486845" y="841129"/>
                    <a:pt x="486908" y="842772"/>
                    <a:pt x="473897" y="846634"/>
                  </a:cubicBezTo>
                  <a:cubicBezTo>
                    <a:pt x="466417" y="848853"/>
                    <a:pt x="460383" y="853578"/>
                    <a:pt x="453657" y="857153"/>
                  </a:cubicBezTo>
                  <a:lnTo>
                    <a:pt x="424060" y="869871"/>
                  </a:lnTo>
                  <a:lnTo>
                    <a:pt x="380682" y="869498"/>
                  </a:lnTo>
                  <a:lnTo>
                    <a:pt x="364528" y="865782"/>
                  </a:lnTo>
                  <a:cubicBezTo>
                    <a:pt x="362831" y="865782"/>
                    <a:pt x="361260" y="865987"/>
                    <a:pt x="360065" y="866521"/>
                  </a:cubicBezTo>
                  <a:lnTo>
                    <a:pt x="358738" y="866820"/>
                  </a:lnTo>
                  <a:lnTo>
                    <a:pt x="349772" y="863955"/>
                  </a:lnTo>
                  <a:cubicBezTo>
                    <a:pt x="346252" y="862968"/>
                    <a:pt x="342732" y="862475"/>
                    <a:pt x="339275" y="862475"/>
                  </a:cubicBezTo>
                  <a:cubicBezTo>
                    <a:pt x="328526" y="862475"/>
                    <a:pt x="318847" y="867159"/>
                    <a:pt x="314761" y="874925"/>
                  </a:cubicBezTo>
                  <a:lnTo>
                    <a:pt x="314170" y="875712"/>
                  </a:lnTo>
                  <a:lnTo>
                    <a:pt x="299913" y="877902"/>
                  </a:lnTo>
                  <a:cubicBezTo>
                    <a:pt x="297524" y="878519"/>
                    <a:pt x="295764" y="883203"/>
                    <a:pt x="296204" y="885709"/>
                  </a:cubicBezTo>
                  <a:lnTo>
                    <a:pt x="301976" y="891922"/>
                  </a:lnTo>
                  <a:lnTo>
                    <a:pt x="301240" y="892901"/>
                  </a:lnTo>
                  <a:cubicBezTo>
                    <a:pt x="296266" y="896958"/>
                    <a:pt x="290719" y="899043"/>
                    <a:pt x="284276" y="899043"/>
                  </a:cubicBezTo>
                  <a:cubicBezTo>
                    <a:pt x="279688" y="899043"/>
                    <a:pt x="274597" y="897975"/>
                    <a:pt x="269003" y="895798"/>
                  </a:cubicBezTo>
                  <a:cubicBezTo>
                    <a:pt x="253477" y="889799"/>
                    <a:pt x="236569" y="890703"/>
                    <a:pt x="221358" y="884622"/>
                  </a:cubicBezTo>
                  <a:cubicBezTo>
                    <a:pt x="201496" y="876651"/>
                    <a:pt x="177170" y="877801"/>
                    <a:pt x="155863" y="870734"/>
                  </a:cubicBezTo>
                  <a:cubicBezTo>
                    <a:pt x="151965" y="869460"/>
                    <a:pt x="147566" y="869049"/>
                    <a:pt x="142914" y="869049"/>
                  </a:cubicBezTo>
                  <a:cubicBezTo>
                    <a:pt x="134806" y="869049"/>
                    <a:pt x="125944" y="870282"/>
                    <a:pt x="117835" y="870282"/>
                  </a:cubicBezTo>
                  <a:cubicBezTo>
                    <a:pt x="97721" y="870323"/>
                    <a:pt x="82384" y="878951"/>
                    <a:pt x="66608" y="886101"/>
                  </a:cubicBezTo>
                  <a:cubicBezTo>
                    <a:pt x="54288" y="891689"/>
                    <a:pt x="54100" y="904180"/>
                    <a:pt x="65476" y="909644"/>
                  </a:cubicBezTo>
                  <a:cubicBezTo>
                    <a:pt x="75911" y="914657"/>
                    <a:pt x="86722" y="919998"/>
                    <a:pt x="98413" y="922546"/>
                  </a:cubicBezTo>
                  <a:cubicBezTo>
                    <a:pt x="98978" y="922669"/>
                    <a:pt x="99481" y="922710"/>
                    <a:pt x="100047" y="922710"/>
                  </a:cubicBezTo>
                  <a:cubicBezTo>
                    <a:pt x="102813" y="922710"/>
                    <a:pt x="106207" y="921518"/>
                    <a:pt x="109475" y="920327"/>
                  </a:cubicBezTo>
                  <a:cubicBezTo>
                    <a:pt x="112744" y="919136"/>
                    <a:pt x="115950" y="917944"/>
                    <a:pt x="118212" y="917944"/>
                  </a:cubicBezTo>
                  <a:cubicBezTo>
                    <a:pt x="118841" y="917944"/>
                    <a:pt x="119407" y="918067"/>
                    <a:pt x="119910" y="918272"/>
                  </a:cubicBezTo>
                  <a:cubicBezTo>
                    <a:pt x="145680" y="929859"/>
                    <a:pt x="178365" y="923532"/>
                    <a:pt x="203318" y="936392"/>
                  </a:cubicBezTo>
                  <a:cubicBezTo>
                    <a:pt x="212747" y="941241"/>
                    <a:pt x="202439" y="943829"/>
                    <a:pt x="201747" y="947486"/>
                  </a:cubicBezTo>
                  <a:cubicBezTo>
                    <a:pt x="200993" y="951471"/>
                    <a:pt x="204072" y="954512"/>
                    <a:pt x="208724" y="954512"/>
                  </a:cubicBezTo>
                  <a:cubicBezTo>
                    <a:pt x="209918" y="954512"/>
                    <a:pt x="211238" y="954307"/>
                    <a:pt x="212621" y="953855"/>
                  </a:cubicBezTo>
                  <a:cubicBezTo>
                    <a:pt x="218844" y="951800"/>
                    <a:pt x="224501" y="948554"/>
                    <a:pt x="230409" y="948554"/>
                  </a:cubicBezTo>
                  <a:cubicBezTo>
                    <a:pt x="234432" y="948554"/>
                    <a:pt x="238581" y="950075"/>
                    <a:pt x="243169" y="954553"/>
                  </a:cubicBezTo>
                  <a:cubicBezTo>
                    <a:pt x="248826" y="960059"/>
                    <a:pt x="260706" y="962113"/>
                    <a:pt x="269442" y="966099"/>
                  </a:cubicBezTo>
                  <a:cubicBezTo>
                    <a:pt x="273088" y="967784"/>
                    <a:pt x="272020" y="971522"/>
                    <a:pt x="266425" y="972262"/>
                  </a:cubicBezTo>
                  <a:cubicBezTo>
                    <a:pt x="254169" y="973906"/>
                    <a:pt x="247443" y="978179"/>
                    <a:pt x="247820" y="987547"/>
                  </a:cubicBezTo>
                  <a:lnTo>
                    <a:pt x="248759" y="1005893"/>
                  </a:lnTo>
                  <a:lnTo>
                    <a:pt x="244349" y="1005768"/>
                  </a:lnTo>
                  <a:cubicBezTo>
                    <a:pt x="224675" y="1005768"/>
                    <a:pt x="205316" y="1007658"/>
                    <a:pt x="187276" y="1015834"/>
                  </a:cubicBezTo>
                  <a:cubicBezTo>
                    <a:pt x="181179" y="1018587"/>
                    <a:pt x="179168" y="1023024"/>
                    <a:pt x="180613" y="1027544"/>
                  </a:cubicBezTo>
                  <a:lnTo>
                    <a:pt x="189036" y="1032968"/>
                  </a:lnTo>
                  <a:cubicBezTo>
                    <a:pt x="189601" y="1032968"/>
                    <a:pt x="190167" y="1032968"/>
                    <a:pt x="190733" y="1032968"/>
                  </a:cubicBezTo>
                  <a:cubicBezTo>
                    <a:pt x="203241" y="1032968"/>
                    <a:pt x="213675" y="1035351"/>
                    <a:pt x="224298" y="1041145"/>
                  </a:cubicBezTo>
                  <a:cubicBezTo>
                    <a:pt x="225995" y="1042089"/>
                    <a:pt x="227755" y="1042459"/>
                    <a:pt x="229640" y="1042459"/>
                  </a:cubicBezTo>
                  <a:cubicBezTo>
                    <a:pt x="233097" y="1042459"/>
                    <a:pt x="236806" y="1041145"/>
                    <a:pt x="240577" y="1039871"/>
                  </a:cubicBezTo>
                  <a:cubicBezTo>
                    <a:pt x="244349" y="1038556"/>
                    <a:pt x="248183" y="1037282"/>
                    <a:pt x="252017" y="1037282"/>
                  </a:cubicBezTo>
                  <a:cubicBezTo>
                    <a:pt x="255851" y="1037282"/>
                    <a:pt x="259371" y="1038515"/>
                    <a:pt x="262828" y="1042172"/>
                  </a:cubicBezTo>
                  <a:cubicBezTo>
                    <a:pt x="284387" y="1036953"/>
                    <a:pt x="308587" y="1037118"/>
                    <a:pt x="328575" y="1030872"/>
                  </a:cubicBezTo>
                  <a:cubicBezTo>
                    <a:pt x="346489" y="1025284"/>
                    <a:pt x="364277" y="1023682"/>
                    <a:pt x="382065" y="1023682"/>
                  </a:cubicBezTo>
                  <a:cubicBezTo>
                    <a:pt x="401676" y="1023682"/>
                    <a:pt x="421287" y="1025613"/>
                    <a:pt x="441023" y="1026312"/>
                  </a:cubicBezTo>
                  <a:cubicBezTo>
                    <a:pt x="443789" y="1026394"/>
                    <a:pt x="447246" y="1033666"/>
                    <a:pt x="448189" y="1037816"/>
                  </a:cubicBezTo>
                  <a:cubicBezTo>
                    <a:pt x="449069" y="1042048"/>
                    <a:pt x="450577" y="1047308"/>
                    <a:pt x="443663" y="1050430"/>
                  </a:cubicBezTo>
                  <a:lnTo>
                    <a:pt x="398408" y="1057949"/>
                  </a:lnTo>
                  <a:cubicBezTo>
                    <a:pt x="396459" y="1056101"/>
                    <a:pt x="394385" y="1055443"/>
                    <a:pt x="392122" y="1055443"/>
                  </a:cubicBezTo>
                  <a:cubicBezTo>
                    <a:pt x="389419" y="1055443"/>
                    <a:pt x="386527" y="1056388"/>
                    <a:pt x="383636" y="1057374"/>
                  </a:cubicBezTo>
                  <a:cubicBezTo>
                    <a:pt x="380745" y="1058319"/>
                    <a:pt x="377854" y="1059305"/>
                    <a:pt x="375151" y="1059305"/>
                  </a:cubicBezTo>
                  <a:cubicBezTo>
                    <a:pt x="372448" y="1059305"/>
                    <a:pt x="369745" y="1058278"/>
                    <a:pt x="367419" y="1055155"/>
                  </a:cubicBezTo>
                  <a:cubicBezTo>
                    <a:pt x="354031" y="1057990"/>
                    <a:pt x="340581" y="1060784"/>
                    <a:pt x="327255" y="1063784"/>
                  </a:cubicBezTo>
                  <a:lnTo>
                    <a:pt x="322730" y="1066783"/>
                  </a:lnTo>
                  <a:lnTo>
                    <a:pt x="327569" y="1069783"/>
                  </a:lnTo>
                  <a:cubicBezTo>
                    <a:pt x="331466" y="1070686"/>
                    <a:pt x="335615" y="1071467"/>
                    <a:pt x="339700" y="1071550"/>
                  </a:cubicBezTo>
                  <a:cubicBezTo>
                    <a:pt x="351831" y="1071796"/>
                    <a:pt x="361197" y="1071755"/>
                    <a:pt x="350574" y="1083876"/>
                  </a:cubicBezTo>
                  <a:cubicBezTo>
                    <a:pt x="345986" y="1089135"/>
                    <a:pt x="356420" y="1089546"/>
                    <a:pt x="361511" y="1089587"/>
                  </a:cubicBezTo>
                  <a:lnTo>
                    <a:pt x="494135" y="1089880"/>
                  </a:lnTo>
                  <a:lnTo>
                    <a:pt x="488323" y="1096090"/>
                  </a:lnTo>
                  <a:lnTo>
                    <a:pt x="493489" y="1106489"/>
                  </a:lnTo>
                  <a:lnTo>
                    <a:pt x="467979" y="1109818"/>
                  </a:lnTo>
                  <a:cubicBezTo>
                    <a:pt x="493974" y="1110716"/>
                    <a:pt x="574326" y="1109594"/>
                    <a:pt x="552475" y="1129494"/>
                  </a:cubicBezTo>
                  <a:cubicBezTo>
                    <a:pt x="524597" y="1154854"/>
                    <a:pt x="496988" y="1155041"/>
                    <a:pt x="492198" y="1156014"/>
                  </a:cubicBezTo>
                  <a:lnTo>
                    <a:pt x="492606" y="1156401"/>
                  </a:lnTo>
                  <a:lnTo>
                    <a:pt x="492844" y="1156051"/>
                  </a:lnTo>
                  <a:lnTo>
                    <a:pt x="493382" y="1157136"/>
                  </a:lnTo>
                  <a:lnTo>
                    <a:pt x="492606" y="1156401"/>
                  </a:lnTo>
                  <a:lnTo>
                    <a:pt x="485013" y="1167568"/>
                  </a:lnTo>
                  <a:lnTo>
                    <a:pt x="498881" y="1177946"/>
                  </a:lnTo>
                  <a:lnTo>
                    <a:pt x="498871" y="1177896"/>
                  </a:lnTo>
                  <a:lnTo>
                    <a:pt x="500717" y="1177370"/>
                  </a:lnTo>
                  <a:lnTo>
                    <a:pt x="508774" y="1170864"/>
                  </a:lnTo>
                  <a:lnTo>
                    <a:pt x="511734" y="1174231"/>
                  </a:lnTo>
                  <a:lnTo>
                    <a:pt x="500717" y="1177370"/>
                  </a:lnTo>
                  <a:lnTo>
                    <a:pt x="499464" y="1178382"/>
                  </a:lnTo>
                  <a:lnTo>
                    <a:pt x="498881" y="1177946"/>
                  </a:lnTo>
                  <a:lnTo>
                    <a:pt x="501185" y="1189300"/>
                  </a:lnTo>
                  <a:cubicBezTo>
                    <a:pt x="497041" y="1192559"/>
                    <a:pt x="488699" y="1195851"/>
                    <a:pt x="478312" y="1200901"/>
                  </a:cubicBezTo>
                  <a:cubicBezTo>
                    <a:pt x="500647" y="1223269"/>
                    <a:pt x="537406" y="1210888"/>
                    <a:pt x="561732" y="1224803"/>
                  </a:cubicBezTo>
                  <a:cubicBezTo>
                    <a:pt x="546339" y="1251360"/>
                    <a:pt x="515017" y="1215563"/>
                    <a:pt x="504737" y="1240139"/>
                  </a:cubicBezTo>
                  <a:cubicBezTo>
                    <a:pt x="510819" y="1243617"/>
                    <a:pt x="520184" y="1246124"/>
                    <a:pt x="522067" y="1250538"/>
                  </a:cubicBezTo>
                  <a:cubicBezTo>
                    <a:pt x="532885" y="1276011"/>
                    <a:pt x="636755" y="1254652"/>
                    <a:pt x="680941" y="1267071"/>
                  </a:cubicBezTo>
                  <a:lnTo>
                    <a:pt x="674536" y="1277806"/>
                  </a:lnTo>
                  <a:cubicBezTo>
                    <a:pt x="704299" y="1287569"/>
                    <a:pt x="707150" y="1247283"/>
                    <a:pt x="750690" y="1268268"/>
                  </a:cubicBezTo>
                  <a:cubicBezTo>
                    <a:pt x="757229" y="1271428"/>
                    <a:pt x="757216" y="1272186"/>
                    <a:pt x="793894" y="1272326"/>
                  </a:cubicBezTo>
                  <a:lnTo>
                    <a:pt x="853431" y="1272306"/>
                  </a:lnTo>
                  <a:lnTo>
                    <a:pt x="854423" y="1278797"/>
                  </a:lnTo>
                  <a:cubicBezTo>
                    <a:pt x="859640" y="1282741"/>
                    <a:pt x="865109" y="1286727"/>
                    <a:pt x="871709" y="1286727"/>
                  </a:cubicBezTo>
                  <a:cubicBezTo>
                    <a:pt x="874663" y="1286727"/>
                    <a:pt x="877869" y="1285905"/>
                    <a:pt x="881325" y="1283892"/>
                  </a:cubicBezTo>
                  <a:cubicBezTo>
                    <a:pt x="887925" y="1280070"/>
                    <a:pt x="895908" y="1276619"/>
                    <a:pt x="903073" y="1276619"/>
                  </a:cubicBezTo>
                  <a:cubicBezTo>
                    <a:pt x="905650" y="1276619"/>
                    <a:pt x="908102" y="1277071"/>
                    <a:pt x="910365" y="1278057"/>
                  </a:cubicBezTo>
                  <a:cubicBezTo>
                    <a:pt x="931736" y="1287672"/>
                    <a:pt x="954364" y="1286768"/>
                    <a:pt x="977432" y="1287137"/>
                  </a:cubicBezTo>
                  <a:lnTo>
                    <a:pt x="984220" y="1292438"/>
                  </a:lnTo>
                  <a:lnTo>
                    <a:pt x="979380" y="1295355"/>
                  </a:lnTo>
                  <a:cubicBezTo>
                    <a:pt x="962723" y="1296300"/>
                    <a:pt x="946004" y="1296916"/>
                    <a:pt x="929347" y="1297902"/>
                  </a:cubicBezTo>
                  <a:lnTo>
                    <a:pt x="924947" y="1300778"/>
                  </a:lnTo>
                  <a:lnTo>
                    <a:pt x="930038" y="1303531"/>
                  </a:lnTo>
                  <a:cubicBezTo>
                    <a:pt x="942924" y="1303901"/>
                    <a:pt x="955935" y="1305627"/>
                    <a:pt x="968820" y="1305627"/>
                  </a:cubicBezTo>
                  <a:cubicBezTo>
                    <a:pt x="980700" y="1305627"/>
                    <a:pt x="992454" y="1304189"/>
                    <a:pt x="1003768" y="1298848"/>
                  </a:cubicBezTo>
                  <a:lnTo>
                    <a:pt x="1013573" y="1301066"/>
                  </a:lnTo>
                  <a:cubicBezTo>
                    <a:pt x="1017973" y="1303819"/>
                    <a:pt x="1022121" y="1305011"/>
                    <a:pt x="1026207" y="1305011"/>
                  </a:cubicBezTo>
                  <a:cubicBezTo>
                    <a:pt x="1031487" y="1305011"/>
                    <a:pt x="1036516" y="1302997"/>
                    <a:pt x="1041733" y="1299875"/>
                  </a:cubicBezTo>
                  <a:cubicBezTo>
                    <a:pt x="1045127" y="1297820"/>
                    <a:pt x="1048961" y="1296711"/>
                    <a:pt x="1052355" y="1296711"/>
                  </a:cubicBezTo>
                  <a:cubicBezTo>
                    <a:pt x="1056818" y="1296711"/>
                    <a:pt x="1060590" y="1298560"/>
                    <a:pt x="1062097" y="1302422"/>
                  </a:cubicBezTo>
                  <a:cubicBezTo>
                    <a:pt x="1064549" y="1308709"/>
                    <a:pt x="1066875" y="1311174"/>
                    <a:pt x="1071212" y="1311174"/>
                  </a:cubicBezTo>
                  <a:cubicBezTo>
                    <a:pt x="1074040" y="1311174"/>
                    <a:pt x="1077686" y="1310146"/>
                    <a:pt x="1082714" y="1308421"/>
                  </a:cubicBezTo>
                  <a:cubicBezTo>
                    <a:pt x="1089377" y="1306161"/>
                    <a:pt x="1093777" y="1304929"/>
                    <a:pt x="1097360" y="1304929"/>
                  </a:cubicBezTo>
                  <a:cubicBezTo>
                    <a:pt x="1103582" y="1304929"/>
                    <a:pt x="1107354" y="1308667"/>
                    <a:pt x="1116090" y="1317584"/>
                  </a:cubicBezTo>
                  <a:cubicBezTo>
                    <a:pt x="1118542" y="1320049"/>
                    <a:pt x="1120679" y="1320953"/>
                    <a:pt x="1122690" y="1320953"/>
                  </a:cubicBezTo>
                  <a:cubicBezTo>
                    <a:pt x="1125330" y="1320953"/>
                    <a:pt x="1127718" y="1319432"/>
                    <a:pt x="1130233" y="1317830"/>
                  </a:cubicBezTo>
                  <a:cubicBezTo>
                    <a:pt x="1136393" y="1314009"/>
                    <a:pt x="1141735" y="1308380"/>
                    <a:pt x="1149027" y="1308380"/>
                  </a:cubicBezTo>
                  <a:cubicBezTo>
                    <a:pt x="1152421" y="1308380"/>
                    <a:pt x="1156318" y="1309612"/>
                    <a:pt x="1160844" y="1312817"/>
                  </a:cubicBezTo>
                  <a:lnTo>
                    <a:pt x="1172786" y="1313105"/>
                  </a:lnTo>
                  <a:cubicBezTo>
                    <a:pt x="1185734" y="1306818"/>
                    <a:pt x="1199060" y="1305051"/>
                    <a:pt x="1212574" y="1305051"/>
                  </a:cubicBezTo>
                  <a:cubicBezTo>
                    <a:pt x="1221311" y="1305051"/>
                    <a:pt x="1230173" y="1305791"/>
                    <a:pt x="1238973" y="1306531"/>
                  </a:cubicBezTo>
                  <a:cubicBezTo>
                    <a:pt x="1247835" y="1307270"/>
                    <a:pt x="1256635" y="1308010"/>
                    <a:pt x="1265435" y="1308010"/>
                  </a:cubicBezTo>
                  <a:cubicBezTo>
                    <a:pt x="1270652" y="1311831"/>
                    <a:pt x="1275492" y="1313228"/>
                    <a:pt x="1280206" y="1313228"/>
                  </a:cubicBezTo>
                  <a:cubicBezTo>
                    <a:pt x="1288503" y="1313228"/>
                    <a:pt x="1296360" y="1308832"/>
                    <a:pt x="1304783" y="1305832"/>
                  </a:cubicBezTo>
                  <a:cubicBezTo>
                    <a:pt x="1306731" y="1305134"/>
                    <a:pt x="1308806" y="1304805"/>
                    <a:pt x="1310880" y="1304805"/>
                  </a:cubicBezTo>
                  <a:cubicBezTo>
                    <a:pt x="1318925" y="1304805"/>
                    <a:pt x="1327536" y="1309695"/>
                    <a:pt x="1334262" y="1316269"/>
                  </a:cubicBezTo>
                  <a:cubicBezTo>
                    <a:pt x="1340421" y="1322350"/>
                    <a:pt x="1346896" y="1331348"/>
                    <a:pt x="1355067" y="1332622"/>
                  </a:cubicBezTo>
                  <a:cubicBezTo>
                    <a:pt x="1373169" y="1335416"/>
                    <a:pt x="1392718" y="1332252"/>
                    <a:pt x="1409437" y="1341620"/>
                  </a:cubicBezTo>
                  <a:cubicBezTo>
                    <a:pt x="1409751" y="1341784"/>
                    <a:pt x="1410191" y="1341866"/>
                    <a:pt x="1410631" y="1341866"/>
                  </a:cubicBezTo>
                  <a:cubicBezTo>
                    <a:pt x="1413962" y="1341866"/>
                    <a:pt x="1420939" y="1338209"/>
                    <a:pt x="1426031" y="1337100"/>
                  </a:cubicBezTo>
                  <a:cubicBezTo>
                    <a:pt x="1433636" y="1335498"/>
                    <a:pt x="1441430" y="1334388"/>
                    <a:pt x="1449099" y="1333115"/>
                  </a:cubicBezTo>
                  <a:cubicBezTo>
                    <a:pt x="1450104" y="1328348"/>
                    <a:pt x="1454064" y="1324774"/>
                    <a:pt x="1460287" y="1324363"/>
                  </a:cubicBezTo>
                  <a:cubicBezTo>
                    <a:pt x="1467767" y="1323870"/>
                    <a:pt x="1475184" y="1323541"/>
                    <a:pt x="1482538" y="1323541"/>
                  </a:cubicBezTo>
                  <a:cubicBezTo>
                    <a:pt x="1508748" y="1323541"/>
                    <a:pt x="1533765" y="1327445"/>
                    <a:pt x="1556644" y="1339894"/>
                  </a:cubicBezTo>
                  <a:cubicBezTo>
                    <a:pt x="1559976" y="1341702"/>
                    <a:pt x="1563055" y="1342524"/>
                    <a:pt x="1565758" y="1342524"/>
                  </a:cubicBezTo>
                  <a:cubicBezTo>
                    <a:pt x="1571981" y="1342524"/>
                    <a:pt x="1576569" y="1338292"/>
                    <a:pt x="1578581" y="1331553"/>
                  </a:cubicBezTo>
                  <a:cubicBezTo>
                    <a:pt x="1579838" y="1327486"/>
                    <a:pt x="1583923" y="1324774"/>
                    <a:pt x="1589078" y="1324774"/>
                  </a:cubicBezTo>
                  <a:cubicBezTo>
                    <a:pt x="1590209" y="1324774"/>
                    <a:pt x="1591466" y="1324897"/>
                    <a:pt x="1592723" y="1325185"/>
                  </a:cubicBezTo>
                  <a:cubicBezTo>
                    <a:pt x="1602529" y="1327486"/>
                    <a:pt x="1611957" y="1330896"/>
                    <a:pt x="1621323" y="1334060"/>
                  </a:cubicBezTo>
                  <a:cubicBezTo>
                    <a:pt x="1626854" y="1335950"/>
                    <a:pt x="1627733" y="1338826"/>
                    <a:pt x="1623397" y="1340593"/>
                  </a:cubicBezTo>
                  <a:cubicBezTo>
                    <a:pt x="1616168" y="1343551"/>
                    <a:pt x="1608500" y="1345893"/>
                    <a:pt x="1601083" y="1348564"/>
                  </a:cubicBezTo>
                  <a:cubicBezTo>
                    <a:pt x="1593792" y="1351234"/>
                    <a:pt x="1586564" y="1353987"/>
                    <a:pt x="1579272" y="1356740"/>
                  </a:cubicBezTo>
                  <a:cubicBezTo>
                    <a:pt x="1583986" y="1361095"/>
                    <a:pt x="1590272" y="1361342"/>
                    <a:pt x="1596620" y="1361342"/>
                  </a:cubicBezTo>
                  <a:lnTo>
                    <a:pt x="1598003" y="1361342"/>
                  </a:lnTo>
                  <a:cubicBezTo>
                    <a:pt x="1598443" y="1361342"/>
                    <a:pt x="1598946" y="1361342"/>
                    <a:pt x="1599386" y="1361342"/>
                  </a:cubicBezTo>
                  <a:cubicBezTo>
                    <a:pt x="1600455" y="1361342"/>
                    <a:pt x="1601523" y="1361342"/>
                    <a:pt x="1602591" y="1361383"/>
                  </a:cubicBezTo>
                  <a:cubicBezTo>
                    <a:pt x="1609946" y="1361630"/>
                    <a:pt x="1612711" y="1365081"/>
                    <a:pt x="1616420" y="1369026"/>
                  </a:cubicBezTo>
                  <a:cubicBezTo>
                    <a:pt x="1623145" y="1376216"/>
                    <a:pt x="1627733" y="1379749"/>
                    <a:pt x="1631568" y="1379749"/>
                  </a:cubicBezTo>
                  <a:cubicBezTo>
                    <a:pt x="1634837" y="1379749"/>
                    <a:pt x="1637539" y="1377120"/>
                    <a:pt x="1640619" y="1371984"/>
                  </a:cubicBezTo>
                  <a:cubicBezTo>
                    <a:pt x="1652373" y="1352056"/>
                    <a:pt x="1677012" y="1348194"/>
                    <a:pt x="1700708" y="1343017"/>
                  </a:cubicBezTo>
                  <a:cubicBezTo>
                    <a:pt x="1701275" y="1342894"/>
                    <a:pt x="1701840" y="1342852"/>
                    <a:pt x="1702469" y="1342852"/>
                  </a:cubicBezTo>
                  <a:cubicBezTo>
                    <a:pt x="1706931" y="1342852"/>
                    <a:pt x="1712965" y="1345770"/>
                    <a:pt x="1717366" y="1347906"/>
                  </a:cubicBezTo>
                  <a:cubicBezTo>
                    <a:pt x="1721451" y="1349961"/>
                    <a:pt x="1715166" y="1358178"/>
                    <a:pt x="1706994" y="1361547"/>
                  </a:cubicBezTo>
                  <a:cubicBezTo>
                    <a:pt x="1703411" y="1363027"/>
                    <a:pt x="1699075" y="1363725"/>
                    <a:pt x="1695869" y="1365533"/>
                  </a:cubicBezTo>
                  <a:cubicBezTo>
                    <a:pt x="1692224" y="1367546"/>
                    <a:pt x="1693857" y="1376093"/>
                    <a:pt x="1697692" y="1377572"/>
                  </a:cubicBezTo>
                  <a:cubicBezTo>
                    <a:pt x="1715794" y="1384639"/>
                    <a:pt x="1734525" y="1389282"/>
                    <a:pt x="1754262" y="1389282"/>
                  </a:cubicBezTo>
                  <a:cubicBezTo>
                    <a:pt x="1761427" y="1389282"/>
                    <a:pt x="1768718" y="1388665"/>
                    <a:pt x="1776135" y="1387351"/>
                  </a:cubicBezTo>
                  <a:cubicBezTo>
                    <a:pt x="1778775" y="1386898"/>
                    <a:pt x="1780535" y="1382872"/>
                    <a:pt x="1782106" y="1380283"/>
                  </a:cubicBezTo>
                  <a:cubicBezTo>
                    <a:pt x="1784181" y="1376750"/>
                    <a:pt x="1782420" y="1373422"/>
                    <a:pt x="1777329" y="1372806"/>
                  </a:cubicBezTo>
                  <a:cubicBezTo>
                    <a:pt x="1767021" y="1371573"/>
                    <a:pt x="1756461" y="1370874"/>
                    <a:pt x="1746028" y="1370463"/>
                  </a:cubicBezTo>
                  <a:cubicBezTo>
                    <a:pt x="1738862" y="1370176"/>
                    <a:pt x="1732891" y="1368039"/>
                    <a:pt x="1733142" y="1363027"/>
                  </a:cubicBezTo>
                  <a:cubicBezTo>
                    <a:pt x="1733331" y="1358959"/>
                    <a:pt x="1736474" y="1354028"/>
                    <a:pt x="1740496" y="1351152"/>
                  </a:cubicBezTo>
                  <a:cubicBezTo>
                    <a:pt x="1756022" y="1340182"/>
                    <a:pt x="1774438" y="1333977"/>
                    <a:pt x="1796752" y="1333361"/>
                  </a:cubicBezTo>
                  <a:cubicBezTo>
                    <a:pt x="1799769" y="1333279"/>
                    <a:pt x="1802786" y="1333238"/>
                    <a:pt x="1805803" y="1333238"/>
                  </a:cubicBezTo>
                  <a:cubicBezTo>
                    <a:pt x="1806808" y="1333238"/>
                    <a:pt x="1807878" y="1333238"/>
                    <a:pt x="1808883" y="1333238"/>
                  </a:cubicBezTo>
                  <a:lnTo>
                    <a:pt x="1811649" y="1333238"/>
                  </a:lnTo>
                  <a:cubicBezTo>
                    <a:pt x="1827551" y="1333238"/>
                    <a:pt x="1843453" y="1332827"/>
                    <a:pt x="1857408" y="1324856"/>
                  </a:cubicBezTo>
                  <a:cubicBezTo>
                    <a:pt x="1857784" y="1324651"/>
                    <a:pt x="1858351" y="1324568"/>
                    <a:pt x="1858916" y="1324568"/>
                  </a:cubicBezTo>
                  <a:cubicBezTo>
                    <a:pt x="1861493" y="1324568"/>
                    <a:pt x="1865705" y="1326130"/>
                    <a:pt x="1868847" y="1326664"/>
                  </a:cubicBezTo>
                  <a:cubicBezTo>
                    <a:pt x="1867716" y="1329170"/>
                    <a:pt x="1867402" y="1332088"/>
                    <a:pt x="1865390" y="1334183"/>
                  </a:cubicBezTo>
                  <a:cubicBezTo>
                    <a:pt x="1858665" y="1341127"/>
                    <a:pt x="1859922" y="1352878"/>
                    <a:pt x="1841882" y="1353371"/>
                  </a:cubicBezTo>
                  <a:cubicBezTo>
                    <a:pt x="1836916" y="1353494"/>
                    <a:pt x="1832077" y="1358877"/>
                    <a:pt x="1827425" y="1362040"/>
                  </a:cubicBezTo>
                  <a:lnTo>
                    <a:pt x="1824094" y="1365780"/>
                  </a:lnTo>
                  <a:cubicBezTo>
                    <a:pt x="1826797" y="1367628"/>
                    <a:pt x="1829625" y="1369724"/>
                    <a:pt x="1832956" y="1370628"/>
                  </a:cubicBezTo>
                  <a:cubicBezTo>
                    <a:pt x="1835470" y="1371285"/>
                    <a:pt x="1837859" y="1371614"/>
                    <a:pt x="1840122" y="1371614"/>
                  </a:cubicBezTo>
                  <a:cubicBezTo>
                    <a:pt x="1852190" y="1371614"/>
                    <a:pt x="1860928" y="1363355"/>
                    <a:pt x="1872493" y="1361876"/>
                  </a:cubicBezTo>
                  <a:cubicBezTo>
                    <a:pt x="1872996" y="1370258"/>
                    <a:pt x="1871739" y="1379462"/>
                    <a:pt x="1888270" y="1379462"/>
                  </a:cubicBezTo>
                  <a:cubicBezTo>
                    <a:pt x="1889024" y="1379462"/>
                    <a:pt x="1889841" y="1379462"/>
                    <a:pt x="1890721" y="1379380"/>
                  </a:cubicBezTo>
                  <a:cubicBezTo>
                    <a:pt x="1892607" y="1379297"/>
                    <a:pt x="1894932" y="1379092"/>
                    <a:pt x="1897069" y="1379092"/>
                  </a:cubicBezTo>
                  <a:cubicBezTo>
                    <a:pt x="1899584" y="1379092"/>
                    <a:pt x="1901846" y="1379338"/>
                    <a:pt x="1903040" y="1380201"/>
                  </a:cubicBezTo>
                  <a:cubicBezTo>
                    <a:pt x="1908383" y="1384146"/>
                    <a:pt x="1913286" y="1386077"/>
                    <a:pt x="1917938" y="1386077"/>
                  </a:cubicBezTo>
                  <a:cubicBezTo>
                    <a:pt x="1923280" y="1386077"/>
                    <a:pt x="1928246" y="1383489"/>
                    <a:pt x="1933148" y="1378394"/>
                  </a:cubicBezTo>
                  <a:cubicBezTo>
                    <a:pt x="1936291" y="1375148"/>
                    <a:pt x="1939559" y="1373545"/>
                    <a:pt x="1943142" y="1373545"/>
                  </a:cubicBezTo>
                  <a:cubicBezTo>
                    <a:pt x="1946285" y="1373545"/>
                    <a:pt x="1949679" y="1374778"/>
                    <a:pt x="1953388" y="1377202"/>
                  </a:cubicBezTo>
                  <a:cubicBezTo>
                    <a:pt x="1956027" y="1378928"/>
                    <a:pt x="1958542" y="1379585"/>
                    <a:pt x="1961056" y="1379585"/>
                  </a:cubicBezTo>
                  <a:cubicBezTo>
                    <a:pt x="1966022" y="1379585"/>
                    <a:pt x="1970736" y="1377037"/>
                    <a:pt x="1975764" y="1375189"/>
                  </a:cubicBezTo>
                  <a:cubicBezTo>
                    <a:pt x="1984563" y="1371943"/>
                    <a:pt x="1993301" y="1370053"/>
                    <a:pt x="2002164" y="1370053"/>
                  </a:cubicBezTo>
                  <a:cubicBezTo>
                    <a:pt x="2011026" y="1370053"/>
                    <a:pt x="2019700" y="1371861"/>
                    <a:pt x="2028751" y="1375969"/>
                  </a:cubicBezTo>
                  <a:cubicBezTo>
                    <a:pt x="2038431" y="1380366"/>
                    <a:pt x="2048739" y="1385132"/>
                    <a:pt x="2060116" y="1385132"/>
                  </a:cubicBezTo>
                  <a:cubicBezTo>
                    <a:pt x="2065836" y="1385132"/>
                    <a:pt x="2071807" y="1383899"/>
                    <a:pt x="2078030" y="1380817"/>
                  </a:cubicBezTo>
                  <a:cubicBezTo>
                    <a:pt x="2078344" y="1380653"/>
                    <a:pt x="2078784" y="1380571"/>
                    <a:pt x="2079350" y="1380571"/>
                  </a:cubicBezTo>
                  <a:cubicBezTo>
                    <a:pt x="2081864" y="1380571"/>
                    <a:pt x="2086327" y="1382297"/>
                    <a:pt x="2089030" y="1383611"/>
                  </a:cubicBezTo>
                  <a:cubicBezTo>
                    <a:pt x="2098018" y="1388090"/>
                    <a:pt x="2107383" y="1390186"/>
                    <a:pt x="2116560" y="1390186"/>
                  </a:cubicBezTo>
                  <a:cubicBezTo>
                    <a:pt x="2125360" y="1390186"/>
                    <a:pt x="2134097" y="1388255"/>
                    <a:pt x="2142205" y="1384680"/>
                  </a:cubicBezTo>
                  <a:cubicBezTo>
                    <a:pt x="2151131" y="1380736"/>
                    <a:pt x="2160811" y="1379914"/>
                    <a:pt x="2170679" y="1379914"/>
                  </a:cubicBezTo>
                  <a:cubicBezTo>
                    <a:pt x="2174261" y="1379914"/>
                    <a:pt x="2177844" y="1380037"/>
                    <a:pt x="2181427" y="1380119"/>
                  </a:cubicBezTo>
                  <a:cubicBezTo>
                    <a:pt x="2185010" y="1380242"/>
                    <a:pt x="2188592" y="1380324"/>
                    <a:pt x="2192175" y="1380324"/>
                  </a:cubicBezTo>
                  <a:cubicBezTo>
                    <a:pt x="2204243" y="1380324"/>
                    <a:pt x="2215935" y="1379051"/>
                    <a:pt x="2226117" y="1372271"/>
                  </a:cubicBezTo>
                  <a:cubicBezTo>
                    <a:pt x="2234477" y="1376668"/>
                    <a:pt x="2242397" y="1381311"/>
                    <a:pt x="2245288" y="1388953"/>
                  </a:cubicBezTo>
                  <a:cubicBezTo>
                    <a:pt x="2249311" y="1389158"/>
                    <a:pt x="2253397" y="1389199"/>
                    <a:pt x="2257419" y="1389611"/>
                  </a:cubicBezTo>
                  <a:cubicBezTo>
                    <a:pt x="2258174" y="1389692"/>
                    <a:pt x="2260248" y="1389692"/>
                    <a:pt x="2263139" y="1389692"/>
                  </a:cubicBezTo>
                  <a:cubicBezTo>
                    <a:pt x="2272881" y="1389692"/>
                    <a:pt x="2291424" y="1389364"/>
                    <a:pt x="2295133" y="1389323"/>
                  </a:cubicBezTo>
                  <a:cubicBezTo>
                    <a:pt x="2296326" y="1389323"/>
                    <a:pt x="2297458" y="1389323"/>
                    <a:pt x="2298652" y="1389323"/>
                  </a:cubicBezTo>
                  <a:cubicBezTo>
                    <a:pt x="2303806" y="1389323"/>
                    <a:pt x="2309023" y="1389570"/>
                    <a:pt x="2313989" y="1390309"/>
                  </a:cubicBezTo>
                  <a:cubicBezTo>
                    <a:pt x="2319961" y="1391172"/>
                    <a:pt x="2320778" y="1393678"/>
                    <a:pt x="2317320" y="1396719"/>
                  </a:cubicBezTo>
                  <a:cubicBezTo>
                    <a:pt x="2310218" y="1402964"/>
                    <a:pt x="2310595" y="1406703"/>
                    <a:pt x="2323481" y="1407484"/>
                  </a:cubicBezTo>
                  <a:cubicBezTo>
                    <a:pt x="2324486" y="1407525"/>
                    <a:pt x="2325492" y="1407566"/>
                    <a:pt x="2326434" y="1407566"/>
                  </a:cubicBezTo>
                  <a:cubicBezTo>
                    <a:pt x="2343154" y="1407566"/>
                    <a:pt x="2355096" y="1398526"/>
                    <a:pt x="2370182" y="1395527"/>
                  </a:cubicBezTo>
                  <a:cubicBezTo>
                    <a:pt x="2367793" y="1391665"/>
                    <a:pt x="2362073" y="1386693"/>
                    <a:pt x="2363645" y="1384146"/>
                  </a:cubicBezTo>
                  <a:cubicBezTo>
                    <a:pt x="2365467" y="1381188"/>
                    <a:pt x="2371816" y="1379831"/>
                    <a:pt x="2378542" y="1379831"/>
                  </a:cubicBezTo>
                  <a:cubicBezTo>
                    <a:pt x="2386084" y="1379831"/>
                    <a:pt x="2394067" y="1381516"/>
                    <a:pt x="2396770" y="1384598"/>
                  </a:cubicBezTo>
                  <a:cubicBezTo>
                    <a:pt x="2398215" y="1386241"/>
                    <a:pt x="2398718" y="1386693"/>
                    <a:pt x="2398655" y="1386693"/>
                  </a:cubicBezTo>
                  <a:cubicBezTo>
                    <a:pt x="2398655" y="1386693"/>
                    <a:pt x="2398404" y="1386570"/>
                    <a:pt x="2398027" y="1386405"/>
                  </a:cubicBezTo>
                  <a:cubicBezTo>
                    <a:pt x="2397649" y="1386241"/>
                    <a:pt x="2397147" y="1386118"/>
                    <a:pt x="2396581" y="1386118"/>
                  </a:cubicBezTo>
                  <a:cubicBezTo>
                    <a:pt x="2395512" y="1386118"/>
                    <a:pt x="2394255" y="1386611"/>
                    <a:pt x="2393124" y="1388460"/>
                  </a:cubicBezTo>
                  <a:cubicBezTo>
                    <a:pt x="2390295" y="1393062"/>
                    <a:pt x="2388347" y="1397335"/>
                    <a:pt x="2396329" y="1397992"/>
                  </a:cubicBezTo>
                  <a:cubicBezTo>
                    <a:pt x="2401044" y="1398403"/>
                    <a:pt x="2405821" y="1398485"/>
                    <a:pt x="2410598" y="1398485"/>
                  </a:cubicBezTo>
                  <a:cubicBezTo>
                    <a:pt x="2414306" y="1398485"/>
                    <a:pt x="2418015" y="1398403"/>
                    <a:pt x="2421723" y="1398362"/>
                  </a:cubicBezTo>
                  <a:cubicBezTo>
                    <a:pt x="2425369" y="1398280"/>
                    <a:pt x="2429077" y="1398239"/>
                    <a:pt x="2432723" y="1398239"/>
                  </a:cubicBezTo>
                  <a:cubicBezTo>
                    <a:pt x="2433352" y="1398239"/>
                    <a:pt x="2433917" y="1398239"/>
                    <a:pt x="2434546" y="1398239"/>
                  </a:cubicBezTo>
                  <a:cubicBezTo>
                    <a:pt x="2445168" y="1398321"/>
                    <a:pt x="2455854" y="1398239"/>
                    <a:pt x="2466476" y="1398897"/>
                  </a:cubicBezTo>
                  <a:cubicBezTo>
                    <a:pt x="2468676" y="1399020"/>
                    <a:pt x="2470876" y="1399061"/>
                    <a:pt x="2473013" y="1399061"/>
                  </a:cubicBezTo>
                  <a:cubicBezTo>
                    <a:pt x="2474208" y="1399061"/>
                    <a:pt x="2475402" y="1399061"/>
                    <a:pt x="2476533" y="1399061"/>
                  </a:cubicBezTo>
                  <a:cubicBezTo>
                    <a:pt x="2477727" y="1399061"/>
                    <a:pt x="2478859" y="1399061"/>
                    <a:pt x="2480053" y="1399061"/>
                  </a:cubicBezTo>
                  <a:cubicBezTo>
                    <a:pt x="2487847" y="1399061"/>
                    <a:pt x="2495579" y="1399513"/>
                    <a:pt x="2503121" y="1403498"/>
                  </a:cubicBezTo>
                  <a:cubicBezTo>
                    <a:pt x="2505195" y="1404607"/>
                    <a:pt x="2507206" y="1405019"/>
                    <a:pt x="2509155" y="1405019"/>
                  </a:cubicBezTo>
                  <a:cubicBezTo>
                    <a:pt x="2513052" y="1405019"/>
                    <a:pt x="2516698" y="1403293"/>
                    <a:pt x="2520532" y="1401608"/>
                  </a:cubicBezTo>
                  <a:cubicBezTo>
                    <a:pt x="2524303" y="1399924"/>
                    <a:pt x="2528200" y="1398198"/>
                    <a:pt x="2532475" y="1398198"/>
                  </a:cubicBezTo>
                  <a:cubicBezTo>
                    <a:pt x="2533857" y="1398198"/>
                    <a:pt x="2535303" y="1398403"/>
                    <a:pt x="2536811" y="1398814"/>
                  </a:cubicBezTo>
                  <a:lnTo>
                    <a:pt x="2543097" y="1399266"/>
                  </a:lnTo>
                  <a:cubicBezTo>
                    <a:pt x="2549194" y="1401197"/>
                    <a:pt x="2553154" y="1404526"/>
                    <a:pt x="2552462" y="1409743"/>
                  </a:cubicBezTo>
                  <a:cubicBezTo>
                    <a:pt x="2550262" y="1426384"/>
                    <a:pt x="2550137" y="1427000"/>
                    <a:pt x="2563273" y="1427000"/>
                  </a:cubicBezTo>
                  <a:lnTo>
                    <a:pt x="2565033" y="1427000"/>
                  </a:lnTo>
                  <a:cubicBezTo>
                    <a:pt x="2573644" y="1427000"/>
                    <a:pt x="2583387" y="1425809"/>
                    <a:pt x="2592187" y="1425809"/>
                  </a:cubicBezTo>
                  <a:cubicBezTo>
                    <a:pt x="2598472" y="1425809"/>
                    <a:pt x="2604318" y="1426425"/>
                    <a:pt x="2608781" y="1428479"/>
                  </a:cubicBezTo>
                  <a:cubicBezTo>
                    <a:pt x="2621603" y="1434437"/>
                    <a:pt x="2634489" y="1435300"/>
                    <a:pt x="2647437" y="1435300"/>
                  </a:cubicBezTo>
                  <a:cubicBezTo>
                    <a:pt x="2650140" y="1435300"/>
                    <a:pt x="2652906" y="1435300"/>
                    <a:pt x="2655609" y="1435218"/>
                  </a:cubicBezTo>
                  <a:cubicBezTo>
                    <a:pt x="2658311" y="1435218"/>
                    <a:pt x="2661014" y="1435136"/>
                    <a:pt x="2663717" y="1435136"/>
                  </a:cubicBezTo>
                  <a:cubicBezTo>
                    <a:pt x="2665917" y="1435136"/>
                    <a:pt x="2668180" y="1435136"/>
                    <a:pt x="2670379" y="1435259"/>
                  </a:cubicBezTo>
                  <a:cubicBezTo>
                    <a:pt x="2673396" y="1435341"/>
                    <a:pt x="2676539" y="1435424"/>
                    <a:pt x="2679682" y="1435424"/>
                  </a:cubicBezTo>
                  <a:close/>
                </a:path>
              </a:pathLst>
            </a:custGeom>
            <a:grpFill/>
            <a:ln w="9525" cap="flat">
              <a:noFill/>
              <a:prstDash val="solid"/>
              <a:miter/>
            </a:ln>
          </p:spPr>
          <p:txBody>
            <a:bodyPr wrap="square" rtlCol="0" anchor="ctr">
              <a:noAutofit/>
            </a:bodyPr>
            <a:lstStyle/>
            <a:p>
              <a:endParaRPr lang="en-IN" dirty="0"/>
            </a:p>
          </p:txBody>
        </p:sp>
      </p:grpSp>
      <p:pic>
        <p:nvPicPr>
          <p:cNvPr id="6" name="Graphic 5">
            <a:extLst>
              <a:ext uri="{FF2B5EF4-FFF2-40B4-BE49-F238E27FC236}">
                <a16:creationId xmlns:a16="http://schemas.microsoft.com/office/drawing/2014/main" id="{07C175BE-8E3A-1E4F-8091-7DA763D9ACD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rot="7200000">
            <a:off x="90927" y="157245"/>
            <a:ext cx="839286" cy="824708"/>
          </a:xfrm>
          <a:prstGeom prst="rect">
            <a:avLst/>
          </a:prstGeom>
        </p:spPr>
      </p:pic>
      <p:sp>
        <p:nvSpPr>
          <p:cNvPr id="31" name="Freeform 9">
            <a:extLst>
              <a:ext uri="{FF2B5EF4-FFF2-40B4-BE49-F238E27FC236}">
                <a16:creationId xmlns:a16="http://schemas.microsoft.com/office/drawing/2014/main" id="{7E5E7E5A-D7FB-31FB-4CE9-5F72FB0E7313}"/>
              </a:ext>
            </a:extLst>
          </p:cNvPr>
          <p:cNvSpPr>
            <a:spLocks/>
          </p:cNvSpPr>
          <p:nvPr/>
        </p:nvSpPr>
        <p:spPr bwMode="auto">
          <a:xfrm>
            <a:off x="7173050" y="1564348"/>
            <a:ext cx="2232093" cy="2925910"/>
          </a:xfrm>
          <a:custGeom>
            <a:avLst/>
            <a:gdLst>
              <a:gd name="T0" fmla="*/ 896 w 1541"/>
              <a:gd name="T1" fmla="*/ 997 h 2020"/>
              <a:gd name="T2" fmla="*/ 175 w 1541"/>
              <a:gd name="T3" fmla="*/ 1049 h 2020"/>
              <a:gd name="T4" fmla="*/ 328 w 1541"/>
              <a:gd name="T5" fmla="*/ 2020 h 2020"/>
              <a:gd name="T6" fmla="*/ 14 w 1541"/>
              <a:gd name="T7" fmla="*/ 1602 h 2020"/>
              <a:gd name="T8" fmla="*/ 0 w 1541"/>
              <a:gd name="T9" fmla="*/ 638 h 2020"/>
              <a:gd name="T10" fmla="*/ 459 w 1541"/>
              <a:gd name="T11" fmla="*/ 653 h 2020"/>
              <a:gd name="T12" fmla="*/ 519 w 1541"/>
              <a:gd name="T13" fmla="*/ 362 h 2020"/>
              <a:gd name="T14" fmla="*/ 1541 w 1541"/>
              <a:gd name="T15" fmla="*/ 0 h 2020"/>
              <a:gd name="T16" fmla="*/ 871 w 1541"/>
              <a:gd name="T17" fmla="*/ 529 h 2020"/>
              <a:gd name="T18" fmla="*/ 896 w 1541"/>
              <a:gd name="T19" fmla="*/ 997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1" h="2020">
                <a:moveTo>
                  <a:pt x="896" y="997"/>
                </a:moveTo>
                <a:lnTo>
                  <a:pt x="175" y="1049"/>
                </a:lnTo>
                <a:lnTo>
                  <a:pt x="328" y="2020"/>
                </a:lnTo>
                <a:lnTo>
                  <a:pt x="14" y="1602"/>
                </a:lnTo>
                <a:lnTo>
                  <a:pt x="0" y="638"/>
                </a:lnTo>
                <a:lnTo>
                  <a:pt x="459" y="653"/>
                </a:lnTo>
                <a:lnTo>
                  <a:pt x="519" y="362"/>
                </a:lnTo>
                <a:lnTo>
                  <a:pt x="1541" y="0"/>
                </a:lnTo>
                <a:lnTo>
                  <a:pt x="871" y="529"/>
                </a:lnTo>
                <a:lnTo>
                  <a:pt x="896" y="997"/>
                </a:lnTo>
                <a:close/>
              </a:path>
            </a:pathLst>
          </a:custGeom>
          <a:gradFill>
            <a:gsLst>
              <a:gs pos="35000">
                <a:schemeClr val="accent6">
                  <a:lumMod val="60000"/>
                  <a:lumOff val="40000"/>
                  <a:alpha val="75000"/>
                </a:schemeClr>
              </a:gs>
              <a:gs pos="86000">
                <a:schemeClr val="accent6">
                  <a:alpha val="50000"/>
                </a:schemeClr>
              </a:gs>
            </a:gsLst>
            <a:lin ang="5400000" scaled="1"/>
          </a:gra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sp>
        <p:nvSpPr>
          <p:cNvPr id="2" name="Title 1">
            <a:extLst>
              <a:ext uri="{FF2B5EF4-FFF2-40B4-BE49-F238E27FC236}">
                <a16:creationId xmlns:a16="http://schemas.microsoft.com/office/drawing/2014/main" id="{9942BB0F-F35C-5043-2797-2BD3BFB8DCFB}"/>
              </a:ext>
            </a:extLst>
          </p:cNvPr>
          <p:cNvSpPr>
            <a:spLocks noGrp="1"/>
          </p:cNvSpPr>
          <p:nvPr>
            <p:ph type="title"/>
          </p:nvPr>
        </p:nvSpPr>
        <p:spPr/>
        <p:txBody>
          <a:bodyPr/>
          <a:lstStyle/>
          <a:p>
            <a:r>
              <a:rPr lang="en-IN" dirty="0">
                <a:solidFill>
                  <a:schemeClr val="bg1"/>
                </a:solidFill>
              </a:rPr>
              <a:t>WHAT IS </a:t>
            </a:r>
            <a:r>
              <a:rPr lang="en-IN" dirty="0">
                <a:ln w="12700">
                  <a:solidFill>
                    <a:schemeClr val="accent2"/>
                  </a:solidFill>
                </a:ln>
                <a:noFill/>
              </a:rPr>
              <a:t>LOREM IPSUM</a:t>
            </a:r>
          </a:p>
        </p:txBody>
      </p:sp>
      <p:sp>
        <p:nvSpPr>
          <p:cNvPr id="36" name="Oval 35">
            <a:extLst>
              <a:ext uri="{FF2B5EF4-FFF2-40B4-BE49-F238E27FC236}">
                <a16:creationId xmlns:a16="http://schemas.microsoft.com/office/drawing/2014/main" id="{D63B4988-C7B1-EA1A-C940-21AB2F2F5C1A}"/>
              </a:ext>
            </a:extLst>
          </p:cNvPr>
          <p:cNvSpPr/>
          <p:nvPr/>
        </p:nvSpPr>
        <p:spPr>
          <a:xfrm rot="1800000" flipV="1">
            <a:off x="8370592" y="2039834"/>
            <a:ext cx="2563496" cy="79736"/>
          </a:xfrm>
          <a:prstGeom prst="ellipse">
            <a:avLst/>
          </a:prstGeom>
          <a:solidFill>
            <a:srgbClr val="4F1B58"/>
          </a:solidFill>
          <a:ln>
            <a:noFill/>
          </a:ln>
          <a:effectLst>
            <a:glow rad="1905000">
              <a:schemeClr val="accent3">
                <a:alpha val="14000"/>
              </a:schemeClr>
            </a:glo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entury Gothic"/>
              <a:ea typeface="+mn-ea"/>
              <a:cs typeface="+mn-cs"/>
            </a:endParaRPr>
          </a:p>
        </p:txBody>
      </p:sp>
      <p:pic>
        <p:nvPicPr>
          <p:cNvPr id="49" name="Picture 5">
            <a:extLst>
              <a:ext uri="{FF2B5EF4-FFF2-40B4-BE49-F238E27FC236}">
                <a16:creationId xmlns:a16="http://schemas.microsoft.com/office/drawing/2014/main" id="{5050EB20-2796-A608-447A-DC4138BE3C9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6456366"/>
            <a:ext cx="12192000" cy="419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83859FBA-AB3F-047B-0393-6367AC145E40}"/>
              </a:ext>
            </a:extLst>
          </p:cNvPr>
          <p:cNvSpPr txBox="1"/>
          <p:nvPr/>
        </p:nvSpPr>
        <p:spPr>
          <a:xfrm>
            <a:off x="695324" y="1897969"/>
            <a:ext cx="5778047" cy="3600986"/>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entury Gothic"/>
                <a:ea typeface="+mn-ea"/>
                <a:cs typeface="+mn-cs"/>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kumimoji="0" lang="en-US" sz="1600" b="0" i="0" u="none" strike="noStrike" kern="1200" cap="none" spc="0" normalizeH="0" baseline="0" noProof="0" dirty="0" err="1">
                <a:ln>
                  <a:noFill/>
                </a:ln>
                <a:solidFill>
                  <a:prstClr val="white"/>
                </a:solidFill>
                <a:effectLst/>
                <a:uLnTx/>
                <a:uFillTx/>
                <a:latin typeface="Century Gothic"/>
                <a:ea typeface="+mn-ea"/>
                <a:cs typeface="+mn-cs"/>
              </a:rPr>
              <a:t>popularised</a:t>
            </a:r>
            <a:r>
              <a:rPr kumimoji="0" lang="en-US" sz="1600" b="0" i="0" u="none" strike="noStrike" kern="1200" cap="none" spc="0" normalizeH="0" baseline="0" noProof="0" dirty="0">
                <a:ln>
                  <a:noFill/>
                </a:ln>
                <a:solidFill>
                  <a:prstClr val="white"/>
                </a:solidFill>
                <a:effectLst/>
                <a:uLnTx/>
                <a:uFillTx/>
                <a:latin typeface="Century Gothic"/>
                <a:ea typeface="+mn-ea"/>
                <a:cs typeface="+mn-cs"/>
              </a:rPr>
              <a:t> in the 1960s with the release of Letraset sheets containing Lorem Ipsum passages, and more recently with desktop publishing software like Aldus PageMaker including versions of Lorem Ipsum.</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entury Gothic"/>
                <a:ea typeface="+mn-ea"/>
                <a:cs typeface="+mn-cs"/>
              </a:rPr>
              <a:t>Lorem Ipsum is simply dummy text of the printing and typesetting industry. Lorem Ipsum has been the industry's standard dummy text ever since the 1500s.</a:t>
            </a:r>
          </a:p>
        </p:txBody>
      </p:sp>
      <p:sp>
        <p:nvSpPr>
          <p:cNvPr id="27" name="Freeform 5">
            <a:extLst>
              <a:ext uri="{FF2B5EF4-FFF2-40B4-BE49-F238E27FC236}">
                <a16:creationId xmlns:a16="http://schemas.microsoft.com/office/drawing/2014/main" id="{E49D09DB-14D0-5639-8818-0EA5BFB330C2}"/>
              </a:ext>
            </a:extLst>
          </p:cNvPr>
          <p:cNvSpPr>
            <a:spLocks/>
          </p:cNvSpPr>
          <p:nvPr/>
        </p:nvSpPr>
        <p:spPr bwMode="auto">
          <a:xfrm>
            <a:off x="7244025" y="0"/>
            <a:ext cx="4758225" cy="1677329"/>
          </a:xfrm>
          <a:custGeom>
            <a:avLst/>
            <a:gdLst>
              <a:gd name="T0" fmla="*/ 427 w 3285"/>
              <a:gd name="T1" fmla="*/ 0 h 1158"/>
              <a:gd name="T2" fmla="*/ 667 w 3285"/>
              <a:gd name="T3" fmla="*/ 310 h 1158"/>
              <a:gd name="T4" fmla="*/ 2126 w 3285"/>
              <a:gd name="T5" fmla="*/ 95 h 1158"/>
              <a:gd name="T6" fmla="*/ 3285 w 3285"/>
              <a:gd name="T7" fmla="*/ 543 h 1158"/>
              <a:gd name="T8" fmla="*/ 2144 w 3285"/>
              <a:gd name="T9" fmla="*/ 468 h 1158"/>
              <a:gd name="T10" fmla="*/ 288 w 3285"/>
              <a:gd name="T11" fmla="*/ 1158 h 1158"/>
              <a:gd name="T12" fmla="*/ 0 w 3285"/>
              <a:gd name="T13" fmla="*/ 0 h 1158"/>
              <a:gd name="T14" fmla="*/ 427 w 3285"/>
              <a:gd name="T15" fmla="*/ 0 h 1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5" h="1158">
                <a:moveTo>
                  <a:pt x="427" y="0"/>
                </a:moveTo>
                <a:lnTo>
                  <a:pt x="667" y="310"/>
                </a:lnTo>
                <a:lnTo>
                  <a:pt x="2126" y="95"/>
                </a:lnTo>
                <a:lnTo>
                  <a:pt x="3285" y="543"/>
                </a:lnTo>
                <a:lnTo>
                  <a:pt x="2144" y="468"/>
                </a:lnTo>
                <a:lnTo>
                  <a:pt x="288" y="1158"/>
                </a:lnTo>
                <a:lnTo>
                  <a:pt x="0" y="0"/>
                </a:lnTo>
                <a:lnTo>
                  <a:pt x="427" y="0"/>
                </a:lnTo>
                <a:close/>
              </a:path>
            </a:pathLst>
          </a:custGeom>
          <a:gradFill>
            <a:gsLst>
              <a:gs pos="35000">
                <a:schemeClr val="accent6">
                  <a:lumMod val="60000"/>
                  <a:lumOff val="40000"/>
                  <a:alpha val="75000"/>
                </a:schemeClr>
              </a:gs>
              <a:gs pos="86000">
                <a:schemeClr val="accent6">
                  <a:alpha val="50000"/>
                </a:schemeClr>
              </a:gs>
            </a:gsLst>
            <a:lin ang="5400000" scaled="1"/>
          </a:gra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sp>
        <p:nvSpPr>
          <p:cNvPr id="29" name="Freeform 7">
            <a:extLst>
              <a:ext uri="{FF2B5EF4-FFF2-40B4-BE49-F238E27FC236}">
                <a16:creationId xmlns:a16="http://schemas.microsoft.com/office/drawing/2014/main" id="{88142F23-21C5-39B0-3A29-34B00FE52507}"/>
              </a:ext>
            </a:extLst>
          </p:cNvPr>
          <p:cNvSpPr>
            <a:spLocks/>
          </p:cNvSpPr>
          <p:nvPr/>
        </p:nvSpPr>
        <p:spPr bwMode="auto">
          <a:xfrm>
            <a:off x="10905758" y="3961566"/>
            <a:ext cx="1286242" cy="1297829"/>
          </a:xfrm>
          <a:custGeom>
            <a:avLst/>
            <a:gdLst>
              <a:gd name="T0" fmla="*/ 0 w 888"/>
              <a:gd name="T1" fmla="*/ 0 h 896"/>
              <a:gd name="T2" fmla="*/ 84 w 888"/>
              <a:gd name="T3" fmla="*/ 0 h 896"/>
              <a:gd name="T4" fmla="*/ 888 w 888"/>
              <a:gd name="T5" fmla="*/ 830 h 896"/>
              <a:gd name="T6" fmla="*/ 888 w 888"/>
              <a:gd name="T7" fmla="*/ 896 h 896"/>
              <a:gd name="T8" fmla="*/ 0 w 888"/>
              <a:gd name="T9" fmla="*/ 399 h 896"/>
              <a:gd name="T10" fmla="*/ 0 w 888"/>
              <a:gd name="T11" fmla="*/ 0 h 896"/>
            </a:gdLst>
            <a:ahLst/>
            <a:cxnLst>
              <a:cxn ang="0">
                <a:pos x="T0" y="T1"/>
              </a:cxn>
              <a:cxn ang="0">
                <a:pos x="T2" y="T3"/>
              </a:cxn>
              <a:cxn ang="0">
                <a:pos x="T4" y="T5"/>
              </a:cxn>
              <a:cxn ang="0">
                <a:pos x="T6" y="T7"/>
              </a:cxn>
              <a:cxn ang="0">
                <a:pos x="T8" y="T9"/>
              </a:cxn>
              <a:cxn ang="0">
                <a:pos x="T10" y="T11"/>
              </a:cxn>
            </a:cxnLst>
            <a:rect l="0" t="0" r="r" b="b"/>
            <a:pathLst>
              <a:path w="888" h="896">
                <a:moveTo>
                  <a:pt x="0" y="0"/>
                </a:moveTo>
                <a:lnTo>
                  <a:pt x="84" y="0"/>
                </a:lnTo>
                <a:lnTo>
                  <a:pt x="888" y="830"/>
                </a:lnTo>
                <a:lnTo>
                  <a:pt x="888" y="896"/>
                </a:lnTo>
                <a:lnTo>
                  <a:pt x="0" y="399"/>
                </a:lnTo>
                <a:lnTo>
                  <a:pt x="0" y="0"/>
                </a:lnTo>
                <a:close/>
              </a:path>
            </a:pathLst>
          </a:custGeom>
          <a:solidFill>
            <a:schemeClr val="accent6">
              <a:lumMod val="60000"/>
              <a:lumOff val="40000"/>
              <a:alpha val="6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pic>
        <p:nvPicPr>
          <p:cNvPr id="40" name="Picture 39" descr="A green and white container with a white lid&#10;&#10;AI-generated content may be incorrect.">
            <a:extLst>
              <a:ext uri="{FF2B5EF4-FFF2-40B4-BE49-F238E27FC236}">
                <a16:creationId xmlns:a16="http://schemas.microsoft.com/office/drawing/2014/main" id="{5B19C359-4876-9493-C316-05F0296FF5CD}"/>
              </a:ext>
            </a:extLst>
          </p:cNvPr>
          <p:cNvPicPr>
            <a:picLocks noChangeAspect="1"/>
          </p:cNvPicPr>
          <p:nvPr/>
        </p:nvPicPr>
        <p:blipFill>
          <a:blip r:embed="rId4">
            <a:extLst>
              <a:ext uri="{28A0092B-C50C-407E-A947-70E740481C1C}">
                <a14:useLocalDpi xmlns:a14="http://schemas.microsoft.com/office/drawing/2010/main" val="0"/>
              </a:ext>
            </a:extLst>
          </a:blip>
          <a:srcRect l="14825" t="10448" r="14825" b="10448"/>
          <a:stretch>
            <a:fillRect/>
          </a:stretch>
        </p:blipFill>
        <p:spPr>
          <a:xfrm>
            <a:off x="7785751" y="1227734"/>
            <a:ext cx="3843827" cy="4322166"/>
          </a:xfrm>
          <a:prstGeom prst="rect">
            <a:avLst/>
          </a:prstGeom>
        </p:spPr>
      </p:pic>
      <p:sp>
        <p:nvSpPr>
          <p:cNvPr id="4" name="Graphic 11">
            <a:extLst>
              <a:ext uri="{FF2B5EF4-FFF2-40B4-BE49-F238E27FC236}">
                <a16:creationId xmlns:a16="http://schemas.microsoft.com/office/drawing/2014/main" id="{B0E83E1A-70C2-0F20-344E-B2479B8C5D5D}"/>
              </a:ext>
            </a:extLst>
          </p:cNvPr>
          <p:cNvSpPr/>
          <p:nvPr/>
        </p:nvSpPr>
        <p:spPr>
          <a:xfrm>
            <a:off x="10391774" y="401634"/>
            <a:ext cx="1419225" cy="299651"/>
          </a:xfrm>
          <a:custGeom>
            <a:avLst/>
            <a:gdLst>
              <a:gd name="connsiteX0" fmla="*/ 2164080 w 2164079"/>
              <a:gd name="connsiteY0" fmla="*/ 13718 h 456915"/>
              <a:gd name="connsiteX1" fmla="*/ 2164080 w 2164079"/>
              <a:gd name="connsiteY1" fmla="*/ 10828 h 456915"/>
              <a:gd name="connsiteX2" fmla="*/ 1979200 w 2164079"/>
              <a:gd name="connsiteY2" fmla="*/ 10828 h 456915"/>
              <a:gd name="connsiteX3" fmla="*/ 1967113 w 2164079"/>
              <a:gd name="connsiteY3" fmla="*/ 14691 h 456915"/>
              <a:gd name="connsiteX4" fmla="*/ 1957749 w 2164079"/>
              <a:gd name="connsiteY4" fmla="*/ 22831 h 456915"/>
              <a:gd name="connsiteX5" fmla="*/ 1858432 w 2164079"/>
              <a:gd name="connsiteY5" fmla="*/ 174750 h 456915"/>
              <a:gd name="connsiteX6" fmla="*/ 1856470 w 2164079"/>
              <a:gd name="connsiteY6" fmla="*/ 176833 h 456915"/>
              <a:gd name="connsiteX7" fmla="*/ 1853575 w 2164079"/>
              <a:gd name="connsiteY7" fmla="*/ 177417 h 456915"/>
              <a:gd name="connsiteX8" fmla="*/ 1865424 w 2164079"/>
              <a:gd name="connsiteY8" fmla="*/ 98734 h 456915"/>
              <a:gd name="connsiteX9" fmla="*/ 1875025 w 2164079"/>
              <a:gd name="connsiteY9" fmla="*/ 27165 h 456915"/>
              <a:gd name="connsiteX10" fmla="*/ 1858547 w 2164079"/>
              <a:gd name="connsiteY10" fmla="*/ 10051 h 456915"/>
              <a:gd name="connsiteX11" fmla="*/ 1723320 w 2164079"/>
              <a:gd name="connsiteY11" fmla="*/ 10051 h 456915"/>
              <a:gd name="connsiteX12" fmla="*/ 1703765 w 2164079"/>
              <a:gd name="connsiteY12" fmla="*/ 26832 h 456915"/>
              <a:gd name="connsiteX13" fmla="*/ 1673905 w 2164079"/>
              <a:gd name="connsiteY13" fmla="*/ 252764 h 456915"/>
              <a:gd name="connsiteX14" fmla="*/ 1650197 w 2164079"/>
              <a:gd name="connsiteY14" fmla="*/ 413907 h 456915"/>
              <a:gd name="connsiteX15" fmla="*/ 1634433 w 2164079"/>
              <a:gd name="connsiteY15" fmla="*/ 335113 h 456915"/>
              <a:gd name="connsiteX16" fmla="*/ 1574349 w 2164079"/>
              <a:gd name="connsiteY16" fmla="*/ 30610 h 456915"/>
              <a:gd name="connsiteX17" fmla="*/ 1546974 w 2164079"/>
              <a:gd name="connsiteY17" fmla="*/ 9939 h 456915"/>
              <a:gd name="connsiteX18" fmla="*/ 1398118 w 2164079"/>
              <a:gd name="connsiteY18" fmla="*/ 9939 h 456915"/>
              <a:gd name="connsiteX19" fmla="*/ 1378172 w 2164079"/>
              <a:gd name="connsiteY19" fmla="*/ 14602 h 456915"/>
              <a:gd name="connsiteX20" fmla="*/ 1365885 w 2164079"/>
              <a:gd name="connsiteY20" fmla="*/ 30054 h 456915"/>
              <a:gd name="connsiteX21" fmla="*/ 1205770 w 2164079"/>
              <a:gd name="connsiteY21" fmla="*/ 358340 h 456915"/>
              <a:gd name="connsiteX22" fmla="*/ 1203322 w 2164079"/>
              <a:gd name="connsiteY22" fmla="*/ 361655 h 456915"/>
              <a:gd name="connsiteX23" fmla="*/ 1199607 w 2164079"/>
              <a:gd name="connsiteY23" fmla="*/ 363675 h 456915"/>
              <a:gd name="connsiteX24" fmla="*/ 1201979 w 2164079"/>
              <a:gd name="connsiteY24" fmla="*/ 346449 h 456915"/>
              <a:gd name="connsiteX25" fmla="*/ 1180995 w 2164079"/>
              <a:gd name="connsiteY25" fmla="*/ 325001 h 456915"/>
              <a:gd name="connsiteX26" fmla="*/ 1095432 w 2164079"/>
              <a:gd name="connsiteY26" fmla="*/ 325001 h 456915"/>
              <a:gd name="connsiteX27" fmla="*/ 1077773 w 2164079"/>
              <a:gd name="connsiteY27" fmla="*/ 304886 h 456915"/>
              <a:gd name="connsiteX28" fmla="*/ 1107167 w 2164079"/>
              <a:gd name="connsiteY28" fmla="*/ 281326 h 456915"/>
              <a:gd name="connsiteX29" fmla="*/ 1187634 w 2164079"/>
              <a:gd name="connsiteY29" fmla="*/ 281326 h 456915"/>
              <a:gd name="connsiteX30" fmla="*/ 1206599 w 2164079"/>
              <a:gd name="connsiteY30" fmla="*/ 265990 h 456915"/>
              <a:gd name="connsiteX31" fmla="*/ 1216790 w 2164079"/>
              <a:gd name="connsiteY31" fmla="*/ 184751 h 456915"/>
              <a:gd name="connsiteX32" fmla="*/ 1202569 w 2164079"/>
              <a:gd name="connsiteY32" fmla="*/ 170415 h 456915"/>
              <a:gd name="connsiteX33" fmla="*/ 1113568 w 2164079"/>
              <a:gd name="connsiteY33" fmla="*/ 170415 h 456915"/>
              <a:gd name="connsiteX34" fmla="*/ 1097090 w 2164079"/>
              <a:gd name="connsiteY34" fmla="*/ 152856 h 456915"/>
              <a:gd name="connsiteX35" fmla="*/ 1126836 w 2164079"/>
              <a:gd name="connsiteY35" fmla="*/ 127185 h 456915"/>
              <a:gd name="connsiteX36" fmla="*/ 1215847 w 2164079"/>
              <a:gd name="connsiteY36" fmla="*/ 127185 h 456915"/>
              <a:gd name="connsiteX37" fmla="*/ 1239545 w 2164079"/>
              <a:gd name="connsiteY37" fmla="*/ 108403 h 456915"/>
              <a:gd name="connsiteX38" fmla="*/ 1250328 w 2164079"/>
              <a:gd name="connsiteY38" fmla="*/ 25609 h 456915"/>
              <a:gd name="connsiteX39" fmla="*/ 1232554 w 2164079"/>
              <a:gd name="connsiteY39" fmla="*/ 9939 h 456915"/>
              <a:gd name="connsiteX40" fmla="*/ 1105862 w 2164079"/>
              <a:gd name="connsiteY40" fmla="*/ 9939 h 456915"/>
              <a:gd name="connsiteX41" fmla="*/ 968978 w 2164079"/>
              <a:gd name="connsiteY41" fmla="*/ 9939 h 456915"/>
              <a:gd name="connsiteX42" fmla="*/ 941719 w 2164079"/>
              <a:gd name="connsiteY42" fmla="*/ 32166 h 456915"/>
              <a:gd name="connsiteX43" fmla="*/ 913512 w 2164079"/>
              <a:gd name="connsiteY43" fmla="*/ 249875 h 456915"/>
              <a:gd name="connsiteX44" fmla="*/ 890876 w 2164079"/>
              <a:gd name="connsiteY44" fmla="*/ 422020 h 456915"/>
              <a:gd name="connsiteX45" fmla="*/ 911142 w 2164079"/>
              <a:gd name="connsiteY45" fmla="*/ 445024 h 456915"/>
              <a:gd name="connsiteX46" fmla="*/ 1327128 w 2164079"/>
              <a:gd name="connsiteY46" fmla="*/ 445024 h 456915"/>
              <a:gd name="connsiteX47" fmla="*/ 1344549 w 2164079"/>
              <a:gd name="connsiteY47" fmla="*/ 440611 h 456915"/>
              <a:gd name="connsiteX48" fmla="*/ 1354264 w 2164079"/>
              <a:gd name="connsiteY48" fmla="*/ 426353 h 456915"/>
              <a:gd name="connsiteX49" fmla="*/ 1414710 w 2164079"/>
              <a:gd name="connsiteY49" fmla="*/ 387012 h 456915"/>
              <a:gd name="connsiteX50" fmla="*/ 1462116 w 2164079"/>
              <a:gd name="connsiteY50" fmla="*/ 387012 h 456915"/>
              <a:gd name="connsiteX51" fmla="*/ 1478118 w 2164079"/>
              <a:gd name="connsiteY51" fmla="*/ 401016 h 456915"/>
              <a:gd name="connsiteX52" fmla="*/ 1529667 w 2164079"/>
              <a:gd name="connsiteY52" fmla="*/ 445468 h 456915"/>
              <a:gd name="connsiteX53" fmla="*/ 1791586 w 2164079"/>
              <a:gd name="connsiteY53" fmla="*/ 445468 h 456915"/>
              <a:gd name="connsiteX54" fmla="*/ 1822637 w 2164079"/>
              <a:gd name="connsiteY54" fmla="*/ 419686 h 456915"/>
              <a:gd name="connsiteX55" fmla="*/ 1841011 w 2164079"/>
              <a:gd name="connsiteY55" fmla="*/ 272102 h 456915"/>
              <a:gd name="connsiteX56" fmla="*/ 1910810 w 2164079"/>
              <a:gd name="connsiteY56" fmla="*/ 423798 h 456915"/>
              <a:gd name="connsiteX57" fmla="*/ 1924145 w 2164079"/>
              <a:gd name="connsiteY57" fmla="*/ 441168 h 456915"/>
              <a:gd name="connsiteX58" fmla="*/ 1946367 w 2164079"/>
              <a:gd name="connsiteY58" fmla="*/ 446024 h 456915"/>
              <a:gd name="connsiteX59" fmla="*/ 2076736 w 2164079"/>
              <a:gd name="connsiteY59" fmla="*/ 446024 h 456915"/>
              <a:gd name="connsiteX60" fmla="*/ 2103520 w 2164079"/>
              <a:gd name="connsiteY60" fmla="*/ 446024 h 456915"/>
              <a:gd name="connsiteX61" fmla="*/ 2064410 w 2164079"/>
              <a:gd name="connsiteY61" fmla="*/ 380456 h 456915"/>
              <a:gd name="connsiteX62" fmla="*/ 2046751 w 2164079"/>
              <a:gd name="connsiteY62" fmla="*/ 377233 h 456915"/>
              <a:gd name="connsiteX63" fmla="*/ 1970427 w 2164079"/>
              <a:gd name="connsiteY63" fmla="*/ 377233 h 456915"/>
              <a:gd name="connsiteX64" fmla="*/ 2021148 w 2164079"/>
              <a:gd name="connsiteY64" fmla="*/ 335447 h 456915"/>
              <a:gd name="connsiteX65" fmla="*/ 2027701 w 2164079"/>
              <a:gd name="connsiteY65" fmla="*/ 329943 h 456915"/>
              <a:gd name="connsiteX66" fmla="*/ 2031140 w 2164079"/>
              <a:gd name="connsiteY66" fmla="*/ 322358 h 456915"/>
              <a:gd name="connsiteX67" fmla="*/ 2030835 w 2164079"/>
              <a:gd name="connsiteY67" fmla="*/ 314118 h 456915"/>
              <a:gd name="connsiteX68" fmla="*/ 2026844 w 2164079"/>
              <a:gd name="connsiteY68" fmla="*/ 306775 h 456915"/>
              <a:gd name="connsiteX69" fmla="*/ 1992468 w 2164079"/>
              <a:gd name="connsiteY69" fmla="*/ 245763 h 456915"/>
              <a:gd name="connsiteX70" fmla="*/ 1988849 w 2164079"/>
              <a:gd name="connsiteY70" fmla="*/ 232219 h 456915"/>
              <a:gd name="connsiteX71" fmla="*/ 1995078 w 2164079"/>
              <a:gd name="connsiteY71" fmla="*/ 219536 h 456915"/>
              <a:gd name="connsiteX72" fmla="*/ 2164080 w 2164079"/>
              <a:gd name="connsiteY72" fmla="*/ 13718 h 456915"/>
              <a:gd name="connsiteX73" fmla="*/ 1454534 w 2164079"/>
              <a:gd name="connsiteY73" fmla="*/ 284881 h 456915"/>
              <a:gd name="connsiteX74" fmla="*/ 1409500 w 2164079"/>
              <a:gd name="connsiteY74" fmla="*/ 284881 h 456915"/>
              <a:gd name="connsiteX75" fmla="*/ 1452991 w 2164079"/>
              <a:gd name="connsiteY75" fmla="*/ 172638 h 456915"/>
              <a:gd name="connsiteX76" fmla="*/ 1456668 w 2164079"/>
              <a:gd name="connsiteY76" fmla="*/ 173193 h 456915"/>
              <a:gd name="connsiteX77" fmla="*/ 1464135 w 2164079"/>
              <a:gd name="connsiteY77" fmla="*/ 274324 h 456915"/>
              <a:gd name="connsiteX78" fmla="*/ 1460849 w 2164079"/>
              <a:gd name="connsiteY78" fmla="*/ 280818 h 456915"/>
              <a:gd name="connsiteX79" fmla="*/ 1454534 w 2164079"/>
              <a:gd name="connsiteY79" fmla="*/ 284881 h 456915"/>
              <a:gd name="connsiteX80" fmla="*/ 293680 w 2164079"/>
              <a:gd name="connsiteY80" fmla="*/ 179639 h 456915"/>
              <a:gd name="connsiteX81" fmla="*/ 236318 w 2164079"/>
              <a:gd name="connsiteY81" fmla="*/ 163636 h 456915"/>
              <a:gd name="connsiteX82" fmla="*/ 213801 w 2164079"/>
              <a:gd name="connsiteY82" fmla="*/ 141409 h 456915"/>
              <a:gd name="connsiteX83" fmla="*/ 242600 w 2164079"/>
              <a:gd name="connsiteY83" fmla="*/ 123739 h 456915"/>
              <a:gd name="connsiteX84" fmla="*/ 257769 w 2164079"/>
              <a:gd name="connsiteY84" fmla="*/ 125073 h 456915"/>
              <a:gd name="connsiteX85" fmla="*/ 327456 w 2164079"/>
              <a:gd name="connsiteY85" fmla="*/ 153745 h 456915"/>
              <a:gd name="connsiteX86" fmla="*/ 351159 w 2164079"/>
              <a:gd name="connsiteY86" fmla="*/ 147633 h 456915"/>
              <a:gd name="connsiteX87" fmla="*/ 397973 w 2164079"/>
              <a:gd name="connsiteY87" fmla="*/ 60171 h 456915"/>
              <a:gd name="connsiteX88" fmla="*/ 389203 w 2164079"/>
              <a:gd name="connsiteY88" fmla="*/ 36389 h 456915"/>
              <a:gd name="connsiteX89" fmla="*/ 213327 w 2164079"/>
              <a:gd name="connsiteY89" fmla="*/ 715 h 456915"/>
              <a:gd name="connsiteX90" fmla="*/ 54398 w 2164079"/>
              <a:gd name="connsiteY90" fmla="*/ 97179 h 456915"/>
              <a:gd name="connsiteX91" fmla="*/ 139966 w 2164079"/>
              <a:gd name="connsiteY91" fmla="*/ 276324 h 456915"/>
              <a:gd name="connsiteX92" fmla="*/ 176469 w 2164079"/>
              <a:gd name="connsiteY92" fmla="*/ 284660 h 456915"/>
              <a:gd name="connsiteX93" fmla="*/ 203253 w 2164079"/>
              <a:gd name="connsiteY93" fmla="*/ 294772 h 456915"/>
              <a:gd name="connsiteX94" fmla="*/ 211886 w 2164079"/>
              <a:gd name="connsiteY94" fmla="*/ 302491 h 456915"/>
              <a:gd name="connsiteX95" fmla="*/ 214434 w 2164079"/>
              <a:gd name="connsiteY95" fmla="*/ 313418 h 456915"/>
              <a:gd name="connsiteX96" fmla="*/ 210026 w 2164079"/>
              <a:gd name="connsiteY96" fmla="*/ 323811 h 456915"/>
              <a:gd name="connsiteX97" fmla="*/ 200172 w 2164079"/>
              <a:gd name="connsiteY97" fmla="*/ 330113 h 456915"/>
              <a:gd name="connsiteX98" fmla="*/ 180380 w 2164079"/>
              <a:gd name="connsiteY98" fmla="*/ 334003 h 456915"/>
              <a:gd name="connsiteX99" fmla="*/ 76561 w 2164079"/>
              <a:gd name="connsiteY99" fmla="*/ 295106 h 456915"/>
              <a:gd name="connsiteX100" fmla="*/ 62813 w 2164079"/>
              <a:gd name="connsiteY100" fmla="*/ 283993 h 456915"/>
              <a:gd name="connsiteX101" fmla="*/ 0 w 2164079"/>
              <a:gd name="connsiteY101" fmla="*/ 398681 h 456915"/>
              <a:gd name="connsiteX102" fmla="*/ 0 w 2164079"/>
              <a:gd name="connsiteY102" fmla="*/ 405127 h 456915"/>
              <a:gd name="connsiteX103" fmla="*/ 96234 w 2164079"/>
              <a:gd name="connsiteY103" fmla="*/ 442357 h 456915"/>
              <a:gd name="connsiteX104" fmla="*/ 177772 w 2164079"/>
              <a:gd name="connsiteY104" fmla="*/ 456915 h 456915"/>
              <a:gd name="connsiteX105" fmla="*/ 188083 w 2164079"/>
              <a:gd name="connsiteY105" fmla="*/ 456915 h 456915"/>
              <a:gd name="connsiteX106" fmla="*/ 204912 w 2164079"/>
              <a:gd name="connsiteY106" fmla="*/ 454582 h 456915"/>
              <a:gd name="connsiteX107" fmla="*/ 288570 w 2164079"/>
              <a:gd name="connsiteY107" fmla="*/ 433365 h 456915"/>
              <a:gd name="connsiteX108" fmla="*/ 355544 w 2164079"/>
              <a:gd name="connsiteY108" fmla="*/ 381790 h 456915"/>
              <a:gd name="connsiteX109" fmla="*/ 293680 w 2164079"/>
              <a:gd name="connsiteY109" fmla="*/ 179639 h 456915"/>
              <a:gd name="connsiteX110" fmla="*/ 900713 w 2164079"/>
              <a:gd name="connsiteY110" fmla="*/ 9939 h 456915"/>
              <a:gd name="connsiteX111" fmla="*/ 762051 w 2164079"/>
              <a:gd name="connsiteY111" fmla="*/ 9939 h 456915"/>
              <a:gd name="connsiteX112" fmla="*/ 754453 w 2164079"/>
              <a:gd name="connsiteY112" fmla="*/ 10381 h 456915"/>
              <a:gd name="connsiteX113" fmla="*/ 747830 w 2164079"/>
              <a:gd name="connsiteY113" fmla="*/ 13896 h 456915"/>
              <a:gd name="connsiteX114" fmla="*/ 743514 w 2164079"/>
              <a:gd name="connsiteY114" fmla="*/ 19775 h 456915"/>
              <a:gd name="connsiteX115" fmla="*/ 742377 w 2164079"/>
              <a:gd name="connsiteY115" fmla="*/ 26832 h 456915"/>
              <a:gd name="connsiteX116" fmla="*/ 731354 w 2164079"/>
              <a:gd name="connsiteY116" fmla="*/ 161080 h 456915"/>
              <a:gd name="connsiteX117" fmla="*/ 726733 w 2164079"/>
              <a:gd name="connsiteY117" fmla="*/ 220091 h 456915"/>
              <a:gd name="connsiteX118" fmla="*/ 715710 w 2164079"/>
              <a:gd name="connsiteY118" fmla="*/ 206200 h 456915"/>
              <a:gd name="connsiteX119" fmla="*/ 627655 w 2164079"/>
              <a:gd name="connsiteY119" fmla="*/ 28387 h 456915"/>
              <a:gd name="connsiteX120" fmla="*/ 615952 w 2164079"/>
              <a:gd name="connsiteY120" fmla="*/ 13781 h 456915"/>
              <a:gd name="connsiteX121" fmla="*/ 596959 w 2164079"/>
              <a:gd name="connsiteY121" fmla="*/ 9717 h 456915"/>
              <a:gd name="connsiteX122" fmla="*/ 543983 w 2164079"/>
              <a:gd name="connsiteY122" fmla="*/ 9717 h 456915"/>
              <a:gd name="connsiteX123" fmla="*/ 526916 w 2164079"/>
              <a:gd name="connsiteY123" fmla="*/ 29054 h 456915"/>
              <a:gd name="connsiteX124" fmla="*/ 536635 w 2164079"/>
              <a:gd name="connsiteY124" fmla="*/ 87621 h 456915"/>
              <a:gd name="connsiteX125" fmla="*/ 446326 w 2164079"/>
              <a:gd name="connsiteY125" fmla="*/ 9828 h 456915"/>
              <a:gd name="connsiteX126" fmla="*/ 443956 w 2164079"/>
              <a:gd name="connsiteY126" fmla="*/ 34277 h 456915"/>
              <a:gd name="connsiteX127" fmla="*/ 417527 w 2164079"/>
              <a:gd name="connsiteY127" fmla="*/ 231316 h 456915"/>
              <a:gd name="connsiteX128" fmla="*/ 392047 w 2164079"/>
              <a:gd name="connsiteY128" fmla="*/ 428798 h 456915"/>
              <a:gd name="connsiteX129" fmla="*/ 405914 w 2164079"/>
              <a:gd name="connsiteY129" fmla="*/ 444913 h 456915"/>
              <a:gd name="connsiteX130" fmla="*/ 546353 w 2164079"/>
              <a:gd name="connsiteY130" fmla="*/ 444913 h 456915"/>
              <a:gd name="connsiteX131" fmla="*/ 552704 w 2164079"/>
              <a:gd name="connsiteY131" fmla="*/ 444577 h 456915"/>
              <a:gd name="connsiteX132" fmla="*/ 558288 w 2164079"/>
              <a:gd name="connsiteY132" fmla="*/ 441716 h 456915"/>
              <a:gd name="connsiteX133" fmla="*/ 562021 w 2164079"/>
              <a:gd name="connsiteY133" fmla="*/ 436886 h 456915"/>
              <a:gd name="connsiteX134" fmla="*/ 563182 w 2164079"/>
              <a:gd name="connsiteY134" fmla="*/ 431022 h 456915"/>
              <a:gd name="connsiteX135" fmla="*/ 572782 w 2164079"/>
              <a:gd name="connsiteY135" fmla="*/ 351451 h 456915"/>
              <a:gd name="connsiteX136" fmla="*/ 584633 w 2164079"/>
              <a:gd name="connsiteY136" fmla="*/ 256543 h 456915"/>
              <a:gd name="connsiteX137" fmla="*/ 588426 w 2164079"/>
              <a:gd name="connsiteY137" fmla="*/ 255654 h 456915"/>
              <a:gd name="connsiteX138" fmla="*/ 597196 w 2164079"/>
              <a:gd name="connsiteY138" fmla="*/ 269990 h 456915"/>
              <a:gd name="connsiteX139" fmla="*/ 687267 w 2164079"/>
              <a:gd name="connsiteY139" fmla="*/ 428577 h 456915"/>
              <a:gd name="connsiteX140" fmla="*/ 699224 w 2164079"/>
              <a:gd name="connsiteY140" fmla="*/ 441463 h 456915"/>
              <a:gd name="connsiteX141" fmla="*/ 717014 w 2164079"/>
              <a:gd name="connsiteY141" fmla="*/ 445135 h 456915"/>
              <a:gd name="connsiteX142" fmla="*/ 841455 w 2164079"/>
              <a:gd name="connsiteY142" fmla="*/ 445135 h 456915"/>
              <a:gd name="connsiteX143" fmla="*/ 864092 w 2164079"/>
              <a:gd name="connsiteY143" fmla="*/ 426131 h 456915"/>
              <a:gd name="connsiteX144" fmla="*/ 875943 w 2164079"/>
              <a:gd name="connsiteY144" fmla="*/ 335447 h 456915"/>
              <a:gd name="connsiteX145" fmla="*/ 916119 w 2164079"/>
              <a:gd name="connsiteY145" fmla="*/ 26609 h 456915"/>
              <a:gd name="connsiteX146" fmla="*/ 900713 w 2164079"/>
              <a:gd name="connsiteY146" fmla="*/ 9939 h 4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164079" h="456915">
                <a:moveTo>
                  <a:pt x="2164080" y="13718"/>
                </a:moveTo>
                <a:lnTo>
                  <a:pt x="2164080" y="10828"/>
                </a:lnTo>
                <a:cubicBezTo>
                  <a:pt x="2102453" y="10828"/>
                  <a:pt x="2040827" y="9828"/>
                  <a:pt x="1979200" y="10828"/>
                </a:cubicBezTo>
                <a:cubicBezTo>
                  <a:pt x="1974923" y="11307"/>
                  <a:pt x="1970808" y="12623"/>
                  <a:pt x="1967113" y="14691"/>
                </a:cubicBezTo>
                <a:cubicBezTo>
                  <a:pt x="1963417" y="16759"/>
                  <a:pt x="1960226" y="19532"/>
                  <a:pt x="1957749" y="22831"/>
                </a:cubicBezTo>
                <a:cubicBezTo>
                  <a:pt x="1923974" y="73063"/>
                  <a:pt x="1891379" y="123961"/>
                  <a:pt x="1858432" y="174750"/>
                </a:cubicBezTo>
                <a:cubicBezTo>
                  <a:pt x="1858032" y="175622"/>
                  <a:pt x="1857346" y="176353"/>
                  <a:pt x="1856470" y="176833"/>
                </a:cubicBezTo>
                <a:cubicBezTo>
                  <a:pt x="1855594" y="177313"/>
                  <a:pt x="1854575" y="177518"/>
                  <a:pt x="1853575" y="177417"/>
                </a:cubicBezTo>
                <a:cubicBezTo>
                  <a:pt x="1857480" y="151189"/>
                  <a:pt x="1861509" y="124961"/>
                  <a:pt x="1865424" y="98734"/>
                </a:cubicBezTo>
                <a:cubicBezTo>
                  <a:pt x="1868738" y="74841"/>
                  <a:pt x="1870996" y="50836"/>
                  <a:pt x="1875025" y="27165"/>
                </a:cubicBezTo>
                <a:cubicBezTo>
                  <a:pt x="1877397" y="13607"/>
                  <a:pt x="1871586" y="10051"/>
                  <a:pt x="1858547" y="10051"/>
                </a:cubicBezTo>
                <a:lnTo>
                  <a:pt x="1723320" y="10051"/>
                </a:lnTo>
                <a:cubicBezTo>
                  <a:pt x="1710404" y="10051"/>
                  <a:pt x="1705308" y="14940"/>
                  <a:pt x="1703765" y="26832"/>
                </a:cubicBezTo>
                <a:cubicBezTo>
                  <a:pt x="1694164" y="102180"/>
                  <a:pt x="1683858" y="177527"/>
                  <a:pt x="1673905" y="252764"/>
                </a:cubicBezTo>
                <a:cubicBezTo>
                  <a:pt x="1666913" y="306331"/>
                  <a:pt x="1660036" y="360008"/>
                  <a:pt x="1650197" y="413907"/>
                </a:cubicBezTo>
                <a:cubicBezTo>
                  <a:pt x="1644987" y="387680"/>
                  <a:pt x="1639653" y="361341"/>
                  <a:pt x="1634433" y="335113"/>
                </a:cubicBezTo>
                <a:cubicBezTo>
                  <a:pt x="1614288" y="233649"/>
                  <a:pt x="1593790" y="132185"/>
                  <a:pt x="1574349" y="30610"/>
                </a:cubicBezTo>
                <a:cubicBezTo>
                  <a:pt x="1571273" y="14385"/>
                  <a:pt x="1563567" y="9606"/>
                  <a:pt x="1546974" y="9939"/>
                </a:cubicBezTo>
                <a:cubicBezTo>
                  <a:pt x="1497435" y="10606"/>
                  <a:pt x="1447781" y="10828"/>
                  <a:pt x="1398118" y="9939"/>
                </a:cubicBezTo>
                <a:cubicBezTo>
                  <a:pt x="1391098" y="9289"/>
                  <a:pt x="1384049" y="10936"/>
                  <a:pt x="1378172" y="14602"/>
                </a:cubicBezTo>
                <a:cubicBezTo>
                  <a:pt x="1372295" y="18269"/>
                  <a:pt x="1367952" y="23728"/>
                  <a:pt x="1365885" y="30054"/>
                </a:cubicBezTo>
                <a:cubicBezTo>
                  <a:pt x="1312907" y="139631"/>
                  <a:pt x="1259224" y="248986"/>
                  <a:pt x="1205770" y="358340"/>
                </a:cubicBezTo>
                <a:cubicBezTo>
                  <a:pt x="1205227" y="359600"/>
                  <a:pt x="1204389" y="360732"/>
                  <a:pt x="1203322" y="361655"/>
                </a:cubicBezTo>
                <a:cubicBezTo>
                  <a:pt x="1202255" y="362577"/>
                  <a:pt x="1200988" y="363266"/>
                  <a:pt x="1199607" y="363675"/>
                </a:cubicBezTo>
                <a:cubicBezTo>
                  <a:pt x="1200436" y="358007"/>
                  <a:pt x="1201264" y="352561"/>
                  <a:pt x="1201979" y="346449"/>
                </a:cubicBezTo>
                <a:cubicBezTo>
                  <a:pt x="1204227" y="328113"/>
                  <a:pt x="1201979" y="325112"/>
                  <a:pt x="1180995" y="325001"/>
                </a:cubicBezTo>
                <a:lnTo>
                  <a:pt x="1095432" y="325001"/>
                </a:lnTo>
                <a:cubicBezTo>
                  <a:pt x="1076706" y="325001"/>
                  <a:pt x="1074925" y="322667"/>
                  <a:pt x="1077773" y="304886"/>
                </a:cubicBezTo>
                <a:cubicBezTo>
                  <a:pt x="1081450" y="281326"/>
                  <a:pt x="1081450" y="281326"/>
                  <a:pt x="1107167" y="281326"/>
                </a:cubicBezTo>
                <a:lnTo>
                  <a:pt x="1187634" y="281326"/>
                </a:lnTo>
                <a:cubicBezTo>
                  <a:pt x="1199493" y="281326"/>
                  <a:pt x="1205417" y="277658"/>
                  <a:pt x="1206599" y="265990"/>
                </a:cubicBezTo>
                <a:cubicBezTo>
                  <a:pt x="1209446" y="238761"/>
                  <a:pt x="1213114" y="211756"/>
                  <a:pt x="1216790" y="184751"/>
                </a:cubicBezTo>
                <a:cubicBezTo>
                  <a:pt x="1218209" y="173638"/>
                  <a:pt x="1213714" y="170304"/>
                  <a:pt x="1202569" y="170415"/>
                </a:cubicBezTo>
                <a:lnTo>
                  <a:pt x="1113568" y="170415"/>
                </a:lnTo>
                <a:cubicBezTo>
                  <a:pt x="1099699" y="170415"/>
                  <a:pt x="1095546" y="165303"/>
                  <a:pt x="1097090" y="152856"/>
                </a:cubicBezTo>
                <a:cubicBezTo>
                  <a:pt x="1100176" y="127518"/>
                  <a:pt x="1100052" y="127295"/>
                  <a:pt x="1126836" y="127185"/>
                </a:cubicBezTo>
                <a:lnTo>
                  <a:pt x="1215847" y="127185"/>
                </a:lnTo>
                <a:cubicBezTo>
                  <a:pt x="1230897" y="127185"/>
                  <a:pt x="1237412" y="122294"/>
                  <a:pt x="1239545" y="108403"/>
                </a:cubicBezTo>
                <a:cubicBezTo>
                  <a:pt x="1242508" y="80731"/>
                  <a:pt x="1246537" y="52837"/>
                  <a:pt x="1250328" y="25609"/>
                </a:cubicBezTo>
                <a:cubicBezTo>
                  <a:pt x="1251633" y="12718"/>
                  <a:pt x="1244403" y="9939"/>
                  <a:pt x="1232554" y="9939"/>
                </a:cubicBezTo>
                <a:lnTo>
                  <a:pt x="1105862" y="9939"/>
                </a:lnTo>
                <a:cubicBezTo>
                  <a:pt x="1060237" y="9939"/>
                  <a:pt x="1014603" y="10717"/>
                  <a:pt x="968978" y="9939"/>
                </a:cubicBezTo>
                <a:cubicBezTo>
                  <a:pt x="950726" y="9939"/>
                  <a:pt x="943733" y="15607"/>
                  <a:pt x="941719" y="32166"/>
                </a:cubicBezTo>
                <a:cubicBezTo>
                  <a:pt x="932830" y="104513"/>
                  <a:pt x="922993" y="177527"/>
                  <a:pt x="913512" y="249875"/>
                </a:cubicBezTo>
                <a:cubicBezTo>
                  <a:pt x="906085" y="307219"/>
                  <a:pt x="898540" y="364601"/>
                  <a:pt x="890876" y="422020"/>
                </a:cubicBezTo>
                <a:cubicBezTo>
                  <a:pt x="888150" y="442357"/>
                  <a:pt x="890046" y="445024"/>
                  <a:pt x="911142" y="445024"/>
                </a:cubicBezTo>
                <a:lnTo>
                  <a:pt x="1327128" y="445024"/>
                </a:lnTo>
                <a:cubicBezTo>
                  <a:pt x="1333319" y="445638"/>
                  <a:pt x="1339529" y="444064"/>
                  <a:pt x="1344549" y="440611"/>
                </a:cubicBezTo>
                <a:cubicBezTo>
                  <a:pt x="1349569" y="437160"/>
                  <a:pt x="1353036" y="432075"/>
                  <a:pt x="1354264" y="426353"/>
                </a:cubicBezTo>
                <a:cubicBezTo>
                  <a:pt x="1372286" y="378678"/>
                  <a:pt x="1362208" y="388013"/>
                  <a:pt x="1414710" y="387012"/>
                </a:cubicBezTo>
                <a:lnTo>
                  <a:pt x="1462116" y="387012"/>
                </a:lnTo>
                <a:cubicBezTo>
                  <a:pt x="1472784" y="387012"/>
                  <a:pt x="1477289" y="390791"/>
                  <a:pt x="1478118" y="401016"/>
                </a:cubicBezTo>
                <a:cubicBezTo>
                  <a:pt x="1481557" y="445468"/>
                  <a:pt x="1481909" y="445468"/>
                  <a:pt x="1529667" y="445468"/>
                </a:cubicBezTo>
                <a:lnTo>
                  <a:pt x="1791586" y="445468"/>
                </a:lnTo>
                <a:cubicBezTo>
                  <a:pt x="1819323" y="445468"/>
                  <a:pt x="1819437" y="445468"/>
                  <a:pt x="1822637" y="419686"/>
                </a:cubicBezTo>
                <a:cubicBezTo>
                  <a:pt x="1829038" y="368787"/>
                  <a:pt x="1835325" y="317777"/>
                  <a:pt x="1841011" y="272102"/>
                </a:cubicBezTo>
                <a:cubicBezTo>
                  <a:pt x="1862814" y="319333"/>
                  <a:pt x="1887703" y="371232"/>
                  <a:pt x="1910810" y="423798"/>
                </a:cubicBezTo>
                <a:cubicBezTo>
                  <a:pt x="1912868" y="430909"/>
                  <a:pt x="1917602" y="437080"/>
                  <a:pt x="1924145" y="441168"/>
                </a:cubicBezTo>
                <a:cubicBezTo>
                  <a:pt x="1930679" y="445255"/>
                  <a:pt x="1938576" y="446980"/>
                  <a:pt x="1946367" y="446024"/>
                </a:cubicBezTo>
                <a:cubicBezTo>
                  <a:pt x="1989630" y="444801"/>
                  <a:pt x="2033006" y="446024"/>
                  <a:pt x="2076736" y="446024"/>
                </a:cubicBezTo>
                <a:lnTo>
                  <a:pt x="2103520" y="446024"/>
                </a:lnTo>
                <a:cubicBezTo>
                  <a:pt x="2089061" y="421241"/>
                  <a:pt x="2077565" y="400460"/>
                  <a:pt x="2064410" y="380456"/>
                </a:cubicBezTo>
                <a:cubicBezTo>
                  <a:pt x="2062277" y="377233"/>
                  <a:pt x="2052561" y="377233"/>
                  <a:pt x="2046751" y="377233"/>
                </a:cubicBezTo>
                <a:lnTo>
                  <a:pt x="1970427" y="377233"/>
                </a:lnTo>
                <a:cubicBezTo>
                  <a:pt x="1987372" y="363119"/>
                  <a:pt x="2003374" y="348339"/>
                  <a:pt x="2021148" y="335447"/>
                </a:cubicBezTo>
                <a:cubicBezTo>
                  <a:pt x="2023739" y="334084"/>
                  <a:pt x="2025968" y="332205"/>
                  <a:pt x="2027701" y="329943"/>
                </a:cubicBezTo>
                <a:cubicBezTo>
                  <a:pt x="2029425" y="327682"/>
                  <a:pt x="2030597" y="325092"/>
                  <a:pt x="2031140" y="322358"/>
                </a:cubicBezTo>
                <a:cubicBezTo>
                  <a:pt x="2031683" y="319624"/>
                  <a:pt x="2031578" y="316811"/>
                  <a:pt x="2030835" y="314118"/>
                </a:cubicBezTo>
                <a:cubicBezTo>
                  <a:pt x="2030092" y="311426"/>
                  <a:pt x="2028730" y="308919"/>
                  <a:pt x="2026844" y="306775"/>
                </a:cubicBezTo>
                <a:cubicBezTo>
                  <a:pt x="2014985" y="286771"/>
                  <a:pt x="2004441" y="265878"/>
                  <a:pt x="1992468" y="245763"/>
                </a:cubicBezTo>
                <a:cubicBezTo>
                  <a:pt x="1989649" y="241768"/>
                  <a:pt x="1988372" y="236989"/>
                  <a:pt x="1988849" y="232219"/>
                </a:cubicBezTo>
                <a:cubicBezTo>
                  <a:pt x="1989315" y="227448"/>
                  <a:pt x="1991516" y="222973"/>
                  <a:pt x="1995078" y="219536"/>
                </a:cubicBezTo>
                <a:cubicBezTo>
                  <a:pt x="2051809" y="150633"/>
                  <a:pt x="2108140" y="82027"/>
                  <a:pt x="2164080" y="13718"/>
                </a:cubicBezTo>
                <a:close/>
                <a:moveTo>
                  <a:pt x="1454534" y="284881"/>
                </a:moveTo>
                <a:cubicBezTo>
                  <a:pt x="1440666" y="286104"/>
                  <a:pt x="1426683" y="284881"/>
                  <a:pt x="1409500" y="284881"/>
                </a:cubicBezTo>
                <a:cubicBezTo>
                  <a:pt x="1424788" y="245540"/>
                  <a:pt x="1438885" y="209089"/>
                  <a:pt x="1452991" y="172638"/>
                </a:cubicBezTo>
                <a:lnTo>
                  <a:pt x="1456668" y="173193"/>
                </a:lnTo>
                <a:cubicBezTo>
                  <a:pt x="1459392" y="206534"/>
                  <a:pt x="1462354" y="240651"/>
                  <a:pt x="1464135" y="274324"/>
                </a:cubicBezTo>
                <a:cubicBezTo>
                  <a:pt x="1463669" y="276722"/>
                  <a:pt x="1462535" y="278964"/>
                  <a:pt x="1460849" y="280818"/>
                </a:cubicBezTo>
                <a:cubicBezTo>
                  <a:pt x="1459163" y="282674"/>
                  <a:pt x="1456982" y="284076"/>
                  <a:pt x="1454534" y="284881"/>
                </a:cubicBezTo>
                <a:close/>
                <a:moveTo>
                  <a:pt x="293680" y="179639"/>
                </a:moveTo>
                <a:cubicBezTo>
                  <a:pt x="274599" y="174083"/>
                  <a:pt x="255400" y="169193"/>
                  <a:pt x="236318" y="163636"/>
                </a:cubicBezTo>
                <a:cubicBezTo>
                  <a:pt x="224467" y="160302"/>
                  <a:pt x="211430" y="156635"/>
                  <a:pt x="213801" y="141409"/>
                </a:cubicBezTo>
                <a:cubicBezTo>
                  <a:pt x="216171" y="126184"/>
                  <a:pt x="229563" y="124518"/>
                  <a:pt x="242600" y="123739"/>
                </a:cubicBezTo>
                <a:cubicBezTo>
                  <a:pt x="247699" y="123110"/>
                  <a:pt x="252884" y="123566"/>
                  <a:pt x="257769" y="125073"/>
                </a:cubicBezTo>
                <a:cubicBezTo>
                  <a:pt x="281681" y="133101"/>
                  <a:pt x="304966" y="142681"/>
                  <a:pt x="327456" y="153745"/>
                </a:cubicBezTo>
                <a:cubicBezTo>
                  <a:pt x="340967" y="161080"/>
                  <a:pt x="345589" y="159413"/>
                  <a:pt x="351159" y="147633"/>
                </a:cubicBezTo>
                <a:cubicBezTo>
                  <a:pt x="366330" y="118294"/>
                  <a:pt x="381736" y="88955"/>
                  <a:pt x="397973" y="60171"/>
                </a:cubicBezTo>
                <a:cubicBezTo>
                  <a:pt x="404847" y="48169"/>
                  <a:pt x="401409" y="42168"/>
                  <a:pt x="389203" y="36389"/>
                </a:cubicBezTo>
                <a:cubicBezTo>
                  <a:pt x="335351" y="9148"/>
                  <a:pt x="274370" y="-3221"/>
                  <a:pt x="213327" y="715"/>
                </a:cubicBezTo>
                <a:cubicBezTo>
                  <a:pt x="142218" y="6383"/>
                  <a:pt x="86279" y="35278"/>
                  <a:pt x="54398" y="97179"/>
                </a:cubicBezTo>
                <a:cubicBezTo>
                  <a:pt x="15051" y="173749"/>
                  <a:pt x="53213" y="252764"/>
                  <a:pt x="139966" y="276324"/>
                </a:cubicBezTo>
                <a:cubicBezTo>
                  <a:pt x="151817" y="279547"/>
                  <a:pt x="164499" y="281214"/>
                  <a:pt x="176469" y="284660"/>
                </a:cubicBezTo>
                <a:cubicBezTo>
                  <a:pt x="185855" y="286845"/>
                  <a:pt x="194870" y="290250"/>
                  <a:pt x="203253" y="294772"/>
                </a:cubicBezTo>
                <a:cubicBezTo>
                  <a:pt x="206887" y="296481"/>
                  <a:pt x="209893" y="299169"/>
                  <a:pt x="211886" y="302491"/>
                </a:cubicBezTo>
                <a:cubicBezTo>
                  <a:pt x="213878" y="305814"/>
                  <a:pt x="214766" y="309619"/>
                  <a:pt x="214434" y="313418"/>
                </a:cubicBezTo>
                <a:cubicBezTo>
                  <a:pt x="214103" y="317217"/>
                  <a:pt x="212568" y="320836"/>
                  <a:pt x="210026" y="323811"/>
                </a:cubicBezTo>
                <a:cubicBezTo>
                  <a:pt x="207485" y="326787"/>
                  <a:pt x="204053" y="328980"/>
                  <a:pt x="200172" y="330113"/>
                </a:cubicBezTo>
                <a:cubicBezTo>
                  <a:pt x="193917" y="332633"/>
                  <a:pt x="187187" y="333955"/>
                  <a:pt x="180380" y="334003"/>
                </a:cubicBezTo>
                <a:cubicBezTo>
                  <a:pt x="141669" y="334321"/>
                  <a:pt x="104379" y="320350"/>
                  <a:pt x="76561" y="295106"/>
                </a:cubicBezTo>
                <a:cubicBezTo>
                  <a:pt x="72531" y="291772"/>
                  <a:pt x="68383" y="288660"/>
                  <a:pt x="62813" y="283993"/>
                </a:cubicBezTo>
                <a:cubicBezTo>
                  <a:pt x="41125" y="323779"/>
                  <a:pt x="20503" y="361785"/>
                  <a:pt x="0" y="398681"/>
                </a:cubicBezTo>
                <a:lnTo>
                  <a:pt x="0" y="405127"/>
                </a:lnTo>
                <a:cubicBezTo>
                  <a:pt x="31999" y="418019"/>
                  <a:pt x="63287" y="433133"/>
                  <a:pt x="96234" y="442357"/>
                </a:cubicBezTo>
                <a:cubicBezTo>
                  <a:pt x="123053" y="448843"/>
                  <a:pt x="150288" y="453705"/>
                  <a:pt x="177772" y="456915"/>
                </a:cubicBezTo>
                <a:lnTo>
                  <a:pt x="188083" y="456915"/>
                </a:lnTo>
                <a:cubicBezTo>
                  <a:pt x="193653" y="456137"/>
                  <a:pt x="199342" y="455137"/>
                  <a:pt x="204912" y="454582"/>
                </a:cubicBezTo>
                <a:cubicBezTo>
                  <a:pt x="234086" y="453146"/>
                  <a:pt x="262601" y="445914"/>
                  <a:pt x="288570" y="433365"/>
                </a:cubicBezTo>
                <a:cubicBezTo>
                  <a:pt x="314539" y="420816"/>
                  <a:pt x="337368" y="403235"/>
                  <a:pt x="355544" y="381790"/>
                </a:cubicBezTo>
                <a:cubicBezTo>
                  <a:pt x="406979" y="321000"/>
                  <a:pt x="400106" y="210867"/>
                  <a:pt x="293680" y="179639"/>
                </a:cubicBezTo>
                <a:close/>
                <a:moveTo>
                  <a:pt x="900713" y="9939"/>
                </a:moveTo>
                <a:lnTo>
                  <a:pt x="762051" y="9939"/>
                </a:lnTo>
                <a:cubicBezTo>
                  <a:pt x="759515" y="9545"/>
                  <a:pt x="756917" y="9696"/>
                  <a:pt x="754453" y="10381"/>
                </a:cubicBezTo>
                <a:cubicBezTo>
                  <a:pt x="751990" y="11067"/>
                  <a:pt x="749725" y="12269"/>
                  <a:pt x="747830" y="13896"/>
                </a:cubicBezTo>
                <a:cubicBezTo>
                  <a:pt x="745934" y="15523"/>
                  <a:pt x="744459" y="17534"/>
                  <a:pt x="743514" y="19775"/>
                </a:cubicBezTo>
                <a:cubicBezTo>
                  <a:pt x="742569" y="22016"/>
                  <a:pt x="742180" y="24429"/>
                  <a:pt x="742377" y="26832"/>
                </a:cubicBezTo>
                <a:cubicBezTo>
                  <a:pt x="738821" y="71285"/>
                  <a:pt x="735029" y="116404"/>
                  <a:pt x="731354" y="161080"/>
                </a:cubicBezTo>
                <a:cubicBezTo>
                  <a:pt x="729696" y="180750"/>
                  <a:pt x="728273" y="200421"/>
                  <a:pt x="726733" y="220091"/>
                </a:cubicBezTo>
                <a:cubicBezTo>
                  <a:pt x="721943" y="216340"/>
                  <a:pt x="718166" y="211580"/>
                  <a:pt x="715710" y="206200"/>
                </a:cubicBezTo>
                <a:cubicBezTo>
                  <a:pt x="686201" y="147078"/>
                  <a:pt x="656453" y="88066"/>
                  <a:pt x="627655" y="28387"/>
                </a:cubicBezTo>
                <a:cubicBezTo>
                  <a:pt x="625718" y="22374"/>
                  <a:pt x="621572" y="17199"/>
                  <a:pt x="615952" y="13781"/>
                </a:cubicBezTo>
                <a:cubicBezTo>
                  <a:pt x="610333" y="10363"/>
                  <a:pt x="603603" y="8923"/>
                  <a:pt x="596959" y="9717"/>
                </a:cubicBezTo>
                <a:cubicBezTo>
                  <a:pt x="579318" y="10773"/>
                  <a:pt x="561624" y="10773"/>
                  <a:pt x="543983" y="9717"/>
                </a:cubicBezTo>
                <a:cubicBezTo>
                  <a:pt x="527628" y="8828"/>
                  <a:pt x="524191" y="15496"/>
                  <a:pt x="526916" y="29054"/>
                </a:cubicBezTo>
                <a:cubicBezTo>
                  <a:pt x="530354" y="46724"/>
                  <a:pt x="532843" y="64617"/>
                  <a:pt x="536635" y="87621"/>
                </a:cubicBezTo>
                <a:cubicBezTo>
                  <a:pt x="505229" y="62283"/>
                  <a:pt x="476666" y="34166"/>
                  <a:pt x="446326" y="9828"/>
                </a:cubicBezTo>
                <a:cubicBezTo>
                  <a:pt x="444549" y="19275"/>
                  <a:pt x="444549" y="29610"/>
                  <a:pt x="443956" y="34277"/>
                </a:cubicBezTo>
                <a:cubicBezTo>
                  <a:pt x="435108" y="100142"/>
                  <a:pt x="426298" y="165822"/>
                  <a:pt x="417527" y="231316"/>
                </a:cubicBezTo>
                <a:cubicBezTo>
                  <a:pt x="408995" y="297107"/>
                  <a:pt x="400817" y="363008"/>
                  <a:pt x="392047" y="428798"/>
                </a:cubicBezTo>
                <a:cubicBezTo>
                  <a:pt x="390625" y="439912"/>
                  <a:pt x="393469" y="444913"/>
                  <a:pt x="405914" y="444913"/>
                </a:cubicBezTo>
                <a:lnTo>
                  <a:pt x="546353" y="444913"/>
                </a:lnTo>
                <a:cubicBezTo>
                  <a:pt x="548470" y="445244"/>
                  <a:pt x="550640" y="445130"/>
                  <a:pt x="552704" y="444577"/>
                </a:cubicBezTo>
                <a:cubicBezTo>
                  <a:pt x="554769" y="444024"/>
                  <a:pt x="556676" y="443047"/>
                  <a:pt x="558288" y="441716"/>
                </a:cubicBezTo>
                <a:cubicBezTo>
                  <a:pt x="559900" y="440387"/>
                  <a:pt x="561175" y="438737"/>
                  <a:pt x="562021" y="436886"/>
                </a:cubicBezTo>
                <a:cubicBezTo>
                  <a:pt x="562868" y="435036"/>
                  <a:pt x="563265" y="433033"/>
                  <a:pt x="563182" y="431022"/>
                </a:cubicBezTo>
                <a:cubicBezTo>
                  <a:pt x="566027" y="404460"/>
                  <a:pt x="569464" y="378011"/>
                  <a:pt x="572782" y="351451"/>
                </a:cubicBezTo>
                <a:cubicBezTo>
                  <a:pt x="576574" y="319777"/>
                  <a:pt x="580486" y="288216"/>
                  <a:pt x="584633" y="256543"/>
                </a:cubicBezTo>
                <a:lnTo>
                  <a:pt x="588426" y="255654"/>
                </a:lnTo>
                <a:cubicBezTo>
                  <a:pt x="591389" y="260433"/>
                  <a:pt x="594471" y="265100"/>
                  <a:pt x="597196" y="269990"/>
                </a:cubicBezTo>
                <a:cubicBezTo>
                  <a:pt x="627298" y="322778"/>
                  <a:pt x="657638" y="375566"/>
                  <a:pt x="687267" y="428577"/>
                </a:cubicBezTo>
                <a:cubicBezTo>
                  <a:pt x="689676" y="433964"/>
                  <a:pt x="693868" y="438482"/>
                  <a:pt x="699224" y="441463"/>
                </a:cubicBezTo>
                <a:cubicBezTo>
                  <a:pt x="704580" y="444445"/>
                  <a:pt x="710817" y="445732"/>
                  <a:pt x="717014" y="445135"/>
                </a:cubicBezTo>
                <a:cubicBezTo>
                  <a:pt x="758495" y="444246"/>
                  <a:pt x="799975" y="444246"/>
                  <a:pt x="841455" y="445135"/>
                </a:cubicBezTo>
                <a:cubicBezTo>
                  <a:pt x="856506" y="445135"/>
                  <a:pt x="862669" y="440689"/>
                  <a:pt x="864092" y="426131"/>
                </a:cubicBezTo>
                <a:cubicBezTo>
                  <a:pt x="866936" y="395903"/>
                  <a:pt x="871795" y="365675"/>
                  <a:pt x="875943" y="335447"/>
                </a:cubicBezTo>
                <a:cubicBezTo>
                  <a:pt x="888861" y="233094"/>
                  <a:pt x="902372" y="129518"/>
                  <a:pt x="916119" y="26609"/>
                </a:cubicBezTo>
                <a:cubicBezTo>
                  <a:pt x="917660" y="14385"/>
                  <a:pt x="913868" y="9828"/>
                  <a:pt x="900713" y="9939"/>
                </a:cubicBezTo>
                <a:close/>
              </a:path>
            </a:pathLst>
          </a:custGeom>
          <a:solidFill>
            <a:schemeClr val="bg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sp>
        <p:nvSpPr>
          <p:cNvPr id="28" name="Freeform 6">
            <a:extLst>
              <a:ext uri="{FF2B5EF4-FFF2-40B4-BE49-F238E27FC236}">
                <a16:creationId xmlns:a16="http://schemas.microsoft.com/office/drawing/2014/main" id="{AF496F61-392C-9A93-90BD-3B9C8478350D}"/>
              </a:ext>
            </a:extLst>
          </p:cNvPr>
          <p:cNvSpPr>
            <a:spLocks/>
          </p:cNvSpPr>
          <p:nvPr/>
        </p:nvSpPr>
        <p:spPr bwMode="auto">
          <a:xfrm>
            <a:off x="9341410" y="1077662"/>
            <a:ext cx="2850590" cy="3069308"/>
          </a:xfrm>
          <a:custGeom>
            <a:avLst/>
            <a:gdLst>
              <a:gd name="T0" fmla="*/ 541 w 1968"/>
              <a:gd name="T1" fmla="*/ 464 h 2119"/>
              <a:gd name="T2" fmla="*/ 1589 w 1968"/>
              <a:gd name="T3" fmla="*/ 0 h 2119"/>
              <a:gd name="T4" fmla="*/ 1147 w 1968"/>
              <a:gd name="T5" fmla="*/ 414 h 2119"/>
              <a:gd name="T6" fmla="*/ 1968 w 1968"/>
              <a:gd name="T7" fmla="*/ 913 h 2119"/>
              <a:gd name="T8" fmla="*/ 1968 w 1968"/>
              <a:gd name="T9" fmla="*/ 988 h 2119"/>
              <a:gd name="T10" fmla="*/ 1219 w 1968"/>
              <a:gd name="T11" fmla="*/ 1251 h 2119"/>
              <a:gd name="T12" fmla="*/ 1968 w 1968"/>
              <a:gd name="T13" fmla="*/ 1413 h 2119"/>
              <a:gd name="T14" fmla="*/ 1968 w 1968"/>
              <a:gd name="T15" fmla="*/ 2119 h 2119"/>
              <a:gd name="T16" fmla="*/ 1662 w 1968"/>
              <a:gd name="T17" fmla="*/ 2119 h 2119"/>
              <a:gd name="T18" fmla="*/ 0 w 1968"/>
              <a:gd name="T19" fmla="*/ 1041 h 2119"/>
              <a:gd name="T20" fmla="*/ 894 w 1968"/>
              <a:gd name="T21" fmla="*/ 913 h 2119"/>
              <a:gd name="T22" fmla="*/ 541 w 1968"/>
              <a:gd name="T23" fmla="*/ 464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8" h="2119">
                <a:moveTo>
                  <a:pt x="541" y="464"/>
                </a:moveTo>
                <a:lnTo>
                  <a:pt x="1589" y="0"/>
                </a:lnTo>
                <a:lnTo>
                  <a:pt x="1147" y="414"/>
                </a:lnTo>
                <a:lnTo>
                  <a:pt x="1968" y="913"/>
                </a:lnTo>
                <a:lnTo>
                  <a:pt x="1968" y="988"/>
                </a:lnTo>
                <a:lnTo>
                  <a:pt x="1219" y="1251"/>
                </a:lnTo>
                <a:lnTo>
                  <a:pt x="1968" y="1413"/>
                </a:lnTo>
                <a:lnTo>
                  <a:pt x="1968" y="2119"/>
                </a:lnTo>
                <a:lnTo>
                  <a:pt x="1662" y="2119"/>
                </a:lnTo>
                <a:lnTo>
                  <a:pt x="0" y="1041"/>
                </a:lnTo>
                <a:lnTo>
                  <a:pt x="894" y="913"/>
                </a:lnTo>
                <a:lnTo>
                  <a:pt x="541" y="464"/>
                </a:lnTo>
                <a:close/>
              </a:path>
            </a:pathLst>
          </a:custGeom>
          <a:gradFill>
            <a:gsLst>
              <a:gs pos="35000">
                <a:schemeClr val="accent6">
                  <a:lumMod val="60000"/>
                  <a:lumOff val="40000"/>
                  <a:alpha val="75000"/>
                </a:schemeClr>
              </a:gs>
              <a:gs pos="86000">
                <a:schemeClr val="accent6">
                  <a:alpha val="50000"/>
                </a:schemeClr>
              </a:gs>
            </a:gsLst>
            <a:lin ang="5400000" scaled="1"/>
          </a:gra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sp>
        <p:nvSpPr>
          <p:cNvPr id="30" name="Freeform 8">
            <a:extLst>
              <a:ext uri="{FF2B5EF4-FFF2-40B4-BE49-F238E27FC236}">
                <a16:creationId xmlns:a16="http://schemas.microsoft.com/office/drawing/2014/main" id="{C01CEC41-2864-ABA0-26AC-88E9B7A72E6F}"/>
              </a:ext>
            </a:extLst>
          </p:cNvPr>
          <p:cNvSpPr>
            <a:spLocks/>
          </p:cNvSpPr>
          <p:nvPr/>
        </p:nvSpPr>
        <p:spPr bwMode="auto">
          <a:xfrm>
            <a:off x="7670800" y="3451704"/>
            <a:ext cx="4521200" cy="3047787"/>
          </a:xfrm>
          <a:custGeom>
            <a:avLst/>
            <a:gdLst>
              <a:gd name="T0" fmla="*/ 2866 w 2866"/>
              <a:gd name="T1" fmla="*/ 1829 h 1932"/>
              <a:gd name="T2" fmla="*/ 2866 w 2866"/>
              <a:gd name="T3" fmla="*/ 1932 h 1932"/>
              <a:gd name="T4" fmla="*/ 2591 w 2866"/>
              <a:gd name="T5" fmla="*/ 1932 h 1932"/>
              <a:gd name="T6" fmla="*/ 2064 w 2866"/>
              <a:gd name="T7" fmla="*/ 1710 h 1932"/>
              <a:gd name="T8" fmla="*/ 768 w 2866"/>
              <a:gd name="T9" fmla="*/ 1820 h 1932"/>
              <a:gd name="T10" fmla="*/ 0 w 2866"/>
              <a:gd name="T11" fmla="*/ 0 h 1932"/>
              <a:gd name="T12" fmla="*/ 1088 w 2866"/>
              <a:gd name="T13" fmla="*/ 1147 h 1932"/>
              <a:gd name="T14" fmla="*/ 2116 w 2866"/>
              <a:gd name="T15" fmla="*/ 1141 h 1932"/>
              <a:gd name="T16" fmla="*/ 2866 w 2866"/>
              <a:gd name="T17" fmla="*/ 1829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6" h="1932">
                <a:moveTo>
                  <a:pt x="2866" y="1829"/>
                </a:moveTo>
                <a:lnTo>
                  <a:pt x="2866" y="1932"/>
                </a:lnTo>
                <a:lnTo>
                  <a:pt x="2591" y="1932"/>
                </a:lnTo>
                <a:lnTo>
                  <a:pt x="2064" y="1710"/>
                </a:lnTo>
                <a:lnTo>
                  <a:pt x="768" y="1820"/>
                </a:lnTo>
                <a:lnTo>
                  <a:pt x="0" y="0"/>
                </a:lnTo>
                <a:lnTo>
                  <a:pt x="1088" y="1147"/>
                </a:lnTo>
                <a:lnTo>
                  <a:pt x="2116" y="1141"/>
                </a:lnTo>
                <a:lnTo>
                  <a:pt x="2866" y="1829"/>
                </a:lnTo>
                <a:close/>
              </a:path>
            </a:pathLst>
          </a:custGeom>
          <a:gradFill>
            <a:gsLst>
              <a:gs pos="35000">
                <a:schemeClr val="accent6">
                  <a:lumMod val="60000"/>
                  <a:lumOff val="40000"/>
                  <a:alpha val="75000"/>
                </a:schemeClr>
              </a:gs>
              <a:gs pos="86000">
                <a:schemeClr val="accent6">
                  <a:alpha val="50000"/>
                </a:schemeClr>
              </a:gs>
            </a:gsLst>
            <a:lin ang="5400000" scaled="1"/>
          </a:gra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646464"/>
              </a:solidFill>
              <a:effectLst/>
              <a:uLnTx/>
              <a:uFillTx/>
              <a:latin typeface="Century Gothic"/>
              <a:ea typeface="+mn-ea"/>
              <a:cs typeface="+mn-cs"/>
            </a:endParaRPr>
          </a:p>
        </p:txBody>
      </p:sp>
      <p:sp>
        <p:nvSpPr>
          <p:cNvPr id="50" name="Slide Number Placeholder 2">
            <a:extLst>
              <a:ext uri="{FF2B5EF4-FFF2-40B4-BE49-F238E27FC236}">
                <a16:creationId xmlns:a16="http://schemas.microsoft.com/office/drawing/2014/main" id="{6210D8C9-C5DD-48C3-8A1C-DFFFD47CEDC5}"/>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A131BC9-40DA-43B6-B58E-D925B527BF77}" type="slidenum">
              <a:rPr kumimoji="0" lang="en-IN" sz="1000" b="1" i="0" u="none" strike="noStrike" kern="1200" cap="none" spc="0" normalizeH="0" baseline="0" noProof="0" smtClean="0">
                <a:ln>
                  <a:noFill/>
                </a:ln>
                <a:solidFill>
                  <a:prstClr val="white"/>
                </a:solidFill>
                <a:effectLst/>
                <a:uLnTx/>
                <a:uFillTx/>
                <a:latin typeface="Century Gothic"/>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IN" sz="1000" b="1" i="0" u="none" strike="noStrike" kern="1200" cap="none" spc="0" normalizeH="0" baseline="0" noProof="0" dirty="0">
              <a:ln>
                <a:noFill/>
              </a:ln>
              <a:solidFill>
                <a:prstClr val="white"/>
              </a:solidFill>
              <a:effectLst/>
              <a:uLnTx/>
              <a:uFillTx/>
              <a:latin typeface="Century Gothic"/>
              <a:ea typeface="+mn-ea"/>
              <a:cs typeface="+mn-cs"/>
            </a:endParaRPr>
          </a:p>
        </p:txBody>
      </p:sp>
    </p:spTree>
    <p:extLst>
      <p:ext uri="{BB962C8B-B14F-4D97-AF65-F5344CB8AC3E}">
        <p14:creationId xmlns:p14="http://schemas.microsoft.com/office/powerpoint/2010/main" val="314859818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DESIGN_ID_OFFICE THEME" val="KgXgmsee"/>
  <p:tag name="ARTICULATE_SLIDE_COUNT" val="15"/>
  <p:tag name="ARTICULATE_PROJECT_OPEN" val="0"/>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Office Theme">
  <a:themeElements>
    <a:clrScheme name="Sneak Energy NB">
      <a:dk1>
        <a:srgbClr val="646464"/>
      </a:dk1>
      <a:lt1>
        <a:sysClr val="window" lastClr="FFFFFF"/>
      </a:lt1>
      <a:dk2>
        <a:srgbClr val="110F13"/>
      </a:dk2>
      <a:lt2>
        <a:srgbClr val="E7E6E6"/>
      </a:lt2>
      <a:accent1>
        <a:srgbClr val="EA445F"/>
      </a:accent1>
      <a:accent2>
        <a:srgbClr val="FEBC27"/>
      </a:accent2>
      <a:accent3>
        <a:srgbClr val="E12A87"/>
      </a:accent3>
      <a:accent4>
        <a:srgbClr val="42C0F0"/>
      </a:accent4>
      <a:accent5>
        <a:srgbClr val="7030A0"/>
      </a:accent5>
      <a:accent6>
        <a:srgbClr val="00B67A"/>
      </a:accent6>
      <a:hlink>
        <a:srgbClr val="E98300"/>
      </a:hlink>
      <a:folHlink>
        <a:srgbClr val="71C5E8"/>
      </a:folHlink>
    </a:clrScheme>
    <a:fontScheme name="Custom 13">
      <a:majorFont>
        <a:latin typeface="Century Gothic"/>
        <a:ea typeface=""/>
        <a:cs typeface=""/>
      </a:majorFont>
      <a:minorFont>
        <a:latin typeface="Century Gothic"/>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5cd17271-0186-4a94-a8e5-2a85c0fb5d22">
      <Terms xmlns="http://schemas.microsoft.com/office/infopath/2007/PartnerControls"/>
    </lcf76f155ced4ddcb4097134ff3c332f>
    <TaxCatchAll xmlns="bc82aed4-c161-4654-bb9f-d351edfac1aa"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96FE055041E8254B8A6D76B64478F329" ma:contentTypeVersion="19" ma:contentTypeDescription="Create a new document." ma:contentTypeScope="" ma:versionID="69de1714633f7a1996e439cc25923900">
  <xsd:schema xmlns:xsd="http://www.w3.org/2001/XMLSchema" xmlns:xs="http://www.w3.org/2001/XMLSchema" xmlns:p="http://schemas.microsoft.com/office/2006/metadata/properties" xmlns:ns2="5cd17271-0186-4a94-a8e5-2a85c0fb5d22" xmlns:ns3="bc82aed4-c161-4654-bb9f-d351edfac1aa" targetNamespace="http://schemas.microsoft.com/office/2006/metadata/properties" ma:root="true" ma:fieldsID="faf34715ed9596f2d632a667f609d60d" ns2:_="" ns3:_="">
    <xsd:import namespace="5cd17271-0186-4a94-a8e5-2a85c0fb5d22"/>
    <xsd:import namespace="bc82aed4-c161-4654-bb9f-d351edfac1aa"/>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DateTaken" minOccurs="0"/>
                <xsd:element ref="ns2:MediaServiceAutoTags" minOccurs="0"/>
                <xsd:element ref="ns2:MediaServiceLocation" minOccurs="0"/>
                <xsd:element ref="ns2:MediaServiceGenerationTime" minOccurs="0"/>
                <xsd:element ref="ns2:MediaServiceEventHashCode" minOccurs="0"/>
                <xsd:element ref="ns3:SharedWithUsers" minOccurs="0"/>
                <xsd:element ref="ns3:SharedWithDetails" minOccurs="0"/>
                <xsd:element ref="ns2:MediaServiceOCR" minOccurs="0"/>
                <xsd:element ref="ns2:MediaLengthInSeconds" minOccurs="0"/>
                <xsd:element ref="ns2:lcf76f155ced4ddcb4097134ff3c332f" minOccurs="0"/>
                <xsd:element ref="ns3:TaxCatchAll" minOccurs="0"/>
                <xsd:element ref="ns2:MediaServiceObjectDetectorVersions" minOccurs="0"/>
                <xsd:element ref="ns2:MediaServiceSearchPropertie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cd17271-0186-4a94-a8e5-2a85c0fb5d22"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DateTaken" ma:index="12" nillable="true" ma:displayName="MediaServiceDateTaken" ma:hidden="true" ma:internalName="MediaServiceDateTaken" ma:readOnly="true">
      <xsd:simpleType>
        <xsd:restriction base="dms:Text"/>
      </xsd:simpleType>
    </xsd:element>
    <xsd:element name="MediaServiceAutoTags" ma:index="13" nillable="true" ma:displayName="Tags" ma:internalName="MediaServiceAutoTags" ma:readOnly="true">
      <xsd:simpleType>
        <xsd:restriction base="dms:Text"/>
      </xsd:simpleType>
    </xsd:element>
    <xsd:element name="MediaServiceLocation" ma:index="14" nillable="true" ma:displayName="Location" ma:internalName="MediaServiceLocation"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ServiceOCR" ma:index="19" nillable="true" ma:displayName="Extracted Text" ma:internalName="MediaServiceOCR" ma:readOnly="true">
      <xsd:simpleType>
        <xsd:restriction base="dms:Note">
          <xsd:maxLength value="255"/>
        </xsd:restriction>
      </xsd:simpleType>
    </xsd:element>
    <xsd:element name="MediaLengthInSeconds" ma:index="20" nillable="true" ma:displayName="Length (seconds)" ma:internalName="MediaLengthInSeconds" ma:readOnly="true">
      <xsd:simpleType>
        <xsd:restriction base="dms:Unknown"/>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7befa96b-bd20-4642-aeb5-bb74a145ad02"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4" nillable="true" ma:displayName="MediaServiceObjectDetectorVersions" ma:description="" ma:hidden="true" ma:indexed="true" ma:internalName="MediaServiceObjectDetectorVersions" ma:readOnly="true">
      <xsd:simpleType>
        <xsd:restriction base="dms:Text"/>
      </xsd:simpleType>
    </xsd:element>
    <xsd:element name="MediaServiceSearchProperties" ma:index="25" nillable="true" ma:displayName="MediaServiceSearchProperties" ma:hidden="true" ma:internalName="MediaServiceSearchProperties" ma:readOnly="true">
      <xsd:simpleType>
        <xsd:restriction base="dms:Note"/>
      </xsd:simpleType>
    </xsd:element>
    <xsd:element name="MediaServiceBillingMetadata" ma:index="26"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bc82aed4-c161-4654-bb9f-d351edfac1aa" elementFormDefault="qualified">
    <xsd:import namespace="http://schemas.microsoft.com/office/2006/documentManagement/types"/>
    <xsd:import namespace="http://schemas.microsoft.com/office/infopath/2007/PartnerControls"/>
    <xsd:element name="SharedWithUsers" ma:index="1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8" nillable="true" ma:displayName="Shared With Details" ma:internalName="SharedWithDetails" ma:readOnly="true">
      <xsd:simpleType>
        <xsd:restriction base="dms:Note">
          <xsd:maxLength value="255"/>
        </xsd:restriction>
      </xsd:simpleType>
    </xsd:element>
    <xsd:element name="TaxCatchAll" ma:index="23" nillable="true" ma:displayName="Taxonomy Catch All Column" ma:hidden="true" ma:list="{c7d71542-4c3e-4ec6-a2b3-d174b35c905c}" ma:internalName="TaxCatchAll" ma:showField="CatchAllData" ma:web="bc82aed4-c161-4654-bb9f-d351edfac1a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EADE9728-BFD4-44DC-B264-6D99A1FF24F0}">
  <ds:schemaRefs>
    <ds:schemaRef ds:uri="http://schemas.microsoft.com/sharepoint/v3/contenttype/forms"/>
  </ds:schemaRefs>
</ds:datastoreItem>
</file>

<file path=customXml/itemProps2.xml><?xml version="1.0" encoding="utf-8"?>
<ds:datastoreItem xmlns:ds="http://schemas.openxmlformats.org/officeDocument/2006/customXml" ds:itemID="{7DBAC41B-596A-419B-AE58-C85BD5BB2482}">
  <ds:schemaRefs>
    <ds:schemaRef ds:uri="http://www.w3.org/XML/1998/namespace"/>
    <ds:schemaRef ds:uri="http://purl.org/dc/dcmitype/"/>
    <ds:schemaRef ds:uri="5cd17271-0186-4a94-a8e5-2a85c0fb5d22"/>
    <ds:schemaRef ds:uri="http://purl.org/dc/terms/"/>
    <ds:schemaRef ds:uri="http://purl.org/dc/elements/1.1/"/>
    <ds:schemaRef ds:uri="http://schemas.microsoft.com/office/2006/documentManagement/types"/>
    <ds:schemaRef ds:uri="http://schemas.openxmlformats.org/package/2006/metadata/core-properties"/>
    <ds:schemaRef ds:uri="http://schemas.microsoft.com/office/infopath/2007/PartnerControls"/>
    <ds:schemaRef ds:uri="bc82aed4-c161-4654-bb9f-d351edfac1aa"/>
    <ds:schemaRef ds:uri="http://schemas.microsoft.com/office/2006/metadata/properties"/>
  </ds:schemaRefs>
</ds:datastoreItem>
</file>

<file path=customXml/itemProps3.xml><?xml version="1.0" encoding="utf-8"?>
<ds:datastoreItem xmlns:ds="http://schemas.openxmlformats.org/officeDocument/2006/customXml" ds:itemID="{9F43223C-3D67-4581-8FA2-64D95D21EF29}">
  <ds:schemaRefs>
    <ds:schemaRef ds:uri="5cd17271-0186-4a94-a8e5-2a85c0fb5d22"/>
    <ds:schemaRef ds:uri="bc82aed4-c161-4654-bb9f-d351edfac1aa"/>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Props/app.xml><?xml version="1.0" encoding="utf-8"?>
<Properties xmlns="http://schemas.openxmlformats.org/officeDocument/2006/extended-properties" xmlns:vt="http://schemas.openxmlformats.org/officeDocument/2006/docPropsVTypes">
  <Template/>
  <TotalTime>3015</TotalTime>
  <Words>2822</Words>
  <Application>Microsoft Macintosh PowerPoint</Application>
  <PresentationFormat>Widescreen</PresentationFormat>
  <Paragraphs>142</Paragraphs>
  <Slides>16</Slides>
  <Notes>0</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16</vt:i4>
      </vt:variant>
    </vt:vector>
  </HeadingPairs>
  <TitlesOfParts>
    <vt:vector size="21" baseType="lpstr">
      <vt:lpstr>Aptos</vt:lpstr>
      <vt:lpstr>Arial</vt:lpstr>
      <vt:lpstr>Calibri</vt:lpstr>
      <vt:lpstr>Century Gothic</vt:lpstr>
      <vt:lpstr>Office Theme</vt:lpstr>
      <vt:lpstr>PowerPoint Presentation</vt:lpstr>
      <vt:lpstr>PowerPoint Presentation</vt:lpstr>
      <vt:lpstr>PowerPoint Presentation</vt:lpstr>
      <vt:lpstr>What is Lorem Ipsum?</vt:lpstr>
      <vt:lpstr>WHAT IS LOREM IPSUM</vt:lpstr>
      <vt:lpstr>What is Lorem Ipsum?</vt:lpstr>
      <vt:lpstr>WHAT IS LOREM IPSUM</vt:lpstr>
      <vt:lpstr>WHAT IS LOREM IPSUM</vt:lpstr>
      <vt:lpstr>WHAT IS LOREM IPSUM</vt:lpstr>
      <vt:lpstr>WHAT IS LOREM IPSUM</vt:lpstr>
      <vt:lpstr>WHAT IS LOREM IPSUM</vt:lpstr>
      <vt:lpstr>WHAT IS LOREM IPSUM</vt:lpstr>
      <vt:lpstr>WHAT IS LOREM IPSUM</vt:lpstr>
      <vt:lpstr>WHAT TO LOREM IPSUM</vt:lpstr>
      <vt:lpstr>WHAT IS LOREM IPSUM</vt:lpstr>
      <vt:lpstr>WHAT IS LOREM IPSUM</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Sathish Elumalai</dc:creator>
  <cp:lastModifiedBy>Siddharth M</cp:lastModifiedBy>
  <cp:revision>269</cp:revision>
  <dcterms:created xsi:type="dcterms:W3CDTF">2024-12-04T07:56:32Z</dcterms:created>
  <dcterms:modified xsi:type="dcterms:W3CDTF">2026-05-17T08:26:13Z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0x01010096FE055041E8254B8A6D76B64478F329</vt:lpwstr>
  </property>
  <property fmtid="{D5CDD505-2E9C-101B-9397-08002B2CF9AE}" pid="3" name="MediaServiceImageTags">
    <vt:lpwstr/>
  </property>
  <property fmtid="{D5CDD505-2E9C-101B-9397-08002B2CF9AE}" pid="4" name="ArticulateGUID">
    <vt:lpwstr>4A052198-62B5-43C3-96AB-C01BF4A6A50E</vt:lpwstr>
  </property>
  <property fmtid="{D5CDD505-2E9C-101B-9397-08002B2CF9AE}" pid="5" name="ArticulatePath">
    <vt:lpwstr>241206_EFAB Candidate Brief_IG</vt:lpwstr>
  </property>
</Properties>
</file>